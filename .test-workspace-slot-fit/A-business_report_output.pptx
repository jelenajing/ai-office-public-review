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001" r:id="rId1001"/>
    <p:sldId id="2002" r:id="rId1002"/>
    <p:sldId id="2003" r:id="rId1003"/>
    <p:sldId id="2004" r:id="rId1004"/>
    <p:sldId id="2005" r:id="rId1005"/>
    <p:sldId id="2006" r:id="rId1006"/>
    <p:sldId id="2007" r:id="rId1007"/>
    <p:sldId id="2008" r:id="rId1008"/>
    <p:sldId id="2009" r:id="rId1009"/>
    <p:sldId id="2010" r:id="rId1010"/>
    <p:sldId id="2011" r:id="rId1011"/>
    <p:sldId id="2012" r:id="rId1012"/>
    <p:sldId id="2013" r:id="rId1013"/>
    <p:sldId id="2014" r:id="rId10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pos="7083" userDrawn="1">
          <p15:clr>
            <a:srgbClr val="A4A3A4"/>
          </p15:clr>
        </p15:guide>
        <p15:guide id="5" orient="horz" pos="187" userDrawn="1">
          <p15:clr>
            <a:srgbClr val="A4A3A4"/>
          </p15:clr>
        </p15:guide>
        <p15:guide id="6" orient="horz" pos="43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B6F3"/>
    <a:srgbClr val="4F6DD9"/>
    <a:srgbClr val="8EC4F9"/>
    <a:srgbClr val="ECF1FB"/>
    <a:srgbClr val="2477DF"/>
    <a:srgbClr val="0A5DB8"/>
    <a:srgbClr val="075DB6"/>
    <a:srgbClr val="0E8AE6"/>
    <a:srgbClr val="333D4F"/>
    <a:srgbClr val="356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9" d="100"/>
          <a:sy n="69" d="100"/>
        </p:scale>
        <p:origin x="96" y="180"/>
      </p:cViewPr>
      <p:guideLst>
        <p:guide orient="horz" pos="2160"/>
        <p:guide pos="3840"/>
        <p:guide pos="597"/>
        <p:guide pos="7083"/>
        <p:guide orient="horz" pos="187"/>
        <p:guide orient="horz" pos="43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8" Type="http://schemas.openxmlformats.org/officeDocument/2006/relationships/presProps" Target="presProps.xml"/><Relationship Id="rId31" Type="http://schemas.openxmlformats.org/officeDocument/2006/relationships/tableStyles" Target="tableStyles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  <Relationship Id="rId1001" Type="http://schemas.openxmlformats.org/officeDocument/2006/relationships/slide" Target="slides/slide1.xml"/>
  <Relationship Id="rId1002" Type="http://schemas.openxmlformats.org/officeDocument/2006/relationships/slide" Target="slides/slide2.xml"/>
  <Relationship Id="rId1003" Type="http://schemas.openxmlformats.org/officeDocument/2006/relationships/slide" Target="slides/slide3.xml"/>
  <Relationship Id="rId1004" Type="http://schemas.openxmlformats.org/officeDocument/2006/relationships/slide" Target="slides/slide4.xml"/>
  <Relationship Id="rId1005" Type="http://schemas.openxmlformats.org/officeDocument/2006/relationships/slide" Target="slides/slide5.xml"/>
  <Relationship Id="rId1006" Type="http://schemas.openxmlformats.org/officeDocument/2006/relationships/slide" Target="slides/slide6.xml"/>
  <Relationship Id="rId1007" Type="http://schemas.openxmlformats.org/officeDocument/2006/relationships/slide" Target="slides/slide7.xml"/>
  <Relationship Id="rId1008" Type="http://schemas.openxmlformats.org/officeDocument/2006/relationships/slide" Target="slides/slide8.xml"/>
  <Relationship Id="rId1009" Type="http://schemas.openxmlformats.org/officeDocument/2006/relationships/slide" Target="slides/slide9.xml"/>
  <Relationship Id="rId1010" Type="http://schemas.openxmlformats.org/officeDocument/2006/relationships/slide" Target="slides/slide10.xml"/>
  <Relationship Id="rId1011" Type="http://schemas.openxmlformats.org/officeDocument/2006/relationships/slide" Target="slides/slide11.xml"/>
  <Relationship Id="rId1012" Type="http://schemas.openxmlformats.org/officeDocument/2006/relationships/slide" Target="slides/slide12.xml"/>
  <Relationship Id="rId1013" Type="http://schemas.openxmlformats.org/officeDocument/2006/relationships/slide" Target="slides/slide13.xml"/>
  <Relationship Id="rId1014" Type="http://schemas.openxmlformats.org/officeDocument/2006/relationships/slide" Target="slides/slide14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FE91A9-7D51-45AC-99CF-5B4BE8E5D258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51BCF9-41BE-4529-A674-4CB1B70F52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905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597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51pptmoban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506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8196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B5AE83D-0A1C-8FAF-3456-FD8866E159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503906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5611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:\51PPT模板网\51pptmoban.com\图片.jpg">
            <a:extLst>
              <a:ext uri="{FF2B5EF4-FFF2-40B4-BE49-F238E27FC236}">
                <a16:creationId xmlns:a16="http://schemas.microsoft.com/office/drawing/2014/main" id="{8B5AE83D-0A1C-8FAF-3456-FD8866E159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066800"/>
            <a:ext cx="12192000" cy="55499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E49DC4B-ACE2-126B-A29C-C938E45EA1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0" y="0"/>
            <a:ext cx="12192000" cy="10668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79009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www.51pptmoban.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:\51PPT模板网\51pptmoban.com\图片.jpg">
            <a:extLst>
              <a:ext uri="{FF2B5EF4-FFF2-40B4-BE49-F238E27FC236}">
                <a16:creationId xmlns:a16="http://schemas.microsoft.com/office/drawing/2014/main" id="{8B5AE83D-0A1C-8FAF-3456-FD8866E159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308100"/>
            <a:ext cx="12192000" cy="55499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E49DC4B-ACE2-126B-A29C-C938E45EA1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0" y="0"/>
            <a:ext cx="12192000" cy="13081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115EE7BC-0FCF-7A08-C677-98F30B287980}"/>
              </a:ext>
            </a:extLst>
          </p:cNvPr>
          <p:cNvSpPr/>
          <p:nvPr userDrawn="1"/>
        </p:nvSpPr>
        <p:spPr>
          <a:xfrm>
            <a:off x="0" y="5815009"/>
            <a:ext cx="11656766" cy="1042991"/>
          </a:xfrm>
          <a:custGeom>
            <a:avLst/>
            <a:gdLst>
              <a:gd name="csX0" fmla="*/ 4552950 w 11656766"/>
              <a:gd name="csY0" fmla="*/ 0 h 1042991"/>
              <a:gd name="csX1" fmla="*/ 11322466 w 11656766"/>
              <a:gd name="csY1" fmla="*/ 929698 h 1042991"/>
              <a:gd name="csX2" fmla="*/ 11656766 w 11656766"/>
              <a:gd name="csY2" fmla="*/ 1042991 h 1042991"/>
              <a:gd name="csX3" fmla="*/ 0 w 11656766"/>
              <a:gd name="csY3" fmla="*/ 1042991 h 1042991"/>
              <a:gd name="csX4" fmla="*/ 0 w 11656766"/>
              <a:gd name="csY4" fmla="*/ 387139 h 1042991"/>
              <a:gd name="csX5" fmla="*/ 188043 w 11656766"/>
              <a:gd name="csY5" fmla="*/ 352905 h 1042991"/>
              <a:gd name="csX6" fmla="*/ 4552950 w 11656766"/>
              <a:gd name="csY6" fmla="*/ 0 h 10429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656766" h="1042991">
                <a:moveTo>
                  <a:pt x="4552950" y="0"/>
                </a:moveTo>
                <a:cubicBezTo>
                  <a:pt x="7159396" y="0"/>
                  <a:pt x="9534514" y="352060"/>
                  <a:pt x="11322466" y="929698"/>
                </a:cubicBezTo>
                <a:lnTo>
                  <a:pt x="11656766" y="1042991"/>
                </a:lnTo>
                <a:lnTo>
                  <a:pt x="0" y="104299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CAC05647-ACD3-E420-C208-4F3E33853B1C}"/>
              </a:ext>
            </a:extLst>
          </p:cNvPr>
          <p:cNvSpPr/>
          <p:nvPr userDrawn="1"/>
        </p:nvSpPr>
        <p:spPr>
          <a:xfrm>
            <a:off x="0" y="6146457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 descr="D:\51PPT模板网\51pptmoban.com\图片.jpg">
            <a:extLst>
              <a:ext uri="{FF2B5EF4-FFF2-40B4-BE49-F238E27FC236}">
                <a16:creationId xmlns:a16="http://schemas.microsoft.com/office/drawing/2014/main" id="{D16F6829-AF0A-20CC-A55D-86690F9165C1}"/>
              </a:ext>
            </a:extLst>
          </p:cNvPr>
          <p:cNvSpPr/>
          <p:nvPr userDrawn="1"/>
        </p:nvSpPr>
        <p:spPr>
          <a:xfrm>
            <a:off x="11112706" y="5700366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439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5533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7B49B-7BB0-B5A1-0A62-362867BF0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9E3DA3-B135-4FB8-2042-3579F1AFE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CC0808-00A3-FADD-1CC7-7AE71CC37C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C77A24-D2A0-B339-8664-2DCA3DC6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C99E18-68FD-0CC2-3A13-BC2B7B62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610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8C674A-5E66-651A-4546-6F842171E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578B22-E3EC-E850-58B6-8F0EF2EB3D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EB379F-9DB3-5C64-F352-D05CCF07D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BD7CB3-1B08-2027-1B99-7C4D759AEB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DCD3D1-DB68-51DB-4A5A-16DB6EE8D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276AC1-797C-D34E-7E5C-8D18B904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946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FE1BCE-F6B7-DAC8-069D-D36E0FAD3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CBE06-59D2-CAEB-2819-3DF22DA6D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54F479-EE0B-5832-10E4-2C2746B7C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635B961-C9AC-52B5-A104-EC58CF75E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8B0689-F36E-0570-EDF5-B479B15A8E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436CF38-FCC7-202D-7232-E66B63DF7B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1A9B3F8-8583-901D-8B8F-A0080DAE0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3589911-BE46-35B9-C1BC-F84F4BE97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65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DAB894-4B66-3ECD-8455-5555B89AA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5A5FFCC-39F8-C47C-A135-ED56C94C5B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5CD318-03FC-6D0B-89BC-B3C54767F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132983-65C6-0373-7AC0-F83AFB589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939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0CA882-9181-AC09-2277-B16FD822AF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DA0F899-82FC-63DC-953B-7FCC48158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7BA89F-23B6-8DE9-FB79-95D766E05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0DA3C7-8C28-A710-A8AA-F92AF3F46544}"/>
              </a:ext>
            </a:extLst>
          </p:cNvPr>
          <p:cNvSpPr txBox="1"/>
          <p:nvPr userDrawn="1"/>
        </p:nvSpPr>
        <p:spPr>
          <a:xfrm>
            <a:off x="768925" y="528099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51PPT模板网，幻灯片演示模板及素材免费下载！</a:t>
            </a:r>
          </a:p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 唯一访问网址：www.51pptmoban.com</a:t>
            </a:r>
          </a:p>
        </p:txBody>
      </p:sp>
    </p:spTree>
    <p:extLst>
      <p:ext uri="{BB962C8B-B14F-4D97-AF65-F5344CB8AC3E}">
        <p14:creationId xmlns:p14="http://schemas.microsoft.com/office/powerpoint/2010/main" val="2326618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0E87B3-F7F6-F804-94CF-2C4FE7A48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F015F3-08B0-5FF8-7987-21BCDE2AB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3858DD-AE87-F411-259A-36F443356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81257D-90CC-3F3B-7328-40AC51011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BD5ED3-F5B8-F375-E150-33CFA825A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E5E807-9061-9E0D-5447-C4524C577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1184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7CCD9F-7045-7840-FCF7-80E99A6CE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6DA590F-2B8B-06C4-9B73-9F07536A0A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097849-3F02-49BD-02AF-E9452B3B4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226607-7EFD-C48C-9482-F2663B22F4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6306AA-EF92-6EEC-9351-4BBFA324F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48180F-10C0-2C58-FE33-49EB6C3C7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744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4A257C-A513-3BF0-9EE3-AE010D0FA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23B782-A820-4D54-B801-399A480F4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97333E-1070-E7DB-EB38-EC622DB2D1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25FEBA-5128-A726-940E-CE49DE2EC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C018EB-C525-116A-534E-9D5CD3434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5308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98CC7DE-79DB-27FB-B259-8407015A6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3A9F5E-EE84-D901-0DF9-BEDF573B8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3A10A9-F6DB-4E32-B32D-83453E21C4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4FD8CA-9946-DE8A-C0CA-87E977542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20437-62CF-E1E2-E757-9AE8C541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5867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6736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PPT模板网，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755E9D02-03E4-2FEA-BE57-F9CC76BFC8A1}"/>
              </a:ext>
            </a:extLst>
          </p:cNvPr>
          <p:cNvSpPr/>
          <p:nvPr userDrawn="1"/>
        </p:nvSpPr>
        <p:spPr>
          <a:xfrm>
            <a:off x="2" y="3832097"/>
            <a:ext cx="12195175" cy="3022731"/>
          </a:xfrm>
          <a:custGeom>
            <a:avLst/>
            <a:gdLst>
              <a:gd name="connsiteX0" fmla="*/ 7975600 w 12192000"/>
              <a:gd name="connsiteY0" fmla="*/ 1366 h 3023966"/>
              <a:gd name="connsiteX1" fmla="*/ 11319470 w 12192000"/>
              <a:gd name="connsiteY1" fmla="*/ 330723 h 3023966"/>
              <a:gd name="connsiteX2" fmla="*/ 12192000 w 12192000"/>
              <a:gd name="connsiteY2" fmla="*/ 498201 h 3023966"/>
              <a:gd name="connsiteX3" fmla="*/ 12192000 w 12192000"/>
              <a:gd name="connsiteY3" fmla="*/ 3023966 h 3023966"/>
              <a:gd name="connsiteX4" fmla="*/ 0 w 12192000"/>
              <a:gd name="connsiteY4" fmla="*/ 3023966 h 3023966"/>
              <a:gd name="connsiteX5" fmla="*/ 0 w 12192000"/>
              <a:gd name="connsiteY5" fmla="*/ 376472 h 3023966"/>
              <a:gd name="connsiteX6" fmla="*/ 345926 w 12192000"/>
              <a:gd name="connsiteY6" fmla="*/ 450479 h 3023966"/>
              <a:gd name="connsiteX7" fmla="*/ 2908300 w 12192000"/>
              <a:gd name="connsiteY7" fmla="*/ 674466 h 3023966"/>
              <a:gd name="connsiteX8" fmla="*/ 7975600 w 12192000"/>
              <a:gd name="connsiteY8" fmla="*/ 1366 h 302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023966">
                <a:moveTo>
                  <a:pt x="7975600" y="1366"/>
                </a:moveTo>
                <a:cubicBezTo>
                  <a:pt x="9159875" y="-16096"/>
                  <a:pt x="10251281" y="136105"/>
                  <a:pt x="11319470" y="330723"/>
                </a:cubicBezTo>
                <a:lnTo>
                  <a:pt x="12192000" y="498201"/>
                </a:lnTo>
                <a:lnTo>
                  <a:pt x="12192000" y="3023966"/>
                </a:lnTo>
                <a:lnTo>
                  <a:pt x="0" y="3023966"/>
                </a:lnTo>
                <a:lnTo>
                  <a:pt x="0" y="376472"/>
                </a:lnTo>
                <a:lnTo>
                  <a:pt x="345926" y="450479"/>
                </a:lnTo>
                <a:cubicBezTo>
                  <a:pt x="1074142" y="599258"/>
                  <a:pt x="1865313" y="710978"/>
                  <a:pt x="2908300" y="674466"/>
                </a:cubicBezTo>
                <a:cubicBezTo>
                  <a:pt x="4298950" y="625783"/>
                  <a:pt x="6396567" y="24649"/>
                  <a:pt x="7975600" y="1366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703">
              <a:latin typeface="HarmonyOS Sans SC Light" panose="00000400000000000000" pitchFamily="2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81F7462-B454-D9CD-1119-9123DEB0BCE3}"/>
              </a:ext>
            </a:extLst>
          </p:cNvPr>
          <p:cNvGrpSpPr/>
          <p:nvPr userDrawn="1"/>
        </p:nvGrpSpPr>
        <p:grpSpPr>
          <a:xfrm>
            <a:off x="807247" y="298818"/>
            <a:ext cx="3513983" cy="1204794"/>
            <a:chOff x="870547" y="7238685"/>
            <a:chExt cx="3333750" cy="1143000"/>
          </a:xfrm>
        </p:grpSpPr>
        <p:grpSp>
          <p:nvGrpSpPr>
            <p:cNvPr id="3" name="组合 2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D7781A2-7670-D6F9-A580-785A1DE65734}"/>
                </a:ext>
              </a:extLst>
            </p:cNvPr>
            <p:cNvGrpSpPr/>
            <p:nvPr userDrawn="1"/>
          </p:nvGrpSpPr>
          <p:grpSpPr>
            <a:xfrm>
              <a:off x="1089945" y="7419206"/>
              <a:ext cx="2824283" cy="781959"/>
              <a:chOff x="1086173" y="3300162"/>
              <a:chExt cx="2824283" cy="781959"/>
            </a:xfrm>
          </p:grpSpPr>
          <p:sp>
            <p:nvSpPr>
              <p:cNvPr id="5" name="任意多边形: 形状 4">
                <a:extLst>
                  <a:ext uri="{FF2B5EF4-FFF2-40B4-BE49-F238E27FC236}">
                    <a16:creationId xmlns:a16="http://schemas.microsoft.com/office/drawing/2014/main" id="{2A4D029E-D190-E7B4-70E0-00738435A8A5}"/>
                  </a:ext>
                </a:extLst>
              </p:cNvPr>
              <p:cNvSpPr/>
              <p:nvPr userDrawn="1"/>
            </p:nvSpPr>
            <p:spPr>
              <a:xfrm>
                <a:off x="2111882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96A052D9-33D2-05C9-FE3E-8412E8D51A11}"/>
                  </a:ext>
                </a:extLst>
              </p:cNvPr>
              <p:cNvSpPr/>
              <p:nvPr userDrawn="1"/>
            </p:nvSpPr>
            <p:spPr>
              <a:xfrm>
                <a:off x="2426959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43D5FF14-27AB-8B0E-C2F9-88E9CD5F9BE2}"/>
                  </a:ext>
                </a:extLst>
              </p:cNvPr>
              <p:cNvSpPr/>
              <p:nvPr userDrawn="1"/>
            </p:nvSpPr>
            <p:spPr>
              <a:xfrm>
                <a:off x="2713715" y="3451841"/>
                <a:ext cx="259922" cy="332419"/>
              </a:xfrm>
              <a:custGeom>
                <a:avLst/>
                <a:gdLst>
                  <a:gd name="connsiteX0" fmla="*/ 89732 w 259922"/>
                  <a:gd name="connsiteY0" fmla="*/ 332420 h 332419"/>
                  <a:gd name="connsiteX1" fmla="*/ 169669 w 259922"/>
                  <a:gd name="connsiteY1" fmla="*/ 332420 h 332419"/>
                  <a:gd name="connsiteX2" fmla="*/ 169669 w 259922"/>
                  <a:gd name="connsiteY2" fmla="*/ 66045 h 332419"/>
                  <a:gd name="connsiteX3" fmla="*/ 259922 w 259922"/>
                  <a:gd name="connsiteY3" fmla="*/ 66045 h 332419"/>
                  <a:gd name="connsiteX4" fmla="*/ 259922 w 259922"/>
                  <a:gd name="connsiteY4" fmla="*/ 0 h 332419"/>
                  <a:gd name="connsiteX5" fmla="*/ 0 w 259922"/>
                  <a:gd name="connsiteY5" fmla="*/ 0 h 332419"/>
                  <a:gd name="connsiteX6" fmla="*/ 0 w 259922"/>
                  <a:gd name="connsiteY6" fmla="*/ 66045 h 332419"/>
                  <a:gd name="connsiteX7" fmla="*/ 89732 w 259922"/>
                  <a:gd name="connsiteY7" fmla="*/ 66045 h 332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9922" h="332419">
                    <a:moveTo>
                      <a:pt x="89732" y="332420"/>
                    </a:moveTo>
                    <a:lnTo>
                      <a:pt x="169669" y="332420"/>
                    </a:lnTo>
                    <a:lnTo>
                      <a:pt x="169669" y="66045"/>
                    </a:lnTo>
                    <a:lnTo>
                      <a:pt x="259922" y="66045"/>
                    </a:lnTo>
                    <a:lnTo>
                      <a:pt x="259922" y="0"/>
                    </a:lnTo>
                    <a:lnTo>
                      <a:pt x="0" y="0"/>
                    </a:lnTo>
                    <a:lnTo>
                      <a:pt x="0" y="66045"/>
                    </a:lnTo>
                    <a:lnTo>
                      <a:pt x="89732" y="6604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51AC798E-FE52-EC3B-FD0C-BCE3D1C1B704}"/>
                  </a:ext>
                </a:extLst>
              </p:cNvPr>
              <p:cNvSpPr/>
              <p:nvPr userDrawn="1"/>
            </p:nvSpPr>
            <p:spPr>
              <a:xfrm>
                <a:off x="3026743" y="3420175"/>
                <a:ext cx="399147" cy="388526"/>
              </a:xfrm>
              <a:custGeom>
                <a:avLst/>
                <a:gdLst>
                  <a:gd name="connsiteX0" fmla="*/ 387323 w 399147"/>
                  <a:gd name="connsiteY0" fmla="*/ 305498 h 388526"/>
                  <a:gd name="connsiteX1" fmla="*/ 387323 w 399147"/>
                  <a:gd name="connsiteY1" fmla="*/ 257334 h 388526"/>
                  <a:gd name="connsiteX2" fmla="*/ 291211 w 399147"/>
                  <a:gd name="connsiteY2" fmla="*/ 257334 h 388526"/>
                  <a:gd name="connsiteX3" fmla="*/ 292235 w 399147"/>
                  <a:gd name="connsiteY3" fmla="*/ 248475 h 388526"/>
                  <a:gd name="connsiteX4" fmla="*/ 293260 w 399147"/>
                  <a:gd name="connsiteY4" fmla="*/ 239273 h 388526"/>
                  <a:gd name="connsiteX5" fmla="*/ 367212 w 399147"/>
                  <a:gd name="connsiteY5" fmla="*/ 239273 h 388526"/>
                  <a:gd name="connsiteX6" fmla="*/ 367212 w 399147"/>
                  <a:gd name="connsiteY6" fmla="*/ 98628 h 388526"/>
                  <a:gd name="connsiteX7" fmla="*/ 159084 w 399147"/>
                  <a:gd name="connsiteY7" fmla="*/ 98628 h 388526"/>
                  <a:gd name="connsiteX8" fmla="*/ 159084 w 399147"/>
                  <a:gd name="connsiteY8" fmla="*/ 239273 h 388526"/>
                  <a:gd name="connsiteX9" fmla="*/ 235193 w 399147"/>
                  <a:gd name="connsiteY9" fmla="*/ 239273 h 388526"/>
                  <a:gd name="connsiteX10" fmla="*/ 234061 w 399147"/>
                  <a:gd name="connsiteY10" fmla="*/ 248475 h 388526"/>
                  <a:gd name="connsiteX11" fmla="*/ 232696 w 399147"/>
                  <a:gd name="connsiteY11" fmla="*/ 257334 h 388526"/>
                  <a:gd name="connsiteX12" fmla="*/ 143970 w 399147"/>
                  <a:gd name="connsiteY12" fmla="*/ 257334 h 388526"/>
                  <a:gd name="connsiteX13" fmla="*/ 143970 w 399147"/>
                  <a:gd name="connsiteY13" fmla="*/ 305498 h 388526"/>
                  <a:gd name="connsiteX14" fmla="*/ 211453 w 399147"/>
                  <a:gd name="connsiteY14" fmla="*/ 305498 h 388526"/>
                  <a:gd name="connsiteX15" fmla="*/ 179751 w 399147"/>
                  <a:gd name="connsiteY15" fmla="*/ 326058 h 388526"/>
                  <a:gd name="connsiteX16" fmla="*/ 126358 w 399147"/>
                  <a:gd name="connsiteY16" fmla="*/ 341046 h 388526"/>
                  <a:gd name="connsiteX17" fmla="*/ 143629 w 399147"/>
                  <a:gd name="connsiteY17" fmla="*/ 363762 h 388526"/>
                  <a:gd name="connsiteX18" fmla="*/ 156245 w 399147"/>
                  <a:gd name="connsiteY18" fmla="*/ 388527 h 388526"/>
                  <a:gd name="connsiteX19" fmla="*/ 232480 w 399147"/>
                  <a:gd name="connsiteY19" fmla="*/ 359215 h 388526"/>
                  <a:gd name="connsiteX20" fmla="*/ 273149 w 399147"/>
                  <a:gd name="connsiteY20" fmla="*/ 317755 h 388526"/>
                  <a:gd name="connsiteX21" fmla="*/ 309398 w 399147"/>
                  <a:gd name="connsiteY21" fmla="*/ 360815 h 388526"/>
                  <a:gd name="connsiteX22" fmla="*/ 363133 w 399147"/>
                  <a:gd name="connsiteY22" fmla="*/ 387736 h 388526"/>
                  <a:gd name="connsiteX23" fmla="*/ 379379 w 399147"/>
                  <a:gd name="connsiteY23" fmla="*/ 361713 h 388526"/>
                  <a:gd name="connsiteX24" fmla="*/ 399148 w 399147"/>
                  <a:gd name="connsiteY24" fmla="*/ 338656 h 388526"/>
                  <a:gd name="connsiteX25" fmla="*/ 359161 w 399147"/>
                  <a:gd name="connsiteY25" fmla="*/ 325932 h 388526"/>
                  <a:gd name="connsiteX26" fmla="*/ 329275 w 399147"/>
                  <a:gd name="connsiteY26" fmla="*/ 305480 h 388526"/>
                  <a:gd name="connsiteX27" fmla="*/ 387323 w 399147"/>
                  <a:gd name="connsiteY27" fmla="*/ 305480 h 388526"/>
                  <a:gd name="connsiteX28" fmla="*/ 213843 w 399147"/>
                  <a:gd name="connsiteY28" fmla="*/ 139064 h 388526"/>
                  <a:gd name="connsiteX29" fmla="*/ 309955 w 399147"/>
                  <a:gd name="connsiteY29" fmla="*/ 139064 h 388526"/>
                  <a:gd name="connsiteX30" fmla="*/ 309955 w 399147"/>
                  <a:gd name="connsiteY30" fmla="*/ 150080 h 388526"/>
                  <a:gd name="connsiteX31" fmla="*/ 213843 w 399147"/>
                  <a:gd name="connsiteY31" fmla="*/ 150080 h 388526"/>
                  <a:gd name="connsiteX32" fmla="*/ 213843 w 399147"/>
                  <a:gd name="connsiteY32" fmla="*/ 139064 h 388526"/>
                  <a:gd name="connsiteX33" fmla="*/ 213843 w 399147"/>
                  <a:gd name="connsiteY33" fmla="*/ 187677 h 388526"/>
                  <a:gd name="connsiteX34" fmla="*/ 309955 w 399147"/>
                  <a:gd name="connsiteY34" fmla="*/ 187677 h 388526"/>
                  <a:gd name="connsiteX35" fmla="*/ 309955 w 399147"/>
                  <a:gd name="connsiteY35" fmla="*/ 198819 h 388526"/>
                  <a:gd name="connsiteX36" fmla="*/ 213843 w 399147"/>
                  <a:gd name="connsiteY36" fmla="*/ 198819 h 388526"/>
                  <a:gd name="connsiteX37" fmla="*/ 213843 w 399147"/>
                  <a:gd name="connsiteY37" fmla="*/ 187677 h 388526"/>
                  <a:gd name="connsiteX38" fmla="*/ 158293 w 399147"/>
                  <a:gd name="connsiteY38" fmla="*/ 214724 h 388526"/>
                  <a:gd name="connsiteX39" fmla="*/ 144653 w 399147"/>
                  <a:gd name="connsiteY39" fmla="*/ 194272 h 388526"/>
                  <a:gd name="connsiteX40" fmla="*/ 124651 w 399147"/>
                  <a:gd name="connsiteY40" fmla="*/ 165536 h 388526"/>
                  <a:gd name="connsiteX41" fmla="*/ 107488 w 399147"/>
                  <a:gd name="connsiteY41" fmla="*/ 142353 h 388526"/>
                  <a:gd name="connsiteX42" fmla="*/ 107488 w 399147"/>
                  <a:gd name="connsiteY42" fmla="*/ 129629 h 388526"/>
                  <a:gd name="connsiteX43" fmla="*/ 141903 w 399147"/>
                  <a:gd name="connsiteY43" fmla="*/ 129629 h 388526"/>
                  <a:gd name="connsiteX44" fmla="*/ 141903 w 399147"/>
                  <a:gd name="connsiteY44" fmla="*/ 74869 h 388526"/>
                  <a:gd name="connsiteX45" fmla="*/ 107488 w 399147"/>
                  <a:gd name="connsiteY45" fmla="*/ 74869 h 388526"/>
                  <a:gd name="connsiteX46" fmla="*/ 107488 w 399147"/>
                  <a:gd name="connsiteY46" fmla="*/ 0 h 388526"/>
                  <a:gd name="connsiteX47" fmla="*/ 51470 w 399147"/>
                  <a:gd name="connsiteY47" fmla="*/ 0 h 388526"/>
                  <a:gd name="connsiteX48" fmla="*/ 51470 w 399147"/>
                  <a:gd name="connsiteY48" fmla="*/ 74869 h 388526"/>
                  <a:gd name="connsiteX49" fmla="*/ 11035 w 399147"/>
                  <a:gd name="connsiteY49" fmla="*/ 74869 h 388526"/>
                  <a:gd name="connsiteX50" fmla="*/ 11035 w 399147"/>
                  <a:gd name="connsiteY50" fmla="*/ 129629 h 388526"/>
                  <a:gd name="connsiteX51" fmla="*/ 51470 w 399147"/>
                  <a:gd name="connsiteY51" fmla="*/ 129629 h 388526"/>
                  <a:gd name="connsiteX52" fmla="*/ 51470 w 399147"/>
                  <a:gd name="connsiteY52" fmla="*/ 144401 h 388526"/>
                  <a:gd name="connsiteX53" fmla="*/ 29545 w 399147"/>
                  <a:gd name="connsiteY53" fmla="*/ 207446 h 388526"/>
                  <a:gd name="connsiteX54" fmla="*/ 0 w 399147"/>
                  <a:gd name="connsiteY54" fmla="*/ 259365 h 388526"/>
                  <a:gd name="connsiteX55" fmla="*/ 15222 w 399147"/>
                  <a:gd name="connsiteY55" fmla="*/ 289468 h 388526"/>
                  <a:gd name="connsiteX56" fmla="*/ 27371 w 399147"/>
                  <a:gd name="connsiteY56" fmla="*/ 320253 h 388526"/>
                  <a:gd name="connsiteX57" fmla="*/ 39861 w 399147"/>
                  <a:gd name="connsiteY57" fmla="*/ 298094 h 388526"/>
                  <a:gd name="connsiteX58" fmla="*/ 51453 w 399147"/>
                  <a:gd name="connsiteY58" fmla="*/ 271963 h 388526"/>
                  <a:gd name="connsiteX59" fmla="*/ 51453 w 399147"/>
                  <a:gd name="connsiteY59" fmla="*/ 388527 h 388526"/>
                  <a:gd name="connsiteX60" fmla="*/ 107470 w 399147"/>
                  <a:gd name="connsiteY60" fmla="*/ 388527 h 388526"/>
                  <a:gd name="connsiteX61" fmla="*/ 107470 w 399147"/>
                  <a:gd name="connsiteY61" fmla="*/ 217995 h 388526"/>
                  <a:gd name="connsiteX62" fmla="*/ 116564 w 399147"/>
                  <a:gd name="connsiteY62" fmla="*/ 237997 h 388526"/>
                  <a:gd name="connsiteX63" fmla="*/ 123501 w 399147"/>
                  <a:gd name="connsiteY63" fmla="*/ 255609 h 388526"/>
                  <a:gd name="connsiteX64" fmla="*/ 158293 w 399147"/>
                  <a:gd name="connsiteY64" fmla="*/ 214724 h 388526"/>
                  <a:gd name="connsiteX65" fmla="*/ 192260 w 399147"/>
                  <a:gd name="connsiteY65" fmla="*/ 92032 h 388526"/>
                  <a:gd name="connsiteX66" fmla="*/ 248277 w 399147"/>
                  <a:gd name="connsiteY66" fmla="*/ 92032 h 388526"/>
                  <a:gd name="connsiteX67" fmla="*/ 248277 w 399147"/>
                  <a:gd name="connsiteY67" fmla="*/ 72821 h 388526"/>
                  <a:gd name="connsiteX68" fmla="*/ 287131 w 399147"/>
                  <a:gd name="connsiteY68" fmla="*/ 72821 h 388526"/>
                  <a:gd name="connsiteX69" fmla="*/ 287131 w 399147"/>
                  <a:gd name="connsiteY69" fmla="*/ 92014 h 388526"/>
                  <a:gd name="connsiteX70" fmla="*/ 344730 w 399147"/>
                  <a:gd name="connsiteY70" fmla="*/ 92014 h 388526"/>
                  <a:gd name="connsiteX71" fmla="*/ 344730 w 399147"/>
                  <a:gd name="connsiteY71" fmla="*/ 72821 h 388526"/>
                  <a:gd name="connsiteX72" fmla="*/ 384842 w 399147"/>
                  <a:gd name="connsiteY72" fmla="*/ 72821 h 388526"/>
                  <a:gd name="connsiteX73" fmla="*/ 384842 w 399147"/>
                  <a:gd name="connsiteY73" fmla="*/ 24549 h 388526"/>
                  <a:gd name="connsiteX74" fmla="*/ 344730 w 399147"/>
                  <a:gd name="connsiteY74" fmla="*/ 24549 h 388526"/>
                  <a:gd name="connsiteX75" fmla="*/ 344730 w 399147"/>
                  <a:gd name="connsiteY75" fmla="*/ 0 h 388526"/>
                  <a:gd name="connsiteX76" fmla="*/ 287131 w 399147"/>
                  <a:gd name="connsiteY76" fmla="*/ 0 h 388526"/>
                  <a:gd name="connsiteX77" fmla="*/ 287131 w 399147"/>
                  <a:gd name="connsiteY77" fmla="*/ 24531 h 388526"/>
                  <a:gd name="connsiteX78" fmla="*/ 248277 w 399147"/>
                  <a:gd name="connsiteY78" fmla="*/ 24531 h 388526"/>
                  <a:gd name="connsiteX79" fmla="*/ 248277 w 399147"/>
                  <a:gd name="connsiteY79" fmla="*/ 0 h 388526"/>
                  <a:gd name="connsiteX80" fmla="*/ 192260 w 399147"/>
                  <a:gd name="connsiteY80" fmla="*/ 0 h 388526"/>
                  <a:gd name="connsiteX81" fmla="*/ 192260 w 399147"/>
                  <a:gd name="connsiteY81" fmla="*/ 24531 h 388526"/>
                  <a:gd name="connsiteX82" fmla="*/ 150907 w 399147"/>
                  <a:gd name="connsiteY82" fmla="*/ 24531 h 388526"/>
                  <a:gd name="connsiteX83" fmla="*/ 150907 w 399147"/>
                  <a:gd name="connsiteY83" fmla="*/ 72821 h 388526"/>
                  <a:gd name="connsiteX84" fmla="*/ 192260 w 399147"/>
                  <a:gd name="connsiteY84" fmla="*/ 72821 h 388526"/>
                  <a:gd name="connsiteX85" fmla="*/ 192260 w 399147"/>
                  <a:gd name="connsiteY85" fmla="*/ 92032 h 388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399147" h="388526">
                    <a:moveTo>
                      <a:pt x="387323" y="305498"/>
                    </a:moveTo>
                    <a:lnTo>
                      <a:pt x="387323" y="257334"/>
                    </a:lnTo>
                    <a:lnTo>
                      <a:pt x="291211" y="257334"/>
                    </a:lnTo>
                    <a:cubicBezTo>
                      <a:pt x="291552" y="254387"/>
                      <a:pt x="291894" y="251422"/>
                      <a:pt x="292235" y="248475"/>
                    </a:cubicBezTo>
                    <a:lnTo>
                      <a:pt x="293260" y="239273"/>
                    </a:lnTo>
                    <a:lnTo>
                      <a:pt x="367212" y="239273"/>
                    </a:lnTo>
                    <a:lnTo>
                      <a:pt x="367212" y="98628"/>
                    </a:lnTo>
                    <a:lnTo>
                      <a:pt x="159084" y="98628"/>
                    </a:lnTo>
                    <a:lnTo>
                      <a:pt x="159084" y="239273"/>
                    </a:lnTo>
                    <a:lnTo>
                      <a:pt x="235193" y="239273"/>
                    </a:lnTo>
                    <a:lnTo>
                      <a:pt x="234061" y="248475"/>
                    </a:lnTo>
                    <a:cubicBezTo>
                      <a:pt x="233720" y="251422"/>
                      <a:pt x="233271" y="254387"/>
                      <a:pt x="232696" y="257334"/>
                    </a:cubicBezTo>
                    <a:lnTo>
                      <a:pt x="143970" y="257334"/>
                    </a:lnTo>
                    <a:lnTo>
                      <a:pt x="143970" y="305498"/>
                    </a:lnTo>
                    <a:lnTo>
                      <a:pt x="211453" y="305498"/>
                    </a:lnTo>
                    <a:cubicBezTo>
                      <a:pt x="204067" y="313226"/>
                      <a:pt x="193500" y="320145"/>
                      <a:pt x="179751" y="326058"/>
                    </a:cubicBezTo>
                    <a:cubicBezTo>
                      <a:pt x="166111" y="331970"/>
                      <a:pt x="148283" y="336966"/>
                      <a:pt x="126358" y="341046"/>
                    </a:cubicBezTo>
                    <a:cubicBezTo>
                      <a:pt x="132145" y="347174"/>
                      <a:pt x="137824" y="354686"/>
                      <a:pt x="143629" y="363762"/>
                    </a:cubicBezTo>
                    <a:cubicBezTo>
                      <a:pt x="149308" y="372730"/>
                      <a:pt x="153513" y="381033"/>
                      <a:pt x="156245" y="388527"/>
                    </a:cubicBezTo>
                    <a:cubicBezTo>
                      <a:pt x="188629" y="380799"/>
                      <a:pt x="214077" y="371022"/>
                      <a:pt x="232480" y="359215"/>
                    </a:cubicBezTo>
                    <a:cubicBezTo>
                      <a:pt x="250990" y="347516"/>
                      <a:pt x="264523" y="333660"/>
                      <a:pt x="273149" y="317755"/>
                    </a:cubicBezTo>
                    <a:cubicBezTo>
                      <a:pt x="282692" y="334792"/>
                      <a:pt x="294733" y="349115"/>
                      <a:pt x="309398" y="360815"/>
                    </a:cubicBezTo>
                    <a:cubicBezTo>
                      <a:pt x="324171" y="372622"/>
                      <a:pt x="341998" y="381500"/>
                      <a:pt x="363133" y="387736"/>
                    </a:cubicBezTo>
                    <a:cubicBezTo>
                      <a:pt x="367105" y="379775"/>
                      <a:pt x="372568" y="371148"/>
                      <a:pt x="379379" y="361713"/>
                    </a:cubicBezTo>
                    <a:cubicBezTo>
                      <a:pt x="386190" y="352404"/>
                      <a:pt x="392786" y="344676"/>
                      <a:pt x="399148" y="338656"/>
                    </a:cubicBezTo>
                    <a:cubicBezTo>
                      <a:pt x="384034" y="335708"/>
                      <a:pt x="370753" y="331503"/>
                      <a:pt x="359161" y="325932"/>
                    </a:cubicBezTo>
                    <a:cubicBezTo>
                      <a:pt x="347569" y="320253"/>
                      <a:pt x="337577" y="313442"/>
                      <a:pt x="329275" y="305480"/>
                    </a:cubicBezTo>
                    <a:lnTo>
                      <a:pt x="387323" y="305480"/>
                    </a:lnTo>
                    <a:close/>
                    <a:moveTo>
                      <a:pt x="213843" y="139064"/>
                    </a:moveTo>
                    <a:lnTo>
                      <a:pt x="309955" y="139064"/>
                    </a:lnTo>
                    <a:lnTo>
                      <a:pt x="309955" y="150080"/>
                    </a:lnTo>
                    <a:lnTo>
                      <a:pt x="213843" y="150080"/>
                    </a:lnTo>
                    <a:lnTo>
                      <a:pt x="213843" y="139064"/>
                    </a:lnTo>
                    <a:close/>
                    <a:moveTo>
                      <a:pt x="213843" y="187677"/>
                    </a:moveTo>
                    <a:lnTo>
                      <a:pt x="309955" y="187677"/>
                    </a:lnTo>
                    <a:lnTo>
                      <a:pt x="309955" y="198819"/>
                    </a:lnTo>
                    <a:lnTo>
                      <a:pt x="213843" y="198819"/>
                    </a:lnTo>
                    <a:lnTo>
                      <a:pt x="213843" y="187677"/>
                    </a:lnTo>
                    <a:close/>
                    <a:moveTo>
                      <a:pt x="158293" y="214724"/>
                    </a:moveTo>
                    <a:cubicBezTo>
                      <a:pt x="155562" y="210411"/>
                      <a:pt x="151015" y="203582"/>
                      <a:pt x="144653" y="194272"/>
                    </a:cubicBezTo>
                    <a:cubicBezTo>
                      <a:pt x="138291" y="184963"/>
                      <a:pt x="131695" y="175294"/>
                      <a:pt x="124651" y="165536"/>
                    </a:cubicBezTo>
                    <a:cubicBezTo>
                      <a:pt x="117714" y="155759"/>
                      <a:pt x="112035" y="148032"/>
                      <a:pt x="107488" y="142353"/>
                    </a:cubicBezTo>
                    <a:lnTo>
                      <a:pt x="107488" y="129629"/>
                    </a:lnTo>
                    <a:lnTo>
                      <a:pt x="141903" y="129629"/>
                    </a:lnTo>
                    <a:lnTo>
                      <a:pt x="141903" y="74869"/>
                    </a:lnTo>
                    <a:lnTo>
                      <a:pt x="107488" y="74869"/>
                    </a:lnTo>
                    <a:lnTo>
                      <a:pt x="107488" y="0"/>
                    </a:lnTo>
                    <a:lnTo>
                      <a:pt x="51470" y="0"/>
                    </a:lnTo>
                    <a:lnTo>
                      <a:pt x="51470" y="74869"/>
                    </a:lnTo>
                    <a:lnTo>
                      <a:pt x="11035" y="74869"/>
                    </a:lnTo>
                    <a:lnTo>
                      <a:pt x="11035" y="129629"/>
                    </a:lnTo>
                    <a:lnTo>
                      <a:pt x="51470" y="129629"/>
                    </a:lnTo>
                    <a:lnTo>
                      <a:pt x="51470" y="144401"/>
                    </a:lnTo>
                    <a:cubicBezTo>
                      <a:pt x="45684" y="165877"/>
                      <a:pt x="38405" y="186886"/>
                      <a:pt x="29545" y="207446"/>
                    </a:cubicBezTo>
                    <a:cubicBezTo>
                      <a:pt x="20793" y="228005"/>
                      <a:pt x="10909" y="245383"/>
                      <a:pt x="0" y="259365"/>
                    </a:cubicBezTo>
                    <a:cubicBezTo>
                      <a:pt x="4888" y="267884"/>
                      <a:pt x="9992" y="278002"/>
                      <a:pt x="15222" y="289468"/>
                    </a:cubicBezTo>
                    <a:cubicBezTo>
                      <a:pt x="20452" y="300933"/>
                      <a:pt x="24423" y="311159"/>
                      <a:pt x="27371" y="320253"/>
                    </a:cubicBezTo>
                    <a:cubicBezTo>
                      <a:pt x="31684" y="313657"/>
                      <a:pt x="35781" y="306271"/>
                      <a:pt x="39861" y="298094"/>
                    </a:cubicBezTo>
                    <a:cubicBezTo>
                      <a:pt x="43959" y="289917"/>
                      <a:pt x="47822" y="281165"/>
                      <a:pt x="51453" y="271963"/>
                    </a:cubicBezTo>
                    <a:lnTo>
                      <a:pt x="51453" y="388527"/>
                    </a:lnTo>
                    <a:lnTo>
                      <a:pt x="107470" y="388527"/>
                    </a:lnTo>
                    <a:lnTo>
                      <a:pt x="107470" y="217995"/>
                    </a:lnTo>
                    <a:cubicBezTo>
                      <a:pt x="110759" y="224932"/>
                      <a:pt x="113832" y="231635"/>
                      <a:pt x="116564" y="237997"/>
                    </a:cubicBezTo>
                    <a:cubicBezTo>
                      <a:pt x="119295" y="244359"/>
                      <a:pt x="121559" y="250272"/>
                      <a:pt x="123501" y="255609"/>
                    </a:cubicBezTo>
                    <a:lnTo>
                      <a:pt x="158293" y="214724"/>
                    </a:lnTo>
                    <a:close/>
                    <a:moveTo>
                      <a:pt x="192260" y="92032"/>
                    </a:moveTo>
                    <a:lnTo>
                      <a:pt x="248277" y="92032"/>
                    </a:lnTo>
                    <a:lnTo>
                      <a:pt x="248277" y="72821"/>
                    </a:lnTo>
                    <a:lnTo>
                      <a:pt x="287131" y="72821"/>
                    </a:lnTo>
                    <a:lnTo>
                      <a:pt x="287131" y="92014"/>
                    </a:lnTo>
                    <a:lnTo>
                      <a:pt x="344730" y="92014"/>
                    </a:lnTo>
                    <a:lnTo>
                      <a:pt x="344730" y="72821"/>
                    </a:lnTo>
                    <a:lnTo>
                      <a:pt x="384842" y="72821"/>
                    </a:lnTo>
                    <a:lnTo>
                      <a:pt x="384842" y="24549"/>
                    </a:lnTo>
                    <a:lnTo>
                      <a:pt x="344730" y="24549"/>
                    </a:lnTo>
                    <a:lnTo>
                      <a:pt x="344730" y="0"/>
                    </a:lnTo>
                    <a:lnTo>
                      <a:pt x="287131" y="0"/>
                    </a:lnTo>
                    <a:lnTo>
                      <a:pt x="287131" y="24531"/>
                    </a:lnTo>
                    <a:lnTo>
                      <a:pt x="248277" y="24531"/>
                    </a:lnTo>
                    <a:lnTo>
                      <a:pt x="248277" y="0"/>
                    </a:lnTo>
                    <a:lnTo>
                      <a:pt x="192260" y="0"/>
                    </a:lnTo>
                    <a:lnTo>
                      <a:pt x="192260" y="24531"/>
                    </a:lnTo>
                    <a:lnTo>
                      <a:pt x="150907" y="24531"/>
                    </a:lnTo>
                    <a:lnTo>
                      <a:pt x="150907" y="72821"/>
                    </a:lnTo>
                    <a:lnTo>
                      <a:pt x="192260" y="72821"/>
                    </a:lnTo>
                    <a:lnTo>
                      <a:pt x="192260" y="92032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1C016A87-BDD4-1C42-3316-B7A035F0EEFB}"/>
                  </a:ext>
                </a:extLst>
              </p:cNvPr>
              <p:cNvSpPr/>
              <p:nvPr userDrawn="1"/>
            </p:nvSpPr>
            <p:spPr>
              <a:xfrm>
                <a:off x="3480148" y="3420876"/>
                <a:ext cx="396829" cy="390287"/>
              </a:xfrm>
              <a:custGeom>
                <a:avLst/>
                <a:gdLst>
                  <a:gd name="connsiteX0" fmla="*/ 340992 w 396829"/>
                  <a:gd name="connsiteY0" fmla="*/ 106823 h 390287"/>
                  <a:gd name="connsiteX1" fmla="*/ 330802 w 396829"/>
                  <a:gd name="connsiteY1" fmla="*/ 108530 h 390287"/>
                  <a:gd name="connsiteX2" fmla="*/ 221930 w 396829"/>
                  <a:gd name="connsiteY2" fmla="*/ 108530 h 390287"/>
                  <a:gd name="connsiteX3" fmla="*/ 221930 w 396829"/>
                  <a:gd name="connsiteY3" fmla="*/ 76253 h 390287"/>
                  <a:gd name="connsiteX4" fmla="*/ 308931 w 396829"/>
                  <a:gd name="connsiteY4" fmla="*/ 66962 h 390287"/>
                  <a:gd name="connsiteX5" fmla="*/ 388347 w 396829"/>
                  <a:gd name="connsiteY5" fmla="*/ 47355 h 390287"/>
                  <a:gd name="connsiteX6" fmla="*/ 347911 w 396829"/>
                  <a:gd name="connsiteY6" fmla="*/ 0 h 390287"/>
                  <a:gd name="connsiteX7" fmla="*/ 264307 w 396829"/>
                  <a:gd name="connsiteY7" fmla="*/ 19265 h 390287"/>
                  <a:gd name="connsiteX8" fmla="*/ 164386 w 396829"/>
                  <a:gd name="connsiteY8" fmla="*/ 27766 h 390287"/>
                  <a:gd name="connsiteX9" fmla="*/ 164386 w 396829"/>
                  <a:gd name="connsiteY9" fmla="*/ 123608 h 390287"/>
                  <a:gd name="connsiteX10" fmla="*/ 161780 w 396829"/>
                  <a:gd name="connsiteY10" fmla="*/ 198945 h 390287"/>
                  <a:gd name="connsiteX11" fmla="*/ 147960 w 396829"/>
                  <a:gd name="connsiteY11" fmla="*/ 281416 h 390287"/>
                  <a:gd name="connsiteX12" fmla="*/ 114209 w 396829"/>
                  <a:gd name="connsiteY12" fmla="*/ 356412 h 390287"/>
                  <a:gd name="connsiteX13" fmla="*/ 139926 w 396829"/>
                  <a:gd name="connsiteY13" fmla="*/ 371705 h 390287"/>
                  <a:gd name="connsiteX14" fmla="*/ 163146 w 396829"/>
                  <a:gd name="connsiteY14" fmla="*/ 390288 h 390287"/>
                  <a:gd name="connsiteX15" fmla="*/ 176283 w 396829"/>
                  <a:gd name="connsiteY15" fmla="*/ 368758 h 390287"/>
                  <a:gd name="connsiteX16" fmla="*/ 187264 w 396829"/>
                  <a:gd name="connsiteY16" fmla="*/ 345090 h 390287"/>
                  <a:gd name="connsiteX17" fmla="*/ 203456 w 396829"/>
                  <a:gd name="connsiteY17" fmla="*/ 366494 h 390287"/>
                  <a:gd name="connsiteX18" fmla="*/ 216593 w 396829"/>
                  <a:gd name="connsiteY18" fmla="*/ 387898 h 390287"/>
                  <a:gd name="connsiteX19" fmla="*/ 255340 w 396829"/>
                  <a:gd name="connsiteY19" fmla="*/ 364553 h 390287"/>
                  <a:gd name="connsiteX20" fmla="*/ 288767 w 396829"/>
                  <a:gd name="connsiteY20" fmla="*/ 336014 h 390287"/>
                  <a:gd name="connsiteX21" fmla="*/ 357759 w 396829"/>
                  <a:gd name="connsiteY21" fmla="*/ 389479 h 390287"/>
                  <a:gd name="connsiteX22" fmla="*/ 375425 w 396829"/>
                  <a:gd name="connsiteY22" fmla="*/ 362288 h 390287"/>
                  <a:gd name="connsiteX23" fmla="*/ 396830 w 396829"/>
                  <a:gd name="connsiteY23" fmla="*/ 338494 h 390287"/>
                  <a:gd name="connsiteX24" fmla="*/ 357526 w 396829"/>
                  <a:gd name="connsiteY24" fmla="*/ 316856 h 390287"/>
                  <a:gd name="connsiteX25" fmla="*/ 325914 w 396829"/>
                  <a:gd name="connsiteY25" fmla="*/ 287509 h 390287"/>
                  <a:gd name="connsiteX26" fmla="*/ 358766 w 396829"/>
                  <a:gd name="connsiteY26" fmla="*/ 212172 h 390287"/>
                  <a:gd name="connsiteX27" fmla="*/ 378139 w 396829"/>
                  <a:gd name="connsiteY27" fmla="*/ 117013 h 390287"/>
                  <a:gd name="connsiteX28" fmla="*/ 340992 w 396829"/>
                  <a:gd name="connsiteY28" fmla="*/ 106823 h 390287"/>
                  <a:gd name="connsiteX29" fmla="*/ 313693 w 396829"/>
                  <a:gd name="connsiteY29" fmla="*/ 161079 h 390287"/>
                  <a:gd name="connsiteX30" fmla="*/ 290474 w 396829"/>
                  <a:gd name="connsiteY30" fmla="*/ 230862 h 390287"/>
                  <a:gd name="connsiteX31" fmla="*/ 277445 w 396829"/>
                  <a:gd name="connsiteY31" fmla="*/ 197220 h 390287"/>
                  <a:gd name="connsiteX32" fmla="*/ 267596 w 396829"/>
                  <a:gd name="connsiteY32" fmla="*/ 161079 h 390287"/>
                  <a:gd name="connsiteX33" fmla="*/ 313693 w 396829"/>
                  <a:gd name="connsiteY33" fmla="*/ 161079 h 390287"/>
                  <a:gd name="connsiteX34" fmla="*/ 191343 w 396829"/>
                  <a:gd name="connsiteY34" fmla="*/ 334414 h 390287"/>
                  <a:gd name="connsiteX35" fmla="*/ 210950 w 396829"/>
                  <a:gd name="connsiteY35" fmla="*/ 259994 h 390287"/>
                  <a:gd name="connsiteX36" fmla="*/ 219900 w 396829"/>
                  <a:gd name="connsiteY36" fmla="*/ 184765 h 390287"/>
                  <a:gd name="connsiteX37" fmla="*/ 235301 w 396829"/>
                  <a:gd name="connsiteY37" fmla="*/ 238123 h 390287"/>
                  <a:gd name="connsiteX38" fmla="*/ 255358 w 396829"/>
                  <a:gd name="connsiteY38" fmla="*/ 285478 h 390287"/>
                  <a:gd name="connsiteX39" fmla="*/ 225794 w 396829"/>
                  <a:gd name="connsiteY39" fmla="*/ 313352 h 390287"/>
                  <a:gd name="connsiteX40" fmla="*/ 191343 w 396829"/>
                  <a:gd name="connsiteY40" fmla="*/ 334414 h 390287"/>
                  <a:gd name="connsiteX41" fmla="*/ 159965 w 396829"/>
                  <a:gd name="connsiteY41" fmla="*/ 207535 h 390287"/>
                  <a:gd name="connsiteX42" fmla="*/ 146486 w 396829"/>
                  <a:gd name="connsiteY42" fmla="*/ 185898 h 390287"/>
                  <a:gd name="connsiteX43" fmla="*/ 127005 w 396829"/>
                  <a:gd name="connsiteY43" fmla="*/ 155885 h 390287"/>
                  <a:gd name="connsiteX44" fmla="*/ 111370 w 396829"/>
                  <a:gd name="connsiteY44" fmla="*/ 133349 h 390287"/>
                  <a:gd name="connsiteX45" fmla="*/ 111370 w 396829"/>
                  <a:gd name="connsiteY45" fmla="*/ 129269 h 390287"/>
                  <a:gd name="connsiteX46" fmla="*/ 152147 w 396829"/>
                  <a:gd name="connsiteY46" fmla="*/ 129269 h 390287"/>
                  <a:gd name="connsiteX47" fmla="*/ 152147 w 396829"/>
                  <a:gd name="connsiteY47" fmla="*/ 74672 h 390287"/>
                  <a:gd name="connsiteX48" fmla="*/ 111370 w 396829"/>
                  <a:gd name="connsiteY48" fmla="*/ 74672 h 390287"/>
                  <a:gd name="connsiteX49" fmla="*/ 111370 w 396829"/>
                  <a:gd name="connsiteY49" fmla="*/ 0 h 390287"/>
                  <a:gd name="connsiteX50" fmla="*/ 56305 w 396829"/>
                  <a:gd name="connsiteY50" fmla="*/ 0 h 390287"/>
                  <a:gd name="connsiteX51" fmla="*/ 56305 w 396829"/>
                  <a:gd name="connsiteY51" fmla="*/ 74654 h 390287"/>
                  <a:gd name="connsiteX52" fmla="*/ 10657 w 396829"/>
                  <a:gd name="connsiteY52" fmla="*/ 74654 h 390287"/>
                  <a:gd name="connsiteX53" fmla="*/ 10657 w 396829"/>
                  <a:gd name="connsiteY53" fmla="*/ 129251 h 390287"/>
                  <a:gd name="connsiteX54" fmla="*/ 54723 w 396829"/>
                  <a:gd name="connsiteY54" fmla="*/ 129251 h 390287"/>
                  <a:gd name="connsiteX55" fmla="*/ 41011 w 396829"/>
                  <a:gd name="connsiteY55" fmla="*/ 177163 h 390287"/>
                  <a:gd name="connsiteX56" fmla="*/ 22428 w 396829"/>
                  <a:gd name="connsiteY56" fmla="*/ 222811 h 390287"/>
                  <a:gd name="connsiteX57" fmla="*/ 0 w 396829"/>
                  <a:gd name="connsiteY57" fmla="*/ 258503 h 390287"/>
                  <a:gd name="connsiteX58" fmla="*/ 14054 w 396829"/>
                  <a:gd name="connsiteY58" fmla="*/ 288515 h 390287"/>
                  <a:gd name="connsiteX59" fmla="*/ 25376 w 396829"/>
                  <a:gd name="connsiteY59" fmla="*/ 318869 h 390287"/>
                  <a:gd name="connsiteX60" fmla="*/ 41694 w 396829"/>
                  <a:gd name="connsiteY60" fmla="*/ 286125 h 390287"/>
                  <a:gd name="connsiteX61" fmla="*/ 56305 w 396829"/>
                  <a:gd name="connsiteY61" fmla="*/ 245455 h 390287"/>
                  <a:gd name="connsiteX62" fmla="*/ 56305 w 396829"/>
                  <a:gd name="connsiteY62" fmla="*/ 387395 h 390287"/>
                  <a:gd name="connsiteX63" fmla="*/ 111370 w 396829"/>
                  <a:gd name="connsiteY63" fmla="*/ 387395 h 390287"/>
                  <a:gd name="connsiteX64" fmla="*/ 111370 w 396829"/>
                  <a:gd name="connsiteY64" fmla="*/ 208739 h 390287"/>
                  <a:gd name="connsiteX65" fmla="*/ 119744 w 396829"/>
                  <a:gd name="connsiteY65" fmla="*/ 231402 h 390287"/>
                  <a:gd name="connsiteX66" fmla="*/ 126088 w 396829"/>
                  <a:gd name="connsiteY66" fmla="*/ 251224 h 390287"/>
                  <a:gd name="connsiteX67" fmla="*/ 159965 w 396829"/>
                  <a:gd name="connsiteY67" fmla="*/ 207535 h 390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96829" h="390287">
                    <a:moveTo>
                      <a:pt x="340992" y="106823"/>
                    </a:moveTo>
                    <a:lnTo>
                      <a:pt x="330802" y="108530"/>
                    </a:lnTo>
                    <a:lnTo>
                      <a:pt x="221930" y="108530"/>
                    </a:lnTo>
                    <a:lnTo>
                      <a:pt x="221930" y="76253"/>
                    </a:lnTo>
                    <a:cubicBezTo>
                      <a:pt x="251152" y="74672"/>
                      <a:pt x="280158" y="71617"/>
                      <a:pt x="308931" y="66962"/>
                    </a:cubicBezTo>
                    <a:cubicBezTo>
                      <a:pt x="337703" y="62433"/>
                      <a:pt x="364103" y="55856"/>
                      <a:pt x="388347" y="47355"/>
                    </a:cubicBezTo>
                    <a:lnTo>
                      <a:pt x="347911" y="0"/>
                    </a:lnTo>
                    <a:cubicBezTo>
                      <a:pt x="324692" y="8267"/>
                      <a:pt x="296818" y="14719"/>
                      <a:pt x="264307" y="19265"/>
                    </a:cubicBezTo>
                    <a:cubicBezTo>
                      <a:pt x="231797" y="23686"/>
                      <a:pt x="198496" y="26508"/>
                      <a:pt x="164386" y="27766"/>
                    </a:cubicBezTo>
                    <a:lnTo>
                      <a:pt x="164386" y="123608"/>
                    </a:lnTo>
                    <a:cubicBezTo>
                      <a:pt x="164619" y="146270"/>
                      <a:pt x="163703" y="171413"/>
                      <a:pt x="161780" y="198945"/>
                    </a:cubicBezTo>
                    <a:cubicBezTo>
                      <a:pt x="159749" y="226477"/>
                      <a:pt x="155094" y="253884"/>
                      <a:pt x="147960" y="281416"/>
                    </a:cubicBezTo>
                    <a:cubicBezTo>
                      <a:pt x="140717" y="308823"/>
                      <a:pt x="129503" y="333875"/>
                      <a:pt x="114209" y="356412"/>
                    </a:cubicBezTo>
                    <a:cubicBezTo>
                      <a:pt x="121577" y="359700"/>
                      <a:pt x="130060" y="364786"/>
                      <a:pt x="139926" y="371705"/>
                    </a:cubicBezTo>
                    <a:cubicBezTo>
                      <a:pt x="149793" y="378624"/>
                      <a:pt x="157485" y="384843"/>
                      <a:pt x="163146" y="390288"/>
                    </a:cubicBezTo>
                    <a:cubicBezTo>
                      <a:pt x="167908" y="383603"/>
                      <a:pt x="172203" y="376360"/>
                      <a:pt x="176283" y="368758"/>
                    </a:cubicBezTo>
                    <a:cubicBezTo>
                      <a:pt x="180362" y="361156"/>
                      <a:pt x="183993" y="353231"/>
                      <a:pt x="187264" y="345090"/>
                    </a:cubicBezTo>
                    <a:cubicBezTo>
                      <a:pt x="192709" y="351433"/>
                      <a:pt x="198136" y="358568"/>
                      <a:pt x="203456" y="366494"/>
                    </a:cubicBezTo>
                    <a:cubicBezTo>
                      <a:pt x="208775" y="374311"/>
                      <a:pt x="213196" y="381446"/>
                      <a:pt x="216593" y="387898"/>
                    </a:cubicBezTo>
                    <a:cubicBezTo>
                      <a:pt x="230413" y="380871"/>
                      <a:pt x="243335" y="373179"/>
                      <a:pt x="255340" y="364553"/>
                    </a:cubicBezTo>
                    <a:cubicBezTo>
                      <a:pt x="267237" y="355944"/>
                      <a:pt x="278451" y="346419"/>
                      <a:pt x="288767" y="336014"/>
                    </a:cubicBezTo>
                    <a:cubicBezTo>
                      <a:pt x="307116" y="357759"/>
                      <a:pt x="329993" y="375551"/>
                      <a:pt x="357759" y="389479"/>
                    </a:cubicBezTo>
                    <a:cubicBezTo>
                      <a:pt x="362073" y="381105"/>
                      <a:pt x="367949" y="372029"/>
                      <a:pt x="375425" y="362288"/>
                    </a:cubicBezTo>
                    <a:cubicBezTo>
                      <a:pt x="382902" y="352548"/>
                      <a:pt x="390036" y="344622"/>
                      <a:pt x="396830" y="338494"/>
                    </a:cubicBezTo>
                    <a:cubicBezTo>
                      <a:pt x="382434" y="332599"/>
                      <a:pt x="369297" y="325357"/>
                      <a:pt x="357526" y="316856"/>
                    </a:cubicBezTo>
                    <a:cubicBezTo>
                      <a:pt x="345862" y="308356"/>
                      <a:pt x="335205" y="298507"/>
                      <a:pt x="325914" y="287509"/>
                    </a:cubicBezTo>
                    <a:cubicBezTo>
                      <a:pt x="339177" y="265530"/>
                      <a:pt x="350050" y="240495"/>
                      <a:pt x="358766" y="212172"/>
                    </a:cubicBezTo>
                    <a:cubicBezTo>
                      <a:pt x="367374" y="183957"/>
                      <a:pt x="373826" y="152237"/>
                      <a:pt x="378139" y="117013"/>
                    </a:cubicBezTo>
                    <a:lnTo>
                      <a:pt x="340992" y="106823"/>
                    </a:lnTo>
                    <a:close/>
                    <a:moveTo>
                      <a:pt x="313693" y="161079"/>
                    </a:moveTo>
                    <a:cubicBezTo>
                      <a:pt x="307924" y="186347"/>
                      <a:pt x="300215" y="209566"/>
                      <a:pt x="290474" y="230862"/>
                    </a:cubicBezTo>
                    <a:cubicBezTo>
                      <a:pt x="285604" y="219990"/>
                      <a:pt x="281183" y="208775"/>
                      <a:pt x="277445" y="197220"/>
                    </a:cubicBezTo>
                    <a:cubicBezTo>
                      <a:pt x="273707" y="185556"/>
                      <a:pt x="270418" y="173551"/>
                      <a:pt x="267596" y="161079"/>
                    </a:cubicBezTo>
                    <a:lnTo>
                      <a:pt x="313693" y="161079"/>
                    </a:lnTo>
                    <a:close/>
                    <a:moveTo>
                      <a:pt x="191343" y="334414"/>
                    </a:moveTo>
                    <a:cubicBezTo>
                      <a:pt x="199951" y="310620"/>
                      <a:pt x="206529" y="285927"/>
                      <a:pt x="210950" y="259994"/>
                    </a:cubicBezTo>
                    <a:cubicBezTo>
                      <a:pt x="215371" y="234169"/>
                      <a:pt x="218318" y="209135"/>
                      <a:pt x="219900" y="184765"/>
                    </a:cubicBezTo>
                    <a:cubicBezTo>
                      <a:pt x="224321" y="203564"/>
                      <a:pt x="229533" y="221355"/>
                      <a:pt x="235301" y="238123"/>
                    </a:cubicBezTo>
                    <a:cubicBezTo>
                      <a:pt x="241196" y="254998"/>
                      <a:pt x="247881" y="270741"/>
                      <a:pt x="255358" y="285478"/>
                    </a:cubicBezTo>
                    <a:cubicBezTo>
                      <a:pt x="246408" y="295901"/>
                      <a:pt x="236559" y="305193"/>
                      <a:pt x="225794" y="313352"/>
                    </a:cubicBezTo>
                    <a:cubicBezTo>
                      <a:pt x="215029" y="321493"/>
                      <a:pt x="203582" y="328520"/>
                      <a:pt x="191343" y="334414"/>
                    </a:cubicBezTo>
                    <a:close/>
                    <a:moveTo>
                      <a:pt x="159965" y="207535"/>
                    </a:moveTo>
                    <a:cubicBezTo>
                      <a:pt x="157359" y="203114"/>
                      <a:pt x="152830" y="195872"/>
                      <a:pt x="146486" y="185898"/>
                    </a:cubicBezTo>
                    <a:cubicBezTo>
                      <a:pt x="140142" y="175923"/>
                      <a:pt x="133690" y="165967"/>
                      <a:pt x="127005" y="155885"/>
                    </a:cubicBezTo>
                    <a:cubicBezTo>
                      <a:pt x="120320" y="145803"/>
                      <a:pt x="115108" y="138327"/>
                      <a:pt x="111370" y="133349"/>
                    </a:cubicBezTo>
                    <a:lnTo>
                      <a:pt x="111370" y="129269"/>
                    </a:lnTo>
                    <a:lnTo>
                      <a:pt x="152147" y="129269"/>
                    </a:lnTo>
                    <a:lnTo>
                      <a:pt x="152147" y="74672"/>
                    </a:lnTo>
                    <a:lnTo>
                      <a:pt x="111370" y="74672"/>
                    </a:lnTo>
                    <a:lnTo>
                      <a:pt x="111370" y="0"/>
                    </a:lnTo>
                    <a:lnTo>
                      <a:pt x="56305" y="0"/>
                    </a:lnTo>
                    <a:lnTo>
                      <a:pt x="56305" y="74654"/>
                    </a:lnTo>
                    <a:lnTo>
                      <a:pt x="10657" y="74654"/>
                    </a:lnTo>
                    <a:lnTo>
                      <a:pt x="10657" y="129251"/>
                    </a:lnTo>
                    <a:lnTo>
                      <a:pt x="54723" y="129251"/>
                    </a:lnTo>
                    <a:cubicBezTo>
                      <a:pt x="50985" y="144994"/>
                      <a:pt x="46456" y="160971"/>
                      <a:pt x="41011" y="177163"/>
                    </a:cubicBezTo>
                    <a:cubicBezTo>
                      <a:pt x="35566" y="193482"/>
                      <a:pt x="29348" y="208650"/>
                      <a:pt x="22428" y="222811"/>
                    </a:cubicBezTo>
                    <a:cubicBezTo>
                      <a:pt x="15509" y="237081"/>
                      <a:pt x="8033" y="248978"/>
                      <a:pt x="0" y="258503"/>
                    </a:cubicBezTo>
                    <a:cubicBezTo>
                      <a:pt x="4529" y="267003"/>
                      <a:pt x="9183" y="276959"/>
                      <a:pt x="14054" y="288515"/>
                    </a:cubicBezTo>
                    <a:cubicBezTo>
                      <a:pt x="18924" y="300179"/>
                      <a:pt x="22662" y="310261"/>
                      <a:pt x="25376" y="318869"/>
                    </a:cubicBezTo>
                    <a:cubicBezTo>
                      <a:pt x="31037" y="309578"/>
                      <a:pt x="36482" y="298705"/>
                      <a:pt x="41694" y="286125"/>
                    </a:cubicBezTo>
                    <a:cubicBezTo>
                      <a:pt x="47014" y="273671"/>
                      <a:pt x="51776" y="260066"/>
                      <a:pt x="56305" y="245455"/>
                    </a:cubicBezTo>
                    <a:lnTo>
                      <a:pt x="56305" y="387395"/>
                    </a:lnTo>
                    <a:lnTo>
                      <a:pt x="111370" y="387395"/>
                    </a:lnTo>
                    <a:lnTo>
                      <a:pt x="111370" y="208739"/>
                    </a:lnTo>
                    <a:cubicBezTo>
                      <a:pt x="114425" y="216557"/>
                      <a:pt x="117264" y="224141"/>
                      <a:pt x="119744" y="231402"/>
                    </a:cubicBezTo>
                    <a:cubicBezTo>
                      <a:pt x="122350" y="238644"/>
                      <a:pt x="124381" y="245222"/>
                      <a:pt x="126088" y="251224"/>
                    </a:cubicBezTo>
                    <a:lnTo>
                      <a:pt x="159965" y="20753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FFDEDDD6-5E44-BA98-3A8F-6302E2250D16}"/>
                  </a:ext>
                </a:extLst>
              </p:cNvPr>
              <p:cNvGrpSpPr/>
              <p:nvPr userDrawn="1"/>
            </p:nvGrpSpPr>
            <p:grpSpPr>
              <a:xfrm>
                <a:off x="2038610" y="3870398"/>
                <a:ext cx="413489" cy="89750"/>
                <a:chOff x="8686551" y="964247"/>
                <a:chExt cx="413489" cy="89750"/>
              </a:xfrm>
            </p:grpSpPr>
            <p:sp>
              <p:nvSpPr>
                <p:cNvPr id="61" name="任意多边形: 形状 60">
                  <a:extLst>
                    <a:ext uri="{FF2B5EF4-FFF2-40B4-BE49-F238E27FC236}">
                      <a16:creationId xmlns:a16="http://schemas.microsoft.com/office/drawing/2014/main" id="{2D727A78-EF4B-5F83-27D0-4AD30A854A43}"/>
                    </a:ext>
                  </a:extLst>
                </p:cNvPr>
                <p:cNvSpPr/>
                <p:nvPr/>
              </p:nvSpPr>
              <p:spPr>
                <a:xfrm>
                  <a:off x="868655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任意多边形: 形状 61">
                  <a:extLst>
                    <a:ext uri="{FF2B5EF4-FFF2-40B4-BE49-F238E27FC236}">
                      <a16:creationId xmlns:a16="http://schemas.microsoft.com/office/drawing/2014/main" id="{D8312688-AD36-4859-1464-05EE093E5ED5}"/>
                    </a:ext>
                  </a:extLst>
                </p:cNvPr>
                <p:cNvSpPr/>
                <p:nvPr/>
              </p:nvSpPr>
              <p:spPr>
                <a:xfrm>
                  <a:off x="881068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多边形: 形状 62">
                  <a:extLst>
                    <a:ext uri="{FF2B5EF4-FFF2-40B4-BE49-F238E27FC236}">
                      <a16:creationId xmlns:a16="http://schemas.microsoft.com/office/drawing/2014/main" id="{5CEBDC48-9E45-99AF-B97F-B59AC451A954}"/>
                    </a:ext>
                  </a:extLst>
                </p:cNvPr>
                <p:cNvSpPr/>
                <p:nvPr/>
              </p:nvSpPr>
              <p:spPr>
                <a:xfrm>
                  <a:off x="8947228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7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7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任意多边形: 形状 63">
                  <a:extLst>
                    <a:ext uri="{FF2B5EF4-FFF2-40B4-BE49-F238E27FC236}">
                      <a16:creationId xmlns:a16="http://schemas.microsoft.com/office/drawing/2014/main" id="{BF4A00DA-5CEF-5570-193C-250CC047DF05}"/>
                    </a:ext>
                  </a:extLst>
                </p:cNvPr>
                <p:cNvSpPr/>
                <p:nvPr/>
              </p:nvSpPr>
              <p:spPr>
                <a:xfrm>
                  <a:off x="9078816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8" y="22482"/>
                        <a:pt x="16138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20" y="1132"/>
                        <a:pt x="13640" y="0"/>
                        <a:pt x="10675" y="0"/>
                      </a:cubicBezTo>
                      <a:cubicBezTo>
                        <a:pt x="7692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B7DD8678-13EA-F72A-D083-27B9CF906129}"/>
                  </a:ext>
                </a:extLst>
              </p:cNvPr>
              <p:cNvGrpSpPr/>
              <p:nvPr userDrawn="1"/>
            </p:nvGrpSpPr>
            <p:grpSpPr>
              <a:xfrm>
                <a:off x="2487485" y="3830214"/>
                <a:ext cx="173892" cy="129934"/>
                <a:chOff x="9130663" y="924063"/>
                <a:chExt cx="173892" cy="129934"/>
              </a:xfrm>
            </p:grpSpPr>
            <p:sp>
              <p:nvSpPr>
                <p:cNvPr id="59" name="任意多边形: 形状 58">
                  <a:extLst>
                    <a:ext uri="{FF2B5EF4-FFF2-40B4-BE49-F238E27FC236}">
                      <a16:creationId xmlns:a16="http://schemas.microsoft.com/office/drawing/2014/main" id="{BD14739B-AE93-27AC-8F6B-8E4874CBBADB}"/>
                    </a:ext>
                  </a:extLst>
                </p:cNvPr>
                <p:cNvSpPr/>
                <p:nvPr/>
              </p:nvSpPr>
              <p:spPr>
                <a:xfrm>
                  <a:off x="9130663" y="933588"/>
                  <a:ext cx="76343" cy="120409"/>
                </a:xfrm>
                <a:custGeom>
                  <a:avLst/>
                  <a:gdLst>
                    <a:gd name="connsiteX0" fmla="*/ 37614 w 76343"/>
                    <a:gd name="connsiteY0" fmla="*/ 120409 h 120409"/>
                    <a:gd name="connsiteX1" fmla="*/ 56610 w 76343"/>
                    <a:gd name="connsiteY1" fmla="*/ 115575 h 120409"/>
                    <a:gd name="connsiteX2" fmla="*/ 70754 w 76343"/>
                    <a:gd name="connsiteY2" fmla="*/ 101791 h 120409"/>
                    <a:gd name="connsiteX3" fmla="*/ 76343 w 76343"/>
                    <a:gd name="connsiteY3" fmla="*/ 79704 h 120409"/>
                    <a:gd name="connsiteX4" fmla="*/ 65920 w 76343"/>
                    <a:gd name="connsiteY4" fmla="*/ 51147 h 120409"/>
                    <a:gd name="connsiteX5" fmla="*/ 40723 w 76343"/>
                    <a:gd name="connsiteY5" fmla="*/ 42089 h 120409"/>
                    <a:gd name="connsiteX6" fmla="*/ 31163 w 76343"/>
                    <a:gd name="connsiteY6" fmla="*/ 43455 h 120409"/>
                    <a:gd name="connsiteX7" fmla="*/ 23093 w 76343"/>
                    <a:gd name="connsiteY7" fmla="*/ 46798 h 120409"/>
                    <a:gd name="connsiteX8" fmla="*/ 26077 w 76343"/>
                    <a:gd name="connsiteY8" fmla="*/ 12544 h 120409"/>
                    <a:gd name="connsiteX9" fmla="*/ 70754 w 76343"/>
                    <a:gd name="connsiteY9" fmla="*/ 12544 h 120409"/>
                    <a:gd name="connsiteX10" fmla="*/ 70754 w 76343"/>
                    <a:gd name="connsiteY10" fmla="*/ 0 h 120409"/>
                    <a:gd name="connsiteX11" fmla="*/ 13155 w 76343"/>
                    <a:gd name="connsiteY11" fmla="*/ 0 h 120409"/>
                    <a:gd name="connsiteX12" fmla="*/ 9435 w 76343"/>
                    <a:gd name="connsiteY12" fmla="*/ 55352 h 120409"/>
                    <a:gd name="connsiteX13" fmla="*/ 17378 w 76343"/>
                    <a:gd name="connsiteY13" fmla="*/ 60187 h 120409"/>
                    <a:gd name="connsiteX14" fmla="*/ 26688 w 76343"/>
                    <a:gd name="connsiteY14" fmla="*/ 54975 h 120409"/>
                    <a:gd name="connsiteX15" fmla="*/ 36985 w 76343"/>
                    <a:gd name="connsiteY15" fmla="*/ 53232 h 120409"/>
                    <a:gd name="connsiteX16" fmla="*/ 54867 w 76343"/>
                    <a:gd name="connsiteY16" fmla="*/ 60312 h 120409"/>
                    <a:gd name="connsiteX17" fmla="*/ 61570 w 76343"/>
                    <a:gd name="connsiteY17" fmla="*/ 80171 h 120409"/>
                    <a:gd name="connsiteX18" fmla="*/ 54130 w 76343"/>
                    <a:gd name="connsiteY18" fmla="*/ 100659 h 120409"/>
                    <a:gd name="connsiteX19" fmla="*/ 36374 w 76343"/>
                    <a:gd name="connsiteY19" fmla="*/ 108099 h 120409"/>
                    <a:gd name="connsiteX20" fmla="*/ 19247 w 76343"/>
                    <a:gd name="connsiteY20" fmla="*/ 104127 h 120409"/>
                    <a:gd name="connsiteX21" fmla="*/ 7332 w 76343"/>
                    <a:gd name="connsiteY21" fmla="*/ 95069 h 120409"/>
                    <a:gd name="connsiteX22" fmla="*/ 0 w 76343"/>
                    <a:gd name="connsiteY22" fmla="*/ 104756 h 120409"/>
                    <a:gd name="connsiteX23" fmla="*/ 14898 w 76343"/>
                    <a:gd name="connsiteY23" fmla="*/ 115557 h 120409"/>
                    <a:gd name="connsiteX24" fmla="*/ 37614 w 76343"/>
                    <a:gd name="connsiteY24" fmla="*/ 120409 h 120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6343" h="120409">
                      <a:moveTo>
                        <a:pt x="37614" y="120409"/>
                      </a:moveTo>
                      <a:cubicBezTo>
                        <a:pt x="44444" y="120409"/>
                        <a:pt x="50770" y="118792"/>
                        <a:pt x="56610" y="115575"/>
                      </a:cubicBezTo>
                      <a:cubicBezTo>
                        <a:pt x="62451" y="112466"/>
                        <a:pt x="67160" y="107883"/>
                        <a:pt x="70754" y="101791"/>
                      </a:cubicBezTo>
                      <a:cubicBezTo>
                        <a:pt x="74348" y="95824"/>
                        <a:pt x="76217" y="88384"/>
                        <a:pt x="76343" y="79704"/>
                      </a:cubicBezTo>
                      <a:cubicBezTo>
                        <a:pt x="76091" y="66800"/>
                        <a:pt x="72623" y="57239"/>
                        <a:pt x="65920" y="51147"/>
                      </a:cubicBezTo>
                      <a:cubicBezTo>
                        <a:pt x="59216" y="45055"/>
                        <a:pt x="50770" y="42089"/>
                        <a:pt x="40723" y="42089"/>
                      </a:cubicBezTo>
                      <a:cubicBezTo>
                        <a:pt x="37255" y="42215"/>
                        <a:pt x="34020" y="42593"/>
                        <a:pt x="31163" y="43455"/>
                      </a:cubicBezTo>
                      <a:cubicBezTo>
                        <a:pt x="28431" y="44192"/>
                        <a:pt x="25699" y="45324"/>
                        <a:pt x="23093" y="46798"/>
                      </a:cubicBezTo>
                      <a:lnTo>
                        <a:pt x="26077" y="12544"/>
                      </a:lnTo>
                      <a:lnTo>
                        <a:pt x="70754" y="12544"/>
                      </a:lnTo>
                      <a:lnTo>
                        <a:pt x="70754" y="0"/>
                      </a:lnTo>
                      <a:lnTo>
                        <a:pt x="13155" y="0"/>
                      </a:lnTo>
                      <a:lnTo>
                        <a:pt x="9435" y="55352"/>
                      </a:lnTo>
                      <a:lnTo>
                        <a:pt x="17378" y="60187"/>
                      </a:lnTo>
                      <a:cubicBezTo>
                        <a:pt x="20613" y="57958"/>
                        <a:pt x="23704" y="56215"/>
                        <a:pt x="26688" y="54975"/>
                      </a:cubicBezTo>
                      <a:cubicBezTo>
                        <a:pt x="29797" y="53861"/>
                        <a:pt x="33140" y="53232"/>
                        <a:pt x="36985" y="53232"/>
                      </a:cubicBezTo>
                      <a:cubicBezTo>
                        <a:pt x="44551" y="53358"/>
                        <a:pt x="50518" y="55712"/>
                        <a:pt x="54867" y="60312"/>
                      </a:cubicBezTo>
                      <a:cubicBezTo>
                        <a:pt x="59216" y="65021"/>
                        <a:pt x="61445" y="71617"/>
                        <a:pt x="61570" y="80171"/>
                      </a:cubicBezTo>
                      <a:cubicBezTo>
                        <a:pt x="61319" y="88851"/>
                        <a:pt x="58839" y="95681"/>
                        <a:pt x="54130" y="100659"/>
                      </a:cubicBezTo>
                      <a:cubicBezTo>
                        <a:pt x="49422" y="105493"/>
                        <a:pt x="43455" y="108099"/>
                        <a:pt x="36374" y="108099"/>
                      </a:cubicBezTo>
                      <a:cubicBezTo>
                        <a:pt x="29545" y="107973"/>
                        <a:pt x="23830" y="106607"/>
                        <a:pt x="19247" y="104127"/>
                      </a:cubicBezTo>
                      <a:cubicBezTo>
                        <a:pt x="14647" y="101647"/>
                        <a:pt x="10675" y="98538"/>
                        <a:pt x="7332" y="95069"/>
                      </a:cubicBezTo>
                      <a:lnTo>
                        <a:pt x="0" y="104756"/>
                      </a:lnTo>
                      <a:cubicBezTo>
                        <a:pt x="3972" y="108854"/>
                        <a:pt x="8932" y="112448"/>
                        <a:pt x="14898" y="115557"/>
                      </a:cubicBezTo>
                      <a:cubicBezTo>
                        <a:pt x="20991" y="118666"/>
                        <a:pt x="28557" y="120284"/>
                        <a:pt x="37614" y="120409"/>
                      </a:cubicBez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任意多边形: 形状 59">
                  <a:extLst>
                    <a:ext uri="{FF2B5EF4-FFF2-40B4-BE49-F238E27FC236}">
                      <a16:creationId xmlns:a16="http://schemas.microsoft.com/office/drawing/2014/main" id="{17E8D5E6-EB10-8395-9D09-57FC8601C6DF}"/>
                    </a:ext>
                  </a:extLst>
                </p:cNvPr>
                <p:cNvSpPr/>
                <p:nvPr/>
              </p:nvSpPr>
              <p:spPr>
                <a:xfrm>
                  <a:off x="9239624" y="924063"/>
                  <a:ext cx="64931" cy="126897"/>
                </a:xfrm>
                <a:custGeom>
                  <a:avLst/>
                  <a:gdLst>
                    <a:gd name="connsiteX0" fmla="*/ 18 w 64931"/>
                    <a:gd name="connsiteY0" fmla="*/ 118289 h 118288"/>
                    <a:gd name="connsiteX1" fmla="*/ 64931 w 64931"/>
                    <a:gd name="connsiteY1" fmla="*/ 118289 h 118288"/>
                    <a:gd name="connsiteX2" fmla="*/ 64931 w 64931"/>
                    <a:gd name="connsiteY2" fmla="*/ 105996 h 118288"/>
                    <a:gd name="connsiteX3" fmla="*/ 41227 w 64931"/>
                    <a:gd name="connsiteY3" fmla="*/ 105996 h 118288"/>
                    <a:gd name="connsiteX4" fmla="*/ 41227 w 64931"/>
                    <a:gd name="connsiteY4" fmla="*/ 0 h 118288"/>
                    <a:gd name="connsiteX5" fmla="*/ 29923 w 64931"/>
                    <a:gd name="connsiteY5" fmla="*/ 0 h 118288"/>
                    <a:gd name="connsiteX6" fmla="*/ 19122 w 64931"/>
                    <a:gd name="connsiteY6" fmla="*/ 4834 h 118288"/>
                    <a:gd name="connsiteX7" fmla="*/ 5337 w 64931"/>
                    <a:gd name="connsiteY7" fmla="*/ 8429 h 118288"/>
                    <a:gd name="connsiteX8" fmla="*/ 5337 w 64931"/>
                    <a:gd name="connsiteY8" fmla="*/ 17738 h 118288"/>
                    <a:gd name="connsiteX9" fmla="*/ 26310 w 64931"/>
                    <a:gd name="connsiteY9" fmla="*/ 17738 h 118288"/>
                    <a:gd name="connsiteX10" fmla="*/ 26310 w 64931"/>
                    <a:gd name="connsiteY10" fmla="*/ 105996 h 118288"/>
                    <a:gd name="connsiteX11" fmla="*/ 0 w 64931"/>
                    <a:gd name="connsiteY11" fmla="*/ 105996 h 118288"/>
                    <a:gd name="connsiteX12" fmla="*/ 0 w 64931"/>
                    <a:gd name="connsiteY12" fmla="*/ 118289 h 11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4931" h="118288">
                      <a:moveTo>
                        <a:pt x="18" y="118289"/>
                      </a:moveTo>
                      <a:lnTo>
                        <a:pt x="64931" y="118289"/>
                      </a:lnTo>
                      <a:lnTo>
                        <a:pt x="64931" y="105996"/>
                      </a:lnTo>
                      <a:lnTo>
                        <a:pt x="41227" y="105996"/>
                      </a:lnTo>
                      <a:lnTo>
                        <a:pt x="41227" y="0"/>
                      </a:lnTo>
                      <a:lnTo>
                        <a:pt x="29923" y="0"/>
                      </a:lnTo>
                      <a:cubicBezTo>
                        <a:pt x="26688" y="1869"/>
                        <a:pt x="23093" y="3469"/>
                        <a:pt x="19122" y="4834"/>
                      </a:cubicBezTo>
                      <a:cubicBezTo>
                        <a:pt x="15150" y="6200"/>
                        <a:pt x="10549" y="7440"/>
                        <a:pt x="5337" y="8429"/>
                      </a:cubicBezTo>
                      <a:lnTo>
                        <a:pt x="5337" y="17738"/>
                      </a:lnTo>
                      <a:lnTo>
                        <a:pt x="26310" y="17738"/>
                      </a:lnTo>
                      <a:lnTo>
                        <a:pt x="26310" y="105996"/>
                      </a:lnTo>
                      <a:lnTo>
                        <a:pt x="0" y="105996"/>
                      </a:lnTo>
                      <a:lnTo>
                        <a:pt x="0" y="118289"/>
                      </a:ln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29CA6F38-2E68-8F40-EE35-E5EE46CB7707}"/>
                  </a:ext>
                </a:extLst>
              </p:cNvPr>
              <p:cNvGrpSpPr/>
              <p:nvPr userDrawn="1"/>
            </p:nvGrpSpPr>
            <p:grpSpPr>
              <a:xfrm>
                <a:off x="2698897" y="3829531"/>
                <a:ext cx="804243" cy="165482"/>
                <a:chOff x="9323023" y="923380"/>
                <a:chExt cx="804243" cy="165482"/>
              </a:xfrm>
            </p:grpSpPr>
            <p:sp>
              <p:nvSpPr>
                <p:cNvPr id="51" name="任意多边形: 形状 50">
                  <a:extLst>
                    <a:ext uri="{FF2B5EF4-FFF2-40B4-BE49-F238E27FC236}">
                      <a16:creationId xmlns:a16="http://schemas.microsoft.com/office/drawing/2014/main" id="{C8910E4C-545E-B2B4-8952-DE2A9E9F4B28}"/>
                    </a:ext>
                  </a:extLst>
                </p:cNvPr>
                <p:cNvSpPr/>
                <p:nvPr/>
              </p:nvSpPr>
              <p:spPr>
                <a:xfrm>
                  <a:off x="9323023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1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12" y="76631"/>
                        <a:pt x="43455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任意多边形: 形状 51">
                  <a:extLst>
                    <a:ext uri="{FF2B5EF4-FFF2-40B4-BE49-F238E27FC236}">
                      <a16:creationId xmlns:a16="http://schemas.microsoft.com/office/drawing/2014/main" id="{C6C4CFDB-CDEA-CE4C-17EA-0CC7AE0EE6E2}"/>
                    </a:ext>
                  </a:extLst>
                </p:cNvPr>
                <p:cNvSpPr/>
                <p:nvPr/>
              </p:nvSpPr>
              <p:spPr>
                <a:xfrm>
                  <a:off x="9429477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0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30" y="76631"/>
                        <a:pt x="43437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任意多边形: 形状 52">
                  <a:extLst>
                    <a:ext uri="{FF2B5EF4-FFF2-40B4-BE49-F238E27FC236}">
                      <a16:creationId xmlns:a16="http://schemas.microsoft.com/office/drawing/2014/main" id="{037E21AA-4DE2-74E8-2B9D-5DBC614DD1D1}"/>
                    </a:ext>
                  </a:extLst>
                </p:cNvPr>
                <p:cNvSpPr/>
                <p:nvPr/>
              </p:nvSpPr>
              <p:spPr>
                <a:xfrm>
                  <a:off x="9527744" y="939788"/>
                  <a:ext cx="54256" cy="114209"/>
                </a:xfrm>
                <a:custGeom>
                  <a:avLst/>
                  <a:gdLst>
                    <a:gd name="connsiteX0" fmla="*/ 38118 w 54256"/>
                    <a:gd name="connsiteY0" fmla="*/ 114209 h 114209"/>
                    <a:gd name="connsiteX1" fmla="*/ 46313 w 54256"/>
                    <a:gd name="connsiteY1" fmla="*/ 113221 h 114209"/>
                    <a:gd name="connsiteX2" fmla="*/ 54256 w 54256"/>
                    <a:gd name="connsiteY2" fmla="*/ 110992 h 114209"/>
                    <a:gd name="connsiteX3" fmla="*/ 51273 w 54256"/>
                    <a:gd name="connsiteY3" fmla="*/ 100066 h 114209"/>
                    <a:gd name="connsiteX4" fmla="*/ 46438 w 54256"/>
                    <a:gd name="connsiteY4" fmla="*/ 101557 h 114209"/>
                    <a:gd name="connsiteX5" fmla="*/ 41352 w 54256"/>
                    <a:gd name="connsiteY5" fmla="*/ 102294 h 114209"/>
                    <a:gd name="connsiteX6" fmla="*/ 30803 w 54256"/>
                    <a:gd name="connsiteY6" fmla="*/ 97819 h 114209"/>
                    <a:gd name="connsiteX7" fmla="*/ 27820 w 54256"/>
                    <a:gd name="connsiteY7" fmla="*/ 85275 h 114209"/>
                    <a:gd name="connsiteX8" fmla="*/ 27820 w 54256"/>
                    <a:gd name="connsiteY8" fmla="*/ 36374 h 114209"/>
                    <a:gd name="connsiteX9" fmla="*/ 51524 w 54256"/>
                    <a:gd name="connsiteY9" fmla="*/ 36374 h 114209"/>
                    <a:gd name="connsiteX10" fmla="*/ 51524 w 54256"/>
                    <a:gd name="connsiteY10" fmla="*/ 24459 h 114209"/>
                    <a:gd name="connsiteX11" fmla="*/ 27820 w 54256"/>
                    <a:gd name="connsiteY11" fmla="*/ 24459 h 114209"/>
                    <a:gd name="connsiteX12" fmla="*/ 27820 w 54256"/>
                    <a:gd name="connsiteY12" fmla="*/ 0 h 114209"/>
                    <a:gd name="connsiteX13" fmla="*/ 15527 w 54256"/>
                    <a:gd name="connsiteY13" fmla="*/ 0 h 114209"/>
                    <a:gd name="connsiteX14" fmla="*/ 13784 w 54256"/>
                    <a:gd name="connsiteY14" fmla="*/ 24459 h 114209"/>
                    <a:gd name="connsiteX15" fmla="*/ 0 w 54256"/>
                    <a:gd name="connsiteY15" fmla="*/ 25322 h 114209"/>
                    <a:gd name="connsiteX16" fmla="*/ 0 w 54256"/>
                    <a:gd name="connsiteY16" fmla="*/ 36374 h 114209"/>
                    <a:gd name="connsiteX17" fmla="*/ 13029 w 54256"/>
                    <a:gd name="connsiteY17" fmla="*/ 36374 h 114209"/>
                    <a:gd name="connsiteX18" fmla="*/ 13029 w 54256"/>
                    <a:gd name="connsiteY18" fmla="*/ 85023 h 114209"/>
                    <a:gd name="connsiteX19" fmla="*/ 18618 w 54256"/>
                    <a:gd name="connsiteY19" fmla="*/ 106122 h 114209"/>
                    <a:gd name="connsiteX20" fmla="*/ 38118 w 54256"/>
                    <a:gd name="connsiteY20" fmla="*/ 114209 h 114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256" h="114209">
                      <a:moveTo>
                        <a:pt x="38118" y="114209"/>
                      </a:moveTo>
                      <a:cubicBezTo>
                        <a:pt x="40723" y="114209"/>
                        <a:pt x="43455" y="113832"/>
                        <a:pt x="46313" y="113221"/>
                      </a:cubicBezTo>
                      <a:cubicBezTo>
                        <a:pt x="49044" y="112592"/>
                        <a:pt x="51650" y="111855"/>
                        <a:pt x="54256" y="110992"/>
                      </a:cubicBezTo>
                      <a:lnTo>
                        <a:pt x="51273" y="100066"/>
                      </a:lnTo>
                      <a:cubicBezTo>
                        <a:pt x="49781" y="100569"/>
                        <a:pt x="48164" y="101054"/>
                        <a:pt x="46438" y="101557"/>
                      </a:cubicBezTo>
                      <a:cubicBezTo>
                        <a:pt x="44569" y="102060"/>
                        <a:pt x="42970" y="102294"/>
                        <a:pt x="41352" y="102294"/>
                      </a:cubicBezTo>
                      <a:cubicBezTo>
                        <a:pt x="36267" y="102294"/>
                        <a:pt x="32780" y="100802"/>
                        <a:pt x="30803" y="97819"/>
                      </a:cubicBezTo>
                      <a:cubicBezTo>
                        <a:pt x="28700" y="94962"/>
                        <a:pt x="27694" y="90738"/>
                        <a:pt x="27820" y="85275"/>
                      </a:cubicBezTo>
                      <a:lnTo>
                        <a:pt x="27820" y="36374"/>
                      </a:lnTo>
                      <a:lnTo>
                        <a:pt x="51524" y="36374"/>
                      </a:lnTo>
                      <a:lnTo>
                        <a:pt x="51524" y="24459"/>
                      </a:lnTo>
                      <a:lnTo>
                        <a:pt x="27820" y="24459"/>
                      </a:lnTo>
                      <a:lnTo>
                        <a:pt x="27820" y="0"/>
                      </a:lnTo>
                      <a:lnTo>
                        <a:pt x="15527" y="0"/>
                      </a:lnTo>
                      <a:lnTo>
                        <a:pt x="13784" y="24459"/>
                      </a:lnTo>
                      <a:lnTo>
                        <a:pt x="0" y="25322"/>
                      </a:lnTo>
                      <a:lnTo>
                        <a:pt x="0" y="36374"/>
                      </a:lnTo>
                      <a:lnTo>
                        <a:pt x="13029" y="36374"/>
                      </a:lnTo>
                      <a:lnTo>
                        <a:pt x="13029" y="85023"/>
                      </a:lnTo>
                      <a:cubicBezTo>
                        <a:pt x="12904" y="93829"/>
                        <a:pt x="14773" y="100910"/>
                        <a:pt x="18618" y="106122"/>
                      </a:cubicBezTo>
                      <a:cubicBezTo>
                        <a:pt x="22339" y="111352"/>
                        <a:pt x="28808" y="114083"/>
                        <a:pt x="38118" y="114209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任意多边形: 形状 53">
                  <a:extLst>
                    <a:ext uri="{FF2B5EF4-FFF2-40B4-BE49-F238E27FC236}">
                      <a16:creationId xmlns:a16="http://schemas.microsoft.com/office/drawing/2014/main" id="{CB991AAA-E751-57B5-EF10-7DA2B8D67B73}"/>
                    </a:ext>
                  </a:extLst>
                </p:cNvPr>
                <p:cNvSpPr/>
                <p:nvPr/>
              </p:nvSpPr>
              <p:spPr>
                <a:xfrm>
                  <a:off x="9607474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9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9" y="4727"/>
                      </a:cubicBezTo>
                      <a:cubicBezTo>
                        <a:pt x="74384" y="7710"/>
                        <a:pt x="69784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任意多边形: 形状 54">
                  <a:extLst>
                    <a:ext uri="{FF2B5EF4-FFF2-40B4-BE49-F238E27FC236}">
                      <a16:creationId xmlns:a16="http://schemas.microsoft.com/office/drawing/2014/main" id="{70F2B64C-7F8A-DFBC-4BAB-AFFB9B313D04}"/>
                    </a:ext>
                  </a:extLst>
                </p:cNvPr>
                <p:cNvSpPr/>
                <p:nvPr/>
              </p:nvSpPr>
              <p:spPr>
                <a:xfrm>
                  <a:off x="9755012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73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91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15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409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: 形状 55">
                  <a:extLst>
                    <a:ext uri="{FF2B5EF4-FFF2-40B4-BE49-F238E27FC236}">
                      <a16:creationId xmlns:a16="http://schemas.microsoft.com/office/drawing/2014/main" id="{658A6536-98F6-83EC-0AC7-A16909C846FF}"/>
                    </a:ext>
                  </a:extLst>
                </p:cNvPr>
                <p:cNvSpPr/>
                <p:nvPr/>
              </p:nvSpPr>
              <p:spPr>
                <a:xfrm>
                  <a:off x="9863443" y="923380"/>
                  <a:ext cx="76558" cy="130617"/>
                </a:xfrm>
                <a:custGeom>
                  <a:avLst/>
                  <a:gdLst>
                    <a:gd name="connsiteX0" fmla="*/ 36087 w 76558"/>
                    <a:gd name="connsiteY0" fmla="*/ 118325 h 130617"/>
                    <a:gd name="connsiteX1" fmla="*/ 26041 w 76558"/>
                    <a:gd name="connsiteY1" fmla="*/ 116330 h 130617"/>
                    <a:gd name="connsiteX2" fmla="*/ 14629 w 76558"/>
                    <a:gd name="connsiteY2" fmla="*/ 109123 h 130617"/>
                    <a:gd name="connsiteX3" fmla="*/ 14629 w 76558"/>
                    <a:gd name="connsiteY3" fmla="*/ 63080 h 130617"/>
                    <a:gd name="connsiteX4" fmla="*/ 26795 w 76558"/>
                    <a:gd name="connsiteY4" fmla="*/ 54148 h 130617"/>
                    <a:gd name="connsiteX5" fmla="*/ 38207 w 76558"/>
                    <a:gd name="connsiteY5" fmla="*/ 51039 h 130617"/>
                    <a:gd name="connsiteX6" fmla="*/ 55963 w 76558"/>
                    <a:gd name="connsiteY6" fmla="*/ 59971 h 130617"/>
                    <a:gd name="connsiteX7" fmla="*/ 61301 w 76558"/>
                    <a:gd name="connsiteY7" fmla="*/ 83424 h 130617"/>
                    <a:gd name="connsiteX8" fmla="*/ 54094 w 76558"/>
                    <a:gd name="connsiteY8" fmla="*/ 109123 h 130617"/>
                    <a:gd name="connsiteX9" fmla="*/ 36087 w 76558"/>
                    <a:gd name="connsiteY9" fmla="*/ 118325 h 130617"/>
                    <a:gd name="connsiteX10" fmla="*/ 38441 w 76558"/>
                    <a:gd name="connsiteY10" fmla="*/ 130617 h 130617"/>
                    <a:gd name="connsiteX11" fmla="*/ 57311 w 76558"/>
                    <a:gd name="connsiteY11" fmla="*/ 125028 h 130617"/>
                    <a:gd name="connsiteX12" fmla="*/ 71221 w 76558"/>
                    <a:gd name="connsiteY12" fmla="*/ 108890 h 130617"/>
                    <a:gd name="connsiteX13" fmla="*/ 76559 w 76558"/>
                    <a:gd name="connsiteY13" fmla="*/ 83190 h 130617"/>
                    <a:gd name="connsiteX14" fmla="*/ 67627 w 76558"/>
                    <a:gd name="connsiteY14" fmla="*/ 50788 h 130617"/>
                    <a:gd name="connsiteX15" fmla="*/ 41568 w 76558"/>
                    <a:gd name="connsiteY15" fmla="*/ 38621 h 130617"/>
                    <a:gd name="connsiteX16" fmla="*/ 27173 w 76558"/>
                    <a:gd name="connsiteY16" fmla="*/ 42215 h 130617"/>
                    <a:gd name="connsiteX17" fmla="*/ 14144 w 76558"/>
                    <a:gd name="connsiteY17" fmla="*/ 51021 h 130617"/>
                    <a:gd name="connsiteX18" fmla="*/ 14647 w 76558"/>
                    <a:gd name="connsiteY18" fmla="*/ 35260 h 130617"/>
                    <a:gd name="connsiteX19" fmla="*/ 14647 w 76558"/>
                    <a:gd name="connsiteY19" fmla="*/ 0 h 130617"/>
                    <a:gd name="connsiteX20" fmla="*/ 0 w 76558"/>
                    <a:gd name="connsiteY20" fmla="*/ 0 h 130617"/>
                    <a:gd name="connsiteX21" fmla="*/ 0 w 76558"/>
                    <a:gd name="connsiteY21" fmla="*/ 128479 h 130617"/>
                    <a:gd name="connsiteX22" fmla="*/ 11664 w 76558"/>
                    <a:gd name="connsiteY22" fmla="*/ 128479 h 130617"/>
                    <a:gd name="connsiteX23" fmla="*/ 13029 w 76558"/>
                    <a:gd name="connsiteY23" fmla="*/ 119421 h 130617"/>
                    <a:gd name="connsiteX24" fmla="*/ 13532 w 76558"/>
                    <a:gd name="connsiteY24" fmla="*/ 119421 h 130617"/>
                    <a:gd name="connsiteX25" fmla="*/ 25951 w 76558"/>
                    <a:gd name="connsiteY25" fmla="*/ 127616 h 130617"/>
                    <a:gd name="connsiteX26" fmla="*/ 38441 w 76558"/>
                    <a:gd name="connsiteY26" fmla="*/ 130617 h 130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58" h="130617">
                      <a:moveTo>
                        <a:pt x="36087" y="118325"/>
                      </a:moveTo>
                      <a:cubicBezTo>
                        <a:pt x="33103" y="118450"/>
                        <a:pt x="29761" y="117696"/>
                        <a:pt x="26041" y="116330"/>
                      </a:cubicBezTo>
                      <a:cubicBezTo>
                        <a:pt x="22321" y="114838"/>
                        <a:pt x="18475" y="112484"/>
                        <a:pt x="14629" y="109123"/>
                      </a:cubicBezTo>
                      <a:lnTo>
                        <a:pt x="14629" y="63080"/>
                      </a:lnTo>
                      <a:cubicBezTo>
                        <a:pt x="18852" y="59234"/>
                        <a:pt x="22824" y="56125"/>
                        <a:pt x="26795" y="54148"/>
                      </a:cubicBezTo>
                      <a:cubicBezTo>
                        <a:pt x="30641" y="52046"/>
                        <a:pt x="34487" y="51039"/>
                        <a:pt x="38207" y="51039"/>
                      </a:cubicBezTo>
                      <a:cubicBezTo>
                        <a:pt x="46402" y="51165"/>
                        <a:pt x="52351" y="54148"/>
                        <a:pt x="55963" y="59971"/>
                      </a:cubicBezTo>
                      <a:cubicBezTo>
                        <a:pt x="59557" y="65812"/>
                        <a:pt x="61301" y="73629"/>
                        <a:pt x="61301" y="83424"/>
                      </a:cubicBezTo>
                      <a:cubicBezTo>
                        <a:pt x="61175" y="94476"/>
                        <a:pt x="58695" y="103031"/>
                        <a:pt x="54094" y="109123"/>
                      </a:cubicBezTo>
                      <a:cubicBezTo>
                        <a:pt x="49493" y="115216"/>
                        <a:pt x="43401" y="118199"/>
                        <a:pt x="36087" y="118325"/>
                      </a:cubicBezTo>
                      <a:close/>
                      <a:moveTo>
                        <a:pt x="38441" y="130617"/>
                      </a:moveTo>
                      <a:cubicBezTo>
                        <a:pt x="45270" y="130617"/>
                        <a:pt x="51596" y="128748"/>
                        <a:pt x="57311" y="125028"/>
                      </a:cubicBezTo>
                      <a:cubicBezTo>
                        <a:pt x="63026" y="121308"/>
                        <a:pt x="67609" y="115970"/>
                        <a:pt x="71221" y="108890"/>
                      </a:cubicBezTo>
                      <a:cubicBezTo>
                        <a:pt x="74690" y="101809"/>
                        <a:pt x="76433" y="93254"/>
                        <a:pt x="76559" y="83190"/>
                      </a:cubicBezTo>
                      <a:cubicBezTo>
                        <a:pt x="76559" y="69532"/>
                        <a:pt x="73575" y="58857"/>
                        <a:pt x="67627" y="50788"/>
                      </a:cubicBezTo>
                      <a:cubicBezTo>
                        <a:pt x="61660" y="42844"/>
                        <a:pt x="52980" y="38747"/>
                        <a:pt x="41568" y="38621"/>
                      </a:cubicBezTo>
                      <a:cubicBezTo>
                        <a:pt x="36734" y="38747"/>
                        <a:pt x="31881" y="39861"/>
                        <a:pt x="27173" y="42215"/>
                      </a:cubicBezTo>
                      <a:cubicBezTo>
                        <a:pt x="22464" y="44569"/>
                        <a:pt x="18115" y="47427"/>
                        <a:pt x="14144" y="51021"/>
                      </a:cubicBezTo>
                      <a:lnTo>
                        <a:pt x="14647" y="35260"/>
                      </a:lnTo>
                      <a:lnTo>
                        <a:pt x="14647" y="0"/>
                      </a:lnTo>
                      <a:lnTo>
                        <a:pt x="0" y="0"/>
                      </a:lnTo>
                      <a:lnTo>
                        <a:pt x="0" y="128479"/>
                      </a:lnTo>
                      <a:lnTo>
                        <a:pt x="11664" y="128479"/>
                      </a:lnTo>
                      <a:lnTo>
                        <a:pt x="13029" y="119421"/>
                      </a:lnTo>
                      <a:lnTo>
                        <a:pt x="13532" y="119421"/>
                      </a:lnTo>
                      <a:cubicBezTo>
                        <a:pt x="17378" y="123015"/>
                        <a:pt x="21602" y="125747"/>
                        <a:pt x="25951" y="127616"/>
                      </a:cubicBezTo>
                      <a:cubicBezTo>
                        <a:pt x="30120" y="129611"/>
                        <a:pt x="34344" y="130617"/>
                        <a:pt x="38441" y="130617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: 形状 56">
                  <a:extLst>
                    <a:ext uri="{FF2B5EF4-FFF2-40B4-BE49-F238E27FC236}">
                      <a16:creationId xmlns:a16="http://schemas.microsoft.com/office/drawing/2014/main" id="{F107A0A8-E8CB-9036-2C29-A8C9EDAD51DF}"/>
                    </a:ext>
                  </a:extLst>
                </p:cNvPr>
                <p:cNvSpPr/>
                <p:nvPr/>
              </p:nvSpPr>
              <p:spPr>
                <a:xfrm>
                  <a:off x="9959492" y="962019"/>
                  <a:ext cx="68651" cy="91978"/>
                </a:xfrm>
                <a:custGeom>
                  <a:avLst/>
                  <a:gdLst>
                    <a:gd name="connsiteX0" fmla="*/ 29922 w 68651"/>
                    <a:gd name="connsiteY0" fmla="*/ 80171 h 91978"/>
                    <a:gd name="connsiteX1" fmla="*/ 18870 w 68651"/>
                    <a:gd name="connsiteY1" fmla="*/ 76936 h 91978"/>
                    <a:gd name="connsiteX2" fmla="*/ 14395 w 68651"/>
                    <a:gd name="connsiteY2" fmla="*/ 66135 h 91978"/>
                    <a:gd name="connsiteX3" fmla="*/ 23075 w 68651"/>
                    <a:gd name="connsiteY3" fmla="*/ 52117 h 91978"/>
                    <a:gd name="connsiteX4" fmla="*/ 53986 w 68651"/>
                    <a:gd name="connsiteY4" fmla="*/ 44048 h 91978"/>
                    <a:gd name="connsiteX5" fmla="*/ 53986 w 68651"/>
                    <a:gd name="connsiteY5" fmla="*/ 68508 h 91978"/>
                    <a:gd name="connsiteX6" fmla="*/ 41945 w 68651"/>
                    <a:gd name="connsiteY6" fmla="*/ 77188 h 91978"/>
                    <a:gd name="connsiteX7" fmla="*/ 29922 w 68651"/>
                    <a:gd name="connsiteY7" fmla="*/ 80171 h 91978"/>
                    <a:gd name="connsiteX8" fmla="*/ 25699 w 68651"/>
                    <a:gd name="connsiteY8" fmla="*/ 91978 h 91978"/>
                    <a:gd name="connsiteX9" fmla="*/ 41083 w 68651"/>
                    <a:gd name="connsiteY9" fmla="*/ 88258 h 91978"/>
                    <a:gd name="connsiteX10" fmla="*/ 54741 w 68651"/>
                    <a:gd name="connsiteY10" fmla="*/ 79452 h 91978"/>
                    <a:gd name="connsiteX11" fmla="*/ 55244 w 68651"/>
                    <a:gd name="connsiteY11" fmla="*/ 79452 h 91978"/>
                    <a:gd name="connsiteX12" fmla="*/ 56484 w 68651"/>
                    <a:gd name="connsiteY12" fmla="*/ 89876 h 91978"/>
                    <a:gd name="connsiteX13" fmla="*/ 68651 w 68651"/>
                    <a:gd name="connsiteY13" fmla="*/ 89876 h 91978"/>
                    <a:gd name="connsiteX14" fmla="*/ 68651 w 68651"/>
                    <a:gd name="connsiteY14" fmla="*/ 35997 h 91978"/>
                    <a:gd name="connsiteX15" fmla="*/ 61445 w 68651"/>
                    <a:gd name="connsiteY15" fmla="*/ 9938 h 91978"/>
                    <a:gd name="connsiteX16" fmla="*/ 38351 w 68651"/>
                    <a:gd name="connsiteY16" fmla="*/ 0 h 91978"/>
                    <a:gd name="connsiteX17" fmla="*/ 18744 w 68651"/>
                    <a:gd name="connsiteY17" fmla="*/ 3720 h 91978"/>
                    <a:gd name="connsiteX18" fmla="*/ 3720 w 68651"/>
                    <a:gd name="connsiteY18" fmla="*/ 11412 h 91978"/>
                    <a:gd name="connsiteX19" fmla="*/ 9561 w 68651"/>
                    <a:gd name="connsiteY19" fmla="*/ 21584 h 91978"/>
                    <a:gd name="connsiteX20" fmla="*/ 21476 w 68651"/>
                    <a:gd name="connsiteY20" fmla="*/ 15132 h 91978"/>
                    <a:gd name="connsiteX21" fmla="*/ 35871 w 68651"/>
                    <a:gd name="connsiteY21" fmla="*/ 12275 h 91978"/>
                    <a:gd name="connsiteX22" fmla="*/ 50266 w 68651"/>
                    <a:gd name="connsiteY22" fmla="*/ 19104 h 91978"/>
                    <a:gd name="connsiteX23" fmla="*/ 53986 w 68651"/>
                    <a:gd name="connsiteY23" fmla="*/ 34380 h 91978"/>
                    <a:gd name="connsiteX24" fmla="*/ 13029 w 68651"/>
                    <a:gd name="connsiteY24" fmla="*/ 45180 h 91978"/>
                    <a:gd name="connsiteX25" fmla="*/ 0 w 68651"/>
                    <a:gd name="connsiteY25" fmla="*/ 67160 h 91978"/>
                    <a:gd name="connsiteX26" fmla="*/ 7332 w 68651"/>
                    <a:gd name="connsiteY26" fmla="*/ 85527 h 91978"/>
                    <a:gd name="connsiteX27" fmla="*/ 25699 w 68651"/>
                    <a:gd name="connsiteY27" fmla="*/ 91978 h 9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68651" h="91978">
                      <a:moveTo>
                        <a:pt x="29922" y="80171"/>
                      </a:moveTo>
                      <a:cubicBezTo>
                        <a:pt x="25448" y="80171"/>
                        <a:pt x="21728" y="79183"/>
                        <a:pt x="18870" y="76936"/>
                      </a:cubicBezTo>
                      <a:cubicBezTo>
                        <a:pt x="16012" y="74708"/>
                        <a:pt x="14521" y="71095"/>
                        <a:pt x="14395" y="66135"/>
                      </a:cubicBezTo>
                      <a:cubicBezTo>
                        <a:pt x="14144" y="60420"/>
                        <a:pt x="17127" y="55838"/>
                        <a:pt x="23075" y="52117"/>
                      </a:cubicBezTo>
                      <a:cubicBezTo>
                        <a:pt x="29042" y="48523"/>
                        <a:pt x="39339" y="45792"/>
                        <a:pt x="53986" y="44048"/>
                      </a:cubicBezTo>
                      <a:lnTo>
                        <a:pt x="53986" y="68508"/>
                      </a:lnTo>
                      <a:cubicBezTo>
                        <a:pt x="49763" y="72353"/>
                        <a:pt x="45666" y="75211"/>
                        <a:pt x="41945" y="77188"/>
                      </a:cubicBezTo>
                      <a:cubicBezTo>
                        <a:pt x="38118" y="79183"/>
                        <a:pt x="34146" y="80171"/>
                        <a:pt x="29922" y="80171"/>
                      </a:cubicBezTo>
                      <a:close/>
                      <a:moveTo>
                        <a:pt x="25699" y="91978"/>
                      </a:moveTo>
                      <a:cubicBezTo>
                        <a:pt x="31163" y="91853"/>
                        <a:pt x="36248" y="90613"/>
                        <a:pt x="41083" y="88258"/>
                      </a:cubicBezTo>
                      <a:cubicBezTo>
                        <a:pt x="46043" y="85904"/>
                        <a:pt x="50518" y="82921"/>
                        <a:pt x="54741" y="79452"/>
                      </a:cubicBezTo>
                      <a:lnTo>
                        <a:pt x="55244" y="79452"/>
                      </a:lnTo>
                      <a:lnTo>
                        <a:pt x="56484" y="89876"/>
                      </a:lnTo>
                      <a:lnTo>
                        <a:pt x="68651" y="89876"/>
                      </a:lnTo>
                      <a:lnTo>
                        <a:pt x="68651" y="35997"/>
                      </a:lnTo>
                      <a:cubicBezTo>
                        <a:pt x="68651" y="24945"/>
                        <a:pt x="66297" y="16264"/>
                        <a:pt x="61445" y="9938"/>
                      </a:cubicBezTo>
                      <a:cubicBezTo>
                        <a:pt x="56610" y="3486"/>
                        <a:pt x="48900" y="126"/>
                        <a:pt x="38351" y="0"/>
                      </a:cubicBezTo>
                      <a:cubicBezTo>
                        <a:pt x="31145" y="126"/>
                        <a:pt x="24693" y="1366"/>
                        <a:pt x="18744" y="3720"/>
                      </a:cubicBezTo>
                      <a:cubicBezTo>
                        <a:pt x="12903" y="6200"/>
                        <a:pt x="7818" y="8680"/>
                        <a:pt x="3720" y="11412"/>
                      </a:cubicBezTo>
                      <a:lnTo>
                        <a:pt x="9561" y="21584"/>
                      </a:lnTo>
                      <a:cubicBezTo>
                        <a:pt x="13029" y="19104"/>
                        <a:pt x="17001" y="16983"/>
                        <a:pt x="21476" y="15132"/>
                      </a:cubicBezTo>
                      <a:cubicBezTo>
                        <a:pt x="25951" y="13263"/>
                        <a:pt x="30785" y="12275"/>
                        <a:pt x="35871" y="12275"/>
                      </a:cubicBezTo>
                      <a:cubicBezTo>
                        <a:pt x="42952" y="12400"/>
                        <a:pt x="47660" y="14755"/>
                        <a:pt x="50266" y="19104"/>
                      </a:cubicBezTo>
                      <a:cubicBezTo>
                        <a:pt x="52872" y="23327"/>
                        <a:pt x="54112" y="28413"/>
                        <a:pt x="53986" y="34380"/>
                      </a:cubicBezTo>
                      <a:cubicBezTo>
                        <a:pt x="35368" y="36374"/>
                        <a:pt x="21710" y="39969"/>
                        <a:pt x="13029" y="45180"/>
                      </a:cubicBezTo>
                      <a:cubicBezTo>
                        <a:pt x="4349" y="50392"/>
                        <a:pt x="0" y="57725"/>
                        <a:pt x="0" y="67160"/>
                      </a:cubicBezTo>
                      <a:cubicBezTo>
                        <a:pt x="251" y="75103"/>
                        <a:pt x="2606" y="81177"/>
                        <a:pt x="7332" y="85527"/>
                      </a:cubicBezTo>
                      <a:cubicBezTo>
                        <a:pt x="12059" y="89732"/>
                        <a:pt x="18259" y="91853"/>
                        <a:pt x="25699" y="91978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: 形状 57">
                  <a:extLst>
                    <a:ext uri="{FF2B5EF4-FFF2-40B4-BE49-F238E27FC236}">
                      <a16:creationId xmlns:a16="http://schemas.microsoft.com/office/drawing/2014/main" id="{7D974A47-522C-A6D9-BAFC-5EF1625E71FD}"/>
                    </a:ext>
                  </a:extLst>
                </p:cNvPr>
                <p:cNvSpPr/>
                <p:nvPr/>
              </p:nvSpPr>
              <p:spPr>
                <a:xfrm>
                  <a:off x="10057249" y="962055"/>
                  <a:ext cx="70017" cy="89857"/>
                </a:xfrm>
                <a:custGeom>
                  <a:avLst/>
                  <a:gdLst>
                    <a:gd name="connsiteX0" fmla="*/ 0 w 70017"/>
                    <a:gd name="connsiteY0" fmla="*/ 89822 h 89857"/>
                    <a:gd name="connsiteX1" fmla="*/ 14647 w 70017"/>
                    <a:gd name="connsiteY1" fmla="*/ 89822 h 89857"/>
                    <a:gd name="connsiteX2" fmla="*/ 14647 w 70017"/>
                    <a:gd name="connsiteY2" fmla="*/ 26274 h 89857"/>
                    <a:gd name="connsiteX3" fmla="*/ 26562 w 70017"/>
                    <a:gd name="connsiteY3" fmla="*/ 16228 h 89857"/>
                    <a:gd name="connsiteX4" fmla="*/ 38729 w 70017"/>
                    <a:gd name="connsiteY4" fmla="*/ 12886 h 89857"/>
                    <a:gd name="connsiteX5" fmla="*/ 51399 w 70017"/>
                    <a:gd name="connsiteY5" fmla="*/ 18349 h 89857"/>
                    <a:gd name="connsiteX6" fmla="*/ 55370 w 70017"/>
                    <a:gd name="connsiteY6" fmla="*/ 36231 h 89857"/>
                    <a:gd name="connsiteX7" fmla="*/ 55370 w 70017"/>
                    <a:gd name="connsiteY7" fmla="*/ 89858 h 89857"/>
                    <a:gd name="connsiteX8" fmla="*/ 70017 w 70017"/>
                    <a:gd name="connsiteY8" fmla="*/ 89858 h 89857"/>
                    <a:gd name="connsiteX9" fmla="*/ 70017 w 70017"/>
                    <a:gd name="connsiteY9" fmla="*/ 34380 h 89857"/>
                    <a:gd name="connsiteX10" fmla="*/ 63439 w 70017"/>
                    <a:gd name="connsiteY10" fmla="*/ 8806 h 89857"/>
                    <a:gd name="connsiteX11" fmla="*/ 43203 w 70017"/>
                    <a:gd name="connsiteY11" fmla="*/ 0 h 89857"/>
                    <a:gd name="connsiteX12" fmla="*/ 27191 w 70017"/>
                    <a:gd name="connsiteY12" fmla="*/ 4349 h 89857"/>
                    <a:gd name="connsiteX13" fmla="*/ 13784 w 70017"/>
                    <a:gd name="connsiteY13" fmla="*/ 14773 h 89857"/>
                    <a:gd name="connsiteX14" fmla="*/ 13281 w 70017"/>
                    <a:gd name="connsiteY14" fmla="*/ 14773 h 89857"/>
                    <a:gd name="connsiteX15" fmla="*/ 12041 w 70017"/>
                    <a:gd name="connsiteY15" fmla="*/ 2229 h 89857"/>
                    <a:gd name="connsiteX16" fmla="*/ 0 w 70017"/>
                    <a:gd name="connsiteY16" fmla="*/ 2229 h 89857"/>
                    <a:gd name="connsiteX17" fmla="*/ 0 w 70017"/>
                    <a:gd name="connsiteY17" fmla="*/ 89822 h 89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017" h="89857">
                      <a:moveTo>
                        <a:pt x="0" y="89822"/>
                      </a:moveTo>
                      <a:lnTo>
                        <a:pt x="14647" y="89822"/>
                      </a:lnTo>
                      <a:lnTo>
                        <a:pt x="14647" y="26274"/>
                      </a:lnTo>
                      <a:cubicBezTo>
                        <a:pt x="18996" y="21799"/>
                        <a:pt x="22967" y="18457"/>
                        <a:pt x="26562" y="16228"/>
                      </a:cubicBezTo>
                      <a:cubicBezTo>
                        <a:pt x="30282" y="14000"/>
                        <a:pt x="34254" y="12886"/>
                        <a:pt x="38729" y="12886"/>
                      </a:cubicBezTo>
                      <a:cubicBezTo>
                        <a:pt x="44444" y="12760"/>
                        <a:pt x="48667" y="14629"/>
                        <a:pt x="51399" y="18349"/>
                      </a:cubicBezTo>
                      <a:cubicBezTo>
                        <a:pt x="54004" y="22069"/>
                        <a:pt x="55370" y="28036"/>
                        <a:pt x="55370" y="36231"/>
                      </a:cubicBezTo>
                      <a:lnTo>
                        <a:pt x="55370" y="89858"/>
                      </a:lnTo>
                      <a:lnTo>
                        <a:pt x="70017" y="89858"/>
                      </a:lnTo>
                      <a:lnTo>
                        <a:pt x="70017" y="34380"/>
                      </a:lnTo>
                      <a:cubicBezTo>
                        <a:pt x="70017" y="23076"/>
                        <a:pt x="67914" y="14521"/>
                        <a:pt x="63439" y="8806"/>
                      </a:cubicBezTo>
                      <a:cubicBezTo>
                        <a:pt x="59090" y="2965"/>
                        <a:pt x="52387" y="0"/>
                        <a:pt x="43203" y="0"/>
                      </a:cubicBezTo>
                      <a:cubicBezTo>
                        <a:pt x="37237" y="126"/>
                        <a:pt x="31899" y="1492"/>
                        <a:pt x="27191" y="4349"/>
                      </a:cubicBezTo>
                      <a:cubicBezTo>
                        <a:pt x="22482" y="7081"/>
                        <a:pt x="18007" y="10549"/>
                        <a:pt x="13784" y="14773"/>
                      </a:cubicBezTo>
                      <a:lnTo>
                        <a:pt x="13281" y="14773"/>
                      </a:lnTo>
                      <a:lnTo>
                        <a:pt x="12041" y="2229"/>
                      </a:lnTo>
                      <a:lnTo>
                        <a:pt x="0" y="2229"/>
                      </a:lnTo>
                      <a:lnTo>
                        <a:pt x="0" y="89822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7B13995B-738E-ACBD-B6BE-0426C80CF74F}"/>
                  </a:ext>
                </a:extLst>
              </p:cNvPr>
              <p:cNvGrpSpPr/>
              <p:nvPr userDrawn="1"/>
            </p:nvGrpSpPr>
            <p:grpSpPr>
              <a:xfrm>
                <a:off x="3550756" y="3868116"/>
                <a:ext cx="359700" cy="92032"/>
                <a:chOff x="10146307" y="961965"/>
                <a:chExt cx="359700" cy="92032"/>
              </a:xfrm>
            </p:grpSpPr>
            <p:sp>
              <p:nvSpPr>
                <p:cNvPr id="47" name="任意多边形: 形状 46">
                  <a:extLst>
                    <a:ext uri="{FF2B5EF4-FFF2-40B4-BE49-F238E27FC236}">
                      <a16:creationId xmlns:a16="http://schemas.microsoft.com/office/drawing/2014/main" id="{7A556163-D721-AE68-9072-3045DC967237}"/>
                    </a:ext>
                  </a:extLst>
                </p:cNvPr>
                <p:cNvSpPr/>
                <p:nvPr/>
              </p:nvSpPr>
              <p:spPr>
                <a:xfrm>
                  <a:off x="10146307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9" y="22482"/>
                        <a:pt x="16139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39" y="1132"/>
                        <a:pt x="13641" y="0"/>
                        <a:pt x="10675" y="0"/>
                      </a:cubicBezTo>
                      <a:cubicBezTo>
                        <a:pt x="7710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8" name="任意多边形: 形状 47">
                  <a:extLst>
                    <a:ext uri="{FF2B5EF4-FFF2-40B4-BE49-F238E27FC236}">
                      <a16:creationId xmlns:a16="http://schemas.microsoft.com/office/drawing/2014/main" id="{B5F5FDC2-9A70-F050-F49A-B60AFBAC9CD1}"/>
                    </a:ext>
                  </a:extLst>
                </p:cNvPr>
                <p:cNvSpPr/>
                <p:nvPr/>
              </p:nvSpPr>
              <p:spPr>
                <a:xfrm>
                  <a:off x="10192350" y="961965"/>
                  <a:ext cx="69388" cy="92032"/>
                </a:xfrm>
                <a:custGeom>
                  <a:avLst/>
                  <a:gdLst>
                    <a:gd name="connsiteX0" fmla="*/ 41209 w 69388"/>
                    <a:gd name="connsiteY0" fmla="*/ 92032 h 92032"/>
                    <a:gd name="connsiteX1" fmla="*/ 56359 w 69388"/>
                    <a:gd name="connsiteY1" fmla="*/ 89049 h 92032"/>
                    <a:gd name="connsiteX2" fmla="*/ 69388 w 69388"/>
                    <a:gd name="connsiteY2" fmla="*/ 80854 h 92032"/>
                    <a:gd name="connsiteX3" fmla="*/ 63188 w 69388"/>
                    <a:gd name="connsiteY3" fmla="*/ 71042 h 92032"/>
                    <a:gd name="connsiteX4" fmla="*/ 53753 w 69388"/>
                    <a:gd name="connsiteY4" fmla="*/ 77242 h 92032"/>
                    <a:gd name="connsiteX5" fmla="*/ 42449 w 69388"/>
                    <a:gd name="connsiteY5" fmla="*/ 79722 h 92032"/>
                    <a:gd name="connsiteX6" fmla="*/ 22842 w 69388"/>
                    <a:gd name="connsiteY6" fmla="*/ 70538 h 92032"/>
                    <a:gd name="connsiteX7" fmla="*/ 15402 w 69388"/>
                    <a:gd name="connsiteY7" fmla="*/ 46205 h 92032"/>
                    <a:gd name="connsiteX8" fmla="*/ 23094 w 69388"/>
                    <a:gd name="connsiteY8" fmla="*/ 21620 h 92032"/>
                    <a:gd name="connsiteX9" fmla="*/ 42826 w 69388"/>
                    <a:gd name="connsiteY9" fmla="*/ 12311 h 92032"/>
                    <a:gd name="connsiteX10" fmla="*/ 52261 w 69388"/>
                    <a:gd name="connsiteY10" fmla="*/ 14413 h 92032"/>
                    <a:gd name="connsiteX11" fmla="*/ 60331 w 69388"/>
                    <a:gd name="connsiteY11" fmla="*/ 20128 h 92032"/>
                    <a:gd name="connsiteX12" fmla="*/ 68022 w 69388"/>
                    <a:gd name="connsiteY12" fmla="*/ 10316 h 92032"/>
                    <a:gd name="connsiteX13" fmla="*/ 57096 w 69388"/>
                    <a:gd name="connsiteY13" fmla="*/ 3109 h 92032"/>
                    <a:gd name="connsiteX14" fmla="*/ 42323 w 69388"/>
                    <a:gd name="connsiteY14" fmla="*/ 0 h 92032"/>
                    <a:gd name="connsiteX15" fmla="*/ 21350 w 69388"/>
                    <a:gd name="connsiteY15" fmla="*/ 5463 h 92032"/>
                    <a:gd name="connsiteX16" fmla="*/ 5967 w 69388"/>
                    <a:gd name="connsiteY16" fmla="*/ 21224 h 92032"/>
                    <a:gd name="connsiteX17" fmla="*/ 0 w 69388"/>
                    <a:gd name="connsiteY17" fmla="*/ 46169 h 92032"/>
                    <a:gd name="connsiteX18" fmla="*/ 11915 w 69388"/>
                    <a:gd name="connsiteY18" fmla="*/ 79937 h 92032"/>
                    <a:gd name="connsiteX19" fmla="*/ 41209 w 69388"/>
                    <a:gd name="connsiteY19" fmla="*/ 92032 h 92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9388" h="92032">
                      <a:moveTo>
                        <a:pt x="41209" y="92032"/>
                      </a:moveTo>
                      <a:cubicBezTo>
                        <a:pt x="46421" y="92032"/>
                        <a:pt x="51506" y="91044"/>
                        <a:pt x="56359" y="89049"/>
                      </a:cubicBezTo>
                      <a:cubicBezTo>
                        <a:pt x="61193" y="87180"/>
                        <a:pt x="65542" y="84448"/>
                        <a:pt x="69388" y="80854"/>
                      </a:cubicBezTo>
                      <a:lnTo>
                        <a:pt x="63188" y="71042"/>
                      </a:lnTo>
                      <a:cubicBezTo>
                        <a:pt x="60331" y="73647"/>
                        <a:pt x="57222" y="75642"/>
                        <a:pt x="53753" y="77242"/>
                      </a:cubicBezTo>
                      <a:cubicBezTo>
                        <a:pt x="50285" y="78859"/>
                        <a:pt x="46546" y="79722"/>
                        <a:pt x="42449" y="79722"/>
                      </a:cubicBezTo>
                      <a:cubicBezTo>
                        <a:pt x="34254" y="79596"/>
                        <a:pt x="27676" y="76487"/>
                        <a:pt x="22842" y="70538"/>
                      </a:cubicBezTo>
                      <a:cubicBezTo>
                        <a:pt x="18008" y="64464"/>
                        <a:pt x="15527" y="56395"/>
                        <a:pt x="15402" y="46205"/>
                      </a:cubicBezTo>
                      <a:cubicBezTo>
                        <a:pt x="15527" y="35907"/>
                        <a:pt x="18133" y="27712"/>
                        <a:pt x="23094" y="21620"/>
                      </a:cubicBezTo>
                      <a:cubicBezTo>
                        <a:pt x="28179" y="15545"/>
                        <a:pt x="34757" y="12436"/>
                        <a:pt x="42826" y="12311"/>
                      </a:cubicBezTo>
                      <a:cubicBezTo>
                        <a:pt x="46295" y="12311"/>
                        <a:pt x="49530" y="13047"/>
                        <a:pt x="52261" y="14413"/>
                      </a:cubicBezTo>
                      <a:cubicBezTo>
                        <a:pt x="55119" y="15905"/>
                        <a:pt x="57850" y="17756"/>
                        <a:pt x="60331" y="20128"/>
                      </a:cubicBezTo>
                      <a:lnTo>
                        <a:pt x="68022" y="10316"/>
                      </a:lnTo>
                      <a:cubicBezTo>
                        <a:pt x="64787" y="7458"/>
                        <a:pt x="61193" y="5104"/>
                        <a:pt x="57096" y="3109"/>
                      </a:cubicBezTo>
                      <a:cubicBezTo>
                        <a:pt x="52872" y="1114"/>
                        <a:pt x="48038" y="126"/>
                        <a:pt x="42323" y="0"/>
                      </a:cubicBezTo>
                      <a:cubicBezTo>
                        <a:pt x="34757" y="0"/>
                        <a:pt x="27802" y="1869"/>
                        <a:pt x="21350" y="5463"/>
                      </a:cubicBezTo>
                      <a:cubicBezTo>
                        <a:pt x="15024" y="9058"/>
                        <a:pt x="9938" y="14269"/>
                        <a:pt x="5967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252" y="60690"/>
                        <a:pt x="4223" y="71994"/>
                        <a:pt x="11915" y="79937"/>
                      </a:cubicBezTo>
                      <a:cubicBezTo>
                        <a:pt x="19499" y="87935"/>
                        <a:pt x="29294" y="91906"/>
                        <a:pt x="41209" y="92032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9" name="任意多边形: 形状 48">
                  <a:extLst>
                    <a:ext uri="{FF2B5EF4-FFF2-40B4-BE49-F238E27FC236}">
                      <a16:creationId xmlns:a16="http://schemas.microsoft.com/office/drawing/2014/main" id="{AA099248-1CF1-EB60-4EDC-F13AF85B4E29}"/>
                    </a:ext>
                  </a:extLst>
                </p:cNvPr>
                <p:cNvSpPr/>
                <p:nvPr/>
              </p:nvSpPr>
              <p:spPr>
                <a:xfrm>
                  <a:off x="10279225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91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73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33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391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0" name="任意多边形: 形状 49">
                  <a:extLst>
                    <a:ext uri="{FF2B5EF4-FFF2-40B4-BE49-F238E27FC236}">
                      <a16:creationId xmlns:a16="http://schemas.microsoft.com/office/drawing/2014/main" id="{59050F47-0621-336E-4DD3-B8DC1273BC6F}"/>
                    </a:ext>
                  </a:extLst>
                </p:cNvPr>
                <p:cNvSpPr/>
                <p:nvPr/>
              </p:nvSpPr>
              <p:spPr>
                <a:xfrm>
                  <a:off x="10385203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8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8" y="4727"/>
                      </a:cubicBezTo>
                      <a:cubicBezTo>
                        <a:pt x="74384" y="7710"/>
                        <a:pt x="69783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C87770F5-089B-B30F-292E-607E8D099FEB}"/>
                  </a:ext>
                </a:extLst>
              </p:cNvPr>
              <p:cNvSpPr/>
              <p:nvPr userDrawn="1"/>
            </p:nvSpPr>
            <p:spPr>
              <a:xfrm>
                <a:off x="1086173" y="3300162"/>
                <a:ext cx="781977" cy="781959"/>
              </a:xfrm>
              <a:custGeom>
                <a:avLst/>
                <a:gdLst>
                  <a:gd name="connsiteX0" fmla="*/ 0 w 781977"/>
                  <a:gd name="connsiteY0" fmla="*/ 390989 h 781959"/>
                  <a:gd name="connsiteX1" fmla="*/ 34757 w 781977"/>
                  <a:gd name="connsiteY1" fmla="*/ 552355 h 781959"/>
                  <a:gd name="connsiteX2" fmla="*/ 114820 w 781977"/>
                  <a:gd name="connsiteY2" fmla="*/ 552355 h 781959"/>
                  <a:gd name="connsiteX3" fmla="*/ 266877 w 781977"/>
                  <a:gd name="connsiteY3" fmla="*/ 552355 h 781959"/>
                  <a:gd name="connsiteX4" fmla="*/ 341351 w 781977"/>
                  <a:gd name="connsiteY4" fmla="*/ 465463 h 781959"/>
                  <a:gd name="connsiteX5" fmla="*/ 179985 w 781977"/>
                  <a:gd name="connsiteY5" fmla="*/ 378570 h 781959"/>
                  <a:gd name="connsiteX6" fmla="*/ 179985 w 781977"/>
                  <a:gd name="connsiteY6" fmla="*/ 204786 h 781959"/>
                  <a:gd name="connsiteX7" fmla="*/ 440644 w 781977"/>
                  <a:gd name="connsiteY7" fmla="*/ 204786 h 781959"/>
                  <a:gd name="connsiteX8" fmla="*/ 440644 w 781977"/>
                  <a:gd name="connsiteY8" fmla="*/ 242023 h 781959"/>
                  <a:gd name="connsiteX9" fmla="*/ 217222 w 781977"/>
                  <a:gd name="connsiteY9" fmla="*/ 242023 h 781959"/>
                  <a:gd name="connsiteX10" fmla="*/ 217222 w 781977"/>
                  <a:gd name="connsiteY10" fmla="*/ 341316 h 781959"/>
                  <a:gd name="connsiteX11" fmla="*/ 378588 w 781977"/>
                  <a:gd name="connsiteY11" fmla="*/ 465445 h 781959"/>
                  <a:gd name="connsiteX12" fmla="*/ 126484 w 781977"/>
                  <a:gd name="connsiteY12" fmla="*/ 597140 h 781959"/>
                  <a:gd name="connsiteX13" fmla="*/ 58461 w 781977"/>
                  <a:gd name="connsiteY13" fmla="*/ 596763 h 781959"/>
                  <a:gd name="connsiteX14" fmla="*/ 390989 w 781977"/>
                  <a:gd name="connsiteY14" fmla="*/ 781960 h 781959"/>
                  <a:gd name="connsiteX15" fmla="*/ 722150 w 781977"/>
                  <a:gd name="connsiteY15" fmla="*/ 598758 h 781959"/>
                  <a:gd name="connsiteX16" fmla="*/ 692731 w 781977"/>
                  <a:gd name="connsiteY16" fmla="*/ 599387 h 781959"/>
                  <a:gd name="connsiteX17" fmla="*/ 539937 w 781977"/>
                  <a:gd name="connsiteY17" fmla="*/ 539937 h 781959"/>
                  <a:gd name="connsiteX18" fmla="*/ 539937 w 781977"/>
                  <a:gd name="connsiteY18" fmla="*/ 229640 h 781959"/>
                  <a:gd name="connsiteX19" fmla="*/ 465463 w 781977"/>
                  <a:gd name="connsiteY19" fmla="*/ 242059 h 781959"/>
                  <a:gd name="connsiteX20" fmla="*/ 465463 w 781977"/>
                  <a:gd name="connsiteY20" fmla="*/ 204822 h 781959"/>
                  <a:gd name="connsiteX21" fmla="*/ 589592 w 781977"/>
                  <a:gd name="connsiteY21" fmla="*/ 167585 h 781959"/>
                  <a:gd name="connsiteX22" fmla="*/ 589592 w 781977"/>
                  <a:gd name="connsiteY22" fmla="*/ 530771 h 781959"/>
                  <a:gd name="connsiteX23" fmla="*/ 618634 w 781977"/>
                  <a:gd name="connsiteY23" fmla="*/ 552373 h 781959"/>
                  <a:gd name="connsiteX24" fmla="*/ 705149 w 781977"/>
                  <a:gd name="connsiteY24" fmla="*/ 552373 h 781959"/>
                  <a:gd name="connsiteX25" fmla="*/ 747220 w 781977"/>
                  <a:gd name="connsiteY25" fmla="*/ 552373 h 781959"/>
                  <a:gd name="connsiteX26" fmla="*/ 781977 w 781977"/>
                  <a:gd name="connsiteY26" fmla="*/ 391007 h 781959"/>
                  <a:gd name="connsiteX27" fmla="*/ 390989 w 781977"/>
                  <a:gd name="connsiteY27" fmla="*/ 0 h 781959"/>
                  <a:gd name="connsiteX28" fmla="*/ 0 w 781977"/>
                  <a:gd name="connsiteY28" fmla="*/ 390989 h 78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1977" h="781959">
                    <a:moveTo>
                      <a:pt x="0" y="390989"/>
                    </a:moveTo>
                    <a:cubicBezTo>
                      <a:pt x="0" y="448588"/>
                      <a:pt x="12418" y="503203"/>
                      <a:pt x="34757" y="552355"/>
                    </a:cubicBezTo>
                    <a:lnTo>
                      <a:pt x="114820" y="552355"/>
                    </a:lnTo>
                    <a:lnTo>
                      <a:pt x="266877" y="552355"/>
                    </a:lnTo>
                    <a:cubicBezTo>
                      <a:pt x="336769" y="530628"/>
                      <a:pt x="341351" y="490300"/>
                      <a:pt x="341351" y="465463"/>
                    </a:cubicBezTo>
                    <a:cubicBezTo>
                      <a:pt x="341351" y="378570"/>
                      <a:pt x="254459" y="366170"/>
                      <a:pt x="179985" y="378570"/>
                    </a:cubicBezTo>
                    <a:lnTo>
                      <a:pt x="179985" y="204786"/>
                    </a:lnTo>
                    <a:lnTo>
                      <a:pt x="440644" y="204786"/>
                    </a:lnTo>
                    <a:lnTo>
                      <a:pt x="440644" y="242023"/>
                    </a:lnTo>
                    <a:lnTo>
                      <a:pt x="217222" y="242023"/>
                    </a:lnTo>
                    <a:lnTo>
                      <a:pt x="217222" y="341316"/>
                    </a:lnTo>
                    <a:cubicBezTo>
                      <a:pt x="339860" y="342807"/>
                      <a:pt x="377097" y="383153"/>
                      <a:pt x="378588" y="465445"/>
                    </a:cubicBezTo>
                    <a:cubicBezTo>
                      <a:pt x="381320" y="608444"/>
                      <a:pt x="235589" y="599369"/>
                      <a:pt x="126484" y="597140"/>
                    </a:cubicBezTo>
                    <a:cubicBezTo>
                      <a:pt x="120032" y="597015"/>
                      <a:pt x="82795" y="596889"/>
                      <a:pt x="58461" y="596763"/>
                    </a:cubicBezTo>
                    <a:cubicBezTo>
                      <a:pt x="127472" y="707989"/>
                      <a:pt x="250613" y="781960"/>
                      <a:pt x="390989" y="781960"/>
                    </a:cubicBezTo>
                    <a:cubicBezTo>
                      <a:pt x="530502" y="781960"/>
                      <a:pt x="653014" y="708851"/>
                      <a:pt x="722150" y="598758"/>
                    </a:cubicBezTo>
                    <a:cubicBezTo>
                      <a:pt x="712463" y="599135"/>
                      <a:pt x="702669" y="599261"/>
                      <a:pt x="692731" y="599387"/>
                    </a:cubicBezTo>
                    <a:cubicBezTo>
                      <a:pt x="616765" y="599513"/>
                      <a:pt x="539937" y="588838"/>
                      <a:pt x="539937" y="539937"/>
                    </a:cubicBezTo>
                    <a:lnTo>
                      <a:pt x="539937" y="229640"/>
                    </a:lnTo>
                    <a:cubicBezTo>
                      <a:pt x="511632" y="234241"/>
                      <a:pt x="499968" y="237332"/>
                      <a:pt x="465463" y="242059"/>
                    </a:cubicBezTo>
                    <a:lnTo>
                      <a:pt x="465463" y="204822"/>
                    </a:lnTo>
                    <a:cubicBezTo>
                      <a:pt x="500345" y="192781"/>
                      <a:pt x="527518" y="183094"/>
                      <a:pt x="589592" y="167585"/>
                    </a:cubicBezTo>
                    <a:lnTo>
                      <a:pt x="589592" y="530771"/>
                    </a:lnTo>
                    <a:cubicBezTo>
                      <a:pt x="594552" y="542812"/>
                      <a:pt x="596547" y="550756"/>
                      <a:pt x="618634" y="552373"/>
                    </a:cubicBezTo>
                    <a:lnTo>
                      <a:pt x="705149" y="552373"/>
                    </a:lnTo>
                    <a:lnTo>
                      <a:pt x="747220" y="552373"/>
                    </a:lnTo>
                    <a:cubicBezTo>
                      <a:pt x="769559" y="503221"/>
                      <a:pt x="781977" y="448480"/>
                      <a:pt x="781977" y="391007"/>
                    </a:cubicBezTo>
                    <a:cubicBezTo>
                      <a:pt x="781995" y="175025"/>
                      <a:pt x="606971" y="0"/>
                      <a:pt x="390989" y="0"/>
                    </a:cubicBezTo>
                    <a:cubicBezTo>
                      <a:pt x="175007" y="0"/>
                      <a:pt x="0" y="175025"/>
                      <a:pt x="0" y="390989"/>
                    </a:cubicBezTo>
                    <a:close/>
                  </a:path>
                </a:pathLst>
              </a:custGeom>
              <a:solidFill>
                <a:srgbClr val="FF52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" name="矩形 3">
              <a:hlinkClick r:id="rId2"/>
              <a:extLst>
                <a:ext uri="{FF2B5EF4-FFF2-40B4-BE49-F238E27FC236}">
                  <a16:creationId xmlns:a16="http://schemas.microsoft.com/office/drawing/2014/main" id="{7EBE6C0E-6A20-538B-3A17-0396506413C5}"/>
                </a:ext>
              </a:extLst>
            </p:cNvPr>
            <p:cNvSpPr/>
            <p:nvPr userDrawn="1"/>
          </p:nvSpPr>
          <p:spPr>
            <a:xfrm>
              <a:off x="870547" y="7238685"/>
              <a:ext cx="3333750" cy="1143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41071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838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62" r:id="rId4"/>
    <p:sldLayoutId id="2147483663" r:id="rId5"/>
    <p:sldLayoutId id="214748366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C795D-A965-C4C8-D0C6-CB8FB7D7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F226778-4F90-2713-7939-093717DFC711}"/>
              </a:ext>
            </a:extLst>
          </p:cNvPr>
          <p:cNvSpPr txBox="1"/>
          <p:nvPr/>
        </p:nvSpPr>
        <p:spPr>
          <a:xfrm>
            <a:off x="2310352" y="1515002"/>
            <a:ext cx="75713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AI Office智能办公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DCC3551C-0E9C-E178-BB73-7D66F582B45D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3EFB0FB-920C-D9E4-D784-87CDD758CDDA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A218D96D-37AE-7815-449A-CBA7BF0F3600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8F533B97-51C4-79FB-3C44-8C87EBCE08C3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BB2E5FA6-E9EF-B001-CAC0-EC5CD71638E4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1EFD39E8-B6C7-E356-6427-C5296A3CAA40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BFEC4EB6-699C-9E36-EBEB-179A28C50FB2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DAF8EAA2-624B-8D2E-F853-3F8604CEBE1A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985DBEA0-961D-9BE9-0964-C4E0B1B16ACF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E04F1CB1-5428-F288-C3B4-6F92A9474BB3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21DCC848-4E31-9A25-7439-D8A9949BEC93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47E94F2C-C7E3-D2E2-918C-AE0E0228CF64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3C30AC02-CCBF-FD28-6581-2A6910118513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5A77E2FC-C787-7167-182F-16067A56FE8C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重塑企业生产力与协作新范式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914C8276-D6EA-61A5-AB7E-2C05A525663E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B18AA79A-B897-B98E-9BCC-66F31F7C012B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D29BDEDF-B7EC-3C66-7309-29958E1C33C9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574D28EE-3E09-D182-C510-82D63D4BBB79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1F7D64EB-74CB-8CE5-3783-DEF3A61A3CA4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5F1FE68-EDDA-B6E9-636C-ADA0038BE9E8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56956BC4-AD80-981A-CA55-09DC358B8E0D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1FBCCB81-F9A8-0A4F-AE00-09643E2306EB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</a:rPr>
                <a:t>重塑企业生产力与协作新范式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411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C0E053-E91D-6561-1704-C82D4A207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E1CF63BA-43E3-1D1F-AEA4-BC492908E05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5F6A56AC-93FD-FD1F-642E-F6BA909BDD19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85BCD65-CAAB-C7C2-4A77-70EB22D8764E}"/>
              </a:ext>
            </a:extLst>
          </p:cNvPr>
          <p:cNvSpPr txBox="1"/>
          <p:nvPr/>
        </p:nvSpPr>
        <p:spPr>
          <a:xfrm>
            <a:off x="5311173" y="180929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B77549F7-9A9E-8061-A760-BA29C18BC6C0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5259479-3F98-6417-376C-36C3B7DB5F93}"/>
              </a:ext>
            </a:extLst>
          </p:cNvPr>
          <p:cNvSpPr txBox="1"/>
          <p:nvPr/>
        </p:nvSpPr>
        <p:spPr>
          <a:xfrm>
            <a:off x="5253925" y="1067411"/>
            <a:ext cx="17039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1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CONTENTS</a:t>
            </a:r>
            <a:endParaRPr lang="zh-CN" altLang="en-US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C462CFF1-A40C-2166-A923-5A8A140BDC51}"/>
              </a:ext>
            </a:extLst>
          </p:cNvPr>
          <p:cNvGrpSpPr/>
          <p:nvPr/>
        </p:nvGrpSpPr>
        <p:grpSpPr>
          <a:xfrm>
            <a:off x="2003599" y="1903413"/>
            <a:ext cx="8184801" cy="624180"/>
            <a:chOff x="1953357" y="1903413"/>
            <a:chExt cx="8184801" cy="624180"/>
          </a:xfrm>
        </p:grpSpPr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FCE0BE0B-2CF4-72FA-7BA3-D612F7D1EC8B}"/>
                </a:ext>
              </a:extLst>
            </p:cNvPr>
            <p:cNvGrpSpPr/>
            <p:nvPr/>
          </p:nvGrpSpPr>
          <p:grpSpPr>
            <a:xfrm>
              <a:off x="1953357" y="1903413"/>
              <a:ext cx="3924300" cy="624180"/>
              <a:chOff x="1930400" y="1957312"/>
              <a:chExt cx="3924300" cy="624180"/>
            </a:xfrm>
          </p:grpSpPr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780A66FB-FE3B-A4DC-0C29-E4B80C564AB0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3F7EB5B4-F50C-FC10-4744-317620827A8F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886758D-C974-CBF1-9853-66511FC32138}"/>
                  </a:ext>
                </a:extLst>
              </p:cNvPr>
              <p:cNvSpPr txBox="1"/>
              <p:nvPr/>
            </p:nvSpPr>
            <p:spPr>
              <a:xfrm>
                <a:off x="2038381" y="2008923"/>
                <a:ext cx="5629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01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BE284848-75F4-3C25-6B79-A2D4E77AFFA3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产品定位与愿景</a:t>
                </a:r>
              </a:p>
            </p:txBody>
          </p:sp>
        </p:grpSp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5BB05835-AAC0-753A-4348-3468C160B431}"/>
                </a:ext>
              </a:extLst>
            </p:cNvPr>
            <p:cNvGrpSpPr/>
            <p:nvPr/>
          </p:nvGrpSpPr>
          <p:grpSpPr>
            <a:xfrm>
              <a:off x="6213858" y="1903413"/>
              <a:ext cx="3924300" cy="624180"/>
              <a:chOff x="1930400" y="1957312"/>
              <a:chExt cx="3924300" cy="624180"/>
            </a:xfrm>
          </p:grpSpPr>
          <p:sp>
            <p:nvSpPr>
              <p:cNvPr id="153" name="矩形: 圆角 152">
                <a:extLst>
                  <a:ext uri="{FF2B5EF4-FFF2-40B4-BE49-F238E27FC236}">
                    <a16:creationId xmlns:a16="http://schemas.microsoft.com/office/drawing/2014/main" id="{C57D5E41-29A8-CF0C-A494-F309411E7535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任意多边形: 形状 153">
                <a:extLst>
                  <a:ext uri="{FF2B5EF4-FFF2-40B4-BE49-F238E27FC236}">
                    <a16:creationId xmlns:a16="http://schemas.microsoft.com/office/drawing/2014/main" id="{FED6967F-C666-02D0-51D1-5B89F02FCC1D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C2E55F57-B220-E720-6DEF-E8CE9E2A1C6F}"/>
                  </a:ext>
                </a:extLst>
              </p:cNvPr>
              <p:cNvSpPr txBox="1"/>
              <p:nvPr/>
            </p:nvSpPr>
            <p:spPr>
              <a:xfrm>
                <a:off x="2038382" y="2008923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02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513186BC-F421-8521-5455-160ECA40D099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核心功能矩阵</a:t>
                </a:r>
              </a:p>
            </p:txBody>
          </p:sp>
        </p:grpSp>
      </p:grp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E42D9064-ADDC-8F94-CD5F-3750B5BBC695}"/>
              </a:ext>
            </a:extLst>
          </p:cNvPr>
          <p:cNvGrpSpPr/>
          <p:nvPr/>
        </p:nvGrpSpPr>
        <p:grpSpPr>
          <a:xfrm>
            <a:off x="2003599" y="3930040"/>
            <a:ext cx="8184801" cy="624180"/>
            <a:chOff x="1953357" y="1903413"/>
            <a:chExt cx="8184801" cy="624180"/>
          </a:xfrm>
        </p:grpSpPr>
        <p:grpSp>
          <p:nvGrpSpPr>
            <p:cNvPr id="159" name="组合 158">
              <a:extLst>
                <a:ext uri="{FF2B5EF4-FFF2-40B4-BE49-F238E27FC236}">
                  <a16:creationId xmlns:a16="http://schemas.microsoft.com/office/drawing/2014/main" id="{4AB861DA-5AEC-0563-AC60-2DEA75A89CC0}"/>
                </a:ext>
              </a:extLst>
            </p:cNvPr>
            <p:cNvGrpSpPr/>
            <p:nvPr/>
          </p:nvGrpSpPr>
          <p:grpSpPr>
            <a:xfrm>
              <a:off x="1953357" y="1903413"/>
              <a:ext cx="3924300" cy="624180"/>
              <a:chOff x="1930400" y="1957312"/>
              <a:chExt cx="3924300" cy="624180"/>
            </a:xfrm>
          </p:grpSpPr>
          <p:sp>
            <p:nvSpPr>
              <p:cNvPr id="165" name="矩形: 圆角 164">
                <a:extLst>
                  <a:ext uri="{FF2B5EF4-FFF2-40B4-BE49-F238E27FC236}">
                    <a16:creationId xmlns:a16="http://schemas.microsoft.com/office/drawing/2014/main" id="{1C96E63C-3F02-141B-3A1B-1794558726BB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任意多边形: 形状 165">
                <a:extLst>
                  <a:ext uri="{FF2B5EF4-FFF2-40B4-BE49-F238E27FC236}">
                    <a16:creationId xmlns:a16="http://schemas.microsoft.com/office/drawing/2014/main" id="{29F891DB-DB57-DED8-72CD-61F35413CFEB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4AA633FD-8D23-6E9A-8478-67B7ED18ABF0}"/>
                  </a:ext>
                </a:extLst>
              </p:cNvPr>
              <p:cNvSpPr txBox="1"/>
              <p:nvPr/>
            </p:nvSpPr>
            <p:spPr>
              <a:xfrm>
                <a:off x="2038382" y="2008923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03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6260E904-6822-D91F-CE47-D89941AA272E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数据安全与合规</a:t>
                </a:r>
              </a:p>
            </p:txBody>
          </p:sp>
        </p:grpSp>
        <p:grpSp>
          <p:nvGrpSpPr>
            <p:cNvPr id="160" name="组合 159">
              <a:extLst>
                <a:ext uri="{FF2B5EF4-FFF2-40B4-BE49-F238E27FC236}">
                  <a16:creationId xmlns:a16="http://schemas.microsoft.com/office/drawing/2014/main" id="{D2CCC0AD-C12D-B49B-FFBD-9D50CBD3B7EB}"/>
                </a:ext>
              </a:extLst>
            </p:cNvPr>
            <p:cNvGrpSpPr/>
            <p:nvPr/>
          </p:nvGrpSpPr>
          <p:grpSpPr>
            <a:xfrm>
              <a:off x="6213858" y="1903413"/>
              <a:ext cx="3924300" cy="624180"/>
              <a:chOff x="1930400" y="1957312"/>
              <a:chExt cx="3924300" cy="624180"/>
            </a:xfrm>
          </p:grpSpPr>
          <p:sp>
            <p:nvSpPr>
              <p:cNvPr id="161" name="矩形: 圆角 160">
                <a:extLst>
                  <a:ext uri="{FF2B5EF4-FFF2-40B4-BE49-F238E27FC236}">
                    <a16:creationId xmlns:a16="http://schemas.microsoft.com/office/drawing/2014/main" id="{8317E1DE-DE58-D147-2CD6-8613FDE0BC7D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任意多边形: 形状 161">
                <a:extLst>
                  <a:ext uri="{FF2B5EF4-FFF2-40B4-BE49-F238E27FC236}">
                    <a16:creationId xmlns:a16="http://schemas.microsoft.com/office/drawing/2014/main" id="{390AE64F-4C3B-D0AE-8703-8B1FAAAF6C7B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B6C8CD0B-1728-381F-F1A5-07AB1E39BEDF}"/>
                  </a:ext>
                </a:extLst>
              </p:cNvPr>
              <p:cNvSpPr txBox="1"/>
              <p:nvPr/>
            </p:nvSpPr>
            <p:spPr>
              <a:xfrm>
                <a:off x="2038382" y="2008923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04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FB88CFAD-F882-252B-132B-87CADE582C41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商业价值与落地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71559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E59C5-6A68-45F3-4952-E9CE3AEE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0DC00252-7FC6-402B-88C6-2E2C598B55C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55B7065-268A-7E91-EB80-8BABD8F35166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7DDE5E84-DE9F-D219-DA3C-D583F4AA3777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A2C7E0DF-D28B-A6D4-9666-9530A1679106}"/>
              </a:ext>
            </a:extLst>
          </p:cNvPr>
          <p:cNvGrpSpPr/>
          <p:nvPr/>
        </p:nvGrpSpPr>
        <p:grpSpPr>
          <a:xfrm>
            <a:off x="4133850" y="17256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B162BBAD-8EBD-9C50-73AB-5EE3E95375CC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FB9F17F6-3DC6-09B1-FA0E-FDBDDF8B5ACC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EFF321E-9836-920D-B1B5-03DAA0C783BB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FA7446E-9220-8C0E-03CF-2BF9E8791A13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产品定位与愿景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89EFBED-4C63-49B6-C6F6-EA05019D68AA}"/>
              </a:ext>
            </a:extLst>
          </p:cNvPr>
          <p:cNvSpPr txBox="1"/>
          <p:nvPr/>
        </p:nvSpPr>
        <p:spPr>
          <a:xfrm>
            <a:off x="2902567" y="2667353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传统办公工具已触及效率瓶颈，AI Office定位于AI原生生产力中枢。通过自然语言交互与自动化代理，重构企业知识流转与任务分发机制。</a:t>
            </a:r>
          </a:p>
        </p:txBody>
      </p:sp>
    </p:spTree>
    <p:extLst>
      <p:ext uri="{BB962C8B-B14F-4D97-AF65-F5344CB8AC3E}">
        <p14:creationId xmlns:p14="http://schemas.microsoft.com/office/powerpoint/2010/main" val="243530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核心功能矩阵概览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智能文档生成与排版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多模态会议实时转写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AI Office 围绕日常办公高频场景，构建四大智能模块。各模块底层共享统一大模型底座，实现跨应用的数据互通与能力协同。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核心功能矩阵概览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自动化数据报表分析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跨平台任务智能调度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AI Office 围绕日常办公高频场景，构建四大智能模块。各模块底层共享统一大模型底座，实现跨应用的数据互通与能力协同。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智能协作与自动化引擎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自然语言构建工作流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跨系统API无缝集成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平台内置可视化工作流编排器，支持员工通过自然语言描述业务逻辑。系统自动生成并执行跨系统审批、通知与数据同步流程。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E59C5-6A68-45F3-4952-E9CE3AEE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0DC00252-7FC6-402B-88C6-2E2C598B55C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55B7065-268A-7E91-EB80-8BABD8F35166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7DDE5E84-DE9F-D219-DA3C-D583F4AA3777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A2C7E0DF-D28B-A6D4-9666-9530A1679106}"/>
              </a:ext>
            </a:extLst>
          </p:cNvPr>
          <p:cNvGrpSpPr/>
          <p:nvPr/>
        </p:nvGrpSpPr>
        <p:grpSpPr>
          <a:xfrm>
            <a:off x="4133850" y="17256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B162BBAD-8EBD-9C50-73AB-5EE3E95375CC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FB9F17F6-3DC6-09B1-FA0E-FDBDDF8B5ACC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EFF321E-9836-920D-B1B5-03DAA0C783BB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FA7446E-9220-8C0E-03CF-2BF9E8791A13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智能协作与自动化引擎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89EFBED-4C63-49B6-C6F6-EA05019D68AA}"/>
              </a:ext>
            </a:extLst>
          </p:cNvPr>
          <p:cNvSpPr txBox="1"/>
          <p:nvPr/>
        </p:nvSpPr>
        <p:spPr>
          <a:xfrm>
            <a:off x="2902567" y="2667353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平台内置可视化工作流编排器，支持员工通过自然语言描述业务逻辑。系统自动生成并执行跨系统审批、通知与数据同步流程。</a:t>
            </a:r>
          </a:p>
        </p:txBody>
      </p:sp>
    </p:spTree>
    <p:extLst>
      <p:ext uri="{BB962C8B-B14F-4D97-AF65-F5344CB8AC3E}">
        <p14:creationId xmlns:p14="http://schemas.microsoft.com/office/powerpoint/2010/main" val="243530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企业级数据安全与合规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端到端传输与存储加密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支持本地化私有部署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安全是企业采纳AI的底线。AI Office 提供端到端加密、私有化部署选项及细粒度权限管控。全面满足国内外主流合规认证要求。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企业级数据安全与合规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基于角色的细粒度权限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符合等保三级与GDPR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安全是企业采纳AI的底线。AI Office 提供端到端加密、私有化部署选项及细粒度权限管控。全面满足国内外主流合规认证要求。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976FD-9F71-1EAB-7EB0-A5F699E64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9EADB2B9-04DD-FEFD-17CD-242E4700DAEF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7766E2CD-CAFA-B17F-51B7-89E15D557BDD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CE714DD-F55C-E99D-0525-647737075E8B}"/>
              </a:ext>
            </a:extLst>
          </p:cNvPr>
          <p:cNvSpPr txBox="1"/>
          <p:nvPr/>
        </p:nvSpPr>
        <p:spPr>
          <a:xfrm>
            <a:off x="4157011" y="1515002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量化提效成果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442864A8-303B-34C9-8A32-27524DDDDF49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36B3A45D-1DE0-D17E-DE8F-4F70E37FB2D6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10318CB7-9634-7DA2-0F0A-CED332A10A92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D04FDE0F-B7EC-491B-0CE6-E0DAFBC1166C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245C8056-31FB-15C0-461C-3E2F115457D3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64FF5A8A-A3CF-FBC2-2D51-13E1A43DE23A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AFE9F53C-79FB-7705-AFC5-1D6336330440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217B9577-C887-2717-E299-F87E0FF24738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3A221382-1675-D515-5AE5-24F75F2BCB3E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6C8FB8BC-EE65-E0A1-639F-5650A38A2B64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947F04D1-C12B-767C-44EA-8FC236AA548E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AC7FD7FC-FC72-5F84-CE59-69E2526A7B82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B64C5BE3-AF87-2DE3-CB16-AE518394D3E6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F74D8EA4-F124-F92C-4C90-33688A836864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从成本节约到决策提速，AI Office 将技术能力转化为可衡量的商业回报。通过实际场景验证，助力企业在红海竞争中建立效率护城河。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686C2E31-04CB-27AB-5B40-A606943768D4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3062E9FB-F4E6-2627-D0A4-742E4DD28305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250CA618-3B0F-AB20-0C9C-6D951F89CCA5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7788BBE6-9AAA-F0DD-6933-72C8E1424F58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CEFD1ECD-717C-FC17-41CB-FBFE9247E31E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A5E56CB5-7FEC-2410-DF9E-2690C961489A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8E9DC9A2-F031-05EC-630C-FE63E8F7F39C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27F313D3-DB55-6BFE-C49A-7468D72EAE31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21AF9C41-A7AD-C905-DB89-09B5FD832CE6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/>
          </p:txBody>
        </p:sp>
      </p:grpSp>
    </p:spTree>
    <p:extLst>
      <p:ext uri="{BB962C8B-B14F-4D97-AF65-F5344CB8AC3E}">
        <p14:creationId xmlns:p14="http://schemas.microsoft.com/office/powerpoint/2010/main" val="172928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C795D-A965-C4C8-D0C6-CB8FB7D7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F226778-4F90-2713-7939-093717DFC711}"/>
              </a:ext>
            </a:extLst>
          </p:cNvPr>
          <p:cNvSpPr txBox="1"/>
          <p:nvPr/>
        </p:nvSpPr>
        <p:spPr>
          <a:xfrm>
            <a:off x="2310352" y="1515002"/>
            <a:ext cx="75713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核心效益数据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DCC3551C-0E9C-E178-BB73-7D66F582B45D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3EFB0FB-920C-D9E4-D784-87CDD758CDDA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A218D96D-37AE-7815-449A-CBA7BF0F3600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8F533B97-51C4-79FB-3C44-8C87EBCE08C3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BB2E5FA6-E9EF-B001-CAC0-EC5CD71638E4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1EFD39E8-B6C7-E356-6427-C5296A3CAA40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BFEC4EB6-699C-9E36-EBEB-179A28C50FB2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DAF8EAA2-624B-8D2E-F853-3F8604CEBE1A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985DBEA0-961D-9BE9-0964-C4E0B1B16ACF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E04F1CB1-5428-F288-C3B4-6F92A9474BB3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21DCC848-4E31-9A25-7439-D8A9949BEC93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47E94F2C-C7E3-D2E2-918C-AE0E0228CF64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3C30AC02-CCBF-FD28-6581-2A6910118513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5A77E2FC-C787-7167-182F-16067A56FE8C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经头部客户实测验证，部署AI Office 后可显著压缩重复性劳动时间。优化人力成本结构，并加速核心业务流转周期。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914C8276-D6EA-61A5-AB7E-2C05A525663E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B18AA79A-B897-B98E-9BCC-66F31F7C012B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D29BDEDF-B7EC-3C66-7309-29958E1C33C9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574D28EE-3E09-D182-C510-82D63D4BBB79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1F7D64EB-74CB-8CE5-3783-DEF3A61A3CA4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5F1FE68-EDDA-B6E9-636C-ADA0038BE9E8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56956BC4-AD80-981A-CA55-09DC358B8E0D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1FBCCB81-F9A8-0A4F-AE00-09643E2306EB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/>
          </p:txBody>
        </p:sp>
      </p:grpSp>
    </p:spTree>
    <p:extLst>
      <p:ext uri="{BB962C8B-B14F-4D97-AF65-F5344CB8AC3E}">
        <p14:creationId xmlns:p14="http://schemas.microsoft.com/office/powerpoint/2010/main" val="79411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C795D-A965-C4C8-D0C6-CB8FB7D7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F226778-4F90-2713-7939-093717DFC711}"/>
              </a:ext>
            </a:extLst>
          </p:cNvPr>
          <p:cNvSpPr txBox="1"/>
          <p:nvPr/>
        </p:nvSpPr>
        <p:spPr>
          <a:xfrm>
            <a:off x="2310352" y="1515002"/>
            <a:ext cx="75713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核心效益数据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DCC3551C-0E9C-E178-BB73-7D66F582B45D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3EFB0FB-920C-D9E4-D784-87CDD758CDDA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A218D96D-37AE-7815-449A-CBA7BF0F3600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8F533B97-51C4-79FB-3C44-8C87EBCE08C3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BB2E5FA6-E9EF-B001-CAC0-EC5CD71638E4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1EFD39E8-B6C7-E356-6427-C5296A3CAA40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BFEC4EB6-699C-9E36-EBEB-179A28C50FB2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DAF8EAA2-624B-8D2E-F853-3F8604CEBE1A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985DBEA0-961D-9BE9-0964-C4E0B1B16ACF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E04F1CB1-5428-F288-C3B4-6F92A9474BB3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21DCC848-4E31-9A25-7439-D8A9949BEC93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47E94F2C-C7E3-D2E2-918C-AE0E0228CF64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3C30AC02-CCBF-FD28-6581-2A6910118513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5A77E2FC-C787-7167-182F-16067A56FE8C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经头部客户实测验证，部署AI Office 后可显著压缩重复性劳动时间。优化人力成本结构，并加速核心业务流转周期。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914C8276-D6EA-61A5-AB7E-2C05A525663E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B18AA79A-B897-B98E-9BCC-66F31F7C012B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D29BDEDF-B7EC-3C66-7309-29958E1C33C9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574D28EE-3E09-D182-C510-82D63D4BBB79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1F7D64EB-74CB-8CE5-3783-DEF3A61A3CA4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5F1FE68-EDDA-B6E9-636C-ADA0038BE9E8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56956BC4-AD80-981A-CA55-09DC358B8E0D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1FBCCB81-F9A8-0A4F-AE00-09643E2306EB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/>
          </p:txBody>
        </p:sp>
      </p:grpSp>
    </p:spTree>
    <p:extLst>
      <p:ext uri="{BB962C8B-B14F-4D97-AF65-F5344CB8AC3E}">
        <p14:creationId xmlns:p14="http://schemas.microsoft.com/office/powerpoint/2010/main" val="79411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C795D-A965-C4C8-D0C6-CB8FB7D7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F226778-4F90-2713-7939-093717DFC711}"/>
              </a:ext>
            </a:extLst>
          </p:cNvPr>
          <p:cNvSpPr txBox="1"/>
          <p:nvPr/>
        </p:nvSpPr>
        <p:spPr>
          <a:xfrm>
            <a:off x="2310352" y="1515002"/>
            <a:ext cx="75713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多场景落地实践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DCC3551C-0E9C-E178-BB73-7D66F582B45D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3EFB0FB-920C-D9E4-D784-87CDD758CDDA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A218D96D-37AE-7815-449A-CBA7BF0F3600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8F533B97-51C4-79FB-3C44-8C87EBCE08C3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BB2E5FA6-E9EF-B001-CAC0-EC5CD71638E4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1EFD39E8-B6C7-E356-6427-C5296A3CAA40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BFEC4EB6-699C-9E36-EBEB-179A28C50FB2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DAF8EAA2-624B-8D2E-F853-3F8604CEBE1A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985DBEA0-961D-9BE9-0964-C4E0B1B16ACF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E04F1CB1-5428-F288-C3B4-6F92A9474BB3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21DCC848-4E31-9A25-7439-D8A9949BEC93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47E94F2C-C7E3-D2E2-918C-AE0E0228CF64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3C30AC02-CCBF-FD28-6581-2A6910118513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5A77E2FC-C787-7167-182F-16067A56FE8C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AI Office 已广泛适配金融、制造、零售及专业服务等行业。通过定制化Prompt模板与行业知识库微调，快速打通垂直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914C8276-D6EA-61A5-AB7E-2C05A525663E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B18AA79A-B897-B98E-9BCC-66F31F7C012B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D29BDEDF-B7EC-3C66-7309-29958E1C33C9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574D28EE-3E09-D182-C510-82D63D4BBB79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1F7D64EB-74CB-8CE5-3783-DEF3A61A3CA4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5F1FE68-EDDA-B6E9-636C-ADA0038BE9E8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56956BC4-AD80-981A-CA55-09DC358B8E0D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1FBCCB81-F9A8-0A4F-AE00-09643E2306EB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/>
          </p:txBody>
        </p:sp>
      </p:grpSp>
    </p:spTree>
    <p:extLst>
      <p:ext uri="{BB962C8B-B14F-4D97-AF65-F5344CB8AC3E}">
        <p14:creationId xmlns:p14="http://schemas.microsoft.com/office/powerpoint/2010/main" val="79411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C795D-A965-C4C8-D0C6-CB8FB7D7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F226778-4F90-2713-7939-093717DFC711}"/>
              </a:ext>
            </a:extLst>
          </p:cNvPr>
          <p:cNvSpPr txBox="1"/>
          <p:nvPr/>
        </p:nvSpPr>
        <p:spPr>
          <a:xfrm>
            <a:off x="2310352" y="1515002"/>
            <a:ext cx="75713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开启智能办公新篇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DCC3551C-0E9C-E178-BB73-7D66F582B45D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3EFB0FB-920C-D9E4-D784-87CDD758CDDA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A218D96D-37AE-7815-449A-CBA7BF0F3600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8F533B97-51C4-79FB-3C44-8C87EBCE08C3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BB2E5FA6-E9EF-B001-CAC0-EC5CD71638E4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1EFD39E8-B6C7-E356-6427-C5296A3CAA40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BFEC4EB6-699C-9E36-EBEB-179A28C50FB2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DAF8EAA2-624B-8D2E-F853-3F8604CEBE1A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985DBEA0-961D-9BE9-0964-C4E0B1B16ACF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E04F1CB1-5428-F288-C3B4-6F92A9474BB3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21DCC848-4E31-9A25-7439-D8A9949BEC93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47E94F2C-C7E3-D2E2-918C-AE0E0228CF64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3C30AC02-CCBF-FD28-6581-2A6910118513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5A77E2FC-C787-7167-182F-16067A56FE8C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AI Office 致力于成为企业数字化转型的核心引擎。期待与各位深入交流，共同探索AI赋能业务增长的无限可能。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914C8276-D6EA-61A5-AB7E-2C05A525663E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B18AA79A-B897-B98E-9BCC-66F31F7C012B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D29BDEDF-B7EC-3C66-7309-29958E1C33C9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574D28EE-3E09-D182-C510-82D63D4BBB79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1F7D64EB-74CB-8CE5-3783-DEF3A61A3CA4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5F1FE68-EDDA-B6E9-636C-ADA0038BE9E8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56956BC4-AD80-981A-CA55-09DC358B8E0D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1FBCCB81-F9A8-0A4F-AE00-09643E2306EB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</a:rPr>
                <a:t>智领未来，共筑高效协同新生态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411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zczurs3h">
      <a:majorFont>
        <a:latin typeface="HarmonyOS Sans SC Light" panose="020F0302020204030204"/>
        <a:ea typeface="阿里巴巴普惠体 2.0 55 Regular"/>
        <a:cs typeface=""/>
      </a:majorFont>
      <a:minorFont>
        <a:latin typeface="HarmonyOS Sans SC Light" panose="020F0502020204030204"/>
        <a:ea typeface="阿里巴巴普惠体 2.0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 rtlCol="0" anchor="ctr">
        <a:noAutofit/>
      </a:bodyPr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2746</TotalTime>
  <Words>2321</Words>
  <Application>Microsoft Office PowerPoint</Application>
  <PresentationFormat>宽屏</PresentationFormat>
  <Paragraphs>223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Arial Unicode MS</vt:lpstr>
      <vt:lpstr>Gill Sans</vt:lpstr>
      <vt:lpstr>HarmonyOS Sans SC Light</vt:lpstr>
      <vt:lpstr>等线</vt:lpstr>
      <vt:lpstr>思源黑体 CN Heavy</vt:lpstr>
      <vt:lpstr>宋体</vt:lpstr>
      <vt:lpstr>微软雅黑</vt:lpstr>
      <vt:lpstr>字魂59号-创粗黑</vt:lpstr>
      <vt:lpstr>Arial</vt:lpstr>
      <vt:lpstr>Calibri</vt:lpstr>
      <vt:lpstr>Open Sans</vt:lpstr>
      <vt:lpstr>51PPT模板网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51PPT模板网</Manager>
  <Company>www.51pptmoban.com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简约弧形几何工作汇报商务通用PPT模板</dc:title>
  <dc:creator>©51PPT模板网（www.51pptmoban.com）</dc:creator>
  <dc:description>51PPT模板网，幻灯片演示模板及素材免费下载！_x000d_
51PPT模板网 唯一访问网址：www.51pptmoban.com</dc:description>
  <cp:lastModifiedBy>©51PPT模板网（www.51pptmoban.com）</cp:lastModifiedBy>
  <cp:revision>557</cp:revision>
  <dcterms:created xsi:type="dcterms:W3CDTF">2026-03-27T07:31:40Z</dcterms:created>
  <dcterms:modified xsi:type="dcterms:W3CDTF">2026-05-07T13:19:58Z</dcterms:modified>
  <cp:contentStatus>简约弧形几何工作汇报商务通用PPT模板，www.51pptmoban.com</cp:contentStatus>
  <cp:version>51pptmoban.com（V51PPT-26050701版）</cp:version>
</cp:coreProperties>
</file>