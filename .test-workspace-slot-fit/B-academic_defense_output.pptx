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001" r:id="rId1001"/>
    <p:sldId id="2002" r:id="rId1002"/>
    <p:sldId id="2003" r:id="rId1003"/>
    <p:sldId id="2004" r:id="rId1004"/>
    <p:sldId id="2005" r:id="rId1005"/>
    <p:sldId id="2006" r:id="rId1006"/>
    <p:sldId id="2007" r:id="rId1007"/>
    <p:sldId id="2008" r:id="rId1008"/>
    <p:sldId id="2009" r:id="rId1009"/>
    <p:sldId id="2010" r:id="rId10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597" userDrawn="1">
          <p15:clr>
            <a:srgbClr val="A4A3A4"/>
          </p15:clr>
        </p15:guide>
        <p15:guide id="4" pos="70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AC59"/>
    <a:srgbClr val="234995"/>
    <a:srgbClr val="CC9933"/>
    <a:srgbClr val="1B38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66" d="100"/>
          <a:sy n="66" d="100"/>
        </p:scale>
        <p:origin x="18" y="192"/>
      </p:cViewPr>
      <p:guideLst>
        <p:guide orient="horz" pos="2160"/>
        <p:guide pos="3840"/>
        <p:guide pos="597"/>
        <p:guide pos="7083"/>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29" Type="http://schemas.openxmlformats.org/officeDocument/2006/relationships/viewProps" Target="viewProps.xml"/><Relationship Id="rId1" Type="http://schemas.openxmlformats.org/officeDocument/2006/relationships/slideMaster" Target="slideMasters/slideMaster1.xml"/><Relationship Id="rId28" Type="http://schemas.openxmlformats.org/officeDocument/2006/relationships/presProps" Target="presProps.xml"/><Relationship Id="rId31" Type="http://schemas.openxmlformats.org/officeDocument/2006/relationships/tableStyles" Target="tableStyles.xml"/><Relationship Id="rId27" Type="http://schemas.openxmlformats.org/officeDocument/2006/relationships/notesMaster" Target="notesMasters/notesMaster1.xml"/><Relationship Id="rId30" Type="http://schemas.openxmlformats.org/officeDocument/2006/relationships/theme" Target="theme/theme1.xml"/>  <Relationship Id="rId1001" Type="http://schemas.openxmlformats.org/officeDocument/2006/relationships/slide" Target="slides/slide1.xml"/>
  <Relationship Id="rId1002" Type="http://schemas.openxmlformats.org/officeDocument/2006/relationships/slide" Target="slides/slide2.xml"/>
  <Relationship Id="rId1003" Type="http://schemas.openxmlformats.org/officeDocument/2006/relationships/slide" Target="slides/slide3.xml"/>
  <Relationship Id="rId1004" Type="http://schemas.openxmlformats.org/officeDocument/2006/relationships/slide" Target="slides/slide4.xml"/>
  <Relationship Id="rId1005" Type="http://schemas.openxmlformats.org/officeDocument/2006/relationships/slide" Target="slides/slide5.xml"/>
  <Relationship Id="rId1006" Type="http://schemas.openxmlformats.org/officeDocument/2006/relationships/slide" Target="slides/slide6.xml"/>
  <Relationship Id="rId1007" Type="http://schemas.openxmlformats.org/officeDocument/2006/relationships/slide" Target="slides/slide7.xml"/>
  <Relationship Id="rId1008" Type="http://schemas.openxmlformats.org/officeDocument/2006/relationships/slide" Target="slides/slide8.xml"/>
  <Relationship Id="rId1009" Type="http://schemas.openxmlformats.org/officeDocument/2006/relationships/slide" Target="slides/slide9.xml"/>
  <Relationship Id="rId1010" Type="http://schemas.openxmlformats.org/officeDocument/2006/relationships/slide" Target="slides/slide1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6A4503-6779-45FF-B691-997E1C26F926}" type="datetimeFigureOut">
              <a:rPr lang="zh-CN" altLang="en-US" smtClean="0"/>
              <a:t>2026-04-06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2536DC-329C-494B-B244-9742099792D9}" type="slidenum">
              <a:rPr lang="zh-CN" altLang="en-US" smtClean="0"/>
              <a:t>‹#›</a:t>
            </a:fld>
            <a:endParaRPr lang="zh-CN" altLang="en-US"/>
          </a:p>
        </p:txBody>
      </p:sp>
    </p:spTree>
    <p:extLst>
      <p:ext uri="{BB962C8B-B14F-4D97-AF65-F5344CB8AC3E}">
        <p14:creationId xmlns:p14="http://schemas.microsoft.com/office/powerpoint/2010/main" val="1688232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pPr/>
              <a:t>25</a:t>
            </a:fld>
            <a:endParaRPr lang="zh-CN" altLang="en-US"/>
          </a:p>
        </p:txBody>
      </p:sp>
    </p:spTree>
    <p:extLst>
      <p:ext uri="{BB962C8B-B14F-4D97-AF65-F5344CB8AC3E}">
        <p14:creationId xmlns:p14="http://schemas.microsoft.com/office/powerpoint/2010/main" val="28565975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www.51pptmoban.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8" name="图片 17" descr="D:\51PPT模板网\51pptmoban.com\图片.jpg">
            <a:extLst>
              <a:ext uri="{FF2B5EF4-FFF2-40B4-BE49-F238E27FC236}">
                <a16:creationId xmlns:a16="http://schemas.microsoft.com/office/drawing/2014/main" id="{E74CF6D6-3B9D-2CA7-9A68-78626B9E24B4}"/>
              </a:ext>
            </a:extLst>
          </p:cNvPr>
          <p:cNvPicPr>
            <a:picLocks noChangeAspect="1"/>
          </p:cNvPicPr>
          <p:nvPr userDrawn="1"/>
        </p:nvPicPr>
        <p:blipFill>
          <a:blip r:embed="rId2">
            <a:duotone>
              <a:schemeClr val="accent1">
                <a:shade val="45000"/>
                <a:satMod val="135000"/>
              </a:schemeClr>
              <a:prstClr val="white"/>
            </a:duotone>
            <a:alphaModFix amt="15000"/>
          </a:blip>
          <a:srcRect l="1220" r="1220" b="3050"/>
          <a:stretch>
            <a:fillRect/>
          </a:stretch>
        </p:blipFill>
        <p:spPr>
          <a:xfrm>
            <a:off x="0" y="5290650"/>
            <a:ext cx="12192000" cy="1567350"/>
          </a:xfrm>
          <a:custGeom>
            <a:avLst/>
            <a:gdLst>
              <a:gd name="csX0" fmla="*/ 0 w 12192000"/>
              <a:gd name="csY0" fmla="*/ 0 h 1567350"/>
              <a:gd name="csX1" fmla="*/ 12192000 w 12192000"/>
              <a:gd name="csY1" fmla="*/ 0 h 1567350"/>
              <a:gd name="csX2" fmla="*/ 12192000 w 12192000"/>
              <a:gd name="csY2" fmla="*/ 1567350 h 1567350"/>
              <a:gd name="csX3" fmla="*/ 0 w 12192000"/>
              <a:gd name="csY3" fmla="*/ 1567350 h 1567350"/>
            </a:gdLst>
            <a:ahLst/>
            <a:cxnLst>
              <a:cxn ang="0">
                <a:pos x="csX0" y="csY0"/>
              </a:cxn>
              <a:cxn ang="0">
                <a:pos x="csX1" y="csY1"/>
              </a:cxn>
              <a:cxn ang="0">
                <a:pos x="csX2" y="csY2"/>
              </a:cxn>
              <a:cxn ang="0">
                <a:pos x="csX3" y="csY3"/>
              </a:cxn>
            </a:cxnLst>
            <a:rect l="l" t="t" r="r" b="b"/>
            <a:pathLst>
              <a:path w="12192000" h="1567350">
                <a:moveTo>
                  <a:pt x="0" y="0"/>
                </a:moveTo>
                <a:lnTo>
                  <a:pt x="12192000" y="0"/>
                </a:lnTo>
                <a:lnTo>
                  <a:pt x="12192000" y="1567350"/>
                </a:lnTo>
                <a:lnTo>
                  <a:pt x="0" y="1567350"/>
                </a:lnTo>
                <a:close/>
              </a:path>
            </a:pathLst>
          </a:custGeom>
        </p:spPr>
      </p:pic>
    </p:spTree>
    <p:extLst>
      <p:ext uri="{BB962C8B-B14F-4D97-AF65-F5344CB8AC3E}">
        <p14:creationId xmlns:p14="http://schemas.microsoft.com/office/powerpoint/2010/main" val="6877203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页 www.51pptmoban.com">
    <p:spTree>
      <p:nvGrpSpPr>
        <p:cNvPr id="1" name=""/>
        <p:cNvGrpSpPr/>
        <p:nvPr/>
      </p:nvGrpSpPr>
      <p:grpSpPr>
        <a:xfrm>
          <a:off x="0" y="0"/>
          <a:ext cx="0" cy="0"/>
          <a:chOff x="0" y="0"/>
          <a:chExt cx="0" cy="0"/>
        </a:xfrm>
      </p:grpSpPr>
      <p:sp>
        <p:nvSpPr>
          <p:cNvPr id="83" name="任意多边形: 形状 82" descr="D:\51PPT模板网\51pptmoban.com\图片.jpg">
            <a:extLst>
              <a:ext uri="{FF2B5EF4-FFF2-40B4-BE49-F238E27FC236}">
                <a16:creationId xmlns:a16="http://schemas.microsoft.com/office/drawing/2014/main" id="{B7C62E65-C790-9ACE-1A24-77CCF1498010}"/>
              </a:ext>
            </a:extLst>
          </p:cNvPr>
          <p:cNvSpPr/>
          <p:nvPr userDrawn="1"/>
        </p:nvSpPr>
        <p:spPr>
          <a:xfrm flipH="1">
            <a:off x="1618" y="0"/>
            <a:ext cx="12190382" cy="2021756"/>
          </a:xfrm>
          <a:custGeom>
            <a:avLst/>
            <a:gdLst>
              <a:gd name="csX0" fmla="*/ 12190382 w 12190382"/>
              <a:gd name="csY0" fmla="*/ 0 h 2021756"/>
              <a:gd name="csX1" fmla="*/ 6096001 w 12190382"/>
              <a:gd name="csY1" fmla="*/ 0 h 2021756"/>
              <a:gd name="csX2" fmla="*/ 6094381 w 12190382"/>
              <a:gd name="csY2" fmla="*/ 0 h 2021756"/>
              <a:gd name="csX3" fmla="*/ 0 w 12190382"/>
              <a:gd name="csY3" fmla="*/ 0 h 2021756"/>
              <a:gd name="csX4" fmla="*/ 0 w 12190382"/>
              <a:gd name="csY4" fmla="*/ 700529 h 2021756"/>
              <a:gd name="csX5" fmla="*/ 5177130 w 12190382"/>
              <a:gd name="csY5" fmla="*/ 1897501 h 2021756"/>
              <a:gd name="csX6" fmla="*/ 6094381 w 12190382"/>
              <a:gd name="csY6" fmla="*/ 2021537 h 2021756"/>
              <a:gd name="csX7" fmla="*/ 6094381 w 12190382"/>
              <a:gd name="csY7" fmla="*/ 2021756 h 2021756"/>
              <a:gd name="csX8" fmla="*/ 6095191 w 12190382"/>
              <a:gd name="csY8" fmla="*/ 2021647 h 2021756"/>
              <a:gd name="csX9" fmla="*/ 6096001 w 12190382"/>
              <a:gd name="csY9" fmla="*/ 2021756 h 2021756"/>
              <a:gd name="csX10" fmla="*/ 6096001 w 12190382"/>
              <a:gd name="csY10" fmla="*/ 2021537 h 2021756"/>
              <a:gd name="csX11" fmla="*/ 7013251 w 12190382"/>
              <a:gd name="csY11" fmla="*/ 1897501 h 2021756"/>
              <a:gd name="csX12" fmla="*/ 12190382 w 12190382"/>
              <a:gd name="csY12" fmla="*/ 700529 h 20217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190382" h="2021756">
                <a:moveTo>
                  <a:pt x="12190382" y="0"/>
                </a:moveTo>
                <a:lnTo>
                  <a:pt x="6096001" y="0"/>
                </a:lnTo>
                <a:lnTo>
                  <a:pt x="6094381" y="0"/>
                </a:lnTo>
                <a:lnTo>
                  <a:pt x="0" y="0"/>
                </a:lnTo>
                <a:lnTo>
                  <a:pt x="0" y="700529"/>
                </a:lnTo>
                <a:cubicBezTo>
                  <a:pt x="1260753" y="1197829"/>
                  <a:pt x="3071763" y="1594130"/>
                  <a:pt x="5177130" y="1897501"/>
                </a:cubicBezTo>
                <a:lnTo>
                  <a:pt x="6094381" y="2021537"/>
                </a:lnTo>
                <a:lnTo>
                  <a:pt x="6094381" y="2021756"/>
                </a:lnTo>
                <a:lnTo>
                  <a:pt x="6095191" y="2021647"/>
                </a:lnTo>
                <a:lnTo>
                  <a:pt x="6096001" y="2021756"/>
                </a:lnTo>
                <a:lnTo>
                  <a:pt x="6096001" y="2021537"/>
                </a:lnTo>
                <a:lnTo>
                  <a:pt x="7013251" y="1897501"/>
                </a:lnTo>
                <a:cubicBezTo>
                  <a:pt x="9118619" y="1594130"/>
                  <a:pt x="10929629" y="1197829"/>
                  <a:pt x="12190382" y="700529"/>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9" name="缺角矩形 8" descr="D:\51PPT模板网\51pptmoban.com\图片.jpg">
            <a:extLst>
              <a:ext uri="{FF2B5EF4-FFF2-40B4-BE49-F238E27FC236}">
                <a16:creationId xmlns:a16="http://schemas.microsoft.com/office/drawing/2014/main" id="{5D1D75D5-D36E-CADA-187D-216F76FEB68E}"/>
              </a:ext>
            </a:extLst>
          </p:cNvPr>
          <p:cNvSpPr/>
          <p:nvPr userDrawn="1"/>
        </p:nvSpPr>
        <p:spPr>
          <a:xfrm>
            <a:off x="264707" y="241499"/>
            <a:ext cx="11691611" cy="6400400"/>
          </a:xfrm>
          <a:prstGeom prst="plaque">
            <a:avLst>
              <a:gd name="adj" fmla="val 6108"/>
            </a:avLst>
          </a:prstGeom>
          <a:solidFill>
            <a:schemeClr val="bg1"/>
          </a:solidFill>
          <a:ln w="25400">
            <a:solidFill>
              <a:srgbClr val="D5AC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a:extLst>
              <a:ext uri="{FF2B5EF4-FFF2-40B4-BE49-F238E27FC236}">
                <a16:creationId xmlns:a16="http://schemas.microsoft.com/office/drawing/2014/main" id="{E3E881B3-7043-8F82-D201-7FFBACA92EAD}"/>
              </a:ext>
            </a:extLst>
          </p:cNvPr>
          <p:cNvSpPr/>
          <p:nvPr userDrawn="1"/>
        </p:nvSpPr>
        <p:spPr>
          <a:xfrm rot="10800000">
            <a:off x="3962400" y="101472"/>
            <a:ext cx="4267200" cy="520501"/>
          </a:xfrm>
          <a:prstGeom prst="trapezoid">
            <a:avLst>
              <a:gd name="adj" fmla="val 39640"/>
            </a:avLst>
          </a:pr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D:\51PPT模板网\51pptmoban.com\图片.jpg">
            <a:extLst>
              <a:ext uri="{FF2B5EF4-FFF2-40B4-BE49-F238E27FC236}">
                <a16:creationId xmlns:a16="http://schemas.microsoft.com/office/drawing/2014/main" id="{632F3C5A-1E53-07DB-2EC7-1EC8E31F13C2}"/>
              </a:ext>
            </a:extLst>
          </p:cNvPr>
          <p:cNvPicPr>
            <a:picLocks noChangeAspect="1"/>
          </p:cNvPicPr>
          <p:nvPr userDrawn="1"/>
        </p:nvPicPr>
        <p:blipFill>
          <a:blip r:embed="rId2">
            <a:duotone>
              <a:schemeClr val="accent1">
                <a:shade val="45000"/>
                <a:satMod val="135000"/>
              </a:schemeClr>
              <a:prstClr val="white"/>
            </a:duotone>
            <a:alphaModFix amt="15000"/>
          </a:blip>
          <a:srcRect l="1220" r="1220" b="3050"/>
          <a:stretch>
            <a:fillRect/>
          </a:stretch>
        </p:blipFill>
        <p:spPr>
          <a:xfrm>
            <a:off x="0" y="5290650"/>
            <a:ext cx="12192000" cy="1567350"/>
          </a:xfrm>
          <a:custGeom>
            <a:avLst/>
            <a:gdLst>
              <a:gd name="csX0" fmla="*/ 0 w 12192000"/>
              <a:gd name="csY0" fmla="*/ 0 h 1567350"/>
              <a:gd name="csX1" fmla="*/ 12192000 w 12192000"/>
              <a:gd name="csY1" fmla="*/ 0 h 1567350"/>
              <a:gd name="csX2" fmla="*/ 12192000 w 12192000"/>
              <a:gd name="csY2" fmla="*/ 1567350 h 1567350"/>
              <a:gd name="csX3" fmla="*/ 0 w 12192000"/>
              <a:gd name="csY3" fmla="*/ 1567350 h 1567350"/>
            </a:gdLst>
            <a:ahLst/>
            <a:cxnLst>
              <a:cxn ang="0">
                <a:pos x="csX0" y="csY0"/>
              </a:cxn>
              <a:cxn ang="0">
                <a:pos x="csX1" y="csY1"/>
              </a:cxn>
              <a:cxn ang="0">
                <a:pos x="csX2" y="csY2"/>
              </a:cxn>
              <a:cxn ang="0">
                <a:pos x="csX3" y="csY3"/>
              </a:cxn>
            </a:cxnLst>
            <a:rect l="l" t="t" r="r" b="b"/>
            <a:pathLst>
              <a:path w="12192000" h="1567350">
                <a:moveTo>
                  <a:pt x="0" y="0"/>
                </a:moveTo>
                <a:lnTo>
                  <a:pt x="12192000" y="0"/>
                </a:lnTo>
                <a:lnTo>
                  <a:pt x="12192000" y="1567350"/>
                </a:lnTo>
                <a:lnTo>
                  <a:pt x="0" y="1567350"/>
                </a:lnTo>
                <a:close/>
              </a:path>
            </a:pathLst>
          </a:custGeom>
        </p:spPr>
      </p:pic>
    </p:spTree>
    <p:extLst>
      <p:ext uri="{BB962C8B-B14F-4D97-AF65-F5344CB8AC3E}">
        <p14:creationId xmlns:p14="http://schemas.microsoft.com/office/powerpoint/2010/main" val="545553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660886-21B9-EF7A-D4E0-BA49A178ABE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5343C37-CA44-A82B-0F0D-30EC438D36FB}"/>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D7A519F-A5D9-DCC0-7D5C-238A740D963A}"/>
              </a:ext>
            </a:extLst>
          </p:cNvPr>
          <p:cNvSpPr>
            <a:spLocks noGrp="1"/>
          </p:cNvSpPr>
          <p:nvPr>
            <p:ph type="dt" sz="half" idx="10"/>
          </p:nvPr>
        </p:nvSpPr>
        <p:spPr>
          <a:xfrm>
            <a:off x="838200" y="6356350"/>
            <a:ext cx="2743200" cy="365125"/>
          </a:xfrm>
          <a:prstGeom prst="rect">
            <a:avLst/>
          </a:prstGeom>
        </p:spPr>
        <p:txBody>
          <a:bodyPr/>
          <a:lstStyle/>
          <a:p>
            <a:fld id="{B654C64D-B06E-4FCE-8C9D-6136D5A89541}" type="datetimeFigureOut">
              <a:rPr lang="zh-CN" altLang="en-US" smtClean="0"/>
              <a:t>2026-04-06</a:t>
            </a:fld>
            <a:endParaRPr lang="zh-CN" altLang="en-US"/>
          </a:p>
        </p:txBody>
      </p:sp>
      <p:sp>
        <p:nvSpPr>
          <p:cNvPr id="5" name="页脚占位符 4">
            <a:extLst>
              <a:ext uri="{FF2B5EF4-FFF2-40B4-BE49-F238E27FC236}">
                <a16:creationId xmlns:a16="http://schemas.microsoft.com/office/drawing/2014/main" id="{2D55EC33-F02D-6930-FD46-906D7007A9C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B825BFB4-61D2-BEB0-B96B-6C2CE0E163BF}"/>
              </a:ext>
            </a:extLst>
          </p:cNvPr>
          <p:cNvSpPr>
            <a:spLocks noGrp="1"/>
          </p:cNvSpPr>
          <p:nvPr>
            <p:ph type="sldNum" sz="quarter" idx="12"/>
          </p:nvPr>
        </p:nvSpPr>
        <p:spPr>
          <a:xfrm>
            <a:off x="8610600" y="6356350"/>
            <a:ext cx="2743200" cy="365125"/>
          </a:xfrm>
          <a:prstGeom prst="rect">
            <a:avLst/>
          </a:prstGeom>
        </p:spPr>
        <p:txBody>
          <a:bodyPr/>
          <a:lstStyle/>
          <a:p>
            <a:fld id="{01F50D16-C500-4D50-A50A-F8227A3AE7D2}" type="slidenum">
              <a:rPr lang="zh-CN" altLang="en-US" smtClean="0"/>
              <a:t>‹#›</a:t>
            </a:fld>
            <a:endParaRPr lang="zh-CN" altLang="en-US"/>
          </a:p>
        </p:txBody>
      </p:sp>
    </p:spTree>
    <p:extLst>
      <p:ext uri="{BB962C8B-B14F-4D97-AF65-F5344CB8AC3E}">
        <p14:creationId xmlns:p14="http://schemas.microsoft.com/office/powerpoint/2010/main" val="3029044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0F46C3-49E3-40E8-52E3-3F996081B11B}"/>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253AE30-CD44-E540-35F5-4D44CA3BEDDE}"/>
              </a:ext>
            </a:extLst>
          </p:cNvPr>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25AC3A3-B049-D043-BE7D-7421E3985E02}"/>
              </a:ext>
            </a:extLst>
          </p:cNvPr>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97CD482-5EE9-80C4-ACC6-CFB242737223}"/>
              </a:ext>
            </a:extLst>
          </p:cNvPr>
          <p:cNvSpPr>
            <a:spLocks noGrp="1"/>
          </p:cNvSpPr>
          <p:nvPr>
            <p:ph type="dt" sz="half" idx="10"/>
          </p:nvPr>
        </p:nvSpPr>
        <p:spPr>
          <a:xfrm>
            <a:off x="838200" y="6356350"/>
            <a:ext cx="2743200" cy="365125"/>
          </a:xfrm>
          <a:prstGeom prst="rect">
            <a:avLst/>
          </a:prstGeom>
        </p:spPr>
        <p:txBody>
          <a:bodyPr/>
          <a:lstStyle/>
          <a:p>
            <a:fld id="{B654C64D-B06E-4FCE-8C9D-6136D5A89541}" type="datetimeFigureOut">
              <a:rPr lang="zh-CN" altLang="en-US" smtClean="0"/>
              <a:t>2026-04-06</a:t>
            </a:fld>
            <a:endParaRPr lang="zh-CN" altLang="en-US"/>
          </a:p>
        </p:txBody>
      </p:sp>
      <p:sp>
        <p:nvSpPr>
          <p:cNvPr id="6" name="页脚占位符 5">
            <a:extLst>
              <a:ext uri="{FF2B5EF4-FFF2-40B4-BE49-F238E27FC236}">
                <a16:creationId xmlns:a16="http://schemas.microsoft.com/office/drawing/2014/main" id="{11354BC2-3D01-0420-6446-4B001A81ED2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D22A1F0-7AA6-79B2-0D3A-16FB0A7BEC26}"/>
              </a:ext>
            </a:extLst>
          </p:cNvPr>
          <p:cNvSpPr>
            <a:spLocks noGrp="1"/>
          </p:cNvSpPr>
          <p:nvPr>
            <p:ph type="sldNum" sz="quarter" idx="12"/>
          </p:nvPr>
        </p:nvSpPr>
        <p:spPr>
          <a:xfrm>
            <a:off x="8610600" y="6356350"/>
            <a:ext cx="2743200" cy="365125"/>
          </a:xfrm>
          <a:prstGeom prst="rect">
            <a:avLst/>
          </a:prstGeom>
        </p:spPr>
        <p:txBody>
          <a:bodyPr/>
          <a:lstStyle/>
          <a:p>
            <a:fld id="{01F50D16-C500-4D50-A50A-F8227A3AE7D2}" type="slidenum">
              <a:rPr lang="zh-CN" altLang="en-US" smtClean="0"/>
              <a:t>‹#›</a:t>
            </a:fld>
            <a:endParaRPr lang="zh-CN" altLang="en-US"/>
          </a:p>
        </p:txBody>
      </p:sp>
    </p:spTree>
    <p:extLst>
      <p:ext uri="{BB962C8B-B14F-4D97-AF65-F5344CB8AC3E}">
        <p14:creationId xmlns:p14="http://schemas.microsoft.com/office/powerpoint/2010/main" val="3728345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4F81B0-3E76-4D6D-0126-1047D0DB05A5}"/>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1057B33-C054-782B-C92A-9FFE0EACCCF3}"/>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BA11E82-303F-043F-7A43-199FA2BB079E}"/>
              </a:ext>
            </a:extLst>
          </p:cNvPr>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EDD0AD4-9D59-A296-D20F-B3D180BF669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B8D035B-960C-645F-CCA9-5DBF77BF2243}"/>
              </a:ext>
            </a:extLst>
          </p:cNvPr>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F97B63C-6109-6713-DCBE-1CC83D4737F1}"/>
              </a:ext>
            </a:extLst>
          </p:cNvPr>
          <p:cNvSpPr>
            <a:spLocks noGrp="1"/>
          </p:cNvSpPr>
          <p:nvPr>
            <p:ph type="dt" sz="half" idx="10"/>
          </p:nvPr>
        </p:nvSpPr>
        <p:spPr>
          <a:xfrm>
            <a:off x="838200" y="6356350"/>
            <a:ext cx="2743200" cy="365125"/>
          </a:xfrm>
          <a:prstGeom prst="rect">
            <a:avLst/>
          </a:prstGeom>
        </p:spPr>
        <p:txBody>
          <a:bodyPr/>
          <a:lstStyle/>
          <a:p>
            <a:fld id="{B654C64D-B06E-4FCE-8C9D-6136D5A89541}" type="datetimeFigureOut">
              <a:rPr lang="zh-CN" altLang="en-US" smtClean="0"/>
              <a:t>2026-04-06</a:t>
            </a:fld>
            <a:endParaRPr lang="zh-CN" altLang="en-US"/>
          </a:p>
        </p:txBody>
      </p:sp>
      <p:sp>
        <p:nvSpPr>
          <p:cNvPr id="8" name="页脚占位符 7">
            <a:extLst>
              <a:ext uri="{FF2B5EF4-FFF2-40B4-BE49-F238E27FC236}">
                <a16:creationId xmlns:a16="http://schemas.microsoft.com/office/drawing/2014/main" id="{3B7DEE79-5894-3AB1-4045-F7F765F5575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6F7412F3-2C28-3412-C553-6CC7AD634E75}"/>
              </a:ext>
            </a:extLst>
          </p:cNvPr>
          <p:cNvSpPr>
            <a:spLocks noGrp="1"/>
          </p:cNvSpPr>
          <p:nvPr>
            <p:ph type="sldNum" sz="quarter" idx="12"/>
          </p:nvPr>
        </p:nvSpPr>
        <p:spPr>
          <a:xfrm>
            <a:off x="8610600" y="6356350"/>
            <a:ext cx="2743200" cy="365125"/>
          </a:xfrm>
          <a:prstGeom prst="rect">
            <a:avLst/>
          </a:prstGeom>
        </p:spPr>
        <p:txBody>
          <a:bodyPr/>
          <a:lstStyle/>
          <a:p>
            <a:fld id="{01F50D16-C500-4D50-A50A-F8227A3AE7D2}" type="slidenum">
              <a:rPr lang="zh-CN" altLang="en-US" smtClean="0"/>
              <a:t>‹#›</a:t>
            </a:fld>
            <a:endParaRPr lang="zh-CN" altLang="en-US"/>
          </a:p>
        </p:txBody>
      </p:sp>
    </p:spTree>
    <p:extLst>
      <p:ext uri="{BB962C8B-B14F-4D97-AF65-F5344CB8AC3E}">
        <p14:creationId xmlns:p14="http://schemas.microsoft.com/office/powerpoint/2010/main" val="2480617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DCF2B1-26EA-595D-C4F2-23266F72EE7E}"/>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58758F4-725D-FBF2-DC59-881F74951166}"/>
              </a:ext>
            </a:extLst>
          </p:cNvPr>
          <p:cNvSpPr>
            <a:spLocks noGrp="1"/>
          </p:cNvSpPr>
          <p:nvPr>
            <p:ph type="dt" sz="half" idx="10"/>
          </p:nvPr>
        </p:nvSpPr>
        <p:spPr>
          <a:xfrm>
            <a:off x="838200" y="6356350"/>
            <a:ext cx="2743200" cy="365125"/>
          </a:xfrm>
          <a:prstGeom prst="rect">
            <a:avLst/>
          </a:prstGeom>
        </p:spPr>
        <p:txBody>
          <a:bodyPr/>
          <a:lstStyle/>
          <a:p>
            <a:fld id="{B654C64D-B06E-4FCE-8C9D-6136D5A89541}" type="datetimeFigureOut">
              <a:rPr lang="zh-CN" altLang="en-US" smtClean="0"/>
              <a:t>2026-04-06</a:t>
            </a:fld>
            <a:endParaRPr lang="zh-CN" altLang="en-US"/>
          </a:p>
        </p:txBody>
      </p:sp>
      <p:sp>
        <p:nvSpPr>
          <p:cNvPr id="4" name="页脚占位符 3">
            <a:extLst>
              <a:ext uri="{FF2B5EF4-FFF2-40B4-BE49-F238E27FC236}">
                <a16:creationId xmlns:a16="http://schemas.microsoft.com/office/drawing/2014/main" id="{7A532297-A43C-7378-463A-9D7F2175C789}"/>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E2141894-40A1-4669-BD63-4F5E5DEBC770}"/>
              </a:ext>
            </a:extLst>
          </p:cNvPr>
          <p:cNvSpPr>
            <a:spLocks noGrp="1"/>
          </p:cNvSpPr>
          <p:nvPr>
            <p:ph type="sldNum" sz="quarter" idx="12"/>
          </p:nvPr>
        </p:nvSpPr>
        <p:spPr>
          <a:xfrm>
            <a:off x="8610600" y="6356350"/>
            <a:ext cx="2743200" cy="365125"/>
          </a:xfrm>
          <a:prstGeom prst="rect">
            <a:avLst/>
          </a:prstGeom>
        </p:spPr>
        <p:txBody>
          <a:bodyPr/>
          <a:lstStyle/>
          <a:p>
            <a:fld id="{01F50D16-C500-4D50-A50A-F8227A3AE7D2}" type="slidenum">
              <a:rPr lang="zh-CN" altLang="en-US" smtClean="0"/>
              <a:t>‹#›</a:t>
            </a:fld>
            <a:endParaRPr lang="zh-CN" altLang="en-US"/>
          </a:p>
        </p:txBody>
      </p:sp>
    </p:spTree>
    <p:extLst>
      <p:ext uri="{BB962C8B-B14F-4D97-AF65-F5344CB8AC3E}">
        <p14:creationId xmlns:p14="http://schemas.microsoft.com/office/powerpoint/2010/main" val="4214489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206C49A-990A-3F60-A1AF-6F2BD4A5F315}"/>
              </a:ext>
            </a:extLst>
          </p:cNvPr>
          <p:cNvSpPr>
            <a:spLocks noGrp="1"/>
          </p:cNvSpPr>
          <p:nvPr>
            <p:ph type="dt" sz="half" idx="10"/>
          </p:nvPr>
        </p:nvSpPr>
        <p:spPr>
          <a:xfrm>
            <a:off x="838200" y="6356350"/>
            <a:ext cx="2743200" cy="365125"/>
          </a:xfrm>
          <a:prstGeom prst="rect">
            <a:avLst/>
          </a:prstGeom>
        </p:spPr>
        <p:txBody>
          <a:bodyPr/>
          <a:lstStyle/>
          <a:p>
            <a:fld id="{B654C64D-B06E-4FCE-8C9D-6136D5A89541}" type="datetimeFigureOut">
              <a:rPr lang="zh-CN" altLang="en-US" smtClean="0"/>
              <a:t>2026-04-06</a:t>
            </a:fld>
            <a:endParaRPr lang="zh-CN" altLang="en-US"/>
          </a:p>
        </p:txBody>
      </p:sp>
      <p:sp>
        <p:nvSpPr>
          <p:cNvPr id="3" name="页脚占位符 2">
            <a:extLst>
              <a:ext uri="{FF2B5EF4-FFF2-40B4-BE49-F238E27FC236}">
                <a16:creationId xmlns:a16="http://schemas.microsoft.com/office/drawing/2014/main" id="{53655D6A-7F91-F474-C1B5-C94AE872DAFF}"/>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11A41A39-13CA-7D7B-C1CB-6A0A655F10C9}"/>
              </a:ext>
            </a:extLst>
          </p:cNvPr>
          <p:cNvSpPr>
            <a:spLocks noGrp="1"/>
          </p:cNvSpPr>
          <p:nvPr>
            <p:ph type="sldNum" sz="quarter" idx="12"/>
          </p:nvPr>
        </p:nvSpPr>
        <p:spPr>
          <a:xfrm>
            <a:off x="8610600" y="6356350"/>
            <a:ext cx="2743200" cy="365125"/>
          </a:xfrm>
          <a:prstGeom prst="rect">
            <a:avLst/>
          </a:prstGeom>
        </p:spPr>
        <p:txBody>
          <a:bodyPr/>
          <a:lstStyle/>
          <a:p>
            <a:fld id="{01F50D16-C500-4D50-A50A-F8227A3AE7D2}" type="slidenum">
              <a:rPr lang="zh-CN" altLang="en-US" smtClean="0"/>
              <a:t>‹#›</a:t>
            </a:fld>
            <a:endParaRPr lang="zh-CN" altLang="en-US"/>
          </a:p>
        </p:txBody>
      </p:sp>
      <p:sp>
        <p:nvSpPr>
          <p:cNvPr id="6" name="文本框 5">
            <a:extLst>
              <a:ext uri="{FF2B5EF4-FFF2-40B4-BE49-F238E27FC236}">
                <a16:creationId xmlns:a16="http://schemas.microsoft.com/office/drawing/2014/main" id="{82E4B201-9A5F-745B-23B9-8E0FADC7BE16}"/>
              </a:ext>
            </a:extLst>
          </p:cNvPr>
          <p:cNvSpPr txBox="1"/>
          <p:nvPr userDrawn="1"/>
        </p:nvSpPr>
        <p:spPr>
          <a:xfrm>
            <a:off x="747486" y="5446263"/>
            <a:ext cx="6096000" cy="646331"/>
          </a:xfrm>
          <a:prstGeom prst="rect">
            <a:avLst/>
          </a:prstGeom>
          <a:noFill/>
        </p:spPr>
        <p:txBody>
          <a:bodyPr wrap="square">
            <a:spAutoFit/>
          </a:bodyPr>
          <a:lstStyle/>
          <a:p>
            <a:r>
              <a:rPr lang="zh-CN" altLang="en-US" dirty="0">
                <a:solidFill>
                  <a:schemeClr val="bg1">
                    <a:lumMod val="95000"/>
                  </a:schemeClr>
                </a:solidFill>
              </a:rPr>
              <a:t>51PPT模板网，幻灯片演示模板及素材免费下载！</a:t>
            </a:r>
          </a:p>
          <a:p>
            <a:r>
              <a:rPr lang="zh-CN" altLang="en-US" dirty="0">
                <a:solidFill>
                  <a:schemeClr val="bg1">
                    <a:lumMod val="95000"/>
                  </a:schemeClr>
                </a:solidFill>
              </a:rPr>
              <a:t>51PPT模板网 唯一访问网址：www.51pptmoban.com</a:t>
            </a:r>
          </a:p>
        </p:txBody>
      </p:sp>
    </p:spTree>
    <p:extLst>
      <p:ext uri="{BB962C8B-B14F-4D97-AF65-F5344CB8AC3E}">
        <p14:creationId xmlns:p14="http://schemas.microsoft.com/office/powerpoint/2010/main" val="2529796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70D2F5-12AB-81D9-900C-64854694677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03E42A-97B8-E7EB-207B-FC7DB849CCE8}"/>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63AB621-AD75-51A2-9E2F-41F2F2AE191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6CCC8A7-4494-3090-450A-7CA01F6E8901}"/>
              </a:ext>
            </a:extLst>
          </p:cNvPr>
          <p:cNvSpPr>
            <a:spLocks noGrp="1"/>
          </p:cNvSpPr>
          <p:nvPr>
            <p:ph type="dt" sz="half" idx="10"/>
          </p:nvPr>
        </p:nvSpPr>
        <p:spPr>
          <a:xfrm>
            <a:off x="838200" y="6356350"/>
            <a:ext cx="2743200" cy="365125"/>
          </a:xfrm>
          <a:prstGeom prst="rect">
            <a:avLst/>
          </a:prstGeom>
        </p:spPr>
        <p:txBody>
          <a:bodyPr/>
          <a:lstStyle/>
          <a:p>
            <a:fld id="{B654C64D-B06E-4FCE-8C9D-6136D5A89541}" type="datetimeFigureOut">
              <a:rPr lang="zh-CN" altLang="en-US" smtClean="0"/>
              <a:t>2026-04-06</a:t>
            </a:fld>
            <a:endParaRPr lang="zh-CN" altLang="en-US"/>
          </a:p>
        </p:txBody>
      </p:sp>
      <p:sp>
        <p:nvSpPr>
          <p:cNvPr id="6" name="页脚占位符 5">
            <a:extLst>
              <a:ext uri="{FF2B5EF4-FFF2-40B4-BE49-F238E27FC236}">
                <a16:creationId xmlns:a16="http://schemas.microsoft.com/office/drawing/2014/main" id="{DB9C7DC7-33BE-C751-4DAC-3613672E3A2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343786FA-9B1A-7397-CD26-B750825677FE}"/>
              </a:ext>
            </a:extLst>
          </p:cNvPr>
          <p:cNvSpPr>
            <a:spLocks noGrp="1"/>
          </p:cNvSpPr>
          <p:nvPr>
            <p:ph type="sldNum" sz="quarter" idx="12"/>
          </p:nvPr>
        </p:nvSpPr>
        <p:spPr>
          <a:xfrm>
            <a:off x="8610600" y="6356350"/>
            <a:ext cx="2743200" cy="365125"/>
          </a:xfrm>
          <a:prstGeom prst="rect">
            <a:avLst/>
          </a:prstGeom>
        </p:spPr>
        <p:txBody>
          <a:bodyPr/>
          <a:lstStyle/>
          <a:p>
            <a:fld id="{01F50D16-C500-4D50-A50A-F8227A3AE7D2}" type="slidenum">
              <a:rPr lang="zh-CN" altLang="en-US" smtClean="0"/>
              <a:t>‹#›</a:t>
            </a:fld>
            <a:endParaRPr lang="zh-CN" altLang="en-US"/>
          </a:p>
        </p:txBody>
      </p:sp>
    </p:spTree>
    <p:extLst>
      <p:ext uri="{BB962C8B-B14F-4D97-AF65-F5344CB8AC3E}">
        <p14:creationId xmlns:p14="http://schemas.microsoft.com/office/powerpoint/2010/main" val="3259080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6C1B2B-0396-83E4-B6F3-14C9B5C5F6B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3A75C6E-78D3-24D2-0151-A4BCB6837950}"/>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C2619FE-DF1C-2D74-24E2-91E2371AEF2E}"/>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5130F90-B9C3-D20C-6016-52C211B1AE05}"/>
              </a:ext>
            </a:extLst>
          </p:cNvPr>
          <p:cNvSpPr>
            <a:spLocks noGrp="1"/>
          </p:cNvSpPr>
          <p:nvPr>
            <p:ph type="dt" sz="half" idx="10"/>
          </p:nvPr>
        </p:nvSpPr>
        <p:spPr>
          <a:xfrm>
            <a:off x="838200" y="6356350"/>
            <a:ext cx="2743200" cy="365125"/>
          </a:xfrm>
          <a:prstGeom prst="rect">
            <a:avLst/>
          </a:prstGeom>
        </p:spPr>
        <p:txBody>
          <a:bodyPr/>
          <a:lstStyle/>
          <a:p>
            <a:fld id="{B654C64D-B06E-4FCE-8C9D-6136D5A89541}" type="datetimeFigureOut">
              <a:rPr lang="zh-CN" altLang="en-US" smtClean="0"/>
              <a:t>2026-04-06</a:t>
            </a:fld>
            <a:endParaRPr lang="zh-CN" altLang="en-US"/>
          </a:p>
        </p:txBody>
      </p:sp>
      <p:sp>
        <p:nvSpPr>
          <p:cNvPr id="6" name="页脚占位符 5">
            <a:extLst>
              <a:ext uri="{FF2B5EF4-FFF2-40B4-BE49-F238E27FC236}">
                <a16:creationId xmlns:a16="http://schemas.microsoft.com/office/drawing/2014/main" id="{47968695-8B72-EA68-DB76-78D38FF8A1A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0A7FDAC9-67AF-590E-D1D7-11F1BA91C874}"/>
              </a:ext>
            </a:extLst>
          </p:cNvPr>
          <p:cNvSpPr>
            <a:spLocks noGrp="1"/>
          </p:cNvSpPr>
          <p:nvPr>
            <p:ph type="sldNum" sz="quarter" idx="12"/>
          </p:nvPr>
        </p:nvSpPr>
        <p:spPr>
          <a:xfrm>
            <a:off x="8610600" y="6356350"/>
            <a:ext cx="2743200" cy="365125"/>
          </a:xfrm>
          <a:prstGeom prst="rect">
            <a:avLst/>
          </a:prstGeom>
        </p:spPr>
        <p:txBody>
          <a:bodyPr/>
          <a:lstStyle/>
          <a:p>
            <a:fld id="{01F50D16-C500-4D50-A50A-F8227A3AE7D2}" type="slidenum">
              <a:rPr lang="zh-CN" altLang="en-US" smtClean="0"/>
              <a:t>‹#›</a:t>
            </a:fld>
            <a:endParaRPr lang="zh-CN" altLang="en-US"/>
          </a:p>
        </p:txBody>
      </p:sp>
    </p:spTree>
    <p:extLst>
      <p:ext uri="{BB962C8B-B14F-4D97-AF65-F5344CB8AC3E}">
        <p14:creationId xmlns:p14="http://schemas.microsoft.com/office/powerpoint/2010/main" val="1535979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31DFB7-F462-549F-5FC5-3A0E51E35C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5624AD-4C97-8D4B-9E7C-9885B3C1AB66}"/>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6F8EC4F-D192-2953-0351-32A1AECBF683}"/>
              </a:ext>
            </a:extLst>
          </p:cNvPr>
          <p:cNvSpPr>
            <a:spLocks noGrp="1"/>
          </p:cNvSpPr>
          <p:nvPr>
            <p:ph type="dt" sz="half" idx="10"/>
          </p:nvPr>
        </p:nvSpPr>
        <p:spPr>
          <a:xfrm>
            <a:off x="838200" y="6356350"/>
            <a:ext cx="2743200" cy="365125"/>
          </a:xfrm>
          <a:prstGeom prst="rect">
            <a:avLst/>
          </a:prstGeom>
        </p:spPr>
        <p:txBody>
          <a:bodyPr/>
          <a:lstStyle/>
          <a:p>
            <a:fld id="{B654C64D-B06E-4FCE-8C9D-6136D5A89541}" type="datetimeFigureOut">
              <a:rPr lang="zh-CN" altLang="en-US" smtClean="0"/>
              <a:t>2026-04-06</a:t>
            </a:fld>
            <a:endParaRPr lang="zh-CN" altLang="en-US"/>
          </a:p>
        </p:txBody>
      </p:sp>
      <p:sp>
        <p:nvSpPr>
          <p:cNvPr id="5" name="页脚占位符 4">
            <a:extLst>
              <a:ext uri="{FF2B5EF4-FFF2-40B4-BE49-F238E27FC236}">
                <a16:creationId xmlns:a16="http://schemas.microsoft.com/office/drawing/2014/main" id="{C52C1165-3B42-0D85-55A1-85575C73433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07AEE3A8-17E3-4013-C524-0516DF3AB086}"/>
              </a:ext>
            </a:extLst>
          </p:cNvPr>
          <p:cNvSpPr>
            <a:spLocks noGrp="1"/>
          </p:cNvSpPr>
          <p:nvPr>
            <p:ph type="sldNum" sz="quarter" idx="12"/>
          </p:nvPr>
        </p:nvSpPr>
        <p:spPr>
          <a:xfrm>
            <a:off x="8610600" y="6356350"/>
            <a:ext cx="2743200" cy="365125"/>
          </a:xfrm>
          <a:prstGeom prst="rect">
            <a:avLst/>
          </a:prstGeom>
        </p:spPr>
        <p:txBody>
          <a:bodyPr/>
          <a:lstStyle/>
          <a:p>
            <a:fld id="{01F50D16-C500-4D50-A50A-F8227A3AE7D2}" type="slidenum">
              <a:rPr lang="zh-CN" altLang="en-US" smtClean="0"/>
              <a:t>‹#›</a:t>
            </a:fld>
            <a:endParaRPr lang="zh-CN" altLang="en-US"/>
          </a:p>
        </p:txBody>
      </p:sp>
    </p:spTree>
    <p:extLst>
      <p:ext uri="{BB962C8B-B14F-4D97-AF65-F5344CB8AC3E}">
        <p14:creationId xmlns:p14="http://schemas.microsoft.com/office/powerpoint/2010/main" val="3622090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7CC0BD4-4BEF-347C-0FDD-982DD7D12F84}"/>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2516CCE-F181-3E55-68AE-BDB3685D4B43}"/>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85B5E30-CBF0-C161-AC09-9DC3643F642A}"/>
              </a:ext>
            </a:extLst>
          </p:cNvPr>
          <p:cNvSpPr>
            <a:spLocks noGrp="1"/>
          </p:cNvSpPr>
          <p:nvPr>
            <p:ph type="dt" sz="half" idx="10"/>
          </p:nvPr>
        </p:nvSpPr>
        <p:spPr>
          <a:xfrm>
            <a:off x="838200" y="6356350"/>
            <a:ext cx="2743200" cy="365125"/>
          </a:xfrm>
          <a:prstGeom prst="rect">
            <a:avLst/>
          </a:prstGeom>
        </p:spPr>
        <p:txBody>
          <a:bodyPr/>
          <a:lstStyle/>
          <a:p>
            <a:fld id="{B654C64D-B06E-4FCE-8C9D-6136D5A89541}" type="datetimeFigureOut">
              <a:rPr lang="zh-CN" altLang="en-US" smtClean="0"/>
              <a:t>2026-04-06</a:t>
            </a:fld>
            <a:endParaRPr lang="zh-CN" altLang="en-US"/>
          </a:p>
        </p:txBody>
      </p:sp>
      <p:sp>
        <p:nvSpPr>
          <p:cNvPr id="5" name="页脚占位符 4">
            <a:extLst>
              <a:ext uri="{FF2B5EF4-FFF2-40B4-BE49-F238E27FC236}">
                <a16:creationId xmlns:a16="http://schemas.microsoft.com/office/drawing/2014/main" id="{CE2976E1-6FCE-2DA1-042D-4A45BA56EE3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CA8FDAE4-E4C1-C88F-0E4A-593B40695EB9}"/>
              </a:ext>
            </a:extLst>
          </p:cNvPr>
          <p:cNvSpPr>
            <a:spLocks noGrp="1"/>
          </p:cNvSpPr>
          <p:nvPr>
            <p:ph type="sldNum" sz="quarter" idx="12"/>
          </p:nvPr>
        </p:nvSpPr>
        <p:spPr>
          <a:xfrm>
            <a:off x="8610600" y="6356350"/>
            <a:ext cx="2743200" cy="365125"/>
          </a:xfrm>
          <a:prstGeom prst="rect">
            <a:avLst/>
          </a:prstGeom>
        </p:spPr>
        <p:txBody>
          <a:bodyPr/>
          <a:lstStyle/>
          <a:p>
            <a:fld id="{01F50D16-C500-4D50-A50A-F8227A3AE7D2}" type="slidenum">
              <a:rPr lang="zh-CN" altLang="en-US" smtClean="0"/>
              <a:t>‹#›</a:t>
            </a:fld>
            <a:endParaRPr lang="zh-CN" altLang="en-US"/>
          </a:p>
        </p:txBody>
      </p:sp>
    </p:spTree>
    <p:extLst>
      <p:ext uri="{BB962C8B-B14F-4D97-AF65-F5344CB8AC3E}">
        <p14:creationId xmlns:p14="http://schemas.microsoft.com/office/powerpoint/2010/main" val="3423130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9751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1PPT模板网，www.51pptmoban.com">
    <p:spTree>
      <p:nvGrpSpPr>
        <p:cNvPr id="1" name=""/>
        <p:cNvGrpSpPr/>
        <p:nvPr/>
      </p:nvGrpSpPr>
      <p:grpSpPr>
        <a:xfrm>
          <a:off x="0" y="0"/>
          <a:ext cx="0" cy="0"/>
          <a:chOff x="0" y="0"/>
          <a:chExt cx="0" cy="0"/>
        </a:xfrm>
      </p:grpSpPr>
      <p:sp>
        <p:nvSpPr>
          <p:cNvPr id="37" name="任意多边形: 形状 36">
            <a:extLst>
              <a:ext uri="{FF2B5EF4-FFF2-40B4-BE49-F238E27FC236}">
                <a16:creationId xmlns:a16="http://schemas.microsoft.com/office/drawing/2014/main" id="{755E9D02-03E4-2FEA-BE57-F9CC76BFC8A1}"/>
              </a:ext>
            </a:extLst>
          </p:cNvPr>
          <p:cNvSpPr/>
          <p:nvPr userDrawn="1"/>
        </p:nvSpPr>
        <p:spPr>
          <a:xfrm>
            <a:off x="2" y="3832097"/>
            <a:ext cx="12195175" cy="3022731"/>
          </a:xfrm>
          <a:custGeom>
            <a:avLst/>
            <a:gdLst>
              <a:gd name="connsiteX0" fmla="*/ 7975600 w 12192000"/>
              <a:gd name="connsiteY0" fmla="*/ 1366 h 3023966"/>
              <a:gd name="connsiteX1" fmla="*/ 11319470 w 12192000"/>
              <a:gd name="connsiteY1" fmla="*/ 330723 h 3023966"/>
              <a:gd name="connsiteX2" fmla="*/ 12192000 w 12192000"/>
              <a:gd name="connsiteY2" fmla="*/ 498201 h 3023966"/>
              <a:gd name="connsiteX3" fmla="*/ 12192000 w 12192000"/>
              <a:gd name="connsiteY3" fmla="*/ 3023966 h 3023966"/>
              <a:gd name="connsiteX4" fmla="*/ 0 w 12192000"/>
              <a:gd name="connsiteY4" fmla="*/ 3023966 h 3023966"/>
              <a:gd name="connsiteX5" fmla="*/ 0 w 12192000"/>
              <a:gd name="connsiteY5" fmla="*/ 376472 h 3023966"/>
              <a:gd name="connsiteX6" fmla="*/ 345926 w 12192000"/>
              <a:gd name="connsiteY6" fmla="*/ 450479 h 3023966"/>
              <a:gd name="connsiteX7" fmla="*/ 2908300 w 12192000"/>
              <a:gd name="connsiteY7" fmla="*/ 674466 h 3023966"/>
              <a:gd name="connsiteX8" fmla="*/ 7975600 w 12192000"/>
              <a:gd name="connsiteY8" fmla="*/ 1366 h 302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023966">
                <a:moveTo>
                  <a:pt x="7975600" y="1366"/>
                </a:moveTo>
                <a:cubicBezTo>
                  <a:pt x="9159875" y="-16096"/>
                  <a:pt x="10251281" y="136105"/>
                  <a:pt x="11319470" y="330723"/>
                </a:cubicBezTo>
                <a:lnTo>
                  <a:pt x="12192000" y="498201"/>
                </a:lnTo>
                <a:lnTo>
                  <a:pt x="12192000" y="3023966"/>
                </a:lnTo>
                <a:lnTo>
                  <a:pt x="0" y="3023966"/>
                </a:lnTo>
                <a:lnTo>
                  <a:pt x="0" y="376472"/>
                </a:lnTo>
                <a:lnTo>
                  <a:pt x="345926" y="450479"/>
                </a:lnTo>
                <a:cubicBezTo>
                  <a:pt x="1074142" y="599258"/>
                  <a:pt x="1865313" y="710978"/>
                  <a:pt x="2908300" y="674466"/>
                </a:cubicBezTo>
                <a:cubicBezTo>
                  <a:pt x="4298950" y="625783"/>
                  <a:pt x="6396567" y="24649"/>
                  <a:pt x="7975600" y="1366"/>
                </a:cubicBezTo>
                <a:close/>
              </a:path>
            </a:pathLst>
          </a:custGeom>
          <a:solidFill>
            <a:srgbClr val="00339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703">
              <a:latin typeface="HarmonyOS Sans SC Light" panose="00000400000000000000" pitchFamily="2" charset="-122"/>
              <a:ea typeface="阿里巴巴普惠体 2.0 55 Regular" panose="00020600040101010101" pitchFamily="18" charset="-122"/>
              <a:cs typeface="阿里巴巴普惠体 2.0 55 Regular" panose="00020600040101010101" pitchFamily="18" charset="-122"/>
              <a:sym typeface="HarmonyOS Sans SC Light" panose="00000400000000000000" pitchFamily="2" charset="-122"/>
            </a:endParaRPr>
          </a:p>
        </p:txBody>
      </p:sp>
      <p:grpSp>
        <p:nvGrpSpPr>
          <p:cNvPr id="2" name="组合 1">
            <a:extLst>
              <a:ext uri="{FF2B5EF4-FFF2-40B4-BE49-F238E27FC236}">
                <a16:creationId xmlns:a16="http://schemas.microsoft.com/office/drawing/2014/main" id="{381F7462-B454-D9CD-1119-9123DEB0BCE3}"/>
              </a:ext>
            </a:extLst>
          </p:cNvPr>
          <p:cNvGrpSpPr/>
          <p:nvPr userDrawn="1"/>
        </p:nvGrpSpPr>
        <p:grpSpPr>
          <a:xfrm>
            <a:off x="807247" y="298818"/>
            <a:ext cx="3513983" cy="1204794"/>
            <a:chOff x="870547" y="7238685"/>
            <a:chExt cx="3333750" cy="1143000"/>
          </a:xfrm>
        </p:grpSpPr>
        <p:grpSp>
          <p:nvGrpSpPr>
            <p:cNvPr id="3" name="组合 2" descr="51PPT模板网，幻灯片演示模板及素材免费下载！&#10;51PPT模板网 唯一访问网址：www.51pptmoban.com">
              <a:extLst>
                <a:ext uri="{FF2B5EF4-FFF2-40B4-BE49-F238E27FC236}">
                  <a16:creationId xmlns:a16="http://schemas.microsoft.com/office/drawing/2014/main" id="{CD7781A2-7670-D6F9-A580-785A1DE65734}"/>
                </a:ext>
              </a:extLst>
            </p:cNvPr>
            <p:cNvGrpSpPr/>
            <p:nvPr userDrawn="1"/>
          </p:nvGrpSpPr>
          <p:grpSpPr>
            <a:xfrm>
              <a:off x="1089945" y="7419206"/>
              <a:ext cx="2824283" cy="781959"/>
              <a:chOff x="1086173" y="3300162"/>
              <a:chExt cx="2824283" cy="781959"/>
            </a:xfrm>
          </p:grpSpPr>
          <p:sp>
            <p:nvSpPr>
              <p:cNvPr id="5" name="任意多边形: 形状 4">
                <a:extLst>
                  <a:ext uri="{FF2B5EF4-FFF2-40B4-BE49-F238E27FC236}">
                    <a16:creationId xmlns:a16="http://schemas.microsoft.com/office/drawing/2014/main" id="{2A4D029E-D190-E7B4-70E0-00738435A8A5}"/>
                  </a:ext>
                </a:extLst>
              </p:cNvPr>
              <p:cNvSpPr/>
              <p:nvPr userDrawn="1"/>
            </p:nvSpPr>
            <p:spPr>
              <a:xfrm>
                <a:off x="2111882" y="3451828"/>
                <a:ext cx="250109" cy="332432"/>
              </a:xfrm>
              <a:custGeom>
                <a:avLst/>
                <a:gdLst>
                  <a:gd name="connsiteX0" fmla="*/ 79937 w 250109"/>
                  <a:gd name="connsiteY0" fmla="*/ 159025 h 332432"/>
                  <a:gd name="connsiteX1" fmla="*/ 79937 w 250109"/>
                  <a:gd name="connsiteY1" fmla="*/ 62949 h 332432"/>
                  <a:gd name="connsiteX2" fmla="*/ 112574 w 250109"/>
                  <a:gd name="connsiteY2" fmla="*/ 62949 h 332432"/>
                  <a:gd name="connsiteX3" fmla="*/ 156891 w 250109"/>
                  <a:gd name="connsiteY3" fmla="*/ 72996 h 332432"/>
                  <a:gd name="connsiteX4" fmla="*/ 172401 w 250109"/>
                  <a:gd name="connsiteY4" fmla="*/ 108130 h 332432"/>
                  <a:gd name="connsiteX5" fmla="*/ 158257 w 250109"/>
                  <a:gd name="connsiteY5" fmla="*/ 145870 h 332432"/>
                  <a:gd name="connsiteX6" fmla="*/ 114820 w 250109"/>
                  <a:gd name="connsiteY6" fmla="*/ 159025 h 332432"/>
                  <a:gd name="connsiteX7" fmla="*/ 79937 w 250109"/>
                  <a:gd name="connsiteY7" fmla="*/ 159025 h 332432"/>
                  <a:gd name="connsiteX8" fmla="*/ 0 w 250109"/>
                  <a:gd name="connsiteY8" fmla="*/ 332433 h 332432"/>
                  <a:gd name="connsiteX9" fmla="*/ 79937 w 250109"/>
                  <a:gd name="connsiteY9" fmla="*/ 332433 h 332432"/>
                  <a:gd name="connsiteX10" fmla="*/ 79937 w 250109"/>
                  <a:gd name="connsiteY10" fmla="*/ 222087 h 332432"/>
                  <a:gd name="connsiteX11" fmla="*/ 118792 w 250109"/>
                  <a:gd name="connsiteY11" fmla="*/ 222087 h 332432"/>
                  <a:gd name="connsiteX12" fmla="*/ 184082 w 250109"/>
                  <a:gd name="connsiteY12" fmla="*/ 210047 h 332432"/>
                  <a:gd name="connsiteX13" fmla="*/ 231743 w 250109"/>
                  <a:gd name="connsiteY13" fmla="*/ 172810 h 332432"/>
                  <a:gd name="connsiteX14" fmla="*/ 250110 w 250109"/>
                  <a:gd name="connsiteY14" fmla="*/ 108148 h 332432"/>
                  <a:gd name="connsiteX15" fmla="*/ 231869 w 250109"/>
                  <a:gd name="connsiteY15" fmla="*/ 43594 h 332432"/>
                  <a:gd name="connsiteX16" fmla="*/ 183831 w 250109"/>
                  <a:gd name="connsiteY16" fmla="*/ 9700 h 332432"/>
                  <a:gd name="connsiteX17" fmla="*/ 116563 w 250109"/>
                  <a:gd name="connsiteY17" fmla="*/ 13 h 332432"/>
                  <a:gd name="connsiteX18" fmla="*/ 0 w 250109"/>
                  <a:gd name="connsiteY18" fmla="*/ 13 h 332432"/>
                  <a:gd name="connsiteX19" fmla="*/ 0 w 250109"/>
                  <a:gd name="connsiteY19" fmla="*/ 332433 h 332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0109" h="332432">
                    <a:moveTo>
                      <a:pt x="79937" y="159025"/>
                    </a:moveTo>
                    <a:lnTo>
                      <a:pt x="79937" y="62949"/>
                    </a:lnTo>
                    <a:lnTo>
                      <a:pt x="112574" y="62949"/>
                    </a:lnTo>
                    <a:cubicBezTo>
                      <a:pt x="131821" y="62698"/>
                      <a:pt x="146702" y="66059"/>
                      <a:pt x="156891" y="72996"/>
                    </a:cubicBezTo>
                    <a:cubicBezTo>
                      <a:pt x="167189" y="79825"/>
                      <a:pt x="172401" y="91488"/>
                      <a:pt x="172401" y="108130"/>
                    </a:cubicBezTo>
                    <a:cubicBezTo>
                      <a:pt x="172527" y="124520"/>
                      <a:pt x="167692" y="137046"/>
                      <a:pt x="158257" y="145870"/>
                    </a:cubicBezTo>
                    <a:cubicBezTo>
                      <a:pt x="148696" y="154550"/>
                      <a:pt x="134175" y="159025"/>
                      <a:pt x="114820" y="159025"/>
                    </a:cubicBezTo>
                    <a:lnTo>
                      <a:pt x="79937" y="159025"/>
                    </a:lnTo>
                    <a:close/>
                    <a:moveTo>
                      <a:pt x="0" y="332433"/>
                    </a:moveTo>
                    <a:lnTo>
                      <a:pt x="79937" y="332433"/>
                    </a:lnTo>
                    <a:lnTo>
                      <a:pt x="79937" y="222087"/>
                    </a:lnTo>
                    <a:lnTo>
                      <a:pt x="118792" y="222087"/>
                    </a:lnTo>
                    <a:cubicBezTo>
                      <a:pt x="142496" y="222087"/>
                      <a:pt x="164224" y="218116"/>
                      <a:pt x="184082" y="210047"/>
                    </a:cubicBezTo>
                    <a:cubicBezTo>
                      <a:pt x="203815" y="202103"/>
                      <a:pt x="219702" y="189559"/>
                      <a:pt x="231743" y="172810"/>
                    </a:cubicBezTo>
                    <a:cubicBezTo>
                      <a:pt x="243658" y="155934"/>
                      <a:pt x="249858" y="134458"/>
                      <a:pt x="250110" y="108148"/>
                    </a:cubicBezTo>
                    <a:cubicBezTo>
                      <a:pt x="249858" y="80957"/>
                      <a:pt x="243784" y="59373"/>
                      <a:pt x="231869" y="43594"/>
                    </a:cubicBezTo>
                    <a:cubicBezTo>
                      <a:pt x="219828" y="27707"/>
                      <a:pt x="203815" y="16403"/>
                      <a:pt x="183831" y="9700"/>
                    </a:cubicBezTo>
                    <a:cubicBezTo>
                      <a:pt x="163721" y="3122"/>
                      <a:pt x="141256" y="-238"/>
                      <a:pt x="116563" y="13"/>
                    </a:cubicBezTo>
                    <a:lnTo>
                      <a:pt x="0" y="13"/>
                    </a:lnTo>
                    <a:lnTo>
                      <a:pt x="0" y="332433"/>
                    </a:lnTo>
                    <a:close/>
                  </a:path>
                </a:pathLst>
              </a:custGeom>
              <a:solidFill>
                <a:srgbClr val="000000"/>
              </a:solidFill>
              <a:ln w="1794" cap="flat">
                <a:noFill/>
                <a:prstDash val="solid"/>
                <a:miter/>
              </a:ln>
            </p:spPr>
            <p:txBody>
              <a:bodyPr rtlCol="0" anchor="ctr"/>
              <a:lstStyle/>
              <a:p>
                <a:endParaRPr lang="zh-CN" altLang="en-US"/>
              </a:p>
            </p:txBody>
          </p:sp>
          <p:sp>
            <p:nvSpPr>
              <p:cNvPr id="38" name="任意多边形: 形状 37">
                <a:extLst>
                  <a:ext uri="{FF2B5EF4-FFF2-40B4-BE49-F238E27FC236}">
                    <a16:creationId xmlns:a16="http://schemas.microsoft.com/office/drawing/2014/main" id="{96A052D9-33D2-05C9-FE3E-8412E8D51A11}"/>
                  </a:ext>
                </a:extLst>
              </p:cNvPr>
              <p:cNvSpPr/>
              <p:nvPr userDrawn="1"/>
            </p:nvSpPr>
            <p:spPr>
              <a:xfrm>
                <a:off x="2426959" y="3451828"/>
                <a:ext cx="250109" cy="332432"/>
              </a:xfrm>
              <a:custGeom>
                <a:avLst/>
                <a:gdLst>
                  <a:gd name="connsiteX0" fmla="*/ 79937 w 250109"/>
                  <a:gd name="connsiteY0" fmla="*/ 159025 h 332432"/>
                  <a:gd name="connsiteX1" fmla="*/ 79937 w 250109"/>
                  <a:gd name="connsiteY1" fmla="*/ 62949 h 332432"/>
                  <a:gd name="connsiteX2" fmla="*/ 112574 w 250109"/>
                  <a:gd name="connsiteY2" fmla="*/ 62949 h 332432"/>
                  <a:gd name="connsiteX3" fmla="*/ 156891 w 250109"/>
                  <a:gd name="connsiteY3" fmla="*/ 72996 h 332432"/>
                  <a:gd name="connsiteX4" fmla="*/ 172401 w 250109"/>
                  <a:gd name="connsiteY4" fmla="*/ 108130 h 332432"/>
                  <a:gd name="connsiteX5" fmla="*/ 158257 w 250109"/>
                  <a:gd name="connsiteY5" fmla="*/ 145870 h 332432"/>
                  <a:gd name="connsiteX6" fmla="*/ 114820 w 250109"/>
                  <a:gd name="connsiteY6" fmla="*/ 159025 h 332432"/>
                  <a:gd name="connsiteX7" fmla="*/ 79937 w 250109"/>
                  <a:gd name="connsiteY7" fmla="*/ 159025 h 332432"/>
                  <a:gd name="connsiteX8" fmla="*/ 0 w 250109"/>
                  <a:gd name="connsiteY8" fmla="*/ 332433 h 332432"/>
                  <a:gd name="connsiteX9" fmla="*/ 79937 w 250109"/>
                  <a:gd name="connsiteY9" fmla="*/ 332433 h 332432"/>
                  <a:gd name="connsiteX10" fmla="*/ 79937 w 250109"/>
                  <a:gd name="connsiteY10" fmla="*/ 222087 h 332432"/>
                  <a:gd name="connsiteX11" fmla="*/ 118792 w 250109"/>
                  <a:gd name="connsiteY11" fmla="*/ 222087 h 332432"/>
                  <a:gd name="connsiteX12" fmla="*/ 184082 w 250109"/>
                  <a:gd name="connsiteY12" fmla="*/ 210047 h 332432"/>
                  <a:gd name="connsiteX13" fmla="*/ 231743 w 250109"/>
                  <a:gd name="connsiteY13" fmla="*/ 172810 h 332432"/>
                  <a:gd name="connsiteX14" fmla="*/ 250110 w 250109"/>
                  <a:gd name="connsiteY14" fmla="*/ 108148 h 332432"/>
                  <a:gd name="connsiteX15" fmla="*/ 231869 w 250109"/>
                  <a:gd name="connsiteY15" fmla="*/ 43594 h 332432"/>
                  <a:gd name="connsiteX16" fmla="*/ 183831 w 250109"/>
                  <a:gd name="connsiteY16" fmla="*/ 9700 h 332432"/>
                  <a:gd name="connsiteX17" fmla="*/ 116563 w 250109"/>
                  <a:gd name="connsiteY17" fmla="*/ 13 h 332432"/>
                  <a:gd name="connsiteX18" fmla="*/ 0 w 250109"/>
                  <a:gd name="connsiteY18" fmla="*/ 13 h 332432"/>
                  <a:gd name="connsiteX19" fmla="*/ 0 w 250109"/>
                  <a:gd name="connsiteY19" fmla="*/ 332433 h 332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0109" h="332432">
                    <a:moveTo>
                      <a:pt x="79937" y="159025"/>
                    </a:moveTo>
                    <a:lnTo>
                      <a:pt x="79937" y="62949"/>
                    </a:lnTo>
                    <a:lnTo>
                      <a:pt x="112574" y="62949"/>
                    </a:lnTo>
                    <a:cubicBezTo>
                      <a:pt x="131821" y="62698"/>
                      <a:pt x="146702" y="66059"/>
                      <a:pt x="156891" y="72996"/>
                    </a:cubicBezTo>
                    <a:cubicBezTo>
                      <a:pt x="167189" y="79825"/>
                      <a:pt x="172401" y="91488"/>
                      <a:pt x="172401" y="108130"/>
                    </a:cubicBezTo>
                    <a:cubicBezTo>
                      <a:pt x="172527" y="124520"/>
                      <a:pt x="167692" y="137046"/>
                      <a:pt x="158257" y="145870"/>
                    </a:cubicBezTo>
                    <a:cubicBezTo>
                      <a:pt x="148696" y="154550"/>
                      <a:pt x="134175" y="159025"/>
                      <a:pt x="114820" y="159025"/>
                    </a:cubicBezTo>
                    <a:lnTo>
                      <a:pt x="79937" y="159025"/>
                    </a:lnTo>
                    <a:close/>
                    <a:moveTo>
                      <a:pt x="0" y="332433"/>
                    </a:moveTo>
                    <a:lnTo>
                      <a:pt x="79937" y="332433"/>
                    </a:lnTo>
                    <a:lnTo>
                      <a:pt x="79937" y="222087"/>
                    </a:lnTo>
                    <a:lnTo>
                      <a:pt x="118792" y="222087"/>
                    </a:lnTo>
                    <a:cubicBezTo>
                      <a:pt x="142496" y="222087"/>
                      <a:pt x="164224" y="218116"/>
                      <a:pt x="184082" y="210047"/>
                    </a:cubicBezTo>
                    <a:cubicBezTo>
                      <a:pt x="203815" y="202103"/>
                      <a:pt x="219702" y="189559"/>
                      <a:pt x="231743" y="172810"/>
                    </a:cubicBezTo>
                    <a:cubicBezTo>
                      <a:pt x="243658" y="155934"/>
                      <a:pt x="249858" y="134458"/>
                      <a:pt x="250110" y="108148"/>
                    </a:cubicBezTo>
                    <a:cubicBezTo>
                      <a:pt x="249858" y="80957"/>
                      <a:pt x="243784" y="59373"/>
                      <a:pt x="231869" y="43594"/>
                    </a:cubicBezTo>
                    <a:cubicBezTo>
                      <a:pt x="219828" y="27707"/>
                      <a:pt x="203815" y="16403"/>
                      <a:pt x="183831" y="9700"/>
                    </a:cubicBezTo>
                    <a:cubicBezTo>
                      <a:pt x="163721" y="3122"/>
                      <a:pt x="141256" y="-238"/>
                      <a:pt x="116563" y="13"/>
                    </a:cubicBezTo>
                    <a:lnTo>
                      <a:pt x="0" y="13"/>
                    </a:lnTo>
                    <a:lnTo>
                      <a:pt x="0" y="332433"/>
                    </a:lnTo>
                    <a:close/>
                  </a:path>
                </a:pathLst>
              </a:custGeom>
              <a:solidFill>
                <a:srgbClr val="000000"/>
              </a:solidFill>
              <a:ln w="1794" cap="flat">
                <a:noFill/>
                <a:prstDash val="solid"/>
                <a:miter/>
              </a:ln>
            </p:spPr>
            <p:txBody>
              <a:bodyPr rtlCol="0" anchor="ctr"/>
              <a:lstStyle/>
              <a:p>
                <a:endParaRPr lang="zh-CN" altLang="en-US"/>
              </a:p>
            </p:txBody>
          </p:sp>
          <p:sp>
            <p:nvSpPr>
              <p:cNvPr id="39" name="任意多边形: 形状 38">
                <a:extLst>
                  <a:ext uri="{FF2B5EF4-FFF2-40B4-BE49-F238E27FC236}">
                    <a16:creationId xmlns:a16="http://schemas.microsoft.com/office/drawing/2014/main" id="{43D5FF14-27AB-8B0E-C2F9-88E9CD5F9BE2}"/>
                  </a:ext>
                </a:extLst>
              </p:cNvPr>
              <p:cNvSpPr/>
              <p:nvPr userDrawn="1"/>
            </p:nvSpPr>
            <p:spPr>
              <a:xfrm>
                <a:off x="2713715" y="3451841"/>
                <a:ext cx="259922" cy="332419"/>
              </a:xfrm>
              <a:custGeom>
                <a:avLst/>
                <a:gdLst>
                  <a:gd name="connsiteX0" fmla="*/ 89732 w 259922"/>
                  <a:gd name="connsiteY0" fmla="*/ 332420 h 332419"/>
                  <a:gd name="connsiteX1" fmla="*/ 169669 w 259922"/>
                  <a:gd name="connsiteY1" fmla="*/ 332420 h 332419"/>
                  <a:gd name="connsiteX2" fmla="*/ 169669 w 259922"/>
                  <a:gd name="connsiteY2" fmla="*/ 66045 h 332419"/>
                  <a:gd name="connsiteX3" fmla="*/ 259922 w 259922"/>
                  <a:gd name="connsiteY3" fmla="*/ 66045 h 332419"/>
                  <a:gd name="connsiteX4" fmla="*/ 259922 w 259922"/>
                  <a:gd name="connsiteY4" fmla="*/ 0 h 332419"/>
                  <a:gd name="connsiteX5" fmla="*/ 0 w 259922"/>
                  <a:gd name="connsiteY5" fmla="*/ 0 h 332419"/>
                  <a:gd name="connsiteX6" fmla="*/ 0 w 259922"/>
                  <a:gd name="connsiteY6" fmla="*/ 66045 h 332419"/>
                  <a:gd name="connsiteX7" fmla="*/ 89732 w 259922"/>
                  <a:gd name="connsiteY7" fmla="*/ 66045 h 332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922" h="332419">
                    <a:moveTo>
                      <a:pt x="89732" y="332420"/>
                    </a:moveTo>
                    <a:lnTo>
                      <a:pt x="169669" y="332420"/>
                    </a:lnTo>
                    <a:lnTo>
                      <a:pt x="169669" y="66045"/>
                    </a:lnTo>
                    <a:lnTo>
                      <a:pt x="259922" y="66045"/>
                    </a:lnTo>
                    <a:lnTo>
                      <a:pt x="259922" y="0"/>
                    </a:lnTo>
                    <a:lnTo>
                      <a:pt x="0" y="0"/>
                    </a:lnTo>
                    <a:lnTo>
                      <a:pt x="0" y="66045"/>
                    </a:lnTo>
                    <a:lnTo>
                      <a:pt x="89732" y="66045"/>
                    </a:lnTo>
                    <a:close/>
                  </a:path>
                </a:pathLst>
              </a:custGeom>
              <a:solidFill>
                <a:srgbClr val="000000"/>
              </a:solidFill>
              <a:ln w="1794" cap="flat">
                <a:noFill/>
                <a:prstDash val="solid"/>
                <a:miter/>
              </a:ln>
            </p:spPr>
            <p:txBody>
              <a:bodyPr rtlCol="0" anchor="ctr"/>
              <a:lstStyle/>
              <a:p>
                <a:endParaRPr lang="zh-CN" altLang="en-US"/>
              </a:p>
            </p:txBody>
          </p:sp>
          <p:sp>
            <p:nvSpPr>
              <p:cNvPr id="40" name="任意多边形: 形状 39">
                <a:extLst>
                  <a:ext uri="{FF2B5EF4-FFF2-40B4-BE49-F238E27FC236}">
                    <a16:creationId xmlns:a16="http://schemas.microsoft.com/office/drawing/2014/main" id="{51AC798E-FE52-EC3B-FD0C-BCE3D1C1B704}"/>
                  </a:ext>
                </a:extLst>
              </p:cNvPr>
              <p:cNvSpPr/>
              <p:nvPr userDrawn="1"/>
            </p:nvSpPr>
            <p:spPr>
              <a:xfrm>
                <a:off x="3026743" y="3420175"/>
                <a:ext cx="399147" cy="388526"/>
              </a:xfrm>
              <a:custGeom>
                <a:avLst/>
                <a:gdLst>
                  <a:gd name="connsiteX0" fmla="*/ 387323 w 399147"/>
                  <a:gd name="connsiteY0" fmla="*/ 305498 h 388526"/>
                  <a:gd name="connsiteX1" fmla="*/ 387323 w 399147"/>
                  <a:gd name="connsiteY1" fmla="*/ 257334 h 388526"/>
                  <a:gd name="connsiteX2" fmla="*/ 291211 w 399147"/>
                  <a:gd name="connsiteY2" fmla="*/ 257334 h 388526"/>
                  <a:gd name="connsiteX3" fmla="*/ 292235 w 399147"/>
                  <a:gd name="connsiteY3" fmla="*/ 248475 h 388526"/>
                  <a:gd name="connsiteX4" fmla="*/ 293260 w 399147"/>
                  <a:gd name="connsiteY4" fmla="*/ 239273 h 388526"/>
                  <a:gd name="connsiteX5" fmla="*/ 367212 w 399147"/>
                  <a:gd name="connsiteY5" fmla="*/ 239273 h 388526"/>
                  <a:gd name="connsiteX6" fmla="*/ 367212 w 399147"/>
                  <a:gd name="connsiteY6" fmla="*/ 98628 h 388526"/>
                  <a:gd name="connsiteX7" fmla="*/ 159084 w 399147"/>
                  <a:gd name="connsiteY7" fmla="*/ 98628 h 388526"/>
                  <a:gd name="connsiteX8" fmla="*/ 159084 w 399147"/>
                  <a:gd name="connsiteY8" fmla="*/ 239273 h 388526"/>
                  <a:gd name="connsiteX9" fmla="*/ 235193 w 399147"/>
                  <a:gd name="connsiteY9" fmla="*/ 239273 h 388526"/>
                  <a:gd name="connsiteX10" fmla="*/ 234061 w 399147"/>
                  <a:gd name="connsiteY10" fmla="*/ 248475 h 388526"/>
                  <a:gd name="connsiteX11" fmla="*/ 232696 w 399147"/>
                  <a:gd name="connsiteY11" fmla="*/ 257334 h 388526"/>
                  <a:gd name="connsiteX12" fmla="*/ 143970 w 399147"/>
                  <a:gd name="connsiteY12" fmla="*/ 257334 h 388526"/>
                  <a:gd name="connsiteX13" fmla="*/ 143970 w 399147"/>
                  <a:gd name="connsiteY13" fmla="*/ 305498 h 388526"/>
                  <a:gd name="connsiteX14" fmla="*/ 211453 w 399147"/>
                  <a:gd name="connsiteY14" fmla="*/ 305498 h 388526"/>
                  <a:gd name="connsiteX15" fmla="*/ 179751 w 399147"/>
                  <a:gd name="connsiteY15" fmla="*/ 326058 h 388526"/>
                  <a:gd name="connsiteX16" fmla="*/ 126358 w 399147"/>
                  <a:gd name="connsiteY16" fmla="*/ 341046 h 388526"/>
                  <a:gd name="connsiteX17" fmla="*/ 143629 w 399147"/>
                  <a:gd name="connsiteY17" fmla="*/ 363762 h 388526"/>
                  <a:gd name="connsiteX18" fmla="*/ 156245 w 399147"/>
                  <a:gd name="connsiteY18" fmla="*/ 388527 h 388526"/>
                  <a:gd name="connsiteX19" fmla="*/ 232480 w 399147"/>
                  <a:gd name="connsiteY19" fmla="*/ 359215 h 388526"/>
                  <a:gd name="connsiteX20" fmla="*/ 273149 w 399147"/>
                  <a:gd name="connsiteY20" fmla="*/ 317755 h 388526"/>
                  <a:gd name="connsiteX21" fmla="*/ 309398 w 399147"/>
                  <a:gd name="connsiteY21" fmla="*/ 360815 h 388526"/>
                  <a:gd name="connsiteX22" fmla="*/ 363133 w 399147"/>
                  <a:gd name="connsiteY22" fmla="*/ 387736 h 388526"/>
                  <a:gd name="connsiteX23" fmla="*/ 379379 w 399147"/>
                  <a:gd name="connsiteY23" fmla="*/ 361713 h 388526"/>
                  <a:gd name="connsiteX24" fmla="*/ 399148 w 399147"/>
                  <a:gd name="connsiteY24" fmla="*/ 338656 h 388526"/>
                  <a:gd name="connsiteX25" fmla="*/ 359161 w 399147"/>
                  <a:gd name="connsiteY25" fmla="*/ 325932 h 388526"/>
                  <a:gd name="connsiteX26" fmla="*/ 329275 w 399147"/>
                  <a:gd name="connsiteY26" fmla="*/ 305480 h 388526"/>
                  <a:gd name="connsiteX27" fmla="*/ 387323 w 399147"/>
                  <a:gd name="connsiteY27" fmla="*/ 305480 h 388526"/>
                  <a:gd name="connsiteX28" fmla="*/ 213843 w 399147"/>
                  <a:gd name="connsiteY28" fmla="*/ 139064 h 388526"/>
                  <a:gd name="connsiteX29" fmla="*/ 309955 w 399147"/>
                  <a:gd name="connsiteY29" fmla="*/ 139064 h 388526"/>
                  <a:gd name="connsiteX30" fmla="*/ 309955 w 399147"/>
                  <a:gd name="connsiteY30" fmla="*/ 150080 h 388526"/>
                  <a:gd name="connsiteX31" fmla="*/ 213843 w 399147"/>
                  <a:gd name="connsiteY31" fmla="*/ 150080 h 388526"/>
                  <a:gd name="connsiteX32" fmla="*/ 213843 w 399147"/>
                  <a:gd name="connsiteY32" fmla="*/ 139064 h 388526"/>
                  <a:gd name="connsiteX33" fmla="*/ 213843 w 399147"/>
                  <a:gd name="connsiteY33" fmla="*/ 187677 h 388526"/>
                  <a:gd name="connsiteX34" fmla="*/ 309955 w 399147"/>
                  <a:gd name="connsiteY34" fmla="*/ 187677 h 388526"/>
                  <a:gd name="connsiteX35" fmla="*/ 309955 w 399147"/>
                  <a:gd name="connsiteY35" fmla="*/ 198819 h 388526"/>
                  <a:gd name="connsiteX36" fmla="*/ 213843 w 399147"/>
                  <a:gd name="connsiteY36" fmla="*/ 198819 h 388526"/>
                  <a:gd name="connsiteX37" fmla="*/ 213843 w 399147"/>
                  <a:gd name="connsiteY37" fmla="*/ 187677 h 388526"/>
                  <a:gd name="connsiteX38" fmla="*/ 158293 w 399147"/>
                  <a:gd name="connsiteY38" fmla="*/ 214724 h 388526"/>
                  <a:gd name="connsiteX39" fmla="*/ 144653 w 399147"/>
                  <a:gd name="connsiteY39" fmla="*/ 194272 h 388526"/>
                  <a:gd name="connsiteX40" fmla="*/ 124651 w 399147"/>
                  <a:gd name="connsiteY40" fmla="*/ 165536 h 388526"/>
                  <a:gd name="connsiteX41" fmla="*/ 107488 w 399147"/>
                  <a:gd name="connsiteY41" fmla="*/ 142353 h 388526"/>
                  <a:gd name="connsiteX42" fmla="*/ 107488 w 399147"/>
                  <a:gd name="connsiteY42" fmla="*/ 129629 h 388526"/>
                  <a:gd name="connsiteX43" fmla="*/ 141903 w 399147"/>
                  <a:gd name="connsiteY43" fmla="*/ 129629 h 388526"/>
                  <a:gd name="connsiteX44" fmla="*/ 141903 w 399147"/>
                  <a:gd name="connsiteY44" fmla="*/ 74869 h 388526"/>
                  <a:gd name="connsiteX45" fmla="*/ 107488 w 399147"/>
                  <a:gd name="connsiteY45" fmla="*/ 74869 h 388526"/>
                  <a:gd name="connsiteX46" fmla="*/ 107488 w 399147"/>
                  <a:gd name="connsiteY46" fmla="*/ 0 h 388526"/>
                  <a:gd name="connsiteX47" fmla="*/ 51470 w 399147"/>
                  <a:gd name="connsiteY47" fmla="*/ 0 h 388526"/>
                  <a:gd name="connsiteX48" fmla="*/ 51470 w 399147"/>
                  <a:gd name="connsiteY48" fmla="*/ 74869 h 388526"/>
                  <a:gd name="connsiteX49" fmla="*/ 11035 w 399147"/>
                  <a:gd name="connsiteY49" fmla="*/ 74869 h 388526"/>
                  <a:gd name="connsiteX50" fmla="*/ 11035 w 399147"/>
                  <a:gd name="connsiteY50" fmla="*/ 129629 h 388526"/>
                  <a:gd name="connsiteX51" fmla="*/ 51470 w 399147"/>
                  <a:gd name="connsiteY51" fmla="*/ 129629 h 388526"/>
                  <a:gd name="connsiteX52" fmla="*/ 51470 w 399147"/>
                  <a:gd name="connsiteY52" fmla="*/ 144401 h 388526"/>
                  <a:gd name="connsiteX53" fmla="*/ 29545 w 399147"/>
                  <a:gd name="connsiteY53" fmla="*/ 207446 h 388526"/>
                  <a:gd name="connsiteX54" fmla="*/ 0 w 399147"/>
                  <a:gd name="connsiteY54" fmla="*/ 259365 h 388526"/>
                  <a:gd name="connsiteX55" fmla="*/ 15222 w 399147"/>
                  <a:gd name="connsiteY55" fmla="*/ 289468 h 388526"/>
                  <a:gd name="connsiteX56" fmla="*/ 27371 w 399147"/>
                  <a:gd name="connsiteY56" fmla="*/ 320253 h 388526"/>
                  <a:gd name="connsiteX57" fmla="*/ 39861 w 399147"/>
                  <a:gd name="connsiteY57" fmla="*/ 298094 h 388526"/>
                  <a:gd name="connsiteX58" fmla="*/ 51453 w 399147"/>
                  <a:gd name="connsiteY58" fmla="*/ 271963 h 388526"/>
                  <a:gd name="connsiteX59" fmla="*/ 51453 w 399147"/>
                  <a:gd name="connsiteY59" fmla="*/ 388527 h 388526"/>
                  <a:gd name="connsiteX60" fmla="*/ 107470 w 399147"/>
                  <a:gd name="connsiteY60" fmla="*/ 388527 h 388526"/>
                  <a:gd name="connsiteX61" fmla="*/ 107470 w 399147"/>
                  <a:gd name="connsiteY61" fmla="*/ 217995 h 388526"/>
                  <a:gd name="connsiteX62" fmla="*/ 116564 w 399147"/>
                  <a:gd name="connsiteY62" fmla="*/ 237997 h 388526"/>
                  <a:gd name="connsiteX63" fmla="*/ 123501 w 399147"/>
                  <a:gd name="connsiteY63" fmla="*/ 255609 h 388526"/>
                  <a:gd name="connsiteX64" fmla="*/ 158293 w 399147"/>
                  <a:gd name="connsiteY64" fmla="*/ 214724 h 388526"/>
                  <a:gd name="connsiteX65" fmla="*/ 192260 w 399147"/>
                  <a:gd name="connsiteY65" fmla="*/ 92032 h 388526"/>
                  <a:gd name="connsiteX66" fmla="*/ 248277 w 399147"/>
                  <a:gd name="connsiteY66" fmla="*/ 92032 h 388526"/>
                  <a:gd name="connsiteX67" fmla="*/ 248277 w 399147"/>
                  <a:gd name="connsiteY67" fmla="*/ 72821 h 388526"/>
                  <a:gd name="connsiteX68" fmla="*/ 287131 w 399147"/>
                  <a:gd name="connsiteY68" fmla="*/ 72821 h 388526"/>
                  <a:gd name="connsiteX69" fmla="*/ 287131 w 399147"/>
                  <a:gd name="connsiteY69" fmla="*/ 92014 h 388526"/>
                  <a:gd name="connsiteX70" fmla="*/ 344730 w 399147"/>
                  <a:gd name="connsiteY70" fmla="*/ 92014 h 388526"/>
                  <a:gd name="connsiteX71" fmla="*/ 344730 w 399147"/>
                  <a:gd name="connsiteY71" fmla="*/ 72821 h 388526"/>
                  <a:gd name="connsiteX72" fmla="*/ 384842 w 399147"/>
                  <a:gd name="connsiteY72" fmla="*/ 72821 h 388526"/>
                  <a:gd name="connsiteX73" fmla="*/ 384842 w 399147"/>
                  <a:gd name="connsiteY73" fmla="*/ 24549 h 388526"/>
                  <a:gd name="connsiteX74" fmla="*/ 344730 w 399147"/>
                  <a:gd name="connsiteY74" fmla="*/ 24549 h 388526"/>
                  <a:gd name="connsiteX75" fmla="*/ 344730 w 399147"/>
                  <a:gd name="connsiteY75" fmla="*/ 0 h 388526"/>
                  <a:gd name="connsiteX76" fmla="*/ 287131 w 399147"/>
                  <a:gd name="connsiteY76" fmla="*/ 0 h 388526"/>
                  <a:gd name="connsiteX77" fmla="*/ 287131 w 399147"/>
                  <a:gd name="connsiteY77" fmla="*/ 24531 h 388526"/>
                  <a:gd name="connsiteX78" fmla="*/ 248277 w 399147"/>
                  <a:gd name="connsiteY78" fmla="*/ 24531 h 388526"/>
                  <a:gd name="connsiteX79" fmla="*/ 248277 w 399147"/>
                  <a:gd name="connsiteY79" fmla="*/ 0 h 388526"/>
                  <a:gd name="connsiteX80" fmla="*/ 192260 w 399147"/>
                  <a:gd name="connsiteY80" fmla="*/ 0 h 388526"/>
                  <a:gd name="connsiteX81" fmla="*/ 192260 w 399147"/>
                  <a:gd name="connsiteY81" fmla="*/ 24531 h 388526"/>
                  <a:gd name="connsiteX82" fmla="*/ 150907 w 399147"/>
                  <a:gd name="connsiteY82" fmla="*/ 24531 h 388526"/>
                  <a:gd name="connsiteX83" fmla="*/ 150907 w 399147"/>
                  <a:gd name="connsiteY83" fmla="*/ 72821 h 388526"/>
                  <a:gd name="connsiteX84" fmla="*/ 192260 w 399147"/>
                  <a:gd name="connsiteY84" fmla="*/ 72821 h 388526"/>
                  <a:gd name="connsiteX85" fmla="*/ 192260 w 399147"/>
                  <a:gd name="connsiteY85" fmla="*/ 92032 h 38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399147" h="388526">
                    <a:moveTo>
                      <a:pt x="387323" y="305498"/>
                    </a:moveTo>
                    <a:lnTo>
                      <a:pt x="387323" y="257334"/>
                    </a:lnTo>
                    <a:lnTo>
                      <a:pt x="291211" y="257334"/>
                    </a:lnTo>
                    <a:cubicBezTo>
                      <a:pt x="291552" y="254387"/>
                      <a:pt x="291894" y="251422"/>
                      <a:pt x="292235" y="248475"/>
                    </a:cubicBezTo>
                    <a:lnTo>
                      <a:pt x="293260" y="239273"/>
                    </a:lnTo>
                    <a:lnTo>
                      <a:pt x="367212" y="239273"/>
                    </a:lnTo>
                    <a:lnTo>
                      <a:pt x="367212" y="98628"/>
                    </a:lnTo>
                    <a:lnTo>
                      <a:pt x="159084" y="98628"/>
                    </a:lnTo>
                    <a:lnTo>
                      <a:pt x="159084" y="239273"/>
                    </a:lnTo>
                    <a:lnTo>
                      <a:pt x="235193" y="239273"/>
                    </a:lnTo>
                    <a:lnTo>
                      <a:pt x="234061" y="248475"/>
                    </a:lnTo>
                    <a:cubicBezTo>
                      <a:pt x="233720" y="251422"/>
                      <a:pt x="233271" y="254387"/>
                      <a:pt x="232696" y="257334"/>
                    </a:cubicBezTo>
                    <a:lnTo>
                      <a:pt x="143970" y="257334"/>
                    </a:lnTo>
                    <a:lnTo>
                      <a:pt x="143970" y="305498"/>
                    </a:lnTo>
                    <a:lnTo>
                      <a:pt x="211453" y="305498"/>
                    </a:lnTo>
                    <a:cubicBezTo>
                      <a:pt x="204067" y="313226"/>
                      <a:pt x="193500" y="320145"/>
                      <a:pt x="179751" y="326058"/>
                    </a:cubicBezTo>
                    <a:cubicBezTo>
                      <a:pt x="166111" y="331970"/>
                      <a:pt x="148283" y="336966"/>
                      <a:pt x="126358" y="341046"/>
                    </a:cubicBezTo>
                    <a:cubicBezTo>
                      <a:pt x="132145" y="347174"/>
                      <a:pt x="137824" y="354686"/>
                      <a:pt x="143629" y="363762"/>
                    </a:cubicBezTo>
                    <a:cubicBezTo>
                      <a:pt x="149308" y="372730"/>
                      <a:pt x="153513" y="381033"/>
                      <a:pt x="156245" y="388527"/>
                    </a:cubicBezTo>
                    <a:cubicBezTo>
                      <a:pt x="188629" y="380799"/>
                      <a:pt x="214077" y="371022"/>
                      <a:pt x="232480" y="359215"/>
                    </a:cubicBezTo>
                    <a:cubicBezTo>
                      <a:pt x="250990" y="347516"/>
                      <a:pt x="264523" y="333660"/>
                      <a:pt x="273149" y="317755"/>
                    </a:cubicBezTo>
                    <a:cubicBezTo>
                      <a:pt x="282692" y="334792"/>
                      <a:pt x="294733" y="349115"/>
                      <a:pt x="309398" y="360815"/>
                    </a:cubicBezTo>
                    <a:cubicBezTo>
                      <a:pt x="324171" y="372622"/>
                      <a:pt x="341998" y="381500"/>
                      <a:pt x="363133" y="387736"/>
                    </a:cubicBezTo>
                    <a:cubicBezTo>
                      <a:pt x="367105" y="379775"/>
                      <a:pt x="372568" y="371148"/>
                      <a:pt x="379379" y="361713"/>
                    </a:cubicBezTo>
                    <a:cubicBezTo>
                      <a:pt x="386190" y="352404"/>
                      <a:pt x="392786" y="344676"/>
                      <a:pt x="399148" y="338656"/>
                    </a:cubicBezTo>
                    <a:cubicBezTo>
                      <a:pt x="384034" y="335708"/>
                      <a:pt x="370753" y="331503"/>
                      <a:pt x="359161" y="325932"/>
                    </a:cubicBezTo>
                    <a:cubicBezTo>
                      <a:pt x="347569" y="320253"/>
                      <a:pt x="337577" y="313442"/>
                      <a:pt x="329275" y="305480"/>
                    </a:cubicBezTo>
                    <a:lnTo>
                      <a:pt x="387323" y="305480"/>
                    </a:lnTo>
                    <a:close/>
                    <a:moveTo>
                      <a:pt x="213843" y="139064"/>
                    </a:moveTo>
                    <a:lnTo>
                      <a:pt x="309955" y="139064"/>
                    </a:lnTo>
                    <a:lnTo>
                      <a:pt x="309955" y="150080"/>
                    </a:lnTo>
                    <a:lnTo>
                      <a:pt x="213843" y="150080"/>
                    </a:lnTo>
                    <a:lnTo>
                      <a:pt x="213843" y="139064"/>
                    </a:lnTo>
                    <a:close/>
                    <a:moveTo>
                      <a:pt x="213843" y="187677"/>
                    </a:moveTo>
                    <a:lnTo>
                      <a:pt x="309955" y="187677"/>
                    </a:lnTo>
                    <a:lnTo>
                      <a:pt x="309955" y="198819"/>
                    </a:lnTo>
                    <a:lnTo>
                      <a:pt x="213843" y="198819"/>
                    </a:lnTo>
                    <a:lnTo>
                      <a:pt x="213843" y="187677"/>
                    </a:lnTo>
                    <a:close/>
                    <a:moveTo>
                      <a:pt x="158293" y="214724"/>
                    </a:moveTo>
                    <a:cubicBezTo>
                      <a:pt x="155562" y="210411"/>
                      <a:pt x="151015" y="203582"/>
                      <a:pt x="144653" y="194272"/>
                    </a:cubicBezTo>
                    <a:cubicBezTo>
                      <a:pt x="138291" y="184963"/>
                      <a:pt x="131695" y="175294"/>
                      <a:pt x="124651" y="165536"/>
                    </a:cubicBezTo>
                    <a:cubicBezTo>
                      <a:pt x="117714" y="155759"/>
                      <a:pt x="112035" y="148032"/>
                      <a:pt x="107488" y="142353"/>
                    </a:cubicBezTo>
                    <a:lnTo>
                      <a:pt x="107488" y="129629"/>
                    </a:lnTo>
                    <a:lnTo>
                      <a:pt x="141903" y="129629"/>
                    </a:lnTo>
                    <a:lnTo>
                      <a:pt x="141903" y="74869"/>
                    </a:lnTo>
                    <a:lnTo>
                      <a:pt x="107488" y="74869"/>
                    </a:lnTo>
                    <a:lnTo>
                      <a:pt x="107488" y="0"/>
                    </a:lnTo>
                    <a:lnTo>
                      <a:pt x="51470" y="0"/>
                    </a:lnTo>
                    <a:lnTo>
                      <a:pt x="51470" y="74869"/>
                    </a:lnTo>
                    <a:lnTo>
                      <a:pt x="11035" y="74869"/>
                    </a:lnTo>
                    <a:lnTo>
                      <a:pt x="11035" y="129629"/>
                    </a:lnTo>
                    <a:lnTo>
                      <a:pt x="51470" y="129629"/>
                    </a:lnTo>
                    <a:lnTo>
                      <a:pt x="51470" y="144401"/>
                    </a:lnTo>
                    <a:cubicBezTo>
                      <a:pt x="45684" y="165877"/>
                      <a:pt x="38405" y="186886"/>
                      <a:pt x="29545" y="207446"/>
                    </a:cubicBezTo>
                    <a:cubicBezTo>
                      <a:pt x="20793" y="228005"/>
                      <a:pt x="10909" y="245383"/>
                      <a:pt x="0" y="259365"/>
                    </a:cubicBezTo>
                    <a:cubicBezTo>
                      <a:pt x="4888" y="267884"/>
                      <a:pt x="9992" y="278002"/>
                      <a:pt x="15222" y="289468"/>
                    </a:cubicBezTo>
                    <a:cubicBezTo>
                      <a:pt x="20452" y="300933"/>
                      <a:pt x="24423" y="311159"/>
                      <a:pt x="27371" y="320253"/>
                    </a:cubicBezTo>
                    <a:cubicBezTo>
                      <a:pt x="31684" y="313657"/>
                      <a:pt x="35781" y="306271"/>
                      <a:pt x="39861" y="298094"/>
                    </a:cubicBezTo>
                    <a:cubicBezTo>
                      <a:pt x="43959" y="289917"/>
                      <a:pt x="47822" y="281165"/>
                      <a:pt x="51453" y="271963"/>
                    </a:cubicBezTo>
                    <a:lnTo>
                      <a:pt x="51453" y="388527"/>
                    </a:lnTo>
                    <a:lnTo>
                      <a:pt x="107470" y="388527"/>
                    </a:lnTo>
                    <a:lnTo>
                      <a:pt x="107470" y="217995"/>
                    </a:lnTo>
                    <a:cubicBezTo>
                      <a:pt x="110759" y="224932"/>
                      <a:pt x="113832" y="231635"/>
                      <a:pt x="116564" y="237997"/>
                    </a:cubicBezTo>
                    <a:cubicBezTo>
                      <a:pt x="119295" y="244359"/>
                      <a:pt x="121559" y="250272"/>
                      <a:pt x="123501" y="255609"/>
                    </a:cubicBezTo>
                    <a:lnTo>
                      <a:pt x="158293" y="214724"/>
                    </a:lnTo>
                    <a:close/>
                    <a:moveTo>
                      <a:pt x="192260" y="92032"/>
                    </a:moveTo>
                    <a:lnTo>
                      <a:pt x="248277" y="92032"/>
                    </a:lnTo>
                    <a:lnTo>
                      <a:pt x="248277" y="72821"/>
                    </a:lnTo>
                    <a:lnTo>
                      <a:pt x="287131" y="72821"/>
                    </a:lnTo>
                    <a:lnTo>
                      <a:pt x="287131" y="92014"/>
                    </a:lnTo>
                    <a:lnTo>
                      <a:pt x="344730" y="92014"/>
                    </a:lnTo>
                    <a:lnTo>
                      <a:pt x="344730" y="72821"/>
                    </a:lnTo>
                    <a:lnTo>
                      <a:pt x="384842" y="72821"/>
                    </a:lnTo>
                    <a:lnTo>
                      <a:pt x="384842" y="24549"/>
                    </a:lnTo>
                    <a:lnTo>
                      <a:pt x="344730" y="24549"/>
                    </a:lnTo>
                    <a:lnTo>
                      <a:pt x="344730" y="0"/>
                    </a:lnTo>
                    <a:lnTo>
                      <a:pt x="287131" y="0"/>
                    </a:lnTo>
                    <a:lnTo>
                      <a:pt x="287131" y="24531"/>
                    </a:lnTo>
                    <a:lnTo>
                      <a:pt x="248277" y="24531"/>
                    </a:lnTo>
                    <a:lnTo>
                      <a:pt x="248277" y="0"/>
                    </a:lnTo>
                    <a:lnTo>
                      <a:pt x="192260" y="0"/>
                    </a:lnTo>
                    <a:lnTo>
                      <a:pt x="192260" y="24531"/>
                    </a:lnTo>
                    <a:lnTo>
                      <a:pt x="150907" y="24531"/>
                    </a:lnTo>
                    <a:lnTo>
                      <a:pt x="150907" y="72821"/>
                    </a:lnTo>
                    <a:lnTo>
                      <a:pt x="192260" y="72821"/>
                    </a:lnTo>
                    <a:lnTo>
                      <a:pt x="192260" y="92032"/>
                    </a:lnTo>
                    <a:close/>
                  </a:path>
                </a:pathLst>
              </a:custGeom>
              <a:solidFill>
                <a:srgbClr val="000000"/>
              </a:solidFill>
              <a:ln w="1794" cap="flat">
                <a:noFill/>
                <a:prstDash val="solid"/>
                <a:miter/>
              </a:ln>
            </p:spPr>
            <p:txBody>
              <a:bodyPr rtlCol="0" anchor="ctr"/>
              <a:lstStyle/>
              <a:p>
                <a:endParaRPr lang="zh-CN" altLang="en-US"/>
              </a:p>
            </p:txBody>
          </p:sp>
          <p:sp>
            <p:nvSpPr>
              <p:cNvPr id="41" name="任意多边形: 形状 40">
                <a:extLst>
                  <a:ext uri="{FF2B5EF4-FFF2-40B4-BE49-F238E27FC236}">
                    <a16:creationId xmlns:a16="http://schemas.microsoft.com/office/drawing/2014/main" id="{1C016A87-BDD4-1C42-3316-B7A035F0EEFB}"/>
                  </a:ext>
                </a:extLst>
              </p:cNvPr>
              <p:cNvSpPr/>
              <p:nvPr userDrawn="1"/>
            </p:nvSpPr>
            <p:spPr>
              <a:xfrm>
                <a:off x="3480148" y="3420876"/>
                <a:ext cx="396829" cy="390287"/>
              </a:xfrm>
              <a:custGeom>
                <a:avLst/>
                <a:gdLst>
                  <a:gd name="connsiteX0" fmla="*/ 340992 w 396829"/>
                  <a:gd name="connsiteY0" fmla="*/ 106823 h 390287"/>
                  <a:gd name="connsiteX1" fmla="*/ 330802 w 396829"/>
                  <a:gd name="connsiteY1" fmla="*/ 108530 h 390287"/>
                  <a:gd name="connsiteX2" fmla="*/ 221930 w 396829"/>
                  <a:gd name="connsiteY2" fmla="*/ 108530 h 390287"/>
                  <a:gd name="connsiteX3" fmla="*/ 221930 w 396829"/>
                  <a:gd name="connsiteY3" fmla="*/ 76253 h 390287"/>
                  <a:gd name="connsiteX4" fmla="*/ 308931 w 396829"/>
                  <a:gd name="connsiteY4" fmla="*/ 66962 h 390287"/>
                  <a:gd name="connsiteX5" fmla="*/ 388347 w 396829"/>
                  <a:gd name="connsiteY5" fmla="*/ 47355 h 390287"/>
                  <a:gd name="connsiteX6" fmla="*/ 347911 w 396829"/>
                  <a:gd name="connsiteY6" fmla="*/ 0 h 390287"/>
                  <a:gd name="connsiteX7" fmla="*/ 264307 w 396829"/>
                  <a:gd name="connsiteY7" fmla="*/ 19265 h 390287"/>
                  <a:gd name="connsiteX8" fmla="*/ 164386 w 396829"/>
                  <a:gd name="connsiteY8" fmla="*/ 27766 h 390287"/>
                  <a:gd name="connsiteX9" fmla="*/ 164386 w 396829"/>
                  <a:gd name="connsiteY9" fmla="*/ 123608 h 390287"/>
                  <a:gd name="connsiteX10" fmla="*/ 161780 w 396829"/>
                  <a:gd name="connsiteY10" fmla="*/ 198945 h 390287"/>
                  <a:gd name="connsiteX11" fmla="*/ 147960 w 396829"/>
                  <a:gd name="connsiteY11" fmla="*/ 281416 h 390287"/>
                  <a:gd name="connsiteX12" fmla="*/ 114209 w 396829"/>
                  <a:gd name="connsiteY12" fmla="*/ 356412 h 390287"/>
                  <a:gd name="connsiteX13" fmla="*/ 139926 w 396829"/>
                  <a:gd name="connsiteY13" fmla="*/ 371705 h 390287"/>
                  <a:gd name="connsiteX14" fmla="*/ 163146 w 396829"/>
                  <a:gd name="connsiteY14" fmla="*/ 390288 h 390287"/>
                  <a:gd name="connsiteX15" fmla="*/ 176283 w 396829"/>
                  <a:gd name="connsiteY15" fmla="*/ 368758 h 390287"/>
                  <a:gd name="connsiteX16" fmla="*/ 187264 w 396829"/>
                  <a:gd name="connsiteY16" fmla="*/ 345090 h 390287"/>
                  <a:gd name="connsiteX17" fmla="*/ 203456 w 396829"/>
                  <a:gd name="connsiteY17" fmla="*/ 366494 h 390287"/>
                  <a:gd name="connsiteX18" fmla="*/ 216593 w 396829"/>
                  <a:gd name="connsiteY18" fmla="*/ 387898 h 390287"/>
                  <a:gd name="connsiteX19" fmla="*/ 255340 w 396829"/>
                  <a:gd name="connsiteY19" fmla="*/ 364553 h 390287"/>
                  <a:gd name="connsiteX20" fmla="*/ 288767 w 396829"/>
                  <a:gd name="connsiteY20" fmla="*/ 336014 h 390287"/>
                  <a:gd name="connsiteX21" fmla="*/ 357759 w 396829"/>
                  <a:gd name="connsiteY21" fmla="*/ 389479 h 390287"/>
                  <a:gd name="connsiteX22" fmla="*/ 375425 w 396829"/>
                  <a:gd name="connsiteY22" fmla="*/ 362288 h 390287"/>
                  <a:gd name="connsiteX23" fmla="*/ 396830 w 396829"/>
                  <a:gd name="connsiteY23" fmla="*/ 338494 h 390287"/>
                  <a:gd name="connsiteX24" fmla="*/ 357526 w 396829"/>
                  <a:gd name="connsiteY24" fmla="*/ 316856 h 390287"/>
                  <a:gd name="connsiteX25" fmla="*/ 325914 w 396829"/>
                  <a:gd name="connsiteY25" fmla="*/ 287509 h 390287"/>
                  <a:gd name="connsiteX26" fmla="*/ 358766 w 396829"/>
                  <a:gd name="connsiteY26" fmla="*/ 212172 h 390287"/>
                  <a:gd name="connsiteX27" fmla="*/ 378139 w 396829"/>
                  <a:gd name="connsiteY27" fmla="*/ 117013 h 390287"/>
                  <a:gd name="connsiteX28" fmla="*/ 340992 w 396829"/>
                  <a:gd name="connsiteY28" fmla="*/ 106823 h 390287"/>
                  <a:gd name="connsiteX29" fmla="*/ 313693 w 396829"/>
                  <a:gd name="connsiteY29" fmla="*/ 161079 h 390287"/>
                  <a:gd name="connsiteX30" fmla="*/ 290474 w 396829"/>
                  <a:gd name="connsiteY30" fmla="*/ 230862 h 390287"/>
                  <a:gd name="connsiteX31" fmla="*/ 277445 w 396829"/>
                  <a:gd name="connsiteY31" fmla="*/ 197220 h 390287"/>
                  <a:gd name="connsiteX32" fmla="*/ 267596 w 396829"/>
                  <a:gd name="connsiteY32" fmla="*/ 161079 h 390287"/>
                  <a:gd name="connsiteX33" fmla="*/ 313693 w 396829"/>
                  <a:gd name="connsiteY33" fmla="*/ 161079 h 390287"/>
                  <a:gd name="connsiteX34" fmla="*/ 191343 w 396829"/>
                  <a:gd name="connsiteY34" fmla="*/ 334414 h 390287"/>
                  <a:gd name="connsiteX35" fmla="*/ 210950 w 396829"/>
                  <a:gd name="connsiteY35" fmla="*/ 259994 h 390287"/>
                  <a:gd name="connsiteX36" fmla="*/ 219900 w 396829"/>
                  <a:gd name="connsiteY36" fmla="*/ 184765 h 390287"/>
                  <a:gd name="connsiteX37" fmla="*/ 235301 w 396829"/>
                  <a:gd name="connsiteY37" fmla="*/ 238123 h 390287"/>
                  <a:gd name="connsiteX38" fmla="*/ 255358 w 396829"/>
                  <a:gd name="connsiteY38" fmla="*/ 285478 h 390287"/>
                  <a:gd name="connsiteX39" fmla="*/ 225794 w 396829"/>
                  <a:gd name="connsiteY39" fmla="*/ 313352 h 390287"/>
                  <a:gd name="connsiteX40" fmla="*/ 191343 w 396829"/>
                  <a:gd name="connsiteY40" fmla="*/ 334414 h 390287"/>
                  <a:gd name="connsiteX41" fmla="*/ 159965 w 396829"/>
                  <a:gd name="connsiteY41" fmla="*/ 207535 h 390287"/>
                  <a:gd name="connsiteX42" fmla="*/ 146486 w 396829"/>
                  <a:gd name="connsiteY42" fmla="*/ 185898 h 390287"/>
                  <a:gd name="connsiteX43" fmla="*/ 127005 w 396829"/>
                  <a:gd name="connsiteY43" fmla="*/ 155885 h 390287"/>
                  <a:gd name="connsiteX44" fmla="*/ 111370 w 396829"/>
                  <a:gd name="connsiteY44" fmla="*/ 133349 h 390287"/>
                  <a:gd name="connsiteX45" fmla="*/ 111370 w 396829"/>
                  <a:gd name="connsiteY45" fmla="*/ 129269 h 390287"/>
                  <a:gd name="connsiteX46" fmla="*/ 152147 w 396829"/>
                  <a:gd name="connsiteY46" fmla="*/ 129269 h 390287"/>
                  <a:gd name="connsiteX47" fmla="*/ 152147 w 396829"/>
                  <a:gd name="connsiteY47" fmla="*/ 74672 h 390287"/>
                  <a:gd name="connsiteX48" fmla="*/ 111370 w 396829"/>
                  <a:gd name="connsiteY48" fmla="*/ 74672 h 390287"/>
                  <a:gd name="connsiteX49" fmla="*/ 111370 w 396829"/>
                  <a:gd name="connsiteY49" fmla="*/ 0 h 390287"/>
                  <a:gd name="connsiteX50" fmla="*/ 56305 w 396829"/>
                  <a:gd name="connsiteY50" fmla="*/ 0 h 390287"/>
                  <a:gd name="connsiteX51" fmla="*/ 56305 w 396829"/>
                  <a:gd name="connsiteY51" fmla="*/ 74654 h 390287"/>
                  <a:gd name="connsiteX52" fmla="*/ 10657 w 396829"/>
                  <a:gd name="connsiteY52" fmla="*/ 74654 h 390287"/>
                  <a:gd name="connsiteX53" fmla="*/ 10657 w 396829"/>
                  <a:gd name="connsiteY53" fmla="*/ 129251 h 390287"/>
                  <a:gd name="connsiteX54" fmla="*/ 54723 w 396829"/>
                  <a:gd name="connsiteY54" fmla="*/ 129251 h 390287"/>
                  <a:gd name="connsiteX55" fmla="*/ 41011 w 396829"/>
                  <a:gd name="connsiteY55" fmla="*/ 177163 h 390287"/>
                  <a:gd name="connsiteX56" fmla="*/ 22428 w 396829"/>
                  <a:gd name="connsiteY56" fmla="*/ 222811 h 390287"/>
                  <a:gd name="connsiteX57" fmla="*/ 0 w 396829"/>
                  <a:gd name="connsiteY57" fmla="*/ 258503 h 390287"/>
                  <a:gd name="connsiteX58" fmla="*/ 14054 w 396829"/>
                  <a:gd name="connsiteY58" fmla="*/ 288515 h 390287"/>
                  <a:gd name="connsiteX59" fmla="*/ 25376 w 396829"/>
                  <a:gd name="connsiteY59" fmla="*/ 318869 h 390287"/>
                  <a:gd name="connsiteX60" fmla="*/ 41694 w 396829"/>
                  <a:gd name="connsiteY60" fmla="*/ 286125 h 390287"/>
                  <a:gd name="connsiteX61" fmla="*/ 56305 w 396829"/>
                  <a:gd name="connsiteY61" fmla="*/ 245455 h 390287"/>
                  <a:gd name="connsiteX62" fmla="*/ 56305 w 396829"/>
                  <a:gd name="connsiteY62" fmla="*/ 387395 h 390287"/>
                  <a:gd name="connsiteX63" fmla="*/ 111370 w 396829"/>
                  <a:gd name="connsiteY63" fmla="*/ 387395 h 390287"/>
                  <a:gd name="connsiteX64" fmla="*/ 111370 w 396829"/>
                  <a:gd name="connsiteY64" fmla="*/ 208739 h 390287"/>
                  <a:gd name="connsiteX65" fmla="*/ 119744 w 396829"/>
                  <a:gd name="connsiteY65" fmla="*/ 231402 h 390287"/>
                  <a:gd name="connsiteX66" fmla="*/ 126088 w 396829"/>
                  <a:gd name="connsiteY66" fmla="*/ 251224 h 390287"/>
                  <a:gd name="connsiteX67" fmla="*/ 159965 w 396829"/>
                  <a:gd name="connsiteY67" fmla="*/ 207535 h 390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96829" h="390287">
                    <a:moveTo>
                      <a:pt x="340992" y="106823"/>
                    </a:moveTo>
                    <a:lnTo>
                      <a:pt x="330802" y="108530"/>
                    </a:lnTo>
                    <a:lnTo>
                      <a:pt x="221930" y="108530"/>
                    </a:lnTo>
                    <a:lnTo>
                      <a:pt x="221930" y="76253"/>
                    </a:lnTo>
                    <a:cubicBezTo>
                      <a:pt x="251152" y="74672"/>
                      <a:pt x="280158" y="71617"/>
                      <a:pt x="308931" y="66962"/>
                    </a:cubicBezTo>
                    <a:cubicBezTo>
                      <a:pt x="337703" y="62433"/>
                      <a:pt x="364103" y="55856"/>
                      <a:pt x="388347" y="47355"/>
                    </a:cubicBezTo>
                    <a:lnTo>
                      <a:pt x="347911" y="0"/>
                    </a:lnTo>
                    <a:cubicBezTo>
                      <a:pt x="324692" y="8267"/>
                      <a:pt x="296818" y="14719"/>
                      <a:pt x="264307" y="19265"/>
                    </a:cubicBezTo>
                    <a:cubicBezTo>
                      <a:pt x="231797" y="23686"/>
                      <a:pt x="198496" y="26508"/>
                      <a:pt x="164386" y="27766"/>
                    </a:cubicBezTo>
                    <a:lnTo>
                      <a:pt x="164386" y="123608"/>
                    </a:lnTo>
                    <a:cubicBezTo>
                      <a:pt x="164619" y="146270"/>
                      <a:pt x="163703" y="171413"/>
                      <a:pt x="161780" y="198945"/>
                    </a:cubicBezTo>
                    <a:cubicBezTo>
                      <a:pt x="159749" y="226477"/>
                      <a:pt x="155094" y="253884"/>
                      <a:pt x="147960" y="281416"/>
                    </a:cubicBezTo>
                    <a:cubicBezTo>
                      <a:pt x="140717" y="308823"/>
                      <a:pt x="129503" y="333875"/>
                      <a:pt x="114209" y="356412"/>
                    </a:cubicBezTo>
                    <a:cubicBezTo>
                      <a:pt x="121577" y="359700"/>
                      <a:pt x="130060" y="364786"/>
                      <a:pt x="139926" y="371705"/>
                    </a:cubicBezTo>
                    <a:cubicBezTo>
                      <a:pt x="149793" y="378624"/>
                      <a:pt x="157485" y="384843"/>
                      <a:pt x="163146" y="390288"/>
                    </a:cubicBezTo>
                    <a:cubicBezTo>
                      <a:pt x="167908" y="383603"/>
                      <a:pt x="172203" y="376360"/>
                      <a:pt x="176283" y="368758"/>
                    </a:cubicBezTo>
                    <a:cubicBezTo>
                      <a:pt x="180362" y="361156"/>
                      <a:pt x="183993" y="353231"/>
                      <a:pt x="187264" y="345090"/>
                    </a:cubicBezTo>
                    <a:cubicBezTo>
                      <a:pt x="192709" y="351433"/>
                      <a:pt x="198136" y="358568"/>
                      <a:pt x="203456" y="366494"/>
                    </a:cubicBezTo>
                    <a:cubicBezTo>
                      <a:pt x="208775" y="374311"/>
                      <a:pt x="213196" y="381446"/>
                      <a:pt x="216593" y="387898"/>
                    </a:cubicBezTo>
                    <a:cubicBezTo>
                      <a:pt x="230413" y="380871"/>
                      <a:pt x="243335" y="373179"/>
                      <a:pt x="255340" y="364553"/>
                    </a:cubicBezTo>
                    <a:cubicBezTo>
                      <a:pt x="267237" y="355944"/>
                      <a:pt x="278451" y="346419"/>
                      <a:pt x="288767" y="336014"/>
                    </a:cubicBezTo>
                    <a:cubicBezTo>
                      <a:pt x="307116" y="357759"/>
                      <a:pt x="329993" y="375551"/>
                      <a:pt x="357759" y="389479"/>
                    </a:cubicBezTo>
                    <a:cubicBezTo>
                      <a:pt x="362073" y="381105"/>
                      <a:pt x="367949" y="372029"/>
                      <a:pt x="375425" y="362288"/>
                    </a:cubicBezTo>
                    <a:cubicBezTo>
                      <a:pt x="382902" y="352548"/>
                      <a:pt x="390036" y="344622"/>
                      <a:pt x="396830" y="338494"/>
                    </a:cubicBezTo>
                    <a:cubicBezTo>
                      <a:pt x="382434" y="332599"/>
                      <a:pt x="369297" y="325357"/>
                      <a:pt x="357526" y="316856"/>
                    </a:cubicBezTo>
                    <a:cubicBezTo>
                      <a:pt x="345862" y="308356"/>
                      <a:pt x="335205" y="298507"/>
                      <a:pt x="325914" y="287509"/>
                    </a:cubicBezTo>
                    <a:cubicBezTo>
                      <a:pt x="339177" y="265530"/>
                      <a:pt x="350050" y="240495"/>
                      <a:pt x="358766" y="212172"/>
                    </a:cubicBezTo>
                    <a:cubicBezTo>
                      <a:pt x="367374" y="183957"/>
                      <a:pt x="373826" y="152237"/>
                      <a:pt x="378139" y="117013"/>
                    </a:cubicBezTo>
                    <a:lnTo>
                      <a:pt x="340992" y="106823"/>
                    </a:lnTo>
                    <a:close/>
                    <a:moveTo>
                      <a:pt x="313693" y="161079"/>
                    </a:moveTo>
                    <a:cubicBezTo>
                      <a:pt x="307924" y="186347"/>
                      <a:pt x="300215" y="209566"/>
                      <a:pt x="290474" y="230862"/>
                    </a:cubicBezTo>
                    <a:cubicBezTo>
                      <a:pt x="285604" y="219990"/>
                      <a:pt x="281183" y="208775"/>
                      <a:pt x="277445" y="197220"/>
                    </a:cubicBezTo>
                    <a:cubicBezTo>
                      <a:pt x="273707" y="185556"/>
                      <a:pt x="270418" y="173551"/>
                      <a:pt x="267596" y="161079"/>
                    </a:cubicBezTo>
                    <a:lnTo>
                      <a:pt x="313693" y="161079"/>
                    </a:lnTo>
                    <a:close/>
                    <a:moveTo>
                      <a:pt x="191343" y="334414"/>
                    </a:moveTo>
                    <a:cubicBezTo>
                      <a:pt x="199951" y="310620"/>
                      <a:pt x="206529" y="285927"/>
                      <a:pt x="210950" y="259994"/>
                    </a:cubicBezTo>
                    <a:cubicBezTo>
                      <a:pt x="215371" y="234169"/>
                      <a:pt x="218318" y="209135"/>
                      <a:pt x="219900" y="184765"/>
                    </a:cubicBezTo>
                    <a:cubicBezTo>
                      <a:pt x="224321" y="203564"/>
                      <a:pt x="229533" y="221355"/>
                      <a:pt x="235301" y="238123"/>
                    </a:cubicBezTo>
                    <a:cubicBezTo>
                      <a:pt x="241196" y="254998"/>
                      <a:pt x="247881" y="270741"/>
                      <a:pt x="255358" y="285478"/>
                    </a:cubicBezTo>
                    <a:cubicBezTo>
                      <a:pt x="246408" y="295901"/>
                      <a:pt x="236559" y="305193"/>
                      <a:pt x="225794" y="313352"/>
                    </a:cubicBezTo>
                    <a:cubicBezTo>
                      <a:pt x="215029" y="321493"/>
                      <a:pt x="203582" y="328520"/>
                      <a:pt x="191343" y="334414"/>
                    </a:cubicBezTo>
                    <a:close/>
                    <a:moveTo>
                      <a:pt x="159965" y="207535"/>
                    </a:moveTo>
                    <a:cubicBezTo>
                      <a:pt x="157359" y="203114"/>
                      <a:pt x="152830" y="195872"/>
                      <a:pt x="146486" y="185898"/>
                    </a:cubicBezTo>
                    <a:cubicBezTo>
                      <a:pt x="140142" y="175923"/>
                      <a:pt x="133690" y="165967"/>
                      <a:pt x="127005" y="155885"/>
                    </a:cubicBezTo>
                    <a:cubicBezTo>
                      <a:pt x="120320" y="145803"/>
                      <a:pt x="115108" y="138327"/>
                      <a:pt x="111370" y="133349"/>
                    </a:cubicBezTo>
                    <a:lnTo>
                      <a:pt x="111370" y="129269"/>
                    </a:lnTo>
                    <a:lnTo>
                      <a:pt x="152147" y="129269"/>
                    </a:lnTo>
                    <a:lnTo>
                      <a:pt x="152147" y="74672"/>
                    </a:lnTo>
                    <a:lnTo>
                      <a:pt x="111370" y="74672"/>
                    </a:lnTo>
                    <a:lnTo>
                      <a:pt x="111370" y="0"/>
                    </a:lnTo>
                    <a:lnTo>
                      <a:pt x="56305" y="0"/>
                    </a:lnTo>
                    <a:lnTo>
                      <a:pt x="56305" y="74654"/>
                    </a:lnTo>
                    <a:lnTo>
                      <a:pt x="10657" y="74654"/>
                    </a:lnTo>
                    <a:lnTo>
                      <a:pt x="10657" y="129251"/>
                    </a:lnTo>
                    <a:lnTo>
                      <a:pt x="54723" y="129251"/>
                    </a:lnTo>
                    <a:cubicBezTo>
                      <a:pt x="50985" y="144994"/>
                      <a:pt x="46456" y="160971"/>
                      <a:pt x="41011" y="177163"/>
                    </a:cubicBezTo>
                    <a:cubicBezTo>
                      <a:pt x="35566" y="193482"/>
                      <a:pt x="29348" y="208650"/>
                      <a:pt x="22428" y="222811"/>
                    </a:cubicBezTo>
                    <a:cubicBezTo>
                      <a:pt x="15509" y="237081"/>
                      <a:pt x="8033" y="248978"/>
                      <a:pt x="0" y="258503"/>
                    </a:cubicBezTo>
                    <a:cubicBezTo>
                      <a:pt x="4529" y="267003"/>
                      <a:pt x="9183" y="276959"/>
                      <a:pt x="14054" y="288515"/>
                    </a:cubicBezTo>
                    <a:cubicBezTo>
                      <a:pt x="18924" y="300179"/>
                      <a:pt x="22662" y="310261"/>
                      <a:pt x="25376" y="318869"/>
                    </a:cubicBezTo>
                    <a:cubicBezTo>
                      <a:pt x="31037" y="309578"/>
                      <a:pt x="36482" y="298705"/>
                      <a:pt x="41694" y="286125"/>
                    </a:cubicBezTo>
                    <a:cubicBezTo>
                      <a:pt x="47014" y="273671"/>
                      <a:pt x="51776" y="260066"/>
                      <a:pt x="56305" y="245455"/>
                    </a:cubicBezTo>
                    <a:lnTo>
                      <a:pt x="56305" y="387395"/>
                    </a:lnTo>
                    <a:lnTo>
                      <a:pt x="111370" y="387395"/>
                    </a:lnTo>
                    <a:lnTo>
                      <a:pt x="111370" y="208739"/>
                    </a:lnTo>
                    <a:cubicBezTo>
                      <a:pt x="114425" y="216557"/>
                      <a:pt x="117264" y="224141"/>
                      <a:pt x="119744" y="231402"/>
                    </a:cubicBezTo>
                    <a:cubicBezTo>
                      <a:pt x="122350" y="238644"/>
                      <a:pt x="124381" y="245222"/>
                      <a:pt x="126088" y="251224"/>
                    </a:cubicBezTo>
                    <a:lnTo>
                      <a:pt x="159965" y="207535"/>
                    </a:lnTo>
                    <a:close/>
                  </a:path>
                </a:pathLst>
              </a:custGeom>
              <a:solidFill>
                <a:srgbClr val="000000"/>
              </a:solidFill>
              <a:ln w="1794" cap="flat">
                <a:noFill/>
                <a:prstDash val="solid"/>
                <a:miter/>
              </a:ln>
            </p:spPr>
            <p:txBody>
              <a:bodyPr rtlCol="0" anchor="ctr"/>
              <a:lstStyle/>
              <a:p>
                <a:endParaRPr lang="zh-CN" altLang="en-US"/>
              </a:p>
            </p:txBody>
          </p:sp>
          <p:grpSp>
            <p:nvGrpSpPr>
              <p:cNvPr id="42" name="组合 41">
                <a:extLst>
                  <a:ext uri="{FF2B5EF4-FFF2-40B4-BE49-F238E27FC236}">
                    <a16:creationId xmlns:a16="http://schemas.microsoft.com/office/drawing/2014/main" id="{FFDEDDD6-5E44-BA98-3A8F-6302E2250D16}"/>
                  </a:ext>
                </a:extLst>
              </p:cNvPr>
              <p:cNvGrpSpPr/>
              <p:nvPr userDrawn="1"/>
            </p:nvGrpSpPr>
            <p:grpSpPr>
              <a:xfrm>
                <a:off x="2038610" y="3870398"/>
                <a:ext cx="413489" cy="89750"/>
                <a:chOff x="8686551" y="964247"/>
                <a:chExt cx="413489" cy="89750"/>
              </a:xfrm>
            </p:grpSpPr>
            <p:sp>
              <p:nvSpPr>
                <p:cNvPr id="61" name="任意多边形: 形状 60">
                  <a:extLst>
                    <a:ext uri="{FF2B5EF4-FFF2-40B4-BE49-F238E27FC236}">
                      <a16:creationId xmlns:a16="http://schemas.microsoft.com/office/drawing/2014/main" id="{2D727A78-EF4B-5F83-27D0-4AD30A854A43}"/>
                    </a:ext>
                  </a:extLst>
                </p:cNvPr>
                <p:cNvSpPr/>
                <p:nvPr/>
              </p:nvSpPr>
              <p:spPr>
                <a:xfrm>
                  <a:off x="8686551" y="964247"/>
                  <a:ext cx="120678" cy="87629"/>
                </a:xfrm>
                <a:custGeom>
                  <a:avLst/>
                  <a:gdLst>
                    <a:gd name="connsiteX0" fmla="*/ 24351 w 120678"/>
                    <a:gd name="connsiteY0" fmla="*/ 87629 h 87629"/>
                    <a:gd name="connsiteX1" fmla="*/ 41730 w 120678"/>
                    <a:gd name="connsiteY1" fmla="*/ 87629 h 87629"/>
                    <a:gd name="connsiteX2" fmla="*/ 53897 w 120678"/>
                    <a:gd name="connsiteY2" fmla="*/ 40706 h 87629"/>
                    <a:gd name="connsiteX3" fmla="*/ 57006 w 120678"/>
                    <a:gd name="connsiteY3" fmla="*/ 28054 h 87629"/>
                    <a:gd name="connsiteX4" fmla="*/ 59863 w 120678"/>
                    <a:gd name="connsiteY4" fmla="*/ 15150 h 87629"/>
                    <a:gd name="connsiteX5" fmla="*/ 60726 w 120678"/>
                    <a:gd name="connsiteY5" fmla="*/ 15150 h 87629"/>
                    <a:gd name="connsiteX6" fmla="*/ 63583 w 120678"/>
                    <a:gd name="connsiteY6" fmla="*/ 28054 h 87629"/>
                    <a:gd name="connsiteX7" fmla="*/ 66692 w 120678"/>
                    <a:gd name="connsiteY7" fmla="*/ 40346 h 87629"/>
                    <a:gd name="connsiteX8" fmla="*/ 79470 w 120678"/>
                    <a:gd name="connsiteY8" fmla="*/ 87629 h 87629"/>
                    <a:gd name="connsiteX9" fmla="*/ 97226 w 120678"/>
                    <a:gd name="connsiteY9" fmla="*/ 87629 h 87629"/>
                    <a:gd name="connsiteX10" fmla="*/ 120679 w 120678"/>
                    <a:gd name="connsiteY10" fmla="*/ 0 h 87629"/>
                    <a:gd name="connsiteX11" fmla="*/ 106895 w 120678"/>
                    <a:gd name="connsiteY11" fmla="*/ 0 h 87629"/>
                    <a:gd name="connsiteX12" fmla="*/ 93991 w 120678"/>
                    <a:gd name="connsiteY12" fmla="*/ 50644 h 87629"/>
                    <a:gd name="connsiteX13" fmla="*/ 91259 w 120678"/>
                    <a:gd name="connsiteY13" fmla="*/ 63062 h 87629"/>
                    <a:gd name="connsiteX14" fmla="*/ 88402 w 120678"/>
                    <a:gd name="connsiteY14" fmla="*/ 75229 h 87629"/>
                    <a:gd name="connsiteX15" fmla="*/ 87773 w 120678"/>
                    <a:gd name="connsiteY15" fmla="*/ 75229 h 87629"/>
                    <a:gd name="connsiteX16" fmla="*/ 84790 w 120678"/>
                    <a:gd name="connsiteY16" fmla="*/ 63062 h 87629"/>
                    <a:gd name="connsiteX17" fmla="*/ 81681 w 120678"/>
                    <a:gd name="connsiteY17" fmla="*/ 50644 h 87629"/>
                    <a:gd name="connsiteX18" fmla="*/ 67896 w 120678"/>
                    <a:gd name="connsiteY18" fmla="*/ 0 h 87629"/>
                    <a:gd name="connsiteX19" fmla="*/ 53627 w 120678"/>
                    <a:gd name="connsiteY19" fmla="*/ 0 h 87629"/>
                    <a:gd name="connsiteX20" fmla="*/ 40094 w 120678"/>
                    <a:gd name="connsiteY20" fmla="*/ 50644 h 87629"/>
                    <a:gd name="connsiteX21" fmla="*/ 36985 w 120678"/>
                    <a:gd name="connsiteY21" fmla="*/ 62936 h 87629"/>
                    <a:gd name="connsiteX22" fmla="*/ 34002 w 120678"/>
                    <a:gd name="connsiteY22" fmla="*/ 75229 h 87629"/>
                    <a:gd name="connsiteX23" fmla="*/ 33265 w 120678"/>
                    <a:gd name="connsiteY23" fmla="*/ 75229 h 87629"/>
                    <a:gd name="connsiteX24" fmla="*/ 30785 w 120678"/>
                    <a:gd name="connsiteY24" fmla="*/ 63062 h 87629"/>
                    <a:gd name="connsiteX25" fmla="*/ 28054 w 120678"/>
                    <a:gd name="connsiteY25" fmla="*/ 50644 h 87629"/>
                    <a:gd name="connsiteX26" fmla="*/ 15024 w 120678"/>
                    <a:gd name="connsiteY26" fmla="*/ 0 h 87629"/>
                    <a:gd name="connsiteX27" fmla="*/ 0 w 120678"/>
                    <a:gd name="connsiteY27" fmla="*/ 0 h 87629"/>
                    <a:gd name="connsiteX28" fmla="*/ 24351 w 120678"/>
                    <a:gd name="connsiteY28" fmla="*/ 87629 h 87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0678" h="87629">
                      <a:moveTo>
                        <a:pt x="24351" y="87629"/>
                      </a:moveTo>
                      <a:lnTo>
                        <a:pt x="41730" y="87629"/>
                      </a:lnTo>
                      <a:lnTo>
                        <a:pt x="53897" y="40706"/>
                      </a:lnTo>
                      <a:cubicBezTo>
                        <a:pt x="55011" y="36482"/>
                        <a:pt x="56125" y="32259"/>
                        <a:pt x="57006" y="28054"/>
                      </a:cubicBezTo>
                      <a:lnTo>
                        <a:pt x="59863" y="15150"/>
                      </a:lnTo>
                      <a:lnTo>
                        <a:pt x="60726" y="15150"/>
                      </a:lnTo>
                      <a:lnTo>
                        <a:pt x="63583" y="28054"/>
                      </a:lnTo>
                      <a:cubicBezTo>
                        <a:pt x="64572" y="32151"/>
                        <a:pt x="65578" y="36249"/>
                        <a:pt x="66692" y="40346"/>
                      </a:cubicBezTo>
                      <a:lnTo>
                        <a:pt x="79470" y="87629"/>
                      </a:lnTo>
                      <a:lnTo>
                        <a:pt x="97226" y="87629"/>
                      </a:lnTo>
                      <a:lnTo>
                        <a:pt x="120679" y="0"/>
                      </a:lnTo>
                      <a:lnTo>
                        <a:pt x="106895" y="0"/>
                      </a:lnTo>
                      <a:lnTo>
                        <a:pt x="93991" y="50644"/>
                      </a:lnTo>
                      <a:lnTo>
                        <a:pt x="91259" y="63062"/>
                      </a:lnTo>
                      <a:lnTo>
                        <a:pt x="88402" y="75229"/>
                      </a:lnTo>
                      <a:lnTo>
                        <a:pt x="87773" y="75229"/>
                      </a:lnTo>
                      <a:lnTo>
                        <a:pt x="84790" y="63062"/>
                      </a:lnTo>
                      <a:lnTo>
                        <a:pt x="81681" y="50644"/>
                      </a:lnTo>
                      <a:lnTo>
                        <a:pt x="67896" y="0"/>
                      </a:lnTo>
                      <a:lnTo>
                        <a:pt x="53627" y="0"/>
                      </a:lnTo>
                      <a:lnTo>
                        <a:pt x="40094" y="50644"/>
                      </a:lnTo>
                      <a:cubicBezTo>
                        <a:pt x="38980" y="54741"/>
                        <a:pt x="37866" y="58839"/>
                        <a:pt x="36985" y="62936"/>
                      </a:cubicBezTo>
                      <a:lnTo>
                        <a:pt x="34002" y="75229"/>
                      </a:lnTo>
                      <a:lnTo>
                        <a:pt x="33265" y="75229"/>
                      </a:lnTo>
                      <a:lnTo>
                        <a:pt x="30785" y="63062"/>
                      </a:lnTo>
                      <a:lnTo>
                        <a:pt x="28054" y="50644"/>
                      </a:lnTo>
                      <a:lnTo>
                        <a:pt x="15024" y="0"/>
                      </a:lnTo>
                      <a:lnTo>
                        <a:pt x="0" y="0"/>
                      </a:lnTo>
                      <a:lnTo>
                        <a:pt x="24351" y="87629"/>
                      </a:lnTo>
                      <a:close/>
                    </a:path>
                  </a:pathLst>
                </a:custGeom>
                <a:solidFill>
                  <a:srgbClr val="999999"/>
                </a:solidFill>
                <a:ln w="6350" cap="flat">
                  <a:solidFill>
                    <a:srgbClr val="999999"/>
                  </a:solidFill>
                  <a:prstDash val="solid"/>
                  <a:miter/>
                </a:ln>
              </p:spPr>
              <p:txBody>
                <a:bodyPr rtlCol="0" anchor="ctr"/>
                <a:lstStyle/>
                <a:p>
                  <a:endParaRPr lang="zh-CN" altLang="en-US"/>
                </a:p>
              </p:txBody>
            </p:sp>
            <p:sp>
              <p:nvSpPr>
                <p:cNvPr id="62" name="任意多边形: 形状 61">
                  <a:extLst>
                    <a:ext uri="{FF2B5EF4-FFF2-40B4-BE49-F238E27FC236}">
                      <a16:creationId xmlns:a16="http://schemas.microsoft.com/office/drawing/2014/main" id="{D8312688-AD36-4859-1464-05EE093E5ED5}"/>
                    </a:ext>
                  </a:extLst>
                </p:cNvPr>
                <p:cNvSpPr/>
                <p:nvPr/>
              </p:nvSpPr>
              <p:spPr>
                <a:xfrm>
                  <a:off x="8810681" y="964247"/>
                  <a:ext cx="120678" cy="87629"/>
                </a:xfrm>
                <a:custGeom>
                  <a:avLst/>
                  <a:gdLst>
                    <a:gd name="connsiteX0" fmla="*/ 24351 w 120678"/>
                    <a:gd name="connsiteY0" fmla="*/ 87629 h 87629"/>
                    <a:gd name="connsiteX1" fmla="*/ 41730 w 120678"/>
                    <a:gd name="connsiteY1" fmla="*/ 87629 h 87629"/>
                    <a:gd name="connsiteX2" fmla="*/ 53897 w 120678"/>
                    <a:gd name="connsiteY2" fmla="*/ 40706 h 87629"/>
                    <a:gd name="connsiteX3" fmla="*/ 57006 w 120678"/>
                    <a:gd name="connsiteY3" fmla="*/ 28054 h 87629"/>
                    <a:gd name="connsiteX4" fmla="*/ 59863 w 120678"/>
                    <a:gd name="connsiteY4" fmla="*/ 15150 h 87629"/>
                    <a:gd name="connsiteX5" fmla="*/ 60726 w 120678"/>
                    <a:gd name="connsiteY5" fmla="*/ 15150 h 87629"/>
                    <a:gd name="connsiteX6" fmla="*/ 63583 w 120678"/>
                    <a:gd name="connsiteY6" fmla="*/ 28054 h 87629"/>
                    <a:gd name="connsiteX7" fmla="*/ 66692 w 120678"/>
                    <a:gd name="connsiteY7" fmla="*/ 40346 h 87629"/>
                    <a:gd name="connsiteX8" fmla="*/ 79470 w 120678"/>
                    <a:gd name="connsiteY8" fmla="*/ 87629 h 87629"/>
                    <a:gd name="connsiteX9" fmla="*/ 97226 w 120678"/>
                    <a:gd name="connsiteY9" fmla="*/ 87629 h 87629"/>
                    <a:gd name="connsiteX10" fmla="*/ 120679 w 120678"/>
                    <a:gd name="connsiteY10" fmla="*/ 0 h 87629"/>
                    <a:gd name="connsiteX11" fmla="*/ 106895 w 120678"/>
                    <a:gd name="connsiteY11" fmla="*/ 0 h 87629"/>
                    <a:gd name="connsiteX12" fmla="*/ 93991 w 120678"/>
                    <a:gd name="connsiteY12" fmla="*/ 50644 h 87629"/>
                    <a:gd name="connsiteX13" fmla="*/ 91259 w 120678"/>
                    <a:gd name="connsiteY13" fmla="*/ 63062 h 87629"/>
                    <a:gd name="connsiteX14" fmla="*/ 88402 w 120678"/>
                    <a:gd name="connsiteY14" fmla="*/ 75229 h 87629"/>
                    <a:gd name="connsiteX15" fmla="*/ 87773 w 120678"/>
                    <a:gd name="connsiteY15" fmla="*/ 75229 h 87629"/>
                    <a:gd name="connsiteX16" fmla="*/ 84790 w 120678"/>
                    <a:gd name="connsiteY16" fmla="*/ 63062 h 87629"/>
                    <a:gd name="connsiteX17" fmla="*/ 81681 w 120678"/>
                    <a:gd name="connsiteY17" fmla="*/ 50644 h 87629"/>
                    <a:gd name="connsiteX18" fmla="*/ 67896 w 120678"/>
                    <a:gd name="connsiteY18" fmla="*/ 0 h 87629"/>
                    <a:gd name="connsiteX19" fmla="*/ 53627 w 120678"/>
                    <a:gd name="connsiteY19" fmla="*/ 0 h 87629"/>
                    <a:gd name="connsiteX20" fmla="*/ 40094 w 120678"/>
                    <a:gd name="connsiteY20" fmla="*/ 50644 h 87629"/>
                    <a:gd name="connsiteX21" fmla="*/ 36985 w 120678"/>
                    <a:gd name="connsiteY21" fmla="*/ 62936 h 87629"/>
                    <a:gd name="connsiteX22" fmla="*/ 34002 w 120678"/>
                    <a:gd name="connsiteY22" fmla="*/ 75229 h 87629"/>
                    <a:gd name="connsiteX23" fmla="*/ 33265 w 120678"/>
                    <a:gd name="connsiteY23" fmla="*/ 75229 h 87629"/>
                    <a:gd name="connsiteX24" fmla="*/ 30785 w 120678"/>
                    <a:gd name="connsiteY24" fmla="*/ 63062 h 87629"/>
                    <a:gd name="connsiteX25" fmla="*/ 28054 w 120678"/>
                    <a:gd name="connsiteY25" fmla="*/ 50644 h 87629"/>
                    <a:gd name="connsiteX26" fmla="*/ 15024 w 120678"/>
                    <a:gd name="connsiteY26" fmla="*/ 0 h 87629"/>
                    <a:gd name="connsiteX27" fmla="*/ 0 w 120678"/>
                    <a:gd name="connsiteY27" fmla="*/ 0 h 87629"/>
                    <a:gd name="connsiteX28" fmla="*/ 24351 w 120678"/>
                    <a:gd name="connsiteY28" fmla="*/ 87629 h 87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0678" h="87629">
                      <a:moveTo>
                        <a:pt x="24351" y="87629"/>
                      </a:moveTo>
                      <a:lnTo>
                        <a:pt x="41730" y="87629"/>
                      </a:lnTo>
                      <a:lnTo>
                        <a:pt x="53897" y="40706"/>
                      </a:lnTo>
                      <a:cubicBezTo>
                        <a:pt x="55011" y="36482"/>
                        <a:pt x="56125" y="32259"/>
                        <a:pt x="57006" y="28054"/>
                      </a:cubicBezTo>
                      <a:lnTo>
                        <a:pt x="59863" y="15150"/>
                      </a:lnTo>
                      <a:lnTo>
                        <a:pt x="60726" y="15150"/>
                      </a:lnTo>
                      <a:lnTo>
                        <a:pt x="63583" y="28054"/>
                      </a:lnTo>
                      <a:cubicBezTo>
                        <a:pt x="64572" y="32151"/>
                        <a:pt x="65578" y="36249"/>
                        <a:pt x="66692" y="40346"/>
                      </a:cubicBezTo>
                      <a:lnTo>
                        <a:pt x="79470" y="87629"/>
                      </a:lnTo>
                      <a:lnTo>
                        <a:pt x="97226" y="87629"/>
                      </a:lnTo>
                      <a:lnTo>
                        <a:pt x="120679" y="0"/>
                      </a:lnTo>
                      <a:lnTo>
                        <a:pt x="106895" y="0"/>
                      </a:lnTo>
                      <a:lnTo>
                        <a:pt x="93991" y="50644"/>
                      </a:lnTo>
                      <a:lnTo>
                        <a:pt x="91259" y="63062"/>
                      </a:lnTo>
                      <a:lnTo>
                        <a:pt x="88402" y="75229"/>
                      </a:lnTo>
                      <a:lnTo>
                        <a:pt x="87773" y="75229"/>
                      </a:lnTo>
                      <a:lnTo>
                        <a:pt x="84790" y="63062"/>
                      </a:lnTo>
                      <a:lnTo>
                        <a:pt x="81681" y="50644"/>
                      </a:lnTo>
                      <a:lnTo>
                        <a:pt x="67896" y="0"/>
                      </a:lnTo>
                      <a:lnTo>
                        <a:pt x="53627" y="0"/>
                      </a:lnTo>
                      <a:lnTo>
                        <a:pt x="40094" y="50644"/>
                      </a:lnTo>
                      <a:cubicBezTo>
                        <a:pt x="38980" y="54741"/>
                        <a:pt x="37866" y="58839"/>
                        <a:pt x="36985" y="62936"/>
                      </a:cubicBezTo>
                      <a:lnTo>
                        <a:pt x="34002" y="75229"/>
                      </a:lnTo>
                      <a:lnTo>
                        <a:pt x="33265" y="75229"/>
                      </a:lnTo>
                      <a:lnTo>
                        <a:pt x="30785" y="63062"/>
                      </a:lnTo>
                      <a:lnTo>
                        <a:pt x="28054" y="50644"/>
                      </a:lnTo>
                      <a:lnTo>
                        <a:pt x="15024" y="0"/>
                      </a:lnTo>
                      <a:lnTo>
                        <a:pt x="0" y="0"/>
                      </a:lnTo>
                      <a:lnTo>
                        <a:pt x="24351" y="87629"/>
                      </a:lnTo>
                      <a:close/>
                    </a:path>
                  </a:pathLst>
                </a:custGeom>
                <a:solidFill>
                  <a:srgbClr val="999999"/>
                </a:solidFill>
                <a:ln w="6350" cap="flat">
                  <a:solidFill>
                    <a:srgbClr val="999999"/>
                  </a:solidFill>
                  <a:prstDash val="solid"/>
                  <a:miter/>
                </a:ln>
              </p:spPr>
              <p:txBody>
                <a:bodyPr rtlCol="0" anchor="ctr"/>
                <a:lstStyle/>
                <a:p>
                  <a:endParaRPr lang="zh-CN" altLang="en-US"/>
                </a:p>
              </p:txBody>
            </p:sp>
            <p:sp>
              <p:nvSpPr>
                <p:cNvPr id="63" name="任意多边形: 形状 62">
                  <a:extLst>
                    <a:ext uri="{FF2B5EF4-FFF2-40B4-BE49-F238E27FC236}">
                      <a16:creationId xmlns:a16="http://schemas.microsoft.com/office/drawing/2014/main" id="{5CEBDC48-9E45-99AF-B97F-B59AC451A954}"/>
                    </a:ext>
                  </a:extLst>
                </p:cNvPr>
                <p:cNvSpPr/>
                <p:nvPr/>
              </p:nvSpPr>
              <p:spPr>
                <a:xfrm>
                  <a:off x="8947228" y="964247"/>
                  <a:ext cx="120678" cy="87629"/>
                </a:xfrm>
                <a:custGeom>
                  <a:avLst/>
                  <a:gdLst>
                    <a:gd name="connsiteX0" fmla="*/ 24351 w 120678"/>
                    <a:gd name="connsiteY0" fmla="*/ 87629 h 87629"/>
                    <a:gd name="connsiteX1" fmla="*/ 41730 w 120678"/>
                    <a:gd name="connsiteY1" fmla="*/ 87629 h 87629"/>
                    <a:gd name="connsiteX2" fmla="*/ 53897 w 120678"/>
                    <a:gd name="connsiteY2" fmla="*/ 40706 h 87629"/>
                    <a:gd name="connsiteX3" fmla="*/ 57006 w 120678"/>
                    <a:gd name="connsiteY3" fmla="*/ 28054 h 87629"/>
                    <a:gd name="connsiteX4" fmla="*/ 59863 w 120678"/>
                    <a:gd name="connsiteY4" fmla="*/ 15150 h 87629"/>
                    <a:gd name="connsiteX5" fmla="*/ 60726 w 120678"/>
                    <a:gd name="connsiteY5" fmla="*/ 15150 h 87629"/>
                    <a:gd name="connsiteX6" fmla="*/ 63583 w 120678"/>
                    <a:gd name="connsiteY6" fmla="*/ 28054 h 87629"/>
                    <a:gd name="connsiteX7" fmla="*/ 66692 w 120678"/>
                    <a:gd name="connsiteY7" fmla="*/ 40346 h 87629"/>
                    <a:gd name="connsiteX8" fmla="*/ 79470 w 120678"/>
                    <a:gd name="connsiteY8" fmla="*/ 87629 h 87629"/>
                    <a:gd name="connsiteX9" fmla="*/ 97226 w 120678"/>
                    <a:gd name="connsiteY9" fmla="*/ 87629 h 87629"/>
                    <a:gd name="connsiteX10" fmla="*/ 120679 w 120678"/>
                    <a:gd name="connsiteY10" fmla="*/ 0 h 87629"/>
                    <a:gd name="connsiteX11" fmla="*/ 106895 w 120678"/>
                    <a:gd name="connsiteY11" fmla="*/ 0 h 87629"/>
                    <a:gd name="connsiteX12" fmla="*/ 93991 w 120678"/>
                    <a:gd name="connsiteY12" fmla="*/ 50644 h 87629"/>
                    <a:gd name="connsiteX13" fmla="*/ 91259 w 120678"/>
                    <a:gd name="connsiteY13" fmla="*/ 63062 h 87629"/>
                    <a:gd name="connsiteX14" fmla="*/ 88402 w 120678"/>
                    <a:gd name="connsiteY14" fmla="*/ 75229 h 87629"/>
                    <a:gd name="connsiteX15" fmla="*/ 87773 w 120678"/>
                    <a:gd name="connsiteY15" fmla="*/ 75229 h 87629"/>
                    <a:gd name="connsiteX16" fmla="*/ 84790 w 120678"/>
                    <a:gd name="connsiteY16" fmla="*/ 63062 h 87629"/>
                    <a:gd name="connsiteX17" fmla="*/ 81681 w 120678"/>
                    <a:gd name="connsiteY17" fmla="*/ 50644 h 87629"/>
                    <a:gd name="connsiteX18" fmla="*/ 67897 w 120678"/>
                    <a:gd name="connsiteY18" fmla="*/ 0 h 87629"/>
                    <a:gd name="connsiteX19" fmla="*/ 53627 w 120678"/>
                    <a:gd name="connsiteY19" fmla="*/ 0 h 87629"/>
                    <a:gd name="connsiteX20" fmla="*/ 40094 w 120678"/>
                    <a:gd name="connsiteY20" fmla="*/ 50644 h 87629"/>
                    <a:gd name="connsiteX21" fmla="*/ 36985 w 120678"/>
                    <a:gd name="connsiteY21" fmla="*/ 62936 h 87629"/>
                    <a:gd name="connsiteX22" fmla="*/ 34002 w 120678"/>
                    <a:gd name="connsiteY22" fmla="*/ 75229 h 87629"/>
                    <a:gd name="connsiteX23" fmla="*/ 33265 w 120678"/>
                    <a:gd name="connsiteY23" fmla="*/ 75229 h 87629"/>
                    <a:gd name="connsiteX24" fmla="*/ 30785 w 120678"/>
                    <a:gd name="connsiteY24" fmla="*/ 63062 h 87629"/>
                    <a:gd name="connsiteX25" fmla="*/ 28054 w 120678"/>
                    <a:gd name="connsiteY25" fmla="*/ 50644 h 87629"/>
                    <a:gd name="connsiteX26" fmla="*/ 15024 w 120678"/>
                    <a:gd name="connsiteY26" fmla="*/ 0 h 87629"/>
                    <a:gd name="connsiteX27" fmla="*/ 0 w 120678"/>
                    <a:gd name="connsiteY27" fmla="*/ 0 h 87629"/>
                    <a:gd name="connsiteX28" fmla="*/ 24351 w 120678"/>
                    <a:gd name="connsiteY28" fmla="*/ 87629 h 87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0678" h="87629">
                      <a:moveTo>
                        <a:pt x="24351" y="87629"/>
                      </a:moveTo>
                      <a:lnTo>
                        <a:pt x="41730" y="87629"/>
                      </a:lnTo>
                      <a:lnTo>
                        <a:pt x="53897" y="40706"/>
                      </a:lnTo>
                      <a:cubicBezTo>
                        <a:pt x="55011" y="36482"/>
                        <a:pt x="56125" y="32259"/>
                        <a:pt x="57006" y="28054"/>
                      </a:cubicBezTo>
                      <a:lnTo>
                        <a:pt x="59863" y="15150"/>
                      </a:lnTo>
                      <a:lnTo>
                        <a:pt x="60726" y="15150"/>
                      </a:lnTo>
                      <a:lnTo>
                        <a:pt x="63583" y="28054"/>
                      </a:lnTo>
                      <a:cubicBezTo>
                        <a:pt x="64572" y="32151"/>
                        <a:pt x="65578" y="36249"/>
                        <a:pt x="66692" y="40346"/>
                      </a:cubicBezTo>
                      <a:lnTo>
                        <a:pt x="79470" y="87629"/>
                      </a:lnTo>
                      <a:lnTo>
                        <a:pt x="97226" y="87629"/>
                      </a:lnTo>
                      <a:lnTo>
                        <a:pt x="120679" y="0"/>
                      </a:lnTo>
                      <a:lnTo>
                        <a:pt x="106895" y="0"/>
                      </a:lnTo>
                      <a:lnTo>
                        <a:pt x="93991" y="50644"/>
                      </a:lnTo>
                      <a:lnTo>
                        <a:pt x="91259" y="63062"/>
                      </a:lnTo>
                      <a:lnTo>
                        <a:pt x="88402" y="75229"/>
                      </a:lnTo>
                      <a:lnTo>
                        <a:pt x="87773" y="75229"/>
                      </a:lnTo>
                      <a:lnTo>
                        <a:pt x="84790" y="63062"/>
                      </a:lnTo>
                      <a:lnTo>
                        <a:pt x="81681" y="50644"/>
                      </a:lnTo>
                      <a:lnTo>
                        <a:pt x="67897" y="0"/>
                      </a:lnTo>
                      <a:lnTo>
                        <a:pt x="53627" y="0"/>
                      </a:lnTo>
                      <a:lnTo>
                        <a:pt x="40094" y="50644"/>
                      </a:lnTo>
                      <a:cubicBezTo>
                        <a:pt x="38980" y="54741"/>
                        <a:pt x="37866" y="58839"/>
                        <a:pt x="36985" y="62936"/>
                      </a:cubicBezTo>
                      <a:lnTo>
                        <a:pt x="34002" y="75229"/>
                      </a:lnTo>
                      <a:lnTo>
                        <a:pt x="33265" y="75229"/>
                      </a:lnTo>
                      <a:lnTo>
                        <a:pt x="30785" y="63062"/>
                      </a:lnTo>
                      <a:lnTo>
                        <a:pt x="28054" y="50644"/>
                      </a:lnTo>
                      <a:lnTo>
                        <a:pt x="15024" y="0"/>
                      </a:lnTo>
                      <a:lnTo>
                        <a:pt x="0" y="0"/>
                      </a:lnTo>
                      <a:lnTo>
                        <a:pt x="24351" y="87629"/>
                      </a:lnTo>
                      <a:close/>
                    </a:path>
                  </a:pathLst>
                </a:custGeom>
                <a:solidFill>
                  <a:srgbClr val="999999"/>
                </a:solidFill>
                <a:ln w="6350" cap="flat">
                  <a:solidFill>
                    <a:srgbClr val="999999"/>
                  </a:solidFill>
                  <a:prstDash val="solid"/>
                  <a:miter/>
                </a:ln>
              </p:spPr>
              <p:txBody>
                <a:bodyPr rtlCol="0" anchor="ctr"/>
                <a:lstStyle/>
                <a:p>
                  <a:endParaRPr lang="zh-CN" altLang="en-US"/>
                </a:p>
              </p:txBody>
            </p:sp>
            <p:sp>
              <p:nvSpPr>
                <p:cNvPr id="64" name="任意多边形: 形状 63">
                  <a:extLst>
                    <a:ext uri="{FF2B5EF4-FFF2-40B4-BE49-F238E27FC236}">
                      <a16:creationId xmlns:a16="http://schemas.microsoft.com/office/drawing/2014/main" id="{BF4A00DA-5CEF-5570-193C-250CC047DF05}"/>
                    </a:ext>
                  </a:extLst>
                </p:cNvPr>
                <p:cNvSpPr/>
                <p:nvPr/>
              </p:nvSpPr>
              <p:spPr>
                <a:xfrm>
                  <a:off x="9078816" y="1031389"/>
                  <a:ext cx="21224" cy="22608"/>
                </a:xfrm>
                <a:custGeom>
                  <a:avLst/>
                  <a:gdLst>
                    <a:gd name="connsiteX0" fmla="*/ 10675 w 21224"/>
                    <a:gd name="connsiteY0" fmla="*/ 22608 h 22608"/>
                    <a:gd name="connsiteX1" fmla="*/ 18115 w 21224"/>
                    <a:gd name="connsiteY1" fmla="*/ 19499 h 22608"/>
                    <a:gd name="connsiteX2" fmla="*/ 21224 w 21224"/>
                    <a:gd name="connsiteY2" fmla="*/ 11430 h 22608"/>
                    <a:gd name="connsiteX3" fmla="*/ 18115 w 21224"/>
                    <a:gd name="connsiteY3" fmla="*/ 3235 h 22608"/>
                    <a:gd name="connsiteX4" fmla="*/ 10675 w 21224"/>
                    <a:gd name="connsiteY4" fmla="*/ 0 h 22608"/>
                    <a:gd name="connsiteX5" fmla="*/ 3109 w 21224"/>
                    <a:gd name="connsiteY5" fmla="*/ 3235 h 22608"/>
                    <a:gd name="connsiteX6" fmla="*/ 0 w 21224"/>
                    <a:gd name="connsiteY6" fmla="*/ 11430 h 22608"/>
                    <a:gd name="connsiteX7" fmla="*/ 3109 w 21224"/>
                    <a:gd name="connsiteY7" fmla="*/ 19499 h 22608"/>
                    <a:gd name="connsiteX8" fmla="*/ 10675 w 21224"/>
                    <a:gd name="connsiteY8" fmla="*/ 22608 h 2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24" h="22608">
                      <a:moveTo>
                        <a:pt x="10675" y="22608"/>
                      </a:moveTo>
                      <a:cubicBezTo>
                        <a:pt x="13658" y="22482"/>
                        <a:pt x="16138" y="21494"/>
                        <a:pt x="18115" y="19499"/>
                      </a:cubicBezTo>
                      <a:cubicBezTo>
                        <a:pt x="20110" y="17504"/>
                        <a:pt x="21224" y="14791"/>
                        <a:pt x="21224" y="11430"/>
                      </a:cubicBezTo>
                      <a:cubicBezTo>
                        <a:pt x="21224" y="8069"/>
                        <a:pt x="20110" y="5356"/>
                        <a:pt x="18115" y="3235"/>
                      </a:cubicBezTo>
                      <a:cubicBezTo>
                        <a:pt x="16120" y="1132"/>
                        <a:pt x="13640" y="0"/>
                        <a:pt x="10675" y="0"/>
                      </a:cubicBezTo>
                      <a:cubicBezTo>
                        <a:pt x="7692" y="0"/>
                        <a:pt x="5212" y="1114"/>
                        <a:pt x="3109" y="3235"/>
                      </a:cubicBezTo>
                      <a:cubicBezTo>
                        <a:pt x="1114" y="5338"/>
                        <a:pt x="126" y="8069"/>
                        <a:pt x="0" y="11430"/>
                      </a:cubicBezTo>
                      <a:cubicBezTo>
                        <a:pt x="126" y="14773"/>
                        <a:pt x="1114" y="17504"/>
                        <a:pt x="3109" y="19499"/>
                      </a:cubicBezTo>
                      <a:cubicBezTo>
                        <a:pt x="5212" y="21476"/>
                        <a:pt x="7692" y="22482"/>
                        <a:pt x="10675" y="22608"/>
                      </a:cubicBezTo>
                      <a:close/>
                    </a:path>
                  </a:pathLst>
                </a:custGeom>
                <a:solidFill>
                  <a:srgbClr val="999999"/>
                </a:solidFill>
                <a:ln w="6350" cap="flat">
                  <a:solidFill>
                    <a:srgbClr val="999999"/>
                  </a:solidFill>
                  <a:prstDash val="solid"/>
                  <a:miter/>
                </a:ln>
              </p:spPr>
              <p:txBody>
                <a:bodyPr rtlCol="0" anchor="ctr"/>
                <a:lstStyle/>
                <a:p>
                  <a:endParaRPr lang="zh-CN" altLang="en-US"/>
                </a:p>
              </p:txBody>
            </p:sp>
          </p:grpSp>
          <p:grpSp>
            <p:nvGrpSpPr>
              <p:cNvPr id="43" name="组合 42">
                <a:extLst>
                  <a:ext uri="{FF2B5EF4-FFF2-40B4-BE49-F238E27FC236}">
                    <a16:creationId xmlns:a16="http://schemas.microsoft.com/office/drawing/2014/main" id="{B7DD8678-13EA-F72A-D083-27B9CF906129}"/>
                  </a:ext>
                </a:extLst>
              </p:cNvPr>
              <p:cNvGrpSpPr/>
              <p:nvPr userDrawn="1"/>
            </p:nvGrpSpPr>
            <p:grpSpPr>
              <a:xfrm>
                <a:off x="2487485" y="3830214"/>
                <a:ext cx="173892" cy="129934"/>
                <a:chOff x="9130663" y="924063"/>
                <a:chExt cx="173892" cy="129934"/>
              </a:xfrm>
            </p:grpSpPr>
            <p:sp>
              <p:nvSpPr>
                <p:cNvPr id="59" name="任意多边形: 形状 58">
                  <a:extLst>
                    <a:ext uri="{FF2B5EF4-FFF2-40B4-BE49-F238E27FC236}">
                      <a16:creationId xmlns:a16="http://schemas.microsoft.com/office/drawing/2014/main" id="{BD14739B-AE93-27AC-8F6B-8E4874CBBADB}"/>
                    </a:ext>
                  </a:extLst>
                </p:cNvPr>
                <p:cNvSpPr/>
                <p:nvPr/>
              </p:nvSpPr>
              <p:spPr>
                <a:xfrm>
                  <a:off x="9130663" y="933588"/>
                  <a:ext cx="76343" cy="120409"/>
                </a:xfrm>
                <a:custGeom>
                  <a:avLst/>
                  <a:gdLst>
                    <a:gd name="connsiteX0" fmla="*/ 37614 w 76343"/>
                    <a:gd name="connsiteY0" fmla="*/ 120409 h 120409"/>
                    <a:gd name="connsiteX1" fmla="*/ 56610 w 76343"/>
                    <a:gd name="connsiteY1" fmla="*/ 115575 h 120409"/>
                    <a:gd name="connsiteX2" fmla="*/ 70754 w 76343"/>
                    <a:gd name="connsiteY2" fmla="*/ 101791 h 120409"/>
                    <a:gd name="connsiteX3" fmla="*/ 76343 w 76343"/>
                    <a:gd name="connsiteY3" fmla="*/ 79704 h 120409"/>
                    <a:gd name="connsiteX4" fmla="*/ 65920 w 76343"/>
                    <a:gd name="connsiteY4" fmla="*/ 51147 h 120409"/>
                    <a:gd name="connsiteX5" fmla="*/ 40723 w 76343"/>
                    <a:gd name="connsiteY5" fmla="*/ 42089 h 120409"/>
                    <a:gd name="connsiteX6" fmla="*/ 31163 w 76343"/>
                    <a:gd name="connsiteY6" fmla="*/ 43455 h 120409"/>
                    <a:gd name="connsiteX7" fmla="*/ 23093 w 76343"/>
                    <a:gd name="connsiteY7" fmla="*/ 46798 h 120409"/>
                    <a:gd name="connsiteX8" fmla="*/ 26077 w 76343"/>
                    <a:gd name="connsiteY8" fmla="*/ 12544 h 120409"/>
                    <a:gd name="connsiteX9" fmla="*/ 70754 w 76343"/>
                    <a:gd name="connsiteY9" fmla="*/ 12544 h 120409"/>
                    <a:gd name="connsiteX10" fmla="*/ 70754 w 76343"/>
                    <a:gd name="connsiteY10" fmla="*/ 0 h 120409"/>
                    <a:gd name="connsiteX11" fmla="*/ 13155 w 76343"/>
                    <a:gd name="connsiteY11" fmla="*/ 0 h 120409"/>
                    <a:gd name="connsiteX12" fmla="*/ 9435 w 76343"/>
                    <a:gd name="connsiteY12" fmla="*/ 55352 h 120409"/>
                    <a:gd name="connsiteX13" fmla="*/ 17378 w 76343"/>
                    <a:gd name="connsiteY13" fmla="*/ 60187 h 120409"/>
                    <a:gd name="connsiteX14" fmla="*/ 26688 w 76343"/>
                    <a:gd name="connsiteY14" fmla="*/ 54975 h 120409"/>
                    <a:gd name="connsiteX15" fmla="*/ 36985 w 76343"/>
                    <a:gd name="connsiteY15" fmla="*/ 53232 h 120409"/>
                    <a:gd name="connsiteX16" fmla="*/ 54867 w 76343"/>
                    <a:gd name="connsiteY16" fmla="*/ 60312 h 120409"/>
                    <a:gd name="connsiteX17" fmla="*/ 61570 w 76343"/>
                    <a:gd name="connsiteY17" fmla="*/ 80171 h 120409"/>
                    <a:gd name="connsiteX18" fmla="*/ 54130 w 76343"/>
                    <a:gd name="connsiteY18" fmla="*/ 100659 h 120409"/>
                    <a:gd name="connsiteX19" fmla="*/ 36374 w 76343"/>
                    <a:gd name="connsiteY19" fmla="*/ 108099 h 120409"/>
                    <a:gd name="connsiteX20" fmla="*/ 19247 w 76343"/>
                    <a:gd name="connsiteY20" fmla="*/ 104127 h 120409"/>
                    <a:gd name="connsiteX21" fmla="*/ 7332 w 76343"/>
                    <a:gd name="connsiteY21" fmla="*/ 95069 h 120409"/>
                    <a:gd name="connsiteX22" fmla="*/ 0 w 76343"/>
                    <a:gd name="connsiteY22" fmla="*/ 104756 h 120409"/>
                    <a:gd name="connsiteX23" fmla="*/ 14898 w 76343"/>
                    <a:gd name="connsiteY23" fmla="*/ 115557 h 120409"/>
                    <a:gd name="connsiteX24" fmla="*/ 37614 w 76343"/>
                    <a:gd name="connsiteY24" fmla="*/ 120409 h 12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6343" h="120409">
                      <a:moveTo>
                        <a:pt x="37614" y="120409"/>
                      </a:moveTo>
                      <a:cubicBezTo>
                        <a:pt x="44444" y="120409"/>
                        <a:pt x="50770" y="118792"/>
                        <a:pt x="56610" y="115575"/>
                      </a:cubicBezTo>
                      <a:cubicBezTo>
                        <a:pt x="62451" y="112466"/>
                        <a:pt x="67160" y="107883"/>
                        <a:pt x="70754" y="101791"/>
                      </a:cubicBezTo>
                      <a:cubicBezTo>
                        <a:pt x="74348" y="95824"/>
                        <a:pt x="76217" y="88384"/>
                        <a:pt x="76343" y="79704"/>
                      </a:cubicBezTo>
                      <a:cubicBezTo>
                        <a:pt x="76091" y="66800"/>
                        <a:pt x="72623" y="57239"/>
                        <a:pt x="65920" y="51147"/>
                      </a:cubicBezTo>
                      <a:cubicBezTo>
                        <a:pt x="59216" y="45055"/>
                        <a:pt x="50770" y="42089"/>
                        <a:pt x="40723" y="42089"/>
                      </a:cubicBezTo>
                      <a:cubicBezTo>
                        <a:pt x="37255" y="42215"/>
                        <a:pt x="34020" y="42593"/>
                        <a:pt x="31163" y="43455"/>
                      </a:cubicBezTo>
                      <a:cubicBezTo>
                        <a:pt x="28431" y="44192"/>
                        <a:pt x="25699" y="45324"/>
                        <a:pt x="23093" y="46798"/>
                      </a:cubicBezTo>
                      <a:lnTo>
                        <a:pt x="26077" y="12544"/>
                      </a:lnTo>
                      <a:lnTo>
                        <a:pt x="70754" y="12544"/>
                      </a:lnTo>
                      <a:lnTo>
                        <a:pt x="70754" y="0"/>
                      </a:lnTo>
                      <a:lnTo>
                        <a:pt x="13155" y="0"/>
                      </a:lnTo>
                      <a:lnTo>
                        <a:pt x="9435" y="55352"/>
                      </a:lnTo>
                      <a:lnTo>
                        <a:pt x="17378" y="60187"/>
                      </a:lnTo>
                      <a:cubicBezTo>
                        <a:pt x="20613" y="57958"/>
                        <a:pt x="23704" y="56215"/>
                        <a:pt x="26688" y="54975"/>
                      </a:cubicBezTo>
                      <a:cubicBezTo>
                        <a:pt x="29797" y="53861"/>
                        <a:pt x="33140" y="53232"/>
                        <a:pt x="36985" y="53232"/>
                      </a:cubicBezTo>
                      <a:cubicBezTo>
                        <a:pt x="44551" y="53358"/>
                        <a:pt x="50518" y="55712"/>
                        <a:pt x="54867" y="60312"/>
                      </a:cubicBezTo>
                      <a:cubicBezTo>
                        <a:pt x="59216" y="65021"/>
                        <a:pt x="61445" y="71617"/>
                        <a:pt x="61570" y="80171"/>
                      </a:cubicBezTo>
                      <a:cubicBezTo>
                        <a:pt x="61319" y="88851"/>
                        <a:pt x="58839" y="95681"/>
                        <a:pt x="54130" y="100659"/>
                      </a:cubicBezTo>
                      <a:cubicBezTo>
                        <a:pt x="49422" y="105493"/>
                        <a:pt x="43455" y="108099"/>
                        <a:pt x="36374" y="108099"/>
                      </a:cubicBezTo>
                      <a:cubicBezTo>
                        <a:pt x="29545" y="107973"/>
                        <a:pt x="23830" y="106607"/>
                        <a:pt x="19247" y="104127"/>
                      </a:cubicBezTo>
                      <a:cubicBezTo>
                        <a:pt x="14647" y="101647"/>
                        <a:pt x="10675" y="98538"/>
                        <a:pt x="7332" y="95069"/>
                      </a:cubicBezTo>
                      <a:lnTo>
                        <a:pt x="0" y="104756"/>
                      </a:lnTo>
                      <a:cubicBezTo>
                        <a:pt x="3972" y="108854"/>
                        <a:pt x="8932" y="112448"/>
                        <a:pt x="14898" y="115557"/>
                      </a:cubicBezTo>
                      <a:cubicBezTo>
                        <a:pt x="20991" y="118666"/>
                        <a:pt x="28557" y="120284"/>
                        <a:pt x="37614" y="120409"/>
                      </a:cubicBezTo>
                      <a:close/>
                    </a:path>
                  </a:pathLst>
                </a:custGeom>
                <a:solidFill>
                  <a:srgbClr val="FF5200"/>
                </a:solidFill>
                <a:ln w="6350" cap="flat">
                  <a:solidFill>
                    <a:srgbClr val="FF5200"/>
                  </a:solidFill>
                  <a:prstDash val="solid"/>
                  <a:miter/>
                </a:ln>
              </p:spPr>
              <p:txBody>
                <a:bodyPr rtlCol="0" anchor="ctr"/>
                <a:lstStyle/>
                <a:p>
                  <a:endParaRPr lang="zh-CN" altLang="en-US"/>
                </a:p>
              </p:txBody>
            </p:sp>
            <p:sp>
              <p:nvSpPr>
                <p:cNvPr id="60" name="任意多边形: 形状 59">
                  <a:extLst>
                    <a:ext uri="{FF2B5EF4-FFF2-40B4-BE49-F238E27FC236}">
                      <a16:creationId xmlns:a16="http://schemas.microsoft.com/office/drawing/2014/main" id="{17E8D5E6-EB10-8395-9D09-57FC8601C6DF}"/>
                    </a:ext>
                  </a:extLst>
                </p:cNvPr>
                <p:cNvSpPr/>
                <p:nvPr/>
              </p:nvSpPr>
              <p:spPr>
                <a:xfrm>
                  <a:off x="9239624" y="924063"/>
                  <a:ext cx="64931" cy="126897"/>
                </a:xfrm>
                <a:custGeom>
                  <a:avLst/>
                  <a:gdLst>
                    <a:gd name="connsiteX0" fmla="*/ 18 w 64931"/>
                    <a:gd name="connsiteY0" fmla="*/ 118289 h 118288"/>
                    <a:gd name="connsiteX1" fmla="*/ 64931 w 64931"/>
                    <a:gd name="connsiteY1" fmla="*/ 118289 h 118288"/>
                    <a:gd name="connsiteX2" fmla="*/ 64931 w 64931"/>
                    <a:gd name="connsiteY2" fmla="*/ 105996 h 118288"/>
                    <a:gd name="connsiteX3" fmla="*/ 41227 w 64931"/>
                    <a:gd name="connsiteY3" fmla="*/ 105996 h 118288"/>
                    <a:gd name="connsiteX4" fmla="*/ 41227 w 64931"/>
                    <a:gd name="connsiteY4" fmla="*/ 0 h 118288"/>
                    <a:gd name="connsiteX5" fmla="*/ 29923 w 64931"/>
                    <a:gd name="connsiteY5" fmla="*/ 0 h 118288"/>
                    <a:gd name="connsiteX6" fmla="*/ 19122 w 64931"/>
                    <a:gd name="connsiteY6" fmla="*/ 4834 h 118288"/>
                    <a:gd name="connsiteX7" fmla="*/ 5337 w 64931"/>
                    <a:gd name="connsiteY7" fmla="*/ 8429 h 118288"/>
                    <a:gd name="connsiteX8" fmla="*/ 5337 w 64931"/>
                    <a:gd name="connsiteY8" fmla="*/ 17738 h 118288"/>
                    <a:gd name="connsiteX9" fmla="*/ 26310 w 64931"/>
                    <a:gd name="connsiteY9" fmla="*/ 17738 h 118288"/>
                    <a:gd name="connsiteX10" fmla="*/ 26310 w 64931"/>
                    <a:gd name="connsiteY10" fmla="*/ 105996 h 118288"/>
                    <a:gd name="connsiteX11" fmla="*/ 0 w 64931"/>
                    <a:gd name="connsiteY11" fmla="*/ 105996 h 118288"/>
                    <a:gd name="connsiteX12" fmla="*/ 0 w 64931"/>
                    <a:gd name="connsiteY12" fmla="*/ 118289 h 1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931" h="118288">
                      <a:moveTo>
                        <a:pt x="18" y="118289"/>
                      </a:moveTo>
                      <a:lnTo>
                        <a:pt x="64931" y="118289"/>
                      </a:lnTo>
                      <a:lnTo>
                        <a:pt x="64931" y="105996"/>
                      </a:lnTo>
                      <a:lnTo>
                        <a:pt x="41227" y="105996"/>
                      </a:lnTo>
                      <a:lnTo>
                        <a:pt x="41227" y="0"/>
                      </a:lnTo>
                      <a:lnTo>
                        <a:pt x="29923" y="0"/>
                      </a:lnTo>
                      <a:cubicBezTo>
                        <a:pt x="26688" y="1869"/>
                        <a:pt x="23093" y="3469"/>
                        <a:pt x="19122" y="4834"/>
                      </a:cubicBezTo>
                      <a:cubicBezTo>
                        <a:pt x="15150" y="6200"/>
                        <a:pt x="10549" y="7440"/>
                        <a:pt x="5337" y="8429"/>
                      </a:cubicBezTo>
                      <a:lnTo>
                        <a:pt x="5337" y="17738"/>
                      </a:lnTo>
                      <a:lnTo>
                        <a:pt x="26310" y="17738"/>
                      </a:lnTo>
                      <a:lnTo>
                        <a:pt x="26310" y="105996"/>
                      </a:lnTo>
                      <a:lnTo>
                        <a:pt x="0" y="105996"/>
                      </a:lnTo>
                      <a:lnTo>
                        <a:pt x="0" y="118289"/>
                      </a:lnTo>
                      <a:close/>
                    </a:path>
                  </a:pathLst>
                </a:custGeom>
                <a:solidFill>
                  <a:srgbClr val="FF5200"/>
                </a:solidFill>
                <a:ln w="6350" cap="flat">
                  <a:solidFill>
                    <a:srgbClr val="FF5200"/>
                  </a:solidFill>
                  <a:prstDash val="solid"/>
                  <a:miter/>
                </a:ln>
              </p:spPr>
              <p:txBody>
                <a:bodyPr rtlCol="0" anchor="ctr"/>
                <a:lstStyle/>
                <a:p>
                  <a:endParaRPr lang="zh-CN" altLang="en-US"/>
                </a:p>
              </p:txBody>
            </p:sp>
          </p:grpSp>
          <p:grpSp>
            <p:nvGrpSpPr>
              <p:cNvPr id="44" name="组合 43">
                <a:extLst>
                  <a:ext uri="{FF2B5EF4-FFF2-40B4-BE49-F238E27FC236}">
                    <a16:creationId xmlns:a16="http://schemas.microsoft.com/office/drawing/2014/main" id="{29CA6F38-2E68-8F40-EE35-E5EE46CB7707}"/>
                  </a:ext>
                </a:extLst>
              </p:cNvPr>
              <p:cNvGrpSpPr/>
              <p:nvPr userDrawn="1"/>
            </p:nvGrpSpPr>
            <p:grpSpPr>
              <a:xfrm>
                <a:off x="2698897" y="3829531"/>
                <a:ext cx="804243" cy="165482"/>
                <a:chOff x="9323023" y="923380"/>
                <a:chExt cx="804243" cy="165482"/>
              </a:xfrm>
            </p:grpSpPr>
            <p:sp>
              <p:nvSpPr>
                <p:cNvPr id="51" name="任意多边形: 形状 50">
                  <a:extLst>
                    <a:ext uri="{FF2B5EF4-FFF2-40B4-BE49-F238E27FC236}">
                      <a16:creationId xmlns:a16="http://schemas.microsoft.com/office/drawing/2014/main" id="{C8910E4C-545E-B2B4-8952-DE2A9E9F4B28}"/>
                    </a:ext>
                  </a:extLst>
                </p:cNvPr>
                <p:cNvSpPr/>
                <p:nvPr/>
              </p:nvSpPr>
              <p:spPr>
                <a:xfrm>
                  <a:off x="9323023" y="961965"/>
                  <a:ext cx="76594" cy="126897"/>
                </a:xfrm>
                <a:custGeom>
                  <a:avLst/>
                  <a:gdLst>
                    <a:gd name="connsiteX0" fmla="*/ 36123 w 76594"/>
                    <a:gd name="connsiteY0" fmla="*/ 79740 h 126897"/>
                    <a:gd name="connsiteX1" fmla="*/ 26185 w 76594"/>
                    <a:gd name="connsiteY1" fmla="*/ 77745 h 126897"/>
                    <a:gd name="connsiteX2" fmla="*/ 14647 w 76594"/>
                    <a:gd name="connsiteY2" fmla="*/ 70538 h 126897"/>
                    <a:gd name="connsiteX3" fmla="*/ 14647 w 76594"/>
                    <a:gd name="connsiteY3" fmla="*/ 24495 h 126897"/>
                    <a:gd name="connsiteX4" fmla="*/ 26813 w 76594"/>
                    <a:gd name="connsiteY4" fmla="*/ 15563 h 126897"/>
                    <a:gd name="connsiteX5" fmla="*/ 38225 w 76594"/>
                    <a:gd name="connsiteY5" fmla="*/ 12454 h 126897"/>
                    <a:gd name="connsiteX6" fmla="*/ 55981 w 76594"/>
                    <a:gd name="connsiteY6" fmla="*/ 21386 h 126897"/>
                    <a:gd name="connsiteX7" fmla="*/ 61319 w 76594"/>
                    <a:gd name="connsiteY7" fmla="*/ 44839 h 126897"/>
                    <a:gd name="connsiteX8" fmla="*/ 54112 w 76594"/>
                    <a:gd name="connsiteY8" fmla="*/ 70538 h 126897"/>
                    <a:gd name="connsiteX9" fmla="*/ 36123 w 76594"/>
                    <a:gd name="connsiteY9" fmla="*/ 79740 h 126897"/>
                    <a:gd name="connsiteX10" fmla="*/ 0 w 76594"/>
                    <a:gd name="connsiteY10" fmla="*/ 126897 h 126897"/>
                    <a:gd name="connsiteX11" fmla="*/ 14647 w 76594"/>
                    <a:gd name="connsiteY11" fmla="*/ 126897 h 126897"/>
                    <a:gd name="connsiteX12" fmla="*/ 14647 w 76594"/>
                    <a:gd name="connsiteY12" fmla="*/ 97100 h 126897"/>
                    <a:gd name="connsiteX13" fmla="*/ 14269 w 76594"/>
                    <a:gd name="connsiteY13" fmla="*/ 81824 h 126897"/>
                    <a:gd name="connsiteX14" fmla="*/ 26436 w 76594"/>
                    <a:gd name="connsiteY14" fmla="*/ 89265 h 126897"/>
                    <a:gd name="connsiteX15" fmla="*/ 38477 w 76594"/>
                    <a:gd name="connsiteY15" fmla="*/ 91996 h 126897"/>
                    <a:gd name="connsiteX16" fmla="*/ 57347 w 76594"/>
                    <a:gd name="connsiteY16" fmla="*/ 86407 h 126897"/>
                    <a:gd name="connsiteX17" fmla="*/ 71257 w 76594"/>
                    <a:gd name="connsiteY17" fmla="*/ 70269 h 126897"/>
                    <a:gd name="connsiteX18" fmla="*/ 76595 w 76594"/>
                    <a:gd name="connsiteY18" fmla="*/ 44695 h 126897"/>
                    <a:gd name="connsiteX19" fmla="*/ 67663 w 76594"/>
                    <a:gd name="connsiteY19" fmla="*/ 12293 h 126897"/>
                    <a:gd name="connsiteX20" fmla="*/ 41712 w 76594"/>
                    <a:gd name="connsiteY20" fmla="*/ 0 h 126897"/>
                    <a:gd name="connsiteX21" fmla="*/ 26939 w 76594"/>
                    <a:gd name="connsiteY21" fmla="*/ 3720 h 126897"/>
                    <a:gd name="connsiteX22" fmla="*/ 13784 w 76594"/>
                    <a:gd name="connsiteY22" fmla="*/ 12293 h 126897"/>
                    <a:gd name="connsiteX23" fmla="*/ 13281 w 76594"/>
                    <a:gd name="connsiteY23" fmla="*/ 12293 h 126897"/>
                    <a:gd name="connsiteX24" fmla="*/ 12041 w 76594"/>
                    <a:gd name="connsiteY24" fmla="*/ 2246 h 126897"/>
                    <a:gd name="connsiteX25" fmla="*/ 0 w 76594"/>
                    <a:gd name="connsiteY25" fmla="*/ 2246 h 126897"/>
                    <a:gd name="connsiteX26" fmla="*/ 0 w 76594"/>
                    <a:gd name="connsiteY26" fmla="*/ 126897 h 12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6594" h="126897">
                      <a:moveTo>
                        <a:pt x="36123" y="79740"/>
                      </a:moveTo>
                      <a:cubicBezTo>
                        <a:pt x="33140" y="79866"/>
                        <a:pt x="29797" y="79111"/>
                        <a:pt x="26185" y="77745"/>
                      </a:cubicBezTo>
                      <a:cubicBezTo>
                        <a:pt x="22464" y="76253"/>
                        <a:pt x="18618" y="73899"/>
                        <a:pt x="14647" y="70538"/>
                      </a:cubicBezTo>
                      <a:lnTo>
                        <a:pt x="14647" y="24495"/>
                      </a:lnTo>
                      <a:cubicBezTo>
                        <a:pt x="18870" y="20649"/>
                        <a:pt x="22968" y="17540"/>
                        <a:pt x="26813" y="15563"/>
                      </a:cubicBezTo>
                      <a:cubicBezTo>
                        <a:pt x="30659" y="13461"/>
                        <a:pt x="34505" y="12454"/>
                        <a:pt x="38225" y="12454"/>
                      </a:cubicBezTo>
                      <a:cubicBezTo>
                        <a:pt x="46421" y="12580"/>
                        <a:pt x="52369" y="15563"/>
                        <a:pt x="55981" y="21386"/>
                      </a:cubicBezTo>
                      <a:cubicBezTo>
                        <a:pt x="59576" y="27227"/>
                        <a:pt x="61319" y="35045"/>
                        <a:pt x="61319" y="44839"/>
                      </a:cubicBezTo>
                      <a:cubicBezTo>
                        <a:pt x="61193" y="55892"/>
                        <a:pt x="58713" y="64446"/>
                        <a:pt x="54112" y="70538"/>
                      </a:cubicBezTo>
                      <a:cubicBezTo>
                        <a:pt x="49512" y="76631"/>
                        <a:pt x="43455" y="79614"/>
                        <a:pt x="36123" y="79740"/>
                      </a:cubicBezTo>
                      <a:close/>
                      <a:moveTo>
                        <a:pt x="0" y="126897"/>
                      </a:moveTo>
                      <a:lnTo>
                        <a:pt x="14647" y="126897"/>
                      </a:lnTo>
                      <a:lnTo>
                        <a:pt x="14647" y="97100"/>
                      </a:lnTo>
                      <a:lnTo>
                        <a:pt x="14269" y="81824"/>
                      </a:lnTo>
                      <a:cubicBezTo>
                        <a:pt x="18241" y="85059"/>
                        <a:pt x="22339" y="87539"/>
                        <a:pt x="26436" y="89265"/>
                      </a:cubicBezTo>
                      <a:cubicBezTo>
                        <a:pt x="30534" y="91134"/>
                        <a:pt x="34505" y="91996"/>
                        <a:pt x="38477" y="91996"/>
                      </a:cubicBezTo>
                      <a:cubicBezTo>
                        <a:pt x="45306" y="91996"/>
                        <a:pt x="51632" y="90127"/>
                        <a:pt x="57347" y="86407"/>
                      </a:cubicBezTo>
                      <a:cubicBezTo>
                        <a:pt x="63062" y="82687"/>
                        <a:pt x="67645" y="77350"/>
                        <a:pt x="71257" y="70269"/>
                      </a:cubicBezTo>
                      <a:cubicBezTo>
                        <a:pt x="74726" y="63314"/>
                        <a:pt x="76469" y="54759"/>
                        <a:pt x="76595" y="44695"/>
                      </a:cubicBezTo>
                      <a:cubicBezTo>
                        <a:pt x="76595" y="31037"/>
                        <a:pt x="73611" y="20236"/>
                        <a:pt x="67663" y="12293"/>
                      </a:cubicBezTo>
                      <a:cubicBezTo>
                        <a:pt x="61696" y="4223"/>
                        <a:pt x="53142" y="126"/>
                        <a:pt x="41712" y="0"/>
                      </a:cubicBezTo>
                      <a:cubicBezTo>
                        <a:pt x="36626" y="126"/>
                        <a:pt x="31666" y="1366"/>
                        <a:pt x="26939" y="3720"/>
                      </a:cubicBezTo>
                      <a:cubicBezTo>
                        <a:pt x="22231" y="6074"/>
                        <a:pt x="17756" y="8932"/>
                        <a:pt x="13784" y="12293"/>
                      </a:cubicBezTo>
                      <a:lnTo>
                        <a:pt x="13281" y="12293"/>
                      </a:lnTo>
                      <a:lnTo>
                        <a:pt x="12041" y="2246"/>
                      </a:lnTo>
                      <a:lnTo>
                        <a:pt x="0" y="2246"/>
                      </a:lnTo>
                      <a:lnTo>
                        <a:pt x="0" y="126897"/>
                      </a:lnTo>
                      <a:close/>
                    </a:path>
                  </a:pathLst>
                </a:custGeom>
                <a:solidFill>
                  <a:srgbClr val="003399"/>
                </a:solidFill>
                <a:ln w="6350" cap="flat">
                  <a:solidFill>
                    <a:srgbClr val="003399"/>
                  </a:solidFill>
                  <a:prstDash val="solid"/>
                  <a:miter/>
                </a:ln>
              </p:spPr>
              <p:txBody>
                <a:bodyPr rtlCol="0" anchor="ctr"/>
                <a:lstStyle/>
                <a:p>
                  <a:endParaRPr lang="zh-CN" altLang="en-US"/>
                </a:p>
              </p:txBody>
            </p:sp>
            <p:sp>
              <p:nvSpPr>
                <p:cNvPr id="52" name="任意多边形: 形状 51">
                  <a:extLst>
                    <a:ext uri="{FF2B5EF4-FFF2-40B4-BE49-F238E27FC236}">
                      <a16:creationId xmlns:a16="http://schemas.microsoft.com/office/drawing/2014/main" id="{C6C4CFDB-CDEA-CE4C-17EA-0CC7AE0EE6E2}"/>
                    </a:ext>
                  </a:extLst>
                </p:cNvPr>
                <p:cNvSpPr/>
                <p:nvPr/>
              </p:nvSpPr>
              <p:spPr>
                <a:xfrm>
                  <a:off x="9429477" y="961965"/>
                  <a:ext cx="76594" cy="126897"/>
                </a:xfrm>
                <a:custGeom>
                  <a:avLst/>
                  <a:gdLst>
                    <a:gd name="connsiteX0" fmla="*/ 36123 w 76594"/>
                    <a:gd name="connsiteY0" fmla="*/ 79740 h 126897"/>
                    <a:gd name="connsiteX1" fmla="*/ 26185 w 76594"/>
                    <a:gd name="connsiteY1" fmla="*/ 77745 h 126897"/>
                    <a:gd name="connsiteX2" fmla="*/ 14647 w 76594"/>
                    <a:gd name="connsiteY2" fmla="*/ 70538 h 126897"/>
                    <a:gd name="connsiteX3" fmla="*/ 14647 w 76594"/>
                    <a:gd name="connsiteY3" fmla="*/ 24495 h 126897"/>
                    <a:gd name="connsiteX4" fmla="*/ 26813 w 76594"/>
                    <a:gd name="connsiteY4" fmla="*/ 15563 h 126897"/>
                    <a:gd name="connsiteX5" fmla="*/ 38225 w 76594"/>
                    <a:gd name="connsiteY5" fmla="*/ 12454 h 126897"/>
                    <a:gd name="connsiteX6" fmla="*/ 55981 w 76594"/>
                    <a:gd name="connsiteY6" fmla="*/ 21386 h 126897"/>
                    <a:gd name="connsiteX7" fmla="*/ 61319 w 76594"/>
                    <a:gd name="connsiteY7" fmla="*/ 44839 h 126897"/>
                    <a:gd name="connsiteX8" fmla="*/ 54112 w 76594"/>
                    <a:gd name="connsiteY8" fmla="*/ 70538 h 126897"/>
                    <a:gd name="connsiteX9" fmla="*/ 36123 w 76594"/>
                    <a:gd name="connsiteY9" fmla="*/ 79740 h 126897"/>
                    <a:gd name="connsiteX10" fmla="*/ 0 w 76594"/>
                    <a:gd name="connsiteY10" fmla="*/ 126897 h 126897"/>
                    <a:gd name="connsiteX11" fmla="*/ 14647 w 76594"/>
                    <a:gd name="connsiteY11" fmla="*/ 126897 h 126897"/>
                    <a:gd name="connsiteX12" fmla="*/ 14647 w 76594"/>
                    <a:gd name="connsiteY12" fmla="*/ 97100 h 126897"/>
                    <a:gd name="connsiteX13" fmla="*/ 14269 w 76594"/>
                    <a:gd name="connsiteY13" fmla="*/ 81824 h 126897"/>
                    <a:gd name="connsiteX14" fmla="*/ 26436 w 76594"/>
                    <a:gd name="connsiteY14" fmla="*/ 89265 h 126897"/>
                    <a:gd name="connsiteX15" fmla="*/ 38477 w 76594"/>
                    <a:gd name="connsiteY15" fmla="*/ 91996 h 126897"/>
                    <a:gd name="connsiteX16" fmla="*/ 57347 w 76594"/>
                    <a:gd name="connsiteY16" fmla="*/ 86407 h 126897"/>
                    <a:gd name="connsiteX17" fmla="*/ 71257 w 76594"/>
                    <a:gd name="connsiteY17" fmla="*/ 70269 h 126897"/>
                    <a:gd name="connsiteX18" fmla="*/ 76595 w 76594"/>
                    <a:gd name="connsiteY18" fmla="*/ 44695 h 126897"/>
                    <a:gd name="connsiteX19" fmla="*/ 67663 w 76594"/>
                    <a:gd name="connsiteY19" fmla="*/ 12293 h 126897"/>
                    <a:gd name="connsiteX20" fmla="*/ 41712 w 76594"/>
                    <a:gd name="connsiteY20" fmla="*/ 0 h 126897"/>
                    <a:gd name="connsiteX21" fmla="*/ 26939 w 76594"/>
                    <a:gd name="connsiteY21" fmla="*/ 3720 h 126897"/>
                    <a:gd name="connsiteX22" fmla="*/ 13784 w 76594"/>
                    <a:gd name="connsiteY22" fmla="*/ 12293 h 126897"/>
                    <a:gd name="connsiteX23" fmla="*/ 13281 w 76594"/>
                    <a:gd name="connsiteY23" fmla="*/ 12293 h 126897"/>
                    <a:gd name="connsiteX24" fmla="*/ 12041 w 76594"/>
                    <a:gd name="connsiteY24" fmla="*/ 2246 h 126897"/>
                    <a:gd name="connsiteX25" fmla="*/ 0 w 76594"/>
                    <a:gd name="connsiteY25" fmla="*/ 2246 h 126897"/>
                    <a:gd name="connsiteX26" fmla="*/ 0 w 76594"/>
                    <a:gd name="connsiteY26" fmla="*/ 126897 h 12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6594" h="126897">
                      <a:moveTo>
                        <a:pt x="36123" y="79740"/>
                      </a:moveTo>
                      <a:cubicBezTo>
                        <a:pt x="33140" y="79866"/>
                        <a:pt x="29797" y="79111"/>
                        <a:pt x="26185" y="77745"/>
                      </a:cubicBezTo>
                      <a:cubicBezTo>
                        <a:pt x="22464" y="76253"/>
                        <a:pt x="18618" y="73899"/>
                        <a:pt x="14647" y="70538"/>
                      </a:cubicBezTo>
                      <a:lnTo>
                        <a:pt x="14647" y="24495"/>
                      </a:lnTo>
                      <a:cubicBezTo>
                        <a:pt x="18870" y="20649"/>
                        <a:pt x="22968" y="17540"/>
                        <a:pt x="26813" y="15563"/>
                      </a:cubicBezTo>
                      <a:cubicBezTo>
                        <a:pt x="30659" y="13461"/>
                        <a:pt x="34505" y="12454"/>
                        <a:pt x="38225" y="12454"/>
                      </a:cubicBezTo>
                      <a:cubicBezTo>
                        <a:pt x="46420" y="12580"/>
                        <a:pt x="52369" y="15563"/>
                        <a:pt x="55981" y="21386"/>
                      </a:cubicBezTo>
                      <a:cubicBezTo>
                        <a:pt x="59576" y="27227"/>
                        <a:pt x="61319" y="35045"/>
                        <a:pt x="61319" y="44839"/>
                      </a:cubicBezTo>
                      <a:cubicBezTo>
                        <a:pt x="61193" y="55892"/>
                        <a:pt x="58713" y="64446"/>
                        <a:pt x="54112" y="70538"/>
                      </a:cubicBezTo>
                      <a:cubicBezTo>
                        <a:pt x="49530" y="76631"/>
                        <a:pt x="43437" y="79614"/>
                        <a:pt x="36123" y="79740"/>
                      </a:cubicBezTo>
                      <a:close/>
                      <a:moveTo>
                        <a:pt x="0" y="126897"/>
                      </a:moveTo>
                      <a:lnTo>
                        <a:pt x="14647" y="126897"/>
                      </a:lnTo>
                      <a:lnTo>
                        <a:pt x="14647" y="97100"/>
                      </a:lnTo>
                      <a:lnTo>
                        <a:pt x="14269" y="81824"/>
                      </a:lnTo>
                      <a:cubicBezTo>
                        <a:pt x="18241" y="85059"/>
                        <a:pt x="22339" y="87539"/>
                        <a:pt x="26436" y="89265"/>
                      </a:cubicBezTo>
                      <a:cubicBezTo>
                        <a:pt x="30534" y="91134"/>
                        <a:pt x="34505" y="91996"/>
                        <a:pt x="38477" y="91996"/>
                      </a:cubicBezTo>
                      <a:cubicBezTo>
                        <a:pt x="45306" y="91996"/>
                        <a:pt x="51632" y="90127"/>
                        <a:pt x="57347" y="86407"/>
                      </a:cubicBezTo>
                      <a:cubicBezTo>
                        <a:pt x="63062" y="82687"/>
                        <a:pt x="67645" y="77350"/>
                        <a:pt x="71257" y="70269"/>
                      </a:cubicBezTo>
                      <a:cubicBezTo>
                        <a:pt x="74726" y="63314"/>
                        <a:pt x="76469" y="54759"/>
                        <a:pt x="76595" y="44695"/>
                      </a:cubicBezTo>
                      <a:cubicBezTo>
                        <a:pt x="76595" y="31037"/>
                        <a:pt x="73611" y="20236"/>
                        <a:pt x="67663" y="12293"/>
                      </a:cubicBezTo>
                      <a:cubicBezTo>
                        <a:pt x="61696" y="4223"/>
                        <a:pt x="53142" y="126"/>
                        <a:pt x="41712" y="0"/>
                      </a:cubicBezTo>
                      <a:cubicBezTo>
                        <a:pt x="36626" y="126"/>
                        <a:pt x="31666" y="1366"/>
                        <a:pt x="26939" y="3720"/>
                      </a:cubicBezTo>
                      <a:cubicBezTo>
                        <a:pt x="22231" y="6074"/>
                        <a:pt x="17756" y="8932"/>
                        <a:pt x="13784" y="12293"/>
                      </a:cubicBezTo>
                      <a:lnTo>
                        <a:pt x="13281" y="12293"/>
                      </a:lnTo>
                      <a:lnTo>
                        <a:pt x="12041" y="2246"/>
                      </a:lnTo>
                      <a:lnTo>
                        <a:pt x="0" y="2246"/>
                      </a:lnTo>
                      <a:lnTo>
                        <a:pt x="0" y="126897"/>
                      </a:lnTo>
                      <a:close/>
                    </a:path>
                  </a:pathLst>
                </a:custGeom>
                <a:solidFill>
                  <a:srgbClr val="003399"/>
                </a:solidFill>
                <a:ln w="6350" cap="flat">
                  <a:solidFill>
                    <a:srgbClr val="003399"/>
                  </a:solidFill>
                  <a:prstDash val="solid"/>
                  <a:miter/>
                </a:ln>
              </p:spPr>
              <p:txBody>
                <a:bodyPr rtlCol="0" anchor="ctr"/>
                <a:lstStyle/>
                <a:p>
                  <a:endParaRPr lang="zh-CN" altLang="en-US"/>
                </a:p>
              </p:txBody>
            </p:sp>
            <p:sp>
              <p:nvSpPr>
                <p:cNvPr id="53" name="任意多边形: 形状 52">
                  <a:extLst>
                    <a:ext uri="{FF2B5EF4-FFF2-40B4-BE49-F238E27FC236}">
                      <a16:creationId xmlns:a16="http://schemas.microsoft.com/office/drawing/2014/main" id="{037E21AA-4DE2-74E8-2B9D-5DBC614DD1D1}"/>
                    </a:ext>
                  </a:extLst>
                </p:cNvPr>
                <p:cNvSpPr/>
                <p:nvPr/>
              </p:nvSpPr>
              <p:spPr>
                <a:xfrm>
                  <a:off x="9527744" y="939788"/>
                  <a:ext cx="54256" cy="114209"/>
                </a:xfrm>
                <a:custGeom>
                  <a:avLst/>
                  <a:gdLst>
                    <a:gd name="connsiteX0" fmla="*/ 38118 w 54256"/>
                    <a:gd name="connsiteY0" fmla="*/ 114209 h 114209"/>
                    <a:gd name="connsiteX1" fmla="*/ 46313 w 54256"/>
                    <a:gd name="connsiteY1" fmla="*/ 113221 h 114209"/>
                    <a:gd name="connsiteX2" fmla="*/ 54256 w 54256"/>
                    <a:gd name="connsiteY2" fmla="*/ 110992 h 114209"/>
                    <a:gd name="connsiteX3" fmla="*/ 51273 w 54256"/>
                    <a:gd name="connsiteY3" fmla="*/ 100066 h 114209"/>
                    <a:gd name="connsiteX4" fmla="*/ 46438 w 54256"/>
                    <a:gd name="connsiteY4" fmla="*/ 101557 h 114209"/>
                    <a:gd name="connsiteX5" fmla="*/ 41352 w 54256"/>
                    <a:gd name="connsiteY5" fmla="*/ 102294 h 114209"/>
                    <a:gd name="connsiteX6" fmla="*/ 30803 w 54256"/>
                    <a:gd name="connsiteY6" fmla="*/ 97819 h 114209"/>
                    <a:gd name="connsiteX7" fmla="*/ 27820 w 54256"/>
                    <a:gd name="connsiteY7" fmla="*/ 85275 h 114209"/>
                    <a:gd name="connsiteX8" fmla="*/ 27820 w 54256"/>
                    <a:gd name="connsiteY8" fmla="*/ 36374 h 114209"/>
                    <a:gd name="connsiteX9" fmla="*/ 51524 w 54256"/>
                    <a:gd name="connsiteY9" fmla="*/ 36374 h 114209"/>
                    <a:gd name="connsiteX10" fmla="*/ 51524 w 54256"/>
                    <a:gd name="connsiteY10" fmla="*/ 24459 h 114209"/>
                    <a:gd name="connsiteX11" fmla="*/ 27820 w 54256"/>
                    <a:gd name="connsiteY11" fmla="*/ 24459 h 114209"/>
                    <a:gd name="connsiteX12" fmla="*/ 27820 w 54256"/>
                    <a:gd name="connsiteY12" fmla="*/ 0 h 114209"/>
                    <a:gd name="connsiteX13" fmla="*/ 15527 w 54256"/>
                    <a:gd name="connsiteY13" fmla="*/ 0 h 114209"/>
                    <a:gd name="connsiteX14" fmla="*/ 13784 w 54256"/>
                    <a:gd name="connsiteY14" fmla="*/ 24459 h 114209"/>
                    <a:gd name="connsiteX15" fmla="*/ 0 w 54256"/>
                    <a:gd name="connsiteY15" fmla="*/ 25322 h 114209"/>
                    <a:gd name="connsiteX16" fmla="*/ 0 w 54256"/>
                    <a:gd name="connsiteY16" fmla="*/ 36374 h 114209"/>
                    <a:gd name="connsiteX17" fmla="*/ 13029 w 54256"/>
                    <a:gd name="connsiteY17" fmla="*/ 36374 h 114209"/>
                    <a:gd name="connsiteX18" fmla="*/ 13029 w 54256"/>
                    <a:gd name="connsiteY18" fmla="*/ 85023 h 114209"/>
                    <a:gd name="connsiteX19" fmla="*/ 18618 w 54256"/>
                    <a:gd name="connsiteY19" fmla="*/ 106122 h 114209"/>
                    <a:gd name="connsiteX20" fmla="*/ 38118 w 54256"/>
                    <a:gd name="connsiteY20" fmla="*/ 114209 h 11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256" h="114209">
                      <a:moveTo>
                        <a:pt x="38118" y="114209"/>
                      </a:moveTo>
                      <a:cubicBezTo>
                        <a:pt x="40723" y="114209"/>
                        <a:pt x="43455" y="113832"/>
                        <a:pt x="46313" y="113221"/>
                      </a:cubicBezTo>
                      <a:cubicBezTo>
                        <a:pt x="49044" y="112592"/>
                        <a:pt x="51650" y="111855"/>
                        <a:pt x="54256" y="110992"/>
                      </a:cubicBezTo>
                      <a:lnTo>
                        <a:pt x="51273" y="100066"/>
                      </a:lnTo>
                      <a:cubicBezTo>
                        <a:pt x="49781" y="100569"/>
                        <a:pt x="48164" y="101054"/>
                        <a:pt x="46438" y="101557"/>
                      </a:cubicBezTo>
                      <a:cubicBezTo>
                        <a:pt x="44569" y="102060"/>
                        <a:pt x="42970" y="102294"/>
                        <a:pt x="41352" y="102294"/>
                      </a:cubicBezTo>
                      <a:cubicBezTo>
                        <a:pt x="36267" y="102294"/>
                        <a:pt x="32780" y="100802"/>
                        <a:pt x="30803" y="97819"/>
                      </a:cubicBezTo>
                      <a:cubicBezTo>
                        <a:pt x="28700" y="94962"/>
                        <a:pt x="27694" y="90738"/>
                        <a:pt x="27820" y="85275"/>
                      </a:cubicBezTo>
                      <a:lnTo>
                        <a:pt x="27820" y="36374"/>
                      </a:lnTo>
                      <a:lnTo>
                        <a:pt x="51524" y="36374"/>
                      </a:lnTo>
                      <a:lnTo>
                        <a:pt x="51524" y="24459"/>
                      </a:lnTo>
                      <a:lnTo>
                        <a:pt x="27820" y="24459"/>
                      </a:lnTo>
                      <a:lnTo>
                        <a:pt x="27820" y="0"/>
                      </a:lnTo>
                      <a:lnTo>
                        <a:pt x="15527" y="0"/>
                      </a:lnTo>
                      <a:lnTo>
                        <a:pt x="13784" y="24459"/>
                      </a:lnTo>
                      <a:lnTo>
                        <a:pt x="0" y="25322"/>
                      </a:lnTo>
                      <a:lnTo>
                        <a:pt x="0" y="36374"/>
                      </a:lnTo>
                      <a:lnTo>
                        <a:pt x="13029" y="36374"/>
                      </a:lnTo>
                      <a:lnTo>
                        <a:pt x="13029" y="85023"/>
                      </a:lnTo>
                      <a:cubicBezTo>
                        <a:pt x="12904" y="93829"/>
                        <a:pt x="14773" y="100910"/>
                        <a:pt x="18618" y="106122"/>
                      </a:cubicBezTo>
                      <a:cubicBezTo>
                        <a:pt x="22339" y="111352"/>
                        <a:pt x="28808" y="114083"/>
                        <a:pt x="38118" y="114209"/>
                      </a:cubicBezTo>
                      <a:close/>
                    </a:path>
                  </a:pathLst>
                </a:custGeom>
                <a:solidFill>
                  <a:srgbClr val="003399"/>
                </a:solidFill>
                <a:ln w="6350" cap="flat">
                  <a:solidFill>
                    <a:srgbClr val="003399"/>
                  </a:solidFill>
                  <a:prstDash val="solid"/>
                  <a:miter/>
                </a:ln>
              </p:spPr>
              <p:txBody>
                <a:bodyPr rtlCol="0" anchor="ctr"/>
                <a:lstStyle/>
                <a:p>
                  <a:endParaRPr lang="zh-CN" altLang="en-US"/>
                </a:p>
              </p:txBody>
            </p:sp>
            <p:sp>
              <p:nvSpPr>
                <p:cNvPr id="54" name="任意多边形: 形状 53">
                  <a:extLst>
                    <a:ext uri="{FF2B5EF4-FFF2-40B4-BE49-F238E27FC236}">
                      <a16:creationId xmlns:a16="http://schemas.microsoft.com/office/drawing/2014/main" id="{CB991AAA-E751-57B5-EF10-7DA2B8D67B73}"/>
                    </a:ext>
                  </a:extLst>
                </p:cNvPr>
                <p:cNvSpPr/>
                <p:nvPr/>
              </p:nvSpPr>
              <p:spPr>
                <a:xfrm>
                  <a:off x="9607474" y="962019"/>
                  <a:ext cx="120804" cy="89875"/>
                </a:xfrm>
                <a:custGeom>
                  <a:avLst/>
                  <a:gdLst>
                    <a:gd name="connsiteX0" fmla="*/ 36 w 120804"/>
                    <a:gd name="connsiteY0" fmla="*/ 89858 h 89875"/>
                    <a:gd name="connsiteX1" fmla="*/ 14683 w 120804"/>
                    <a:gd name="connsiteY1" fmla="*/ 89858 h 89875"/>
                    <a:gd name="connsiteX2" fmla="*/ 14683 w 120804"/>
                    <a:gd name="connsiteY2" fmla="*/ 26310 h 89875"/>
                    <a:gd name="connsiteX3" fmla="*/ 26220 w 120804"/>
                    <a:gd name="connsiteY3" fmla="*/ 16138 h 89875"/>
                    <a:gd name="connsiteX4" fmla="*/ 36770 w 120804"/>
                    <a:gd name="connsiteY4" fmla="*/ 12904 h 89875"/>
                    <a:gd name="connsiteX5" fmla="*/ 49062 w 120804"/>
                    <a:gd name="connsiteY5" fmla="*/ 18367 h 89875"/>
                    <a:gd name="connsiteX6" fmla="*/ 53034 w 120804"/>
                    <a:gd name="connsiteY6" fmla="*/ 36249 h 89875"/>
                    <a:gd name="connsiteX7" fmla="*/ 53034 w 120804"/>
                    <a:gd name="connsiteY7" fmla="*/ 89876 h 89875"/>
                    <a:gd name="connsiteX8" fmla="*/ 67807 w 120804"/>
                    <a:gd name="connsiteY8" fmla="*/ 89876 h 89875"/>
                    <a:gd name="connsiteX9" fmla="*/ 67807 w 120804"/>
                    <a:gd name="connsiteY9" fmla="*/ 26310 h 89875"/>
                    <a:gd name="connsiteX10" fmla="*/ 79344 w 120804"/>
                    <a:gd name="connsiteY10" fmla="*/ 16138 h 89875"/>
                    <a:gd name="connsiteX11" fmla="*/ 89894 w 120804"/>
                    <a:gd name="connsiteY11" fmla="*/ 12904 h 89875"/>
                    <a:gd name="connsiteX12" fmla="*/ 102186 w 120804"/>
                    <a:gd name="connsiteY12" fmla="*/ 18367 h 89875"/>
                    <a:gd name="connsiteX13" fmla="*/ 106158 w 120804"/>
                    <a:gd name="connsiteY13" fmla="*/ 36249 h 89875"/>
                    <a:gd name="connsiteX14" fmla="*/ 106158 w 120804"/>
                    <a:gd name="connsiteY14" fmla="*/ 89876 h 89875"/>
                    <a:gd name="connsiteX15" fmla="*/ 120805 w 120804"/>
                    <a:gd name="connsiteY15" fmla="*/ 89876 h 89875"/>
                    <a:gd name="connsiteX16" fmla="*/ 120805 w 120804"/>
                    <a:gd name="connsiteY16" fmla="*/ 34398 h 89875"/>
                    <a:gd name="connsiteX17" fmla="*/ 114353 w 120804"/>
                    <a:gd name="connsiteY17" fmla="*/ 8824 h 89875"/>
                    <a:gd name="connsiteX18" fmla="*/ 94243 w 120804"/>
                    <a:gd name="connsiteY18" fmla="*/ 18 h 89875"/>
                    <a:gd name="connsiteX19" fmla="*/ 79219 w 120804"/>
                    <a:gd name="connsiteY19" fmla="*/ 4727 h 89875"/>
                    <a:gd name="connsiteX20" fmla="*/ 65308 w 120804"/>
                    <a:gd name="connsiteY20" fmla="*/ 16767 h 89875"/>
                    <a:gd name="connsiteX21" fmla="*/ 56862 w 120804"/>
                    <a:gd name="connsiteY21" fmla="*/ 4475 h 89875"/>
                    <a:gd name="connsiteX22" fmla="*/ 41101 w 120804"/>
                    <a:gd name="connsiteY22" fmla="*/ 0 h 89875"/>
                    <a:gd name="connsiteX23" fmla="*/ 26328 w 120804"/>
                    <a:gd name="connsiteY23" fmla="*/ 4349 h 89875"/>
                    <a:gd name="connsiteX24" fmla="*/ 13784 w 120804"/>
                    <a:gd name="connsiteY24" fmla="*/ 15024 h 89875"/>
                    <a:gd name="connsiteX25" fmla="*/ 13281 w 120804"/>
                    <a:gd name="connsiteY25" fmla="*/ 15024 h 89875"/>
                    <a:gd name="connsiteX26" fmla="*/ 12041 w 120804"/>
                    <a:gd name="connsiteY26" fmla="*/ 2246 h 89875"/>
                    <a:gd name="connsiteX27" fmla="*/ 0 w 120804"/>
                    <a:gd name="connsiteY27" fmla="*/ 2246 h 89875"/>
                    <a:gd name="connsiteX28" fmla="*/ 0 w 120804"/>
                    <a:gd name="connsiteY28" fmla="*/ 89858 h 89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0804" h="89875">
                      <a:moveTo>
                        <a:pt x="36" y="89858"/>
                      </a:moveTo>
                      <a:lnTo>
                        <a:pt x="14683" y="89858"/>
                      </a:lnTo>
                      <a:lnTo>
                        <a:pt x="14683" y="26310"/>
                      </a:lnTo>
                      <a:cubicBezTo>
                        <a:pt x="18654" y="21710"/>
                        <a:pt x="22626" y="18367"/>
                        <a:pt x="26220" y="16138"/>
                      </a:cubicBezTo>
                      <a:cubicBezTo>
                        <a:pt x="29941" y="14036"/>
                        <a:pt x="33427" y="12904"/>
                        <a:pt x="36770" y="12904"/>
                      </a:cubicBezTo>
                      <a:cubicBezTo>
                        <a:pt x="42359" y="12778"/>
                        <a:pt x="46456" y="14647"/>
                        <a:pt x="49062" y="18367"/>
                      </a:cubicBezTo>
                      <a:cubicBezTo>
                        <a:pt x="51794" y="22087"/>
                        <a:pt x="53160" y="28054"/>
                        <a:pt x="53034" y="36249"/>
                      </a:cubicBezTo>
                      <a:lnTo>
                        <a:pt x="53034" y="89876"/>
                      </a:lnTo>
                      <a:lnTo>
                        <a:pt x="67807" y="89876"/>
                      </a:lnTo>
                      <a:lnTo>
                        <a:pt x="67807" y="26310"/>
                      </a:lnTo>
                      <a:cubicBezTo>
                        <a:pt x="71904" y="21710"/>
                        <a:pt x="75750" y="18367"/>
                        <a:pt x="79344" y="16138"/>
                      </a:cubicBezTo>
                      <a:cubicBezTo>
                        <a:pt x="82939" y="14036"/>
                        <a:pt x="86551" y="12904"/>
                        <a:pt x="89894" y="12904"/>
                      </a:cubicBezTo>
                      <a:cubicBezTo>
                        <a:pt x="95357" y="12778"/>
                        <a:pt x="99580" y="14647"/>
                        <a:pt x="102186" y="18367"/>
                      </a:cubicBezTo>
                      <a:cubicBezTo>
                        <a:pt x="104918" y="22087"/>
                        <a:pt x="106158" y="28054"/>
                        <a:pt x="106158" y="36249"/>
                      </a:cubicBezTo>
                      <a:lnTo>
                        <a:pt x="106158" y="89876"/>
                      </a:lnTo>
                      <a:lnTo>
                        <a:pt x="120805" y="89876"/>
                      </a:lnTo>
                      <a:lnTo>
                        <a:pt x="120805" y="34398"/>
                      </a:lnTo>
                      <a:cubicBezTo>
                        <a:pt x="120805" y="23093"/>
                        <a:pt x="118702" y="14539"/>
                        <a:pt x="114353" y="8824"/>
                      </a:cubicBezTo>
                      <a:cubicBezTo>
                        <a:pt x="109878" y="2983"/>
                        <a:pt x="103175" y="18"/>
                        <a:pt x="94243" y="18"/>
                      </a:cubicBezTo>
                      <a:cubicBezTo>
                        <a:pt x="88905" y="144"/>
                        <a:pt x="83945" y="1635"/>
                        <a:pt x="79219" y="4727"/>
                      </a:cubicBezTo>
                      <a:cubicBezTo>
                        <a:pt x="74384" y="7710"/>
                        <a:pt x="69784" y="11807"/>
                        <a:pt x="65308" y="16767"/>
                      </a:cubicBezTo>
                      <a:cubicBezTo>
                        <a:pt x="63565" y="11556"/>
                        <a:pt x="60834" y="7458"/>
                        <a:pt x="56862" y="4475"/>
                      </a:cubicBezTo>
                      <a:cubicBezTo>
                        <a:pt x="53016" y="1617"/>
                        <a:pt x="47804" y="0"/>
                        <a:pt x="41101" y="0"/>
                      </a:cubicBezTo>
                      <a:cubicBezTo>
                        <a:pt x="35889" y="126"/>
                        <a:pt x="30929" y="1492"/>
                        <a:pt x="26328" y="4349"/>
                      </a:cubicBezTo>
                      <a:cubicBezTo>
                        <a:pt x="21853" y="7207"/>
                        <a:pt x="17648" y="10675"/>
                        <a:pt x="13784" y="15024"/>
                      </a:cubicBezTo>
                      <a:lnTo>
                        <a:pt x="13281" y="15024"/>
                      </a:lnTo>
                      <a:lnTo>
                        <a:pt x="12041" y="2246"/>
                      </a:lnTo>
                      <a:lnTo>
                        <a:pt x="0" y="2246"/>
                      </a:lnTo>
                      <a:lnTo>
                        <a:pt x="0" y="89858"/>
                      </a:lnTo>
                      <a:close/>
                    </a:path>
                  </a:pathLst>
                </a:custGeom>
                <a:solidFill>
                  <a:srgbClr val="003399"/>
                </a:solidFill>
                <a:ln w="6350" cap="flat">
                  <a:solidFill>
                    <a:srgbClr val="003399"/>
                  </a:solid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70F2B64C-7F8A-DFBC-4BAB-AFFB9B313D04}"/>
                    </a:ext>
                  </a:extLst>
                </p:cNvPr>
                <p:cNvSpPr/>
                <p:nvPr/>
              </p:nvSpPr>
              <p:spPr>
                <a:xfrm>
                  <a:off x="9755012" y="962037"/>
                  <a:ext cx="81321" cy="91960"/>
                </a:xfrm>
                <a:custGeom>
                  <a:avLst/>
                  <a:gdLst>
                    <a:gd name="connsiteX0" fmla="*/ 40723 w 81321"/>
                    <a:gd name="connsiteY0" fmla="*/ 79668 h 91960"/>
                    <a:gd name="connsiteX1" fmla="*/ 22356 w 81321"/>
                    <a:gd name="connsiteY1" fmla="*/ 70484 h 91960"/>
                    <a:gd name="connsiteX2" fmla="*/ 15402 w 81321"/>
                    <a:gd name="connsiteY2" fmla="*/ 46151 h 91960"/>
                    <a:gd name="connsiteX3" fmla="*/ 22356 w 81321"/>
                    <a:gd name="connsiteY3" fmla="*/ 21566 h 91960"/>
                    <a:gd name="connsiteX4" fmla="*/ 40723 w 81321"/>
                    <a:gd name="connsiteY4" fmla="*/ 12257 h 91960"/>
                    <a:gd name="connsiteX5" fmla="*/ 59090 w 81321"/>
                    <a:gd name="connsiteY5" fmla="*/ 21566 h 91960"/>
                    <a:gd name="connsiteX6" fmla="*/ 66171 w 81321"/>
                    <a:gd name="connsiteY6" fmla="*/ 46151 h 91960"/>
                    <a:gd name="connsiteX7" fmla="*/ 59090 w 81321"/>
                    <a:gd name="connsiteY7" fmla="*/ 70484 h 91960"/>
                    <a:gd name="connsiteX8" fmla="*/ 40723 w 81321"/>
                    <a:gd name="connsiteY8" fmla="*/ 79668 h 91960"/>
                    <a:gd name="connsiteX9" fmla="*/ 40723 w 81321"/>
                    <a:gd name="connsiteY9" fmla="*/ 91960 h 91960"/>
                    <a:gd name="connsiteX10" fmla="*/ 60834 w 81321"/>
                    <a:gd name="connsiteY10" fmla="*/ 86497 h 91960"/>
                    <a:gd name="connsiteX11" fmla="*/ 75606 w 81321"/>
                    <a:gd name="connsiteY11" fmla="*/ 70862 h 91960"/>
                    <a:gd name="connsiteX12" fmla="*/ 81321 w 81321"/>
                    <a:gd name="connsiteY12" fmla="*/ 46169 h 91960"/>
                    <a:gd name="connsiteX13" fmla="*/ 75606 w 81321"/>
                    <a:gd name="connsiteY13" fmla="*/ 21224 h 91960"/>
                    <a:gd name="connsiteX14" fmla="*/ 60834 w 81321"/>
                    <a:gd name="connsiteY14" fmla="*/ 5463 h 91960"/>
                    <a:gd name="connsiteX15" fmla="*/ 40723 w 81321"/>
                    <a:gd name="connsiteY15" fmla="*/ 0 h 91960"/>
                    <a:gd name="connsiteX16" fmla="*/ 20613 w 81321"/>
                    <a:gd name="connsiteY16" fmla="*/ 5463 h 91960"/>
                    <a:gd name="connsiteX17" fmla="*/ 5841 w 81321"/>
                    <a:gd name="connsiteY17" fmla="*/ 21224 h 91960"/>
                    <a:gd name="connsiteX18" fmla="*/ 0 w 81321"/>
                    <a:gd name="connsiteY18" fmla="*/ 46169 h 91960"/>
                    <a:gd name="connsiteX19" fmla="*/ 5841 w 81321"/>
                    <a:gd name="connsiteY19" fmla="*/ 70862 h 91960"/>
                    <a:gd name="connsiteX20" fmla="*/ 20613 w 81321"/>
                    <a:gd name="connsiteY20" fmla="*/ 86497 h 91960"/>
                    <a:gd name="connsiteX21" fmla="*/ 40723 w 81321"/>
                    <a:gd name="connsiteY21" fmla="*/ 91960 h 9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1321" h="91960">
                      <a:moveTo>
                        <a:pt x="40723" y="79668"/>
                      </a:moveTo>
                      <a:cubicBezTo>
                        <a:pt x="33032" y="79542"/>
                        <a:pt x="26939" y="76433"/>
                        <a:pt x="22356" y="70484"/>
                      </a:cubicBezTo>
                      <a:cubicBezTo>
                        <a:pt x="17756" y="64410"/>
                        <a:pt x="15527" y="56341"/>
                        <a:pt x="15402" y="46151"/>
                      </a:cubicBezTo>
                      <a:cubicBezTo>
                        <a:pt x="15527" y="35853"/>
                        <a:pt x="17756" y="27658"/>
                        <a:pt x="22356" y="21566"/>
                      </a:cubicBezTo>
                      <a:cubicBezTo>
                        <a:pt x="26957" y="15473"/>
                        <a:pt x="33032" y="12382"/>
                        <a:pt x="40723" y="12257"/>
                      </a:cubicBezTo>
                      <a:cubicBezTo>
                        <a:pt x="48415" y="12382"/>
                        <a:pt x="54508" y="15491"/>
                        <a:pt x="59090" y="21566"/>
                      </a:cubicBezTo>
                      <a:cubicBezTo>
                        <a:pt x="63691" y="27640"/>
                        <a:pt x="66045" y="35835"/>
                        <a:pt x="66171" y="46151"/>
                      </a:cubicBezTo>
                      <a:cubicBezTo>
                        <a:pt x="66045" y="56323"/>
                        <a:pt x="63691" y="64392"/>
                        <a:pt x="59090" y="70484"/>
                      </a:cubicBezTo>
                      <a:cubicBezTo>
                        <a:pt x="54508" y="76433"/>
                        <a:pt x="48415" y="79542"/>
                        <a:pt x="40723" y="79668"/>
                      </a:cubicBezTo>
                      <a:close/>
                      <a:moveTo>
                        <a:pt x="40723" y="91960"/>
                      </a:moveTo>
                      <a:cubicBezTo>
                        <a:pt x="47930" y="91960"/>
                        <a:pt x="54633" y="90091"/>
                        <a:pt x="60834" y="86497"/>
                      </a:cubicBezTo>
                      <a:cubicBezTo>
                        <a:pt x="66908" y="82903"/>
                        <a:pt x="71886" y="77691"/>
                        <a:pt x="75606" y="70862"/>
                      </a:cubicBezTo>
                      <a:cubicBezTo>
                        <a:pt x="79326" y="64158"/>
                        <a:pt x="81321" y="55838"/>
                        <a:pt x="81321" y="46169"/>
                      </a:cubicBezTo>
                      <a:cubicBezTo>
                        <a:pt x="81321" y="36356"/>
                        <a:pt x="79326" y="28054"/>
                        <a:pt x="75606" y="21224"/>
                      </a:cubicBezTo>
                      <a:cubicBezTo>
                        <a:pt x="71886" y="14269"/>
                        <a:pt x="66926" y="9058"/>
                        <a:pt x="60834" y="5463"/>
                      </a:cubicBezTo>
                      <a:cubicBezTo>
                        <a:pt x="54633" y="1869"/>
                        <a:pt x="47930" y="0"/>
                        <a:pt x="40723" y="0"/>
                      </a:cubicBezTo>
                      <a:cubicBezTo>
                        <a:pt x="33409" y="0"/>
                        <a:pt x="26706" y="1869"/>
                        <a:pt x="20613" y="5463"/>
                      </a:cubicBezTo>
                      <a:cubicBezTo>
                        <a:pt x="14539" y="9058"/>
                        <a:pt x="9561" y="14269"/>
                        <a:pt x="5841" y="21224"/>
                      </a:cubicBezTo>
                      <a:cubicBezTo>
                        <a:pt x="2121" y="28054"/>
                        <a:pt x="126" y="36374"/>
                        <a:pt x="0" y="46169"/>
                      </a:cubicBezTo>
                      <a:cubicBezTo>
                        <a:pt x="126" y="55856"/>
                        <a:pt x="2103" y="64158"/>
                        <a:pt x="5841" y="70862"/>
                      </a:cubicBezTo>
                      <a:cubicBezTo>
                        <a:pt x="9561" y="77691"/>
                        <a:pt x="14521" y="82903"/>
                        <a:pt x="20613" y="86497"/>
                      </a:cubicBezTo>
                      <a:cubicBezTo>
                        <a:pt x="26706" y="90091"/>
                        <a:pt x="33409" y="91960"/>
                        <a:pt x="40723" y="91960"/>
                      </a:cubicBezTo>
                      <a:close/>
                    </a:path>
                  </a:pathLst>
                </a:custGeom>
                <a:solidFill>
                  <a:srgbClr val="003399"/>
                </a:solidFill>
                <a:ln w="6350" cap="flat">
                  <a:solidFill>
                    <a:srgbClr val="003399"/>
                  </a:solid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658A6536-98F6-83EC-0AC7-A16909C846FF}"/>
                    </a:ext>
                  </a:extLst>
                </p:cNvPr>
                <p:cNvSpPr/>
                <p:nvPr/>
              </p:nvSpPr>
              <p:spPr>
                <a:xfrm>
                  <a:off x="9863443" y="923380"/>
                  <a:ext cx="76558" cy="130617"/>
                </a:xfrm>
                <a:custGeom>
                  <a:avLst/>
                  <a:gdLst>
                    <a:gd name="connsiteX0" fmla="*/ 36087 w 76558"/>
                    <a:gd name="connsiteY0" fmla="*/ 118325 h 130617"/>
                    <a:gd name="connsiteX1" fmla="*/ 26041 w 76558"/>
                    <a:gd name="connsiteY1" fmla="*/ 116330 h 130617"/>
                    <a:gd name="connsiteX2" fmla="*/ 14629 w 76558"/>
                    <a:gd name="connsiteY2" fmla="*/ 109123 h 130617"/>
                    <a:gd name="connsiteX3" fmla="*/ 14629 w 76558"/>
                    <a:gd name="connsiteY3" fmla="*/ 63080 h 130617"/>
                    <a:gd name="connsiteX4" fmla="*/ 26795 w 76558"/>
                    <a:gd name="connsiteY4" fmla="*/ 54148 h 130617"/>
                    <a:gd name="connsiteX5" fmla="*/ 38207 w 76558"/>
                    <a:gd name="connsiteY5" fmla="*/ 51039 h 130617"/>
                    <a:gd name="connsiteX6" fmla="*/ 55963 w 76558"/>
                    <a:gd name="connsiteY6" fmla="*/ 59971 h 130617"/>
                    <a:gd name="connsiteX7" fmla="*/ 61301 w 76558"/>
                    <a:gd name="connsiteY7" fmla="*/ 83424 h 130617"/>
                    <a:gd name="connsiteX8" fmla="*/ 54094 w 76558"/>
                    <a:gd name="connsiteY8" fmla="*/ 109123 h 130617"/>
                    <a:gd name="connsiteX9" fmla="*/ 36087 w 76558"/>
                    <a:gd name="connsiteY9" fmla="*/ 118325 h 130617"/>
                    <a:gd name="connsiteX10" fmla="*/ 38441 w 76558"/>
                    <a:gd name="connsiteY10" fmla="*/ 130617 h 130617"/>
                    <a:gd name="connsiteX11" fmla="*/ 57311 w 76558"/>
                    <a:gd name="connsiteY11" fmla="*/ 125028 h 130617"/>
                    <a:gd name="connsiteX12" fmla="*/ 71221 w 76558"/>
                    <a:gd name="connsiteY12" fmla="*/ 108890 h 130617"/>
                    <a:gd name="connsiteX13" fmla="*/ 76559 w 76558"/>
                    <a:gd name="connsiteY13" fmla="*/ 83190 h 130617"/>
                    <a:gd name="connsiteX14" fmla="*/ 67627 w 76558"/>
                    <a:gd name="connsiteY14" fmla="*/ 50788 h 130617"/>
                    <a:gd name="connsiteX15" fmla="*/ 41568 w 76558"/>
                    <a:gd name="connsiteY15" fmla="*/ 38621 h 130617"/>
                    <a:gd name="connsiteX16" fmla="*/ 27173 w 76558"/>
                    <a:gd name="connsiteY16" fmla="*/ 42215 h 130617"/>
                    <a:gd name="connsiteX17" fmla="*/ 14144 w 76558"/>
                    <a:gd name="connsiteY17" fmla="*/ 51021 h 130617"/>
                    <a:gd name="connsiteX18" fmla="*/ 14647 w 76558"/>
                    <a:gd name="connsiteY18" fmla="*/ 35260 h 130617"/>
                    <a:gd name="connsiteX19" fmla="*/ 14647 w 76558"/>
                    <a:gd name="connsiteY19" fmla="*/ 0 h 130617"/>
                    <a:gd name="connsiteX20" fmla="*/ 0 w 76558"/>
                    <a:gd name="connsiteY20" fmla="*/ 0 h 130617"/>
                    <a:gd name="connsiteX21" fmla="*/ 0 w 76558"/>
                    <a:gd name="connsiteY21" fmla="*/ 128479 h 130617"/>
                    <a:gd name="connsiteX22" fmla="*/ 11664 w 76558"/>
                    <a:gd name="connsiteY22" fmla="*/ 128479 h 130617"/>
                    <a:gd name="connsiteX23" fmla="*/ 13029 w 76558"/>
                    <a:gd name="connsiteY23" fmla="*/ 119421 h 130617"/>
                    <a:gd name="connsiteX24" fmla="*/ 13532 w 76558"/>
                    <a:gd name="connsiteY24" fmla="*/ 119421 h 130617"/>
                    <a:gd name="connsiteX25" fmla="*/ 25951 w 76558"/>
                    <a:gd name="connsiteY25" fmla="*/ 127616 h 130617"/>
                    <a:gd name="connsiteX26" fmla="*/ 38441 w 76558"/>
                    <a:gd name="connsiteY26" fmla="*/ 130617 h 13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6558" h="130617">
                      <a:moveTo>
                        <a:pt x="36087" y="118325"/>
                      </a:moveTo>
                      <a:cubicBezTo>
                        <a:pt x="33103" y="118450"/>
                        <a:pt x="29761" y="117696"/>
                        <a:pt x="26041" y="116330"/>
                      </a:cubicBezTo>
                      <a:cubicBezTo>
                        <a:pt x="22321" y="114838"/>
                        <a:pt x="18475" y="112484"/>
                        <a:pt x="14629" y="109123"/>
                      </a:cubicBezTo>
                      <a:lnTo>
                        <a:pt x="14629" y="63080"/>
                      </a:lnTo>
                      <a:cubicBezTo>
                        <a:pt x="18852" y="59234"/>
                        <a:pt x="22824" y="56125"/>
                        <a:pt x="26795" y="54148"/>
                      </a:cubicBezTo>
                      <a:cubicBezTo>
                        <a:pt x="30641" y="52046"/>
                        <a:pt x="34487" y="51039"/>
                        <a:pt x="38207" y="51039"/>
                      </a:cubicBezTo>
                      <a:cubicBezTo>
                        <a:pt x="46402" y="51165"/>
                        <a:pt x="52351" y="54148"/>
                        <a:pt x="55963" y="59971"/>
                      </a:cubicBezTo>
                      <a:cubicBezTo>
                        <a:pt x="59557" y="65812"/>
                        <a:pt x="61301" y="73629"/>
                        <a:pt x="61301" y="83424"/>
                      </a:cubicBezTo>
                      <a:cubicBezTo>
                        <a:pt x="61175" y="94476"/>
                        <a:pt x="58695" y="103031"/>
                        <a:pt x="54094" y="109123"/>
                      </a:cubicBezTo>
                      <a:cubicBezTo>
                        <a:pt x="49493" y="115216"/>
                        <a:pt x="43401" y="118199"/>
                        <a:pt x="36087" y="118325"/>
                      </a:cubicBezTo>
                      <a:close/>
                      <a:moveTo>
                        <a:pt x="38441" y="130617"/>
                      </a:moveTo>
                      <a:cubicBezTo>
                        <a:pt x="45270" y="130617"/>
                        <a:pt x="51596" y="128748"/>
                        <a:pt x="57311" y="125028"/>
                      </a:cubicBezTo>
                      <a:cubicBezTo>
                        <a:pt x="63026" y="121308"/>
                        <a:pt x="67609" y="115970"/>
                        <a:pt x="71221" y="108890"/>
                      </a:cubicBezTo>
                      <a:cubicBezTo>
                        <a:pt x="74690" y="101809"/>
                        <a:pt x="76433" y="93254"/>
                        <a:pt x="76559" y="83190"/>
                      </a:cubicBezTo>
                      <a:cubicBezTo>
                        <a:pt x="76559" y="69532"/>
                        <a:pt x="73575" y="58857"/>
                        <a:pt x="67627" y="50788"/>
                      </a:cubicBezTo>
                      <a:cubicBezTo>
                        <a:pt x="61660" y="42844"/>
                        <a:pt x="52980" y="38747"/>
                        <a:pt x="41568" y="38621"/>
                      </a:cubicBezTo>
                      <a:cubicBezTo>
                        <a:pt x="36734" y="38747"/>
                        <a:pt x="31881" y="39861"/>
                        <a:pt x="27173" y="42215"/>
                      </a:cubicBezTo>
                      <a:cubicBezTo>
                        <a:pt x="22464" y="44569"/>
                        <a:pt x="18115" y="47427"/>
                        <a:pt x="14144" y="51021"/>
                      </a:cubicBezTo>
                      <a:lnTo>
                        <a:pt x="14647" y="35260"/>
                      </a:lnTo>
                      <a:lnTo>
                        <a:pt x="14647" y="0"/>
                      </a:lnTo>
                      <a:lnTo>
                        <a:pt x="0" y="0"/>
                      </a:lnTo>
                      <a:lnTo>
                        <a:pt x="0" y="128479"/>
                      </a:lnTo>
                      <a:lnTo>
                        <a:pt x="11664" y="128479"/>
                      </a:lnTo>
                      <a:lnTo>
                        <a:pt x="13029" y="119421"/>
                      </a:lnTo>
                      <a:lnTo>
                        <a:pt x="13532" y="119421"/>
                      </a:lnTo>
                      <a:cubicBezTo>
                        <a:pt x="17378" y="123015"/>
                        <a:pt x="21602" y="125747"/>
                        <a:pt x="25951" y="127616"/>
                      </a:cubicBezTo>
                      <a:cubicBezTo>
                        <a:pt x="30120" y="129611"/>
                        <a:pt x="34344" y="130617"/>
                        <a:pt x="38441" y="130617"/>
                      </a:cubicBezTo>
                      <a:close/>
                    </a:path>
                  </a:pathLst>
                </a:custGeom>
                <a:solidFill>
                  <a:srgbClr val="003399"/>
                </a:solidFill>
                <a:ln w="6350" cap="flat">
                  <a:solidFill>
                    <a:srgbClr val="003399"/>
                  </a:solidFill>
                  <a:prstDash val="solid"/>
                  <a:miter/>
                </a:ln>
              </p:spPr>
              <p:txBody>
                <a:bodyPr rtlCol="0" anchor="ctr"/>
                <a:lstStyle/>
                <a:p>
                  <a:endParaRPr lang="zh-CN" altLang="en-US"/>
                </a:p>
              </p:txBody>
            </p:sp>
            <p:sp>
              <p:nvSpPr>
                <p:cNvPr id="57" name="任意多边形: 形状 56">
                  <a:extLst>
                    <a:ext uri="{FF2B5EF4-FFF2-40B4-BE49-F238E27FC236}">
                      <a16:creationId xmlns:a16="http://schemas.microsoft.com/office/drawing/2014/main" id="{F107A0A8-E8CB-9036-2C29-A8C9EDAD51DF}"/>
                    </a:ext>
                  </a:extLst>
                </p:cNvPr>
                <p:cNvSpPr/>
                <p:nvPr/>
              </p:nvSpPr>
              <p:spPr>
                <a:xfrm>
                  <a:off x="9959492" y="962019"/>
                  <a:ext cx="68651" cy="91978"/>
                </a:xfrm>
                <a:custGeom>
                  <a:avLst/>
                  <a:gdLst>
                    <a:gd name="connsiteX0" fmla="*/ 29922 w 68651"/>
                    <a:gd name="connsiteY0" fmla="*/ 80171 h 91978"/>
                    <a:gd name="connsiteX1" fmla="*/ 18870 w 68651"/>
                    <a:gd name="connsiteY1" fmla="*/ 76936 h 91978"/>
                    <a:gd name="connsiteX2" fmla="*/ 14395 w 68651"/>
                    <a:gd name="connsiteY2" fmla="*/ 66135 h 91978"/>
                    <a:gd name="connsiteX3" fmla="*/ 23075 w 68651"/>
                    <a:gd name="connsiteY3" fmla="*/ 52117 h 91978"/>
                    <a:gd name="connsiteX4" fmla="*/ 53986 w 68651"/>
                    <a:gd name="connsiteY4" fmla="*/ 44048 h 91978"/>
                    <a:gd name="connsiteX5" fmla="*/ 53986 w 68651"/>
                    <a:gd name="connsiteY5" fmla="*/ 68508 h 91978"/>
                    <a:gd name="connsiteX6" fmla="*/ 41945 w 68651"/>
                    <a:gd name="connsiteY6" fmla="*/ 77188 h 91978"/>
                    <a:gd name="connsiteX7" fmla="*/ 29922 w 68651"/>
                    <a:gd name="connsiteY7" fmla="*/ 80171 h 91978"/>
                    <a:gd name="connsiteX8" fmla="*/ 25699 w 68651"/>
                    <a:gd name="connsiteY8" fmla="*/ 91978 h 91978"/>
                    <a:gd name="connsiteX9" fmla="*/ 41083 w 68651"/>
                    <a:gd name="connsiteY9" fmla="*/ 88258 h 91978"/>
                    <a:gd name="connsiteX10" fmla="*/ 54741 w 68651"/>
                    <a:gd name="connsiteY10" fmla="*/ 79452 h 91978"/>
                    <a:gd name="connsiteX11" fmla="*/ 55244 w 68651"/>
                    <a:gd name="connsiteY11" fmla="*/ 79452 h 91978"/>
                    <a:gd name="connsiteX12" fmla="*/ 56484 w 68651"/>
                    <a:gd name="connsiteY12" fmla="*/ 89876 h 91978"/>
                    <a:gd name="connsiteX13" fmla="*/ 68651 w 68651"/>
                    <a:gd name="connsiteY13" fmla="*/ 89876 h 91978"/>
                    <a:gd name="connsiteX14" fmla="*/ 68651 w 68651"/>
                    <a:gd name="connsiteY14" fmla="*/ 35997 h 91978"/>
                    <a:gd name="connsiteX15" fmla="*/ 61445 w 68651"/>
                    <a:gd name="connsiteY15" fmla="*/ 9938 h 91978"/>
                    <a:gd name="connsiteX16" fmla="*/ 38351 w 68651"/>
                    <a:gd name="connsiteY16" fmla="*/ 0 h 91978"/>
                    <a:gd name="connsiteX17" fmla="*/ 18744 w 68651"/>
                    <a:gd name="connsiteY17" fmla="*/ 3720 h 91978"/>
                    <a:gd name="connsiteX18" fmla="*/ 3720 w 68651"/>
                    <a:gd name="connsiteY18" fmla="*/ 11412 h 91978"/>
                    <a:gd name="connsiteX19" fmla="*/ 9561 w 68651"/>
                    <a:gd name="connsiteY19" fmla="*/ 21584 h 91978"/>
                    <a:gd name="connsiteX20" fmla="*/ 21476 w 68651"/>
                    <a:gd name="connsiteY20" fmla="*/ 15132 h 91978"/>
                    <a:gd name="connsiteX21" fmla="*/ 35871 w 68651"/>
                    <a:gd name="connsiteY21" fmla="*/ 12275 h 91978"/>
                    <a:gd name="connsiteX22" fmla="*/ 50266 w 68651"/>
                    <a:gd name="connsiteY22" fmla="*/ 19104 h 91978"/>
                    <a:gd name="connsiteX23" fmla="*/ 53986 w 68651"/>
                    <a:gd name="connsiteY23" fmla="*/ 34380 h 91978"/>
                    <a:gd name="connsiteX24" fmla="*/ 13029 w 68651"/>
                    <a:gd name="connsiteY24" fmla="*/ 45180 h 91978"/>
                    <a:gd name="connsiteX25" fmla="*/ 0 w 68651"/>
                    <a:gd name="connsiteY25" fmla="*/ 67160 h 91978"/>
                    <a:gd name="connsiteX26" fmla="*/ 7332 w 68651"/>
                    <a:gd name="connsiteY26" fmla="*/ 85527 h 91978"/>
                    <a:gd name="connsiteX27" fmla="*/ 25699 w 68651"/>
                    <a:gd name="connsiteY27" fmla="*/ 91978 h 91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8651" h="91978">
                      <a:moveTo>
                        <a:pt x="29922" y="80171"/>
                      </a:moveTo>
                      <a:cubicBezTo>
                        <a:pt x="25448" y="80171"/>
                        <a:pt x="21728" y="79183"/>
                        <a:pt x="18870" y="76936"/>
                      </a:cubicBezTo>
                      <a:cubicBezTo>
                        <a:pt x="16012" y="74708"/>
                        <a:pt x="14521" y="71095"/>
                        <a:pt x="14395" y="66135"/>
                      </a:cubicBezTo>
                      <a:cubicBezTo>
                        <a:pt x="14144" y="60420"/>
                        <a:pt x="17127" y="55838"/>
                        <a:pt x="23075" y="52117"/>
                      </a:cubicBezTo>
                      <a:cubicBezTo>
                        <a:pt x="29042" y="48523"/>
                        <a:pt x="39339" y="45792"/>
                        <a:pt x="53986" y="44048"/>
                      </a:cubicBezTo>
                      <a:lnTo>
                        <a:pt x="53986" y="68508"/>
                      </a:lnTo>
                      <a:cubicBezTo>
                        <a:pt x="49763" y="72353"/>
                        <a:pt x="45666" y="75211"/>
                        <a:pt x="41945" y="77188"/>
                      </a:cubicBezTo>
                      <a:cubicBezTo>
                        <a:pt x="38118" y="79183"/>
                        <a:pt x="34146" y="80171"/>
                        <a:pt x="29922" y="80171"/>
                      </a:cubicBezTo>
                      <a:close/>
                      <a:moveTo>
                        <a:pt x="25699" y="91978"/>
                      </a:moveTo>
                      <a:cubicBezTo>
                        <a:pt x="31163" y="91853"/>
                        <a:pt x="36248" y="90613"/>
                        <a:pt x="41083" y="88258"/>
                      </a:cubicBezTo>
                      <a:cubicBezTo>
                        <a:pt x="46043" y="85904"/>
                        <a:pt x="50518" y="82921"/>
                        <a:pt x="54741" y="79452"/>
                      </a:cubicBezTo>
                      <a:lnTo>
                        <a:pt x="55244" y="79452"/>
                      </a:lnTo>
                      <a:lnTo>
                        <a:pt x="56484" y="89876"/>
                      </a:lnTo>
                      <a:lnTo>
                        <a:pt x="68651" y="89876"/>
                      </a:lnTo>
                      <a:lnTo>
                        <a:pt x="68651" y="35997"/>
                      </a:lnTo>
                      <a:cubicBezTo>
                        <a:pt x="68651" y="24945"/>
                        <a:pt x="66297" y="16264"/>
                        <a:pt x="61445" y="9938"/>
                      </a:cubicBezTo>
                      <a:cubicBezTo>
                        <a:pt x="56610" y="3486"/>
                        <a:pt x="48900" y="126"/>
                        <a:pt x="38351" y="0"/>
                      </a:cubicBezTo>
                      <a:cubicBezTo>
                        <a:pt x="31145" y="126"/>
                        <a:pt x="24693" y="1366"/>
                        <a:pt x="18744" y="3720"/>
                      </a:cubicBezTo>
                      <a:cubicBezTo>
                        <a:pt x="12903" y="6200"/>
                        <a:pt x="7818" y="8680"/>
                        <a:pt x="3720" y="11412"/>
                      </a:cubicBezTo>
                      <a:lnTo>
                        <a:pt x="9561" y="21584"/>
                      </a:lnTo>
                      <a:cubicBezTo>
                        <a:pt x="13029" y="19104"/>
                        <a:pt x="17001" y="16983"/>
                        <a:pt x="21476" y="15132"/>
                      </a:cubicBezTo>
                      <a:cubicBezTo>
                        <a:pt x="25951" y="13263"/>
                        <a:pt x="30785" y="12275"/>
                        <a:pt x="35871" y="12275"/>
                      </a:cubicBezTo>
                      <a:cubicBezTo>
                        <a:pt x="42952" y="12400"/>
                        <a:pt x="47660" y="14755"/>
                        <a:pt x="50266" y="19104"/>
                      </a:cubicBezTo>
                      <a:cubicBezTo>
                        <a:pt x="52872" y="23327"/>
                        <a:pt x="54112" y="28413"/>
                        <a:pt x="53986" y="34380"/>
                      </a:cubicBezTo>
                      <a:cubicBezTo>
                        <a:pt x="35368" y="36374"/>
                        <a:pt x="21710" y="39969"/>
                        <a:pt x="13029" y="45180"/>
                      </a:cubicBezTo>
                      <a:cubicBezTo>
                        <a:pt x="4349" y="50392"/>
                        <a:pt x="0" y="57725"/>
                        <a:pt x="0" y="67160"/>
                      </a:cubicBezTo>
                      <a:cubicBezTo>
                        <a:pt x="251" y="75103"/>
                        <a:pt x="2606" y="81177"/>
                        <a:pt x="7332" y="85527"/>
                      </a:cubicBezTo>
                      <a:cubicBezTo>
                        <a:pt x="12059" y="89732"/>
                        <a:pt x="18259" y="91853"/>
                        <a:pt x="25699" y="91978"/>
                      </a:cubicBezTo>
                      <a:close/>
                    </a:path>
                  </a:pathLst>
                </a:custGeom>
                <a:solidFill>
                  <a:srgbClr val="003399"/>
                </a:solidFill>
                <a:ln w="6350" cap="flat">
                  <a:solidFill>
                    <a:srgbClr val="003399"/>
                  </a:solidFill>
                  <a:prstDash val="solid"/>
                  <a:miter/>
                </a:ln>
              </p:spPr>
              <p:txBody>
                <a:bodyPr rtlCol="0" anchor="ctr"/>
                <a:lstStyle/>
                <a:p>
                  <a:endParaRPr lang="zh-CN" altLang="en-US"/>
                </a:p>
              </p:txBody>
            </p:sp>
            <p:sp>
              <p:nvSpPr>
                <p:cNvPr id="58" name="任意多边形: 形状 57">
                  <a:extLst>
                    <a:ext uri="{FF2B5EF4-FFF2-40B4-BE49-F238E27FC236}">
                      <a16:creationId xmlns:a16="http://schemas.microsoft.com/office/drawing/2014/main" id="{7D974A47-522C-A6D9-BAFC-5EF1625E71FD}"/>
                    </a:ext>
                  </a:extLst>
                </p:cNvPr>
                <p:cNvSpPr/>
                <p:nvPr/>
              </p:nvSpPr>
              <p:spPr>
                <a:xfrm>
                  <a:off x="10057249" y="962055"/>
                  <a:ext cx="70017" cy="89857"/>
                </a:xfrm>
                <a:custGeom>
                  <a:avLst/>
                  <a:gdLst>
                    <a:gd name="connsiteX0" fmla="*/ 0 w 70017"/>
                    <a:gd name="connsiteY0" fmla="*/ 89822 h 89857"/>
                    <a:gd name="connsiteX1" fmla="*/ 14647 w 70017"/>
                    <a:gd name="connsiteY1" fmla="*/ 89822 h 89857"/>
                    <a:gd name="connsiteX2" fmla="*/ 14647 w 70017"/>
                    <a:gd name="connsiteY2" fmla="*/ 26274 h 89857"/>
                    <a:gd name="connsiteX3" fmla="*/ 26562 w 70017"/>
                    <a:gd name="connsiteY3" fmla="*/ 16228 h 89857"/>
                    <a:gd name="connsiteX4" fmla="*/ 38729 w 70017"/>
                    <a:gd name="connsiteY4" fmla="*/ 12886 h 89857"/>
                    <a:gd name="connsiteX5" fmla="*/ 51399 w 70017"/>
                    <a:gd name="connsiteY5" fmla="*/ 18349 h 89857"/>
                    <a:gd name="connsiteX6" fmla="*/ 55370 w 70017"/>
                    <a:gd name="connsiteY6" fmla="*/ 36231 h 89857"/>
                    <a:gd name="connsiteX7" fmla="*/ 55370 w 70017"/>
                    <a:gd name="connsiteY7" fmla="*/ 89858 h 89857"/>
                    <a:gd name="connsiteX8" fmla="*/ 70017 w 70017"/>
                    <a:gd name="connsiteY8" fmla="*/ 89858 h 89857"/>
                    <a:gd name="connsiteX9" fmla="*/ 70017 w 70017"/>
                    <a:gd name="connsiteY9" fmla="*/ 34380 h 89857"/>
                    <a:gd name="connsiteX10" fmla="*/ 63439 w 70017"/>
                    <a:gd name="connsiteY10" fmla="*/ 8806 h 89857"/>
                    <a:gd name="connsiteX11" fmla="*/ 43203 w 70017"/>
                    <a:gd name="connsiteY11" fmla="*/ 0 h 89857"/>
                    <a:gd name="connsiteX12" fmla="*/ 27191 w 70017"/>
                    <a:gd name="connsiteY12" fmla="*/ 4349 h 89857"/>
                    <a:gd name="connsiteX13" fmla="*/ 13784 w 70017"/>
                    <a:gd name="connsiteY13" fmla="*/ 14773 h 89857"/>
                    <a:gd name="connsiteX14" fmla="*/ 13281 w 70017"/>
                    <a:gd name="connsiteY14" fmla="*/ 14773 h 89857"/>
                    <a:gd name="connsiteX15" fmla="*/ 12041 w 70017"/>
                    <a:gd name="connsiteY15" fmla="*/ 2229 h 89857"/>
                    <a:gd name="connsiteX16" fmla="*/ 0 w 70017"/>
                    <a:gd name="connsiteY16" fmla="*/ 2229 h 89857"/>
                    <a:gd name="connsiteX17" fmla="*/ 0 w 70017"/>
                    <a:gd name="connsiteY17" fmla="*/ 89822 h 8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0017" h="89857">
                      <a:moveTo>
                        <a:pt x="0" y="89822"/>
                      </a:moveTo>
                      <a:lnTo>
                        <a:pt x="14647" y="89822"/>
                      </a:lnTo>
                      <a:lnTo>
                        <a:pt x="14647" y="26274"/>
                      </a:lnTo>
                      <a:cubicBezTo>
                        <a:pt x="18996" y="21799"/>
                        <a:pt x="22967" y="18457"/>
                        <a:pt x="26562" y="16228"/>
                      </a:cubicBezTo>
                      <a:cubicBezTo>
                        <a:pt x="30282" y="14000"/>
                        <a:pt x="34254" y="12886"/>
                        <a:pt x="38729" y="12886"/>
                      </a:cubicBezTo>
                      <a:cubicBezTo>
                        <a:pt x="44444" y="12760"/>
                        <a:pt x="48667" y="14629"/>
                        <a:pt x="51399" y="18349"/>
                      </a:cubicBezTo>
                      <a:cubicBezTo>
                        <a:pt x="54004" y="22069"/>
                        <a:pt x="55370" y="28036"/>
                        <a:pt x="55370" y="36231"/>
                      </a:cubicBezTo>
                      <a:lnTo>
                        <a:pt x="55370" y="89858"/>
                      </a:lnTo>
                      <a:lnTo>
                        <a:pt x="70017" y="89858"/>
                      </a:lnTo>
                      <a:lnTo>
                        <a:pt x="70017" y="34380"/>
                      </a:lnTo>
                      <a:cubicBezTo>
                        <a:pt x="70017" y="23076"/>
                        <a:pt x="67914" y="14521"/>
                        <a:pt x="63439" y="8806"/>
                      </a:cubicBezTo>
                      <a:cubicBezTo>
                        <a:pt x="59090" y="2965"/>
                        <a:pt x="52387" y="0"/>
                        <a:pt x="43203" y="0"/>
                      </a:cubicBezTo>
                      <a:cubicBezTo>
                        <a:pt x="37237" y="126"/>
                        <a:pt x="31899" y="1492"/>
                        <a:pt x="27191" y="4349"/>
                      </a:cubicBezTo>
                      <a:cubicBezTo>
                        <a:pt x="22482" y="7081"/>
                        <a:pt x="18007" y="10549"/>
                        <a:pt x="13784" y="14773"/>
                      </a:cubicBezTo>
                      <a:lnTo>
                        <a:pt x="13281" y="14773"/>
                      </a:lnTo>
                      <a:lnTo>
                        <a:pt x="12041" y="2229"/>
                      </a:lnTo>
                      <a:lnTo>
                        <a:pt x="0" y="2229"/>
                      </a:lnTo>
                      <a:lnTo>
                        <a:pt x="0" y="89822"/>
                      </a:lnTo>
                      <a:close/>
                    </a:path>
                  </a:pathLst>
                </a:custGeom>
                <a:solidFill>
                  <a:srgbClr val="003399"/>
                </a:solidFill>
                <a:ln w="6350" cap="flat">
                  <a:solidFill>
                    <a:srgbClr val="003399"/>
                  </a:solidFill>
                  <a:prstDash val="solid"/>
                  <a:miter/>
                </a:ln>
              </p:spPr>
              <p:txBody>
                <a:bodyPr rtlCol="0" anchor="ctr"/>
                <a:lstStyle/>
                <a:p>
                  <a:endParaRPr lang="zh-CN" altLang="en-US" dirty="0"/>
                </a:p>
              </p:txBody>
            </p:sp>
          </p:grpSp>
          <p:grpSp>
            <p:nvGrpSpPr>
              <p:cNvPr id="45" name="组合 44">
                <a:extLst>
                  <a:ext uri="{FF2B5EF4-FFF2-40B4-BE49-F238E27FC236}">
                    <a16:creationId xmlns:a16="http://schemas.microsoft.com/office/drawing/2014/main" id="{7B13995B-738E-ACBD-B6BE-0426C80CF74F}"/>
                  </a:ext>
                </a:extLst>
              </p:cNvPr>
              <p:cNvGrpSpPr/>
              <p:nvPr userDrawn="1"/>
            </p:nvGrpSpPr>
            <p:grpSpPr>
              <a:xfrm>
                <a:off x="3550756" y="3868116"/>
                <a:ext cx="359700" cy="92032"/>
                <a:chOff x="10146307" y="961965"/>
                <a:chExt cx="359700" cy="92032"/>
              </a:xfrm>
            </p:grpSpPr>
            <p:sp>
              <p:nvSpPr>
                <p:cNvPr id="47" name="任意多边形: 形状 46">
                  <a:extLst>
                    <a:ext uri="{FF2B5EF4-FFF2-40B4-BE49-F238E27FC236}">
                      <a16:creationId xmlns:a16="http://schemas.microsoft.com/office/drawing/2014/main" id="{7A556163-D721-AE68-9072-3045DC967237}"/>
                    </a:ext>
                  </a:extLst>
                </p:cNvPr>
                <p:cNvSpPr/>
                <p:nvPr/>
              </p:nvSpPr>
              <p:spPr>
                <a:xfrm>
                  <a:off x="10146307" y="1031389"/>
                  <a:ext cx="21224" cy="22608"/>
                </a:xfrm>
                <a:custGeom>
                  <a:avLst/>
                  <a:gdLst>
                    <a:gd name="connsiteX0" fmla="*/ 10675 w 21224"/>
                    <a:gd name="connsiteY0" fmla="*/ 22608 h 22608"/>
                    <a:gd name="connsiteX1" fmla="*/ 18115 w 21224"/>
                    <a:gd name="connsiteY1" fmla="*/ 19499 h 22608"/>
                    <a:gd name="connsiteX2" fmla="*/ 21224 w 21224"/>
                    <a:gd name="connsiteY2" fmla="*/ 11430 h 22608"/>
                    <a:gd name="connsiteX3" fmla="*/ 18115 w 21224"/>
                    <a:gd name="connsiteY3" fmla="*/ 3235 h 22608"/>
                    <a:gd name="connsiteX4" fmla="*/ 10675 w 21224"/>
                    <a:gd name="connsiteY4" fmla="*/ 0 h 22608"/>
                    <a:gd name="connsiteX5" fmla="*/ 3109 w 21224"/>
                    <a:gd name="connsiteY5" fmla="*/ 3235 h 22608"/>
                    <a:gd name="connsiteX6" fmla="*/ 0 w 21224"/>
                    <a:gd name="connsiteY6" fmla="*/ 11430 h 22608"/>
                    <a:gd name="connsiteX7" fmla="*/ 3109 w 21224"/>
                    <a:gd name="connsiteY7" fmla="*/ 19499 h 22608"/>
                    <a:gd name="connsiteX8" fmla="*/ 10675 w 21224"/>
                    <a:gd name="connsiteY8" fmla="*/ 22608 h 2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24" h="22608">
                      <a:moveTo>
                        <a:pt x="10675" y="22608"/>
                      </a:moveTo>
                      <a:cubicBezTo>
                        <a:pt x="13659" y="22482"/>
                        <a:pt x="16139" y="21494"/>
                        <a:pt x="18115" y="19499"/>
                      </a:cubicBezTo>
                      <a:cubicBezTo>
                        <a:pt x="20110" y="17504"/>
                        <a:pt x="21224" y="14791"/>
                        <a:pt x="21224" y="11430"/>
                      </a:cubicBezTo>
                      <a:cubicBezTo>
                        <a:pt x="21224" y="8069"/>
                        <a:pt x="20110" y="5356"/>
                        <a:pt x="18115" y="3235"/>
                      </a:cubicBezTo>
                      <a:cubicBezTo>
                        <a:pt x="16139" y="1132"/>
                        <a:pt x="13641" y="0"/>
                        <a:pt x="10675" y="0"/>
                      </a:cubicBezTo>
                      <a:cubicBezTo>
                        <a:pt x="7710" y="0"/>
                        <a:pt x="5212" y="1114"/>
                        <a:pt x="3109" y="3235"/>
                      </a:cubicBezTo>
                      <a:cubicBezTo>
                        <a:pt x="1114" y="5338"/>
                        <a:pt x="126" y="8069"/>
                        <a:pt x="0" y="11430"/>
                      </a:cubicBezTo>
                      <a:cubicBezTo>
                        <a:pt x="126" y="14773"/>
                        <a:pt x="1114" y="17504"/>
                        <a:pt x="3109" y="19499"/>
                      </a:cubicBezTo>
                      <a:cubicBezTo>
                        <a:pt x="5212" y="21476"/>
                        <a:pt x="7692" y="22482"/>
                        <a:pt x="10675" y="22608"/>
                      </a:cubicBezTo>
                      <a:close/>
                    </a:path>
                  </a:pathLst>
                </a:custGeom>
                <a:solidFill>
                  <a:srgbClr val="999999"/>
                </a:solidFill>
                <a:ln w="6350" cap="flat">
                  <a:solidFill>
                    <a:srgbClr val="999999"/>
                  </a:solidFill>
                  <a:prstDash val="solid"/>
                  <a:miter/>
                </a:ln>
              </p:spPr>
              <p:txBody>
                <a:bodyPr rtlCol="0" anchor="ctr"/>
                <a:lstStyle/>
                <a:p>
                  <a:endParaRPr lang="zh-CN" altLang="en-US" b="1"/>
                </a:p>
              </p:txBody>
            </p:sp>
            <p:sp>
              <p:nvSpPr>
                <p:cNvPr id="48" name="任意多边形: 形状 47">
                  <a:extLst>
                    <a:ext uri="{FF2B5EF4-FFF2-40B4-BE49-F238E27FC236}">
                      <a16:creationId xmlns:a16="http://schemas.microsoft.com/office/drawing/2014/main" id="{B5F5FDC2-9A70-F050-F49A-B60AFBAC9CD1}"/>
                    </a:ext>
                  </a:extLst>
                </p:cNvPr>
                <p:cNvSpPr/>
                <p:nvPr/>
              </p:nvSpPr>
              <p:spPr>
                <a:xfrm>
                  <a:off x="10192350" y="961965"/>
                  <a:ext cx="69388" cy="92032"/>
                </a:xfrm>
                <a:custGeom>
                  <a:avLst/>
                  <a:gdLst>
                    <a:gd name="connsiteX0" fmla="*/ 41209 w 69388"/>
                    <a:gd name="connsiteY0" fmla="*/ 92032 h 92032"/>
                    <a:gd name="connsiteX1" fmla="*/ 56359 w 69388"/>
                    <a:gd name="connsiteY1" fmla="*/ 89049 h 92032"/>
                    <a:gd name="connsiteX2" fmla="*/ 69388 w 69388"/>
                    <a:gd name="connsiteY2" fmla="*/ 80854 h 92032"/>
                    <a:gd name="connsiteX3" fmla="*/ 63188 w 69388"/>
                    <a:gd name="connsiteY3" fmla="*/ 71042 h 92032"/>
                    <a:gd name="connsiteX4" fmla="*/ 53753 w 69388"/>
                    <a:gd name="connsiteY4" fmla="*/ 77242 h 92032"/>
                    <a:gd name="connsiteX5" fmla="*/ 42449 w 69388"/>
                    <a:gd name="connsiteY5" fmla="*/ 79722 h 92032"/>
                    <a:gd name="connsiteX6" fmla="*/ 22842 w 69388"/>
                    <a:gd name="connsiteY6" fmla="*/ 70538 h 92032"/>
                    <a:gd name="connsiteX7" fmla="*/ 15402 w 69388"/>
                    <a:gd name="connsiteY7" fmla="*/ 46205 h 92032"/>
                    <a:gd name="connsiteX8" fmla="*/ 23094 w 69388"/>
                    <a:gd name="connsiteY8" fmla="*/ 21620 h 92032"/>
                    <a:gd name="connsiteX9" fmla="*/ 42826 w 69388"/>
                    <a:gd name="connsiteY9" fmla="*/ 12311 h 92032"/>
                    <a:gd name="connsiteX10" fmla="*/ 52261 w 69388"/>
                    <a:gd name="connsiteY10" fmla="*/ 14413 h 92032"/>
                    <a:gd name="connsiteX11" fmla="*/ 60331 w 69388"/>
                    <a:gd name="connsiteY11" fmla="*/ 20128 h 92032"/>
                    <a:gd name="connsiteX12" fmla="*/ 68022 w 69388"/>
                    <a:gd name="connsiteY12" fmla="*/ 10316 h 92032"/>
                    <a:gd name="connsiteX13" fmla="*/ 57096 w 69388"/>
                    <a:gd name="connsiteY13" fmla="*/ 3109 h 92032"/>
                    <a:gd name="connsiteX14" fmla="*/ 42323 w 69388"/>
                    <a:gd name="connsiteY14" fmla="*/ 0 h 92032"/>
                    <a:gd name="connsiteX15" fmla="*/ 21350 w 69388"/>
                    <a:gd name="connsiteY15" fmla="*/ 5463 h 92032"/>
                    <a:gd name="connsiteX16" fmla="*/ 5967 w 69388"/>
                    <a:gd name="connsiteY16" fmla="*/ 21224 h 92032"/>
                    <a:gd name="connsiteX17" fmla="*/ 0 w 69388"/>
                    <a:gd name="connsiteY17" fmla="*/ 46169 h 92032"/>
                    <a:gd name="connsiteX18" fmla="*/ 11915 w 69388"/>
                    <a:gd name="connsiteY18" fmla="*/ 79937 h 92032"/>
                    <a:gd name="connsiteX19" fmla="*/ 41209 w 69388"/>
                    <a:gd name="connsiteY19" fmla="*/ 92032 h 9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9388" h="92032">
                      <a:moveTo>
                        <a:pt x="41209" y="92032"/>
                      </a:moveTo>
                      <a:cubicBezTo>
                        <a:pt x="46421" y="92032"/>
                        <a:pt x="51506" y="91044"/>
                        <a:pt x="56359" y="89049"/>
                      </a:cubicBezTo>
                      <a:cubicBezTo>
                        <a:pt x="61193" y="87180"/>
                        <a:pt x="65542" y="84448"/>
                        <a:pt x="69388" y="80854"/>
                      </a:cubicBezTo>
                      <a:lnTo>
                        <a:pt x="63188" y="71042"/>
                      </a:lnTo>
                      <a:cubicBezTo>
                        <a:pt x="60331" y="73647"/>
                        <a:pt x="57222" y="75642"/>
                        <a:pt x="53753" y="77242"/>
                      </a:cubicBezTo>
                      <a:cubicBezTo>
                        <a:pt x="50285" y="78859"/>
                        <a:pt x="46546" y="79722"/>
                        <a:pt x="42449" y="79722"/>
                      </a:cubicBezTo>
                      <a:cubicBezTo>
                        <a:pt x="34254" y="79596"/>
                        <a:pt x="27676" y="76487"/>
                        <a:pt x="22842" y="70538"/>
                      </a:cubicBezTo>
                      <a:cubicBezTo>
                        <a:pt x="18008" y="64464"/>
                        <a:pt x="15527" y="56395"/>
                        <a:pt x="15402" y="46205"/>
                      </a:cubicBezTo>
                      <a:cubicBezTo>
                        <a:pt x="15527" y="35907"/>
                        <a:pt x="18133" y="27712"/>
                        <a:pt x="23094" y="21620"/>
                      </a:cubicBezTo>
                      <a:cubicBezTo>
                        <a:pt x="28179" y="15545"/>
                        <a:pt x="34757" y="12436"/>
                        <a:pt x="42826" y="12311"/>
                      </a:cubicBezTo>
                      <a:cubicBezTo>
                        <a:pt x="46295" y="12311"/>
                        <a:pt x="49530" y="13047"/>
                        <a:pt x="52261" y="14413"/>
                      </a:cubicBezTo>
                      <a:cubicBezTo>
                        <a:pt x="55119" y="15905"/>
                        <a:pt x="57850" y="17756"/>
                        <a:pt x="60331" y="20128"/>
                      </a:cubicBezTo>
                      <a:lnTo>
                        <a:pt x="68022" y="10316"/>
                      </a:lnTo>
                      <a:cubicBezTo>
                        <a:pt x="64787" y="7458"/>
                        <a:pt x="61193" y="5104"/>
                        <a:pt x="57096" y="3109"/>
                      </a:cubicBezTo>
                      <a:cubicBezTo>
                        <a:pt x="52872" y="1114"/>
                        <a:pt x="48038" y="126"/>
                        <a:pt x="42323" y="0"/>
                      </a:cubicBezTo>
                      <a:cubicBezTo>
                        <a:pt x="34757" y="0"/>
                        <a:pt x="27802" y="1869"/>
                        <a:pt x="21350" y="5463"/>
                      </a:cubicBezTo>
                      <a:cubicBezTo>
                        <a:pt x="15024" y="9058"/>
                        <a:pt x="9938" y="14269"/>
                        <a:pt x="5967" y="21224"/>
                      </a:cubicBezTo>
                      <a:cubicBezTo>
                        <a:pt x="2121" y="28054"/>
                        <a:pt x="126" y="36374"/>
                        <a:pt x="0" y="46169"/>
                      </a:cubicBezTo>
                      <a:cubicBezTo>
                        <a:pt x="252" y="60690"/>
                        <a:pt x="4223" y="71994"/>
                        <a:pt x="11915" y="79937"/>
                      </a:cubicBezTo>
                      <a:cubicBezTo>
                        <a:pt x="19499" y="87935"/>
                        <a:pt x="29294" y="91906"/>
                        <a:pt x="41209" y="92032"/>
                      </a:cubicBezTo>
                      <a:close/>
                    </a:path>
                  </a:pathLst>
                </a:custGeom>
                <a:solidFill>
                  <a:srgbClr val="999999"/>
                </a:solidFill>
                <a:ln w="6350" cap="flat">
                  <a:solidFill>
                    <a:srgbClr val="999999"/>
                  </a:solidFill>
                  <a:prstDash val="solid"/>
                  <a:miter/>
                </a:ln>
              </p:spPr>
              <p:txBody>
                <a:bodyPr rtlCol="0" anchor="ctr"/>
                <a:lstStyle/>
                <a:p>
                  <a:endParaRPr lang="zh-CN" altLang="en-US" b="1"/>
                </a:p>
              </p:txBody>
            </p:sp>
            <p:sp>
              <p:nvSpPr>
                <p:cNvPr id="49" name="任意多边形: 形状 48">
                  <a:extLst>
                    <a:ext uri="{FF2B5EF4-FFF2-40B4-BE49-F238E27FC236}">
                      <a16:creationId xmlns:a16="http://schemas.microsoft.com/office/drawing/2014/main" id="{AA099248-1CF1-EB60-4EDC-F13AF85B4E29}"/>
                    </a:ext>
                  </a:extLst>
                </p:cNvPr>
                <p:cNvSpPr/>
                <p:nvPr/>
              </p:nvSpPr>
              <p:spPr>
                <a:xfrm>
                  <a:off x="10279225" y="962037"/>
                  <a:ext cx="81321" cy="91960"/>
                </a:xfrm>
                <a:custGeom>
                  <a:avLst/>
                  <a:gdLst>
                    <a:gd name="connsiteX0" fmla="*/ 40723 w 81321"/>
                    <a:gd name="connsiteY0" fmla="*/ 79668 h 91960"/>
                    <a:gd name="connsiteX1" fmla="*/ 22356 w 81321"/>
                    <a:gd name="connsiteY1" fmla="*/ 70484 h 91960"/>
                    <a:gd name="connsiteX2" fmla="*/ 15402 w 81321"/>
                    <a:gd name="connsiteY2" fmla="*/ 46151 h 91960"/>
                    <a:gd name="connsiteX3" fmla="*/ 22356 w 81321"/>
                    <a:gd name="connsiteY3" fmla="*/ 21566 h 91960"/>
                    <a:gd name="connsiteX4" fmla="*/ 40723 w 81321"/>
                    <a:gd name="connsiteY4" fmla="*/ 12257 h 91960"/>
                    <a:gd name="connsiteX5" fmla="*/ 59090 w 81321"/>
                    <a:gd name="connsiteY5" fmla="*/ 21566 h 91960"/>
                    <a:gd name="connsiteX6" fmla="*/ 66171 w 81321"/>
                    <a:gd name="connsiteY6" fmla="*/ 46151 h 91960"/>
                    <a:gd name="connsiteX7" fmla="*/ 59090 w 81321"/>
                    <a:gd name="connsiteY7" fmla="*/ 70484 h 91960"/>
                    <a:gd name="connsiteX8" fmla="*/ 40723 w 81321"/>
                    <a:gd name="connsiteY8" fmla="*/ 79668 h 91960"/>
                    <a:gd name="connsiteX9" fmla="*/ 40723 w 81321"/>
                    <a:gd name="connsiteY9" fmla="*/ 91960 h 91960"/>
                    <a:gd name="connsiteX10" fmla="*/ 60834 w 81321"/>
                    <a:gd name="connsiteY10" fmla="*/ 86497 h 91960"/>
                    <a:gd name="connsiteX11" fmla="*/ 75606 w 81321"/>
                    <a:gd name="connsiteY11" fmla="*/ 70862 h 91960"/>
                    <a:gd name="connsiteX12" fmla="*/ 81321 w 81321"/>
                    <a:gd name="connsiteY12" fmla="*/ 46169 h 91960"/>
                    <a:gd name="connsiteX13" fmla="*/ 75606 w 81321"/>
                    <a:gd name="connsiteY13" fmla="*/ 21224 h 91960"/>
                    <a:gd name="connsiteX14" fmla="*/ 60834 w 81321"/>
                    <a:gd name="connsiteY14" fmla="*/ 5463 h 91960"/>
                    <a:gd name="connsiteX15" fmla="*/ 40723 w 81321"/>
                    <a:gd name="connsiteY15" fmla="*/ 0 h 91960"/>
                    <a:gd name="connsiteX16" fmla="*/ 20613 w 81321"/>
                    <a:gd name="connsiteY16" fmla="*/ 5463 h 91960"/>
                    <a:gd name="connsiteX17" fmla="*/ 5841 w 81321"/>
                    <a:gd name="connsiteY17" fmla="*/ 21224 h 91960"/>
                    <a:gd name="connsiteX18" fmla="*/ 0 w 81321"/>
                    <a:gd name="connsiteY18" fmla="*/ 46169 h 91960"/>
                    <a:gd name="connsiteX19" fmla="*/ 5841 w 81321"/>
                    <a:gd name="connsiteY19" fmla="*/ 70862 h 91960"/>
                    <a:gd name="connsiteX20" fmla="*/ 20613 w 81321"/>
                    <a:gd name="connsiteY20" fmla="*/ 86497 h 91960"/>
                    <a:gd name="connsiteX21" fmla="*/ 40723 w 81321"/>
                    <a:gd name="connsiteY21" fmla="*/ 91960 h 9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1321" h="91960">
                      <a:moveTo>
                        <a:pt x="40723" y="79668"/>
                      </a:moveTo>
                      <a:cubicBezTo>
                        <a:pt x="33032" y="79542"/>
                        <a:pt x="26939" y="76433"/>
                        <a:pt x="22356" y="70484"/>
                      </a:cubicBezTo>
                      <a:cubicBezTo>
                        <a:pt x="17756" y="64410"/>
                        <a:pt x="15527" y="56341"/>
                        <a:pt x="15402" y="46151"/>
                      </a:cubicBezTo>
                      <a:cubicBezTo>
                        <a:pt x="15527" y="35853"/>
                        <a:pt x="17756" y="27658"/>
                        <a:pt x="22356" y="21566"/>
                      </a:cubicBezTo>
                      <a:cubicBezTo>
                        <a:pt x="26957" y="15491"/>
                        <a:pt x="33032" y="12382"/>
                        <a:pt x="40723" y="12257"/>
                      </a:cubicBezTo>
                      <a:cubicBezTo>
                        <a:pt x="48415" y="12382"/>
                        <a:pt x="54508" y="15491"/>
                        <a:pt x="59090" y="21566"/>
                      </a:cubicBezTo>
                      <a:cubicBezTo>
                        <a:pt x="63673" y="27640"/>
                        <a:pt x="66045" y="35835"/>
                        <a:pt x="66171" y="46151"/>
                      </a:cubicBezTo>
                      <a:cubicBezTo>
                        <a:pt x="66045" y="56323"/>
                        <a:pt x="63691" y="64392"/>
                        <a:pt x="59090" y="70484"/>
                      </a:cubicBezTo>
                      <a:cubicBezTo>
                        <a:pt x="54508" y="76433"/>
                        <a:pt x="48433" y="79542"/>
                        <a:pt x="40723" y="79668"/>
                      </a:cubicBezTo>
                      <a:close/>
                      <a:moveTo>
                        <a:pt x="40723" y="91960"/>
                      </a:moveTo>
                      <a:cubicBezTo>
                        <a:pt x="47930" y="91960"/>
                        <a:pt x="54633" y="90091"/>
                        <a:pt x="60834" y="86497"/>
                      </a:cubicBezTo>
                      <a:cubicBezTo>
                        <a:pt x="66908" y="82903"/>
                        <a:pt x="71886" y="77691"/>
                        <a:pt x="75606" y="70862"/>
                      </a:cubicBezTo>
                      <a:cubicBezTo>
                        <a:pt x="79326" y="64158"/>
                        <a:pt x="81321" y="55838"/>
                        <a:pt x="81321" y="46169"/>
                      </a:cubicBezTo>
                      <a:cubicBezTo>
                        <a:pt x="81321" y="36356"/>
                        <a:pt x="79326" y="28054"/>
                        <a:pt x="75606" y="21224"/>
                      </a:cubicBezTo>
                      <a:cubicBezTo>
                        <a:pt x="71886" y="14269"/>
                        <a:pt x="66926" y="9058"/>
                        <a:pt x="60834" y="5463"/>
                      </a:cubicBezTo>
                      <a:cubicBezTo>
                        <a:pt x="54633" y="1869"/>
                        <a:pt x="47930" y="0"/>
                        <a:pt x="40723" y="0"/>
                      </a:cubicBezTo>
                      <a:cubicBezTo>
                        <a:pt x="33391" y="0"/>
                        <a:pt x="26706" y="1869"/>
                        <a:pt x="20613" y="5463"/>
                      </a:cubicBezTo>
                      <a:cubicBezTo>
                        <a:pt x="14539" y="9058"/>
                        <a:pt x="9561" y="14269"/>
                        <a:pt x="5841" y="21224"/>
                      </a:cubicBezTo>
                      <a:cubicBezTo>
                        <a:pt x="2121" y="28054"/>
                        <a:pt x="126" y="36374"/>
                        <a:pt x="0" y="46169"/>
                      </a:cubicBezTo>
                      <a:cubicBezTo>
                        <a:pt x="126" y="55856"/>
                        <a:pt x="2103" y="64158"/>
                        <a:pt x="5841" y="70862"/>
                      </a:cubicBezTo>
                      <a:cubicBezTo>
                        <a:pt x="9561" y="77691"/>
                        <a:pt x="14521" y="82903"/>
                        <a:pt x="20613" y="86497"/>
                      </a:cubicBezTo>
                      <a:cubicBezTo>
                        <a:pt x="26706" y="90091"/>
                        <a:pt x="33409" y="91960"/>
                        <a:pt x="40723" y="91960"/>
                      </a:cubicBezTo>
                      <a:close/>
                    </a:path>
                  </a:pathLst>
                </a:custGeom>
                <a:solidFill>
                  <a:srgbClr val="999999"/>
                </a:solidFill>
                <a:ln w="6350" cap="flat">
                  <a:solidFill>
                    <a:srgbClr val="999999"/>
                  </a:solidFill>
                  <a:prstDash val="solid"/>
                  <a:miter/>
                </a:ln>
              </p:spPr>
              <p:txBody>
                <a:bodyPr rtlCol="0" anchor="ctr"/>
                <a:lstStyle/>
                <a:p>
                  <a:endParaRPr lang="zh-CN" altLang="en-US" b="1"/>
                </a:p>
              </p:txBody>
            </p:sp>
            <p:sp>
              <p:nvSpPr>
                <p:cNvPr id="50" name="任意多边形: 形状 49">
                  <a:extLst>
                    <a:ext uri="{FF2B5EF4-FFF2-40B4-BE49-F238E27FC236}">
                      <a16:creationId xmlns:a16="http://schemas.microsoft.com/office/drawing/2014/main" id="{59050F47-0621-336E-4DD3-B8DC1273BC6F}"/>
                    </a:ext>
                  </a:extLst>
                </p:cNvPr>
                <p:cNvSpPr/>
                <p:nvPr/>
              </p:nvSpPr>
              <p:spPr>
                <a:xfrm>
                  <a:off x="10385203" y="962019"/>
                  <a:ext cx="120804" cy="89875"/>
                </a:xfrm>
                <a:custGeom>
                  <a:avLst/>
                  <a:gdLst>
                    <a:gd name="connsiteX0" fmla="*/ 36 w 120804"/>
                    <a:gd name="connsiteY0" fmla="*/ 89858 h 89875"/>
                    <a:gd name="connsiteX1" fmla="*/ 14683 w 120804"/>
                    <a:gd name="connsiteY1" fmla="*/ 89858 h 89875"/>
                    <a:gd name="connsiteX2" fmla="*/ 14683 w 120804"/>
                    <a:gd name="connsiteY2" fmla="*/ 26310 h 89875"/>
                    <a:gd name="connsiteX3" fmla="*/ 26220 w 120804"/>
                    <a:gd name="connsiteY3" fmla="*/ 16138 h 89875"/>
                    <a:gd name="connsiteX4" fmla="*/ 36770 w 120804"/>
                    <a:gd name="connsiteY4" fmla="*/ 12904 h 89875"/>
                    <a:gd name="connsiteX5" fmla="*/ 49062 w 120804"/>
                    <a:gd name="connsiteY5" fmla="*/ 18367 h 89875"/>
                    <a:gd name="connsiteX6" fmla="*/ 53034 w 120804"/>
                    <a:gd name="connsiteY6" fmla="*/ 36249 h 89875"/>
                    <a:gd name="connsiteX7" fmla="*/ 53034 w 120804"/>
                    <a:gd name="connsiteY7" fmla="*/ 89876 h 89875"/>
                    <a:gd name="connsiteX8" fmla="*/ 67807 w 120804"/>
                    <a:gd name="connsiteY8" fmla="*/ 89876 h 89875"/>
                    <a:gd name="connsiteX9" fmla="*/ 67807 w 120804"/>
                    <a:gd name="connsiteY9" fmla="*/ 26310 h 89875"/>
                    <a:gd name="connsiteX10" fmla="*/ 79344 w 120804"/>
                    <a:gd name="connsiteY10" fmla="*/ 16138 h 89875"/>
                    <a:gd name="connsiteX11" fmla="*/ 89894 w 120804"/>
                    <a:gd name="connsiteY11" fmla="*/ 12904 h 89875"/>
                    <a:gd name="connsiteX12" fmla="*/ 102186 w 120804"/>
                    <a:gd name="connsiteY12" fmla="*/ 18367 h 89875"/>
                    <a:gd name="connsiteX13" fmla="*/ 106158 w 120804"/>
                    <a:gd name="connsiteY13" fmla="*/ 36249 h 89875"/>
                    <a:gd name="connsiteX14" fmla="*/ 106158 w 120804"/>
                    <a:gd name="connsiteY14" fmla="*/ 89876 h 89875"/>
                    <a:gd name="connsiteX15" fmla="*/ 120805 w 120804"/>
                    <a:gd name="connsiteY15" fmla="*/ 89876 h 89875"/>
                    <a:gd name="connsiteX16" fmla="*/ 120805 w 120804"/>
                    <a:gd name="connsiteY16" fmla="*/ 34398 h 89875"/>
                    <a:gd name="connsiteX17" fmla="*/ 114353 w 120804"/>
                    <a:gd name="connsiteY17" fmla="*/ 8824 h 89875"/>
                    <a:gd name="connsiteX18" fmla="*/ 94243 w 120804"/>
                    <a:gd name="connsiteY18" fmla="*/ 18 h 89875"/>
                    <a:gd name="connsiteX19" fmla="*/ 79218 w 120804"/>
                    <a:gd name="connsiteY19" fmla="*/ 4727 h 89875"/>
                    <a:gd name="connsiteX20" fmla="*/ 65308 w 120804"/>
                    <a:gd name="connsiteY20" fmla="*/ 16767 h 89875"/>
                    <a:gd name="connsiteX21" fmla="*/ 56862 w 120804"/>
                    <a:gd name="connsiteY21" fmla="*/ 4475 h 89875"/>
                    <a:gd name="connsiteX22" fmla="*/ 41101 w 120804"/>
                    <a:gd name="connsiteY22" fmla="*/ 0 h 89875"/>
                    <a:gd name="connsiteX23" fmla="*/ 26328 w 120804"/>
                    <a:gd name="connsiteY23" fmla="*/ 4349 h 89875"/>
                    <a:gd name="connsiteX24" fmla="*/ 13784 w 120804"/>
                    <a:gd name="connsiteY24" fmla="*/ 15024 h 89875"/>
                    <a:gd name="connsiteX25" fmla="*/ 13281 w 120804"/>
                    <a:gd name="connsiteY25" fmla="*/ 15024 h 89875"/>
                    <a:gd name="connsiteX26" fmla="*/ 12041 w 120804"/>
                    <a:gd name="connsiteY26" fmla="*/ 2246 h 89875"/>
                    <a:gd name="connsiteX27" fmla="*/ 0 w 120804"/>
                    <a:gd name="connsiteY27" fmla="*/ 2246 h 89875"/>
                    <a:gd name="connsiteX28" fmla="*/ 0 w 120804"/>
                    <a:gd name="connsiteY28" fmla="*/ 89858 h 89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0804" h="89875">
                      <a:moveTo>
                        <a:pt x="36" y="89858"/>
                      </a:moveTo>
                      <a:lnTo>
                        <a:pt x="14683" y="89858"/>
                      </a:lnTo>
                      <a:lnTo>
                        <a:pt x="14683" y="26310"/>
                      </a:lnTo>
                      <a:cubicBezTo>
                        <a:pt x="18654" y="21710"/>
                        <a:pt x="22626" y="18367"/>
                        <a:pt x="26220" y="16138"/>
                      </a:cubicBezTo>
                      <a:cubicBezTo>
                        <a:pt x="29941" y="14036"/>
                        <a:pt x="33427" y="12904"/>
                        <a:pt x="36770" y="12904"/>
                      </a:cubicBezTo>
                      <a:cubicBezTo>
                        <a:pt x="42359" y="12778"/>
                        <a:pt x="46456" y="14647"/>
                        <a:pt x="49062" y="18367"/>
                      </a:cubicBezTo>
                      <a:cubicBezTo>
                        <a:pt x="51794" y="22087"/>
                        <a:pt x="53160" y="28054"/>
                        <a:pt x="53034" y="36249"/>
                      </a:cubicBezTo>
                      <a:lnTo>
                        <a:pt x="53034" y="89876"/>
                      </a:lnTo>
                      <a:lnTo>
                        <a:pt x="67807" y="89876"/>
                      </a:lnTo>
                      <a:lnTo>
                        <a:pt x="67807" y="26310"/>
                      </a:lnTo>
                      <a:cubicBezTo>
                        <a:pt x="71904" y="21710"/>
                        <a:pt x="75750" y="18367"/>
                        <a:pt x="79344" y="16138"/>
                      </a:cubicBezTo>
                      <a:cubicBezTo>
                        <a:pt x="82939" y="14036"/>
                        <a:pt x="86551" y="12904"/>
                        <a:pt x="89894" y="12904"/>
                      </a:cubicBezTo>
                      <a:cubicBezTo>
                        <a:pt x="95357" y="12778"/>
                        <a:pt x="99580" y="14647"/>
                        <a:pt x="102186" y="18367"/>
                      </a:cubicBezTo>
                      <a:cubicBezTo>
                        <a:pt x="104918" y="22087"/>
                        <a:pt x="106158" y="28054"/>
                        <a:pt x="106158" y="36249"/>
                      </a:cubicBezTo>
                      <a:lnTo>
                        <a:pt x="106158" y="89876"/>
                      </a:lnTo>
                      <a:lnTo>
                        <a:pt x="120805" y="89876"/>
                      </a:lnTo>
                      <a:lnTo>
                        <a:pt x="120805" y="34398"/>
                      </a:lnTo>
                      <a:cubicBezTo>
                        <a:pt x="120805" y="23093"/>
                        <a:pt x="118702" y="14539"/>
                        <a:pt x="114353" y="8824"/>
                      </a:cubicBezTo>
                      <a:cubicBezTo>
                        <a:pt x="109878" y="2983"/>
                        <a:pt x="103175" y="18"/>
                        <a:pt x="94243" y="18"/>
                      </a:cubicBezTo>
                      <a:cubicBezTo>
                        <a:pt x="88905" y="144"/>
                        <a:pt x="83945" y="1635"/>
                        <a:pt x="79218" y="4727"/>
                      </a:cubicBezTo>
                      <a:cubicBezTo>
                        <a:pt x="74384" y="7710"/>
                        <a:pt x="69783" y="11807"/>
                        <a:pt x="65308" y="16767"/>
                      </a:cubicBezTo>
                      <a:cubicBezTo>
                        <a:pt x="63565" y="11556"/>
                        <a:pt x="60834" y="7458"/>
                        <a:pt x="56862" y="4475"/>
                      </a:cubicBezTo>
                      <a:cubicBezTo>
                        <a:pt x="53016" y="1617"/>
                        <a:pt x="47804" y="0"/>
                        <a:pt x="41101" y="0"/>
                      </a:cubicBezTo>
                      <a:cubicBezTo>
                        <a:pt x="35889" y="126"/>
                        <a:pt x="30929" y="1492"/>
                        <a:pt x="26328" y="4349"/>
                      </a:cubicBezTo>
                      <a:cubicBezTo>
                        <a:pt x="21853" y="7207"/>
                        <a:pt x="17648" y="10675"/>
                        <a:pt x="13784" y="15024"/>
                      </a:cubicBezTo>
                      <a:lnTo>
                        <a:pt x="13281" y="15024"/>
                      </a:lnTo>
                      <a:lnTo>
                        <a:pt x="12041" y="2246"/>
                      </a:lnTo>
                      <a:lnTo>
                        <a:pt x="0" y="2246"/>
                      </a:lnTo>
                      <a:lnTo>
                        <a:pt x="0" y="89858"/>
                      </a:lnTo>
                      <a:close/>
                    </a:path>
                  </a:pathLst>
                </a:custGeom>
                <a:solidFill>
                  <a:srgbClr val="999999"/>
                </a:solidFill>
                <a:ln w="6350" cap="flat">
                  <a:solidFill>
                    <a:srgbClr val="999999"/>
                  </a:solidFill>
                  <a:prstDash val="solid"/>
                  <a:miter/>
                </a:ln>
              </p:spPr>
              <p:txBody>
                <a:bodyPr rtlCol="0" anchor="ctr"/>
                <a:lstStyle/>
                <a:p>
                  <a:endParaRPr lang="zh-CN" altLang="en-US" b="1"/>
                </a:p>
              </p:txBody>
            </p:sp>
          </p:grpSp>
          <p:sp>
            <p:nvSpPr>
              <p:cNvPr id="46" name="任意多边形: 形状 45">
                <a:extLst>
                  <a:ext uri="{FF2B5EF4-FFF2-40B4-BE49-F238E27FC236}">
                    <a16:creationId xmlns:a16="http://schemas.microsoft.com/office/drawing/2014/main" id="{C87770F5-089B-B30F-292E-607E8D099FEB}"/>
                  </a:ext>
                </a:extLst>
              </p:cNvPr>
              <p:cNvSpPr/>
              <p:nvPr userDrawn="1"/>
            </p:nvSpPr>
            <p:spPr>
              <a:xfrm>
                <a:off x="1086173" y="3300162"/>
                <a:ext cx="781977" cy="781959"/>
              </a:xfrm>
              <a:custGeom>
                <a:avLst/>
                <a:gdLst>
                  <a:gd name="connsiteX0" fmla="*/ 0 w 781977"/>
                  <a:gd name="connsiteY0" fmla="*/ 390989 h 781959"/>
                  <a:gd name="connsiteX1" fmla="*/ 34757 w 781977"/>
                  <a:gd name="connsiteY1" fmla="*/ 552355 h 781959"/>
                  <a:gd name="connsiteX2" fmla="*/ 114820 w 781977"/>
                  <a:gd name="connsiteY2" fmla="*/ 552355 h 781959"/>
                  <a:gd name="connsiteX3" fmla="*/ 266877 w 781977"/>
                  <a:gd name="connsiteY3" fmla="*/ 552355 h 781959"/>
                  <a:gd name="connsiteX4" fmla="*/ 341351 w 781977"/>
                  <a:gd name="connsiteY4" fmla="*/ 465463 h 781959"/>
                  <a:gd name="connsiteX5" fmla="*/ 179985 w 781977"/>
                  <a:gd name="connsiteY5" fmla="*/ 378570 h 781959"/>
                  <a:gd name="connsiteX6" fmla="*/ 179985 w 781977"/>
                  <a:gd name="connsiteY6" fmla="*/ 204786 h 781959"/>
                  <a:gd name="connsiteX7" fmla="*/ 440644 w 781977"/>
                  <a:gd name="connsiteY7" fmla="*/ 204786 h 781959"/>
                  <a:gd name="connsiteX8" fmla="*/ 440644 w 781977"/>
                  <a:gd name="connsiteY8" fmla="*/ 242023 h 781959"/>
                  <a:gd name="connsiteX9" fmla="*/ 217222 w 781977"/>
                  <a:gd name="connsiteY9" fmla="*/ 242023 h 781959"/>
                  <a:gd name="connsiteX10" fmla="*/ 217222 w 781977"/>
                  <a:gd name="connsiteY10" fmla="*/ 341316 h 781959"/>
                  <a:gd name="connsiteX11" fmla="*/ 378588 w 781977"/>
                  <a:gd name="connsiteY11" fmla="*/ 465445 h 781959"/>
                  <a:gd name="connsiteX12" fmla="*/ 126484 w 781977"/>
                  <a:gd name="connsiteY12" fmla="*/ 597140 h 781959"/>
                  <a:gd name="connsiteX13" fmla="*/ 58461 w 781977"/>
                  <a:gd name="connsiteY13" fmla="*/ 596763 h 781959"/>
                  <a:gd name="connsiteX14" fmla="*/ 390989 w 781977"/>
                  <a:gd name="connsiteY14" fmla="*/ 781960 h 781959"/>
                  <a:gd name="connsiteX15" fmla="*/ 722150 w 781977"/>
                  <a:gd name="connsiteY15" fmla="*/ 598758 h 781959"/>
                  <a:gd name="connsiteX16" fmla="*/ 692731 w 781977"/>
                  <a:gd name="connsiteY16" fmla="*/ 599387 h 781959"/>
                  <a:gd name="connsiteX17" fmla="*/ 539937 w 781977"/>
                  <a:gd name="connsiteY17" fmla="*/ 539937 h 781959"/>
                  <a:gd name="connsiteX18" fmla="*/ 539937 w 781977"/>
                  <a:gd name="connsiteY18" fmla="*/ 229640 h 781959"/>
                  <a:gd name="connsiteX19" fmla="*/ 465463 w 781977"/>
                  <a:gd name="connsiteY19" fmla="*/ 242059 h 781959"/>
                  <a:gd name="connsiteX20" fmla="*/ 465463 w 781977"/>
                  <a:gd name="connsiteY20" fmla="*/ 204822 h 781959"/>
                  <a:gd name="connsiteX21" fmla="*/ 589592 w 781977"/>
                  <a:gd name="connsiteY21" fmla="*/ 167585 h 781959"/>
                  <a:gd name="connsiteX22" fmla="*/ 589592 w 781977"/>
                  <a:gd name="connsiteY22" fmla="*/ 530771 h 781959"/>
                  <a:gd name="connsiteX23" fmla="*/ 618634 w 781977"/>
                  <a:gd name="connsiteY23" fmla="*/ 552373 h 781959"/>
                  <a:gd name="connsiteX24" fmla="*/ 705149 w 781977"/>
                  <a:gd name="connsiteY24" fmla="*/ 552373 h 781959"/>
                  <a:gd name="connsiteX25" fmla="*/ 747220 w 781977"/>
                  <a:gd name="connsiteY25" fmla="*/ 552373 h 781959"/>
                  <a:gd name="connsiteX26" fmla="*/ 781977 w 781977"/>
                  <a:gd name="connsiteY26" fmla="*/ 391007 h 781959"/>
                  <a:gd name="connsiteX27" fmla="*/ 390989 w 781977"/>
                  <a:gd name="connsiteY27" fmla="*/ 0 h 781959"/>
                  <a:gd name="connsiteX28" fmla="*/ 0 w 781977"/>
                  <a:gd name="connsiteY28" fmla="*/ 390989 h 78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1977" h="781959">
                    <a:moveTo>
                      <a:pt x="0" y="390989"/>
                    </a:moveTo>
                    <a:cubicBezTo>
                      <a:pt x="0" y="448588"/>
                      <a:pt x="12418" y="503203"/>
                      <a:pt x="34757" y="552355"/>
                    </a:cubicBezTo>
                    <a:lnTo>
                      <a:pt x="114820" y="552355"/>
                    </a:lnTo>
                    <a:lnTo>
                      <a:pt x="266877" y="552355"/>
                    </a:lnTo>
                    <a:cubicBezTo>
                      <a:pt x="336769" y="530628"/>
                      <a:pt x="341351" y="490300"/>
                      <a:pt x="341351" y="465463"/>
                    </a:cubicBezTo>
                    <a:cubicBezTo>
                      <a:pt x="341351" y="378570"/>
                      <a:pt x="254459" y="366170"/>
                      <a:pt x="179985" y="378570"/>
                    </a:cubicBezTo>
                    <a:lnTo>
                      <a:pt x="179985" y="204786"/>
                    </a:lnTo>
                    <a:lnTo>
                      <a:pt x="440644" y="204786"/>
                    </a:lnTo>
                    <a:lnTo>
                      <a:pt x="440644" y="242023"/>
                    </a:lnTo>
                    <a:lnTo>
                      <a:pt x="217222" y="242023"/>
                    </a:lnTo>
                    <a:lnTo>
                      <a:pt x="217222" y="341316"/>
                    </a:lnTo>
                    <a:cubicBezTo>
                      <a:pt x="339860" y="342807"/>
                      <a:pt x="377097" y="383153"/>
                      <a:pt x="378588" y="465445"/>
                    </a:cubicBezTo>
                    <a:cubicBezTo>
                      <a:pt x="381320" y="608444"/>
                      <a:pt x="235589" y="599369"/>
                      <a:pt x="126484" y="597140"/>
                    </a:cubicBezTo>
                    <a:cubicBezTo>
                      <a:pt x="120032" y="597015"/>
                      <a:pt x="82795" y="596889"/>
                      <a:pt x="58461" y="596763"/>
                    </a:cubicBezTo>
                    <a:cubicBezTo>
                      <a:pt x="127472" y="707989"/>
                      <a:pt x="250613" y="781960"/>
                      <a:pt x="390989" y="781960"/>
                    </a:cubicBezTo>
                    <a:cubicBezTo>
                      <a:pt x="530502" y="781960"/>
                      <a:pt x="653014" y="708851"/>
                      <a:pt x="722150" y="598758"/>
                    </a:cubicBezTo>
                    <a:cubicBezTo>
                      <a:pt x="712463" y="599135"/>
                      <a:pt x="702669" y="599261"/>
                      <a:pt x="692731" y="599387"/>
                    </a:cubicBezTo>
                    <a:cubicBezTo>
                      <a:pt x="616765" y="599513"/>
                      <a:pt x="539937" y="588838"/>
                      <a:pt x="539937" y="539937"/>
                    </a:cubicBezTo>
                    <a:lnTo>
                      <a:pt x="539937" y="229640"/>
                    </a:lnTo>
                    <a:cubicBezTo>
                      <a:pt x="511632" y="234241"/>
                      <a:pt x="499968" y="237332"/>
                      <a:pt x="465463" y="242059"/>
                    </a:cubicBezTo>
                    <a:lnTo>
                      <a:pt x="465463" y="204822"/>
                    </a:lnTo>
                    <a:cubicBezTo>
                      <a:pt x="500345" y="192781"/>
                      <a:pt x="527518" y="183094"/>
                      <a:pt x="589592" y="167585"/>
                    </a:cubicBezTo>
                    <a:lnTo>
                      <a:pt x="589592" y="530771"/>
                    </a:lnTo>
                    <a:cubicBezTo>
                      <a:pt x="594552" y="542812"/>
                      <a:pt x="596547" y="550756"/>
                      <a:pt x="618634" y="552373"/>
                    </a:cubicBezTo>
                    <a:lnTo>
                      <a:pt x="705149" y="552373"/>
                    </a:lnTo>
                    <a:lnTo>
                      <a:pt x="747220" y="552373"/>
                    </a:lnTo>
                    <a:cubicBezTo>
                      <a:pt x="769559" y="503221"/>
                      <a:pt x="781977" y="448480"/>
                      <a:pt x="781977" y="391007"/>
                    </a:cubicBezTo>
                    <a:cubicBezTo>
                      <a:pt x="781995" y="175025"/>
                      <a:pt x="606971" y="0"/>
                      <a:pt x="390989" y="0"/>
                    </a:cubicBezTo>
                    <a:cubicBezTo>
                      <a:pt x="175007" y="0"/>
                      <a:pt x="0" y="175025"/>
                      <a:pt x="0" y="390989"/>
                    </a:cubicBezTo>
                    <a:close/>
                  </a:path>
                </a:pathLst>
              </a:custGeom>
              <a:solidFill>
                <a:srgbClr val="FF5200"/>
              </a:solidFill>
              <a:ln w="1794" cap="flat">
                <a:noFill/>
                <a:prstDash val="solid"/>
                <a:miter/>
              </a:ln>
            </p:spPr>
            <p:txBody>
              <a:bodyPr rtlCol="0" anchor="ctr"/>
              <a:lstStyle/>
              <a:p>
                <a:endParaRPr lang="zh-CN" altLang="en-US"/>
              </a:p>
            </p:txBody>
          </p:sp>
        </p:grpSp>
        <p:sp>
          <p:nvSpPr>
            <p:cNvPr id="4" name="矩形 3">
              <a:hlinkClick r:id="rId2"/>
              <a:extLst>
                <a:ext uri="{FF2B5EF4-FFF2-40B4-BE49-F238E27FC236}">
                  <a16:creationId xmlns:a16="http://schemas.microsoft.com/office/drawing/2014/main" id="{7EBE6C0E-6A20-538B-3A17-0396506413C5}"/>
                </a:ext>
              </a:extLst>
            </p:cNvPr>
            <p:cNvSpPr/>
            <p:nvPr userDrawn="1"/>
          </p:nvSpPr>
          <p:spPr>
            <a:xfrm>
              <a:off x="870547" y="7238685"/>
              <a:ext cx="3333750" cy="1143000"/>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9219248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87668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4F5BB-5CDE-7C9C-2AD5-5CB87D0F9F9F}"/>
            </a:ext>
          </a:extLst>
        </p:cNvPr>
        <p:cNvGrpSpPr/>
        <p:nvPr/>
      </p:nvGrpSpPr>
      <p:grpSpPr>
        <a:xfrm>
          <a:off x="0" y="0"/>
          <a:ext cx="0" cy="0"/>
          <a:chOff x="0" y="0"/>
          <a:chExt cx="0" cy="0"/>
        </a:xfrm>
      </p:grpSpPr>
      <p:sp>
        <p:nvSpPr>
          <p:cNvPr id="83" name="任意多边形: 形状 82" descr="D:\51PPT模板网\51pptmoban.com\图片.jpg">
            <a:extLst>
              <a:ext uri="{FF2B5EF4-FFF2-40B4-BE49-F238E27FC236}">
                <a16:creationId xmlns:a16="http://schemas.microsoft.com/office/drawing/2014/main" id="{E45E0DA2-1F3B-25D5-D3F5-262909FE4B48}"/>
              </a:ext>
            </a:extLst>
          </p:cNvPr>
          <p:cNvSpPr/>
          <p:nvPr/>
        </p:nvSpPr>
        <p:spPr>
          <a:xfrm flipH="1">
            <a:off x="1618" y="0"/>
            <a:ext cx="12190382" cy="2021756"/>
          </a:xfrm>
          <a:custGeom>
            <a:avLst/>
            <a:gdLst>
              <a:gd name="csX0" fmla="*/ 12190382 w 12190382"/>
              <a:gd name="csY0" fmla="*/ 0 h 2021756"/>
              <a:gd name="csX1" fmla="*/ 6096001 w 12190382"/>
              <a:gd name="csY1" fmla="*/ 0 h 2021756"/>
              <a:gd name="csX2" fmla="*/ 6094381 w 12190382"/>
              <a:gd name="csY2" fmla="*/ 0 h 2021756"/>
              <a:gd name="csX3" fmla="*/ 0 w 12190382"/>
              <a:gd name="csY3" fmla="*/ 0 h 2021756"/>
              <a:gd name="csX4" fmla="*/ 0 w 12190382"/>
              <a:gd name="csY4" fmla="*/ 700529 h 2021756"/>
              <a:gd name="csX5" fmla="*/ 5177130 w 12190382"/>
              <a:gd name="csY5" fmla="*/ 1897501 h 2021756"/>
              <a:gd name="csX6" fmla="*/ 6094381 w 12190382"/>
              <a:gd name="csY6" fmla="*/ 2021537 h 2021756"/>
              <a:gd name="csX7" fmla="*/ 6094381 w 12190382"/>
              <a:gd name="csY7" fmla="*/ 2021756 h 2021756"/>
              <a:gd name="csX8" fmla="*/ 6095191 w 12190382"/>
              <a:gd name="csY8" fmla="*/ 2021647 h 2021756"/>
              <a:gd name="csX9" fmla="*/ 6096001 w 12190382"/>
              <a:gd name="csY9" fmla="*/ 2021756 h 2021756"/>
              <a:gd name="csX10" fmla="*/ 6096001 w 12190382"/>
              <a:gd name="csY10" fmla="*/ 2021537 h 2021756"/>
              <a:gd name="csX11" fmla="*/ 7013251 w 12190382"/>
              <a:gd name="csY11" fmla="*/ 1897501 h 2021756"/>
              <a:gd name="csX12" fmla="*/ 12190382 w 12190382"/>
              <a:gd name="csY12" fmla="*/ 700529 h 20217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190382" h="2021756">
                <a:moveTo>
                  <a:pt x="12190382" y="0"/>
                </a:moveTo>
                <a:lnTo>
                  <a:pt x="6096001" y="0"/>
                </a:lnTo>
                <a:lnTo>
                  <a:pt x="6094381" y="0"/>
                </a:lnTo>
                <a:lnTo>
                  <a:pt x="0" y="0"/>
                </a:lnTo>
                <a:lnTo>
                  <a:pt x="0" y="700529"/>
                </a:lnTo>
                <a:cubicBezTo>
                  <a:pt x="1260753" y="1197829"/>
                  <a:pt x="3071763" y="1594130"/>
                  <a:pt x="5177130" y="1897501"/>
                </a:cubicBezTo>
                <a:lnTo>
                  <a:pt x="6094381" y="2021537"/>
                </a:lnTo>
                <a:lnTo>
                  <a:pt x="6094381" y="2021756"/>
                </a:lnTo>
                <a:lnTo>
                  <a:pt x="6095191" y="2021647"/>
                </a:lnTo>
                <a:lnTo>
                  <a:pt x="6096001" y="2021756"/>
                </a:lnTo>
                <a:lnTo>
                  <a:pt x="6096001" y="2021537"/>
                </a:lnTo>
                <a:lnTo>
                  <a:pt x="7013251" y="1897501"/>
                </a:lnTo>
                <a:cubicBezTo>
                  <a:pt x="9118619" y="1594130"/>
                  <a:pt x="10929629" y="1197829"/>
                  <a:pt x="12190382" y="700529"/>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9" name="缺角矩形 8">
            <a:extLst>
              <a:ext uri="{FF2B5EF4-FFF2-40B4-BE49-F238E27FC236}">
                <a16:creationId xmlns:a16="http://schemas.microsoft.com/office/drawing/2014/main" id="{DFFFF79B-D362-6C40-C838-D47B3FE4CA17}"/>
              </a:ext>
            </a:extLst>
          </p:cNvPr>
          <p:cNvSpPr/>
          <p:nvPr/>
        </p:nvSpPr>
        <p:spPr>
          <a:xfrm>
            <a:off x="264707" y="241499"/>
            <a:ext cx="11691611" cy="6400400"/>
          </a:xfrm>
          <a:prstGeom prst="plaque">
            <a:avLst>
              <a:gd name="adj" fmla="val 6108"/>
            </a:avLst>
          </a:prstGeom>
          <a:noFill/>
          <a:ln w="25400">
            <a:solidFill>
              <a:srgbClr val="D5AC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02B2C785-A171-CC57-7330-4BA6DD1C0C75}"/>
              </a:ext>
            </a:extLst>
          </p:cNvPr>
          <p:cNvSpPr txBox="1"/>
          <p:nvPr/>
        </p:nvSpPr>
        <p:spPr>
          <a:xfrm>
            <a:off x="2616326" y="2441585"/>
            <a:ext cx="6955750" cy="1446550"/>
          </a:xfrm>
          <a:prstGeom prst="rect">
            <a:avLst/>
          </a:prstGeom>
          <a:noFill/>
        </p:spPr>
        <p:txBody>
          <a:bodyPr wrap="none" rtlCol="0">
            <a:spAutoFit/>
          </a:bodyPr>
          <a:lstStyle/>
          <a:p>
            <a:r>
              <a:rPr lang="zh-CN" altLang="en-US" sz="8800" dirty="0">
                <a:latin typeface="思源黑体 CN Heavy" panose="020B0A00000000000000" pitchFamily="34" charset="-122"/>
                <a:ea typeface="思源黑体 CN Heavy" panose="020B0A00000000000000" pitchFamily="34" charset="-122"/>
                <a:cs typeface="+mn-ea"/>
                <a:sym typeface="+mn-lt"/>
              </a:rPr>
              <a:t>深度学习图像识别优化</a:t>
            </a:r>
          </a:p>
        </p:txBody>
      </p:sp>
      <p:grpSp>
        <p:nvGrpSpPr>
          <p:cNvPr id="12" name="组合 11">
            <a:extLst>
              <a:ext uri="{FF2B5EF4-FFF2-40B4-BE49-F238E27FC236}">
                <a16:creationId xmlns:a16="http://schemas.microsoft.com/office/drawing/2014/main" id="{50695AF8-21D2-1E51-CE52-F5594DF4D565}"/>
              </a:ext>
            </a:extLst>
          </p:cNvPr>
          <p:cNvGrpSpPr/>
          <p:nvPr/>
        </p:nvGrpSpPr>
        <p:grpSpPr>
          <a:xfrm>
            <a:off x="3086965" y="5904640"/>
            <a:ext cx="6018070" cy="317242"/>
            <a:chOff x="3086965" y="5746019"/>
            <a:chExt cx="6018070" cy="317242"/>
          </a:xfrm>
        </p:grpSpPr>
        <p:sp>
          <p:nvSpPr>
            <p:cNvPr id="42" name="文本框 41">
              <a:extLst>
                <a:ext uri="{FF2B5EF4-FFF2-40B4-BE49-F238E27FC236}">
                  <a16:creationId xmlns:a16="http://schemas.microsoft.com/office/drawing/2014/main" id="{D61D16EB-C338-DFEB-0687-95D72C840F21}"/>
                </a:ext>
              </a:extLst>
            </p:cNvPr>
            <p:cNvSpPr txBox="1"/>
            <p:nvPr/>
          </p:nvSpPr>
          <p:spPr>
            <a:xfrm>
              <a:off x="3289732" y="5755484"/>
              <a:ext cx="1600752" cy="307777"/>
            </a:xfrm>
            <a:prstGeom prst="rect">
              <a:avLst/>
            </a:prstGeom>
            <a:noFill/>
          </p:spPr>
          <p:txBody>
            <a:bodyPr wrap="square" rtlCol="0">
              <a:spAutoFit/>
            </a:bodyPr>
            <a:lstStyle>
              <a:defPPr>
                <a:defRPr lang="zh-CN"/>
              </a:defPPr>
              <a:lvl1pPr>
                <a:defRPr sz="1000" b="1">
                  <a:solidFill>
                    <a:schemeClr val="tx1">
                      <a:lumMod val="65000"/>
                      <a:lumOff val="3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p:txBody>
        </p:sp>
        <p:sp>
          <p:nvSpPr>
            <p:cNvPr id="43" name="graduate_57239">
              <a:extLst>
                <a:ext uri="{FF2B5EF4-FFF2-40B4-BE49-F238E27FC236}">
                  <a16:creationId xmlns:a16="http://schemas.microsoft.com/office/drawing/2014/main" id="{7B47742E-B695-E86B-2470-434EC31FE1C6}"/>
                </a:ext>
              </a:extLst>
            </p:cNvPr>
            <p:cNvSpPr/>
            <p:nvPr/>
          </p:nvSpPr>
          <p:spPr>
            <a:xfrm>
              <a:off x="3086965" y="5748954"/>
              <a:ext cx="211529" cy="307777"/>
            </a:xfrm>
            <a:custGeom>
              <a:avLst/>
              <a:gdLst>
                <a:gd name="connsiteX0" fmla="*/ 142468 w 412043"/>
                <a:gd name="connsiteY0" fmla="*/ 396851 h 599527"/>
                <a:gd name="connsiteX1" fmla="*/ 153964 w 412043"/>
                <a:gd name="connsiteY1" fmla="*/ 405753 h 599527"/>
                <a:gd name="connsiteX2" fmla="*/ 144814 w 412043"/>
                <a:gd name="connsiteY2" fmla="*/ 585910 h 599527"/>
                <a:gd name="connsiteX3" fmla="*/ 135898 w 412043"/>
                <a:gd name="connsiteY3" fmla="*/ 595046 h 599527"/>
                <a:gd name="connsiteX4" fmla="*/ 15768 w 412043"/>
                <a:gd name="connsiteY4" fmla="*/ 599498 h 599527"/>
                <a:gd name="connsiteX5" fmla="*/ 6383 w 412043"/>
                <a:gd name="connsiteY5" fmla="*/ 590127 h 599527"/>
                <a:gd name="connsiteX6" fmla="*/ 142468 w 412043"/>
                <a:gd name="connsiteY6" fmla="*/ 396851 h 599527"/>
                <a:gd name="connsiteX7" fmla="*/ 275305 w 412043"/>
                <a:gd name="connsiteY7" fmla="*/ 271238 h 599527"/>
                <a:gd name="connsiteX8" fmla="*/ 222034 w 412043"/>
                <a:gd name="connsiteY8" fmla="*/ 284828 h 599527"/>
                <a:gd name="connsiteX9" fmla="*/ 158437 w 412043"/>
                <a:gd name="connsiteY9" fmla="*/ 287640 h 599527"/>
                <a:gd name="connsiteX10" fmla="*/ 99299 w 412043"/>
                <a:gd name="connsiteY10" fmla="*/ 277096 h 599527"/>
                <a:gd name="connsiteX11" fmla="*/ 205137 w 412043"/>
                <a:gd name="connsiteY11" fmla="*/ 392382 h 599527"/>
                <a:gd name="connsiteX12" fmla="*/ 312148 w 412043"/>
                <a:gd name="connsiteY12" fmla="*/ 309432 h 599527"/>
                <a:gd name="connsiteX13" fmla="*/ 305108 w 412043"/>
                <a:gd name="connsiteY13" fmla="*/ 310604 h 599527"/>
                <a:gd name="connsiteX14" fmla="*/ 275305 w 412043"/>
                <a:gd name="connsiteY14" fmla="*/ 271238 h 599527"/>
                <a:gd name="connsiteX15" fmla="*/ 93667 w 412043"/>
                <a:gd name="connsiteY15" fmla="*/ 210314 h 599527"/>
                <a:gd name="connsiteX16" fmla="*/ 93667 w 412043"/>
                <a:gd name="connsiteY16" fmla="*/ 212892 h 599527"/>
                <a:gd name="connsiteX17" fmla="*/ 100003 w 412043"/>
                <a:gd name="connsiteY17" fmla="*/ 213595 h 599527"/>
                <a:gd name="connsiteX18" fmla="*/ 93667 w 412043"/>
                <a:gd name="connsiteY18" fmla="*/ 210314 h 599527"/>
                <a:gd name="connsiteX19" fmla="*/ 80202 w 412043"/>
                <a:gd name="connsiteY19" fmla="*/ 186355 h 599527"/>
                <a:gd name="connsiteX20" fmla="*/ 89443 w 412043"/>
                <a:gd name="connsiteY20" fmla="*/ 186413 h 599527"/>
                <a:gd name="connsiteX21" fmla="*/ 269203 w 412043"/>
                <a:gd name="connsiteY21" fmla="*/ 193209 h 599527"/>
                <a:gd name="connsiteX22" fmla="*/ 279059 w 412043"/>
                <a:gd name="connsiteY22" fmla="*/ 193209 h 599527"/>
                <a:gd name="connsiteX23" fmla="*/ 284222 w 412043"/>
                <a:gd name="connsiteY23" fmla="*/ 197661 h 599527"/>
                <a:gd name="connsiteX24" fmla="*/ 288681 w 412043"/>
                <a:gd name="connsiteY24" fmla="*/ 255304 h 599527"/>
                <a:gd name="connsiteX25" fmla="*/ 312383 w 412043"/>
                <a:gd name="connsiteY25" fmla="*/ 289280 h 599527"/>
                <a:gd name="connsiteX26" fmla="*/ 314965 w 412043"/>
                <a:gd name="connsiteY26" fmla="*/ 201175 h 599527"/>
                <a:gd name="connsiteX27" fmla="*/ 330688 w 412043"/>
                <a:gd name="connsiteY27" fmla="*/ 199067 h 599527"/>
                <a:gd name="connsiteX28" fmla="*/ 260051 w 412043"/>
                <a:gd name="connsiteY28" fmla="*/ 401287 h 599527"/>
                <a:gd name="connsiteX29" fmla="*/ 263102 w 412043"/>
                <a:gd name="connsiteY29" fmla="*/ 401990 h 599527"/>
                <a:gd name="connsiteX30" fmla="*/ 401325 w 412043"/>
                <a:gd name="connsiteY30" fmla="*/ 590150 h 599527"/>
                <a:gd name="connsiteX31" fmla="*/ 389591 w 412043"/>
                <a:gd name="connsiteY31" fmla="*/ 599289 h 599527"/>
                <a:gd name="connsiteX32" fmla="*/ 262867 w 412043"/>
                <a:gd name="connsiteY32" fmla="*/ 595071 h 599527"/>
                <a:gd name="connsiteX33" fmla="*/ 253480 w 412043"/>
                <a:gd name="connsiteY33" fmla="*/ 585698 h 599527"/>
                <a:gd name="connsiteX34" fmla="*/ 247144 w 412043"/>
                <a:gd name="connsiteY34" fmla="*/ 414643 h 599527"/>
                <a:gd name="connsiteX35" fmla="*/ 248786 w 412043"/>
                <a:gd name="connsiteY35" fmla="*/ 410660 h 599527"/>
                <a:gd name="connsiteX36" fmla="*/ 251603 w 412043"/>
                <a:gd name="connsiteY36" fmla="*/ 404802 h 599527"/>
                <a:gd name="connsiteX37" fmla="*/ 205137 w 412043"/>
                <a:gd name="connsiteY37" fmla="*/ 410894 h 599527"/>
                <a:gd name="connsiteX38" fmla="*/ 75362 w 412043"/>
                <a:gd name="connsiteY38" fmla="*/ 194380 h 599527"/>
                <a:gd name="connsiteX39" fmla="*/ 80202 w 412043"/>
                <a:gd name="connsiteY39" fmla="*/ 186355 h 599527"/>
                <a:gd name="connsiteX40" fmla="*/ 204675 w 412043"/>
                <a:gd name="connsiteY40" fmla="*/ 1071 h 599527"/>
                <a:gd name="connsiteX41" fmla="*/ 297143 w 412043"/>
                <a:gd name="connsiteY41" fmla="*/ 36212 h 599527"/>
                <a:gd name="connsiteX42" fmla="*/ 407917 w 412043"/>
                <a:gd name="connsiteY42" fmla="*/ 88689 h 599527"/>
                <a:gd name="connsiteX43" fmla="*/ 405335 w 412043"/>
                <a:gd name="connsiteY43" fmla="*/ 105790 h 599527"/>
                <a:gd name="connsiteX44" fmla="*/ 367785 w 412043"/>
                <a:gd name="connsiteY44" fmla="*/ 126172 h 599527"/>
                <a:gd name="connsiteX45" fmla="*/ 313102 w 412043"/>
                <a:gd name="connsiteY45" fmla="*/ 136948 h 599527"/>
                <a:gd name="connsiteX46" fmla="*/ 200216 w 412043"/>
                <a:gd name="connsiteY46" fmla="*/ 93608 h 599527"/>
                <a:gd name="connsiteX47" fmla="*/ 282123 w 412043"/>
                <a:gd name="connsiteY47" fmla="*/ 147256 h 599527"/>
                <a:gd name="connsiteX48" fmla="*/ 285643 w 412043"/>
                <a:gd name="connsiteY48" fmla="*/ 153347 h 599527"/>
                <a:gd name="connsiteX49" fmla="*/ 285174 w 412043"/>
                <a:gd name="connsiteY49" fmla="*/ 165530 h 599527"/>
                <a:gd name="connsiteX50" fmla="*/ 172757 w 412043"/>
                <a:gd name="connsiteY50" fmla="*/ 198328 h 599527"/>
                <a:gd name="connsiteX51" fmla="*/ 8474 w 412043"/>
                <a:gd name="connsiteY51" fmla="*/ 110242 h 599527"/>
                <a:gd name="connsiteX52" fmla="*/ 3310 w 412043"/>
                <a:gd name="connsiteY52" fmla="*/ 97122 h 599527"/>
                <a:gd name="connsiteX53" fmla="*/ 113146 w 412043"/>
                <a:gd name="connsiteY53" fmla="*/ 45114 h 599527"/>
                <a:gd name="connsiteX54" fmla="*/ 204675 w 412043"/>
                <a:gd name="connsiteY54" fmla="*/ 1071 h 59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12043" h="599527">
                  <a:moveTo>
                    <a:pt x="142468" y="396851"/>
                  </a:moveTo>
                  <a:cubicBezTo>
                    <a:pt x="148333" y="395679"/>
                    <a:pt x="153730" y="399662"/>
                    <a:pt x="153964" y="405753"/>
                  </a:cubicBezTo>
                  <a:cubicBezTo>
                    <a:pt x="156545" y="464556"/>
                    <a:pt x="165461" y="529215"/>
                    <a:pt x="144814" y="585910"/>
                  </a:cubicBezTo>
                  <a:cubicBezTo>
                    <a:pt x="145048" y="590595"/>
                    <a:pt x="142233" y="595515"/>
                    <a:pt x="135898" y="595046"/>
                  </a:cubicBezTo>
                  <a:cubicBezTo>
                    <a:pt x="95776" y="591532"/>
                    <a:pt x="55889" y="595046"/>
                    <a:pt x="15768" y="599498"/>
                  </a:cubicBezTo>
                  <a:cubicBezTo>
                    <a:pt x="10606" y="599966"/>
                    <a:pt x="6383" y="594812"/>
                    <a:pt x="6383" y="590127"/>
                  </a:cubicBezTo>
                  <a:cubicBezTo>
                    <a:pt x="5913" y="512348"/>
                    <a:pt x="62224" y="414655"/>
                    <a:pt x="142468" y="396851"/>
                  </a:cubicBezTo>
                  <a:close/>
                  <a:moveTo>
                    <a:pt x="275305" y="271238"/>
                  </a:moveTo>
                  <a:cubicBezTo>
                    <a:pt x="260285" y="280845"/>
                    <a:pt x="239165" y="282251"/>
                    <a:pt x="222034" y="284828"/>
                  </a:cubicBezTo>
                  <a:cubicBezTo>
                    <a:pt x="201148" y="287875"/>
                    <a:pt x="179557" y="289280"/>
                    <a:pt x="158437" y="287640"/>
                  </a:cubicBezTo>
                  <a:cubicBezTo>
                    <a:pt x="143887" y="286469"/>
                    <a:pt x="116899" y="285531"/>
                    <a:pt x="99299" y="277096"/>
                  </a:cubicBezTo>
                  <a:cubicBezTo>
                    <a:pt x="110329" y="336145"/>
                    <a:pt x="139663" y="391679"/>
                    <a:pt x="205137" y="392382"/>
                  </a:cubicBezTo>
                  <a:cubicBezTo>
                    <a:pt x="262163" y="392851"/>
                    <a:pt x="296895" y="356062"/>
                    <a:pt x="312148" y="309432"/>
                  </a:cubicBezTo>
                  <a:cubicBezTo>
                    <a:pt x="310036" y="310135"/>
                    <a:pt x="307690" y="310604"/>
                    <a:pt x="305108" y="310604"/>
                  </a:cubicBezTo>
                  <a:cubicBezTo>
                    <a:pt x="287977" y="310604"/>
                    <a:pt x="279294" y="293030"/>
                    <a:pt x="275305" y="271238"/>
                  </a:cubicBezTo>
                  <a:close/>
                  <a:moveTo>
                    <a:pt x="93667" y="210314"/>
                  </a:moveTo>
                  <a:cubicBezTo>
                    <a:pt x="93667" y="211251"/>
                    <a:pt x="93667" y="212189"/>
                    <a:pt x="93667" y="212892"/>
                  </a:cubicBezTo>
                  <a:cubicBezTo>
                    <a:pt x="95779" y="213126"/>
                    <a:pt x="97891" y="213360"/>
                    <a:pt x="100003" y="213595"/>
                  </a:cubicBezTo>
                  <a:cubicBezTo>
                    <a:pt x="97891" y="212423"/>
                    <a:pt x="95779" y="211486"/>
                    <a:pt x="93667" y="210314"/>
                  </a:cubicBezTo>
                  <a:close/>
                  <a:moveTo>
                    <a:pt x="80202" y="186355"/>
                  </a:moveTo>
                  <a:cubicBezTo>
                    <a:pt x="82872" y="184714"/>
                    <a:pt x="86275" y="184422"/>
                    <a:pt x="89443" y="186413"/>
                  </a:cubicBezTo>
                  <a:cubicBezTo>
                    <a:pt x="144356" y="220156"/>
                    <a:pt x="213820" y="232340"/>
                    <a:pt x="269203" y="193209"/>
                  </a:cubicBezTo>
                  <a:cubicBezTo>
                    <a:pt x="272958" y="190397"/>
                    <a:pt x="276713" y="191100"/>
                    <a:pt x="279059" y="193209"/>
                  </a:cubicBezTo>
                  <a:cubicBezTo>
                    <a:pt x="281641" y="192271"/>
                    <a:pt x="284692" y="194380"/>
                    <a:pt x="284222" y="197661"/>
                  </a:cubicBezTo>
                  <a:cubicBezTo>
                    <a:pt x="281876" y="216172"/>
                    <a:pt x="285630" y="237261"/>
                    <a:pt x="288681" y="255304"/>
                  </a:cubicBezTo>
                  <a:cubicBezTo>
                    <a:pt x="289620" y="261162"/>
                    <a:pt x="304404" y="314587"/>
                    <a:pt x="312383" y="289280"/>
                  </a:cubicBezTo>
                  <a:cubicBezTo>
                    <a:pt x="321301" y="261162"/>
                    <a:pt x="315434" y="229997"/>
                    <a:pt x="314965" y="201175"/>
                  </a:cubicBezTo>
                  <a:cubicBezTo>
                    <a:pt x="314730" y="192037"/>
                    <a:pt x="328341" y="190397"/>
                    <a:pt x="330688" y="199067"/>
                  </a:cubicBezTo>
                  <a:cubicBezTo>
                    <a:pt x="349227" y="270300"/>
                    <a:pt x="328576" y="369887"/>
                    <a:pt x="260051" y="401287"/>
                  </a:cubicBezTo>
                  <a:cubicBezTo>
                    <a:pt x="261224" y="401287"/>
                    <a:pt x="262163" y="401521"/>
                    <a:pt x="263102" y="401990"/>
                  </a:cubicBezTo>
                  <a:cubicBezTo>
                    <a:pt x="332330" y="431983"/>
                    <a:pt x="406018" y="510481"/>
                    <a:pt x="401325" y="590150"/>
                  </a:cubicBezTo>
                  <a:cubicBezTo>
                    <a:pt x="401090" y="596711"/>
                    <a:pt x="395693" y="600226"/>
                    <a:pt x="389591" y="599289"/>
                  </a:cubicBezTo>
                  <a:cubicBezTo>
                    <a:pt x="347584" y="591790"/>
                    <a:pt x="305108" y="600460"/>
                    <a:pt x="262867" y="595071"/>
                  </a:cubicBezTo>
                  <a:cubicBezTo>
                    <a:pt x="257704" y="594368"/>
                    <a:pt x="253480" y="591322"/>
                    <a:pt x="253480" y="585698"/>
                  </a:cubicBezTo>
                  <a:cubicBezTo>
                    <a:pt x="252776" y="529226"/>
                    <a:pt x="239634" y="471115"/>
                    <a:pt x="247144" y="414643"/>
                  </a:cubicBezTo>
                  <a:cubicBezTo>
                    <a:pt x="247378" y="413003"/>
                    <a:pt x="248082" y="411831"/>
                    <a:pt x="248786" y="410660"/>
                  </a:cubicBezTo>
                  <a:cubicBezTo>
                    <a:pt x="249021" y="408551"/>
                    <a:pt x="249960" y="406442"/>
                    <a:pt x="251603" y="404802"/>
                  </a:cubicBezTo>
                  <a:cubicBezTo>
                    <a:pt x="237757" y="409722"/>
                    <a:pt x="222268" y="411831"/>
                    <a:pt x="205137" y="410894"/>
                  </a:cubicBezTo>
                  <a:cubicBezTo>
                    <a:pt x="96248" y="404802"/>
                    <a:pt x="70903" y="284360"/>
                    <a:pt x="75362" y="194380"/>
                  </a:cubicBezTo>
                  <a:cubicBezTo>
                    <a:pt x="75597" y="190983"/>
                    <a:pt x="77533" y="187995"/>
                    <a:pt x="80202" y="186355"/>
                  </a:cubicBezTo>
                  <a:close/>
                  <a:moveTo>
                    <a:pt x="204675" y="1071"/>
                  </a:moveTo>
                  <a:cubicBezTo>
                    <a:pt x="234481" y="-6191"/>
                    <a:pt x="272031" y="25435"/>
                    <a:pt x="297143" y="36212"/>
                  </a:cubicBezTo>
                  <a:cubicBezTo>
                    <a:pt x="334459" y="52142"/>
                    <a:pt x="374121" y="65730"/>
                    <a:pt x="407917" y="88689"/>
                  </a:cubicBezTo>
                  <a:cubicBezTo>
                    <a:pt x="415192" y="93843"/>
                    <a:pt x="411907" y="104150"/>
                    <a:pt x="405335" y="105790"/>
                  </a:cubicBezTo>
                  <a:cubicBezTo>
                    <a:pt x="398295" y="117035"/>
                    <a:pt x="379519" y="122189"/>
                    <a:pt x="367785" y="126172"/>
                  </a:cubicBezTo>
                  <a:cubicBezTo>
                    <a:pt x="351122" y="132029"/>
                    <a:pt x="331173" y="139291"/>
                    <a:pt x="313102" y="136948"/>
                  </a:cubicBezTo>
                  <a:cubicBezTo>
                    <a:pt x="271562" y="131092"/>
                    <a:pt x="243164" y="83769"/>
                    <a:pt x="200216" y="93608"/>
                  </a:cubicBezTo>
                  <a:cubicBezTo>
                    <a:pt x="211481" y="122658"/>
                    <a:pt x="255368" y="139760"/>
                    <a:pt x="282123" y="147256"/>
                  </a:cubicBezTo>
                  <a:cubicBezTo>
                    <a:pt x="285174" y="148193"/>
                    <a:pt x="286113" y="150770"/>
                    <a:pt x="285643" y="153347"/>
                  </a:cubicBezTo>
                  <a:cubicBezTo>
                    <a:pt x="288459" y="156627"/>
                    <a:pt x="289398" y="161547"/>
                    <a:pt x="285174" y="165530"/>
                  </a:cubicBezTo>
                  <a:cubicBezTo>
                    <a:pt x="254899" y="193408"/>
                    <a:pt x="213358" y="214961"/>
                    <a:pt x="172757" y="198328"/>
                  </a:cubicBezTo>
                  <a:cubicBezTo>
                    <a:pt x="115493" y="174666"/>
                    <a:pt x="65738" y="134840"/>
                    <a:pt x="8474" y="110242"/>
                  </a:cubicBezTo>
                  <a:cubicBezTo>
                    <a:pt x="728" y="112584"/>
                    <a:pt x="-3261" y="101339"/>
                    <a:pt x="3310" y="97122"/>
                  </a:cubicBezTo>
                  <a:cubicBezTo>
                    <a:pt x="37341" y="75569"/>
                    <a:pt x="76769" y="61982"/>
                    <a:pt x="113146" y="45114"/>
                  </a:cubicBezTo>
                  <a:cubicBezTo>
                    <a:pt x="142482" y="31526"/>
                    <a:pt x="173226" y="8568"/>
                    <a:pt x="204675" y="1071"/>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en-US">
                <a:cs typeface="+mn-ea"/>
                <a:sym typeface="+mn-lt"/>
              </a:endParaRPr>
            </a:p>
          </p:txBody>
        </p:sp>
        <p:sp>
          <p:nvSpPr>
            <p:cNvPr id="44" name="university-teacher_65684">
              <a:extLst>
                <a:ext uri="{FF2B5EF4-FFF2-40B4-BE49-F238E27FC236}">
                  <a16:creationId xmlns:a16="http://schemas.microsoft.com/office/drawing/2014/main" id="{C663FBE1-7C55-726F-5E4E-0BE5A0E02807}"/>
                </a:ext>
              </a:extLst>
            </p:cNvPr>
            <p:cNvSpPr/>
            <p:nvPr/>
          </p:nvSpPr>
          <p:spPr>
            <a:xfrm>
              <a:off x="5172715" y="5746019"/>
              <a:ext cx="138508" cy="307777"/>
            </a:xfrm>
            <a:custGeom>
              <a:avLst/>
              <a:gdLst>
                <a:gd name="T0" fmla="*/ 215 w 257"/>
                <a:gd name="T1" fmla="*/ 163 h 572"/>
                <a:gd name="T2" fmla="*/ 201 w 257"/>
                <a:gd name="T3" fmla="*/ 163 h 572"/>
                <a:gd name="T4" fmla="*/ 226 w 257"/>
                <a:gd name="T5" fmla="*/ 97 h 572"/>
                <a:gd name="T6" fmla="*/ 129 w 257"/>
                <a:gd name="T7" fmla="*/ 0 h 572"/>
                <a:gd name="T8" fmla="*/ 31 w 257"/>
                <a:gd name="T9" fmla="*/ 97 h 572"/>
                <a:gd name="T10" fmla="*/ 56 w 257"/>
                <a:gd name="T11" fmla="*/ 163 h 572"/>
                <a:gd name="T12" fmla="*/ 42 w 257"/>
                <a:gd name="T13" fmla="*/ 163 h 572"/>
                <a:gd name="T14" fmla="*/ 0 w 257"/>
                <a:gd name="T15" fmla="*/ 205 h 572"/>
                <a:gd name="T16" fmla="*/ 0 w 257"/>
                <a:gd name="T17" fmla="*/ 323 h 572"/>
                <a:gd name="T18" fmla="*/ 39 w 257"/>
                <a:gd name="T19" fmla="*/ 365 h 572"/>
                <a:gd name="T20" fmla="*/ 39 w 257"/>
                <a:gd name="T21" fmla="*/ 522 h 572"/>
                <a:gd name="T22" fmla="*/ 89 w 257"/>
                <a:gd name="T23" fmla="*/ 572 h 572"/>
                <a:gd name="T24" fmla="*/ 128 w 257"/>
                <a:gd name="T25" fmla="*/ 554 h 572"/>
                <a:gd name="T26" fmla="*/ 167 w 257"/>
                <a:gd name="T27" fmla="*/ 572 h 572"/>
                <a:gd name="T28" fmla="*/ 218 w 257"/>
                <a:gd name="T29" fmla="*/ 522 h 572"/>
                <a:gd name="T30" fmla="*/ 218 w 257"/>
                <a:gd name="T31" fmla="*/ 365 h 572"/>
                <a:gd name="T32" fmla="*/ 257 w 257"/>
                <a:gd name="T33" fmla="*/ 323 h 572"/>
                <a:gd name="T34" fmla="*/ 257 w 257"/>
                <a:gd name="T35" fmla="*/ 205 h 572"/>
                <a:gd name="T36" fmla="*/ 215 w 257"/>
                <a:gd name="T37" fmla="*/ 163 h 572"/>
                <a:gd name="T38" fmla="*/ 160 w 257"/>
                <a:gd name="T39" fmla="*/ 289 h 572"/>
                <a:gd name="T40" fmla="*/ 133 w 257"/>
                <a:gd name="T41" fmla="*/ 316 h 572"/>
                <a:gd name="T42" fmla="*/ 128 w 257"/>
                <a:gd name="T43" fmla="*/ 318 h 572"/>
                <a:gd name="T44" fmla="*/ 124 w 257"/>
                <a:gd name="T45" fmla="*/ 316 h 572"/>
                <a:gd name="T46" fmla="*/ 96 w 257"/>
                <a:gd name="T47" fmla="*/ 289 h 572"/>
                <a:gd name="T48" fmla="*/ 95 w 257"/>
                <a:gd name="T49" fmla="*/ 283 h 572"/>
                <a:gd name="T50" fmla="*/ 112 w 257"/>
                <a:gd name="T51" fmla="*/ 213 h 572"/>
                <a:gd name="T52" fmla="*/ 97 w 257"/>
                <a:gd name="T53" fmla="*/ 199 h 572"/>
                <a:gd name="T54" fmla="*/ 96 w 257"/>
                <a:gd name="T55" fmla="*/ 192 h 572"/>
                <a:gd name="T56" fmla="*/ 101 w 257"/>
                <a:gd name="T57" fmla="*/ 188 h 572"/>
                <a:gd name="T58" fmla="*/ 155 w 257"/>
                <a:gd name="T59" fmla="*/ 188 h 572"/>
                <a:gd name="T60" fmla="*/ 161 w 257"/>
                <a:gd name="T61" fmla="*/ 192 h 572"/>
                <a:gd name="T62" fmla="*/ 159 w 257"/>
                <a:gd name="T63" fmla="*/ 199 h 572"/>
                <a:gd name="T64" fmla="*/ 145 w 257"/>
                <a:gd name="T65" fmla="*/ 213 h 572"/>
                <a:gd name="T66" fmla="*/ 162 w 257"/>
                <a:gd name="T67" fmla="*/ 283 h 572"/>
                <a:gd name="T68" fmla="*/ 160 w 257"/>
                <a:gd name="T69" fmla="*/ 289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7" h="572">
                  <a:moveTo>
                    <a:pt x="215" y="163"/>
                  </a:moveTo>
                  <a:lnTo>
                    <a:pt x="201" y="163"/>
                  </a:lnTo>
                  <a:cubicBezTo>
                    <a:pt x="216" y="145"/>
                    <a:pt x="226" y="123"/>
                    <a:pt x="226" y="97"/>
                  </a:cubicBezTo>
                  <a:cubicBezTo>
                    <a:pt x="226" y="44"/>
                    <a:pt x="182" y="0"/>
                    <a:pt x="129" y="0"/>
                  </a:cubicBezTo>
                  <a:cubicBezTo>
                    <a:pt x="75" y="0"/>
                    <a:pt x="31" y="44"/>
                    <a:pt x="31" y="97"/>
                  </a:cubicBezTo>
                  <a:cubicBezTo>
                    <a:pt x="31" y="123"/>
                    <a:pt x="41" y="145"/>
                    <a:pt x="56" y="163"/>
                  </a:cubicBezTo>
                  <a:lnTo>
                    <a:pt x="42" y="163"/>
                  </a:lnTo>
                  <a:cubicBezTo>
                    <a:pt x="19" y="163"/>
                    <a:pt x="0" y="181"/>
                    <a:pt x="0" y="205"/>
                  </a:cubicBezTo>
                  <a:lnTo>
                    <a:pt x="0" y="323"/>
                  </a:lnTo>
                  <a:cubicBezTo>
                    <a:pt x="0" y="345"/>
                    <a:pt x="17" y="363"/>
                    <a:pt x="39" y="365"/>
                  </a:cubicBezTo>
                  <a:lnTo>
                    <a:pt x="39" y="522"/>
                  </a:lnTo>
                  <a:cubicBezTo>
                    <a:pt x="39" y="550"/>
                    <a:pt x="61" y="572"/>
                    <a:pt x="89" y="572"/>
                  </a:cubicBezTo>
                  <a:cubicBezTo>
                    <a:pt x="105" y="572"/>
                    <a:pt x="119" y="565"/>
                    <a:pt x="128" y="554"/>
                  </a:cubicBezTo>
                  <a:cubicBezTo>
                    <a:pt x="137" y="565"/>
                    <a:pt x="151" y="572"/>
                    <a:pt x="167" y="572"/>
                  </a:cubicBezTo>
                  <a:cubicBezTo>
                    <a:pt x="195" y="572"/>
                    <a:pt x="218" y="550"/>
                    <a:pt x="218" y="522"/>
                  </a:cubicBezTo>
                  <a:lnTo>
                    <a:pt x="218" y="365"/>
                  </a:lnTo>
                  <a:cubicBezTo>
                    <a:pt x="239" y="363"/>
                    <a:pt x="257" y="345"/>
                    <a:pt x="257" y="323"/>
                  </a:cubicBezTo>
                  <a:lnTo>
                    <a:pt x="257" y="205"/>
                  </a:lnTo>
                  <a:cubicBezTo>
                    <a:pt x="257" y="181"/>
                    <a:pt x="238" y="163"/>
                    <a:pt x="215" y="163"/>
                  </a:cubicBezTo>
                  <a:close/>
                  <a:moveTo>
                    <a:pt x="160" y="289"/>
                  </a:moveTo>
                  <a:lnTo>
                    <a:pt x="133" y="316"/>
                  </a:lnTo>
                  <a:cubicBezTo>
                    <a:pt x="131" y="318"/>
                    <a:pt x="130" y="318"/>
                    <a:pt x="128" y="318"/>
                  </a:cubicBezTo>
                  <a:cubicBezTo>
                    <a:pt x="127" y="318"/>
                    <a:pt x="125" y="318"/>
                    <a:pt x="124" y="316"/>
                  </a:cubicBezTo>
                  <a:lnTo>
                    <a:pt x="96" y="289"/>
                  </a:lnTo>
                  <a:cubicBezTo>
                    <a:pt x="95" y="287"/>
                    <a:pt x="94" y="285"/>
                    <a:pt x="95" y="283"/>
                  </a:cubicBezTo>
                  <a:lnTo>
                    <a:pt x="112" y="213"/>
                  </a:lnTo>
                  <a:lnTo>
                    <a:pt x="97" y="199"/>
                  </a:lnTo>
                  <a:cubicBezTo>
                    <a:pt x="95" y="197"/>
                    <a:pt x="95" y="194"/>
                    <a:pt x="96" y="192"/>
                  </a:cubicBezTo>
                  <a:cubicBezTo>
                    <a:pt x="97" y="189"/>
                    <a:pt x="99" y="188"/>
                    <a:pt x="101" y="188"/>
                  </a:cubicBezTo>
                  <a:lnTo>
                    <a:pt x="155" y="188"/>
                  </a:lnTo>
                  <a:cubicBezTo>
                    <a:pt x="157" y="188"/>
                    <a:pt x="160" y="189"/>
                    <a:pt x="161" y="192"/>
                  </a:cubicBezTo>
                  <a:cubicBezTo>
                    <a:pt x="162" y="194"/>
                    <a:pt x="161" y="197"/>
                    <a:pt x="159" y="199"/>
                  </a:cubicBezTo>
                  <a:lnTo>
                    <a:pt x="145" y="213"/>
                  </a:lnTo>
                  <a:lnTo>
                    <a:pt x="162" y="283"/>
                  </a:lnTo>
                  <a:cubicBezTo>
                    <a:pt x="162" y="285"/>
                    <a:pt x="162" y="287"/>
                    <a:pt x="160" y="289"/>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en-US">
                <a:cs typeface="+mn-ea"/>
                <a:sym typeface="+mn-lt"/>
              </a:endParaRPr>
            </a:p>
          </p:txBody>
        </p:sp>
        <p:sp>
          <p:nvSpPr>
            <p:cNvPr id="45" name="文本框 44">
              <a:extLst>
                <a:ext uri="{FF2B5EF4-FFF2-40B4-BE49-F238E27FC236}">
                  <a16:creationId xmlns:a16="http://schemas.microsoft.com/office/drawing/2014/main" id="{E640C216-FBCA-513C-8337-BC8BD6E00619}"/>
                </a:ext>
              </a:extLst>
            </p:cNvPr>
            <p:cNvSpPr txBox="1"/>
            <p:nvPr/>
          </p:nvSpPr>
          <p:spPr>
            <a:xfrm>
              <a:off x="5350829" y="5755484"/>
              <a:ext cx="1777436" cy="307777"/>
            </a:xfrm>
            <a:prstGeom prst="rect">
              <a:avLst/>
            </a:prstGeom>
            <a:noFill/>
          </p:spPr>
          <p:txBody>
            <a:bodyPr wrap="square" rtlCol="0">
              <a:spAutoFit/>
            </a:bodyPr>
            <a:lstStyle>
              <a:defPPr>
                <a:defRPr lang="zh-CN"/>
              </a:defPPr>
              <a:lvl1pPr>
                <a:defRPr sz="1000" b="1">
                  <a:solidFill>
                    <a:schemeClr val="tx1">
                      <a:lumMod val="65000"/>
                      <a:lumOff val="3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p:txBody>
        </p:sp>
        <p:sp>
          <p:nvSpPr>
            <p:cNvPr id="46" name="文本框 45">
              <a:extLst>
                <a:ext uri="{FF2B5EF4-FFF2-40B4-BE49-F238E27FC236}">
                  <a16:creationId xmlns:a16="http://schemas.microsoft.com/office/drawing/2014/main" id="{338CE732-7C1E-84AB-8D34-B5FA959D2900}"/>
                </a:ext>
              </a:extLst>
            </p:cNvPr>
            <p:cNvSpPr txBox="1"/>
            <p:nvPr/>
          </p:nvSpPr>
          <p:spPr>
            <a:xfrm>
              <a:off x="7436830" y="5748954"/>
              <a:ext cx="1668205" cy="307777"/>
            </a:xfrm>
            <a:prstGeom prst="rect">
              <a:avLst/>
            </a:prstGeom>
            <a:noFill/>
          </p:spPr>
          <p:txBody>
            <a:bodyPr wrap="square" rtlCol="0">
              <a:spAutoFit/>
            </a:bodyPr>
            <a:lstStyle>
              <a:defPPr>
                <a:defRPr lang="zh-CN"/>
              </a:defPPr>
              <a:lvl1pPr>
                <a:defRPr sz="1000" b="1">
                  <a:solidFill>
                    <a:schemeClr val="bg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p:txBody>
        </p:sp>
        <p:grpSp>
          <p:nvGrpSpPr>
            <p:cNvPr id="47" name="组合 46">
              <a:extLst>
                <a:ext uri="{FF2B5EF4-FFF2-40B4-BE49-F238E27FC236}">
                  <a16:creationId xmlns:a16="http://schemas.microsoft.com/office/drawing/2014/main" id="{7F51100B-1493-A483-2A4D-84CE14181944}"/>
                </a:ext>
              </a:extLst>
            </p:cNvPr>
            <p:cNvGrpSpPr/>
            <p:nvPr/>
          </p:nvGrpSpPr>
          <p:grpSpPr>
            <a:xfrm>
              <a:off x="7194542" y="5764188"/>
              <a:ext cx="261152" cy="261152"/>
              <a:chOff x="8223250" y="6921890"/>
              <a:chExt cx="723900" cy="723900"/>
            </a:xfrm>
            <a:solidFill>
              <a:srgbClr val="397DF9"/>
            </a:solidFill>
          </p:grpSpPr>
          <p:sp>
            <p:nvSpPr>
              <p:cNvPr id="48" name="任意多边形: 形状 47">
                <a:extLst>
                  <a:ext uri="{FF2B5EF4-FFF2-40B4-BE49-F238E27FC236}">
                    <a16:creationId xmlns:a16="http://schemas.microsoft.com/office/drawing/2014/main" id="{6EAE5889-1E19-03DA-72DB-90D9EDEA8638}"/>
                  </a:ext>
                </a:extLst>
              </p:cNvPr>
              <p:cNvSpPr/>
              <p:nvPr/>
            </p:nvSpPr>
            <p:spPr>
              <a:xfrm>
                <a:off x="8223250" y="6921890"/>
                <a:ext cx="723900" cy="723900"/>
              </a:xfrm>
              <a:custGeom>
                <a:avLst/>
                <a:gdLst>
                  <a:gd name="connsiteX0" fmla="*/ 361950 w 723900"/>
                  <a:gd name="connsiteY0" fmla="*/ 666750 h 723900"/>
                  <a:gd name="connsiteX1" fmla="*/ 57150 w 723900"/>
                  <a:gd name="connsiteY1" fmla="*/ 361950 h 723900"/>
                  <a:gd name="connsiteX2" fmla="*/ 361950 w 723900"/>
                  <a:gd name="connsiteY2" fmla="*/ 57150 h 723900"/>
                  <a:gd name="connsiteX3" fmla="*/ 666750 w 723900"/>
                  <a:gd name="connsiteY3" fmla="*/ 361950 h 723900"/>
                  <a:gd name="connsiteX4" fmla="*/ 361950 w 723900"/>
                  <a:gd name="connsiteY4" fmla="*/ 666750 h 723900"/>
                  <a:gd name="connsiteX5" fmla="*/ 361950 w 723900"/>
                  <a:gd name="connsiteY5" fmla="*/ 0 h 723900"/>
                  <a:gd name="connsiteX6" fmla="*/ 0 w 723900"/>
                  <a:gd name="connsiteY6" fmla="*/ 361950 h 723900"/>
                  <a:gd name="connsiteX7" fmla="*/ 361950 w 723900"/>
                  <a:gd name="connsiteY7" fmla="*/ 723900 h 723900"/>
                  <a:gd name="connsiteX8" fmla="*/ 723900 w 723900"/>
                  <a:gd name="connsiteY8" fmla="*/ 361950 h 723900"/>
                  <a:gd name="connsiteX9" fmla="*/ 361950 w 723900"/>
                  <a:gd name="connsiteY9" fmla="*/ 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3900" h="723900">
                    <a:moveTo>
                      <a:pt x="361950" y="666750"/>
                    </a:moveTo>
                    <a:cubicBezTo>
                      <a:pt x="194310" y="666750"/>
                      <a:pt x="57150" y="529590"/>
                      <a:pt x="57150" y="361950"/>
                    </a:cubicBezTo>
                    <a:cubicBezTo>
                      <a:pt x="57150" y="194310"/>
                      <a:pt x="194310" y="57150"/>
                      <a:pt x="361950" y="57150"/>
                    </a:cubicBezTo>
                    <a:cubicBezTo>
                      <a:pt x="529590" y="57150"/>
                      <a:pt x="666750" y="194310"/>
                      <a:pt x="666750" y="361950"/>
                    </a:cubicBezTo>
                    <a:cubicBezTo>
                      <a:pt x="666750" y="529590"/>
                      <a:pt x="529590" y="666750"/>
                      <a:pt x="361950" y="666750"/>
                    </a:cubicBezTo>
                    <a:close/>
                    <a:moveTo>
                      <a:pt x="361950" y="0"/>
                    </a:moveTo>
                    <a:cubicBezTo>
                      <a:pt x="161925" y="0"/>
                      <a:pt x="0" y="161925"/>
                      <a:pt x="0" y="361950"/>
                    </a:cubicBezTo>
                    <a:cubicBezTo>
                      <a:pt x="0" y="561975"/>
                      <a:pt x="161925" y="723900"/>
                      <a:pt x="361950" y="723900"/>
                    </a:cubicBezTo>
                    <a:cubicBezTo>
                      <a:pt x="561975" y="723900"/>
                      <a:pt x="723900" y="561975"/>
                      <a:pt x="723900" y="361950"/>
                    </a:cubicBezTo>
                    <a:cubicBezTo>
                      <a:pt x="723900" y="161925"/>
                      <a:pt x="561975" y="0"/>
                      <a:pt x="361950" y="0"/>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49" name="任意多边形: 形状 48">
                <a:extLst>
                  <a:ext uri="{FF2B5EF4-FFF2-40B4-BE49-F238E27FC236}">
                    <a16:creationId xmlns:a16="http://schemas.microsoft.com/office/drawing/2014/main" id="{24BC3FD0-83ED-F112-C1F0-2A42B08CFFAC}"/>
                  </a:ext>
                </a:extLst>
              </p:cNvPr>
              <p:cNvSpPr/>
              <p:nvPr/>
            </p:nvSpPr>
            <p:spPr>
              <a:xfrm>
                <a:off x="8566150" y="7093340"/>
                <a:ext cx="166687" cy="338137"/>
              </a:xfrm>
              <a:custGeom>
                <a:avLst/>
                <a:gdLst>
                  <a:gd name="connsiteX0" fmla="*/ 38100 w 166687"/>
                  <a:gd name="connsiteY0" fmla="*/ 0 h 338137"/>
                  <a:gd name="connsiteX1" fmla="*/ 0 w 166687"/>
                  <a:gd name="connsiteY1" fmla="*/ 0 h 338137"/>
                  <a:gd name="connsiteX2" fmla="*/ 0 w 166687"/>
                  <a:gd name="connsiteY2" fmla="*/ 190500 h 338137"/>
                  <a:gd name="connsiteX3" fmla="*/ 5715 w 166687"/>
                  <a:gd name="connsiteY3" fmla="*/ 203835 h 338137"/>
                  <a:gd name="connsiteX4" fmla="*/ 140018 w 166687"/>
                  <a:gd name="connsiteY4" fmla="*/ 338138 h 338137"/>
                  <a:gd name="connsiteX5" fmla="*/ 166688 w 166687"/>
                  <a:gd name="connsiteY5" fmla="*/ 311468 h 338137"/>
                  <a:gd name="connsiteX6" fmla="*/ 38100 w 166687"/>
                  <a:gd name="connsiteY6" fmla="*/ 182880 h 338137"/>
                  <a:gd name="connsiteX7" fmla="*/ 38100 w 166687"/>
                  <a:gd name="connsiteY7" fmla="*/ 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87" h="338137">
                    <a:moveTo>
                      <a:pt x="38100" y="0"/>
                    </a:moveTo>
                    <a:lnTo>
                      <a:pt x="0" y="0"/>
                    </a:lnTo>
                    <a:lnTo>
                      <a:pt x="0" y="190500"/>
                    </a:lnTo>
                    <a:cubicBezTo>
                      <a:pt x="0" y="196215"/>
                      <a:pt x="1905" y="200977"/>
                      <a:pt x="5715" y="203835"/>
                    </a:cubicBezTo>
                    <a:lnTo>
                      <a:pt x="140018" y="338138"/>
                    </a:lnTo>
                    <a:lnTo>
                      <a:pt x="166688" y="311468"/>
                    </a:lnTo>
                    <a:lnTo>
                      <a:pt x="38100" y="182880"/>
                    </a:lnTo>
                    <a:lnTo>
                      <a:pt x="38100" y="0"/>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50" name="任意多边形: 形状 49">
                <a:extLst>
                  <a:ext uri="{FF2B5EF4-FFF2-40B4-BE49-F238E27FC236}">
                    <a16:creationId xmlns:a16="http://schemas.microsoft.com/office/drawing/2014/main" id="{EF193CEF-49A6-C71B-F2E1-8553E4F256E3}"/>
                  </a:ext>
                </a:extLst>
              </p:cNvPr>
              <p:cNvSpPr/>
              <p:nvPr/>
            </p:nvSpPr>
            <p:spPr>
              <a:xfrm>
                <a:off x="8566150" y="7017140"/>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51" name="任意多边形: 形状 50">
                <a:extLst>
                  <a:ext uri="{FF2B5EF4-FFF2-40B4-BE49-F238E27FC236}">
                    <a16:creationId xmlns:a16="http://schemas.microsoft.com/office/drawing/2014/main" id="{560C4318-4CF7-C154-9479-8BBB05EFC506}"/>
                  </a:ext>
                </a:extLst>
              </p:cNvPr>
              <p:cNvSpPr/>
              <p:nvPr/>
            </p:nvSpPr>
            <p:spPr>
              <a:xfrm>
                <a:off x="8566150" y="7512440"/>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52" name="任意多边形: 形状 51">
                <a:extLst>
                  <a:ext uri="{FF2B5EF4-FFF2-40B4-BE49-F238E27FC236}">
                    <a16:creationId xmlns:a16="http://schemas.microsoft.com/office/drawing/2014/main" id="{617A4E3B-9522-F279-AE39-834FEA9AA809}"/>
                  </a:ext>
                </a:extLst>
              </p:cNvPr>
              <p:cNvSpPr/>
              <p:nvPr/>
            </p:nvSpPr>
            <p:spPr>
              <a:xfrm>
                <a:off x="8318500" y="7264790"/>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53" name="任意多边形: 形状 52">
                <a:extLst>
                  <a:ext uri="{FF2B5EF4-FFF2-40B4-BE49-F238E27FC236}">
                    <a16:creationId xmlns:a16="http://schemas.microsoft.com/office/drawing/2014/main" id="{C7B3DD9E-37EF-CB3C-464C-A831A4F473E1}"/>
                  </a:ext>
                </a:extLst>
              </p:cNvPr>
              <p:cNvSpPr/>
              <p:nvPr/>
            </p:nvSpPr>
            <p:spPr>
              <a:xfrm>
                <a:off x="8813800" y="7264790"/>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grpSp>
      </p:grpSp>
      <p:sp>
        <p:nvSpPr>
          <p:cNvPr id="54" name="文本框 53">
            <a:extLst>
              <a:ext uri="{FF2B5EF4-FFF2-40B4-BE49-F238E27FC236}">
                <a16:creationId xmlns:a16="http://schemas.microsoft.com/office/drawing/2014/main" id="{D726B0FD-308B-4E36-9155-AE6896222DB5}"/>
              </a:ext>
            </a:extLst>
          </p:cNvPr>
          <p:cNvSpPr txBox="1"/>
          <p:nvPr/>
        </p:nvSpPr>
        <p:spPr>
          <a:xfrm>
            <a:off x="4124740" y="4837119"/>
            <a:ext cx="3971546" cy="571951"/>
          </a:xfrm>
          <a:prstGeom prst="rect">
            <a:avLst/>
          </a:prstGeom>
          <a:noFill/>
        </p:spPr>
        <p:txBody>
          <a:bodyPr wrap="square">
            <a:spAutoFit/>
          </a:bodyPr>
          <a:lstStyle/>
          <a:p>
            <a:pPr algn="ctr">
              <a:lnSpc>
                <a:spcPct val="150000"/>
              </a:lnSpc>
            </a:pPr>
            <a:r>
              <a:rPr lang="en-US" altLang="zh-CN" sz="1100" dirty="0">
                <a:solidFill>
                  <a:schemeClr val="tx1">
                    <a:lumMod val="75000"/>
                    <a:lumOff val="25000"/>
                  </a:schemeClr>
                </a:solidFill>
                <a:cs typeface="+mn-ea"/>
                <a:sym typeface="+mn-lt"/>
              </a:rPr>
              <a:t>基于自适应特征融合与计算剪枝的学术答辩</a:t>
            </a:r>
          </a:p>
        </p:txBody>
      </p:sp>
      <p:grpSp>
        <p:nvGrpSpPr>
          <p:cNvPr id="55" name="组合 54">
            <a:extLst>
              <a:ext uri="{FF2B5EF4-FFF2-40B4-BE49-F238E27FC236}">
                <a16:creationId xmlns:a16="http://schemas.microsoft.com/office/drawing/2014/main" id="{AD275F04-884F-0839-603B-565B11BC55CE}"/>
              </a:ext>
            </a:extLst>
          </p:cNvPr>
          <p:cNvGrpSpPr/>
          <p:nvPr/>
        </p:nvGrpSpPr>
        <p:grpSpPr>
          <a:xfrm>
            <a:off x="5425435" y="768557"/>
            <a:ext cx="1341129" cy="616044"/>
            <a:chOff x="5425435" y="613045"/>
            <a:chExt cx="1341129" cy="616044"/>
          </a:xfrm>
          <a:solidFill>
            <a:srgbClr val="D5AC59"/>
          </a:solidFill>
        </p:grpSpPr>
        <p:grpSp>
          <p:nvGrpSpPr>
            <p:cNvPr id="56" name="文本框-159_矢量">
              <a:extLst>
                <a:ext uri="{FF2B5EF4-FFF2-40B4-BE49-F238E27FC236}">
                  <a16:creationId xmlns:a16="http://schemas.microsoft.com/office/drawing/2014/main" id="{C149A07F-3EC5-DA2A-FBAB-7A0AE9761240}"/>
                </a:ext>
              </a:extLst>
            </p:cNvPr>
            <p:cNvGrpSpPr/>
            <p:nvPr/>
          </p:nvGrpSpPr>
          <p:grpSpPr>
            <a:xfrm>
              <a:off x="6094201" y="1028312"/>
              <a:ext cx="650884" cy="123350"/>
              <a:chOff x="6094201" y="1028312"/>
              <a:chExt cx="650884" cy="123350"/>
            </a:xfrm>
            <a:grpFill/>
          </p:grpSpPr>
          <p:sp>
            <p:nvSpPr>
              <p:cNvPr id="64" name="文本框 63">
                <a:extLst>
                  <a:ext uri="{FF2B5EF4-FFF2-40B4-BE49-F238E27FC236}">
                    <a16:creationId xmlns:a16="http://schemas.microsoft.com/office/drawing/2014/main" id="{2170656A-C4ED-1BDB-DA7C-0F379EB46DB3}"/>
                  </a:ext>
                </a:extLst>
              </p:cNvPr>
              <p:cNvSpPr txBox="1"/>
              <p:nvPr/>
            </p:nvSpPr>
            <p:spPr>
              <a:xfrm>
                <a:off x="6094201" y="1030979"/>
                <a:ext cx="116414" cy="120682"/>
              </a:xfrm>
              <a:custGeom>
                <a:avLst/>
                <a:gdLst/>
                <a:ahLst/>
                <a:cxnLst/>
                <a:rect l="l" t="t" r="r" b="b"/>
                <a:pathLst>
                  <a:path w="116414" h="120682">
                    <a:moveTo>
                      <a:pt x="89744" y="1200"/>
                    </a:moveTo>
                    <a:cubicBezTo>
                      <a:pt x="93567" y="4400"/>
                      <a:pt x="97501" y="7956"/>
                      <a:pt x="101546" y="11868"/>
                    </a:cubicBezTo>
                    <a:cubicBezTo>
                      <a:pt x="105591" y="15779"/>
                      <a:pt x="108858" y="19202"/>
                      <a:pt x="111347" y="22136"/>
                    </a:cubicBezTo>
                    <a:lnTo>
                      <a:pt x="102413" y="32937"/>
                    </a:lnTo>
                    <a:cubicBezTo>
                      <a:pt x="99479" y="29470"/>
                      <a:pt x="95967" y="25581"/>
                      <a:pt x="91878" y="21269"/>
                    </a:cubicBezTo>
                    <a:cubicBezTo>
                      <a:pt x="87788" y="16957"/>
                      <a:pt x="84099" y="13290"/>
                      <a:pt x="80810" y="10268"/>
                    </a:cubicBezTo>
                    <a:close/>
                    <a:moveTo>
                      <a:pt x="60407" y="0"/>
                    </a:moveTo>
                    <a:lnTo>
                      <a:pt x="75209" y="533"/>
                    </a:lnTo>
                    <a:cubicBezTo>
                      <a:pt x="75209" y="4267"/>
                      <a:pt x="75565" y="12801"/>
                      <a:pt x="76276" y="26136"/>
                    </a:cubicBezTo>
                    <a:cubicBezTo>
                      <a:pt x="76454" y="29870"/>
                      <a:pt x="76632" y="32759"/>
                      <a:pt x="76809" y="34804"/>
                    </a:cubicBezTo>
                    <a:lnTo>
                      <a:pt x="116014" y="34804"/>
                    </a:lnTo>
                    <a:lnTo>
                      <a:pt x="116014" y="48139"/>
                    </a:lnTo>
                    <a:lnTo>
                      <a:pt x="77609" y="48139"/>
                    </a:lnTo>
                    <a:cubicBezTo>
                      <a:pt x="78498" y="59074"/>
                      <a:pt x="79387" y="67342"/>
                      <a:pt x="80276" y="72942"/>
                    </a:cubicBezTo>
                    <a:cubicBezTo>
                      <a:pt x="87744" y="66097"/>
                      <a:pt x="94234" y="58318"/>
                      <a:pt x="99746" y="49606"/>
                    </a:cubicBezTo>
                    <a:lnTo>
                      <a:pt x="111080" y="57740"/>
                    </a:lnTo>
                    <a:cubicBezTo>
                      <a:pt x="103168" y="69208"/>
                      <a:pt x="94145" y="79521"/>
                      <a:pt x="84010" y="88678"/>
                    </a:cubicBezTo>
                    <a:cubicBezTo>
                      <a:pt x="84544" y="90544"/>
                      <a:pt x="85210" y="92234"/>
                      <a:pt x="86010" y="93745"/>
                    </a:cubicBezTo>
                    <a:cubicBezTo>
                      <a:pt x="89300" y="100857"/>
                      <a:pt x="92678" y="104413"/>
                      <a:pt x="96145" y="104413"/>
                    </a:cubicBezTo>
                    <a:cubicBezTo>
                      <a:pt x="97745" y="104413"/>
                      <a:pt x="98945" y="103946"/>
                      <a:pt x="99746" y="103013"/>
                    </a:cubicBezTo>
                    <a:cubicBezTo>
                      <a:pt x="100546" y="102079"/>
                      <a:pt x="101301" y="100101"/>
                      <a:pt x="102012" y="97079"/>
                    </a:cubicBezTo>
                    <a:cubicBezTo>
                      <a:pt x="102813" y="93523"/>
                      <a:pt x="103702" y="88944"/>
                      <a:pt x="104680" y="83344"/>
                    </a:cubicBezTo>
                    <a:lnTo>
                      <a:pt x="116414" y="90544"/>
                    </a:lnTo>
                    <a:cubicBezTo>
                      <a:pt x="115436" y="94901"/>
                      <a:pt x="114547" y="98479"/>
                      <a:pt x="113747" y="101279"/>
                    </a:cubicBezTo>
                    <a:cubicBezTo>
                      <a:pt x="112947" y="104079"/>
                      <a:pt x="111969" y="107080"/>
                      <a:pt x="110814" y="110280"/>
                    </a:cubicBezTo>
                    <a:cubicBezTo>
                      <a:pt x="108235" y="117214"/>
                      <a:pt x="103435" y="120682"/>
                      <a:pt x="96412" y="120682"/>
                    </a:cubicBezTo>
                    <a:cubicBezTo>
                      <a:pt x="92678" y="120682"/>
                      <a:pt x="88944" y="119459"/>
                      <a:pt x="85210" y="117014"/>
                    </a:cubicBezTo>
                    <a:cubicBezTo>
                      <a:pt x="81477" y="114570"/>
                      <a:pt x="78321" y="111036"/>
                      <a:pt x="75743" y="106413"/>
                    </a:cubicBezTo>
                    <a:cubicBezTo>
                      <a:pt x="74053" y="103302"/>
                      <a:pt x="72809" y="100635"/>
                      <a:pt x="72009" y="98412"/>
                    </a:cubicBezTo>
                    <a:cubicBezTo>
                      <a:pt x="65252" y="103479"/>
                      <a:pt x="57918" y="108147"/>
                      <a:pt x="50006" y="112414"/>
                    </a:cubicBezTo>
                    <a:lnTo>
                      <a:pt x="42672" y="98279"/>
                    </a:lnTo>
                    <a:cubicBezTo>
                      <a:pt x="52451" y="93300"/>
                      <a:pt x="60718" y="88366"/>
                      <a:pt x="67475" y="83477"/>
                    </a:cubicBezTo>
                    <a:cubicBezTo>
                      <a:pt x="65430" y="74498"/>
                      <a:pt x="63874" y="62719"/>
                      <a:pt x="62808" y="48139"/>
                    </a:cubicBezTo>
                    <a:lnTo>
                      <a:pt x="38538" y="48139"/>
                    </a:lnTo>
                    <a:lnTo>
                      <a:pt x="38538" y="63741"/>
                    </a:lnTo>
                    <a:cubicBezTo>
                      <a:pt x="43694" y="62763"/>
                      <a:pt x="49695" y="61474"/>
                      <a:pt x="56540" y="59874"/>
                    </a:cubicBezTo>
                    <a:lnTo>
                      <a:pt x="57607" y="67075"/>
                    </a:lnTo>
                    <a:lnTo>
                      <a:pt x="58274" y="73876"/>
                    </a:lnTo>
                    <a:lnTo>
                      <a:pt x="38538" y="78143"/>
                    </a:lnTo>
                    <a:lnTo>
                      <a:pt x="38538" y="102946"/>
                    </a:lnTo>
                    <a:cubicBezTo>
                      <a:pt x="38538" y="106858"/>
                      <a:pt x="37960" y="109836"/>
                      <a:pt x="36804" y="111880"/>
                    </a:cubicBezTo>
                    <a:cubicBezTo>
                      <a:pt x="35649" y="113925"/>
                      <a:pt x="33848" y="115436"/>
                      <a:pt x="31404" y="116414"/>
                    </a:cubicBezTo>
                    <a:cubicBezTo>
                      <a:pt x="28959" y="117392"/>
                      <a:pt x="25470" y="118148"/>
                      <a:pt x="20936" y="118681"/>
                    </a:cubicBezTo>
                    <a:lnTo>
                      <a:pt x="13735" y="119481"/>
                    </a:lnTo>
                    <a:lnTo>
                      <a:pt x="9201" y="104946"/>
                    </a:lnTo>
                    <a:lnTo>
                      <a:pt x="18269" y="104146"/>
                    </a:lnTo>
                    <a:cubicBezTo>
                      <a:pt x="20402" y="103968"/>
                      <a:pt x="21869" y="103702"/>
                      <a:pt x="22669" y="103346"/>
                    </a:cubicBezTo>
                    <a:cubicBezTo>
                      <a:pt x="23469" y="102990"/>
                      <a:pt x="23958" y="102457"/>
                      <a:pt x="24136" y="101746"/>
                    </a:cubicBezTo>
                    <a:cubicBezTo>
                      <a:pt x="24314" y="101035"/>
                      <a:pt x="24403" y="99701"/>
                      <a:pt x="24403" y="97745"/>
                    </a:cubicBezTo>
                    <a:lnTo>
                      <a:pt x="24403" y="80943"/>
                    </a:lnTo>
                    <a:cubicBezTo>
                      <a:pt x="19602" y="82010"/>
                      <a:pt x="12268" y="83432"/>
                      <a:pt x="2400" y="85210"/>
                    </a:cubicBezTo>
                    <a:lnTo>
                      <a:pt x="0" y="70809"/>
                    </a:lnTo>
                    <a:cubicBezTo>
                      <a:pt x="7467" y="69564"/>
                      <a:pt x="15602" y="68142"/>
                      <a:pt x="24403" y="66541"/>
                    </a:cubicBezTo>
                    <a:lnTo>
                      <a:pt x="24403" y="48139"/>
                    </a:lnTo>
                    <a:lnTo>
                      <a:pt x="1467" y="48139"/>
                    </a:lnTo>
                    <a:lnTo>
                      <a:pt x="1467" y="34804"/>
                    </a:lnTo>
                    <a:lnTo>
                      <a:pt x="24403" y="34804"/>
                    </a:lnTo>
                    <a:lnTo>
                      <a:pt x="24403" y="21869"/>
                    </a:lnTo>
                    <a:cubicBezTo>
                      <a:pt x="18091" y="22669"/>
                      <a:pt x="11823" y="23336"/>
                      <a:pt x="5600" y="23869"/>
                    </a:cubicBezTo>
                    <a:lnTo>
                      <a:pt x="4534" y="10801"/>
                    </a:lnTo>
                    <a:cubicBezTo>
                      <a:pt x="21069" y="9556"/>
                      <a:pt x="37249" y="7023"/>
                      <a:pt x="53073" y="3200"/>
                    </a:cubicBezTo>
                    <a:lnTo>
                      <a:pt x="55340" y="16268"/>
                    </a:lnTo>
                    <a:cubicBezTo>
                      <a:pt x="51606" y="17246"/>
                      <a:pt x="46006" y="18402"/>
                      <a:pt x="38538" y="19736"/>
                    </a:cubicBezTo>
                    <a:lnTo>
                      <a:pt x="38538" y="34804"/>
                    </a:lnTo>
                    <a:lnTo>
                      <a:pt x="62008" y="34804"/>
                    </a:lnTo>
                    <a:lnTo>
                      <a:pt x="61607" y="26670"/>
                    </a:lnTo>
                    <a:cubicBezTo>
                      <a:pt x="60985" y="12001"/>
                      <a:pt x="60585" y="3111"/>
                      <a:pt x="60407"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sp>
            <p:nvSpPr>
              <p:cNvPr id="65" name="文本框 64">
                <a:extLst>
                  <a:ext uri="{FF2B5EF4-FFF2-40B4-BE49-F238E27FC236}">
                    <a16:creationId xmlns:a16="http://schemas.microsoft.com/office/drawing/2014/main" id="{7F9C9D9D-F6F7-753C-2D7E-637F704CE001}"/>
                  </a:ext>
                </a:extLst>
              </p:cNvPr>
              <p:cNvSpPr txBox="1"/>
              <p:nvPr/>
            </p:nvSpPr>
            <p:spPr>
              <a:xfrm>
                <a:off x="6277627" y="1028312"/>
                <a:ext cx="108814" cy="121082"/>
              </a:xfrm>
              <a:custGeom>
                <a:avLst/>
                <a:gdLst/>
                <a:ahLst/>
                <a:cxnLst/>
                <a:rect l="l" t="t" r="r" b="b"/>
                <a:pathLst>
                  <a:path w="108814" h="121082">
                    <a:moveTo>
                      <a:pt x="14002" y="75876"/>
                    </a:moveTo>
                    <a:lnTo>
                      <a:pt x="14002" y="104546"/>
                    </a:lnTo>
                    <a:lnTo>
                      <a:pt x="35471" y="104546"/>
                    </a:lnTo>
                    <a:lnTo>
                      <a:pt x="35471" y="75876"/>
                    </a:lnTo>
                    <a:close/>
                    <a:moveTo>
                      <a:pt x="69342" y="51206"/>
                    </a:moveTo>
                    <a:cubicBezTo>
                      <a:pt x="72454" y="55207"/>
                      <a:pt x="75677" y="59785"/>
                      <a:pt x="79010" y="64941"/>
                    </a:cubicBezTo>
                    <a:cubicBezTo>
                      <a:pt x="82344" y="70097"/>
                      <a:pt x="85122" y="74854"/>
                      <a:pt x="87345" y="79210"/>
                    </a:cubicBezTo>
                    <a:lnTo>
                      <a:pt x="74410" y="87877"/>
                    </a:lnTo>
                    <a:cubicBezTo>
                      <a:pt x="72454" y="83521"/>
                      <a:pt x="69942" y="78587"/>
                      <a:pt x="66875" y="73076"/>
                    </a:cubicBezTo>
                    <a:cubicBezTo>
                      <a:pt x="63808" y="67564"/>
                      <a:pt x="60986" y="62941"/>
                      <a:pt x="58408" y="59207"/>
                    </a:cubicBezTo>
                    <a:close/>
                    <a:moveTo>
                      <a:pt x="14002" y="35604"/>
                    </a:moveTo>
                    <a:lnTo>
                      <a:pt x="14002" y="61074"/>
                    </a:lnTo>
                    <a:lnTo>
                      <a:pt x="35471" y="61074"/>
                    </a:lnTo>
                    <a:lnTo>
                      <a:pt x="35471" y="35604"/>
                    </a:lnTo>
                    <a:close/>
                    <a:moveTo>
                      <a:pt x="65875" y="0"/>
                    </a:moveTo>
                    <a:lnTo>
                      <a:pt x="80277" y="3333"/>
                    </a:lnTo>
                    <a:cubicBezTo>
                      <a:pt x="78766" y="9201"/>
                      <a:pt x="77032" y="14890"/>
                      <a:pt x="75076" y="20402"/>
                    </a:cubicBezTo>
                    <a:lnTo>
                      <a:pt x="108814" y="20402"/>
                    </a:lnTo>
                    <a:cubicBezTo>
                      <a:pt x="108814" y="22714"/>
                      <a:pt x="108769" y="24981"/>
                      <a:pt x="108681" y="27203"/>
                    </a:cubicBezTo>
                    <a:cubicBezTo>
                      <a:pt x="108592" y="33337"/>
                      <a:pt x="108325" y="46983"/>
                      <a:pt x="107880" y="68142"/>
                    </a:cubicBezTo>
                    <a:cubicBezTo>
                      <a:pt x="107436" y="89300"/>
                      <a:pt x="107169" y="100901"/>
                      <a:pt x="107080" y="102946"/>
                    </a:cubicBezTo>
                    <a:cubicBezTo>
                      <a:pt x="106814" y="107302"/>
                      <a:pt x="106014" y="110658"/>
                      <a:pt x="104680" y="113014"/>
                    </a:cubicBezTo>
                    <a:cubicBezTo>
                      <a:pt x="103347" y="115370"/>
                      <a:pt x="101235" y="117081"/>
                      <a:pt x="98346" y="118148"/>
                    </a:cubicBezTo>
                    <a:cubicBezTo>
                      <a:pt x="95457" y="119215"/>
                      <a:pt x="91434" y="119926"/>
                      <a:pt x="86278" y="120281"/>
                    </a:cubicBezTo>
                    <a:lnTo>
                      <a:pt x="74943" y="121082"/>
                    </a:lnTo>
                    <a:lnTo>
                      <a:pt x="70409" y="106680"/>
                    </a:lnTo>
                    <a:lnTo>
                      <a:pt x="81611" y="105880"/>
                    </a:lnTo>
                    <a:cubicBezTo>
                      <a:pt x="84900" y="105613"/>
                      <a:pt x="87300" y="105235"/>
                      <a:pt x="88811" y="104746"/>
                    </a:cubicBezTo>
                    <a:cubicBezTo>
                      <a:pt x="90323" y="104257"/>
                      <a:pt x="91390" y="103324"/>
                      <a:pt x="92012" y="101946"/>
                    </a:cubicBezTo>
                    <a:cubicBezTo>
                      <a:pt x="92634" y="100568"/>
                      <a:pt x="92990" y="98368"/>
                      <a:pt x="93079" y="95345"/>
                    </a:cubicBezTo>
                    <a:lnTo>
                      <a:pt x="94145" y="34671"/>
                    </a:lnTo>
                    <a:lnTo>
                      <a:pt x="69209" y="34671"/>
                    </a:lnTo>
                    <a:cubicBezTo>
                      <a:pt x="66987" y="39560"/>
                      <a:pt x="64364" y="44761"/>
                      <a:pt x="61341" y="50273"/>
                    </a:cubicBezTo>
                    <a:lnTo>
                      <a:pt x="49473" y="42538"/>
                    </a:lnTo>
                    <a:lnTo>
                      <a:pt x="49473" y="118815"/>
                    </a:lnTo>
                    <a:lnTo>
                      <a:pt x="0" y="118815"/>
                    </a:lnTo>
                    <a:lnTo>
                      <a:pt x="0" y="21736"/>
                    </a:lnTo>
                    <a:lnTo>
                      <a:pt x="13602" y="21736"/>
                    </a:lnTo>
                    <a:cubicBezTo>
                      <a:pt x="15736" y="15424"/>
                      <a:pt x="17514" y="8490"/>
                      <a:pt x="18936" y="933"/>
                    </a:cubicBezTo>
                    <a:lnTo>
                      <a:pt x="34138" y="3467"/>
                    </a:lnTo>
                    <a:cubicBezTo>
                      <a:pt x="33160" y="8179"/>
                      <a:pt x="31560" y="14268"/>
                      <a:pt x="29337" y="21736"/>
                    </a:cubicBezTo>
                    <a:lnTo>
                      <a:pt x="49473" y="21736"/>
                    </a:lnTo>
                    <a:lnTo>
                      <a:pt x="49473" y="40672"/>
                    </a:lnTo>
                    <a:cubicBezTo>
                      <a:pt x="53207" y="34449"/>
                      <a:pt x="56541" y="27714"/>
                      <a:pt x="59474" y="20469"/>
                    </a:cubicBezTo>
                    <a:cubicBezTo>
                      <a:pt x="62408" y="13224"/>
                      <a:pt x="64542" y="6401"/>
                      <a:pt x="65875"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sp>
            <p:nvSpPr>
              <p:cNvPr id="66" name="文本框 65">
                <a:extLst>
                  <a:ext uri="{FF2B5EF4-FFF2-40B4-BE49-F238E27FC236}">
                    <a16:creationId xmlns:a16="http://schemas.microsoft.com/office/drawing/2014/main" id="{726A1E17-5E7B-8ECF-D1B9-40337DDB9AD2}"/>
                  </a:ext>
                </a:extLst>
              </p:cNvPr>
              <p:cNvSpPr txBox="1"/>
              <p:nvPr/>
            </p:nvSpPr>
            <p:spPr>
              <a:xfrm>
                <a:off x="6448348" y="1030180"/>
                <a:ext cx="119748" cy="120281"/>
              </a:xfrm>
              <a:custGeom>
                <a:avLst/>
                <a:gdLst/>
                <a:ahLst/>
                <a:cxnLst/>
                <a:rect l="l" t="t" r="r" b="b"/>
                <a:pathLst>
                  <a:path w="119748" h="120281">
                    <a:moveTo>
                      <a:pt x="51206" y="0"/>
                    </a:moveTo>
                    <a:lnTo>
                      <a:pt x="67208" y="533"/>
                    </a:lnTo>
                    <a:lnTo>
                      <a:pt x="67208" y="29870"/>
                    </a:lnTo>
                    <a:lnTo>
                      <a:pt x="114148" y="29870"/>
                    </a:lnTo>
                    <a:lnTo>
                      <a:pt x="114148" y="44672"/>
                    </a:lnTo>
                    <a:lnTo>
                      <a:pt x="66942" y="44672"/>
                    </a:lnTo>
                    <a:cubicBezTo>
                      <a:pt x="66853" y="44939"/>
                      <a:pt x="66808" y="45383"/>
                      <a:pt x="66808" y="46005"/>
                    </a:cubicBezTo>
                    <a:cubicBezTo>
                      <a:pt x="70098" y="59252"/>
                      <a:pt x="75921" y="70475"/>
                      <a:pt x="84277" y="79676"/>
                    </a:cubicBezTo>
                    <a:cubicBezTo>
                      <a:pt x="92634" y="88877"/>
                      <a:pt x="104457" y="97567"/>
                      <a:pt x="119748" y="105746"/>
                    </a:cubicBezTo>
                    <a:lnTo>
                      <a:pt x="110280" y="120281"/>
                    </a:lnTo>
                    <a:cubicBezTo>
                      <a:pt x="86011" y="105435"/>
                      <a:pt x="69342" y="88500"/>
                      <a:pt x="60274" y="69475"/>
                    </a:cubicBezTo>
                    <a:cubicBezTo>
                      <a:pt x="55740" y="79432"/>
                      <a:pt x="49206" y="88500"/>
                      <a:pt x="40672" y="96678"/>
                    </a:cubicBezTo>
                    <a:cubicBezTo>
                      <a:pt x="32137" y="104857"/>
                      <a:pt x="22003" y="112725"/>
                      <a:pt x="10268" y="120281"/>
                    </a:cubicBezTo>
                    <a:lnTo>
                      <a:pt x="0" y="105880"/>
                    </a:lnTo>
                    <a:cubicBezTo>
                      <a:pt x="14135" y="98234"/>
                      <a:pt x="25759" y="89344"/>
                      <a:pt x="34871" y="79210"/>
                    </a:cubicBezTo>
                    <a:cubicBezTo>
                      <a:pt x="43983" y="69075"/>
                      <a:pt x="49295" y="57562"/>
                      <a:pt x="50806" y="44672"/>
                    </a:cubicBezTo>
                    <a:lnTo>
                      <a:pt x="4801" y="44672"/>
                    </a:lnTo>
                    <a:lnTo>
                      <a:pt x="4801" y="29870"/>
                    </a:lnTo>
                    <a:lnTo>
                      <a:pt x="51206" y="2987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sp>
            <p:nvSpPr>
              <p:cNvPr id="67" name="文本框 66">
                <a:extLst>
                  <a:ext uri="{FF2B5EF4-FFF2-40B4-BE49-F238E27FC236}">
                    <a16:creationId xmlns:a16="http://schemas.microsoft.com/office/drawing/2014/main" id="{C14FA24E-D7D6-380C-5827-3B96ACF4CBDA}"/>
                  </a:ext>
                </a:extLst>
              </p:cNvPr>
              <p:cNvSpPr txBox="1"/>
              <p:nvPr/>
            </p:nvSpPr>
            <p:spPr>
              <a:xfrm>
                <a:off x="6630004" y="1028713"/>
                <a:ext cx="115081" cy="122949"/>
              </a:xfrm>
              <a:custGeom>
                <a:avLst/>
                <a:gdLst/>
                <a:ahLst/>
                <a:cxnLst/>
                <a:rect l="l" t="t" r="r" b="b"/>
                <a:pathLst>
                  <a:path w="115081" h="122949">
                    <a:moveTo>
                      <a:pt x="21736" y="46272"/>
                    </a:moveTo>
                    <a:lnTo>
                      <a:pt x="94012" y="46272"/>
                    </a:lnTo>
                    <a:lnTo>
                      <a:pt x="94012" y="59741"/>
                    </a:lnTo>
                    <a:lnTo>
                      <a:pt x="67742" y="75876"/>
                    </a:lnTo>
                    <a:lnTo>
                      <a:pt x="115081" y="75876"/>
                    </a:lnTo>
                    <a:lnTo>
                      <a:pt x="115081" y="89744"/>
                    </a:lnTo>
                    <a:lnTo>
                      <a:pt x="67342" y="89744"/>
                    </a:lnTo>
                    <a:lnTo>
                      <a:pt x="67342" y="104813"/>
                    </a:lnTo>
                    <a:cubicBezTo>
                      <a:pt x="67342" y="109347"/>
                      <a:pt x="66742" y="112725"/>
                      <a:pt x="65541" y="114948"/>
                    </a:cubicBezTo>
                    <a:cubicBezTo>
                      <a:pt x="64341" y="117170"/>
                      <a:pt x="62430" y="118748"/>
                      <a:pt x="59807" y="119681"/>
                    </a:cubicBezTo>
                    <a:cubicBezTo>
                      <a:pt x="57185" y="120615"/>
                      <a:pt x="53162" y="121393"/>
                      <a:pt x="47739" y="122015"/>
                    </a:cubicBezTo>
                    <a:lnTo>
                      <a:pt x="38538" y="122949"/>
                    </a:lnTo>
                    <a:lnTo>
                      <a:pt x="34004" y="108013"/>
                    </a:lnTo>
                    <a:lnTo>
                      <a:pt x="44539" y="107347"/>
                    </a:lnTo>
                    <a:cubicBezTo>
                      <a:pt x="46939" y="107169"/>
                      <a:pt x="48584" y="106924"/>
                      <a:pt x="49473" y="106613"/>
                    </a:cubicBezTo>
                    <a:cubicBezTo>
                      <a:pt x="50362" y="106302"/>
                      <a:pt x="50962" y="105724"/>
                      <a:pt x="51273" y="104880"/>
                    </a:cubicBezTo>
                    <a:cubicBezTo>
                      <a:pt x="51584" y="104035"/>
                      <a:pt x="51740" y="102502"/>
                      <a:pt x="51740" y="100279"/>
                    </a:cubicBezTo>
                    <a:lnTo>
                      <a:pt x="51740" y="89744"/>
                    </a:lnTo>
                    <a:lnTo>
                      <a:pt x="0" y="89744"/>
                    </a:lnTo>
                    <a:lnTo>
                      <a:pt x="0" y="75876"/>
                    </a:lnTo>
                    <a:lnTo>
                      <a:pt x="51740" y="75876"/>
                    </a:lnTo>
                    <a:lnTo>
                      <a:pt x="51740" y="70275"/>
                    </a:lnTo>
                    <a:lnTo>
                      <a:pt x="69742" y="59741"/>
                    </a:lnTo>
                    <a:lnTo>
                      <a:pt x="21736" y="59741"/>
                    </a:lnTo>
                    <a:close/>
                    <a:moveTo>
                      <a:pt x="56940" y="0"/>
                    </a:moveTo>
                    <a:cubicBezTo>
                      <a:pt x="60585" y="6223"/>
                      <a:pt x="63741" y="11957"/>
                      <a:pt x="66408" y="17202"/>
                    </a:cubicBezTo>
                    <a:lnTo>
                      <a:pt x="58407" y="22003"/>
                    </a:lnTo>
                    <a:lnTo>
                      <a:pt x="75743" y="22003"/>
                    </a:lnTo>
                    <a:cubicBezTo>
                      <a:pt x="76632" y="20758"/>
                      <a:pt x="77254" y="19824"/>
                      <a:pt x="77610" y="19202"/>
                    </a:cubicBezTo>
                    <a:cubicBezTo>
                      <a:pt x="83032" y="11112"/>
                      <a:pt x="86900" y="5067"/>
                      <a:pt x="89211" y="1067"/>
                    </a:cubicBezTo>
                    <a:lnTo>
                      <a:pt x="102813" y="8001"/>
                    </a:lnTo>
                    <a:cubicBezTo>
                      <a:pt x="100235" y="12001"/>
                      <a:pt x="97034" y="16669"/>
                      <a:pt x="93211" y="22003"/>
                    </a:cubicBezTo>
                    <a:lnTo>
                      <a:pt x="112414" y="22003"/>
                    </a:lnTo>
                    <a:lnTo>
                      <a:pt x="112414" y="50806"/>
                    </a:lnTo>
                    <a:lnTo>
                      <a:pt x="98412" y="50806"/>
                    </a:lnTo>
                    <a:lnTo>
                      <a:pt x="98412" y="35604"/>
                    </a:lnTo>
                    <a:lnTo>
                      <a:pt x="16802" y="35604"/>
                    </a:lnTo>
                    <a:lnTo>
                      <a:pt x="16802" y="50806"/>
                    </a:lnTo>
                    <a:lnTo>
                      <a:pt x="2534" y="50806"/>
                    </a:lnTo>
                    <a:lnTo>
                      <a:pt x="2534" y="22003"/>
                    </a:lnTo>
                    <a:lnTo>
                      <a:pt x="21203" y="22003"/>
                    </a:lnTo>
                    <a:cubicBezTo>
                      <a:pt x="19069" y="18269"/>
                      <a:pt x="16046" y="13468"/>
                      <a:pt x="12135" y="7601"/>
                    </a:cubicBezTo>
                    <a:lnTo>
                      <a:pt x="25070" y="1067"/>
                    </a:lnTo>
                    <a:lnTo>
                      <a:pt x="26803" y="3600"/>
                    </a:lnTo>
                    <a:cubicBezTo>
                      <a:pt x="30270" y="8668"/>
                      <a:pt x="33204" y="13246"/>
                      <a:pt x="35604" y="17335"/>
                    </a:cubicBezTo>
                    <a:lnTo>
                      <a:pt x="28537" y="22003"/>
                    </a:lnTo>
                    <a:lnTo>
                      <a:pt x="52673" y="22003"/>
                    </a:lnTo>
                    <a:cubicBezTo>
                      <a:pt x="50273" y="16846"/>
                      <a:pt x="47517" y="11423"/>
                      <a:pt x="44405" y="5734"/>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grpSp>
        <p:grpSp>
          <p:nvGrpSpPr>
            <p:cNvPr id="57" name="组合 56" descr="51PPT模板网，幻灯片演示模板及素材免费下载！&#10;51PPT模板网 唯一访问网址：www.51pptmoban.com">
              <a:extLst>
                <a:ext uri="{FF2B5EF4-FFF2-40B4-BE49-F238E27FC236}">
                  <a16:creationId xmlns:a16="http://schemas.microsoft.com/office/drawing/2014/main" id="{A79F1405-7F65-A648-9066-DED37035AC58}"/>
                </a:ext>
              </a:extLst>
            </p:cNvPr>
            <p:cNvGrpSpPr/>
            <p:nvPr/>
          </p:nvGrpSpPr>
          <p:grpSpPr>
            <a:xfrm>
              <a:off x="5425435" y="613045"/>
              <a:ext cx="1341129" cy="616044"/>
              <a:chOff x="8154814" y="263825"/>
              <a:chExt cx="665390" cy="305645"/>
            </a:xfrm>
            <a:grpFill/>
          </p:grpSpPr>
          <p:sp>
            <p:nvSpPr>
              <p:cNvPr id="58" name="椭圆 57">
                <a:extLst>
                  <a:ext uri="{FF2B5EF4-FFF2-40B4-BE49-F238E27FC236}">
                    <a16:creationId xmlns:a16="http://schemas.microsoft.com/office/drawing/2014/main" id="{928EC1E8-7150-0553-A08E-6908F1C9329B}"/>
                  </a:ext>
                </a:extLst>
              </p:cNvPr>
              <p:cNvSpPr/>
              <p:nvPr/>
            </p:nvSpPr>
            <p:spPr bwMode="auto">
              <a:xfrm>
                <a:off x="8465454" y="276815"/>
                <a:ext cx="45719" cy="4571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9" name="任意多边形: 形状 58">
                <a:extLst>
                  <a:ext uri="{FF2B5EF4-FFF2-40B4-BE49-F238E27FC236}">
                    <a16:creationId xmlns:a16="http://schemas.microsoft.com/office/drawing/2014/main" id="{6611423C-DB32-CAD1-7F7D-6089AA55E01A}"/>
                  </a:ext>
                </a:extLst>
              </p:cNvPr>
              <p:cNvSpPr/>
              <p:nvPr/>
            </p:nvSpPr>
            <p:spPr>
              <a:xfrm>
                <a:off x="8154814" y="263825"/>
                <a:ext cx="306598" cy="305645"/>
              </a:xfrm>
              <a:custGeom>
                <a:avLst/>
                <a:gdLst>
                  <a:gd name="connsiteX0" fmla="*/ 518470 w 1105104"/>
                  <a:gd name="connsiteY0" fmla="*/ 0 h 1101666"/>
                  <a:gd name="connsiteX1" fmla="*/ 408380 w 1105104"/>
                  <a:gd name="connsiteY1" fmla="*/ 792005 h 1101666"/>
                  <a:gd name="connsiteX2" fmla="*/ 419555 w 1105104"/>
                  <a:gd name="connsiteY2" fmla="*/ 845398 h 1101666"/>
                  <a:gd name="connsiteX3" fmla="*/ 464254 w 1105104"/>
                  <a:gd name="connsiteY3" fmla="*/ 862782 h 1101666"/>
                  <a:gd name="connsiteX4" fmla="*/ 907150 w 1105104"/>
                  <a:gd name="connsiteY4" fmla="*/ 862782 h 1101666"/>
                  <a:gd name="connsiteX5" fmla="*/ 907149 w 1105104"/>
                  <a:gd name="connsiteY5" fmla="*/ 862783 h 1101666"/>
                  <a:gd name="connsiteX6" fmla="*/ 958696 w 1105104"/>
                  <a:gd name="connsiteY6" fmla="*/ 811236 h 1101666"/>
                  <a:gd name="connsiteX7" fmla="*/ 958697 w 1105104"/>
                  <a:gd name="connsiteY7" fmla="*/ 729857 h 1101666"/>
                  <a:gd name="connsiteX8" fmla="*/ 907150 w 1105104"/>
                  <a:gd name="connsiteY8" fmla="*/ 678311 h 1101666"/>
                  <a:gd name="connsiteX9" fmla="*/ 905456 w 1105104"/>
                  <a:gd name="connsiteY9" fmla="*/ 679013 h 1101666"/>
                  <a:gd name="connsiteX10" fmla="*/ 645541 w 1105104"/>
                  <a:gd name="connsiteY10" fmla="*/ 679013 h 1101666"/>
                  <a:gd name="connsiteX11" fmla="*/ 735555 w 1105104"/>
                  <a:gd name="connsiteY11" fmla="*/ 30029 h 1101666"/>
                  <a:gd name="connsiteX12" fmla="*/ 767630 w 1105104"/>
                  <a:gd name="connsiteY12" fmla="*/ 39986 h 1101666"/>
                  <a:gd name="connsiteX13" fmla="*/ 1105104 w 1105104"/>
                  <a:gd name="connsiteY13" fmla="*/ 549115 h 1101666"/>
                  <a:gd name="connsiteX14" fmla="*/ 552552 w 1105104"/>
                  <a:gd name="connsiteY14" fmla="*/ 1101666 h 1101666"/>
                  <a:gd name="connsiteX15" fmla="*/ 0 w 1105104"/>
                  <a:gd name="connsiteY15" fmla="*/ 549115 h 1101666"/>
                  <a:gd name="connsiteX16" fmla="*/ 441194 w 1105104"/>
                  <a:gd name="connsiteY16" fmla="*/ 7790 h 1101666"/>
                  <a:gd name="connsiteX17" fmla="*/ 518470 w 1105104"/>
                  <a:gd name="connsiteY17" fmla="*/ 0 h 110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05104" h="1101666">
                    <a:moveTo>
                      <a:pt x="518470" y="0"/>
                    </a:moveTo>
                    <a:lnTo>
                      <a:pt x="408380" y="792005"/>
                    </a:lnTo>
                    <a:cubicBezTo>
                      <a:pt x="405066" y="816840"/>
                      <a:pt x="408792" y="834636"/>
                      <a:pt x="419555" y="845398"/>
                    </a:cubicBezTo>
                    <a:cubicBezTo>
                      <a:pt x="430314" y="856989"/>
                      <a:pt x="445215" y="862782"/>
                      <a:pt x="464254" y="862782"/>
                    </a:cubicBezTo>
                    <a:lnTo>
                      <a:pt x="907150" y="862782"/>
                    </a:lnTo>
                    <a:lnTo>
                      <a:pt x="907149" y="862783"/>
                    </a:lnTo>
                    <a:cubicBezTo>
                      <a:pt x="935618" y="862783"/>
                      <a:pt x="958696" y="839705"/>
                      <a:pt x="958696" y="811236"/>
                    </a:cubicBezTo>
                    <a:cubicBezTo>
                      <a:pt x="958696" y="784110"/>
                      <a:pt x="958697" y="756984"/>
                      <a:pt x="958697" y="729857"/>
                    </a:cubicBezTo>
                    <a:cubicBezTo>
                      <a:pt x="958697" y="701389"/>
                      <a:pt x="935619" y="678311"/>
                      <a:pt x="907150" y="678311"/>
                    </a:cubicBezTo>
                    <a:lnTo>
                      <a:pt x="905456" y="679013"/>
                    </a:lnTo>
                    <a:lnTo>
                      <a:pt x="645541" y="679013"/>
                    </a:lnTo>
                    <a:lnTo>
                      <a:pt x="735555" y="30029"/>
                    </a:lnTo>
                    <a:lnTo>
                      <a:pt x="767630" y="39986"/>
                    </a:lnTo>
                    <a:cubicBezTo>
                      <a:pt x="965950" y="123868"/>
                      <a:pt x="1105104" y="320241"/>
                      <a:pt x="1105104" y="549115"/>
                    </a:cubicBezTo>
                    <a:cubicBezTo>
                      <a:pt x="1105104" y="854280"/>
                      <a:pt x="857718" y="1101666"/>
                      <a:pt x="552552" y="1101666"/>
                    </a:cubicBezTo>
                    <a:cubicBezTo>
                      <a:pt x="247386" y="1101666"/>
                      <a:pt x="0" y="854280"/>
                      <a:pt x="0" y="549115"/>
                    </a:cubicBezTo>
                    <a:cubicBezTo>
                      <a:pt x="0" y="282096"/>
                      <a:pt x="189405" y="59313"/>
                      <a:pt x="441194" y="7790"/>
                    </a:cubicBezTo>
                    <a:lnTo>
                      <a:pt x="51847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60" name="文本框-2_矢量">
                <a:extLst>
                  <a:ext uri="{FF2B5EF4-FFF2-40B4-BE49-F238E27FC236}">
                    <a16:creationId xmlns:a16="http://schemas.microsoft.com/office/drawing/2014/main" id="{3A40524E-0F8C-233B-565B-100E65E06021}"/>
                  </a:ext>
                </a:extLst>
              </p:cNvPr>
              <p:cNvGrpSpPr/>
              <p:nvPr/>
            </p:nvGrpSpPr>
            <p:grpSpPr>
              <a:xfrm>
                <a:off x="8478585" y="337599"/>
                <a:ext cx="341619" cy="106745"/>
                <a:chOff x="8501988" y="300619"/>
                <a:chExt cx="396430" cy="123872"/>
              </a:xfrm>
              <a:grpFill/>
            </p:grpSpPr>
            <p:sp>
              <p:nvSpPr>
                <p:cNvPr id="61" name="文本框 60">
                  <a:extLst>
                    <a:ext uri="{FF2B5EF4-FFF2-40B4-BE49-F238E27FC236}">
                      <a16:creationId xmlns:a16="http://schemas.microsoft.com/office/drawing/2014/main" id="{A8C0A73B-6B1A-11D9-5EC2-F6B941C383FD}"/>
                    </a:ext>
                  </a:extLst>
                </p:cNvPr>
                <p:cNvSpPr txBox="1"/>
                <p:nvPr/>
              </p:nvSpPr>
              <p:spPr>
                <a:xfrm>
                  <a:off x="8501988" y="300763"/>
                  <a:ext cx="129730" cy="123301"/>
                </a:xfrm>
                <a:custGeom>
                  <a:avLst/>
                  <a:gdLst/>
                  <a:ahLst/>
                  <a:cxnLst/>
                  <a:rect l="l" t="t" r="r" b="b"/>
                  <a:pathLst>
                    <a:path w="129730" h="123301">
                      <a:moveTo>
                        <a:pt x="68865" y="22145"/>
                      </a:moveTo>
                      <a:cubicBezTo>
                        <a:pt x="57340" y="22145"/>
                        <a:pt x="47387" y="26479"/>
                        <a:pt x="39004" y="35147"/>
                      </a:cubicBezTo>
                      <a:cubicBezTo>
                        <a:pt x="30623" y="43815"/>
                        <a:pt x="26432" y="54197"/>
                        <a:pt x="26432" y="66294"/>
                      </a:cubicBezTo>
                      <a:cubicBezTo>
                        <a:pt x="26432" y="76485"/>
                        <a:pt x="29622" y="84820"/>
                        <a:pt x="36004" y="91297"/>
                      </a:cubicBezTo>
                      <a:cubicBezTo>
                        <a:pt x="42386" y="97774"/>
                        <a:pt x="50625" y="101012"/>
                        <a:pt x="60722" y="101012"/>
                      </a:cubicBezTo>
                      <a:cubicBezTo>
                        <a:pt x="72628" y="101012"/>
                        <a:pt x="82724" y="96726"/>
                        <a:pt x="91011" y="88153"/>
                      </a:cubicBezTo>
                      <a:cubicBezTo>
                        <a:pt x="99298" y="79486"/>
                        <a:pt x="103441" y="68961"/>
                        <a:pt x="103441" y="56578"/>
                      </a:cubicBezTo>
                      <a:cubicBezTo>
                        <a:pt x="103441" y="46577"/>
                        <a:pt x="100155" y="38338"/>
                        <a:pt x="93583" y="31861"/>
                      </a:cubicBezTo>
                      <a:cubicBezTo>
                        <a:pt x="87106" y="25384"/>
                        <a:pt x="78867" y="22145"/>
                        <a:pt x="68865" y="22145"/>
                      </a:cubicBezTo>
                      <a:close/>
                      <a:moveTo>
                        <a:pt x="70580" y="0"/>
                      </a:moveTo>
                      <a:cubicBezTo>
                        <a:pt x="88011" y="0"/>
                        <a:pt x="102251" y="5095"/>
                        <a:pt x="113300" y="15287"/>
                      </a:cubicBezTo>
                      <a:cubicBezTo>
                        <a:pt x="124253" y="25479"/>
                        <a:pt x="129730" y="38671"/>
                        <a:pt x="129730" y="54864"/>
                      </a:cubicBezTo>
                      <a:cubicBezTo>
                        <a:pt x="129730" y="75057"/>
                        <a:pt x="123253" y="91487"/>
                        <a:pt x="110299" y="104155"/>
                      </a:cubicBezTo>
                      <a:cubicBezTo>
                        <a:pt x="97345" y="116919"/>
                        <a:pt x="80772" y="123301"/>
                        <a:pt x="60579" y="123301"/>
                      </a:cubicBezTo>
                      <a:cubicBezTo>
                        <a:pt x="43053" y="123301"/>
                        <a:pt x="28575" y="118062"/>
                        <a:pt x="17145" y="107584"/>
                      </a:cubicBezTo>
                      <a:cubicBezTo>
                        <a:pt x="5715" y="97012"/>
                        <a:pt x="0" y="83629"/>
                        <a:pt x="0" y="67437"/>
                      </a:cubicBezTo>
                      <a:cubicBezTo>
                        <a:pt x="0" y="48101"/>
                        <a:pt x="6715" y="32051"/>
                        <a:pt x="20145" y="19288"/>
                      </a:cubicBezTo>
                      <a:cubicBezTo>
                        <a:pt x="33480" y="6429"/>
                        <a:pt x="50292" y="0"/>
                        <a:pt x="7058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sp>
              <p:nvSpPr>
                <p:cNvPr id="62" name="文本框 61">
                  <a:extLst>
                    <a:ext uri="{FF2B5EF4-FFF2-40B4-BE49-F238E27FC236}">
                      <a16:creationId xmlns:a16="http://schemas.microsoft.com/office/drawing/2014/main" id="{0B1CA560-5B3A-FCDB-AD69-A8E221BD3A56}"/>
                    </a:ext>
                  </a:extLst>
                </p:cNvPr>
                <p:cNvSpPr txBox="1"/>
                <p:nvPr/>
              </p:nvSpPr>
              <p:spPr>
                <a:xfrm>
                  <a:off x="8644844" y="300619"/>
                  <a:ext cx="108746" cy="123872"/>
                </a:xfrm>
                <a:custGeom>
                  <a:avLst/>
                  <a:gdLst/>
                  <a:ahLst/>
                  <a:cxnLst/>
                  <a:rect l="l" t="t" r="r" b="b"/>
                  <a:pathLst>
                    <a:path w="108746" h="123872">
                      <a:moveTo>
                        <a:pt x="70027" y="0"/>
                      </a:moveTo>
                      <a:cubicBezTo>
                        <a:pt x="72694" y="0"/>
                        <a:pt x="75838" y="119"/>
                        <a:pt x="79457" y="357"/>
                      </a:cubicBezTo>
                      <a:cubicBezTo>
                        <a:pt x="83077" y="595"/>
                        <a:pt x="86268" y="1047"/>
                        <a:pt x="89030" y="1714"/>
                      </a:cubicBezTo>
                      <a:cubicBezTo>
                        <a:pt x="94840" y="3429"/>
                        <a:pt x="99579" y="5310"/>
                        <a:pt x="103246" y="7358"/>
                      </a:cubicBezTo>
                      <a:cubicBezTo>
                        <a:pt x="106913" y="9406"/>
                        <a:pt x="108746" y="10430"/>
                        <a:pt x="108746" y="10430"/>
                      </a:cubicBezTo>
                      <a:lnTo>
                        <a:pt x="106175" y="16859"/>
                      </a:lnTo>
                      <a:cubicBezTo>
                        <a:pt x="104746" y="20097"/>
                        <a:pt x="102508" y="22336"/>
                        <a:pt x="99460" y="23574"/>
                      </a:cubicBezTo>
                      <a:cubicBezTo>
                        <a:pt x="96412" y="24812"/>
                        <a:pt x="93268" y="24812"/>
                        <a:pt x="90030" y="23574"/>
                      </a:cubicBezTo>
                      <a:cubicBezTo>
                        <a:pt x="87934" y="22717"/>
                        <a:pt x="85982" y="22050"/>
                        <a:pt x="84172" y="21574"/>
                      </a:cubicBezTo>
                      <a:cubicBezTo>
                        <a:pt x="80172" y="20431"/>
                        <a:pt x="75457" y="19859"/>
                        <a:pt x="70027" y="19859"/>
                      </a:cubicBezTo>
                      <a:cubicBezTo>
                        <a:pt x="64217" y="19859"/>
                        <a:pt x="58836" y="20859"/>
                        <a:pt x="53882" y="22860"/>
                      </a:cubicBezTo>
                      <a:cubicBezTo>
                        <a:pt x="48930" y="24860"/>
                        <a:pt x="44548" y="27717"/>
                        <a:pt x="40738" y="31432"/>
                      </a:cubicBezTo>
                      <a:cubicBezTo>
                        <a:pt x="36833" y="35052"/>
                        <a:pt x="33642" y="39481"/>
                        <a:pt x="31165" y="44720"/>
                      </a:cubicBezTo>
                      <a:cubicBezTo>
                        <a:pt x="28594" y="49863"/>
                        <a:pt x="26879" y="55530"/>
                        <a:pt x="26022" y="61722"/>
                      </a:cubicBezTo>
                      <a:cubicBezTo>
                        <a:pt x="25069" y="68580"/>
                        <a:pt x="25117" y="74628"/>
                        <a:pt x="26165" y="79867"/>
                      </a:cubicBezTo>
                      <a:cubicBezTo>
                        <a:pt x="27308" y="85106"/>
                        <a:pt x="29260" y="89487"/>
                        <a:pt x="32023" y="93011"/>
                      </a:cubicBezTo>
                      <a:cubicBezTo>
                        <a:pt x="34785" y="96536"/>
                        <a:pt x="38357" y="99155"/>
                        <a:pt x="42738" y="100869"/>
                      </a:cubicBezTo>
                      <a:cubicBezTo>
                        <a:pt x="47120" y="102679"/>
                        <a:pt x="52073" y="103584"/>
                        <a:pt x="57597" y="103584"/>
                      </a:cubicBezTo>
                      <a:cubicBezTo>
                        <a:pt x="60264" y="103584"/>
                        <a:pt x="62979" y="103298"/>
                        <a:pt x="65741" y="102727"/>
                      </a:cubicBezTo>
                      <a:cubicBezTo>
                        <a:pt x="68503" y="102060"/>
                        <a:pt x="71123" y="101108"/>
                        <a:pt x="73599" y="99869"/>
                      </a:cubicBezTo>
                      <a:lnTo>
                        <a:pt x="78457" y="72152"/>
                      </a:lnTo>
                      <a:lnTo>
                        <a:pt x="55740" y="72152"/>
                      </a:lnTo>
                      <a:lnTo>
                        <a:pt x="58026" y="61293"/>
                      </a:lnTo>
                      <a:cubicBezTo>
                        <a:pt x="58502" y="59102"/>
                        <a:pt x="59621" y="57293"/>
                        <a:pt x="61383" y="55864"/>
                      </a:cubicBezTo>
                      <a:cubicBezTo>
                        <a:pt x="63146" y="54435"/>
                        <a:pt x="65170" y="53721"/>
                        <a:pt x="67456" y="53721"/>
                      </a:cubicBezTo>
                      <a:lnTo>
                        <a:pt x="98745" y="53721"/>
                      </a:lnTo>
                      <a:cubicBezTo>
                        <a:pt x="99698" y="53721"/>
                        <a:pt x="100555" y="53864"/>
                        <a:pt x="101317" y="54149"/>
                      </a:cubicBezTo>
                      <a:cubicBezTo>
                        <a:pt x="102079" y="54530"/>
                        <a:pt x="102698" y="55054"/>
                        <a:pt x="103174" y="55721"/>
                      </a:cubicBezTo>
                      <a:cubicBezTo>
                        <a:pt x="103651" y="56388"/>
                        <a:pt x="103984" y="57197"/>
                        <a:pt x="104174" y="58150"/>
                      </a:cubicBezTo>
                      <a:cubicBezTo>
                        <a:pt x="104365" y="59102"/>
                        <a:pt x="104365" y="60198"/>
                        <a:pt x="104174" y="61436"/>
                      </a:cubicBezTo>
                      <a:lnTo>
                        <a:pt x="96031" y="114871"/>
                      </a:lnTo>
                      <a:cubicBezTo>
                        <a:pt x="96031" y="114871"/>
                        <a:pt x="95483" y="115085"/>
                        <a:pt x="94388" y="115514"/>
                      </a:cubicBezTo>
                      <a:cubicBezTo>
                        <a:pt x="93292" y="115943"/>
                        <a:pt x="91887" y="116467"/>
                        <a:pt x="90173" y="117086"/>
                      </a:cubicBezTo>
                      <a:cubicBezTo>
                        <a:pt x="88458" y="117705"/>
                        <a:pt x="86696" y="118348"/>
                        <a:pt x="84886" y="119015"/>
                      </a:cubicBezTo>
                      <a:cubicBezTo>
                        <a:pt x="83267" y="119586"/>
                        <a:pt x="81338" y="120158"/>
                        <a:pt x="79100" y="120729"/>
                      </a:cubicBezTo>
                      <a:cubicBezTo>
                        <a:pt x="76862" y="121301"/>
                        <a:pt x="74838" y="121729"/>
                        <a:pt x="73028" y="122015"/>
                      </a:cubicBezTo>
                      <a:cubicBezTo>
                        <a:pt x="69789" y="122682"/>
                        <a:pt x="66551" y="123158"/>
                        <a:pt x="63312" y="123444"/>
                      </a:cubicBezTo>
                      <a:cubicBezTo>
                        <a:pt x="59978" y="123729"/>
                        <a:pt x="56692" y="123872"/>
                        <a:pt x="53454" y="123872"/>
                      </a:cubicBezTo>
                      <a:cubicBezTo>
                        <a:pt x="43834" y="123872"/>
                        <a:pt x="35452" y="122491"/>
                        <a:pt x="28308" y="119729"/>
                      </a:cubicBezTo>
                      <a:cubicBezTo>
                        <a:pt x="21164" y="116967"/>
                        <a:pt x="15306" y="113014"/>
                        <a:pt x="10734" y="107870"/>
                      </a:cubicBezTo>
                      <a:cubicBezTo>
                        <a:pt x="6258" y="102632"/>
                        <a:pt x="3162" y="96250"/>
                        <a:pt x="1447" y="88725"/>
                      </a:cubicBezTo>
                      <a:cubicBezTo>
                        <a:pt x="-267" y="81200"/>
                        <a:pt x="-458" y="72675"/>
                        <a:pt x="876" y="63150"/>
                      </a:cubicBezTo>
                      <a:cubicBezTo>
                        <a:pt x="2209" y="53340"/>
                        <a:pt x="4924" y="44529"/>
                        <a:pt x="9020" y="36719"/>
                      </a:cubicBezTo>
                      <a:cubicBezTo>
                        <a:pt x="13020" y="28908"/>
                        <a:pt x="18164" y="22288"/>
                        <a:pt x="24450" y="16859"/>
                      </a:cubicBezTo>
                      <a:cubicBezTo>
                        <a:pt x="30070" y="11906"/>
                        <a:pt x="36499" y="8001"/>
                        <a:pt x="43738" y="5143"/>
                      </a:cubicBezTo>
                      <a:cubicBezTo>
                        <a:pt x="43929" y="5048"/>
                        <a:pt x="44072" y="5000"/>
                        <a:pt x="44167" y="5000"/>
                      </a:cubicBezTo>
                      <a:cubicBezTo>
                        <a:pt x="44738" y="4715"/>
                        <a:pt x="45310" y="4476"/>
                        <a:pt x="45882" y="4286"/>
                      </a:cubicBezTo>
                      <a:cubicBezTo>
                        <a:pt x="52549" y="1428"/>
                        <a:pt x="60598" y="0"/>
                        <a:pt x="70027"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sp>
              <p:nvSpPr>
                <p:cNvPr id="63" name="文本框 62">
                  <a:extLst>
                    <a:ext uri="{FF2B5EF4-FFF2-40B4-BE49-F238E27FC236}">
                      <a16:creationId xmlns:a16="http://schemas.microsoft.com/office/drawing/2014/main" id="{784B65ED-5217-40F2-FC02-A855541F2698}"/>
                    </a:ext>
                  </a:extLst>
                </p:cNvPr>
                <p:cNvSpPr txBox="1"/>
                <p:nvPr/>
              </p:nvSpPr>
              <p:spPr>
                <a:xfrm>
                  <a:off x="8768688" y="300763"/>
                  <a:ext cx="129730" cy="123301"/>
                </a:xfrm>
                <a:custGeom>
                  <a:avLst/>
                  <a:gdLst/>
                  <a:ahLst/>
                  <a:cxnLst/>
                  <a:rect l="l" t="t" r="r" b="b"/>
                  <a:pathLst>
                    <a:path w="129730" h="123301">
                      <a:moveTo>
                        <a:pt x="68865" y="22145"/>
                      </a:moveTo>
                      <a:cubicBezTo>
                        <a:pt x="57340" y="22145"/>
                        <a:pt x="47386" y="26479"/>
                        <a:pt x="39004" y="35147"/>
                      </a:cubicBezTo>
                      <a:cubicBezTo>
                        <a:pt x="30622" y="43815"/>
                        <a:pt x="26432" y="54197"/>
                        <a:pt x="26432" y="66294"/>
                      </a:cubicBezTo>
                      <a:cubicBezTo>
                        <a:pt x="26432" y="76485"/>
                        <a:pt x="29622" y="84820"/>
                        <a:pt x="36004" y="91297"/>
                      </a:cubicBezTo>
                      <a:cubicBezTo>
                        <a:pt x="42386" y="97774"/>
                        <a:pt x="50625" y="101012"/>
                        <a:pt x="60722" y="101012"/>
                      </a:cubicBezTo>
                      <a:cubicBezTo>
                        <a:pt x="72628" y="101012"/>
                        <a:pt x="82724" y="96726"/>
                        <a:pt x="91011" y="88153"/>
                      </a:cubicBezTo>
                      <a:cubicBezTo>
                        <a:pt x="99298" y="79486"/>
                        <a:pt x="103441" y="68961"/>
                        <a:pt x="103441" y="56578"/>
                      </a:cubicBezTo>
                      <a:cubicBezTo>
                        <a:pt x="103441" y="46577"/>
                        <a:pt x="100155" y="38338"/>
                        <a:pt x="93583" y="31861"/>
                      </a:cubicBezTo>
                      <a:cubicBezTo>
                        <a:pt x="87106" y="25384"/>
                        <a:pt x="78867" y="22145"/>
                        <a:pt x="68865" y="22145"/>
                      </a:cubicBezTo>
                      <a:close/>
                      <a:moveTo>
                        <a:pt x="70580" y="0"/>
                      </a:moveTo>
                      <a:cubicBezTo>
                        <a:pt x="88011" y="0"/>
                        <a:pt x="102250" y="5095"/>
                        <a:pt x="113300" y="15287"/>
                      </a:cubicBezTo>
                      <a:cubicBezTo>
                        <a:pt x="124253" y="25479"/>
                        <a:pt x="129730" y="38671"/>
                        <a:pt x="129730" y="54864"/>
                      </a:cubicBezTo>
                      <a:cubicBezTo>
                        <a:pt x="129730" y="75057"/>
                        <a:pt x="123253" y="91487"/>
                        <a:pt x="110299" y="104155"/>
                      </a:cubicBezTo>
                      <a:cubicBezTo>
                        <a:pt x="97345" y="116919"/>
                        <a:pt x="80772" y="123301"/>
                        <a:pt x="60579" y="123301"/>
                      </a:cubicBezTo>
                      <a:cubicBezTo>
                        <a:pt x="43053" y="123301"/>
                        <a:pt x="28575" y="118062"/>
                        <a:pt x="17145" y="107584"/>
                      </a:cubicBezTo>
                      <a:cubicBezTo>
                        <a:pt x="5715" y="97012"/>
                        <a:pt x="0" y="83629"/>
                        <a:pt x="0" y="67437"/>
                      </a:cubicBezTo>
                      <a:cubicBezTo>
                        <a:pt x="0" y="48101"/>
                        <a:pt x="6715" y="32051"/>
                        <a:pt x="20145" y="19288"/>
                      </a:cubicBezTo>
                      <a:cubicBezTo>
                        <a:pt x="33480" y="6429"/>
                        <a:pt x="50292" y="0"/>
                        <a:pt x="7058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grpSp>
        </p:grpSp>
      </p:grpSp>
      <p:sp>
        <p:nvSpPr>
          <p:cNvPr id="2" name="椭圆 1">
            <a:extLst>
              <a:ext uri="{FF2B5EF4-FFF2-40B4-BE49-F238E27FC236}">
                <a16:creationId xmlns:a16="http://schemas.microsoft.com/office/drawing/2014/main" id="{84F2DA97-A1E1-3F8D-09A8-6C345FB6825E}"/>
              </a:ext>
            </a:extLst>
          </p:cNvPr>
          <p:cNvSpPr/>
          <p:nvPr/>
        </p:nvSpPr>
        <p:spPr>
          <a:xfrm>
            <a:off x="-14288" y="-923925"/>
            <a:ext cx="238125" cy="238125"/>
          </a:xfrm>
          <a:prstGeom prst="ellipse">
            <a:avLst/>
          </a:prstGeom>
          <a:solidFill>
            <a:srgbClr val="1B38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A4302D91-6416-C2B4-AC1D-5D67FE319FF2}"/>
              </a:ext>
            </a:extLst>
          </p:cNvPr>
          <p:cNvSpPr/>
          <p:nvPr/>
        </p:nvSpPr>
        <p:spPr>
          <a:xfrm>
            <a:off x="366712" y="-923925"/>
            <a:ext cx="238125" cy="238125"/>
          </a:xfrm>
          <a:prstGeom prst="ellipse">
            <a:avLst/>
          </a:prstGeom>
          <a:solidFill>
            <a:srgbClr val="CC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a:extLst>
              <a:ext uri="{FF2B5EF4-FFF2-40B4-BE49-F238E27FC236}">
                <a16:creationId xmlns:a16="http://schemas.microsoft.com/office/drawing/2014/main" id="{A716160C-437F-10A2-8956-910F5FA7FA9C}"/>
              </a:ext>
            </a:extLst>
          </p:cNvPr>
          <p:cNvSpPr/>
          <p:nvPr/>
        </p:nvSpPr>
        <p:spPr>
          <a:xfrm>
            <a:off x="747712" y="-923925"/>
            <a:ext cx="238125" cy="238125"/>
          </a:xfrm>
          <a:prstGeom prst="ellipse">
            <a:avLst/>
          </a:prstGeom>
          <a:solidFill>
            <a:srgbClr val="1B38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a:extLst>
              <a:ext uri="{FF2B5EF4-FFF2-40B4-BE49-F238E27FC236}">
                <a16:creationId xmlns:a16="http://schemas.microsoft.com/office/drawing/2014/main" id="{88DC1B69-0531-EDDC-BD78-7789E9977600}"/>
              </a:ext>
            </a:extLst>
          </p:cNvPr>
          <p:cNvSpPr/>
          <p:nvPr/>
        </p:nvSpPr>
        <p:spPr>
          <a:xfrm>
            <a:off x="1128712" y="-923925"/>
            <a:ext cx="238125" cy="238125"/>
          </a:xfrm>
          <a:prstGeom prst="ellipse">
            <a:avLst/>
          </a:prstGeom>
          <a:solidFill>
            <a:srgbClr val="1B38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椭圆 5">
            <a:extLst>
              <a:ext uri="{FF2B5EF4-FFF2-40B4-BE49-F238E27FC236}">
                <a16:creationId xmlns:a16="http://schemas.microsoft.com/office/drawing/2014/main" id="{9EE8E79A-6B32-1441-4F9A-F1A87DBEFA31}"/>
              </a:ext>
            </a:extLst>
          </p:cNvPr>
          <p:cNvSpPr/>
          <p:nvPr/>
        </p:nvSpPr>
        <p:spPr>
          <a:xfrm>
            <a:off x="1509712" y="-923925"/>
            <a:ext cx="238125" cy="238125"/>
          </a:xfrm>
          <a:prstGeom prst="ellipse">
            <a:avLst/>
          </a:prstGeom>
          <a:solidFill>
            <a:srgbClr val="1B38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8" name="文本框 67">
            <a:extLst>
              <a:ext uri="{FF2B5EF4-FFF2-40B4-BE49-F238E27FC236}">
                <a16:creationId xmlns:a16="http://schemas.microsoft.com/office/drawing/2014/main" id="{A870EC61-9326-5249-8B95-B2643E261DD8}"/>
              </a:ext>
            </a:extLst>
          </p:cNvPr>
          <p:cNvSpPr txBox="1"/>
          <p:nvPr/>
        </p:nvSpPr>
        <p:spPr>
          <a:xfrm>
            <a:off x="3865560" y="4269278"/>
            <a:ext cx="4470402" cy="338554"/>
          </a:xfrm>
          <a:prstGeom prst="rect">
            <a:avLst/>
          </a:prstGeom>
          <a:noFill/>
        </p:spPr>
        <p:txBody>
          <a:bodyPr wrap="square" rtlCol="0">
            <a:spAutoFit/>
          </a:bodyPr>
          <a:lstStyle/>
          <a:p>
            <a:pPr algn="ctr"/>
            <a:r>
              <a:rPr lang="zh-CN" altLang="en-US" sz="1600" b="1" dirty="0">
                <a:solidFill>
                  <a:schemeClr val="tx1">
                    <a:lumMod val="75000"/>
                    <a:lumOff val="25000"/>
                  </a:schemeClr>
                </a:solidFill>
                <a:cs typeface="+mn-ea"/>
                <a:sym typeface="+mn-lt"/>
              </a:rPr>
              <a:t>基于自适应特征融合与计算剪枝的学术答辩</a:t>
            </a:r>
          </a:p>
        </p:txBody>
      </p:sp>
      <p:grpSp>
        <p:nvGrpSpPr>
          <p:cNvPr id="22" name="组合 21">
            <a:extLst>
              <a:ext uri="{FF2B5EF4-FFF2-40B4-BE49-F238E27FC236}">
                <a16:creationId xmlns:a16="http://schemas.microsoft.com/office/drawing/2014/main" id="{028925F2-9F5E-8278-5B27-12DFD4C17AAF}"/>
              </a:ext>
            </a:extLst>
          </p:cNvPr>
          <p:cNvGrpSpPr/>
          <p:nvPr/>
        </p:nvGrpSpPr>
        <p:grpSpPr>
          <a:xfrm>
            <a:off x="3534726" y="4315027"/>
            <a:ext cx="5132070" cy="213042"/>
            <a:chOff x="2790647" y="4013247"/>
            <a:chExt cx="6765223" cy="511807"/>
          </a:xfrm>
        </p:grpSpPr>
        <p:sp>
          <p:nvSpPr>
            <p:cNvPr id="19" name="缺角矩形 18">
              <a:extLst>
                <a:ext uri="{FF2B5EF4-FFF2-40B4-BE49-F238E27FC236}">
                  <a16:creationId xmlns:a16="http://schemas.microsoft.com/office/drawing/2014/main" id="{5D7ED55C-B25E-52E4-4DB8-606EBE99AAA9}"/>
                </a:ext>
              </a:extLst>
            </p:cNvPr>
            <p:cNvSpPr/>
            <p:nvPr/>
          </p:nvSpPr>
          <p:spPr>
            <a:xfrm>
              <a:off x="2790647" y="4013247"/>
              <a:ext cx="199322" cy="511807"/>
            </a:xfrm>
            <a:prstGeom prst="plaque">
              <a:avLst>
                <a:gd name="adj" fmla="val 0"/>
              </a:avLst>
            </a:pr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21" name="缺角矩形 20">
              <a:extLst>
                <a:ext uri="{FF2B5EF4-FFF2-40B4-BE49-F238E27FC236}">
                  <a16:creationId xmlns:a16="http://schemas.microsoft.com/office/drawing/2014/main" id="{D1F90105-F865-59E9-B424-5C04C8DDAB94}"/>
                </a:ext>
              </a:extLst>
            </p:cNvPr>
            <p:cNvSpPr/>
            <p:nvPr/>
          </p:nvSpPr>
          <p:spPr>
            <a:xfrm>
              <a:off x="9356548" y="4013247"/>
              <a:ext cx="199322" cy="511807"/>
            </a:xfrm>
            <a:prstGeom prst="plaque">
              <a:avLst>
                <a:gd name="adj" fmla="val 0"/>
              </a:avLst>
            </a:pr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grpSp>
      <p:grpSp>
        <p:nvGrpSpPr>
          <p:cNvPr id="32" name="组合 31" descr="D:\51PPT模板网\51pptmoban.com\图片.jpg">
            <a:extLst>
              <a:ext uri="{FF2B5EF4-FFF2-40B4-BE49-F238E27FC236}">
                <a16:creationId xmlns:a16="http://schemas.microsoft.com/office/drawing/2014/main" id="{8D4ABD3D-38DD-0706-D4BF-720934ACB514}"/>
              </a:ext>
            </a:extLst>
          </p:cNvPr>
          <p:cNvGrpSpPr/>
          <p:nvPr/>
        </p:nvGrpSpPr>
        <p:grpSpPr>
          <a:xfrm flipV="1">
            <a:off x="2472431" y="3974246"/>
            <a:ext cx="7256659" cy="397789"/>
            <a:chOff x="2908962" y="4569447"/>
            <a:chExt cx="7256659" cy="397789"/>
          </a:xfrm>
        </p:grpSpPr>
        <p:sp>
          <p:nvSpPr>
            <p:cNvPr id="33" name="Freeform 10">
              <a:extLst>
                <a:ext uri="{FF2B5EF4-FFF2-40B4-BE49-F238E27FC236}">
                  <a16:creationId xmlns:a16="http://schemas.microsoft.com/office/drawing/2014/main" id="{53CE4307-C2B1-63BC-3DCA-03070BCA3ED9}"/>
                </a:ext>
              </a:extLst>
            </p:cNvPr>
            <p:cNvSpPr>
              <a:spLocks/>
            </p:cNvSpPr>
            <p:nvPr/>
          </p:nvSpPr>
          <p:spPr bwMode="auto">
            <a:xfrm>
              <a:off x="3368208" y="4809876"/>
              <a:ext cx="6341541" cy="127644"/>
            </a:xfrm>
            <a:custGeom>
              <a:avLst/>
              <a:gdLst>
                <a:gd name="T0" fmla="*/ 32 w 4179"/>
                <a:gd name="T1" fmla="*/ 0 h 195"/>
                <a:gd name="T2" fmla="*/ 3682 w 4179"/>
                <a:gd name="T3" fmla="*/ 74 h 195"/>
                <a:gd name="T4" fmla="*/ 4168 w 4179"/>
                <a:gd name="T5" fmla="*/ 0 h 195"/>
                <a:gd name="T6" fmla="*/ 4175 w 4179"/>
                <a:gd name="T7" fmla="*/ 5 h 195"/>
                <a:gd name="T8" fmla="*/ 4156 w 4179"/>
                <a:gd name="T9" fmla="*/ 32 h 195"/>
                <a:gd name="T10" fmla="*/ 1797 w 4179"/>
                <a:gd name="T11" fmla="*/ 177 h 195"/>
                <a:gd name="T12" fmla="*/ 25 w 4179"/>
                <a:gd name="T13" fmla="*/ 18 h 195"/>
                <a:gd name="T14" fmla="*/ 26 w 4179"/>
                <a:gd name="T15" fmla="*/ 5 h 195"/>
                <a:gd name="T16" fmla="*/ 32 w 4179"/>
                <a:gd name="T1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79" h="195">
                  <a:moveTo>
                    <a:pt x="32" y="0"/>
                  </a:moveTo>
                  <a:cubicBezTo>
                    <a:pt x="1257" y="166"/>
                    <a:pt x="2440" y="161"/>
                    <a:pt x="3682" y="74"/>
                  </a:cubicBezTo>
                  <a:cubicBezTo>
                    <a:pt x="3848" y="63"/>
                    <a:pt x="4004" y="22"/>
                    <a:pt x="4168" y="0"/>
                  </a:cubicBezTo>
                  <a:cubicBezTo>
                    <a:pt x="4175" y="5"/>
                    <a:pt x="4175" y="5"/>
                    <a:pt x="4175" y="5"/>
                  </a:cubicBezTo>
                  <a:cubicBezTo>
                    <a:pt x="4179" y="11"/>
                    <a:pt x="4157" y="23"/>
                    <a:pt x="4156" y="32"/>
                  </a:cubicBezTo>
                  <a:cubicBezTo>
                    <a:pt x="4137" y="137"/>
                    <a:pt x="2907" y="195"/>
                    <a:pt x="1797" y="177"/>
                  </a:cubicBezTo>
                  <a:cubicBezTo>
                    <a:pt x="854" y="161"/>
                    <a:pt x="0" y="82"/>
                    <a:pt x="25" y="18"/>
                  </a:cubicBezTo>
                  <a:cubicBezTo>
                    <a:pt x="26" y="15"/>
                    <a:pt x="26" y="5"/>
                    <a:pt x="26" y="5"/>
                  </a:cubicBezTo>
                  <a:cubicBezTo>
                    <a:pt x="32" y="0"/>
                    <a:pt x="32" y="0"/>
                    <a:pt x="32" y="0"/>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grpSp>
          <p:nvGrpSpPr>
            <p:cNvPr id="34" name="组合 33">
              <a:extLst>
                <a:ext uri="{FF2B5EF4-FFF2-40B4-BE49-F238E27FC236}">
                  <a16:creationId xmlns:a16="http://schemas.microsoft.com/office/drawing/2014/main" id="{1484C949-9440-56A5-CB24-084D28D838D5}"/>
                </a:ext>
              </a:extLst>
            </p:cNvPr>
            <p:cNvGrpSpPr/>
            <p:nvPr/>
          </p:nvGrpSpPr>
          <p:grpSpPr>
            <a:xfrm>
              <a:off x="2908962" y="4569447"/>
              <a:ext cx="850957" cy="397789"/>
              <a:chOff x="10354675" y="4505947"/>
              <a:chExt cx="850957" cy="397789"/>
            </a:xfrm>
          </p:grpSpPr>
          <p:sp>
            <p:nvSpPr>
              <p:cNvPr id="70" name="Freeform 11">
                <a:extLst>
                  <a:ext uri="{FF2B5EF4-FFF2-40B4-BE49-F238E27FC236}">
                    <a16:creationId xmlns:a16="http://schemas.microsoft.com/office/drawing/2014/main" id="{E7E812A6-8DAC-54DD-3E7C-945139FB7833}"/>
                  </a:ext>
                </a:extLst>
              </p:cNvPr>
              <p:cNvSpPr>
                <a:spLocks noEditPoints="1"/>
              </p:cNvSpPr>
              <p:nvPr/>
            </p:nvSpPr>
            <p:spPr bwMode="auto">
              <a:xfrm>
                <a:off x="10354675" y="4742324"/>
                <a:ext cx="709807" cy="84421"/>
              </a:xfrm>
              <a:custGeom>
                <a:avLst/>
                <a:gdLst>
                  <a:gd name="T0" fmla="*/ 1013 w 1051"/>
                  <a:gd name="T1" fmla="*/ 92 h 125"/>
                  <a:gd name="T2" fmla="*/ 932 w 1051"/>
                  <a:gd name="T3" fmla="*/ 97 h 125"/>
                  <a:gd name="T4" fmla="*/ 843 w 1051"/>
                  <a:gd name="T5" fmla="*/ 105 h 125"/>
                  <a:gd name="T6" fmla="*/ 713 w 1051"/>
                  <a:gd name="T7" fmla="*/ 119 h 125"/>
                  <a:gd name="T8" fmla="*/ 624 w 1051"/>
                  <a:gd name="T9" fmla="*/ 123 h 125"/>
                  <a:gd name="T10" fmla="*/ 553 w 1051"/>
                  <a:gd name="T11" fmla="*/ 125 h 125"/>
                  <a:gd name="T12" fmla="*/ 508 w 1051"/>
                  <a:gd name="T13" fmla="*/ 125 h 125"/>
                  <a:gd name="T14" fmla="*/ 460 w 1051"/>
                  <a:gd name="T15" fmla="*/ 123 h 125"/>
                  <a:gd name="T16" fmla="*/ 413 w 1051"/>
                  <a:gd name="T17" fmla="*/ 121 h 125"/>
                  <a:gd name="T18" fmla="*/ 339 w 1051"/>
                  <a:gd name="T19" fmla="*/ 114 h 125"/>
                  <a:gd name="T20" fmla="*/ 286 w 1051"/>
                  <a:gd name="T21" fmla="*/ 108 h 125"/>
                  <a:gd name="T22" fmla="*/ 256 w 1051"/>
                  <a:gd name="T23" fmla="*/ 103 h 125"/>
                  <a:gd name="T24" fmla="*/ 223 w 1051"/>
                  <a:gd name="T25" fmla="*/ 96 h 125"/>
                  <a:gd name="T26" fmla="*/ 193 w 1051"/>
                  <a:gd name="T27" fmla="*/ 99 h 125"/>
                  <a:gd name="T28" fmla="*/ 163 w 1051"/>
                  <a:gd name="T29" fmla="*/ 110 h 125"/>
                  <a:gd name="T30" fmla="*/ 123 w 1051"/>
                  <a:gd name="T31" fmla="*/ 115 h 125"/>
                  <a:gd name="T32" fmla="*/ 101 w 1051"/>
                  <a:gd name="T33" fmla="*/ 116 h 125"/>
                  <a:gd name="T34" fmla="*/ 81 w 1051"/>
                  <a:gd name="T35" fmla="*/ 115 h 125"/>
                  <a:gd name="T36" fmla="*/ 62 w 1051"/>
                  <a:gd name="T37" fmla="*/ 113 h 125"/>
                  <a:gd name="T38" fmla="*/ 44 w 1051"/>
                  <a:gd name="T39" fmla="*/ 108 h 125"/>
                  <a:gd name="T40" fmla="*/ 27 w 1051"/>
                  <a:gd name="T41" fmla="*/ 100 h 125"/>
                  <a:gd name="T42" fmla="*/ 13 w 1051"/>
                  <a:gd name="T43" fmla="*/ 89 h 125"/>
                  <a:gd name="T44" fmla="*/ 4 w 1051"/>
                  <a:gd name="T45" fmla="*/ 77 h 125"/>
                  <a:gd name="T46" fmla="*/ 1 w 1051"/>
                  <a:gd name="T47" fmla="*/ 65 h 125"/>
                  <a:gd name="T48" fmla="*/ 1 w 1051"/>
                  <a:gd name="T49" fmla="*/ 54 h 125"/>
                  <a:gd name="T50" fmla="*/ 5 w 1051"/>
                  <a:gd name="T51" fmla="*/ 43 h 125"/>
                  <a:gd name="T52" fmla="*/ 12 w 1051"/>
                  <a:gd name="T53" fmla="*/ 34 h 125"/>
                  <a:gd name="T54" fmla="*/ 25 w 1051"/>
                  <a:gd name="T55" fmla="*/ 25 h 125"/>
                  <a:gd name="T56" fmla="*/ 40 w 1051"/>
                  <a:gd name="T57" fmla="*/ 18 h 125"/>
                  <a:gd name="T58" fmla="*/ 61 w 1051"/>
                  <a:gd name="T59" fmla="*/ 11 h 125"/>
                  <a:gd name="T60" fmla="*/ 83 w 1051"/>
                  <a:gd name="T61" fmla="*/ 3 h 125"/>
                  <a:gd name="T62" fmla="*/ 109 w 1051"/>
                  <a:gd name="T63" fmla="*/ 4 h 125"/>
                  <a:gd name="T64" fmla="*/ 135 w 1051"/>
                  <a:gd name="T65" fmla="*/ 18 h 125"/>
                  <a:gd name="T66" fmla="*/ 152 w 1051"/>
                  <a:gd name="T67" fmla="*/ 27 h 125"/>
                  <a:gd name="T68" fmla="*/ 169 w 1051"/>
                  <a:gd name="T69" fmla="*/ 34 h 125"/>
                  <a:gd name="T70" fmla="*/ 204 w 1051"/>
                  <a:gd name="T71" fmla="*/ 47 h 125"/>
                  <a:gd name="T72" fmla="*/ 233 w 1051"/>
                  <a:gd name="T73" fmla="*/ 55 h 125"/>
                  <a:gd name="T74" fmla="*/ 263 w 1051"/>
                  <a:gd name="T75" fmla="*/ 62 h 125"/>
                  <a:gd name="T76" fmla="*/ 292 w 1051"/>
                  <a:gd name="T77" fmla="*/ 65 h 125"/>
                  <a:gd name="T78" fmla="*/ 342 w 1051"/>
                  <a:gd name="T79" fmla="*/ 71 h 125"/>
                  <a:gd name="T80" fmla="*/ 417 w 1051"/>
                  <a:gd name="T81" fmla="*/ 78 h 125"/>
                  <a:gd name="T82" fmla="*/ 462 w 1051"/>
                  <a:gd name="T83" fmla="*/ 81 h 125"/>
                  <a:gd name="T84" fmla="*/ 509 w 1051"/>
                  <a:gd name="T85" fmla="*/ 83 h 125"/>
                  <a:gd name="T86" fmla="*/ 553 w 1051"/>
                  <a:gd name="T87" fmla="*/ 83 h 125"/>
                  <a:gd name="T88" fmla="*/ 622 w 1051"/>
                  <a:gd name="T89" fmla="*/ 82 h 125"/>
                  <a:gd name="T90" fmla="*/ 711 w 1051"/>
                  <a:gd name="T91" fmla="*/ 77 h 125"/>
                  <a:gd name="T92" fmla="*/ 846 w 1051"/>
                  <a:gd name="T93" fmla="*/ 74 h 125"/>
                  <a:gd name="T94" fmla="*/ 936 w 1051"/>
                  <a:gd name="T95" fmla="*/ 71 h 125"/>
                  <a:gd name="T96" fmla="*/ 1015 w 1051"/>
                  <a:gd name="T97" fmla="*/ 71 h 125"/>
                  <a:gd name="T98" fmla="*/ 85 w 1051"/>
                  <a:gd name="T99" fmla="*/ 48 h 125"/>
                  <a:gd name="T100" fmla="*/ 63 w 1051"/>
                  <a:gd name="T101" fmla="*/ 55 h 125"/>
                  <a:gd name="T102" fmla="*/ 50 w 1051"/>
                  <a:gd name="T103" fmla="*/ 60 h 125"/>
                  <a:gd name="T104" fmla="*/ 47 w 1051"/>
                  <a:gd name="T105" fmla="*/ 63 h 125"/>
                  <a:gd name="T106" fmla="*/ 55 w 1051"/>
                  <a:gd name="T107" fmla="*/ 67 h 125"/>
                  <a:gd name="T108" fmla="*/ 67 w 1051"/>
                  <a:gd name="T109" fmla="*/ 70 h 125"/>
                  <a:gd name="T110" fmla="*/ 80 w 1051"/>
                  <a:gd name="T111" fmla="*/ 72 h 125"/>
                  <a:gd name="T112" fmla="*/ 97 w 1051"/>
                  <a:gd name="T113" fmla="*/ 73 h 125"/>
                  <a:gd name="T114" fmla="*/ 114 w 1051"/>
                  <a:gd name="T115" fmla="*/ 73 h 125"/>
                  <a:gd name="T116" fmla="*/ 143 w 1051"/>
                  <a:gd name="T117" fmla="*/ 69 h 125"/>
                  <a:gd name="T118" fmla="*/ 124 w 1051"/>
                  <a:gd name="T119" fmla="*/ 60 h 125"/>
                  <a:gd name="T120" fmla="*/ 109 w 1051"/>
                  <a:gd name="T121" fmla="*/ 53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51" h="125">
                    <a:moveTo>
                      <a:pt x="1039" y="70"/>
                    </a:moveTo>
                    <a:lnTo>
                      <a:pt x="1047" y="74"/>
                    </a:lnTo>
                    <a:lnTo>
                      <a:pt x="1051" y="82"/>
                    </a:lnTo>
                    <a:lnTo>
                      <a:pt x="1051" y="82"/>
                    </a:lnTo>
                    <a:lnTo>
                      <a:pt x="1047" y="90"/>
                    </a:lnTo>
                    <a:lnTo>
                      <a:pt x="1039" y="92"/>
                    </a:lnTo>
                    <a:lnTo>
                      <a:pt x="1039" y="92"/>
                    </a:lnTo>
                    <a:lnTo>
                      <a:pt x="1037" y="92"/>
                    </a:lnTo>
                    <a:lnTo>
                      <a:pt x="1034" y="92"/>
                    </a:lnTo>
                    <a:lnTo>
                      <a:pt x="1032" y="92"/>
                    </a:lnTo>
                    <a:lnTo>
                      <a:pt x="1029" y="92"/>
                    </a:lnTo>
                    <a:lnTo>
                      <a:pt x="1028" y="92"/>
                    </a:lnTo>
                    <a:lnTo>
                      <a:pt x="1025" y="92"/>
                    </a:lnTo>
                    <a:lnTo>
                      <a:pt x="1023" y="92"/>
                    </a:lnTo>
                    <a:lnTo>
                      <a:pt x="1020" y="92"/>
                    </a:lnTo>
                    <a:lnTo>
                      <a:pt x="1019" y="92"/>
                    </a:lnTo>
                    <a:lnTo>
                      <a:pt x="1018" y="92"/>
                    </a:lnTo>
                    <a:lnTo>
                      <a:pt x="1015" y="92"/>
                    </a:lnTo>
                    <a:lnTo>
                      <a:pt x="1013" y="92"/>
                    </a:lnTo>
                    <a:lnTo>
                      <a:pt x="1010" y="92"/>
                    </a:lnTo>
                    <a:lnTo>
                      <a:pt x="1008" y="92"/>
                    </a:lnTo>
                    <a:lnTo>
                      <a:pt x="1005" y="93"/>
                    </a:lnTo>
                    <a:lnTo>
                      <a:pt x="1001" y="93"/>
                    </a:lnTo>
                    <a:lnTo>
                      <a:pt x="996" y="93"/>
                    </a:lnTo>
                    <a:lnTo>
                      <a:pt x="991" y="93"/>
                    </a:lnTo>
                    <a:lnTo>
                      <a:pt x="986" y="93"/>
                    </a:lnTo>
                    <a:lnTo>
                      <a:pt x="981" y="94"/>
                    </a:lnTo>
                    <a:lnTo>
                      <a:pt x="976" y="94"/>
                    </a:lnTo>
                    <a:lnTo>
                      <a:pt x="972" y="94"/>
                    </a:lnTo>
                    <a:lnTo>
                      <a:pt x="967" y="95"/>
                    </a:lnTo>
                    <a:lnTo>
                      <a:pt x="962" y="95"/>
                    </a:lnTo>
                    <a:lnTo>
                      <a:pt x="960" y="95"/>
                    </a:lnTo>
                    <a:lnTo>
                      <a:pt x="957" y="95"/>
                    </a:lnTo>
                    <a:lnTo>
                      <a:pt x="951" y="96"/>
                    </a:lnTo>
                    <a:lnTo>
                      <a:pt x="946" y="96"/>
                    </a:lnTo>
                    <a:lnTo>
                      <a:pt x="942" y="96"/>
                    </a:lnTo>
                    <a:lnTo>
                      <a:pt x="937" y="97"/>
                    </a:lnTo>
                    <a:lnTo>
                      <a:pt x="932" y="97"/>
                    </a:lnTo>
                    <a:lnTo>
                      <a:pt x="927" y="97"/>
                    </a:lnTo>
                    <a:lnTo>
                      <a:pt x="922" y="98"/>
                    </a:lnTo>
                    <a:lnTo>
                      <a:pt x="917" y="98"/>
                    </a:lnTo>
                    <a:lnTo>
                      <a:pt x="913" y="99"/>
                    </a:lnTo>
                    <a:lnTo>
                      <a:pt x="908" y="99"/>
                    </a:lnTo>
                    <a:lnTo>
                      <a:pt x="903" y="99"/>
                    </a:lnTo>
                    <a:lnTo>
                      <a:pt x="902" y="100"/>
                    </a:lnTo>
                    <a:lnTo>
                      <a:pt x="897" y="100"/>
                    </a:lnTo>
                    <a:lnTo>
                      <a:pt x="892" y="100"/>
                    </a:lnTo>
                    <a:lnTo>
                      <a:pt x="887" y="101"/>
                    </a:lnTo>
                    <a:lnTo>
                      <a:pt x="883" y="101"/>
                    </a:lnTo>
                    <a:lnTo>
                      <a:pt x="878" y="101"/>
                    </a:lnTo>
                    <a:lnTo>
                      <a:pt x="873" y="102"/>
                    </a:lnTo>
                    <a:lnTo>
                      <a:pt x="868" y="102"/>
                    </a:lnTo>
                    <a:lnTo>
                      <a:pt x="863" y="103"/>
                    </a:lnTo>
                    <a:lnTo>
                      <a:pt x="858" y="103"/>
                    </a:lnTo>
                    <a:lnTo>
                      <a:pt x="853" y="104"/>
                    </a:lnTo>
                    <a:lnTo>
                      <a:pt x="848" y="104"/>
                    </a:lnTo>
                    <a:lnTo>
                      <a:pt x="843" y="105"/>
                    </a:lnTo>
                    <a:lnTo>
                      <a:pt x="833" y="105"/>
                    </a:lnTo>
                    <a:lnTo>
                      <a:pt x="824" y="106"/>
                    </a:lnTo>
                    <a:lnTo>
                      <a:pt x="813" y="107"/>
                    </a:lnTo>
                    <a:lnTo>
                      <a:pt x="807" y="108"/>
                    </a:lnTo>
                    <a:lnTo>
                      <a:pt x="803" y="108"/>
                    </a:lnTo>
                    <a:lnTo>
                      <a:pt x="784" y="111"/>
                    </a:lnTo>
                    <a:lnTo>
                      <a:pt x="773" y="113"/>
                    </a:lnTo>
                    <a:lnTo>
                      <a:pt x="773" y="113"/>
                    </a:lnTo>
                    <a:lnTo>
                      <a:pt x="764" y="114"/>
                    </a:lnTo>
                    <a:lnTo>
                      <a:pt x="754" y="115"/>
                    </a:lnTo>
                    <a:lnTo>
                      <a:pt x="749" y="116"/>
                    </a:lnTo>
                    <a:lnTo>
                      <a:pt x="743" y="117"/>
                    </a:lnTo>
                    <a:lnTo>
                      <a:pt x="739" y="117"/>
                    </a:lnTo>
                    <a:lnTo>
                      <a:pt x="734" y="118"/>
                    </a:lnTo>
                    <a:lnTo>
                      <a:pt x="729" y="118"/>
                    </a:lnTo>
                    <a:lnTo>
                      <a:pt x="729" y="118"/>
                    </a:lnTo>
                    <a:lnTo>
                      <a:pt x="724" y="119"/>
                    </a:lnTo>
                    <a:lnTo>
                      <a:pt x="719" y="119"/>
                    </a:lnTo>
                    <a:lnTo>
                      <a:pt x="713" y="119"/>
                    </a:lnTo>
                    <a:lnTo>
                      <a:pt x="709" y="120"/>
                    </a:lnTo>
                    <a:lnTo>
                      <a:pt x="704" y="120"/>
                    </a:lnTo>
                    <a:lnTo>
                      <a:pt x="699" y="120"/>
                    </a:lnTo>
                    <a:lnTo>
                      <a:pt x="694" y="121"/>
                    </a:lnTo>
                    <a:lnTo>
                      <a:pt x="688" y="121"/>
                    </a:lnTo>
                    <a:lnTo>
                      <a:pt x="683" y="121"/>
                    </a:lnTo>
                    <a:lnTo>
                      <a:pt x="679" y="121"/>
                    </a:lnTo>
                    <a:lnTo>
                      <a:pt x="674" y="121"/>
                    </a:lnTo>
                    <a:lnTo>
                      <a:pt x="669" y="121"/>
                    </a:lnTo>
                    <a:lnTo>
                      <a:pt x="663" y="121"/>
                    </a:lnTo>
                    <a:lnTo>
                      <a:pt x="658" y="122"/>
                    </a:lnTo>
                    <a:lnTo>
                      <a:pt x="653" y="122"/>
                    </a:lnTo>
                    <a:lnTo>
                      <a:pt x="649" y="122"/>
                    </a:lnTo>
                    <a:lnTo>
                      <a:pt x="649" y="122"/>
                    </a:lnTo>
                    <a:lnTo>
                      <a:pt x="644" y="122"/>
                    </a:lnTo>
                    <a:lnTo>
                      <a:pt x="639" y="123"/>
                    </a:lnTo>
                    <a:lnTo>
                      <a:pt x="633" y="123"/>
                    </a:lnTo>
                    <a:lnTo>
                      <a:pt x="628" y="123"/>
                    </a:lnTo>
                    <a:lnTo>
                      <a:pt x="624" y="123"/>
                    </a:lnTo>
                    <a:lnTo>
                      <a:pt x="619" y="123"/>
                    </a:lnTo>
                    <a:lnTo>
                      <a:pt x="614" y="124"/>
                    </a:lnTo>
                    <a:lnTo>
                      <a:pt x="608" y="124"/>
                    </a:lnTo>
                    <a:lnTo>
                      <a:pt x="603" y="124"/>
                    </a:lnTo>
                    <a:lnTo>
                      <a:pt x="598" y="124"/>
                    </a:lnTo>
                    <a:lnTo>
                      <a:pt x="594" y="124"/>
                    </a:lnTo>
                    <a:lnTo>
                      <a:pt x="589" y="124"/>
                    </a:lnTo>
                    <a:lnTo>
                      <a:pt x="583" y="124"/>
                    </a:lnTo>
                    <a:lnTo>
                      <a:pt x="578" y="125"/>
                    </a:lnTo>
                    <a:lnTo>
                      <a:pt x="576" y="125"/>
                    </a:lnTo>
                    <a:lnTo>
                      <a:pt x="573" y="125"/>
                    </a:lnTo>
                    <a:lnTo>
                      <a:pt x="570" y="125"/>
                    </a:lnTo>
                    <a:lnTo>
                      <a:pt x="568" y="125"/>
                    </a:lnTo>
                    <a:lnTo>
                      <a:pt x="566" y="125"/>
                    </a:lnTo>
                    <a:lnTo>
                      <a:pt x="564" y="125"/>
                    </a:lnTo>
                    <a:lnTo>
                      <a:pt x="561" y="125"/>
                    </a:lnTo>
                    <a:lnTo>
                      <a:pt x="558" y="125"/>
                    </a:lnTo>
                    <a:lnTo>
                      <a:pt x="556" y="125"/>
                    </a:lnTo>
                    <a:lnTo>
                      <a:pt x="553" y="125"/>
                    </a:lnTo>
                    <a:lnTo>
                      <a:pt x="551" y="125"/>
                    </a:lnTo>
                    <a:lnTo>
                      <a:pt x="548" y="125"/>
                    </a:lnTo>
                    <a:lnTo>
                      <a:pt x="545" y="125"/>
                    </a:lnTo>
                    <a:lnTo>
                      <a:pt x="543" y="125"/>
                    </a:lnTo>
                    <a:lnTo>
                      <a:pt x="540" y="125"/>
                    </a:lnTo>
                    <a:lnTo>
                      <a:pt x="538" y="125"/>
                    </a:lnTo>
                    <a:lnTo>
                      <a:pt x="537" y="125"/>
                    </a:lnTo>
                    <a:lnTo>
                      <a:pt x="536" y="125"/>
                    </a:lnTo>
                    <a:lnTo>
                      <a:pt x="533" y="125"/>
                    </a:lnTo>
                    <a:lnTo>
                      <a:pt x="531" y="125"/>
                    </a:lnTo>
                    <a:lnTo>
                      <a:pt x="528" y="125"/>
                    </a:lnTo>
                    <a:lnTo>
                      <a:pt x="526" y="125"/>
                    </a:lnTo>
                    <a:lnTo>
                      <a:pt x="523" y="125"/>
                    </a:lnTo>
                    <a:lnTo>
                      <a:pt x="520" y="125"/>
                    </a:lnTo>
                    <a:lnTo>
                      <a:pt x="518" y="125"/>
                    </a:lnTo>
                    <a:lnTo>
                      <a:pt x="515" y="125"/>
                    </a:lnTo>
                    <a:lnTo>
                      <a:pt x="513" y="125"/>
                    </a:lnTo>
                    <a:lnTo>
                      <a:pt x="510" y="125"/>
                    </a:lnTo>
                    <a:lnTo>
                      <a:pt x="508" y="125"/>
                    </a:lnTo>
                    <a:lnTo>
                      <a:pt x="506" y="125"/>
                    </a:lnTo>
                    <a:lnTo>
                      <a:pt x="503" y="125"/>
                    </a:lnTo>
                    <a:lnTo>
                      <a:pt x="501" y="124"/>
                    </a:lnTo>
                    <a:lnTo>
                      <a:pt x="498" y="124"/>
                    </a:lnTo>
                    <a:lnTo>
                      <a:pt x="495" y="124"/>
                    </a:lnTo>
                    <a:lnTo>
                      <a:pt x="493" y="124"/>
                    </a:lnTo>
                    <a:lnTo>
                      <a:pt x="490" y="124"/>
                    </a:lnTo>
                    <a:lnTo>
                      <a:pt x="488" y="124"/>
                    </a:lnTo>
                    <a:lnTo>
                      <a:pt x="485" y="124"/>
                    </a:lnTo>
                    <a:lnTo>
                      <a:pt x="482" y="124"/>
                    </a:lnTo>
                    <a:lnTo>
                      <a:pt x="480" y="124"/>
                    </a:lnTo>
                    <a:lnTo>
                      <a:pt x="478" y="124"/>
                    </a:lnTo>
                    <a:lnTo>
                      <a:pt x="476" y="124"/>
                    </a:lnTo>
                    <a:lnTo>
                      <a:pt x="473" y="124"/>
                    </a:lnTo>
                    <a:lnTo>
                      <a:pt x="470" y="123"/>
                    </a:lnTo>
                    <a:lnTo>
                      <a:pt x="468" y="123"/>
                    </a:lnTo>
                    <a:lnTo>
                      <a:pt x="465" y="123"/>
                    </a:lnTo>
                    <a:lnTo>
                      <a:pt x="463" y="123"/>
                    </a:lnTo>
                    <a:lnTo>
                      <a:pt x="460" y="123"/>
                    </a:lnTo>
                    <a:lnTo>
                      <a:pt x="457" y="123"/>
                    </a:lnTo>
                    <a:lnTo>
                      <a:pt x="455" y="123"/>
                    </a:lnTo>
                    <a:lnTo>
                      <a:pt x="452" y="122"/>
                    </a:lnTo>
                    <a:lnTo>
                      <a:pt x="451" y="122"/>
                    </a:lnTo>
                    <a:lnTo>
                      <a:pt x="448" y="122"/>
                    </a:lnTo>
                    <a:lnTo>
                      <a:pt x="446" y="122"/>
                    </a:lnTo>
                    <a:lnTo>
                      <a:pt x="443" y="122"/>
                    </a:lnTo>
                    <a:lnTo>
                      <a:pt x="440" y="122"/>
                    </a:lnTo>
                    <a:lnTo>
                      <a:pt x="438" y="122"/>
                    </a:lnTo>
                    <a:lnTo>
                      <a:pt x="435" y="121"/>
                    </a:lnTo>
                    <a:lnTo>
                      <a:pt x="433" y="121"/>
                    </a:lnTo>
                    <a:lnTo>
                      <a:pt x="430" y="121"/>
                    </a:lnTo>
                    <a:lnTo>
                      <a:pt x="427" y="121"/>
                    </a:lnTo>
                    <a:lnTo>
                      <a:pt x="425" y="121"/>
                    </a:lnTo>
                    <a:lnTo>
                      <a:pt x="422" y="121"/>
                    </a:lnTo>
                    <a:lnTo>
                      <a:pt x="421" y="121"/>
                    </a:lnTo>
                    <a:lnTo>
                      <a:pt x="418" y="121"/>
                    </a:lnTo>
                    <a:lnTo>
                      <a:pt x="415" y="121"/>
                    </a:lnTo>
                    <a:lnTo>
                      <a:pt x="413" y="121"/>
                    </a:lnTo>
                    <a:lnTo>
                      <a:pt x="410" y="120"/>
                    </a:lnTo>
                    <a:lnTo>
                      <a:pt x="408" y="120"/>
                    </a:lnTo>
                    <a:lnTo>
                      <a:pt x="405" y="120"/>
                    </a:lnTo>
                    <a:lnTo>
                      <a:pt x="403" y="120"/>
                    </a:lnTo>
                    <a:lnTo>
                      <a:pt x="399" y="119"/>
                    </a:lnTo>
                    <a:lnTo>
                      <a:pt x="396" y="119"/>
                    </a:lnTo>
                    <a:lnTo>
                      <a:pt x="393" y="119"/>
                    </a:lnTo>
                    <a:lnTo>
                      <a:pt x="390" y="118"/>
                    </a:lnTo>
                    <a:lnTo>
                      <a:pt x="386" y="118"/>
                    </a:lnTo>
                    <a:lnTo>
                      <a:pt x="383" y="118"/>
                    </a:lnTo>
                    <a:lnTo>
                      <a:pt x="379" y="117"/>
                    </a:lnTo>
                    <a:lnTo>
                      <a:pt x="376" y="117"/>
                    </a:lnTo>
                    <a:lnTo>
                      <a:pt x="369" y="116"/>
                    </a:lnTo>
                    <a:lnTo>
                      <a:pt x="363" y="116"/>
                    </a:lnTo>
                    <a:lnTo>
                      <a:pt x="356" y="115"/>
                    </a:lnTo>
                    <a:lnTo>
                      <a:pt x="349" y="115"/>
                    </a:lnTo>
                    <a:lnTo>
                      <a:pt x="346" y="114"/>
                    </a:lnTo>
                    <a:lnTo>
                      <a:pt x="342" y="114"/>
                    </a:lnTo>
                    <a:lnTo>
                      <a:pt x="339" y="114"/>
                    </a:lnTo>
                    <a:lnTo>
                      <a:pt x="335" y="113"/>
                    </a:lnTo>
                    <a:lnTo>
                      <a:pt x="333" y="113"/>
                    </a:lnTo>
                    <a:lnTo>
                      <a:pt x="329" y="113"/>
                    </a:lnTo>
                    <a:lnTo>
                      <a:pt x="326" y="112"/>
                    </a:lnTo>
                    <a:lnTo>
                      <a:pt x="322" y="112"/>
                    </a:lnTo>
                    <a:lnTo>
                      <a:pt x="319" y="112"/>
                    </a:lnTo>
                    <a:lnTo>
                      <a:pt x="315" y="111"/>
                    </a:lnTo>
                    <a:lnTo>
                      <a:pt x="312" y="111"/>
                    </a:lnTo>
                    <a:lnTo>
                      <a:pt x="308" y="111"/>
                    </a:lnTo>
                    <a:lnTo>
                      <a:pt x="306" y="110"/>
                    </a:lnTo>
                    <a:lnTo>
                      <a:pt x="302" y="110"/>
                    </a:lnTo>
                    <a:lnTo>
                      <a:pt x="299" y="109"/>
                    </a:lnTo>
                    <a:lnTo>
                      <a:pt x="297" y="109"/>
                    </a:lnTo>
                    <a:lnTo>
                      <a:pt x="295" y="109"/>
                    </a:lnTo>
                    <a:lnTo>
                      <a:pt x="293" y="109"/>
                    </a:lnTo>
                    <a:lnTo>
                      <a:pt x="292" y="109"/>
                    </a:lnTo>
                    <a:lnTo>
                      <a:pt x="290" y="108"/>
                    </a:lnTo>
                    <a:lnTo>
                      <a:pt x="288" y="108"/>
                    </a:lnTo>
                    <a:lnTo>
                      <a:pt x="286" y="108"/>
                    </a:lnTo>
                    <a:lnTo>
                      <a:pt x="284" y="108"/>
                    </a:lnTo>
                    <a:lnTo>
                      <a:pt x="283" y="107"/>
                    </a:lnTo>
                    <a:lnTo>
                      <a:pt x="281" y="107"/>
                    </a:lnTo>
                    <a:lnTo>
                      <a:pt x="279" y="107"/>
                    </a:lnTo>
                    <a:lnTo>
                      <a:pt x="277" y="107"/>
                    </a:lnTo>
                    <a:lnTo>
                      <a:pt x="277" y="106"/>
                    </a:lnTo>
                    <a:lnTo>
                      <a:pt x="275" y="106"/>
                    </a:lnTo>
                    <a:lnTo>
                      <a:pt x="273" y="106"/>
                    </a:lnTo>
                    <a:lnTo>
                      <a:pt x="271" y="106"/>
                    </a:lnTo>
                    <a:lnTo>
                      <a:pt x="270" y="105"/>
                    </a:lnTo>
                    <a:lnTo>
                      <a:pt x="268" y="105"/>
                    </a:lnTo>
                    <a:lnTo>
                      <a:pt x="266" y="105"/>
                    </a:lnTo>
                    <a:lnTo>
                      <a:pt x="266" y="105"/>
                    </a:lnTo>
                    <a:lnTo>
                      <a:pt x="264" y="105"/>
                    </a:lnTo>
                    <a:lnTo>
                      <a:pt x="263" y="104"/>
                    </a:lnTo>
                    <a:lnTo>
                      <a:pt x="261" y="104"/>
                    </a:lnTo>
                    <a:lnTo>
                      <a:pt x="259" y="104"/>
                    </a:lnTo>
                    <a:lnTo>
                      <a:pt x="257" y="103"/>
                    </a:lnTo>
                    <a:lnTo>
                      <a:pt x="256" y="103"/>
                    </a:lnTo>
                    <a:lnTo>
                      <a:pt x="254" y="103"/>
                    </a:lnTo>
                    <a:lnTo>
                      <a:pt x="252" y="102"/>
                    </a:lnTo>
                    <a:lnTo>
                      <a:pt x="250" y="102"/>
                    </a:lnTo>
                    <a:lnTo>
                      <a:pt x="248" y="102"/>
                    </a:lnTo>
                    <a:lnTo>
                      <a:pt x="248" y="101"/>
                    </a:lnTo>
                    <a:lnTo>
                      <a:pt x="246" y="101"/>
                    </a:lnTo>
                    <a:lnTo>
                      <a:pt x="244" y="101"/>
                    </a:lnTo>
                    <a:lnTo>
                      <a:pt x="242" y="100"/>
                    </a:lnTo>
                    <a:lnTo>
                      <a:pt x="241" y="100"/>
                    </a:lnTo>
                    <a:lnTo>
                      <a:pt x="239" y="100"/>
                    </a:lnTo>
                    <a:lnTo>
                      <a:pt x="237" y="99"/>
                    </a:lnTo>
                    <a:lnTo>
                      <a:pt x="235" y="99"/>
                    </a:lnTo>
                    <a:lnTo>
                      <a:pt x="234" y="99"/>
                    </a:lnTo>
                    <a:lnTo>
                      <a:pt x="232" y="98"/>
                    </a:lnTo>
                    <a:lnTo>
                      <a:pt x="230" y="98"/>
                    </a:lnTo>
                    <a:lnTo>
                      <a:pt x="228" y="97"/>
                    </a:lnTo>
                    <a:lnTo>
                      <a:pt x="226" y="97"/>
                    </a:lnTo>
                    <a:lnTo>
                      <a:pt x="225" y="97"/>
                    </a:lnTo>
                    <a:lnTo>
                      <a:pt x="223" y="96"/>
                    </a:lnTo>
                    <a:lnTo>
                      <a:pt x="221" y="96"/>
                    </a:lnTo>
                    <a:lnTo>
                      <a:pt x="219" y="95"/>
                    </a:lnTo>
                    <a:lnTo>
                      <a:pt x="219" y="95"/>
                    </a:lnTo>
                    <a:lnTo>
                      <a:pt x="217" y="94"/>
                    </a:lnTo>
                    <a:lnTo>
                      <a:pt x="215" y="94"/>
                    </a:lnTo>
                    <a:lnTo>
                      <a:pt x="213" y="93"/>
                    </a:lnTo>
                    <a:lnTo>
                      <a:pt x="212" y="93"/>
                    </a:lnTo>
                    <a:lnTo>
                      <a:pt x="210" y="92"/>
                    </a:lnTo>
                    <a:lnTo>
                      <a:pt x="210" y="92"/>
                    </a:lnTo>
                    <a:lnTo>
                      <a:pt x="209" y="93"/>
                    </a:lnTo>
                    <a:lnTo>
                      <a:pt x="208" y="93"/>
                    </a:lnTo>
                    <a:lnTo>
                      <a:pt x="206" y="94"/>
                    </a:lnTo>
                    <a:lnTo>
                      <a:pt x="204" y="95"/>
                    </a:lnTo>
                    <a:lnTo>
                      <a:pt x="202" y="95"/>
                    </a:lnTo>
                    <a:lnTo>
                      <a:pt x="201" y="96"/>
                    </a:lnTo>
                    <a:lnTo>
                      <a:pt x="199" y="97"/>
                    </a:lnTo>
                    <a:lnTo>
                      <a:pt x="197" y="97"/>
                    </a:lnTo>
                    <a:lnTo>
                      <a:pt x="195" y="98"/>
                    </a:lnTo>
                    <a:lnTo>
                      <a:pt x="193" y="99"/>
                    </a:lnTo>
                    <a:lnTo>
                      <a:pt x="192" y="99"/>
                    </a:lnTo>
                    <a:lnTo>
                      <a:pt x="191" y="100"/>
                    </a:lnTo>
                    <a:lnTo>
                      <a:pt x="190" y="101"/>
                    </a:lnTo>
                    <a:lnTo>
                      <a:pt x="189" y="102"/>
                    </a:lnTo>
                    <a:lnTo>
                      <a:pt x="187" y="104"/>
                    </a:lnTo>
                    <a:lnTo>
                      <a:pt x="186" y="106"/>
                    </a:lnTo>
                    <a:lnTo>
                      <a:pt x="185" y="106"/>
                    </a:lnTo>
                    <a:lnTo>
                      <a:pt x="184" y="107"/>
                    </a:lnTo>
                    <a:lnTo>
                      <a:pt x="183" y="107"/>
                    </a:lnTo>
                    <a:lnTo>
                      <a:pt x="182" y="107"/>
                    </a:lnTo>
                    <a:lnTo>
                      <a:pt x="180" y="107"/>
                    </a:lnTo>
                    <a:lnTo>
                      <a:pt x="177" y="108"/>
                    </a:lnTo>
                    <a:lnTo>
                      <a:pt x="175" y="108"/>
                    </a:lnTo>
                    <a:lnTo>
                      <a:pt x="173" y="108"/>
                    </a:lnTo>
                    <a:lnTo>
                      <a:pt x="171" y="109"/>
                    </a:lnTo>
                    <a:lnTo>
                      <a:pt x="169" y="109"/>
                    </a:lnTo>
                    <a:lnTo>
                      <a:pt x="167" y="110"/>
                    </a:lnTo>
                    <a:lnTo>
                      <a:pt x="165" y="110"/>
                    </a:lnTo>
                    <a:lnTo>
                      <a:pt x="163" y="110"/>
                    </a:lnTo>
                    <a:lnTo>
                      <a:pt x="161" y="111"/>
                    </a:lnTo>
                    <a:lnTo>
                      <a:pt x="159" y="111"/>
                    </a:lnTo>
                    <a:lnTo>
                      <a:pt x="157" y="111"/>
                    </a:lnTo>
                    <a:lnTo>
                      <a:pt x="155" y="111"/>
                    </a:lnTo>
                    <a:lnTo>
                      <a:pt x="153" y="112"/>
                    </a:lnTo>
                    <a:lnTo>
                      <a:pt x="151" y="112"/>
                    </a:lnTo>
                    <a:lnTo>
                      <a:pt x="149" y="112"/>
                    </a:lnTo>
                    <a:lnTo>
                      <a:pt x="146" y="113"/>
                    </a:lnTo>
                    <a:lnTo>
                      <a:pt x="144" y="113"/>
                    </a:lnTo>
                    <a:lnTo>
                      <a:pt x="142" y="113"/>
                    </a:lnTo>
                    <a:lnTo>
                      <a:pt x="140" y="113"/>
                    </a:lnTo>
                    <a:lnTo>
                      <a:pt x="138" y="114"/>
                    </a:lnTo>
                    <a:lnTo>
                      <a:pt x="135" y="114"/>
                    </a:lnTo>
                    <a:lnTo>
                      <a:pt x="133" y="114"/>
                    </a:lnTo>
                    <a:lnTo>
                      <a:pt x="132" y="114"/>
                    </a:lnTo>
                    <a:lnTo>
                      <a:pt x="130" y="114"/>
                    </a:lnTo>
                    <a:lnTo>
                      <a:pt x="127" y="115"/>
                    </a:lnTo>
                    <a:lnTo>
                      <a:pt x="125" y="115"/>
                    </a:lnTo>
                    <a:lnTo>
                      <a:pt x="123" y="115"/>
                    </a:lnTo>
                    <a:lnTo>
                      <a:pt x="121" y="115"/>
                    </a:lnTo>
                    <a:lnTo>
                      <a:pt x="119" y="115"/>
                    </a:lnTo>
                    <a:lnTo>
                      <a:pt x="118" y="115"/>
                    </a:lnTo>
                    <a:lnTo>
                      <a:pt x="116" y="115"/>
                    </a:lnTo>
                    <a:lnTo>
                      <a:pt x="115" y="115"/>
                    </a:lnTo>
                    <a:lnTo>
                      <a:pt x="114" y="115"/>
                    </a:lnTo>
                    <a:lnTo>
                      <a:pt x="113" y="116"/>
                    </a:lnTo>
                    <a:lnTo>
                      <a:pt x="112" y="116"/>
                    </a:lnTo>
                    <a:lnTo>
                      <a:pt x="111" y="116"/>
                    </a:lnTo>
                    <a:lnTo>
                      <a:pt x="110" y="116"/>
                    </a:lnTo>
                    <a:lnTo>
                      <a:pt x="109" y="116"/>
                    </a:lnTo>
                    <a:lnTo>
                      <a:pt x="108" y="116"/>
                    </a:lnTo>
                    <a:lnTo>
                      <a:pt x="107" y="116"/>
                    </a:lnTo>
                    <a:lnTo>
                      <a:pt x="105" y="116"/>
                    </a:lnTo>
                    <a:lnTo>
                      <a:pt x="104" y="116"/>
                    </a:lnTo>
                    <a:lnTo>
                      <a:pt x="103" y="116"/>
                    </a:lnTo>
                    <a:lnTo>
                      <a:pt x="103" y="116"/>
                    </a:lnTo>
                    <a:lnTo>
                      <a:pt x="102" y="116"/>
                    </a:lnTo>
                    <a:lnTo>
                      <a:pt x="101" y="116"/>
                    </a:lnTo>
                    <a:lnTo>
                      <a:pt x="100" y="116"/>
                    </a:lnTo>
                    <a:lnTo>
                      <a:pt x="99" y="116"/>
                    </a:lnTo>
                    <a:lnTo>
                      <a:pt x="98" y="116"/>
                    </a:lnTo>
                    <a:lnTo>
                      <a:pt x="97" y="116"/>
                    </a:lnTo>
                    <a:lnTo>
                      <a:pt x="96" y="116"/>
                    </a:lnTo>
                    <a:lnTo>
                      <a:pt x="94" y="116"/>
                    </a:lnTo>
                    <a:lnTo>
                      <a:pt x="93" y="116"/>
                    </a:lnTo>
                    <a:lnTo>
                      <a:pt x="92" y="116"/>
                    </a:lnTo>
                    <a:lnTo>
                      <a:pt x="91" y="116"/>
                    </a:lnTo>
                    <a:lnTo>
                      <a:pt x="90" y="116"/>
                    </a:lnTo>
                    <a:lnTo>
                      <a:pt x="89" y="116"/>
                    </a:lnTo>
                    <a:lnTo>
                      <a:pt x="88" y="116"/>
                    </a:lnTo>
                    <a:lnTo>
                      <a:pt x="87" y="116"/>
                    </a:lnTo>
                    <a:lnTo>
                      <a:pt x="86" y="116"/>
                    </a:lnTo>
                    <a:lnTo>
                      <a:pt x="85" y="115"/>
                    </a:lnTo>
                    <a:lnTo>
                      <a:pt x="84" y="115"/>
                    </a:lnTo>
                    <a:lnTo>
                      <a:pt x="83" y="115"/>
                    </a:lnTo>
                    <a:lnTo>
                      <a:pt x="82" y="115"/>
                    </a:lnTo>
                    <a:lnTo>
                      <a:pt x="81" y="115"/>
                    </a:lnTo>
                    <a:lnTo>
                      <a:pt x="79" y="115"/>
                    </a:lnTo>
                    <a:lnTo>
                      <a:pt x="78" y="115"/>
                    </a:lnTo>
                    <a:lnTo>
                      <a:pt x="77" y="115"/>
                    </a:lnTo>
                    <a:lnTo>
                      <a:pt x="76" y="115"/>
                    </a:lnTo>
                    <a:lnTo>
                      <a:pt x="75" y="115"/>
                    </a:lnTo>
                    <a:lnTo>
                      <a:pt x="74" y="115"/>
                    </a:lnTo>
                    <a:lnTo>
                      <a:pt x="74" y="115"/>
                    </a:lnTo>
                    <a:lnTo>
                      <a:pt x="73" y="114"/>
                    </a:lnTo>
                    <a:lnTo>
                      <a:pt x="72" y="114"/>
                    </a:lnTo>
                    <a:lnTo>
                      <a:pt x="71" y="114"/>
                    </a:lnTo>
                    <a:lnTo>
                      <a:pt x="70" y="114"/>
                    </a:lnTo>
                    <a:lnTo>
                      <a:pt x="69" y="114"/>
                    </a:lnTo>
                    <a:lnTo>
                      <a:pt x="68" y="114"/>
                    </a:lnTo>
                    <a:lnTo>
                      <a:pt x="67" y="114"/>
                    </a:lnTo>
                    <a:lnTo>
                      <a:pt x="66" y="113"/>
                    </a:lnTo>
                    <a:lnTo>
                      <a:pt x="65" y="113"/>
                    </a:lnTo>
                    <a:lnTo>
                      <a:pt x="64" y="113"/>
                    </a:lnTo>
                    <a:lnTo>
                      <a:pt x="63" y="113"/>
                    </a:lnTo>
                    <a:lnTo>
                      <a:pt x="62" y="113"/>
                    </a:lnTo>
                    <a:lnTo>
                      <a:pt x="61" y="113"/>
                    </a:lnTo>
                    <a:lnTo>
                      <a:pt x="60" y="112"/>
                    </a:lnTo>
                    <a:lnTo>
                      <a:pt x="59" y="112"/>
                    </a:lnTo>
                    <a:lnTo>
                      <a:pt x="58" y="112"/>
                    </a:lnTo>
                    <a:lnTo>
                      <a:pt x="57" y="112"/>
                    </a:lnTo>
                    <a:lnTo>
                      <a:pt x="56" y="112"/>
                    </a:lnTo>
                    <a:lnTo>
                      <a:pt x="55" y="111"/>
                    </a:lnTo>
                    <a:lnTo>
                      <a:pt x="54" y="111"/>
                    </a:lnTo>
                    <a:lnTo>
                      <a:pt x="53" y="111"/>
                    </a:lnTo>
                    <a:lnTo>
                      <a:pt x="52" y="111"/>
                    </a:lnTo>
                    <a:lnTo>
                      <a:pt x="51" y="110"/>
                    </a:lnTo>
                    <a:lnTo>
                      <a:pt x="50" y="110"/>
                    </a:lnTo>
                    <a:lnTo>
                      <a:pt x="49" y="110"/>
                    </a:lnTo>
                    <a:lnTo>
                      <a:pt x="48" y="110"/>
                    </a:lnTo>
                    <a:lnTo>
                      <a:pt x="47" y="109"/>
                    </a:lnTo>
                    <a:lnTo>
                      <a:pt x="46" y="109"/>
                    </a:lnTo>
                    <a:lnTo>
                      <a:pt x="45" y="109"/>
                    </a:lnTo>
                    <a:lnTo>
                      <a:pt x="45" y="108"/>
                    </a:lnTo>
                    <a:lnTo>
                      <a:pt x="44" y="108"/>
                    </a:lnTo>
                    <a:lnTo>
                      <a:pt x="43" y="108"/>
                    </a:lnTo>
                    <a:lnTo>
                      <a:pt x="42" y="107"/>
                    </a:lnTo>
                    <a:lnTo>
                      <a:pt x="41" y="107"/>
                    </a:lnTo>
                    <a:lnTo>
                      <a:pt x="40" y="107"/>
                    </a:lnTo>
                    <a:lnTo>
                      <a:pt x="40" y="106"/>
                    </a:lnTo>
                    <a:lnTo>
                      <a:pt x="39" y="106"/>
                    </a:lnTo>
                    <a:lnTo>
                      <a:pt x="38" y="106"/>
                    </a:lnTo>
                    <a:lnTo>
                      <a:pt x="37" y="105"/>
                    </a:lnTo>
                    <a:lnTo>
                      <a:pt x="36" y="105"/>
                    </a:lnTo>
                    <a:lnTo>
                      <a:pt x="35" y="104"/>
                    </a:lnTo>
                    <a:lnTo>
                      <a:pt x="34" y="104"/>
                    </a:lnTo>
                    <a:lnTo>
                      <a:pt x="33" y="103"/>
                    </a:lnTo>
                    <a:lnTo>
                      <a:pt x="32" y="103"/>
                    </a:lnTo>
                    <a:lnTo>
                      <a:pt x="31" y="103"/>
                    </a:lnTo>
                    <a:lnTo>
                      <a:pt x="30" y="102"/>
                    </a:lnTo>
                    <a:lnTo>
                      <a:pt x="30" y="102"/>
                    </a:lnTo>
                    <a:lnTo>
                      <a:pt x="29" y="101"/>
                    </a:lnTo>
                    <a:lnTo>
                      <a:pt x="28" y="101"/>
                    </a:lnTo>
                    <a:lnTo>
                      <a:pt x="27" y="100"/>
                    </a:lnTo>
                    <a:lnTo>
                      <a:pt x="26" y="100"/>
                    </a:lnTo>
                    <a:lnTo>
                      <a:pt x="25" y="99"/>
                    </a:lnTo>
                    <a:lnTo>
                      <a:pt x="24" y="99"/>
                    </a:lnTo>
                    <a:lnTo>
                      <a:pt x="24" y="98"/>
                    </a:lnTo>
                    <a:lnTo>
                      <a:pt x="23" y="97"/>
                    </a:lnTo>
                    <a:lnTo>
                      <a:pt x="22" y="97"/>
                    </a:lnTo>
                    <a:lnTo>
                      <a:pt x="21" y="96"/>
                    </a:lnTo>
                    <a:lnTo>
                      <a:pt x="20" y="96"/>
                    </a:lnTo>
                    <a:lnTo>
                      <a:pt x="19" y="95"/>
                    </a:lnTo>
                    <a:lnTo>
                      <a:pt x="19" y="94"/>
                    </a:lnTo>
                    <a:lnTo>
                      <a:pt x="18" y="94"/>
                    </a:lnTo>
                    <a:lnTo>
                      <a:pt x="17" y="93"/>
                    </a:lnTo>
                    <a:lnTo>
                      <a:pt x="17" y="92"/>
                    </a:lnTo>
                    <a:lnTo>
                      <a:pt x="17" y="92"/>
                    </a:lnTo>
                    <a:lnTo>
                      <a:pt x="16" y="92"/>
                    </a:lnTo>
                    <a:lnTo>
                      <a:pt x="15" y="91"/>
                    </a:lnTo>
                    <a:lnTo>
                      <a:pt x="14" y="90"/>
                    </a:lnTo>
                    <a:lnTo>
                      <a:pt x="14" y="90"/>
                    </a:lnTo>
                    <a:lnTo>
                      <a:pt x="13" y="89"/>
                    </a:lnTo>
                    <a:lnTo>
                      <a:pt x="12" y="88"/>
                    </a:lnTo>
                    <a:lnTo>
                      <a:pt x="11" y="87"/>
                    </a:lnTo>
                    <a:lnTo>
                      <a:pt x="11" y="87"/>
                    </a:lnTo>
                    <a:lnTo>
                      <a:pt x="10" y="86"/>
                    </a:lnTo>
                    <a:lnTo>
                      <a:pt x="9" y="85"/>
                    </a:lnTo>
                    <a:lnTo>
                      <a:pt x="9" y="84"/>
                    </a:lnTo>
                    <a:lnTo>
                      <a:pt x="8" y="84"/>
                    </a:lnTo>
                    <a:lnTo>
                      <a:pt x="8" y="83"/>
                    </a:lnTo>
                    <a:lnTo>
                      <a:pt x="8" y="83"/>
                    </a:lnTo>
                    <a:lnTo>
                      <a:pt x="7" y="82"/>
                    </a:lnTo>
                    <a:lnTo>
                      <a:pt x="7" y="82"/>
                    </a:lnTo>
                    <a:lnTo>
                      <a:pt x="7" y="81"/>
                    </a:lnTo>
                    <a:lnTo>
                      <a:pt x="6" y="80"/>
                    </a:lnTo>
                    <a:lnTo>
                      <a:pt x="6" y="80"/>
                    </a:lnTo>
                    <a:lnTo>
                      <a:pt x="6" y="79"/>
                    </a:lnTo>
                    <a:lnTo>
                      <a:pt x="5" y="79"/>
                    </a:lnTo>
                    <a:lnTo>
                      <a:pt x="5" y="78"/>
                    </a:lnTo>
                    <a:lnTo>
                      <a:pt x="5" y="78"/>
                    </a:lnTo>
                    <a:lnTo>
                      <a:pt x="4" y="77"/>
                    </a:lnTo>
                    <a:lnTo>
                      <a:pt x="4" y="77"/>
                    </a:lnTo>
                    <a:lnTo>
                      <a:pt x="4" y="76"/>
                    </a:lnTo>
                    <a:lnTo>
                      <a:pt x="4" y="75"/>
                    </a:lnTo>
                    <a:lnTo>
                      <a:pt x="3" y="75"/>
                    </a:lnTo>
                    <a:lnTo>
                      <a:pt x="3" y="74"/>
                    </a:lnTo>
                    <a:lnTo>
                      <a:pt x="3" y="74"/>
                    </a:lnTo>
                    <a:lnTo>
                      <a:pt x="3" y="73"/>
                    </a:lnTo>
                    <a:lnTo>
                      <a:pt x="2" y="72"/>
                    </a:lnTo>
                    <a:lnTo>
                      <a:pt x="2" y="72"/>
                    </a:lnTo>
                    <a:lnTo>
                      <a:pt x="2" y="71"/>
                    </a:lnTo>
                    <a:lnTo>
                      <a:pt x="2" y="71"/>
                    </a:lnTo>
                    <a:lnTo>
                      <a:pt x="2" y="70"/>
                    </a:lnTo>
                    <a:lnTo>
                      <a:pt x="1" y="69"/>
                    </a:lnTo>
                    <a:lnTo>
                      <a:pt x="1" y="69"/>
                    </a:lnTo>
                    <a:lnTo>
                      <a:pt x="1" y="68"/>
                    </a:lnTo>
                    <a:lnTo>
                      <a:pt x="1" y="67"/>
                    </a:lnTo>
                    <a:lnTo>
                      <a:pt x="1" y="67"/>
                    </a:lnTo>
                    <a:lnTo>
                      <a:pt x="1" y="66"/>
                    </a:lnTo>
                    <a:lnTo>
                      <a:pt x="1" y="65"/>
                    </a:lnTo>
                    <a:lnTo>
                      <a:pt x="0" y="65"/>
                    </a:lnTo>
                    <a:lnTo>
                      <a:pt x="0" y="64"/>
                    </a:lnTo>
                    <a:lnTo>
                      <a:pt x="0" y="63"/>
                    </a:lnTo>
                    <a:lnTo>
                      <a:pt x="0" y="63"/>
                    </a:lnTo>
                    <a:lnTo>
                      <a:pt x="0" y="62"/>
                    </a:lnTo>
                    <a:lnTo>
                      <a:pt x="0" y="62"/>
                    </a:lnTo>
                    <a:lnTo>
                      <a:pt x="0" y="62"/>
                    </a:lnTo>
                    <a:lnTo>
                      <a:pt x="0" y="61"/>
                    </a:lnTo>
                    <a:lnTo>
                      <a:pt x="0" y="60"/>
                    </a:lnTo>
                    <a:lnTo>
                      <a:pt x="0" y="60"/>
                    </a:lnTo>
                    <a:lnTo>
                      <a:pt x="0" y="59"/>
                    </a:lnTo>
                    <a:lnTo>
                      <a:pt x="0" y="58"/>
                    </a:lnTo>
                    <a:lnTo>
                      <a:pt x="0" y="58"/>
                    </a:lnTo>
                    <a:lnTo>
                      <a:pt x="0" y="57"/>
                    </a:lnTo>
                    <a:lnTo>
                      <a:pt x="0" y="56"/>
                    </a:lnTo>
                    <a:lnTo>
                      <a:pt x="1" y="56"/>
                    </a:lnTo>
                    <a:lnTo>
                      <a:pt x="1" y="55"/>
                    </a:lnTo>
                    <a:lnTo>
                      <a:pt x="1" y="54"/>
                    </a:lnTo>
                    <a:lnTo>
                      <a:pt x="1" y="54"/>
                    </a:lnTo>
                    <a:lnTo>
                      <a:pt x="1" y="53"/>
                    </a:lnTo>
                    <a:lnTo>
                      <a:pt x="1" y="52"/>
                    </a:lnTo>
                    <a:lnTo>
                      <a:pt x="1" y="52"/>
                    </a:lnTo>
                    <a:lnTo>
                      <a:pt x="2" y="51"/>
                    </a:lnTo>
                    <a:lnTo>
                      <a:pt x="2" y="50"/>
                    </a:lnTo>
                    <a:lnTo>
                      <a:pt x="2" y="50"/>
                    </a:lnTo>
                    <a:lnTo>
                      <a:pt x="2" y="49"/>
                    </a:lnTo>
                    <a:lnTo>
                      <a:pt x="2" y="49"/>
                    </a:lnTo>
                    <a:lnTo>
                      <a:pt x="3" y="48"/>
                    </a:lnTo>
                    <a:lnTo>
                      <a:pt x="3" y="47"/>
                    </a:lnTo>
                    <a:lnTo>
                      <a:pt x="3" y="47"/>
                    </a:lnTo>
                    <a:lnTo>
                      <a:pt x="3" y="46"/>
                    </a:lnTo>
                    <a:lnTo>
                      <a:pt x="4" y="46"/>
                    </a:lnTo>
                    <a:lnTo>
                      <a:pt x="4" y="45"/>
                    </a:lnTo>
                    <a:lnTo>
                      <a:pt x="4" y="45"/>
                    </a:lnTo>
                    <a:lnTo>
                      <a:pt x="4" y="44"/>
                    </a:lnTo>
                    <a:lnTo>
                      <a:pt x="5" y="44"/>
                    </a:lnTo>
                    <a:lnTo>
                      <a:pt x="5" y="43"/>
                    </a:lnTo>
                    <a:lnTo>
                      <a:pt x="5" y="43"/>
                    </a:lnTo>
                    <a:lnTo>
                      <a:pt x="6" y="42"/>
                    </a:lnTo>
                    <a:lnTo>
                      <a:pt x="6" y="42"/>
                    </a:lnTo>
                    <a:lnTo>
                      <a:pt x="6" y="41"/>
                    </a:lnTo>
                    <a:lnTo>
                      <a:pt x="6" y="41"/>
                    </a:lnTo>
                    <a:lnTo>
                      <a:pt x="7" y="40"/>
                    </a:lnTo>
                    <a:lnTo>
                      <a:pt x="7" y="40"/>
                    </a:lnTo>
                    <a:lnTo>
                      <a:pt x="7" y="39"/>
                    </a:lnTo>
                    <a:lnTo>
                      <a:pt x="8" y="39"/>
                    </a:lnTo>
                    <a:lnTo>
                      <a:pt x="8" y="38"/>
                    </a:lnTo>
                    <a:lnTo>
                      <a:pt x="8" y="38"/>
                    </a:lnTo>
                    <a:lnTo>
                      <a:pt x="9" y="38"/>
                    </a:lnTo>
                    <a:lnTo>
                      <a:pt x="9" y="37"/>
                    </a:lnTo>
                    <a:lnTo>
                      <a:pt x="9" y="37"/>
                    </a:lnTo>
                    <a:lnTo>
                      <a:pt x="10" y="36"/>
                    </a:lnTo>
                    <a:lnTo>
                      <a:pt x="10" y="36"/>
                    </a:lnTo>
                    <a:lnTo>
                      <a:pt x="11" y="36"/>
                    </a:lnTo>
                    <a:lnTo>
                      <a:pt x="11" y="35"/>
                    </a:lnTo>
                    <a:lnTo>
                      <a:pt x="11" y="35"/>
                    </a:lnTo>
                    <a:lnTo>
                      <a:pt x="12" y="34"/>
                    </a:lnTo>
                    <a:lnTo>
                      <a:pt x="13" y="33"/>
                    </a:lnTo>
                    <a:lnTo>
                      <a:pt x="13" y="33"/>
                    </a:lnTo>
                    <a:lnTo>
                      <a:pt x="14" y="33"/>
                    </a:lnTo>
                    <a:lnTo>
                      <a:pt x="15" y="32"/>
                    </a:lnTo>
                    <a:lnTo>
                      <a:pt x="16" y="32"/>
                    </a:lnTo>
                    <a:lnTo>
                      <a:pt x="16" y="31"/>
                    </a:lnTo>
                    <a:lnTo>
                      <a:pt x="17" y="31"/>
                    </a:lnTo>
                    <a:lnTo>
                      <a:pt x="17" y="30"/>
                    </a:lnTo>
                    <a:lnTo>
                      <a:pt x="18" y="29"/>
                    </a:lnTo>
                    <a:lnTo>
                      <a:pt x="18" y="29"/>
                    </a:lnTo>
                    <a:lnTo>
                      <a:pt x="19" y="28"/>
                    </a:lnTo>
                    <a:lnTo>
                      <a:pt x="20" y="28"/>
                    </a:lnTo>
                    <a:lnTo>
                      <a:pt x="21" y="27"/>
                    </a:lnTo>
                    <a:lnTo>
                      <a:pt x="21" y="27"/>
                    </a:lnTo>
                    <a:lnTo>
                      <a:pt x="22" y="26"/>
                    </a:lnTo>
                    <a:lnTo>
                      <a:pt x="23" y="26"/>
                    </a:lnTo>
                    <a:lnTo>
                      <a:pt x="24" y="25"/>
                    </a:lnTo>
                    <a:lnTo>
                      <a:pt x="25" y="25"/>
                    </a:lnTo>
                    <a:lnTo>
                      <a:pt x="25" y="25"/>
                    </a:lnTo>
                    <a:lnTo>
                      <a:pt x="26" y="24"/>
                    </a:lnTo>
                    <a:lnTo>
                      <a:pt x="27" y="24"/>
                    </a:lnTo>
                    <a:lnTo>
                      <a:pt x="28" y="23"/>
                    </a:lnTo>
                    <a:lnTo>
                      <a:pt x="28" y="23"/>
                    </a:lnTo>
                    <a:lnTo>
                      <a:pt x="29" y="22"/>
                    </a:lnTo>
                    <a:lnTo>
                      <a:pt x="30" y="22"/>
                    </a:lnTo>
                    <a:lnTo>
                      <a:pt x="31" y="22"/>
                    </a:lnTo>
                    <a:lnTo>
                      <a:pt x="32" y="21"/>
                    </a:lnTo>
                    <a:lnTo>
                      <a:pt x="32" y="21"/>
                    </a:lnTo>
                    <a:lnTo>
                      <a:pt x="33" y="21"/>
                    </a:lnTo>
                    <a:lnTo>
                      <a:pt x="34" y="20"/>
                    </a:lnTo>
                    <a:lnTo>
                      <a:pt x="35" y="20"/>
                    </a:lnTo>
                    <a:lnTo>
                      <a:pt x="36" y="20"/>
                    </a:lnTo>
                    <a:lnTo>
                      <a:pt x="36" y="19"/>
                    </a:lnTo>
                    <a:lnTo>
                      <a:pt x="37" y="19"/>
                    </a:lnTo>
                    <a:lnTo>
                      <a:pt x="38" y="19"/>
                    </a:lnTo>
                    <a:lnTo>
                      <a:pt x="39" y="18"/>
                    </a:lnTo>
                    <a:lnTo>
                      <a:pt x="39" y="18"/>
                    </a:lnTo>
                    <a:lnTo>
                      <a:pt x="40" y="18"/>
                    </a:lnTo>
                    <a:lnTo>
                      <a:pt x="41" y="17"/>
                    </a:lnTo>
                    <a:lnTo>
                      <a:pt x="42" y="17"/>
                    </a:lnTo>
                    <a:lnTo>
                      <a:pt x="43" y="17"/>
                    </a:lnTo>
                    <a:lnTo>
                      <a:pt x="43" y="17"/>
                    </a:lnTo>
                    <a:lnTo>
                      <a:pt x="44" y="16"/>
                    </a:lnTo>
                    <a:lnTo>
                      <a:pt x="45" y="16"/>
                    </a:lnTo>
                    <a:lnTo>
                      <a:pt x="45" y="16"/>
                    </a:lnTo>
                    <a:lnTo>
                      <a:pt x="46" y="15"/>
                    </a:lnTo>
                    <a:lnTo>
                      <a:pt x="48" y="15"/>
                    </a:lnTo>
                    <a:lnTo>
                      <a:pt x="49" y="14"/>
                    </a:lnTo>
                    <a:lnTo>
                      <a:pt x="51" y="14"/>
                    </a:lnTo>
                    <a:lnTo>
                      <a:pt x="52" y="13"/>
                    </a:lnTo>
                    <a:lnTo>
                      <a:pt x="53" y="13"/>
                    </a:lnTo>
                    <a:lnTo>
                      <a:pt x="55" y="12"/>
                    </a:lnTo>
                    <a:lnTo>
                      <a:pt x="56" y="12"/>
                    </a:lnTo>
                    <a:lnTo>
                      <a:pt x="58" y="12"/>
                    </a:lnTo>
                    <a:lnTo>
                      <a:pt x="59" y="11"/>
                    </a:lnTo>
                    <a:lnTo>
                      <a:pt x="60" y="11"/>
                    </a:lnTo>
                    <a:lnTo>
                      <a:pt x="61" y="11"/>
                    </a:lnTo>
                    <a:lnTo>
                      <a:pt x="63" y="10"/>
                    </a:lnTo>
                    <a:lnTo>
                      <a:pt x="65" y="10"/>
                    </a:lnTo>
                    <a:lnTo>
                      <a:pt x="67" y="9"/>
                    </a:lnTo>
                    <a:lnTo>
                      <a:pt x="69" y="9"/>
                    </a:lnTo>
                    <a:lnTo>
                      <a:pt x="69" y="9"/>
                    </a:lnTo>
                    <a:lnTo>
                      <a:pt x="69" y="8"/>
                    </a:lnTo>
                    <a:lnTo>
                      <a:pt x="70" y="8"/>
                    </a:lnTo>
                    <a:lnTo>
                      <a:pt x="71" y="8"/>
                    </a:lnTo>
                    <a:lnTo>
                      <a:pt x="71" y="8"/>
                    </a:lnTo>
                    <a:lnTo>
                      <a:pt x="72" y="8"/>
                    </a:lnTo>
                    <a:lnTo>
                      <a:pt x="73" y="7"/>
                    </a:lnTo>
                    <a:lnTo>
                      <a:pt x="74" y="7"/>
                    </a:lnTo>
                    <a:lnTo>
                      <a:pt x="74" y="7"/>
                    </a:lnTo>
                    <a:lnTo>
                      <a:pt x="74" y="6"/>
                    </a:lnTo>
                    <a:lnTo>
                      <a:pt x="76" y="6"/>
                    </a:lnTo>
                    <a:lnTo>
                      <a:pt x="78" y="5"/>
                    </a:lnTo>
                    <a:lnTo>
                      <a:pt x="80" y="4"/>
                    </a:lnTo>
                    <a:lnTo>
                      <a:pt x="82" y="4"/>
                    </a:lnTo>
                    <a:lnTo>
                      <a:pt x="83" y="3"/>
                    </a:lnTo>
                    <a:lnTo>
                      <a:pt x="85" y="3"/>
                    </a:lnTo>
                    <a:lnTo>
                      <a:pt x="87" y="2"/>
                    </a:lnTo>
                    <a:lnTo>
                      <a:pt x="88" y="2"/>
                    </a:lnTo>
                    <a:lnTo>
                      <a:pt x="90" y="1"/>
                    </a:lnTo>
                    <a:lnTo>
                      <a:pt x="91" y="1"/>
                    </a:lnTo>
                    <a:lnTo>
                      <a:pt x="92" y="1"/>
                    </a:lnTo>
                    <a:lnTo>
                      <a:pt x="93" y="1"/>
                    </a:lnTo>
                    <a:lnTo>
                      <a:pt x="93" y="1"/>
                    </a:lnTo>
                    <a:lnTo>
                      <a:pt x="94" y="0"/>
                    </a:lnTo>
                    <a:lnTo>
                      <a:pt x="95" y="0"/>
                    </a:lnTo>
                    <a:lnTo>
                      <a:pt x="96" y="0"/>
                    </a:lnTo>
                    <a:lnTo>
                      <a:pt x="96" y="0"/>
                    </a:lnTo>
                    <a:lnTo>
                      <a:pt x="98" y="0"/>
                    </a:lnTo>
                    <a:lnTo>
                      <a:pt x="99" y="0"/>
                    </a:lnTo>
                    <a:lnTo>
                      <a:pt x="102" y="1"/>
                    </a:lnTo>
                    <a:lnTo>
                      <a:pt x="104" y="2"/>
                    </a:lnTo>
                    <a:lnTo>
                      <a:pt x="106" y="3"/>
                    </a:lnTo>
                    <a:lnTo>
                      <a:pt x="106" y="3"/>
                    </a:lnTo>
                    <a:lnTo>
                      <a:pt x="109" y="4"/>
                    </a:lnTo>
                    <a:lnTo>
                      <a:pt x="112" y="6"/>
                    </a:lnTo>
                    <a:lnTo>
                      <a:pt x="114" y="9"/>
                    </a:lnTo>
                    <a:lnTo>
                      <a:pt x="114" y="9"/>
                    </a:lnTo>
                    <a:lnTo>
                      <a:pt x="114" y="9"/>
                    </a:lnTo>
                    <a:lnTo>
                      <a:pt x="116" y="9"/>
                    </a:lnTo>
                    <a:lnTo>
                      <a:pt x="117" y="10"/>
                    </a:lnTo>
                    <a:lnTo>
                      <a:pt x="119" y="11"/>
                    </a:lnTo>
                    <a:lnTo>
                      <a:pt x="123" y="12"/>
                    </a:lnTo>
                    <a:lnTo>
                      <a:pt x="125" y="13"/>
                    </a:lnTo>
                    <a:lnTo>
                      <a:pt x="126" y="14"/>
                    </a:lnTo>
                    <a:lnTo>
                      <a:pt x="128" y="15"/>
                    </a:lnTo>
                    <a:lnTo>
                      <a:pt x="130" y="15"/>
                    </a:lnTo>
                    <a:lnTo>
                      <a:pt x="131" y="16"/>
                    </a:lnTo>
                    <a:lnTo>
                      <a:pt x="132" y="16"/>
                    </a:lnTo>
                    <a:lnTo>
                      <a:pt x="132" y="17"/>
                    </a:lnTo>
                    <a:lnTo>
                      <a:pt x="132" y="17"/>
                    </a:lnTo>
                    <a:lnTo>
                      <a:pt x="133" y="17"/>
                    </a:lnTo>
                    <a:lnTo>
                      <a:pt x="134" y="18"/>
                    </a:lnTo>
                    <a:lnTo>
                      <a:pt x="135" y="18"/>
                    </a:lnTo>
                    <a:lnTo>
                      <a:pt x="136" y="19"/>
                    </a:lnTo>
                    <a:lnTo>
                      <a:pt x="137" y="19"/>
                    </a:lnTo>
                    <a:lnTo>
                      <a:pt x="138" y="19"/>
                    </a:lnTo>
                    <a:lnTo>
                      <a:pt x="138" y="20"/>
                    </a:lnTo>
                    <a:lnTo>
                      <a:pt x="139" y="20"/>
                    </a:lnTo>
                    <a:lnTo>
                      <a:pt x="140" y="21"/>
                    </a:lnTo>
                    <a:lnTo>
                      <a:pt x="141" y="21"/>
                    </a:lnTo>
                    <a:lnTo>
                      <a:pt x="142" y="22"/>
                    </a:lnTo>
                    <a:lnTo>
                      <a:pt x="143" y="22"/>
                    </a:lnTo>
                    <a:lnTo>
                      <a:pt x="144" y="23"/>
                    </a:lnTo>
                    <a:lnTo>
                      <a:pt x="144" y="23"/>
                    </a:lnTo>
                    <a:lnTo>
                      <a:pt x="145" y="24"/>
                    </a:lnTo>
                    <a:lnTo>
                      <a:pt x="146" y="24"/>
                    </a:lnTo>
                    <a:lnTo>
                      <a:pt x="147" y="24"/>
                    </a:lnTo>
                    <a:lnTo>
                      <a:pt x="148" y="25"/>
                    </a:lnTo>
                    <a:lnTo>
                      <a:pt x="149" y="25"/>
                    </a:lnTo>
                    <a:lnTo>
                      <a:pt x="150" y="26"/>
                    </a:lnTo>
                    <a:lnTo>
                      <a:pt x="151" y="26"/>
                    </a:lnTo>
                    <a:lnTo>
                      <a:pt x="152" y="27"/>
                    </a:lnTo>
                    <a:lnTo>
                      <a:pt x="153" y="27"/>
                    </a:lnTo>
                    <a:lnTo>
                      <a:pt x="154" y="28"/>
                    </a:lnTo>
                    <a:lnTo>
                      <a:pt x="155" y="28"/>
                    </a:lnTo>
                    <a:lnTo>
                      <a:pt x="155" y="28"/>
                    </a:lnTo>
                    <a:lnTo>
                      <a:pt x="156" y="29"/>
                    </a:lnTo>
                    <a:lnTo>
                      <a:pt x="157" y="29"/>
                    </a:lnTo>
                    <a:lnTo>
                      <a:pt x="158" y="30"/>
                    </a:lnTo>
                    <a:lnTo>
                      <a:pt x="159" y="30"/>
                    </a:lnTo>
                    <a:lnTo>
                      <a:pt x="160" y="31"/>
                    </a:lnTo>
                    <a:lnTo>
                      <a:pt x="161" y="31"/>
                    </a:lnTo>
                    <a:lnTo>
                      <a:pt x="161" y="32"/>
                    </a:lnTo>
                    <a:lnTo>
                      <a:pt x="162" y="32"/>
                    </a:lnTo>
                    <a:lnTo>
                      <a:pt x="163" y="32"/>
                    </a:lnTo>
                    <a:lnTo>
                      <a:pt x="164" y="33"/>
                    </a:lnTo>
                    <a:lnTo>
                      <a:pt x="165" y="33"/>
                    </a:lnTo>
                    <a:lnTo>
                      <a:pt x="166" y="33"/>
                    </a:lnTo>
                    <a:lnTo>
                      <a:pt x="167" y="33"/>
                    </a:lnTo>
                    <a:lnTo>
                      <a:pt x="168" y="33"/>
                    </a:lnTo>
                    <a:lnTo>
                      <a:pt x="169" y="34"/>
                    </a:lnTo>
                    <a:lnTo>
                      <a:pt x="170" y="34"/>
                    </a:lnTo>
                    <a:lnTo>
                      <a:pt x="172" y="35"/>
                    </a:lnTo>
                    <a:lnTo>
                      <a:pt x="174" y="36"/>
                    </a:lnTo>
                    <a:lnTo>
                      <a:pt x="176" y="37"/>
                    </a:lnTo>
                    <a:lnTo>
                      <a:pt x="178" y="37"/>
                    </a:lnTo>
                    <a:lnTo>
                      <a:pt x="180" y="38"/>
                    </a:lnTo>
                    <a:lnTo>
                      <a:pt x="182" y="39"/>
                    </a:lnTo>
                    <a:lnTo>
                      <a:pt x="184" y="40"/>
                    </a:lnTo>
                    <a:lnTo>
                      <a:pt x="186" y="40"/>
                    </a:lnTo>
                    <a:lnTo>
                      <a:pt x="188" y="41"/>
                    </a:lnTo>
                    <a:lnTo>
                      <a:pt x="190" y="42"/>
                    </a:lnTo>
                    <a:lnTo>
                      <a:pt x="191" y="43"/>
                    </a:lnTo>
                    <a:lnTo>
                      <a:pt x="193" y="43"/>
                    </a:lnTo>
                    <a:lnTo>
                      <a:pt x="195" y="44"/>
                    </a:lnTo>
                    <a:lnTo>
                      <a:pt x="197" y="45"/>
                    </a:lnTo>
                    <a:lnTo>
                      <a:pt x="199" y="45"/>
                    </a:lnTo>
                    <a:lnTo>
                      <a:pt x="200" y="46"/>
                    </a:lnTo>
                    <a:lnTo>
                      <a:pt x="202" y="46"/>
                    </a:lnTo>
                    <a:lnTo>
                      <a:pt x="204" y="47"/>
                    </a:lnTo>
                    <a:lnTo>
                      <a:pt x="205" y="47"/>
                    </a:lnTo>
                    <a:lnTo>
                      <a:pt x="207" y="48"/>
                    </a:lnTo>
                    <a:lnTo>
                      <a:pt x="208" y="48"/>
                    </a:lnTo>
                    <a:lnTo>
                      <a:pt x="210" y="49"/>
                    </a:lnTo>
                    <a:lnTo>
                      <a:pt x="212" y="49"/>
                    </a:lnTo>
                    <a:lnTo>
                      <a:pt x="213" y="50"/>
                    </a:lnTo>
                    <a:lnTo>
                      <a:pt x="215" y="50"/>
                    </a:lnTo>
                    <a:lnTo>
                      <a:pt x="216" y="51"/>
                    </a:lnTo>
                    <a:lnTo>
                      <a:pt x="218" y="51"/>
                    </a:lnTo>
                    <a:lnTo>
                      <a:pt x="219" y="52"/>
                    </a:lnTo>
                    <a:lnTo>
                      <a:pt x="220" y="52"/>
                    </a:lnTo>
                    <a:lnTo>
                      <a:pt x="222" y="53"/>
                    </a:lnTo>
                    <a:lnTo>
                      <a:pt x="224" y="53"/>
                    </a:lnTo>
                    <a:lnTo>
                      <a:pt x="225" y="53"/>
                    </a:lnTo>
                    <a:lnTo>
                      <a:pt x="227" y="54"/>
                    </a:lnTo>
                    <a:lnTo>
                      <a:pt x="228" y="54"/>
                    </a:lnTo>
                    <a:lnTo>
                      <a:pt x="230" y="55"/>
                    </a:lnTo>
                    <a:lnTo>
                      <a:pt x="232" y="55"/>
                    </a:lnTo>
                    <a:lnTo>
                      <a:pt x="233" y="55"/>
                    </a:lnTo>
                    <a:lnTo>
                      <a:pt x="235" y="56"/>
                    </a:lnTo>
                    <a:lnTo>
                      <a:pt x="236" y="56"/>
                    </a:lnTo>
                    <a:lnTo>
                      <a:pt x="238" y="57"/>
                    </a:lnTo>
                    <a:lnTo>
                      <a:pt x="240" y="57"/>
                    </a:lnTo>
                    <a:lnTo>
                      <a:pt x="241" y="57"/>
                    </a:lnTo>
                    <a:lnTo>
                      <a:pt x="243" y="58"/>
                    </a:lnTo>
                    <a:lnTo>
                      <a:pt x="245" y="58"/>
                    </a:lnTo>
                    <a:lnTo>
                      <a:pt x="246" y="58"/>
                    </a:lnTo>
                    <a:lnTo>
                      <a:pt x="248" y="59"/>
                    </a:lnTo>
                    <a:lnTo>
                      <a:pt x="248" y="59"/>
                    </a:lnTo>
                    <a:lnTo>
                      <a:pt x="250" y="59"/>
                    </a:lnTo>
                    <a:lnTo>
                      <a:pt x="252" y="60"/>
                    </a:lnTo>
                    <a:lnTo>
                      <a:pt x="253" y="60"/>
                    </a:lnTo>
                    <a:lnTo>
                      <a:pt x="255" y="60"/>
                    </a:lnTo>
                    <a:lnTo>
                      <a:pt x="257" y="61"/>
                    </a:lnTo>
                    <a:lnTo>
                      <a:pt x="258" y="61"/>
                    </a:lnTo>
                    <a:lnTo>
                      <a:pt x="260" y="61"/>
                    </a:lnTo>
                    <a:lnTo>
                      <a:pt x="262" y="61"/>
                    </a:lnTo>
                    <a:lnTo>
                      <a:pt x="263" y="62"/>
                    </a:lnTo>
                    <a:lnTo>
                      <a:pt x="265" y="62"/>
                    </a:lnTo>
                    <a:lnTo>
                      <a:pt x="266" y="62"/>
                    </a:lnTo>
                    <a:lnTo>
                      <a:pt x="268" y="62"/>
                    </a:lnTo>
                    <a:lnTo>
                      <a:pt x="270" y="62"/>
                    </a:lnTo>
                    <a:lnTo>
                      <a:pt x="271" y="62"/>
                    </a:lnTo>
                    <a:lnTo>
                      <a:pt x="273" y="62"/>
                    </a:lnTo>
                    <a:lnTo>
                      <a:pt x="273" y="62"/>
                    </a:lnTo>
                    <a:lnTo>
                      <a:pt x="275" y="63"/>
                    </a:lnTo>
                    <a:lnTo>
                      <a:pt x="276" y="63"/>
                    </a:lnTo>
                    <a:lnTo>
                      <a:pt x="277" y="63"/>
                    </a:lnTo>
                    <a:lnTo>
                      <a:pt x="279" y="63"/>
                    </a:lnTo>
                    <a:lnTo>
                      <a:pt x="280" y="64"/>
                    </a:lnTo>
                    <a:lnTo>
                      <a:pt x="282" y="64"/>
                    </a:lnTo>
                    <a:lnTo>
                      <a:pt x="284" y="64"/>
                    </a:lnTo>
                    <a:lnTo>
                      <a:pt x="285" y="64"/>
                    </a:lnTo>
                    <a:lnTo>
                      <a:pt x="287" y="65"/>
                    </a:lnTo>
                    <a:lnTo>
                      <a:pt x="289" y="65"/>
                    </a:lnTo>
                    <a:lnTo>
                      <a:pt x="290" y="65"/>
                    </a:lnTo>
                    <a:lnTo>
                      <a:pt x="292" y="65"/>
                    </a:lnTo>
                    <a:lnTo>
                      <a:pt x="294" y="66"/>
                    </a:lnTo>
                    <a:lnTo>
                      <a:pt x="295" y="66"/>
                    </a:lnTo>
                    <a:lnTo>
                      <a:pt x="297" y="66"/>
                    </a:lnTo>
                    <a:lnTo>
                      <a:pt x="299" y="66"/>
                    </a:lnTo>
                    <a:lnTo>
                      <a:pt x="300" y="66"/>
                    </a:lnTo>
                    <a:lnTo>
                      <a:pt x="302" y="67"/>
                    </a:lnTo>
                    <a:lnTo>
                      <a:pt x="304" y="67"/>
                    </a:lnTo>
                    <a:lnTo>
                      <a:pt x="306" y="67"/>
                    </a:lnTo>
                    <a:lnTo>
                      <a:pt x="309" y="68"/>
                    </a:lnTo>
                    <a:lnTo>
                      <a:pt x="313" y="68"/>
                    </a:lnTo>
                    <a:lnTo>
                      <a:pt x="316" y="68"/>
                    </a:lnTo>
                    <a:lnTo>
                      <a:pt x="320" y="69"/>
                    </a:lnTo>
                    <a:lnTo>
                      <a:pt x="323" y="69"/>
                    </a:lnTo>
                    <a:lnTo>
                      <a:pt x="326" y="69"/>
                    </a:lnTo>
                    <a:lnTo>
                      <a:pt x="330" y="70"/>
                    </a:lnTo>
                    <a:lnTo>
                      <a:pt x="333" y="70"/>
                    </a:lnTo>
                    <a:lnTo>
                      <a:pt x="336" y="70"/>
                    </a:lnTo>
                    <a:lnTo>
                      <a:pt x="339" y="71"/>
                    </a:lnTo>
                    <a:lnTo>
                      <a:pt x="342" y="71"/>
                    </a:lnTo>
                    <a:lnTo>
                      <a:pt x="346" y="71"/>
                    </a:lnTo>
                    <a:lnTo>
                      <a:pt x="349" y="72"/>
                    </a:lnTo>
                    <a:lnTo>
                      <a:pt x="353" y="72"/>
                    </a:lnTo>
                    <a:lnTo>
                      <a:pt x="360" y="72"/>
                    </a:lnTo>
                    <a:lnTo>
                      <a:pt x="366" y="73"/>
                    </a:lnTo>
                    <a:lnTo>
                      <a:pt x="373" y="74"/>
                    </a:lnTo>
                    <a:lnTo>
                      <a:pt x="380" y="74"/>
                    </a:lnTo>
                    <a:lnTo>
                      <a:pt x="383" y="75"/>
                    </a:lnTo>
                    <a:lnTo>
                      <a:pt x="387" y="75"/>
                    </a:lnTo>
                    <a:lnTo>
                      <a:pt x="390" y="75"/>
                    </a:lnTo>
                    <a:lnTo>
                      <a:pt x="393" y="75"/>
                    </a:lnTo>
                    <a:lnTo>
                      <a:pt x="396" y="76"/>
                    </a:lnTo>
                    <a:lnTo>
                      <a:pt x="400" y="76"/>
                    </a:lnTo>
                    <a:lnTo>
                      <a:pt x="403" y="76"/>
                    </a:lnTo>
                    <a:lnTo>
                      <a:pt x="407" y="77"/>
                    </a:lnTo>
                    <a:lnTo>
                      <a:pt x="409" y="77"/>
                    </a:lnTo>
                    <a:lnTo>
                      <a:pt x="412" y="77"/>
                    </a:lnTo>
                    <a:lnTo>
                      <a:pt x="414" y="77"/>
                    </a:lnTo>
                    <a:lnTo>
                      <a:pt x="417" y="78"/>
                    </a:lnTo>
                    <a:lnTo>
                      <a:pt x="419" y="78"/>
                    </a:lnTo>
                    <a:lnTo>
                      <a:pt x="422" y="78"/>
                    </a:lnTo>
                    <a:lnTo>
                      <a:pt x="423" y="78"/>
                    </a:lnTo>
                    <a:lnTo>
                      <a:pt x="426" y="79"/>
                    </a:lnTo>
                    <a:lnTo>
                      <a:pt x="428" y="79"/>
                    </a:lnTo>
                    <a:lnTo>
                      <a:pt x="431" y="79"/>
                    </a:lnTo>
                    <a:lnTo>
                      <a:pt x="433" y="79"/>
                    </a:lnTo>
                    <a:lnTo>
                      <a:pt x="436" y="79"/>
                    </a:lnTo>
                    <a:lnTo>
                      <a:pt x="438" y="79"/>
                    </a:lnTo>
                    <a:lnTo>
                      <a:pt x="441" y="80"/>
                    </a:lnTo>
                    <a:lnTo>
                      <a:pt x="443" y="80"/>
                    </a:lnTo>
                    <a:lnTo>
                      <a:pt x="446" y="80"/>
                    </a:lnTo>
                    <a:lnTo>
                      <a:pt x="448" y="80"/>
                    </a:lnTo>
                    <a:lnTo>
                      <a:pt x="451" y="80"/>
                    </a:lnTo>
                    <a:lnTo>
                      <a:pt x="452" y="80"/>
                    </a:lnTo>
                    <a:lnTo>
                      <a:pt x="455" y="81"/>
                    </a:lnTo>
                    <a:lnTo>
                      <a:pt x="457" y="81"/>
                    </a:lnTo>
                    <a:lnTo>
                      <a:pt x="460" y="81"/>
                    </a:lnTo>
                    <a:lnTo>
                      <a:pt x="462" y="81"/>
                    </a:lnTo>
                    <a:lnTo>
                      <a:pt x="465" y="81"/>
                    </a:lnTo>
                    <a:lnTo>
                      <a:pt x="467" y="81"/>
                    </a:lnTo>
                    <a:lnTo>
                      <a:pt x="470" y="81"/>
                    </a:lnTo>
                    <a:lnTo>
                      <a:pt x="472" y="81"/>
                    </a:lnTo>
                    <a:lnTo>
                      <a:pt x="475" y="82"/>
                    </a:lnTo>
                    <a:lnTo>
                      <a:pt x="477" y="82"/>
                    </a:lnTo>
                    <a:lnTo>
                      <a:pt x="480" y="82"/>
                    </a:lnTo>
                    <a:lnTo>
                      <a:pt x="481" y="82"/>
                    </a:lnTo>
                    <a:lnTo>
                      <a:pt x="484" y="82"/>
                    </a:lnTo>
                    <a:lnTo>
                      <a:pt x="487" y="82"/>
                    </a:lnTo>
                    <a:lnTo>
                      <a:pt x="489" y="82"/>
                    </a:lnTo>
                    <a:lnTo>
                      <a:pt x="492" y="82"/>
                    </a:lnTo>
                    <a:lnTo>
                      <a:pt x="494" y="82"/>
                    </a:lnTo>
                    <a:lnTo>
                      <a:pt x="497" y="82"/>
                    </a:lnTo>
                    <a:lnTo>
                      <a:pt x="499" y="82"/>
                    </a:lnTo>
                    <a:lnTo>
                      <a:pt x="502" y="83"/>
                    </a:lnTo>
                    <a:lnTo>
                      <a:pt x="504" y="83"/>
                    </a:lnTo>
                    <a:lnTo>
                      <a:pt x="507" y="83"/>
                    </a:lnTo>
                    <a:lnTo>
                      <a:pt x="509" y="83"/>
                    </a:lnTo>
                    <a:lnTo>
                      <a:pt x="511" y="83"/>
                    </a:lnTo>
                    <a:lnTo>
                      <a:pt x="513" y="83"/>
                    </a:lnTo>
                    <a:lnTo>
                      <a:pt x="516" y="83"/>
                    </a:lnTo>
                    <a:lnTo>
                      <a:pt x="518" y="83"/>
                    </a:lnTo>
                    <a:lnTo>
                      <a:pt x="521" y="83"/>
                    </a:lnTo>
                    <a:lnTo>
                      <a:pt x="523" y="83"/>
                    </a:lnTo>
                    <a:lnTo>
                      <a:pt x="526" y="83"/>
                    </a:lnTo>
                    <a:lnTo>
                      <a:pt x="528" y="83"/>
                    </a:lnTo>
                    <a:lnTo>
                      <a:pt x="531" y="83"/>
                    </a:lnTo>
                    <a:lnTo>
                      <a:pt x="534" y="83"/>
                    </a:lnTo>
                    <a:lnTo>
                      <a:pt x="536" y="83"/>
                    </a:lnTo>
                    <a:lnTo>
                      <a:pt x="537" y="83"/>
                    </a:lnTo>
                    <a:lnTo>
                      <a:pt x="538" y="83"/>
                    </a:lnTo>
                    <a:lnTo>
                      <a:pt x="540" y="83"/>
                    </a:lnTo>
                    <a:lnTo>
                      <a:pt x="543" y="83"/>
                    </a:lnTo>
                    <a:lnTo>
                      <a:pt x="545" y="83"/>
                    </a:lnTo>
                    <a:lnTo>
                      <a:pt x="548" y="83"/>
                    </a:lnTo>
                    <a:lnTo>
                      <a:pt x="550" y="83"/>
                    </a:lnTo>
                    <a:lnTo>
                      <a:pt x="553" y="83"/>
                    </a:lnTo>
                    <a:lnTo>
                      <a:pt x="555" y="83"/>
                    </a:lnTo>
                    <a:lnTo>
                      <a:pt x="558" y="83"/>
                    </a:lnTo>
                    <a:lnTo>
                      <a:pt x="561" y="83"/>
                    </a:lnTo>
                    <a:lnTo>
                      <a:pt x="563" y="83"/>
                    </a:lnTo>
                    <a:lnTo>
                      <a:pt x="566" y="83"/>
                    </a:lnTo>
                    <a:lnTo>
                      <a:pt x="567" y="83"/>
                    </a:lnTo>
                    <a:lnTo>
                      <a:pt x="570" y="83"/>
                    </a:lnTo>
                    <a:lnTo>
                      <a:pt x="572" y="83"/>
                    </a:lnTo>
                    <a:lnTo>
                      <a:pt x="575" y="83"/>
                    </a:lnTo>
                    <a:lnTo>
                      <a:pt x="577" y="83"/>
                    </a:lnTo>
                    <a:lnTo>
                      <a:pt x="582" y="83"/>
                    </a:lnTo>
                    <a:lnTo>
                      <a:pt x="588" y="83"/>
                    </a:lnTo>
                    <a:lnTo>
                      <a:pt x="593" y="82"/>
                    </a:lnTo>
                    <a:lnTo>
                      <a:pt x="597" y="82"/>
                    </a:lnTo>
                    <a:lnTo>
                      <a:pt x="602" y="82"/>
                    </a:lnTo>
                    <a:lnTo>
                      <a:pt x="607" y="82"/>
                    </a:lnTo>
                    <a:lnTo>
                      <a:pt x="612" y="82"/>
                    </a:lnTo>
                    <a:lnTo>
                      <a:pt x="617" y="82"/>
                    </a:lnTo>
                    <a:lnTo>
                      <a:pt x="622" y="82"/>
                    </a:lnTo>
                    <a:lnTo>
                      <a:pt x="626" y="81"/>
                    </a:lnTo>
                    <a:lnTo>
                      <a:pt x="632" y="81"/>
                    </a:lnTo>
                    <a:lnTo>
                      <a:pt x="637" y="81"/>
                    </a:lnTo>
                    <a:lnTo>
                      <a:pt x="642" y="81"/>
                    </a:lnTo>
                    <a:lnTo>
                      <a:pt x="647" y="81"/>
                    </a:lnTo>
                    <a:lnTo>
                      <a:pt x="647" y="81"/>
                    </a:lnTo>
                    <a:lnTo>
                      <a:pt x="652" y="80"/>
                    </a:lnTo>
                    <a:lnTo>
                      <a:pt x="656" y="80"/>
                    </a:lnTo>
                    <a:lnTo>
                      <a:pt x="661" y="80"/>
                    </a:lnTo>
                    <a:lnTo>
                      <a:pt x="666" y="80"/>
                    </a:lnTo>
                    <a:lnTo>
                      <a:pt x="672" y="79"/>
                    </a:lnTo>
                    <a:lnTo>
                      <a:pt x="677" y="79"/>
                    </a:lnTo>
                    <a:lnTo>
                      <a:pt x="682" y="79"/>
                    </a:lnTo>
                    <a:lnTo>
                      <a:pt x="686" y="79"/>
                    </a:lnTo>
                    <a:lnTo>
                      <a:pt x="691" y="78"/>
                    </a:lnTo>
                    <a:lnTo>
                      <a:pt x="696" y="78"/>
                    </a:lnTo>
                    <a:lnTo>
                      <a:pt x="701" y="78"/>
                    </a:lnTo>
                    <a:lnTo>
                      <a:pt x="707" y="77"/>
                    </a:lnTo>
                    <a:lnTo>
                      <a:pt x="711" y="77"/>
                    </a:lnTo>
                    <a:lnTo>
                      <a:pt x="716" y="77"/>
                    </a:lnTo>
                    <a:lnTo>
                      <a:pt x="721" y="77"/>
                    </a:lnTo>
                    <a:lnTo>
                      <a:pt x="726" y="76"/>
                    </a:lnTo>
                    <a:lnTo>
                      <a:pt x="731" y="76"/>
                    </a:lnTo>
                    <a:lnTo>
                      <a:pt x="737" y="76"/>
                    </a:lnTo>
                    <a:lnTo>
                      <a:pt x="741" y="76"/>
                    </a:lnTo>
                    <a:lnTo>
                      <a:pt x="746" y="76"/>
                    </a:lnTo>
                    <a:lnTo>
                      <a:pt x="751" y="76"/>
                    </a:lnTo>
                    <a:lnTo>
                      <a:pt x="761" y="76"/>
                    </a:lnTo>
                    <a:lnTo>
                      <a:pt x="771" y="76"/>
                    </a:lnTo>
                    <a:lnTo>
                      <a:pt x="771" y="76"/>
                    </a:lnTo>
                    <a:lnTo>
                      <a:pt x="781" y="76"/>
                    </a:lnTo>
                    <a:lnTo>
                      <a:pt x="801" y="76"/>
                    </a:lnTo>
                    <a:lnTo>
                      <a:pt x="805" y="76"/>
                    </a:lnTo>
                    <a:lnTo>
                      <a:pt x="811" y="76"/>
                    </a:lnTo>
                    <a:lnTo>
                      <a:pt x="821" y="75"/>
                    </a:lnTo>
                    <a:lnTo>
                      <a:pt x="831" y="75"/>
                    </a:lnTo>
                    <a:lnTo>
                      <a:pt x="841" y="74"/>
                    </a:lnTo>
                    <a:lnTo>
                      <a:pt x="846" y="74"/>
                    </a:lnTo>
                    <a:lnTo>
                      <a:pt x="851" y="74"/>
                    </a:lnTo>
                    <a:lnTo>
                      <a:pt x="856" y="74"/>
                    </a:lnTo>
                    <a:lnTo>
                      <a:pt x="861" y="73"/>
                    </a:lnTo>
                    <a:lnTo>
                      <a:pt x="866" y="73"/>
                    </a:lnTo>
                    <a:lnTo>
                      <a:pt x="871" y="73"/>
                    </a:lnTo>
                    <a:lnTo>
                      <a:pt x="876" y="73"/>
                    </a:lnTo>
                    <a:lnTo>
                      <a:pt x="881" y="73"/>
                    </a:lnTo>
                    <a:lnTo>
                      <a:pt x="886" y="72"/>
                    </a:lnTo>
                    <a:lnTo>
                      <a:pt x="891" y="72"/>
                    </a:lnTo>
                    <a:lnTo>
                      <a:pt x="896" y="72"/>
                    </a:lnTo>
                    <a:lnTo>
                      <a:pt x="900" y="72"/>
                    </a:lnTo>
                    <a:lnTo>
                      <a:pt x="901" y="72"/>
                    </a:lnTo>
                    <a:lnTo>
                      <a:pt x="906" y="72"/>
                    </a:lnTo>
                    <a:lnTo>
                      <a:pt x="911" y="72"/>
                    </a:lnTo>
                    <a:lnTo>
                      <a:pt x="915" y="72"/>
                    </a:lnTo>
                    <a:lnTo>
                      <a:pt x="921" y="71"/>
                    </a:lnTo>
                    <a:lnTo>
                      <a:pt x="926" y="71"/>
                    </a:lnTo>
                    <a:lnTo>
                      <a:pt x="931" y="71"/>
                    </a:lnTo>
                    <a:lnTo>
                      <a:pt x="936" y="71"/>
                    </a:lnTo>
                    <a:lnTo>
                      <a:pt x="941" y="71"/>
                    </a:lnTo>
                    <a:lnTo>
                      <a:pt x="945" y="71"/>
                    </a:lnTo>
                    <a:lnTo>
                      <a:pt x="950" y="71"/>
                    </a:lnTo>
                    <a:lnTo>
                      <a:pt x="956" y="71"/>
                    </a:lnTo>
                    <a:lnTo>
                      <a:pt x="959" y="71"/>
                    </a:lnTo>
                    <a:lnTo>
                      <a:pt x="961" y="71"/>
                    </a:lnTo>
                    <a:lnTo>
                      <a:pt x="966" y="71"/>
                    </a:lnTo>
                    <a:lnTo>
                      <a:pt x="971" y="71"/>
                    </a:lnTo>
                    <a:lnTo>
                      <a:pt x="975" y="71"/>
                    </a:lnTo>
                    <a:lnTo>
                      <a:pt x="980" y="71"/>
                    </a:lnTo>
                    <a:lnTo>
                      <a:pt x="985" y="71"/>
                    </a:lnTo>
                    <a:lnTo>
                      <a:pt x="990" y="71"/>
                    </a:lnTo>
                    <a:lnTo>
                      <a:pt x="996" y="71"/>
                    </a:lnTo>
                    <a:lnTo>
                      <a:pt x="1001" y="71"/>
                    </a:lnTo>
                    <a:lnTo>
                      <a:pt x="1005" y="71"/>
                    </a:lnTo>
                    <a:lnTo>
                      <a:pt x="1007" y="71"/>
                    </a:lnTo>
                    <a:lnTo>
                      <a:pt x="1010" y="71"/>
                    </a:lnTo>
                    <a:lnTo>
                      <a:pt x="1012" y="71"/>
                    </a:lnTo>
                    <a:lnTo>
                      <a:pt x="1015" y="71"/>
                    </a:lnTo>
                    <a:lnTo>
                      <a:pt x="1017" y="71"/>
                    </a:lnTo>
                    <a:lnTo>
                      <a:pt x="1018" y="71"/>
                    </a:lnTo>
                    <a:lnTo>
                      <a:pt x="1020" y="71"/>
                    </a:lnTo>
                    <a:lnTo>
                      <a:pt x="1023" y="71"/>
                    </a:lnTo>
                    <a:lnTo>
                      <a:pt x="1025" y="71"/>
                    </a:lnTo>
                    <a:lnTo>
                      <a:pt x="1028" y="70"/>
                    </a:lnTo>
                    <a:lnTo>
                      <a:pt x="1029" y="70"/>
                    </a:lnTo>
                    <a:lnTo>
                      <a:pt x="1032" y="70"/>
                    </a:lnTo>
                    <a:lnTo>
                      <a:pt x="1034" y="70"/>
                    </a:lnTo>
                    <a:lnTo>
                      <a:pt x="1037" y="70"/>
                    </a:lnTo>
                    <a:lnTo>
                      <a:pt x="1039" y="70"/>
                    </a:lnTo>
                    <a:lnTo>
                      <a:pt x="1039" y="70"/>
                    </a:lnTo>
                    <a:lnTo>
                      <a:pt x="1039" y="70"/>
                    </a:lnTo>
                    <a:close/>
                    <a:moveTo>
                      <a:pt x="91" y="46"/>
                    </a:moveTo>
                    <a:lnTo>
                      <a:pt x="89" y="47"/>
                    </a:lnTo>
                    <a:lnTo>
                      <a:pt x="88" y="47"/>
                    </a:lnTo>
                    <a:lnTo>
                      <a:pt x="87" y="48"/>
                    </a:lnTo>
                    <a:lnTo>
                      <a:pt x="86" y="48"/>
                    </a:lnTo>
                    <a:lnTo>
                      <a:pt x="85" y="48"/>
                    </a:lnTo>
                    <a:lnTo>
                      <a:pt x="84" y="49"/>
                    </a:lnTo>
                    <a:lnTo>
                      <a:pt x="83" y="49"/>
                    </a:lnTo>
                    <a:lnTo>
                      <a:pt x="82" y="49"/>
                    </a:lnTo>
                    <a:lnTo>
                      <a:pt x="81" y="49"/>
                    </a:lnTo>
                    <a:lnTo>
                      <a:pt x="80" y="50"/>
                    </a:lnTo>
                    <a:lnTo>
                      <a:pt x="79" y="50"/>
                    </a:lnTo>
                    <a:lnTo>
                      <a:pt x="77" y="50"/>
                    </a:lnTo>
                    <a:lnTo>
                      <a:pt x="75" y="51"/>
                    </a:lnTo>
                    <a:lnTo>
                      <a:pt x="74" y="52"/>
                    </a:lnTo>
                    <a:lnTo>
                      <a:pt x="73" y="52"/>
                    </a:lnTo>
                    <a:lnTo>
                      <a:pt x="72" y="52"/>
                    </a:lnTo>
                    <a:lnTo>
                      <a:pt x="71" y="52"/>
                    </a:lnTo>
                    <a:lnTo>
                      <a:pt x="70" y="53"/>
                    </a:lnTo>
                    <a:lnTo>
                      <a:pt x="68" y="53"/>
                    </a:lnTo>
                    <a:lnTo>
                      <a:pt x="67" y="53"/>
                    </a:lnTo>
                    <a:lnTo>
                      <a:pt x="66" y="54"/>
                    </a:lnTo>
                    <a:lnTo>
                      <a:pt x="65" y="54"/>
                    </a:lnTo>
                    <a:lnTo>
                      <a:pt x="64" y="55"/>
                    </a:lnTo>
                    <a:lnTo>
                      <a:pt x="63" y="55"/>
                    </a:lnTo>
                    <a:lnTo>
                      <a:pt x="61" y="55"/>
                    </a:lnTo>
                    <a:lnTo>
                      <a:pt x="60" y="56"/>
                    </a:lnTo>
                    <a:lnTo>
                      <a:pt x="59" y="56"/>
                    </a:lnTo>
                    <a:lnTo>
                      <a:pt x="58" y="56"/>
                    </a:lnTo>
                    <a:lnTo>
                      <a:pt x="58" y="57"/>
                    </a:lnTo>
                    <a:lnTo>
                      <a:pt x="57" y="57"/>
                    </a:lnTo>
                    <a:lnTo>
                      <a:pt x="57" y="57"/>
                    </a:lnTo>
                    <a:lnTo>
                      <a:pt x="56" y="57"/>
                    </a:lnTo>
                    <a:lnTo>
                      <a:pt x="56" y="57"/>
                    </a:lnTo>
                    <a:lnTo>
                      <a:pt x="55" y="58"/>
                    </a:lnTo>
                    <a:lnTo>
                      <a:pt x="54" y="58"/>
                    </a:lnTo>
                    <a:lnTo>
                      <a:pt x="54" y="58"/>
                    </a:lnTo>
                    <a:lnTo>
                      <a:pt x="53" y="58"/>
                    </a:lnTo>
                    <a:lnTo>
                      <a:pt x="53" y="58"/>
                    </a:lnTo>
                    <a:lnTo>
                      <a:pt x="52" y="59"/>
                    </a:lnTo>
                    <a:lnTo>
                      <a:pt x="52" y="59"/>
                    </a:lnTo>
                    <a:lnTo>
                      <a:pt x="51" y="59"/>
                    </a:lnTo>
                    <a:lnTo>
                      <a:pt x="51" y="59"/>
                    </a:lnTo>
                    <a:lnTo>
                      <a:pt x="50" y="60"/>
                    </a:lnTo>
                    <a:lnTo>
                      <a:pt x="50" y="60"/>
                    </a:lnTo>
                    <a:lnTo>
                      <a:pt x="49" y="60"/>
                    </a:lnTo>
                    <a:lnTo>
                      <a:pt x="49" y="60"/>
                    </a:lnTo>
                    <a:lnTo>
                      <a:pt x="48" y="61"/>
                    </a:lnTo>
                    <a:lnTo>
                      <a:pt x="48" y="61"/>
                    </a:lnTo>
                    <a:lnTo>
                      <a:pt x="47" y="61"/>
                    </a:lnTo>
                    <a:lnTo>
                      <a:pt x="47" y="61"/>
                    </a:lnTo>
                    <a:lnTo>
                      <a:pt x="46" y="61"/>
                    </a:lnTo>
                    <a:lnTo>
                      <a:pt x="46" y="62"/>
                    </a:lnTo>
                    <a:lnTo>
                      <a:pt x="46" y="62"/>
                    </a:lnTo>
                    <a:lnTo>
                      <a:pt x="45" y="62"/>
                    </a:lnTo>
                    <a:lnTo>
                      <a:pt x="45" y="62"/>
                    </a:lnTo>
                    <a:lnTo>
                      <a:pt x="45" y="62"/>
                    </a:lnTo>
                    <a:lnTo>
                      <a:pt x="45" y="62"/>
                    </a:lnTo>
                    <a:lnTo>
                      <a:pt x="46" y="62"/>
                    </a:lnTo>
                    <a:lnTo>
                      <a:pt x="46" y="62"/>
                    </a:lnTo>
                    <a:lnTo>
                      <a:pt x="46" y="62"/>
                    </a:lnTo>
                    <a:lnTo>
                      <a:pt x="47" y="62"/>
                    </a:lnTo>
                    <a:lnTo>
                      <a:pt x="47" y="63"/>
                    </a:lnTo>
                    <a:lnTo>
                      <a:pt x="47" y="63"/>
                    </a:lnTo>
                    <a:lnTo>
                      <a:pt x="48" y="63"/>
                    </a:lnTo>
                    <a:lnTo>
                      <a:pt x="48" y="63"/>
                    </a:lnTo>
                    <a:lnTo>
                      <a:pt x="48" y="64"/>
                    </a:lnTo>
                    <a:lnTo>
                      <a:pt x="49" y="64"/>
                    </a:lnTo>
                    <a:lnTo>
                      <a:pt x="49" y="64"/>
                    </a:lnTo>
                    <a:lnTo>
                      <a:pt x="50" y="64"/>
                    </a:lnTo>
                    <a:lnTo>
                      <a:pt x="50" y="64"/>
                    </a:lnTo>
                    <a:lnTo>
                      <a:pt x="50" y="65"/>
                    </a:lnTo>
                    <a:lnTo>
                      <a:pt x="51" y="65"/>
                    </a:lnTo>
                    <a:lnTo>
                      <a:pt x="51" y="65"/>
                    </a:lnTo>
                    <a:lnTo>
                      <a:pt x="52" y="65"/>
                    </a:lnTo>
                    <a:lnTo>
                      <a:pt x="52" y="66"/>
                    </a:lnTo>
                    <a:lnTo>
                      <a:pt x="53" y="66"/>
                    </a:lnTo>
                    <a:lnTo>
                      <a:pt x="53" y="66"/>
                    </a:lnTo>
                    <a:lnTo>
                      <a:pt x="54" y="66"/>
                    </a:lnTo>
                    <a:lnTo>
                      <a:pt x="54" y="66"/>
                    </a:lnTo>
                    <a:lnTo>
                      <a:pt x="55" y="67"/>
                    </a:lnTo>
                    <a:lnTo>
                      <a:pt x="55" y="67"/>
                    </a:lnTo>
                    <a:lnTo>
                      <a:pt x="56" y="67"/>
                    </a:lnTo>
                    <a:lnTo>
                      <a:pt x="56" y="67"/>
                    </a:lnTo>
                    <a:lnTo>
                      <a:pt x="57" y="67"/>
                    </a:lnTo>
                    <a:lnTo>
                      <a:pt x="57" y="68"/>
                    </a:lnTo>
                    <a:lnTo>
                      <a:pt x="58" y="68"/>
                    </a:lnTo>
                    <a:lnTo>
                      <a:pt x="59" y="68"/>
                    </a:lnTo>
                    <a:lnTo>
                      <a:pt x="59" y="68"/>
                    </a:lnTo>
                    <a:lnTo>
                      <a:pt x="60" y="68"/>
                    </a:lnTo>
                    <a:lnTo>
                      <a:pt x="60" y="69"/>
                    </a:lnTo>
                    <a:lnTo>
                      <a:pt x="61" y="69"/>
                    </a:lnTo>
                    <a:lnTo>
                      <a:pt x="62" y="69"/>
                    </a:lnTo>
                    <a:lnTo>
                      <a:pt x="62" y="69"/>
                    </a:lnTo>
                    <a:lnTo>
                      <a:pt x="63" y="69"/>
                    </a:lnTo>
                    <a:lnTo>
                      <a:pt x="63" y="69"/>
                    </a:lnTo>
                    <a:lnTo>
                      <a:pt x="64" y="70"/>
                    </a:lnTo>
                    <a:lnTo>
                      <a:pt x="65" y="70"/>
                    </a:lnTo>
                    <a:lnTo>
                      <a:pt x="65" y="70"/>
                    </a:lnTo>
                    <a:lnTo>
                      <a:pt x="66" y="70"/>
                    </a:lnTo>
                    <a:lnTo>
                      <a:pt x="67" y="70"/>
                    </a:lnTo>
                    <a:lnTo>
                      <a:pt x="68" y="70"/>
                    </a:lnTo>
                    <a:lnTo>
                      <a:pt x="68" y="70"/>
                    </a:lnTo>
                    <a:lnTo>
                      <a:pt x="69" y="71"/>
                    </a:lnTo>
                    <a:lnTo>
                      <a:pt x="70" y="71"/>
                    </a:lnTo>
                    <a:lnTo>
                      <a:pt x="70" y="71"/>
                    </a:lnTo>
                    <a:lnTo>
                      <a:pt x="71" y="71"/>
                    </a:lnTo>
                    <a:lnTo>
                      <a:pt x="72" y="71"/>
                    </a:lnTo>
                    <a:lnTo>
                      <a:pt x="73" y="71"/>
                    </a:lnTo>
                    <a:lnTo>
                      <a:pt x="73" y="71"/>
                    </a:lnTo>
                    <a:lnTo>
                      <a:pt x="74" y="71"/>
                    </a:lnTo>
                    <a:lnTo>
                      <a:pt x="74" y="72"/>
                    </a:lnTo>
                    <a:lnTo>
                      <a:pt x="75" y="72"/>
                    </a:lnTo>
                    <a:lnTo>
                      <a:pt x="76" y="72"/>
                    </a:lnTo>
                    <a:lnTo>
                      <a:pt x="76" y="72"/>
                    </a:lnTo>
                    <a:lnTo>
                      <a:pt x="77" y="72"/>
                    </a:lnTo>
                    <a:lnTo>
                      <a:pt x="78" y="72"/>
                    </a:lnTo>
                    <a:lnTo>
                      <a:pt x="79" y="72"/>
                    </a:lnTo>
                    <a:lnTo>
                      <a:pt x="80" y="72"/>
                    </a:lnTo>
                    <a:lnTo>
                      <a:pt x="80" y="72"/>
                    </a:lnTo>
                    <a:lnTo>
                      <a:pt x="81" y="72"/>
                    </a:lnTo>
                    <a:lnTo>
                      <a:pt x="82" y="72"/>
                    </a:lnTo>
                    <a:lnTo>
                      <a:pt x="83" y="73"/>
                    </a:lnTo>
                    <a:lnTo>
                      <a:pt x="84" y="73"/>
                    </a:lnTo>
                    <a:lnTo>
                      <a:pt x="85" y="73"/>
                    </a:lnTo>
                    <a:lnTo>
                      <a:pt x="85" y="73"/>
                    </a:lnTo>
                    <a:lnTo>
                      <a:pt x="86" y="73"/>
                    </a:lnTo>
                    <a:lnTo>
                      <a:pt x="87" y="73"/>
                    </a:lnTo>
                    <a:lnTo>
                      <a:pt x="88" y="73"/>
                    </a:lnTo>
                    <a:lnTo>
                      <a:pt x="89" y="73"/>
                    </a:lnTo>
                    <a:lnTo>
                      <a:pt x="90" y="73"/>
                    </a:lnTo>
                    <a:lnTo>
                      <a:pt x="91" y="73"/>
                    </a:lnTo>
                    <a:lnTo>
                      <a:pt x="92" y="73"/>
                    </a:lnTo>
                    <a:lnTo>
                      <a:pt x="93" y="73"/>
                    </a:lnTo>
                    <a:lnTo>
                      <a:pt x="93" y="73"/>
                    </a:lnTo>
                    <a:lnTo>
                      <a:pt x="94" y="73"/>
                    </a:lnTo>
                    <a:lnTo>
                      <a:pt x="95" y="73"/>
                    </a:lnTo>
                    <a:lnTo>
                      <a:pt x="96" y="73"/>
                    </a:lnTo>
                    <a:lnTo>
                      <a:pt x="97" y="73"/>
                    </a:lnTo>
                    <a:lnTo>
                      <a:pt x="98" y="73"/>
                    </a:lnTo>
                    <a:lnTo>
                      <a:pt x="99" y="73"/>
                    </a:lnTo>
                    <a:lnTo>
                      <a:pt x="100" y="73"/>
                    </a:lnTo>
                    <a:lnTo>
                      <a:pt x="101" y="73"/>
                    </a:lnTo>
                    <a:lnTo>
                      <a:pt x="102" y="73"/>
                    </a:lnTo>
                    <a:lnTo>
                      <a:pt x="103" y="73"/>
                    </a:lnTo>
                    <a:lnTo>
                      <a:pt x="103" y="73"/>
                    </a:lnTo>
                    <a:lnTo>
                      <a:pt x="104" y="73"/>
                    </a:lnTo>
                    <a:lnTo>
                      <a:pt x="104" y="73"/>
                    </a:lnTo>
                    <a:lnTo>
                      <a:pt x="105" y="73"/>
                    </a:lnTo>
                    <a:lnTo>
                      <a:pt x="106" y="73"/>
                    </a:lnTo>
                    <a:lnTo>
                      <a:pt x="107" y="73"/>
                    </a:lnTo>
                    <a:lnTo>
                      <a:pt x="108" y="73"/>
                    </a:lnTo>
                    <a:lnTo>
                      <a:pt x="109" y="73"/>
                    </a:lnTo>
                    <a:lnTo>
                      <a:pt x="110" y="73"/>
                    </a:lnTo>
                    <a:lnTo>
                      <a:pt x="111" y="73"/>
                    </a:lnTo>
                    <a:lnTo>
                      <a:pt x="112" y="73"/>
                    </a:lnTo>
                    <a:lnTo>
                      <a:pt x="113" y="73"/>
                    </a:lnTo>
                    <a:lnTo>
                      <a:pt x="114" y="73"/>
                    </a:lnTo>
                    <a:lnTo>
                      <a:pt x="115" y="73"/>
                    </a:lnTo>
                    <a:lnTo>
                      <a:pt x="116" y="73"/>
                    </a:lnTo>
                    <a:lnTo>
                      <a:pt x="118" y="72"/>
                    </a:lnTo>
                    <a:lnTo>
                      <a:pt x="120" y="72"/>
                    </a:lnTo>
                    <a:lnTo>
                      <a:pt x="122" y="72"/>
                    </a:lnTo>
                    <a:lnTo>
                      <a:pt x="124" y="72"/>
                    </a:lnTo>
                    <a:lnTo>
                      <a:pt x="126" y="72"/>
                    </a:lnTo>
                    <a:lnTo>
                      <a:pt x="128" y="72"/>
                    </a:lnTo>
                    <a:lnTo>
                      <a:pt x="130" y="72"/>
                    </a:lnTo>
                    <a:lnTo>
                      <a:pt x="132" y="71"/>
                    </a:lnTo>
                    <a:lnTo>
                      <a:pt x="133" y="71"/>
                    </a:lnTo>
                    <a:lnTo>
                      <a:pt x="135" y="71"/>
                    </a:lnTo>
                    <a:lnTo>
                      <a:pt x="137" y="71"/>
                    </a:lnTo>
                    <a:lnTo>
                      <a:pt x="139" y="70"/>
                    </a:lnTo>
                    <a:lnTo>
                      <a:pt x="141" y="70"/>
                    </a:lnTo>
                    <a:lnTo>
                      <a:pt x="143" y="70"/>
                    </a:lnTo>
                    <a:lnTo>
                      <a:pt x="145" y="70"/>
                    </a:lnTo>
                    <a:lnTo>
                      <a:pt x="145" y="70"/>
                    </a:lnTo>
                    <a:lnTo>
                      <a:pt x="143" y="69"/>
                    </a:lnTo>
                    <a:lnTo>
                      <a:pt x="142" y="69"/>
                    </a:lnTo>
                    <a:lnTo>
                      <a:pt x="141" y="68"/>
                    </a:lnTo>
                    <a:lnTo>
                      <a:pt x="140" y="68"/>
                    </a:lnTo>
                    <a:lnTo>
                      <a:pt x="139" y="67"/>
                    </a:lnTo>
                    <a:lnTo>
                      <a:pt x="138" y="67"/>
                    </a:lnTo>
                    <a:lnTo>
                      <a:pt x="137" y="66"/>
                    </a:lnTo>
                    <a:lnTo>
                      <a:pt x="136" y="66"/>
                    </a:lnTo>
                    <a:lnTo>
                      <a:pt x="135" y="65"/>
                    </a:lnTo>
                    <a:lnTo>
                      <a:pt x="134" y="65"/>
                    </a:lnTo>
                    <a:lnTo>
                      <a:pt x="133" y="64"/>
                    </a:lnTo>
                    <a:lnTo>
                      <a:pt x="132" y="64"/>
                    </a:lnTo>
                    <a:lnTo>
                      <a:pt x="132" y="63"/>
                    </a:lnTo>
                    <a:lnTo>
                      <a:pt x="130" y="63"/>
                    </a:lnTo>
                    <a:lnTo>
                      <a:pt x="129" y="62"/>
                    </a:lnTo>
                    <a:lnTo>
                      <a:pt x="128" y="62"/>
                    </a:lnTo>
                    <a:lnTo>
                      <a:pt x="127" y="62"/>
                    </a:lnTo>
                    <a:lnTo>
                      <a:pt x="126" y="62"/>
                    </a:lnTo>
                    <a:lnTo>
                      <a:pt x="125" y="61"/>
                    </a:lnTo>
                    <a:lnTo>
                      <a:pt x="124" y="60"/>
                    </a:lnTo>
                    <a:lnTo>
                      <a:pt x="123" y="60"/>
                    </a:lnTo>
                    <a:lnTo>
                      <a:pt x="122" y="59"/>
                    </a:lnTo>
                    <a:lnTo>
                      <a:pt x="121" y="59"/>
                    </a:lnTo>
                    <a:lnTo>
                      <a:pt x="120" y="58"/>
                    </a:lnTo>
                    <a:lnTo>
                      <a:pt x="119" y="58"/>
                    </a:lnTo>
                    <a:lnTo>
                      <a:pt x="119" y="58"/>
                    </a:lnTo>
                    <a:lnTo>
                      <a:pt x="118" y="57"/>
                    </a:lnTo>
                    <a:lnTo>
                      <a:pt x="118" y="57"/>
                    </a:lnTo>
                    <a:lnTo>
                      <a:pt x="118" y="57"/>
                    </a:lnTo>
                    <a:lnTo>
                      <a:pt x="117" y="57"/>
                    </a:lnTo>
                    <a:lnTo>
                      <a:pt x="117" y="56"/>
                    </a:lnTo>
                    <a:lnTo>
                      <a:pt x="116" y="56"/>
                    </a:lnTo>
                    <a:lnTo>
                      <a:pt x="115" y="56"/>
                    </a:lnTo>
                    <a:lnTo>
                      <a:pt x="115" y="56"/>
                    </a:lnTo>
                    <a:lnTo>
                      <a:pt x="114" y="55"/>
                    </a:lnTo>
                    <a:lnTo>
                      <a:pt x="113" y="55"/>
                    </a:lnTo>
                    <a:lnTo>
                      <a:pt x="112" y="55"/>
                    </a:lnTo>
                    <a:lnTo>
                      <a:pt x="111" y="54"/>
                    </a:lnTo>
                    <a:lnTo>
                      <a:pt x="109" y="53"/>
                    </a:lnTo>
                    <a:lnTo>
                      <a:pt x="107" y="53"/>
                    </a:lnTo>
                    <a:lnTo>
                      <a:pt x="106" y="52"/>
                    </a:lnTo>
                    <a:lnTo>
                      <a:pt x="103" y="50"/>
                    </a:lnTo>
                    <a:lnTo>
                      <a:pt x="101" y="49"/>
                    </a:lnTo>
                    <a:lnTo>
                      <a:pt x="99" y="49"/>
                    </a:lnTo>
                    <a:lnTo>
                      <a:pt x="98" y="48"/>
                    </a:lnTo>
                    <a:lnTo>
                      <a:pt x="96" y="47"/>
                    </a:lnTo>
                    <a:lnTo>
                      <a:pt x="95" y="47"/>
                    </a:lnTo>
                    <a:lnTo>
                      <a:pt x="94" y="46"/>
                    </a:lnTo>
                    <a:lnTo>
                      <a:pt x="93" y="46"/>
                    </a:lnTo>
                    <a:lnTo>
                      <a:pt x="92" y="46"/>
                    </a:lnTo>
                    <a:lnTo>
                      <a:pt x="92" y="46"/>
                    </a:lnTo>
                    <a:lnTo>
                      <a:pt x="91" y="46"/>
                    </a:lnTo>
                    <a:lnTo>
                      <a:pt x="91" y="46"/>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1" name="Freeform 12">
                <a:extLst>
                  <a:ext uri="{FF2B5EF4-FFF2-40B4-BE49-F238E27FC236}">
                    <a16:creationId xmlns:a16="http://schemas.microsoft.com/office/drawing/2014/main" id="{2642E0D6-A52A-EB7B-B7F0-19CA55DC456F}"/>
                  </a:ext>
                </a:extLst>
              </p:cNvPr>
              <p:cNvSpPr>
                <a:spLocks/>
              </p:cNvSpPr>
              <p:nvPr/>
            </p:nvSpPr>
            <p:spPr bwMode="auto">
              <a:xfrm>
                <a:off x="10624145" y="4715985"/>
                <a:ext cx="135748" cy="92525"/>
              </a:xfrm>
              <a:custGeom>
                <a:avLst/>
                <a:gdLst>
                  <a:gd name="T0" fmla="*/ 37 w 201"/>
                  <a:gd name="T1" fmla="*/ 2 h 137"/>
                  <a:gd name="T2" fmla="*/ 43 w 201"/>
                  <a:gd name="T3" fmla="*/ 5 h 137"/>
                  <a:gd name="T4" fmla="*/ 48 w 201"/>
                  <a:gd name="T5" fmla="*/ 9 h 137"/>
                  <a:gd name="T6" fmla="*/ 52 w 201"/>
                  <a:gd name="T7" fmla="*/ 13 h 137"/>
                  <a:gd name="T8" fmla="*/ 55 w 201"/>
                  <a:gd name="T9" fmla="*/ 18 h 137"/>
                  <a:gd name="T10" fmla="*/ 61 w 201"/>
                  <a:gd name="T11" fmla="*/ 21 h 137"/>
                  <a:gd name="T12" fmla="*/ 71 w 201"/>
                  <a:gd name="T13" fmla="*/ 28 h 137"/>
                  <a:gd name="T14" fmla="*/ 81 w 201"/>
                  <a:gd name="T15" fmla="*/ 36 h 137"/>
                  <a:gd name="T16" fmla="*/ 92 w 201"/>
                  <a:gd name="T17" fmla="*/ 44 h 137"/>
                  <a:gd name="T18" fmla="*/ 110 w 201"/>
                  <a:gd name="T19" fmla="*/ 59 h 137"/>
                  <a:gd name="T20" fmla="*/ 124 w 201"/>
                  <a:gd name="T21" fmla="*/ 72 h 137"/>
                  <a:gd name="T22" fmla="*/ 134 w 201"/>
                  <a:gd name="T23" fmla="*/ 79 h 137"/>
                  <a:gd name="T24" fmla="*/ 142 w 201"/>
                  <a:gd name="T25" fmla="*/ 85 h 137"/>
                  <a:gd name="T26" fmla="*/ 151 w 201"/>
                  <a:gd name="T27" fmla="*/ 91 h 137"/>
                  <a:gd name="T28" fmla="*/ 158 w 201"/>
                  <a:gd name="T29" fmla="*/ 95 h 137"/>
                  <a:gd name="T30" fmla="*/ 161 w 201"/>
                  <a:gd name="T31" fmla="*/ 98 h 137"/>
                  <a:gd name="T32" fmla="*/ 165 w 201"/>
                  <a:gd name="T33" fmla="*/ 101 h 137"/>
                  <a:gd name="T34" fmla="*/ 167 w 201"/>
                  <a:gd name="T35" fmla="*/ 104 h 137"/>
                  <a:gd name="T36" fmla="*/ 171 w 201"/>
                  <a:gd name="T37" fmla="*/ 108 h 137"/>
                  <a:gd name="T38" fmla="*/ 176 w 201"/>
                  <a:gd name="T39" fmla="*/ 111 h 137"/>
                  <a:gd name="T40" fmla="*/ 179 w 201"/>
                  <a:gd name="T41" fmla="*/ 113 h 137"/>
                  <a:gd name="T42" fmla="*/ 184 w 201"/>
                  <a:gd name="T43" fmla="*/ 115 h 137"/>
                  <a:gd name="T44" fmla="*/ 189 w 201"/>
                  <a:gd name="T45" fmla="*/ 116 h 137"/>
                  <a:gd name="T46" fmla="*/ 197 w 201"/>
                  <a:gd name="T47" fmla="*/ 134 h 137"/>
                  <a:gd name="T48" fmla="*/ 186 w 201"/>
                  <a:gd name="T49" fmla="*/ 137 h 137"/>
                  <a:gd name="T50" fmla="*/ 179 w 201"/>
                  <a:gd name="T51" fmla="*/ 137 h 137"/>
                  <a:gd name="T52" fmla="*/ 172 w 201"/>
                  <a:gd name="T53" fmla="*/ 137 h 137"/>
                  <a:gd name="T54" fmla="*/ 167 w 201"/>
                  <a:gd name="T55" fmla="*/ 137 h 137"/>
                  <a:gd name="T56" fmla="*/ 160 w 201"/>
                  <a:gd name="T57" fmla="*/ 137 h 137"/>
                  <a:gd name="T58" fmla="*/ 153 w 201"/>
                  <a:gd name="T59" fmla="*/ 136 h 137"/>
                  <a:gd name="T60" fmla="*/ 146 w 201"/>
                  <a:gd name="T61" fmla="*/ 135 h 137"/>
                  <a:gd name="T62" fmla="*/ 140 w 201"/>
                  <a:gd name="T63" fmla="*/ 133 h 137"/>
                  <a:gd name="T64" fmla="*/ 135 w 201"/>
                  <a:gd name="T65" fmla="*/ 131 h 137"/>
                  <a:gd name="T66" fmla="*/ 129 w 201"/>
                  <a:gd name="T67" fmla="*/ 129 h 137"/>
                  <a:gd name="T68" fmla="*/ 121 w 201"/>
                  <a:gd name="T69" fmla="*/ 127 h 137"/>
                  <a:gd name="T70" fmla="*/ 113 w 201"/>
                  <a:gd name="T71" fmla="*/ 125 h 137"/>
                  <a:gd name="T72" fmla="*/ 106 w 201"/>
                  <a:gd name="T73" fmla="*/ 123 h 137"/>
                  <a:gd name="T74" fmla="*/ 98 w 201"/>
                  <a:gd name="T75" fmla="*/ 120 h 137"/>
                  <a:gd name="T76" fmla="*/ 87 w 201"/>
                  <a:gd name="T77" fmla="*/ 117 h 137"/>
                  <a:gd name="T78" fmla="*/ 74 w 201"/>
                  <a:gd name="T79" fmla="*/ 111 h 137"/>
                  <a:gd name="T80" fmla="*/ 59 w 201"/>
                  <a:gd name="T81" fmla="*/ 104 h 137"/>
                  <a:gd name="T82" fmla="*/ 52 w 201"/>
                  <a:gd name="T83" fmla="*/ 100 h 137"/>
                  <a:gd name="T84" fmla="*/ 46 w 201"/>
                  <a:gd name="T85" fmla="*/ 96 h 137"/>
                  <a:gd name="T86" fmla="*/ 39 w 201"/>
                  <a:gd name="T87" fmla="*/ 90 h 137"/>
                  <a:gd name="T88" fmla="*/ 33 w 201"/>
                  <a:gd name="T89" fmla="*/ 85 h 137"/>
                  <a:gd name="T90" fmla="*/ 27 w 201"/>
                  <a:gd name="T91" fmla="*/ 80 h 137"/>
                  <a:gd name="T92" fmla="*/ 22 w 201"/>
                  <a:gd name="T93" fmla="*/ 74 h 137"/>
                  <a:gd name="T94" fmla="*/ 17 w 201"/>
                  <a:gd name="T95" fmla="*/ 70 h 137"/>
                  <a:gd name="T96" fmla="*/ 12 w 201"/>
                  <a:gd name="T97" fmla="*/ 64 h 137"/>
                  <a:gd name="T98" fmla="*/ 8 w 201"/>
                  <a:gd name="T99" fmla="*/ 58 h 137"/>
                  <a:gd name="T100" fmla="*/ 4 w 201"/>
                  <a:gd name="T101" fmla="*/ 51 h 137"/>
                  <a:gd name="T102" fmla="*/ 2 w 201"/>
                  <a:gd name="T103" fmla="*/ 44 h 137"/>
                  <a:gd name="T104" fmla="*/ 0 w 201"/>
                  <a:gd name="T105" fmla="*/ 37 h 137"/>
                  <a:gd name="T106" fmla="*/ 0 w 201"/>
                  <a:gd name="T107" fmla="*/ 28 h 137"/>
                  <a:gd name="T108" fmla="*/ 1 w 201"/>
                  <a:gd name="T109" fmla="*/ 23 h 137"/>
                  <a:gd name="T110" fmla="*/ 3 w 201"/>
                  <a:gd name="T111" fmla="*/ 18 h 137"/>
                  <a:gd name="T112" fmla="*/ 5 w 201"/>
                  <a:gd name="T113" fmla="*/ 14 h 137"/>
                  <a:gd name="T114" fmla="*/ 8 w 201"/>
                  <a:gd name="T115" fmla="*/ 11 h 137"/>
                  <a:gd name="T116" fmla="*/ 11 w 201"/>
                  <a:gd name="T117" fmla="*/ 8 h 137"/>
                  <a:gd name="T118" fmla="*/ 18 w 201"/>
                  <a:gd name="T119" fmla="*/ 3 h 137"/>
                  <a:gd name="T120" fmla="*/ 27 w 201"/>
                  <a:gd name="T121" fmla="*/ 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1" h="137">
                    <a:moveTo>
                      <a:pt x="29" y="0"/>
                    </a:moveTo>
                    <a:lnTo>
                      <a:pt x="30" y="0"/>
                    </a:lnTo>
                    <a:lnTo>
                      <a:pt x="31" y="1"/>
                    </a:lnTo>
                    <a:lnTo>
                      <a:pt x="32" y="1"/>
                    </a:lnTo>
                    <a:lnTo>
                      <a:pt x="33" y="1"/>
                    </a:lnTo>
                    <a:lnTo>
                      <a:pt x="34" y="1"/>
                    </a:lnTo>
                    <a:lnTo>
                      <a:pt x="35" y="1"/>
                    </a:lnTo>
                    <a:lnTo>
                      <a:pt x="36" y="2"/>
                    </a:lnTo>
                    <a:lnTo>
                      <a:pt x="37" y="2"/>
                    </a:lnTo>
                    <a:lnTo>
                      <a:pt x="38" y="2"/>
                    </a:lnTo>
                    <a:lnTo>
                      <a:pt x="38" y="3"/>
                    </a:lnTo>
                    <a:lnTo>
                      <a:pt x="39" y="3"/>
                    </a:lnTo>
                    <a:lnTo>
                      <a:pt x="40" y="3"/>
                    </a:lnTo>
                    <a:lnTo>
                      <a:pt x="40" y="4"/>
                    </a:lnTo>
                    <a:lnTo>
                      <a:pt x="41" y="4"/>
                    </a:lnTo>
                    <a:lnTo>
                      <a:pt x="42" y="4"/>
                    </a:lnTo>
                    <a:lnTo>
                      <a:pt x="42" y="5"/>
                    </a:lnTo>
                    <a:lnTo>
                      <a:pt x="43" y="5"/>
                    </a:lnTo>
                    <a:lnTo>
                      <a:pt x="43" y="5"/>
                    </a:lnTo>
                    <a:lnTo>
                      <a:pt x="44" y="6"/>
                    </a:lnTo>
                    <a:lnTo>
                      <a:pt x="44" y="6"/>
                    </a:lnTo>
                    <a:lnTo>
                      <a:pt x="45" y="6"/>
                    </a:lnTo>
                    <a:lnTo>
                      <a:pt x="45" y="7"/>
                    </a:lnTo>
                    <a:lnTo>
                      <a:pt x="46" y="8"/>
                    </a:lnTo>
                    <a:lnTo>
                      <a:pt x="47" y="8"/>
                    </a:lnTo>
                    <a:lnTo>
                      <a:pt x="47" y="9"/>
                    </a:lnTo>
                    <a:lnTo>
                      <a:pt x="48" y="9"/>
                    </a:lnTo>
                    <a:lnTo>
                      <a:pt x="49" y="10"/>
                    </a:lnTo>
                    <a:lnTo>
                      <a:pt x="49" y="11"/>
                    </a:lnTo>
                    <a:lnTo>
                      <a:pt x="50" y="11"/>
                    </a:lnTo>
                    <a:lnTo>
                      <a:pt x="50" y="12"/>
                    </a:lnTo>
                    <a:lnTo>
                      <a:pt x="51" y="12"/>
                    </a:lnTo>
                    <a:lnTo>
                      <a:pt x="51" y="13"/>
                    </a:lnTo>
                    <a:lnTo>
                      <a:pt x="51" y="13"/>
                    </a:lnTo>
                    <a:lnTo>
                      <a:pt x="52" y="13"/>
                    </a:lnTo>
                    <a:lnTo>
                      <a:pt x="52" y="13"/>
                    </a:lnTo>
                    <a:lnTo>
                      <a:pt x="52" y="14"/>
                    </a:lnTo>
                    <a:lnTo>
                      <a:pt x="53" y="15"/>
                    </a:lnTo>
                    <a:lnTo>
                      <a:pt x="54" y="16"/>
                    </a:lnTo>
                    <a:lnTo>
                      <a:pt x="54" y="17"/>
                    </a:lnTo>
                    <a:lnTo>
                      <a:pt x="54" y="17"/>
                    </a:lnTo>
                    <a:lnTo>
                      <a:pt x="54" y="17"/>
                    </a:lnTo>
                    <a:lnTo>
                      <a:pt x="55" y="18"/>
                    </a:lnTo>
                    <a:lnTo>
                      <a:pt x="55" y="18"/>
                    </a:lnTo>
                    <a:lnTo>
                      <a:pt x="55" y="18"/>
                    </a:lnTo>
                    <a:lnTo>
                      <a:pt x="55" y="18"/>
                    </a:lnTo>
                    <a:lnTo>
                      <a:pt x="56" y="18"/>
                    </a:lnTo>
                    <a:lnTo>
                      <a:pt x="57" y="19"/>
                    </a:lnTo>
                    <a:lnTo>
                      <a:pt x="57" y="19"/>
                    </a:lnTo>
                    <a:lnTo>
                      <a:pt x="58" y="20"/>
                    </a:lnTo>
                    <a:lnTo>
                      <a:pt x="59" y="20"/>
                    </a:lnTo>
                    <a:lnTo>
                      <a:pt x="59" y="20"/>
                    </a:lnTo>
                    <a:lnTo>
                      <a:pt x="60" y="21"/>
                    </a:lnTo>
                    <a:lnTo>
                      <a:pt x="61" y="21"/>
                    </a:lnTo>
                    <a:lnTo>
                      <a:pt x="62" y="22"/>
                    </a:lnTo>
                    <a:lnTo>
                      <a:pt x="64" y="23"/>
                    </a:lnTo>
                    <a:lnTo>
                      <a:pt x="65" y="24"/>
                    </a:lnTo>
                    <a:lnTo>
                      <a:pt x="66" y="25"/>
                    </a:lnTo>
                    <a:lnTo>
                      <a:pt x="67" y="25"/>
                    </a:lnTo>
                    <a:lnTo>
                      <a:pt x="67" y="25"/>
                    </a:lnTo>
                    <a:lnTo>
                      <a:pt x="69" y="26"/>
                    </a:lnTo>
                    <a:lnTo>
                      <a:pt x="70" y="27"/>
                    </a:lnTo>
                    <a:lnTo>
                      <a:pt x="71" y="28"/>
                    </a:lnTo>
                    <a:lnTo>
                      <a:pt x="72" y="29"/>
                    </a:lnTo>
                    <a:lnTo>
                      <a:pt x="74" y="30"/>
                    </a:lnTo>
                    <a:lnTo>
                      <a:pt x="75" y="31"/>
                    </a:lnTo>
                    <a:lnTo>
                      <a:pt x="76" y="31"/>
                    </a:lnTo>
                    <a:lnTo>
                      <a:pt x="77" y="32"/>
                    </a:lnTo>
                    <a:lnTo>
                      <a:pt x="78" y="33"/>
                    </a:lnTo>
                    <a:lnTo>
                      <a:pt x="80" y="34"/>
                    </a:lnTo>
                    <a:lnTo>
                      <a:pt x="81" y="35"/>
                    </a:lnTo>
                    <a:lnTo>
                      <a:pt x="81" y="36"/>
                    </a:lnTo>
                    <a:lnTo>
                      <a:pt x="82" y="37"/>
                    </a:lnTo>
                    <a:lnTo>
                      <a:pt x="83" y="38"/>
                    </a:lnTo>
                    <a:lnTo>
                      <a:pt x="85" y="39"/>
                    </a:lnTo>
                    <a:lnTo>
                      <a:pt x="86" y="40"/>
                    </a:lnTo>
                    <a:lnTo>
                      <a:pt x="87" y="41"/>
                    </a:lnTo>
                    <a:lnTo>
                      <a:pt x="88" y="42"/>
                    </a:lnTo>
                    <a:lnTo>
                      <a:pt x="89" y="42"/>
                    </a:lnTo>
                    <a:lnTo>
                      <a:pt x="90" y="43"/>
                    </a:lnTo>
                    <a:lnTo>
                      <a:pt x="92" y="44"/>
                    </a:lnTo>
                    <a:lnTo>
                      <a:pt x="93" y="45"/>
                    </a:lnTo>
                    <a:lnTo>
                      <a:pt x="94" y="45"/>
                    </a:lnTo>
                    <a:lnTo>
                      <a:pt x="96" y="47"/>
                    </a:lnTo>
                    <a:lnTo>
                      <a:pt x="96" y="47"/>
                    </a:lnTo>
                    <a:lnTo>
                      <a:pt x="99" y="49"/>
                    </a:lnTo>
                    <a:lnTo>
                      <a:pt x="101" y="51"/>
                    </a:lnTo>
                    <a:lnTo>
                      <a:pt x="103" y="53"/>
                    </a:lnTo>
                    <a:lnTo>
                      <a:pt x="106" y="55"/>
                    </a:lnTo>
                    <a:lnTo>
                      <a:pt x="110" y="59"/>
                    </a:lnTo>
                    <a:lnTo>
                      <a:pt x="112" y="61"/>
                    </a:lnTo>
                    <a:lnTo>
                      <a:pt x="114" y="63"/>
                    </a:lnTo>
                    <a:lnTo>
                      <a:pt x="116" y="65"/>
                    </a:lnTo>
                    <a:lnTo>
                      <a:pt x="118" y="67"/>
                    </a:lnTo>
                    <a:lnTo>
                      <a:pt x="121" y="69"/>
                    </a:lnTo>
                    <a:lnTo>
                      <a:pt x="121" y="69"/>
                    </a:lnTo>
                    <a:lnTo>
                      <a:pt x="122" y="70"/>
                    </a:lnTo>
                    <a:lnTo>
                      <a:pt x="123" y="71"/>
                    </a:lnTo>
                    <a:lnTo>
                      <a:pt x="124" y="72"/>
                    </a:lnTo>
                    <a:lnTo>
                      <a:pt x="125" y="72"/>
                    </a:lnTo>
                    <a:lnTo>
                      <a:pt x="126" y="72"/>
                    </a:lnTo>
                    <a:lnTo>
                      <a:pt x="127" y="73"/>
                    </a:lnTo>
                    <a:lnTo>
                      <a:pt x="129" y="74"/>
                    </a:lnTo>
                    <a:lnTo>
                      <a:pt x="130" y="75"/>
                    </a:lnTo>
                    <a:lnTo>
                      <a:pt x="131" y="76"/>
                    </a:lnTo>
                    <a:lnTo>
                      <a:pt x="132" y="77"/>
                    </a:lnTo>
                    <a:lnTo>
                      <a:pt x="133" y="78"/>
                    </a:lnTo>
                    <a:lnTo>
                      <a:pt x="134" y="79"/>
                    </a:lnTo>
                    <a:lnTo>
                      <a:pt x="135" y="80"/>
                    </a:lnTo>
                    <a:lnTo>
                      <a:pt x="136" y="80"/>
                    </a:lnTo>
                    <a:lnTo>
                      <a:pt x="137" y="81"/>
                    </a:lnTo>
                    <a:lnTo>
                      <a:pt x="138" y="82"/>
                    </a:lnTo>
                    <a:lnTo>
                      <a:pt x="139" y="83"/>
                    </a:lnTo>
                    <a:lnTo>
                      <a:pt x="140" y="84"/>
                    </a:lnTo>
                    <a:lnTo>
                      <a:pt x="141" y="84"/>
                    </a:lnTo>
                    <a:lnTo>
                      <a:pt x="142" y="85"/>
                    </a:lnTo>
                    <a:lnTo>
                      <a:pt x="142" y="85"/>
                    </a:lnTo>
                    <a:lnTo>
                      <a:pt x="143" y="86"/>
                    </a:lnTo>
                    <a:lnTo>
                      <a:pt x="144" y="87"/>
                    </a:lnTo>
                    <a:lnTo>
                      <a:pt x="145" y="88"/>
                    </a:lnTo>
                    <a:lnTo>
                      <a:pt x="146" y="88"/>
                    </a:lnTo>
                    <a:lnTo>
                      <a:pt x="147" y="89"/>
                    </a:lnTo>
                    <a:lnTo>
                      <a:pt x="149" y="90"/>
                    </a:lnTo>
                    <a:lnTo>
                      <a:pt x="150" y="90"/>
                    </a:lnTo>
                    <a:lnTo>
                      <a:pt x="151" y="91"/>
                    </a:lnTo>
                    <a:lnTo>
                      <a:pt x="151" y="91"/>
                    </a:lnTo>
                    <a:lnTo>
                      <a:pt x="152" y="92"/>
                    </a:lnTo>
                    <a:lnTo>
                      <a:pt x="153" y="93"/>
                    </a:lnTo>
                    <a:lnTo>
                      <a:pt x="154" y="93"/>
                    </a:lnTo>
                    <a:lnTo>
                      <a:pt x="155" y="94"/>
                    </a:lnTo>
                    <a:lnTo>
                      <a:pt x="155" y="94"/>
                    </a:lnTo>
                    <a:lnTo>
                      <a:pt x="156" y="95"/>
                    </a:lnTo>
                    <a:lnTo>
                      <a:pt x="156" y="95"/>
                    </a:lnTo>
                    <a:lnTo>
                      <a:pt x="157" y="95"/>
                    </a:lnTo>
                    <a:lnTo>
                      <a:pt x="158" y="95"/>
                    </a:lnTo>
                    <a:lnTo>
                      <a:pt x="158" y="96"/>
                    </a:lnTo>
                    <a:lnTo>
                      <a:pt x="158" y="96"/>
                    </a:lnTo>
                    <a:lnTo>
                      <a:pt x="159" y="96"/>
                    </a:lnTo>
                    <a:lnTo>
                      <a:pt x="159" y="97"/>
                    </a:lnTo>
                    <a:lnTo>
                      <a:pt x="159" y="97"/>
                    </a:lnTo>
                    <a:lnTo>
                      <a:pt x="160" y="97"/>
                    </a:lnTo>
                    <a:lnTo>
                      <a:pt x="160" y="98"/>
                    </a:lnTo>
                    <a:lnTo>
                      <a:pt x="161" y="98"/>
                    </a:lnTo>
                    <a:lnTo>
                      <a:pt x="161" y="98"/>
                    </a:lnTo>
                    <a:lnTo>
                      <a:pt x="162" y="99"/>
                    </a:lnTo>
                    <a:lnTo>
                      <a:pt x="162" y="99"/>
                    </a:lnTo>
                    <a:lnTo>
                      <a:pt x="163" y="100"/>
                    </a:lnTo>
                    <a:lnTo>
                      <a:pt x="163" y="100"/>
                    </a:lnTo>
                    <a:lnTo>
                      <a:pt x="163" y="100"/>
                    </a:lnTo>
                    <a:lnTo>
                      <a:pt x="164" y="100"/>
                    </a:lnTo>
                    <a:lnTo>
                      <a:pt x="164" y="101"/>
                    </a:lnTo>
                    <a:lnTo>
                      <a:pt x="164" y="101"/>
                    </a:lnTo>
                    <a:lnTo>
                      <a:pt x="165" y="101"/>
                    </a:lnTo>
                    <a:lnTo>
                      <a:pt x="165" y="101"/>
                    </a:lnTo>
                    <a:lnTo>
                      <a:pt x="166" y="102"/>
                    </a:lnTo>
                    <a:lnTo>
                      <a:pt x="166" y="102"/>
                    </a:lnTo>
                    <a:lnTo>
                      <a:pt x="167" y="102"/>
                    </a:lnTo>
                    <a:lnTo>
                      <a:pt x="167" y="103"/>
                    </a:lnTo>
                    <a:lnTo>
                      <a:pt x="167" y="103"/>
                    </a:lnTo>
                    <a:lnTo>
                      <a:pt x="167" y="103"/>
                    </a:lnTo>
                    <a:lnTo>
                      <a:pt x="167" y="104"/>
                    </a:lnTo>
                    <a:lnTo>
                      <a:pt x="167" y="104"/>
                    </a:lnTo>
                    <a:lnTo>
                      <a:pt x="168" y="104"/>
                    </a:lnTo>
                    <a:lnTo>
                      <a:pt x="168" y="105"/>
                    </a:lnTo>
                    <a:lnTo>
                      <a:pt x="169" y="105"/>
                    </a:lnTo>
                    <a:lnTo>
                      <a:pt x="169" y="106"/>
                    </a:lnTo>
                    <a:lnTo>
                      <a:pt x="169" y="106"/>
                    </a:lnTo>
                    <a:lnTo>
                      <a:pt x="170" y="107"/>
                    </a:lnTo>
                    <a:lnTo>
                      <a:pt x="170" y="107"/>
                    </a:lnTo>
                    <a:lnTo>
                      <a:pt x="171" y="107"/>
                    </a:lnTo>
                    <a:lnTo>
                      <a:pt x="171" y="108"/>
                    </a:lnTo>
                    <a:lnTo>
                      <a:pt x="172" y="108"/>
                    </a:lnTo>
                    <a:lnTo>
                      <a:pt x="172" y="108"/>
                    </a:lnTo>
                    <a:lnTo>
                      <a:pt x="173" y="109"/>
                    </a:lnTo>
                    <a:lnTo>
                      <a:pt x="173" y="109"/>
                    </a:lnTo>
                    <a:lnTo>
                      <a:pt x="174" y="109"/>
                    </a:lnTo>
                    <a:lnTo>
                      <a:pt x="174" y="110"/>
                    </a:lnTo>
                    <a:lnTo>
                      <a:pt x="175" y="110"/>
                    </a:lnTo>
                    <a:lnTo>
                      <a:pt x="175" y="110"/>
                    </a:lnTo>
                    <a:lnTo>
                      <a:pt x="176" y="111"/>
                    </a:lnTo>
                    <a:lnTo>
                      <a:pt x="176" y="111"/>
                    </a:lnTo>
                    <a:lnTo>
                      <a:pt x="176" y="111"/>
                    </a:lnTo>
                    <a:lnTo>
                      <a:pt x="177" y="112"/>
                    </a:lnTo>
                    <a:lnTo>
                      <a:pt x="177" y="112"/>
                    </a:lnTo>
                    <a:lnTo>
                      <a:pt x="177" y="112"/>
                    </a:lnTo>
                    <a:lnTo>
                      <a:pt x="178" y="112"/>
                    </a:lnTo>
                    <a:lnTo>
                      <a:pt x="178" y="112"/>
                    </a:lnTo>
                    <a:lnTo>
                      <a:pt x="179" y="113"/>
                    </a:lnTo>
                    <a:lnTo>
                      <a:pt x="179" y="113"/>
                    </a:lnTo>
                    <a:lnTo>
                      <a:pt x="180" y="113"/>
                    </a:lnTo>
                    <a:lnTo>
                      <a:pt x="180" y="113"/>
                    </a:lnTo>
                    <a:lnTo>
                      <a:pt x="181" y="114"/>
                    </a:lnTo>
                    <a:lnTo>
                      <a:pt x="181" y="114"/>
                    </a:lnTo>
                    <a:lnTo>
                      <a:pt x="182" y="114"/>
                    </a:lnTo>
                    <a:lnTo>
                      <a:pt x="182" y="114"/>
                    </a:lnTo>
                    <a:lnTo>
                      <a:pt x="183" y="114"/>
                    </a:lnTo>
                    <a:lnTo>
                      <a:pt x="184" y="115"/>
                    </a:lnTo>
                    <a:lnTo>
                      <a:pt x="184" y="115"/>
                    </a:lnTo>
                    <a:lnTo>
                      <a:pt x="185" y="115"/>
                    </a:lnTo>
                    <a:lnTo>
                      <a:pt x="185" y="115"/>
                    </a:lnTo>
                    <a:lnTo>
                      <a:pt x="186" y="115"/>
                    </a:lnTo>
                    <a:lnTo>
                      <a:pt x="186" y="115"/>
                    </a:lnTo>
                    <a:lnTo>
                      <a:pt x="187" y="115"/>
                    </a:lnTo>
                    <a:lnTo>
                      <a:pt x="187" y="115"/>
                    </a:lnTo>
                    <a:lnTo>
                      <a:pt x="188" y="115"/>
                    </a:lnTo>
                    <a:lnTo>
                      <a:pt x="188" y="116"/>
                    </a:lnTo>
                    <a:lnTo>
                      <a:pt x="189" y="116"/>
                    </a:lnTo>
                    <a:lnTo>
                      <a:pt x="189" y="116"/>
                    </a:lnTo>
                    <a:lnTo>
                      <a:pt x="190" y="116"/>
                    </a:lnTo>
                    <a:lnTo>
                      <a:pt x="190" y="116"/>
                    </a:lnTo>
                    <a:lnTo>
                      <a:pt x="190" y="116"/>
                    </a:lnTo>
                    <a:lnTo>
                      <a:pt x="191" y="116"/>
                    </a:lnTo>
                    <a:lnTo>
                      <a:pt x="197" y="119"/>
                    </a:lnTo>
                    <a:lnTo>
                      <a:pt x="201" y="127"/>
                    </a:lnTo>
                    <a:lnTo>
                      <a:pt x="201" y="127"/>
                    </a:lnTo>
                    <a:lnTo>
                      <a:pt x="197" y="134"/>
                    </a:lnTo>
                    <a:lnTo>
                      <a:pt x="190" y="137"/>
                    </a:lnTo>
                    <a:lnTo>
                      <a:pt x="190" y="137"/>
                    </a:lnTo>
                    <a:lnTo>
                      <a:pt x="190" y="137"/>
                    </a:lnTo>
                    <a:lnTo>
                      <a:pt x="190" y="137"/>
                    </a:lnTo>
                    <a:lnTo>
                      <a:pt x="189" y="137"/>
                    </a:lnTo>
                    <a:lnTo>
                      <a:pt x="188" y="137"/>
                    </a:lnTo>
                    <a:lnTo>
                      <a:pt x="187" y="137"/>
                    </a:lnTo>
                    <a:lnTo>
                      <a:pt x="187" y="137"/>
                    </a:lnTo>
                    <a:lnTo>
                      <a:pt x="186" y="137"/>
                    </a:lnTo>
                    <a:lnTo>
                      <a:pt x="185" y="137"/>
                    </a:lnTo>
                    <a:lnTo>
                      <a:pt x="184" y="137"/>
                    </a:lnTo>
                    <a:lnTo>
                      <a:pt x="184" y="137"/>
                    </a:lnTo>
                    <a:lnTo>
                      <a:pt x="183" y="137"/>
                    </a:lnTo>
                    <a:lnTo>
                      <a:pt x="182" y="137"/>
                    </a:lnTo>
                    <a:lnTo>
                      <a:pt x="181" y="137"/>
                    </a:lnTo>
                    <a:lnTo>
                      <a:pt x="181" y="137"/>
                    </a:lnTo>
                    <a:lnTo>
                      <a:pt x="180" y="137"/>
                    </a:lnTo>
                    <a:lnTo>
                      <a:pt x="179" y="137"/>
                    </a:lnTo>
                    <a:lnTo>
                      <a:pt x="178" y="137"/>
                    </a:lnTo>
                    <a:lnTo>
                      <a:pt x="178" y="137"/>
                    </a:lnTo>
                    <a:lnTo>
                      <a:pt x="177" y="137"/>
                    </a:lnTo>
                    <a:lnTo>
                      <a:pt x="176" y="137"/>
                    </a:lnTo>
                    <a:lnTo>
                      <a:pt x="175" y="137"/>
                    </a:lnTo>
                    <a:lnTo>
                      <a:pt x="175" y="137"/>
                    </a:lnTo>
                    <a:lnTo>
                      <a:pt x="174" y="137"/>
                    </a:lnTo>
                    <a:lnTo>
                      <a:pt x="173" y="137"/>
                    </a:lnTo>
                    <a:lnTo>
                      <a:pt x="172" y="137"/>
                    </a:lnTo>
                    <a:lnTo>
                      <a:pt x="171" y="137"/>
                    </a:lnTo>
                    <a:lnTo>
                      <a:pt x="171" y="137"/>
                    </a:lnTo>
                    <a:lnTo>
                      <a:pt x="171" y="137"/>
                    </a:lnTo>
                    <a:lnTo>
                      <a:pt x="170" y="137"/>
                    </a:lnTo>
                    <a:lnTo>
                      <a:pt x="169" y="137"/>
                    </a:lnTo>
                    <a:lnTo>
                      <a:pt x="168" y="137"/>
                    </a:lnTo>
                    <a:lnTo>
                      <a:pt x="168" y="137"/>
                    </a:lnTo>
                    <a:lnTo>
                      <a:pt x="167" y="137"/>
                    </a:lnTo>
                    <a:lnTo>
                      <a:pt x="167" y="137"/>
                    </a:lnTo>
                    <a:lnTo>
                      <a:pt x="166" y="137"/>
                    </a:lnTo>
                    <a:lnTo>
                      <a:pt x="165" y="137"/>
                    </a:lnTo>
                    <a:lnTo>
                      <a:pt x="165" y="137"/>
                    </a:lnTo>
                    <a:lnTo>
                      <a:pt x="164" y="137"/>
                    </a:lnTo>
                    <a:lnTo>
                      <a:pt x="163" y="137"/>
                    </a:lnTo>
                    <a:lnTo>
                      <a:pt x="162" y="137"/>
                    </a:lnTo>
                    <a:lnTo>
                      <a:pt x="161" y="137"/>
                    </a:lnTo>
                    <a:lnTo>
                      <a:pt x="161" y="137"/>
                    </a:lnTo>
                    <a:lnTo>
                      <a:pt x="160" y="137"/>
                    </a:lnTo>
                    <a:lnTo>
                      <a:pt x="159" y="137"/>
                    </a:lnTo>
                    <a:lnTo>
                      <a:pt x="158" y="137"/>
                    </a:lnTo>
                    <a:lnTo>
                      <a:pt x="157" y="136"/>
                    </a:lnTo>
                    <a:lnTo>
                      <a:pt x="157" y="136"/>
                    </a:lnTo>
                    <a:lnTo>
                      <a:pt x="156" y="136"/>
                    </a:lnTo>
                    <a:lnTo>
                      <a:pt x="155" y="136"/>
                    </a:lnTo>
                    <a:lnTo>
                      <a:pt x="154" y="136"/>
                    </a:lnTo>
                    <a:lnTo>
                      <a:pt x="153" y="136"/>
                    </a:lnTo>
                    <a:lnTo>
                      <a:pt x="153" y="136"/>
                    </a:lnTo>
                    <a:lnTo>
                      <a:pt x="152" y="136"/>
                    </a:lnTo>
                    <a:lnTo>
                      <a:pt x="152" y="136"/>
                    </a:lnTo>
                    <a:lnTo>
                      <a:pt x="151" y="136"/>
                    </a:lnTo>
                    <a:lnTo>
                      <a:pt x="150" y="136"/>
                    </a:lnTo>
                    <a:lnTo>
                      <a:pt x="149" y="135"/>
                    </a:lnTo>
                    <a:lnTo>
                      <a:pt x="148" y="135"/>
                    </a:lnTo>
                    <a:lnTo>
                      <a:pt x="148" y="135"/>
                    </a:lnTo>
                    <a:lnTo>
                      <a:pt x="147" y="135"/>
                    </a:lnTo>
                    <a:lnTo>
                      <a:pt x="146" y="135"/>
                    </a:lnTo>
                    <a:lnTo>
                      <a:pt x="145" y="135"/>
                    </a:lnTo>
                    <a:lnTo>
                      <a:pt x="145" y="135"/>
                    </a:lnTo>
                    <a:lnTo>
                      <a:pt x="144" y="135"/>
                    </a:lnTo>
                    <a:lnTo>
                      <a:pt x="144" y="134"/>
                    </a:lnTo>
                    <a:lnTo>
                      <a:pt x="143" y="134"/>
                    </a:lnTo>
                    <a:lnTo>
                      <a:pt x="142" y="134"/>
                    </a:lnTo>
                    <a:lnTo>
                      <a:pt x="141" y="134"/>
                    </a:lnTo>
                    <a:lnTo>
                      <a:pt x="141" y="133"/>
                    </a:lnTo>
                    <a:lnTo>
                      <a:pt x="140" y="133"/>
                    </a:lnTo>
                    <a:lnTo>
                      <a:pt x="139" y="133"/>
                    </a:lnTo>
                    <a:lnTo>
                      <a:pt x="138" y="132"/>
                    </a:lnTo>
                    <a:lnTo>
                      <a:pt x="138" y="132"/>
                    </a:lnTo>
                    <a:lnTo>
                      <a:pt x="138" y="132"/>
                    </a:lnTo>
                    <a:lnTo>
                      <a:pt x="138" y="132"/>
                    </a:lnTo>
                    <a:lnTo>
                      <a:pt x="137" y="132"/>
                    </a:lnTo>
                    <a:lnTo>
                      <a:pt x="136" y="131"/>
                    </a:lnTo>
                    <a:lnTo>
                      <a:pt x="136" y="131"/>
                    </a:lnTo>
                    <a:lnTo>
                      <a:pt x="135" y="131"/>
                    </a:lnTo>
                    <a:lnTo>
                      <a:pt x="134" y="131"/>
                    </a:lnTo>
                    <a:lnTo>
                      <a:pt x="134" y="131"/>
                    </a:lnTo>
                    <a:lnTo>
                      <a:pt x="133" y="130"/>
                    </a:lnTo>
                    <a:lnTo>
                      <a:pt x="133" y="130"/>
                    </a:lnTo>
                    <a:lnTo>
                      <a:pt x="132" y="130"/>
                    </a:lnTo>
                    <a:lnTo>
                      <a:pt x="131" y="130"/>
                    </a:lnTo>
                    <a:lnTo>
                      <a:pt x="130" y="130"/>
                    </a:lnTo>
                    <a:lnTo>
                      <a:pt x="129" y="129"/>
                    </a:lnTo>
                    <a:lnTo>
                      <a:pt x="129" y="129"/>
                    </a:lnTo>
                    <a:lnTo>
                      <a:pt x="128" y="129"/>
                    </a:lnTo>
                    <a:lnTo>
                      <a:pt x="127" y="129"/>
                    </a:lnTo>
                    <a:lnTo>
                      <a:pt x="126" y="129"/>
                    </a:lnTo>
                    <a:lnTo>
                      <a:pt x="125" y="128"/>
                    </a:lnTo>
                    <a:lnTo>
                      <a:pt x="124" y="128"/>
                    </a:lnTo>
                    <a:lnTo>
                      <a:pt x="124" y="128"/>
                    </a:lnTo>
                    <a:lnTo>
                      <a:pt x="123" y="128"/>
                    </a:lnTo>
                    <a:lnTo>
                      <a:pt x="122" y="127"/>
                    </a:lnTo>
                    <a:lnTo>
                      <a:pt x="121" y="127"/>
                    </a:lnTo>
                    <a:lnTo>
                      <a:pt x="120" y="127"/>
                    </a:lnTo>
                    <a:lnTo>
                      <a:pt x="119" y="127"/>
                    </a:lnTo>
                    <a:lnTo>
                      <a:pt x="118" y="126"/>
                    </a:lnTo>
                    <a:lnTo>
                      <a:pt x="117" y="126"/>
                    </a:lnTo>
                    <a:lnTo>
                      <a:pt x="117" y="126"/>
                    </a:lnTo>
                    <a:lnTo>
                      <a:pt x="116" y="126"/>
                    </a:lnTo>
                    <a:lnTo>
                      <a:pt x="115" y="126"/>
                    </a:lnTo>
                    <a:lnTo>
                      <a:pt x="114" y="125"/>
                    </a:lnTo>
                    <a:lnTo>
                      <a:pt x="113" y="125"/>
                    </a:lnTo>
                    <a:lnTo>
                      <a:pt x="112" y="125"/>
                    </a:lnTo>
                    <a:lnTo>
                      <a:pt x="111" y="125"/>
                    </a:lnTo>
                    <a:lnTo>
                      <a:pt x="110" y="124"/>
                    </a:lnTo>
                    <a:lnTo>
                      <a:pt x="110" y="124"/>
                    </a:lnTo>
                    <a:lnTo>
                      <a:pt x="110" y="124"/>
                    </a:lnTo>
                    <a:lnTo>
                      <a:pt x="109" y="123"/>
                    </a:lnTo>
                    <a:lnTo>
                      <a:pt x="108" y="123"/>
                    </a:lnTo>
                    <a:lnTo>
                      <a:pt x="107" y="123"/>
                    </a:lnTo>
                    <a:lnTo>
                      <a:pt x="106" y="123"/>
                    </a:lnTo>
                    <a:lnTo>
                      <a:pt x="105" y="122"/>
                    </a:lnTo>
                    <a:lnTo>
                      <a:pt x="104" y="122"/>
                    </a:lnTo>
                    <a:lnTo>
                      <a:pt x="103" y="122"/>
                    </a:lnTo>
                    <a:lnTo>
                      <a:pt x="102" y="122"/>
                    </a:lnTo>
                    <a:lnTo>
                      <a:pt x="101" y="121"/>
                    </a:lnTo>
                    <a:lnTo>
                      <a:pt x="100" y="121"/>
                    </a:lnTo>
                    <a:lnTo>
                      <a:pt x="100" y="121"/>
                    </a:lnTo>
                    <a:lnTo>
                      <a:pt x="99" y="120"/>
                    </a:lnTo>
                    <a:lnTo>
                      <a:pt x="98" y="120"/>
                    </a:lnTo>
                    <a:lnTo>
                      <a:pt x="97" y="120"/>
                    </a:lnTo>
                    <a:lnTo>
                      <a:pt x="96" y="120"/>
                    </a:lnTo>
                    <a:lnTo>
                      <a:pt x="95" y="119"/>
                    </a:lnTo>
                    <a:lnTo>
                      <a:pt x="94" y="119"/>
                    </a:lnTo>
                    <a:lnTo>
                      <a:pt x="93" y="119"/>
                    </a:lnTo>
                    <a:lnTo>
                      <a:pt x="91" y="118"/>
                    </a:lnTo>
                    <a:lnTo>
                      <a:pt x="90" y="118"/>
                    </a:lnTo>
                    <a:lnTo>
                      <a:pt x="89" y="118"/>
                    </a:lnTo>
                    <a:lnTo>
                      <a:pt x="87" y="117"/>
                    </a:lnTo>
                    <a:lnTo>
                      <a:pt x="85" y="116"/>
                    </a:lnTo>
                    <a:lnTo>
                      <a:pt x="84" y="115"/>
                    </a:lnTo>
                    <a:lnTo>
                      <a:pt x="82" y="115"/>
                    </a:lnTo>
                    <a:lnTo>
                      <a:pt x="81" y="114"/>
                    </a:lnTo>
                    <a:lnTo>
                      <a:pt x="79" y="113"/>
                    </a:lnTo>
                    <a:lnTo>
                      <a:pt x="77" y="112"/>
                    </a:lnTo>
                    <a:lnTo>
                      <a:pt x="75" y="111"/>
                    </a:lnTo>
                    <a:lnTo>
                      <a:pt x="74" y="111"/>
                    </a:lnTo>
                    <a:lnTo>
                      <a:pt x="74" y="111"/>
                    </a:lnTo>
                    <a:lnTo>
                      <a:pt x="72" y="110"/>
                    </a:lnTo>
                    <a:lnTo>
                      <a:pt x="70" y="109"/>
                    </a:lnTo>
                    <a:lnTo>
                      <a:pt x="68" y="108"/>
                    </a:lnTo>
                    <a:lnTo>
                      <a:pt x="66" y="107"/>
                    </a:lnTo>
                    <a:lnTo>
                      <a:pt x="65" y="106"/>
                    </a:lnTo>
                    <a:lnTo>
                      <a:pt x="63" y="105"/>
                    </a:lnTo>
                    <a:lnTo>
                      <a:pt x="61" y="105"/>
                    </a:lnTo>
                    <a:lnTo>
                      <a:pt x="61" y="104"/>
                    </a:lnTo>
                    <a:lnTo>
                      <a:pt x="59" y="104"/>
                    </a:lnTo>
                    <a:lnTo>
                      <a:pt x="58" y="103"/>
                    </a:lnTo>
                    <a:lnTo>
                      <a:pt x="58" y="103"/>
                    </a:lnTo>
                    <a:lnTo>
                      <a:pt x="57" y="102"/>
                    </a:lnTo>
                    <a:lnTo>
                      <a:pt x="56" y="102"/>
                    </a:lnTo>
                    <a:lnTo>
                      <a:pt x="55" y="101"/>
                    </a:lnTo>
                    <a:lnTo>
                      <a:pt x="54" y="101"/>
                    </a:lnTo>
                    <a:lnTo>
                      <a:pt x="53" y="101"/>
                    </a:lnTo>
                    <a:lnTo>
                      <a:pt x="52" y="101"/>
                    </a:lnTo>
                    <a:lnTo>
                      <a:pt x="52" y="100"/>
                    </a:lnTo>
                    <a:lnTo>
                      <a:pt x="52" y="100"/>
                    </a:lnTo>
                    <a:lnTo>
                      <a:pt x="52" y="99"/>
                    </a:lnTo>
                    <a:lnTo>
                      <a:pt x="51" y="99"/>
                    </a:lnTo>
                    <a:lnTo>
                      <a:pt x="50" y="98"/>
                    </a:lnTo>
                    <a:lnTo>
                      <a:pt x="49" y="98"/>
                    </a:lnTo>
                    <a:lnTo>
                      <a:pt x="49" y="97"/>
                    </a:lnTo>
                    <a:lnTo>
                      <a:pt x="48" y="97"/>
                    </a:lnTo>
                    <a:lnTo>
                      <a:pt x="47" y="96"/>
                    </a:lnTo>
                    <a:lnTo>
                      <a:pt x="46" y="96"/>
                    </a:lnTo>
                    <a:lnTo>
                      <a:pt x="45" y="95"/>
                    </a:lnTo>
                    <a:lnTo>
                      <a:pt x="45" y="94"/>
                    </a:lnTo>
                    <a:lnTo>
                      <a:pt x="44" y="94"/>
                    </a:lnTo>
                    <a:lnTo>
                      <a:pt x="43" y="93"/>
                    </a:lnTo>
                    <a:lnTo>
                      <a:pt x="42" y="93"/>
                    </a:lnTo>
                    <a:lnTo>
                      <a:pt x="42" y="92"/>
                    </a:lnTo>
                    <a:lnTo>
                      <a:pt x="41" y="92"/>
                    </a:lnTo>
                    <a:lnTo>
                      <a:pt x="40" y="91"/>
                    </a:lnTo>
                    <a:lnTo>
                      <a:pt x="39" y="90"/>
                    </a:lnTo>
                    <a:lnTo>
                      <a:pt x="39" y="90"/>
                    </a:lnTo>
                    <a:lnTo>
                      <a:pt x="38" y="89"/>
                    </a:lnTo>
                    <a:lnTo>
                      <a:pt x="37" y="89"/>
                    </a:lnTo>
                    <a:lnTo>
                      <a:pt x="36" y="88"/>
                    </a:lnTo>
                    <a:lnTo>
                      <a:pt x="36" y="88"/>
                    </a:lnTo>
                    <a:lnTo>
                      <a:pt x="35" y="87"/>
                    </a:lnTo>
                    <a:lnTo>
                      <a:pt x="34" y="86"/>
                    </a:lnTo>
                    <a:lnTo>
                      <a:pt x="34" y="86"/>
                    </a:lnTo>
                    <a:lnTo>
                      <a:pt x="33" y="85"/>
                    </a:lnTo>
                    <a:lnTo>
                      <a:pt x="32" y="85"/>
                    </a:lnTo>
                    <a:lnTo>
                      <a:pt x="31" y="84"/>
                    </a:lnTo>
                    <a:lnTo>
                      <a:pt x="31" y="83"/>
                    </a:lnTo>
                    <a:lnTo>
                      <a:pt x="30" y="83"/>
                    </a:lnTo>
                    <a:lnTo>
                      <a:pt x="29" y="82"/>
                    </a:lnTo>
                    <a:lnTo>
                      <a:pt x="29" y="82"/>
                    </a:lnTo>
                    <a:lnTo>
                      <a:pt x="28" y="81"/>
                    </a:lnTo>
                    <a:lnTo>
                      <a:pt x="27" y="80"/>
                    </a:lnTo>
                    <a:lnTo>
                      <a:pt x="27" y="80"/>
                    </a:lnTo>
                    <a:lnTo>
                      <a:pt x="26" y="79"/>
                    </a:lnTo>
                    <a:lnTo>
                      <a:pt x="25" y="79"/>
                    </a:lnTo>
                    <a:lnTo>
                      <a:pt x="25" y="78"/>
                    </a:lnTo>
                    <a:lnTo>
                      <a:pt x="24" y="77"/>
                    </a:lnTo>
                    <a:lnTo>
                      <a:pt x="23" y="77"/>
                    </a:lnTo>
                    <a:lnTo>
                      <a:pt x="23" y="76"/>
                    </a:lnTo>
                    <a:lnTo>
                      <a:pt x="23" y="75"/>
                    </a:lnTo>
                    <a:lnTo>
                      <a:pt x="22" y="75"/>
                    </a:lnTo>
                    <a:lnTo>
                      <a:pt x="22" y="74"/>
                    </a:lnTo>
                    <a:lnTo>
                      <a:pt x="21" y="74"/>
                    </a:lnTo>
                    <a:lnTo>
                      <a:pt x="21" y="73"/>
                    </a:lnTo>
                    <a:lnTo>
                      <a:pt x="20" y="72"/>
                    </a:lnTo>
                    <a:lnTo>
                      <a:pt x="19" y="72"/>
                    </a:lnTo>
                    <a:lnTo>
                      <a:pt x="19" y="72"/>
                    </a:lnTo>
                    <a:lnTo>
                      <a:pt x="18" y="71"/>
                    </a:lnTo>
                    <a:lnTo>
                      <a:pt x="18" y="71"/>
                    </a:lnTo>
                    <a:lnTo>
                      <a:pt x="17" y="70"/>
                    </a:lnTo>
                    <a:lnTo>
                      <a:pt x="17" y="70"/>
                    </a:lnTo>
                    <a:lnTo>
                      <a:pt x="16" y="69"/>
                    </a:lnTo>
                    <a:lnTo>
                      <a:pt x="15" y="68"/>
                    </a:lnTo>
                    <a:lnTo>
                      <a:pt x="15" y="68"/>
                    </a:lnTo>
                    <a:lnTo>
                      <a:pt x="14" y="67"/>
                    </a:lnTo>
                    <a:lnTo>
                      <a:pt x="14" y="66"/>
                    </a:lnTo>
                    <a:lnTo>
                      <a:pt x="13" y="66"/>
                    </a:lnTo>
                    <a:lnTo>
                      <a:pt x="13" y="65"/>
                    </a:lnTo>
                    <a:lnTo>
                      <a:pt x="12" y="64"/>
                    </a:lnTo>
                    <a:lnTo>
                      <a:pt x="12" y="64"/>
                    </a:lnTo>
                    <a:lnTo>
                      <a:pt x="11" y="63"/>
                    </a:lnTo>
                    <a:lnTo>
                      <a:pt x="11" y="62"/>
                    </a:lnTo>
                    <a:lnTo>
                      <a:pt x="11" y="62"/>
                    </a:lnTo>
                    <a:lnTo>
                      <a:pt x="10" y="62"/>
                    </a:lnTo>
                    <a:lnTo>
                      <a:pt x="10" y="61"/>
                    </a:lnTo>
                    <a:lnTo>
                      <a:pt x="9" y="60"/>
                    </a:lnTo>
                    <a:lnTo>
                      <a:pt x="9" y="59"/>
                    </a:lnTo>
                    <a:lnTo>
                      <a:pt x="8" y="59"/>
                    </a:lnTo>
                    <a:lnTo>
                      <a:pt x="8" y="58"/>
                    </a:lnTo>
                    <a:lnTo>
                      <a:pt x="8" y="57"/>
                    </a:lnTo>
                    <a:lnTo>
                      <a:pt x="7" y="57"/>
                    </a:lnTo>
                    <a:lnTo>
                      <a:pt x="7" y="56"/>
                    </a:lnTo>
                    <a:lnTo>
                      <a:pt x="6" y="55"/>
                    </a:lnTo>
                    <a:lnTo>
                      <a:pt x="6" y="54"/>
                    </a:lnTo>
                    <a:lnTo>
                      <a:pt x="5" y="54"/>
                    </a:lnTo>
                    <a:lnTo>
                      <a:pt x="5" y="53"/>
                    </a:lnTo>
                    <a:lnTo>
                      <a:pt x="5" y="52"/>
                    </a:lnTo>
                    <a:lnTo>
                      <a:pt x="4" y="51"/>
                    </a:lnTo>
                    <a:lnTo>
                      <a:pt x="4" y="51"/>
                    </a:lnTo>
                    <a:lnTo>
                      <a:pt x="4" y="50"/>
                    </a:lnTo>
                    <a:lnTo>
                      <a:pt x="3" y="49"/>
                    </a:lnTo>
                    <a:lnTo>
                      <a:pt x="3" y="48"/>
                    </a:lnTo>
                    <a:lnTo>
                      <a:pt x="3" y="47"/>
                    </a:lnTo>
                    <a:lnTo>
                      <a:pt x="2" y="47"/>
                    </a:lnTo>
                    <a:lnTo>
                      <a:pt x="2" y="46"/>
                    </a:lnTo>
                    <a:lnTo>
                      <a:pt x="2" y="45"/>
                    </a:lnTo>
                    <a:lnTo>
                      <a:pt x="2" y="44"/>
                    </a:lnTo>
                    <a:lnTo>
                      <a:pt x="1" y="43"/>
                    </a:lnTo>
                    <a:lnTo>
                      <a:pt x="1" y="42"/>
                    </a:lnTo>
                    <a:lnTo>
                      <a:pt x="1" y="42"/>
                    </a:lnTo>
                    <a:lnTo>
                      <a:pt x="1" y="41"/>
                    </a:lnTo>
                    <a:lnTo>
                      <a:pt x="1" y="41"/>
                    </a:lnTo>
                    <a:lnTo>
                      <a:pt x="0" y="40"/>
                    </a:lnTo>
                    <a:lnTo>
                      <a:pt x="0" y="39"/>
                    </a:lnTo>
                    <a:lnTo>
                      <a:pt x="0" y="38"/>
                    </a:lnTo>
                    <a:lnTo>
                      <a:pt x="0" y="37"/>
                    </a:lnTo>
                    <a:lnTo>
                      <a:pt x="0" y="36"/>
                    </a:lnTo>
                    <a:lnTo>
                      <a:pt x="0" y="35"/>
                    </a:lnTo>
                    <a:lnTo>
                      <a:pt x="0" y="34"/>
                    </a:lnTo>
                    <a:lnTo>
                      <a:pt x="0" y="33"/>
                    </a:lnTo>
                    <a:lnTo>
                      <a:pt x="0" y="32"/>
                    </a:lnTo>
                    <a:lnTo>
                      <a:pt x="0" y="31"/>
                    </a:lnTo>
                    <a:lnTo>
                      <a:pt x="0" y="30"/>
                    </a:lnTo>
                    <a:lnTo>
                      <a:pt x="0" y="29"/>
                    </a:lnTo>
                    <a:lnTo>
                      <a:pt x="0" y="28"/>
                    </a:lnTo>
                    <a:lnTo>
                      <a:pt x="0" y="27"/>
                    </a:lnTo>
                    <a:lnTo>
                      <a:pt x="0" y="27"/>
                    </a:lnTo>
                    <a:lnTo>
                      <a:pt x="1" y="26"/>
                    </a:lnTo>
                    <a:lnTo>
                      <a:pt x="1" y="26"/>
                    </a:lnTo>
                    <a:lnTo>
                      <a:pt x="1" y="25"/>
                    </a:lnTo>
                    <a:lnTo>
                      <a:pt x="1" y="25"/>
                    </a:lnTo>
                    <a:lnTo>
                      <a:pt x="1" y="24"/>
                    </a:lnTo>
                    <a:lnTo>
                      <a:pt x="1" y="24"/>
                    </a:lnTo>
                    <a:lnTo>
                      <a:pt x="1" y="23"/>
                    </a:lnTo>
                    <a:lnTo>
                      <a:pt x="1" y="23"/>
                    </a:lnTo>
                    <a:lnTo>
                      <a:pt x="2" y="22"/>
                    </a:lnTo>
                    <a:lnTo>
                      <a:pt x="2" y="21"/>
                    </a:lnTo>
                    <a:lnTo>
                      <a:pt x="2" y="21"/>
                    </a:lnTo>
                    <a:lnTo>
                      <a:pt x="2" y="20"/>
                    </a:lnTo>
                    <a:lnTo>
                      <a:pt x="2" y="20"/>
                    </a:lnTo>
                    <a:lnTo>
                      <a:pt x="3" y="19"/>
                    </a:lnTo>
                    <a:lnTo>
                      <a:pt x="3" y="19"/>
                    </a:lnTo>
                    <a:lnTo>
                      <a:pt x="3" y="18"/>
                    </a:lnTo>
                    <a:lnTo>
                      <a:pt x="3" y="18"/>
                    </a:lnTo>
                    <a:lnTo>
                      <a:pt x="3" y="17"/>
                    </a:lnTo>
                    <a:lnTo>
                      <a:pt x="4" y="17"/>
                    </a:lnTo>
                    <a:lnTo>
                      <a:pt x="4" y="16"/>
                    </a:lnTo>
                    <a:lnTo>
                      <a:pt x="4" y="16"/>
                    </a:lnTo>
                    <a:lnTo>
                      <a:pt x="4" y="16"/>
                    </a:lnTo>
                    <a:lnTo>
                      <a:pt x="5" y="15"/>
                    </a:lnTo>
                    <a:lnTo>
                      <a:pt x="5" y="15"/>
                    </a:lnTo>
                    <a:lnTo>
                      <a:pt x="5" y="14"/>
                    </a:lnTo>
                    <a:lnTo>
                      <a:pt x="6" y="14"/>
                    </a:lnTo>
                    <a:lnTo>
                      <a:pt x="6" y="13"/>
                    </a:lnTo>
                    <a:lnTo>
                      <a:pt x="6" y="13"/>
                    </a:lnTo>
                    <a:lnTo>
                      <a:pt x="6" y="13"/>
                    </a:lnTo>
                    <a:lnTo>
                      <a:pt x="7" y="13"/>
                    </a:lnTo>
                    <a:lnTo>
                      <a:pt x="7" y="12"/>
                    </a:lnTo>
                    <a:lnTo>
                      <a:pt x="7" y="12"/>
                    </a:lnTo>
                    <a:lnTo>
                      <a:pt x="8" y="12"/>
                    </a:lnTo>
                    <a:lnTo>
                      <a:pt x="8" y="11"/>
                    </a:lnTo>
                    <a:lnTo>
                      <a:pt x="8" y="11"/>
                    </a:lnTo>
                    <a:lnTo>
                      <a:pt x="9" y="10"/>
                    </a:lnTo>
                    <a:lnTo>
                      <a:pt x="9" y="10"/>
                    </a:lnTo>
                    <a:lnTo>
                      <a:pt x="9" y="10"/>
                    </a:lnTo>
                    <a:lnTo>
                      <a:pt x="10" y="9"/>
                    </a:lnTo>
                    <a:lnTo>
                      <a:pt x="10" y="9"/>
                    </a:lnTo>
                    <a:lnTo>
                      <a:pt x="11" y="8"/>
                    </a:lnTo>
                    <a:lnTo>
                      <a:pt x="11" y="8"/>
                    </a:lnTo>
                    <a:lnTo>
                      <a:pt x="11" y="8"/>
                    </a:lnTo>
                    <a:lnTo>
                      <a:pt x="12" y="7"/>
                    </a:lnTo>
                    <a:lnTo>
                      <a:pt x="12" y="7"/>
                    </a:lnTo>
                    <a:lnTo>
                      <a:pt x="13" y="6"/>
                    </a:lnTo>
                    <a:lnTo>
                      <a:pt x="14" y="6"/>
                    </a:lnTo>
                    <a:lnTo>
                      <a:pt x="15" y="5"/>
                    </a:lnTo>
                    <a:lnTo>
                      <a:pt x="15" y="4"/>
                    </a:lnTo>
                    <a:lnTo>
                      <a:pt x="16" y="4"/>
                    </a:lnTo>
                    <a:lnTo>
                      <a:pt x="17" y="3"/>
                    </a:lnTo>
                    <a:lnTo>
                      <a:pt x="18" y="3"/>
                    </a:lnTo>
                    <a:lnTo>
                      <a:pt x="19" y="2"/>
                    </a:lnTo>
                    <a:lnTo>
                      <a:pt x="20" y="2"/>
                    </a:lnTo>
                    <a:lnTo>
                      <a:pt x="21" y="2"/>
                    </a:lnTo>
                    <a:lnTo>
                      <a:pt x="22" y="1"/>
                    </a:lnTo>
                    <a:lnTo>
                      <a:pt x="23" y="1"/>
                    </a:lnTo>
                    <a:lnTo>
                      <a:pt x="23" y="1"/>
                    </a:lnTo>
                    <a:lnTo>
                      <a:pt x="25" y="1"/>
                    </a:lnTo>
                    <a:lnTo>
                      <a:pt x="26" y="0"/>
                    </a:lnTo>
                    <a:lnTo>
                      <a:pt x="27" y="0"/>
                    </a:lnTo>
                    <a:lnTo>
                      <a:pt x="28" y="0"/>
                    </a:lnTo>
                    <a:lnTo>
                      <a:pt x="29" y="0"/>
                    </a:lnTo>
                    <a:lnTo>
                      <a:pt x="29" y="0"/>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2" name="Freeform 13">
                <a:extLst>
                  <a:ext uri="{FF2B5EF4-FFF2-40B4-BE49-F238E27FC236}">
                    <a16:creationId xmlns:a16="http://schemas.microsoft.com/office/drawing/2014/main" id="{81298EC2-14DF-7546-828D-5584E81F17F4}"/>
                  </a:ext>
                </a:extLst>
              </p:cNvPr>
              <p:cNvSpPr>
                <a:spLocks/>
              </p:cNvSpPr>
              <p:nvPr/>
            </p:nvSpPr>
            <p:spPr bwMode="auto">
              <a:xfrm>
                <a:off x="10755165" y="4700452"/>
                <a:ext cx="131020" cy="75641"/>
              </a:xfrm>
              <a:custGeom>
                <a:avLst/>
                <a:gdLst>
                  <a:gd name="T0" fmla="*/ 30 w 194"/>
                  <a:gd name="T1" fmla="*/ 1 h 112"/>
                  <a:gd name="T2" fmla="*/ 34 w 194"/>
                  <a:gd name="T3" fmla="*/ 3 h 112"/>
                  <a:gd name="T4" fmla="*/ 38 w 194"/>
                  <a:gd name="T5" fmla="*/ 5 h 112"/>
                  <a:gd name="T6" fmla="*/ 42 w 194"/>
                  <a:gd name="T7" fmla="*/ 7 h 112"/>
                  <a:gd name="T8" fmla="*/ 48 w 194"/>
                  <a:gd name="T9" fmla="*/ 11 h 112"/>
                  <a:gd name="T10" fmla="*/ 53 w 194"/>
                  <a:gd name="T11" fmla="*/ 15 h 112"/>
                  <a:gd name="T12" fmla="*/ 59 w 194"/>
                  <a:gd name="T13" fmla="*/ 19 h 112"/>
                  <a:gd name="T14" fmla="*/ 64 w 194"/>
                  <a:gd name="T15" fmla="*/ 24 h 112"/>
                  <a:gd name="T16" fmla="*/ 72 w 194"/>
                  <a:gd name="T17" fmla="*/ 29 h 112"/>
                  <a:gd name="T18" fmla="*/ 79 w 194"/>
                  <a:gd name="T19" fmla="*/ 34 h 112"/>
                  <a:gd name="T20" fmla="*/ 87 w 194"/>
                  <a:gd name="T21" fmla="*/ 37 h 112"/>
                  <a:gd name="T22" fmla="*/ 94 w 194"/>
                  <a:gd name="T23" fmla="*/ 42 h 112"/>
                  <a:gd name="T24" fmla="*/ 103 w 194"/>
                  <a:gd name="T25" fmla="*/ 47 h 112"/>
                  <a:gd name="T26" fmla="*/ 112 w 194"/>
                  <a:gd name="T27" fmla="*/ 51 h 112"/>
                  <a:gd name="T28" fmla="*/ 119 w 194"/>
                  <a:gd name="T29" fmla="*/ 55 h 112"/>
                  <a:gd name="T30" fmla="*/ 128 w 194"/>
                  <a:gd name="T31" fmla="*/ 59 h 112"/>
                  <a:gd name="T32" fmla="*/ 136 w 194"/>
                  <a:gd name="T33" fmla="*/ 63 h 112"/>
                  <a:gd name="T34" fmla="*/ 144 w 194"/>
                  <a:gd name="T35" fmla="*/ 65 h 112"/>
                  <a:gd name="T36" fmla="*/ 151 w 194"/>
                  <a:gd name="T37" fmla="*/ 67 h 112"/>
                  <a:gd name="T38" fmla="*/ 158 w 194"/>
                  <a:gd name="T39" fmla="*/ 69 h 112"/>
                  <a:gd name="T40" fmla="*/ 164 w 194"/>
                  <a:gd name="T41" fmla="*/ 73 h 112"/>
                  <a:gd name="T42" fmla="*/ 167 w 194"/>
                  <a:gd name="T43" fmla="*/ 75 h 112"/>
                  <a:gd name="T44" fmla="*/ 171 w 194"/>
                  <a:gd name="T45" fmla="*/ 76 h 112"/>
                  <a:gd name="T46" fmla="*/ 175 w 194"/>
                  <a:gd name="T47" fmla="*/ 78 h 112"/>
                  <a:gd name="T48" fmla="*/ 178 w 194"/>
                  <a:gd name="T49" fmla="*/ 80 h 112"/>
                  <a:gd name="T50" fmla="*/ 182 w 194"/>
                  <a:gd name="T51" fmla="*/ 82 h 112"/>
                  <a:gd name="T52" fmla="*/ 183 w 194"/>
                  <a:gd name="T53" fmla="*/ 104 h 112"/>
                  <a:gd name="T54" fmla="*/ 178 w 194"/>
                  <a:gd name="T55" fmla="*/ 104 h 112"/>
                  <a:gd name="T56" fmla="*/ 176 w 194"/>
                  <a:gd name="T57" fmla="*/ 103 h 112"/>
                  <a:gd name="T58" fmla="*/ 173 w 194"/>
                  <a:gd name="T59" fmla="*/ 102 h 112"/>
                  <a:gd name="T60" fmla="*/ 161 w 194"/>
                  <a:gd name="T61" fmla="*/ 106 h 112"/>
                  <a:gd name="T62" fmla="*/ 153 w 194"/>
                  <a:gd name="T63" fmla="*/ 111 h 112"/>
                  <a:gd name="T64" fmla="*/ 145 w 194"/>
                  <a:gd name="T65" fmla="*/ 110 h 112"/>
                  <a:gd name="T66" fmla="*/ 136 w 194"/>
                  <a:gd name="T67" fmla="*/ 107 h 112"/>
                  <a:gd name="T68" fmla="*/ 127 w 194"/>
                  <a:gd name="T69" fmla="*/ 104 h 112"/>
                  <a:gd name="T70" fmla="*/ 118 w 194"/>
                  <a:gd name="T71" fmla="*/ 101 h 112"/>
                  <a:gd name="T72" fmla="*/ 104 w 194"/>
                  <a:gd name="T73" fmla="*/ 101 h 112"/>
                  <a:gd name="T74" fmla="*/ 95 w 194"/>
                  <a:gd name="T75" fmla="*/ 101 h 112"/>
                  <a:gd name="T76" fmla="*/ 86 w 194"/>
                  <a:gd name="T77" fmla="*/ 101 h 112"/>
                  <a:gd name="T78" fmla="*/ 76 w 194"/>
                  <a:gd name="T79" fmla="*/ 100 h 112"/>
                  <a:gd name="T80" fmla="*/ 66 w 194"/>
                  <a:gd name="T81" fmla="*/ 98 h 112"/>
                  <a:gd name="T82" fmla="*/ 60 w 194"/>
                  <a:gd name="T83" fmla="*/ 96 h 112"/>
                  <a:gd name="T84" fmla="*/ 54 w 194"/>
                  <a:gd name="T85" fmla="*/ 95 h 112"/>
                  <a:gd name="T86" fmla="*/ 49 w 194"/>
                  <a:gd name="T87" fmla="*/ 94 h 112"/>
                  <a:gd name="T88" fmla="*/ 45 w 194"/>
                  <a:gd name="T89" fmla="*/ 92 h 112"/>
                  <a:gd name="T90" fmla="*/ 40 w 194"/>
                  <a:gd name="T91" fmla="*/ 89 h 112"/>
                  <a:gd name="T92" fmla="*/ 35 w 194"/>
                  <a:gd name="T93" fmla="*/ 87 h 112"/>
                  <a:gd name="T94" fmla="*/ 31 w 194"/>
                  <a:gd name="T95" fmla="*/ 84 h 112"/>
                  <a:gd name="T96" fmla="*/ 26 w 194"/>
                  <a:gd name="T97" fmla="*/ 79 h 112"/>
                  <a:gd name="T98" fmla="*/ 21 w 194"/>
                  <a:gd name="T99" fmla="*/ 73 h 112"/>
                  <a:gd name="T100" fmla="*/ 17 w 194"/>
                  <a:gd name="T101" fmla="*/ 67 h 112"/>
                  <a:gd name="T102" fmla="*/ 13 w 194"/>
                  <a:gd name="T103" fmla="*/ 62 h 112"/>
                  <a:gd name="T104" fmla="*/ 9 w 194"/>
                  <a:gd name="T105" fmla="*/ 56 h 112"/>
                  <a:gd name="T106" fmla="*/ 6 w 194"/>
                  <a:gd name="T107" fmla="*/ 49 h 112"/>
                  <a:gd name="T108" fmla="*/ 3 w 194"/>
                  <a:gd name="T109" fmla="*/ 43 h 112"/>
                  <a:gd name="T110" fmla="*/ 2 w 194"/>
                  <a:gd name="T111" fmla="*/ 36 h 112"/>
                  <a:gd name="T112" fmla="*/ 0 w 194"/>
                  <a:gd name="T113" fmla="*/ 30 h 112"/>
                  <a:gd name="T114" fmla="*/ 0 w 194"/>
                  <a:gd name="T115" fmla="*/ 25 h 112"/>
                  <a:gd name="T116" fmla="*/ 0 w 194"/>
                  <a:gd name="T117" fmla="*/ 19 h 112"/>
                  <a:gd name="T118" fmla="*/ 2 w 194"/>
                  <a:gd name="T119" fmla="*/ 13 h 112"/>
                  <a:gd name="T120" fmla="*/ 6 w 194"/>
                  <a:gd name="T121" fmla="*/ 7 h 112"/>
                  <a:gd name="T122" fmla="*/ 15 w 194"/>
                  <a:gd name="T123" fmla="*/ 1 h 112"/>
                  <a:gd name="T124" fmla="*/ 24 w 194"/>
                  <a:gd name="T125"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4" h="112">
                    <a:moveTo>
                      <a:pt x="25" y="0"/>
                    </a:moveTo>
                    <a:lnTo>
                      <a:pt x="25" y="0"/>
                    </a:lnTo>
                    <a:lnTo>
                      <a:pt x="26" y="0"/>
                    </a:lnTo>
                    <a:lnTo>
                      <a:pt x="27" y="0"/>
                    </a:lnTo>
                    <a:lnTo>
                      <a:pt x="28" y="0"/>
                    </a:lnTo>
                    <a:lnTo>
                      <a:pt x="29" y="0"/>
                    </a:lnTo>
                    <a:lnTo>
                      <a:pt x="30" y="1"/>
                    </a:lnTo>
                    <a:lnTo>
                      <a:pt x="30" y="1"/>
                    </a:lnTo>
                    <a:lnTo>
                      <a:pt x="31" y="1"/>
                    </a:lnTo>
                    <a:lnTo>
                      <a:pt x="31" y="1"/>
                    </a:lnTo>
                    <a:lnTo>
                      <a:pt x="31" y="1"/>
                    </a:lnTo>
                    <a:lnTo>
                      <a:pt x="32" y="2"/>
                    </a:lnTo>
                    <a:lnTo>
                      <a:pt x="33" y="2"/>
                    </a:lnTo>
                    <a:lnTo>
                      <a:pt x="33" y="2"/>
                    </a:lnTo>
                    <a:lnTo>
                      <a:pt x="34" y="2"/>
                    </a:lnTo>
                    <a:lnTo>
                      <a:pt x="34" y="3"/>
                    </a:lnTo>
                    <a:lnTo>
                      <a:pt x="35" y="3"/>
                    </a:lnTo>
                    <a:lnTo>
                      <a:pt x="35" y="3"/>
                    </a:lnTo>
                    <a:lnTo>
                      <a:pt x="36" y="3"/>
                    </a:lnTo>
                    <a:lnTo>
                      <a:pt x="36" y="4"/>
                    </a:lnTo>
                    <a:lnTo>
                      <a:pt x="37" y="4"/>
                    </a:lnTo>
                    <a:lnTo>
                      <a:pt x="38" y="4"/>
                    </a:lnTo>
                    <a:lnTo>
                      <a:pt x="38" y="4"/>
                    </a:lnTo>
                    <a:lnTo>
                      <a:pt x="38" y="5"/>
                    </a:lnTo>
                    <a:lnTo>
                      <a:pt x="39" y="5"/>
                    </a:lnTo>
                    <a:lnTo>
                      <a:pt x="39" y="5"/>
                    </a:lnTo>
                    <a:lnTo>
                      <a:pt x="40" y="5"/>
                    </a:lnTo>
                    <a:lnTo>
                      <a:pt x="40" y="6"/>
                    </a:lnTo>
                    <a:lnTo>
                      <a:pt x="41" y="6"/>
                    </a:lnTo>
                    <a:lnTo>
                      <a:pt x="41" y="6"/>
                    </a:lnTo>
                    <a:lnTo>
                      <a:pt x="42" y="7"/>
                    </a:lnTo>
                    <a:lnTo>
                      <a:pt x="42" y="7"/>
                    </a:lnTo>
                    <a:lnTo>
                      <a:pt x="43" y="7"/>
                    </a:lnTo>
                    <a:lnTo>
                      <a:pt x="43" y="7"/>
                    </a:lnTo>
                    <a:lnTo>
                      <a:pt x="44" y="7"/>
                    </a:lnTo>
                    <a:lnTo>
                      <a:pt x="44" y="8"/>
                    </a:lnTo>
                    <a:lnTo>
                      <a:pt x="45" y="8"/>
                    </a:lnTo>
                    <a:lnTo>
                      <a:pt x="46" y="9"/>
                    </a:lnTo>
                    <a:lnTo>
                      <a:pt x="47" y="10"/>
                    </a:lnTo>
                    <a:lnTo>
                      <a:pt x="48" y="11"/>
                    </a:lnTo>
                    <a:lnTo>
                      <a:pt x="49" y="11"/>
                    </a:lnTo>
                    <a:lnTo>
                      <a:pt x="49" y="12"/>
                    </a:lnTo>
                    <a:lnTo>
                      <a:pt x="50" y="12"/>
                    </a:lnTo>
                    <a:lnTo>
                      <a:pt x="51" y="13"/>
                    </a:lnTo>
                    <a:lnTo>
                      <a:pt x="51" y="13"/>
                    </a:lnTo>
                    <a:lnTo>
                      <a:pt x="52" y="14"/>
                    </a:lnTo>
                    <a:lnTo>
                      <a:pt x="52" y="14"/>
                    </a:lnTo>
                    <a:lnTo>
                      <a:pt x="53" y="15"/>
                    </a:lnTo>
                    <a:lnTo>
                      <a:pt x="54" y="15"/>
                    </a:lnTo>
                    <a:lnTo>
                      <a:pt x="55" y="16"/>
                    </a:lnTo>
                    <a:lnTo>
                      <a:pt x="55" y="17"/>
                    </a:lnTo>
                    <a:lnTo>
                      <a:pt x="56" y="17"/>
                    </a:lnTo>
                    <a:lnTo>
                      <a:pt x="57" y="18"/>
                    </a:lnTo>
                    <a:lnTo>
                      <a:pt x="57" y="18"/>
                    </a:lnTo>
                    <a:lnTo>
                      <a:pt x="58" y="19"/>
                    </a:lnTo>
                    <a:lnTo>
                      <a:pt x="59" y="19"/>
                    </a:lnTo>
                    <a:lnTo>
                      <a:pt x="60" y="20"/>
                    </a:lnTo>
                    <a:lnTo>
                      <a:pt x="60" y="21"/>
                    </a:lnTo>
                    <a:lnTo>
                      <a:pt x="60" y="21"/>
                    </a:lnTo>
                    <a:lnTo>
                      <a:pt x="61" y="22"/>
                    </a:lnTo>
                    <a:lnTo>
                      <a:pt x="62" y="22"/>
                    </a:lnTo>
                    <a:lnTo>
                      <a:pt x="63" y="23"/>
                    </a:lnTo>
                    <a:lnTo>
                      <a:pt x="64" y="24"/>
                    </a:lnTo>
                    <a:lnTo>
                      <a:pt x="64" y="24"/>
                    </a:lnTo>
                    <a:lnTo>
                      <a:pt x="65" y="25"/>
                    </a:lnTo>
                    <a:lnTo>
                      <a:pt x="66" y="25"/>
                    </a:lnTo>
                    <a:lnTo>
                      <a:pt x="67" y="26"/>
                    </a:lnTo>
                    <a:lnTo>
                      <a:pt x="68" y="27"/>
                    </a:lnTo>
                    <a:lnTo>
                      <a:pt x="69" y="27"/>
                    </a:lnTo>
                    <a:lnTo>
                      <a:pt x="70" y="28"/>
                    </a:lnTo>
                    <a:lnTo>
                      <a:pt x="71" y="28"/>
                    </a:lnTo>
                    <a:lnTo>
                      <a:pt x="72" y="29"/>
                    </a:lnTo>
                    <a:lnTo>
                      <a:pt x="73" y="30"/>
                    </a:lnTo>
                    <a:lnTo>
                      <a:pt x="73" y="30"/>
                    </a:lnTo>
                    <a:lnTo>
                      <a:pt x="74" y="31"/>
                    </a:lnTo>
                    <a:lnTo>
                      <a:pt x="75" y="31"/>
                    </a:lnTo>
                    <a:lnTo>
                      <a:pt x="76" y="32"/>
                    </a:lnTo>
                    <a:lnTo>
                      <a:pt x="77" y="33"/>
                    </a:lnTo>
                    <a:lnTo>
                      <a:pt x="78" y="33"/>
                    </a:lnTo>
                    <a:lnTo>
                      <a:pt x="79" y="34"/>
                    </a:lnTo>
                    <a:lnTo>
                      <a:pt x="80" y="35"/>
                    </a:lnTo>
                    <a:lnTo>
                      <a:pt x="81" y="35"/>
                    </a:lnTo>
                    <a:lnTo>
                      <a:pt x="81" y="35"/>
                    </a:lnTo>
                    <a:lnTo>
                      <a:pt x="82" y="36"/>
                    </a:lnTo>
                    <a:lnTo>
                      <a:pt x="83" y="36"/>
                    </a:lnTo>
                    <a:lnTo>
                      <a:pt x="84" y="36"/>
                    </a:lnTo>
                    <a:lnTo>
                      <a:pt x="85" y="37"/>
                    </a:lnTo>
                    <a:lnTo>
                      <a:pt x="87" y="37"/>
                    </a:lnTo>
                    <a:lnTo>
                      <a:pt x="88" y="38"/>
                    </a:lnTo>
                    <a:lnTo>
                      <a:pt x="89" y="38"/>
                    </a:lnTo>
                    <a:lnTo>
                      <a:pt x="89" y="39"/>
                    </a:lnTo>
                    <a:lnTo>
                      <a:pt x="90" y="40"/>
                    </a:lnTo>
                    <a:lnTo>
                      <a:pt x="91" y="40"/>
                    </a:lnTo>
                    <a:lnTo>
                      <a:pt x="92" y="41"/>
                    </a:lnTo>
                    <a:lnTo>
                      <a:pt x="93" y="41"/>
                    </a:lnTo>
                    <a:lnTo>
                      <a:pt x="94" y="42"/>
                    </a:lnTo>
                    <a:lnTo>
                      <a:pt x="95" y="43"/>
                    </a:lnTo>
                    <a:lnTo>
                      <a:pt x="96" y="43"/>
                    </a:lnTo>
                    <a:lnTo>
                      <a:pt x="97" y="44"/>
                    </a:lnTo>
                    <a:lnTo>
                      <a:pt x="98" y="44"/>
                    </a:lnTo>
                    <a:lnTo>
                      <a:pt x="99" y="45"/>
                    </a:lnTo>
                    <a:lnTo>
                      <a:pt x="101" y="46"/>
                    </a:lnTo>
                    <a:lnTo>
                      <a:pt x="102" y="46"/>
                    </a:lnTo>
                    <a:lnTo>
                      <a:pt x="103" y="47"/>
                    </a:lnTo>
                    <a:lnTo>
                      <a:pt x="104" y="47"/>
                    </a:lnTo>
                    <a:lnTo>
                      <a:pt x="105" y="48"/>
                    </a:lnTo>
                    <a:lnTo>
                      <a:pt x="106" y="48"/>
                    </a:lnTo>
                    <a:lnTo>
                      <a:pt x="107" y="49"/>
                    </a:lnTo>
                    <a:lnTo>
                      <a:pt x="108" y="50"/>
                    </a:lnTo>
                    <a:lnTo>
                      <a:pt x="109" y="50"/>
                    </a:lnTo>
                    <a:lnTo>
                      <a:pt x="111" y="51"/>
                    </a:lnTo>
                    <a:lnTo>
                      <a:pt x="112" y="51"/>
                    </a:lnTo>
                    <a:lnTo>
                      <a:pt x="113" y="52"/>
                    </a:lnTo>
                    <a:lnTo>
                      <a:pt x="114" y="52"/>
                    </a:lnTo>
                    <a:lnTo>
                      <a:pt x="114" y="52"/>
                    </a:lnTo>
                    <a:lnTo>
                      <a:pt x="115" y="53"/>
                    </a:lnTo>
                    <a:lnTo>
                      <a:pt x="116" y="53"/>
                    </a:lnTo>
                    <a:lnTo>
                      <a:pt x="117" y="54"/>
                    </a:lnTo>
                    <a:lnTo>
                      <a:pt x="118" y="55"/>
                    </a:lnTo>
                    <a:lnTo>
                      <a:pt x="119" y="55"/>
                    </a:lnTo>
                    <a:lnTo>
                      <a:pt x="120" y="56"/>
                    </a:lnTo>
                    <a:lnTo>
                      <a:pt x="121" y="56"/>
                    </a:lnTo>
                    <a:lnTo>
                      <a:pt x="122" y="57"/>
                    </a:lnTo>
                    <a:lnTo>
                      <a:pt x="123" y="57"/>
                    </a:lnTo>
                    <a:lnTo>
                      <a:pt x="124" y="58"/>
                    </a:lnTo>
                    <a:lnTo>
                      <a:pt x="125" y="58"/>
                    </a:lnTo>
                    <a:lnTo>
                      <a:pt x="126" y="59"/>
                    </a:lnTo>
                    <a:lnTo>
                      <a:pt x="128" y="59"/>
                    </a:lnTo>
                    <a:lnTo>
                      <a:pt x="129" y="59"/>
                    </a:lnTo>
                    <a:lnTo>
                      <a:pt x="130" y="60"/>
                    </a:lnTo>
                    <a:lnTo>
                      <a:pt x="131" y="60"/>
                    </a:lnTo>
                    <a:lnTo>
                      <a:pt x="132" y="61"/>
                    </a:lnTo>
                    <a:lnTo>
                      <a:pt x="133" y="61"/>
                    </a:lnTo>
                    <a:lnTo>
                      <a:pt x="134" y="62"/>
                    </a:lnTo>
                    <a:lnTo>
                      <a:pt x="135" y="62"/>
                    </a:lnTo>
                    <a:lnTo>
                      <a:pt x="136" y="63"/>
                    </a:lnTo>
                    <a:lnTo>
                      <a:pt x="137" y="63"/>
                    </a:lnTo>
                    <a:lnTo>
                      <a:pt x="139" y="63"/>
                    </a:lnTo>
                    <a:lnTo>
                      <a:pt x="140" y="64"/>
                    </a:lnTo>
                    <a:lnTo>
                      <a:pt x="141" y="64"/>
                    </a:lnTo>
                    <a:lnTo>
                      <a:pt x="142" y="65"/>
                    </a:lnTo>
                    <a:lnTo>
                      <a:pt x="142" y="65"/>
                    </a:lnTo>
                    <a:lnTo>
                      <a:pt x="143" y="65"/>
                    </a:lnTo>
                    <a:lnTo>
                      <a:pt x="144" y="65"/>
                    </a:lnTo>
                    <a:lnTo>
                      <a:pt x="145" y="65"/>
                    </a:lnTo>
                    <a:lnTo>
                      <a:pt x="146" y="65"/>
                    </a:lnTo>
                    <a:lnTo>
                      <a:pt x="147" y="66"/>
                    </a:lnTo>
                    <a:lnTo>
                      <a:pt x="147" y="66"/>
                    </a:lnTo>
                    <a:lnTo>
                      <a:pt x="148" y="66"/>
                    </a:lnTo>
                    <a:lnTo>
                      <a:pt x="149" y="67"/>
                    </a:lnTo>
                    <a:lnTo>
                      <a:pt x="150" y="67"/>
                    </a:lnTo>
                    <a:lnTo>
                      <a:pt x="151" y="67"/>
                    </a:lnTo>
                    <a:lnTo>
                      <a:pt x="152" y="68"/>
                    </a:lnTo>
                    <a:lnTo>
                      <a:pt x="153" y="68"/>
                    </a:lnTo>
                    <a:lnTo>
                      <a:pt x="153" y="68"/>
                    </a:lnTo>
                    <a:lnTo>
                      <a:pt x="154" y="68"/>
                    </a:lnTo>
                    <a:lnTo>
                      <a:pt x="155" y="68"/>
                    </a:lnTo>
                    <a:lnTo>
                      <a:pt x="156" y="69"/>
                    </a:lnTo>
                    <a:lnTo>
                      <a:pt x="157" y="69"/>
                    </a:lnTo>
                    <a:lnTo>
                      <a:pt x="158" y="69"/>
                    </a:lnTo>
                    <a:lnTo>
                      <a:pt x="159" y="70"/>
                    </a:lnTo>
                    <a:lnTo>
                      <a:pt x="160" y="70"/>
                    </a:lnTo>
                    <a:lnTo>
                      <a:pt x="161" y="70"/>
                    </a:lnTo>
                    <a:lnTo>
                      <a:pt x="162" y="70"/>
                    </a:lnTo>
                    <a:lnTo>
                      <a:pt x="162" y="70"/>
                    </a:lnTo>
                    <a:lnTo>
                      <a:pt x="162" y="71"/>
                    </a:lnTo>
                    <a:lnTo>
                      <a:pt x="163" y="72"/>
                    </a:lnTo>
                    <a:lnTo>
                      <a:pt x="164" y="73"/>
                    </a:lnTo>
                    <a:lnTo>
                      <a:pt x="164" y="73"/>
                    </a:lnTo>
                    <a:lnTo>
                      <a:pt x="164" y="74"/>
                    </a:lnTo>
                    <a:lnTo>
                      <a:pt x="164" y="74"/>
                    </a:lnTo>
                    <a:lnTo>
                      <a:pt x="165" y="74"/>
                    </a:lnTo>
                    <a:lnTo>
                      <a:pt x="165" y="74"/>
                    </a:lnTo>
                    <a:lnTo>
                      <a:pt x="166" y="74"/>
                    </a:lnTo>
                    <a:lnTo>
                      <a:pt x="167" y="74"/>
                    </a:lnTo>
                    <a:lnTo>
                      <a:pt x="167" y="75"/>
                    </a:lnTo>
                    <a:lnTo>
                      <a:pt x="168" y="75"/>
                    </a:lnTo>
                    <a:lnTo>
                      <a:pt x="168" y="75"/>
                    </a:lnTo>
                    <a:lnTo>
                      <a:pt x="169" y="75"/>
                    </a:lnTo>
                    <a:lnTo>
                      <a:pt x="169" y="75"/>
                    </a:lnTo>
                    <a:lnTo>
                      <a:pt x="170" y="75"/>
                    </a:lnTo>
                    <a:lnTo>
                      <a:pt x="170" y="76"/>
                    </a:lnTo>
                    <a:lnTo>
                      <a:pt x="171" y="76"/>
                    </a:lnTo>
                    <a:lnTo>
                      <a:pt x="171" y="76"/>
                    </a:lnTo>
                    <a:lnTo>
                      <a:pt x="172" y="76"/>
                    </a:lnTo>
                    <a:lnTo>
                      <a:pt x="172" y="77"/>
                    </a:lnTo>
                    <a:lnTo>
                      <a:pt x="173" y="77"/>
                    </a:lnTo>
                    <a:lnTo>
                      <a:pt x="173" y="77"/>
                    </a:lnTo>
                    <a:lnTo>
                      <a:pt x="174" y="77"/>
                    </a:lnTo>
                    <a:lnTo>
                      <a:pt x="174" y="77"/>
                    </a:lnTo>
                    <a:lnTo>
                      <a:pt x="175" y="78"/>
                    </a:lnTo>
                    <a:lnTo>
                      <a:pt x="175" y="78"/>
                    </a:lnTo>
                    <a:lnTo>
                      <a:pt x="176" y="78"/>
                    </a:lnTo>
                    <a:lnTo>
                      <a:pt x="176" y="78"/>
                    </a:lnTo>
                    <a:lnTo>
                      <a:pt x="176" y="79"/>
                    </a:lnTo>
                    <a:lnTo>
                      <a:pt x="176" y="79"/>
                    </a:lnTo>
                    <a:lnTo>
                      <a:pt x="177" y="79"/>
                    </a:lnTo>
                    <a:lnTo>
                      <a:pt x="177" y="79"/>
                    </a:lnTo>
                    <a:lnTo>
                      <a:pt x="178" y="80"/>
                    </a:lnTo>
                    <a:lnTo>
                      <a:pt x="178" y="80"/>
                    </a:lnTo>
                    <a:lnTo>
                      <a:pt x="179" y="80"/>
                    </a:lnTo>
                    <a:lnTo>
                      <a:pt x="179" y="81"/>
                    </a:lnTo>
                    <a:lnTo>
                      <a:pt x="180" y="81"/>
                    </a:lnTo>
                    <a:lnTo>
                      <a:pt x="180" y="81"/>
                    </a:lnTo>
                    <a:lnTo>
                      <a:pt x="181" y="81"/>
                    </a:lnTo>
                    <a:lnTo>
                      <a:pt x="181" y="82"/>
                    </a:lnTo>
                    <a:lnTo>
                      <a:pt x="182" y="82"/>
                    </a:lnTo>
                    <a:lnTo>
                      <a:pt x="182" y="82"/>
                    </a:lnTo>
                    <a:lnTo>
                      <a:pt x="183" y="83"/>
                    </a:lnTo>
                    <a:lnTo>
                      <a:pt x="183" y="83"/>
                    </a:lnTo>
                    <a:lnTo>
                      <a:pt x="183" y="83"/>
                    </a:lnTo>
                    <a:lnTo>
                      <a:pt x="190" y="86"/>
                    </a:lnTo>
                    <a:lnTo>
                      <a:pt x="194" y="94"/>
                    </a:lnTo>
                    <a:lnTo>
                      <a:pt x="194" y="94"/>
                    </a:lnTo>
                    <a:lnTo>
                      <a:pt x="190" y="101"/>
                    </a:lnTo>
                    <a:lnTo>
                      <a:pt x="183" y="104"/>
                    </a:lnTo>
                    <a:lnTo>
                      <a:pt x="183" y="104"/>
                    </a:lnTo>
                    <a:lnTo>
                      <a:pt x="182" y="104"/>
                    </a:lnTo>
                    <a:lnTo>
                      <a:pt x="181" y="104"/>
                    </a:lnTo>
                    <a:lnTo>
                      <a:pt x="181" y="104"/>
                    </a:lnTo>
                    <a:lnTo>
                      <a:pt x="180" y="104"/>
                    </a:lnTo>
                    <a:lnTo>
                      <a:pt x="179" y="104"/>
                    </a:lnTo>
                    <a:lnTo>
                      <a:pt x="179" y="104"/>
                    </a:lnTo>
                    <a:lnTo>
                      <a:pt x="178" y="104"/>
                    </a:lnTo>
                    <a:lnTo>
                      <a:pt x="178" y="104"/>
                    </a:lnTo>
                    <a:lnTo>
                      <a:pt x="177" y="104"/>
                    </a:lnTo>
                    <a:lnTo>
                      <a:pt x="177" y="104"/>
                    </a:lnTo>
                    <a:lnTo>
                      <a:pt x="177" y="104"/>
                    </a:lnTo>
                    <a:lnTo>
                      <a:pt x="176" y="104"/>
                    </a:lnTo>
                    <a:lnTo>
                      <a:pt x="176" y="104"/>
                    </a:lnTo>
                    <a:lnTo>
                      <a:pt x="176" y="103"/>
                    </a:lnTo>
                    <a:lnTo>
                      <a:pt x="176" y="103"/>
                    </a:lnTo>
                    <a:lnTo>
                      <a:pt x="175" y="103"/>
                    </a:lnTo>
                    <a:lnTo>
                      <a:pt x="175" y="103"/>
                    </a:lnTo>
                    <a:lnTo>
                      <a:pt x="175" y="103"/>
                    </a:lnTo>
                    <a:lnTo>
                      <a:pt x="174" y="103"/>
                    </a:lnTo>
                    <a:lnTo>
                      <a:pt x="174" y="102"/>
                    </a:lnTo>
                    <a:lnTo>
                      <a:pt x="173" y="102"/>
                    </a:lnTo>
                    <a:lnTo>
                      <a:pt x="173" y="102"/>
                    </a:lnTo>
                    <a:lnTo>
                      <a:pt x="173" y="102"/>
                    </a:lnTo>
                    <a:lnTo>
                      <a:pt x="173" y="102"/>
                    </a:lnTo>
                    <a:lnTo>
                      <a:pt x="166" y="104"/>
                    </a:lnTo>
                    <a:lnTo>
                      <a:pt x="166" y="104"/>
                    </a:lnTo>
                    <a:lnTo>
                      <a:pt x="166" y="104"/>
                    </a:lnTo>
                    <a:lnTo>
                      <a:pt x="165" y="104"/>
                    </a:lnTo>
                    <a:lnTo>
                      <a:pt x="163" y="105"/>
                    </a:lnTo>
                    <a:lnTo>
                      <a:pt x="162" y="105"/>
                    </a:lnTo>
                    <a:lnTo>
                      <a:pt x="161" y="106"/>
                    </a:lnTo>
                    <a:lnTo>
                      <a:pt x="161" y="106"/>
                    </a:lnTo>
                    <a:lnTo>
                      <a:pt x="159" y="107"/>
                    </a:lnTo>
                    <a:lnTo>
                      <a:pt x="158" y="108"/>
                    </a:lnTo>
                    <a:lnTo>
                      <a:pt x="157" y="109"/>
                    </a:lnTo>
                    <a:lnTo>
                      <a:pt x="156" y="110"/>
                    </a:lnTo>
                    <a:lnTo>
                      <a:pt x="155" y="110"/>
                    </a:lnTo>
                    <a:lnTo>
                      <a:pt x="154" y="111"/>
                    </a:lnTo>
                    <a:lnTo>
                      <a:pt x="153" y="111"/>
                    </a:lnTo>
                    <a:lnTo>
                      <a:pt x="151" y="112"/>
                    </a:lnTo>
                    <a:lnTo>
                      <a:pt x="151" y="112"/>
                    </a:lnTo>
                    <a:lnTo>
                      <a:pt x="150" y="112"/>
                    </a:lnTo>
                    <a:lnTo>
                      <a:pt x="149" y="111"/>
                    </a:lnTo>
                    <a:lnTo>
                      <a:pt x="148" y="111"/>
                    </a:lnTo>
                    <a:lnTo>
                      <a:pt x="147" y="111"/>
                    </a:lnTo>
                    <a:lnTo>
                      <a:pt x="146" y="110"/>
                    </a:lnTo>
                    <a:lnTo>
                      <a:pt x="145" y="110"/>
                    </a:lnTo>
                    <a:lnTo>
                      <a:pt x="144" y="110"/>
                    </a:lnTo>
                    <a:lnTo>
                      <a:pt x="143" y="109"/>
                    </a:lnTo>
                    <a:lnTo>
                      <a:pt x="141" y="109"/>
                    </a:lnTo>
                    <a:lnTo>
                      <a:pt x="141" y="109"/>
                    </a:lnTo>
                    <a:lnTo>
                      <a:pt x="140" y="109"/>
                    </a:lnTo>
                    <a:lnTo>
                      <a:pt x="139" y="108"/>
                    </a:lnTo>
                    <a:lnTo>
                      <a:pt x="138" y="108"/>
                    </a:lnTo>
                    <a:lnTo>
                      <a:pt x="136" y="107"/>
                    </a:lnTo>
                    <a:lnTo>
                      <a:pt x="135" y="107"/>
                    </a:lnTo>
                    <a:lnTo>
                      <a:pt x="134" y="107"/>
                    </a:lnTo>
                    <a:lnTo>
                      <a:pt x="133" y="106"/>
                    </a:lnTo>
                    <a:lnTo>
                      <a:pt x="131" y="106"/>
                    </a:lnTo>
                    <a:lnTo>
                      <a:pt x="130" y="105"/>
                    </a:lnTo>
                    <a:lnTo>
                      <a:pt x="129" y="105"/>
                    </a:lnTo>
                    <a:lnTo>
                      <a:pt x="128" y="104"/>
                    </a:lnTo>
                    <a:lnTo>
                      <a:pt x="127" y="104"/>
                    </a:lnTo>
                    <a:lnTo>
                      <a:pt x="127" y="104"/>
                    </a:lnTo>
                    <a:lnTo>
                      <a:pt x="125" y="104"/>
                    </a:lnTo>
                    <a:lnTo>
                      <a:pt x="124" y="103"/>
                    </a:lnTo>
                    <a:lnTo>
                      <a:pt x="123" y="103"/>
                    </a:lnTo>
                    <a:lnTo>
                      <a:pt x="122" y="102"/>
                    </a:lnTo>
                    <a:lnTo>
                      <a:pt x="120" y="102"/>
                    </a:lnTo>
                    <a:lnTo>
                      <a:pt x="119" y="101"/>
                    </a:lnTo>
                    <a:lnTo>
                      <a:pt x="118" y="101"/>
                    </a:lnTo>
                    <a:lnTo>
                      <a:pt x="117" y="100"/>
                    </a:lnTo>
                    <a:lnTo>
                      <a:pt x="116" y="100"/>
                    </a:lnTo>
                    <a:lnTo>
                      <a:pt x="113" y="100"/>
                    </a:lnTo>
                    <a:lnTo>
                      <a:pt x="111" y="101"/>
                    </a:lnTo>
                    <a:lnTo>
                      <a:pt x="111" y="101"/>
                    </a:lnTo>
                    <a:lnTo>
                      <a:pt x="109" y="101"/>
                    </a:lnTo>
                    <a:lnTo>
                      <a:pt x="107" y="101"/>
                    </a:lnTo>
                    <a:lnTo>
                      <a:pt x="104" y="101"/>
                    </a:lnTo>
                    <a:lnTo>
                      <a:pt x="103" y="101"/>
                    </a:lnTo>
                    <a:lnTo>
                      <a:pt x="102" y="101"/>
                    </a:lnTo>
                    <a:lnTo>
                      <a:pt x="101" y="101"/>
                    </a:lnTo>
                    <a:lnTo>
                      <a:pt x="100" y="101"/>
                    </a:lnTo>
                    <a:lnTo>
                      <a:pt x="99" y="101"/>
                    </a:lnTo>
                    <a:lnTo>
                      <a:pt x="97" y="101"/>
                    </a:lnTo>
                    <a:lnTo>
                      <a:pt x="96" y="101"/>
                    </a:lnTo>
                    <a:lnTo>
                      <a:pt x="95" y="101"/>
                    </a:lnTo>
                    <a:lnTo>
                      <a:pt x="94" y="101"/>
                    </a:lnTo>
                    <a:lnTo>
                      <a:pt x="93" y="101"/>
                    </a:lnTo>
                    <a:lnTo>
                      <a:pt x="91" y="101"/>
                    </a:lnTo>
                    <a:lnTo>
                      <a:pt x="90" y="101"/>
                    </a:lnTo>
                    <a:lnTo>
                      <a:pt x="89" y="101"/>
                    </a:lnTo>
                    <a:lnTo>
                      <a:pt x="89" y="101"/>
                    </a:lnTo>
                    <a:lnTo>
                      <a:pt x="88" y="101"/>
                    </a:lnTo>
                    <a:lnTo>
                      <a:pt x="86" y="101"/>
                    </a:lnTo>
                    <a:lnTo>
                      <a:pt x="85" y="100"/>
                    </a:lnTo>
                    <a:lnTo>
                      <a:pt x="84" y="100"/>
                    </a:lnTo>
                    <a:lnTo>
                      <a:pt x="83" y="100"/>
                    </a:lnTo>
                    <a:lnTo>
                      <a:pt x="81" y="100"/>
                    </a:lnTo>
                    <a:lnTo>
                      <a:pt x="80" y="100"/>
                    </a:lnTo>
                    <a:lnTo>
                      <a:pt x="79" y="100"/>
                    </a:lnTo>
                    <a:lnTo>
                      <a:pt x="78" y="100"/>
                    </a:lnTo>
                    <a:lnTo>
                      <a:pt x="76" y="100"/>
                    </a:lnTo>
                    <a:lnTo>
                      <a:pt x="75" y="99"/>
                    </a:lnTo>
                    <a:lnTo>
                      <a:pt x="74" y="99"/>
                    </a:lnTo>
                    <a:lnTo>
                      <a:pt x="73" y="99"/>
                    </a:lnTo>
                    <a:lnTo>
                      <a:pt x="71" y="99"/>
                    </a:lnTo>
                    <a:lnTo>
                      <a:pt x="70" y="99"/>
                    </a:lnTo>
                    <a:lnTo>
                      <a:pt x="69" y="98"/>
                    </a:lnTo>
                    <a:lnTo>
                      <a:pt x="68" y="98"/>
                    </a:lnTo>
                    <a:lnTo>
                      <a:pt x="66" y="98"/>
                    </a:lnTo>
                    <a:lnTo>
                      <a:pt x="65" y="98"/>
                    </a:lnTo>
                    <a:lnTo>
                      <a:pt x="64" y="97"/>
                    </a:lnTo>
                    <a:lnTo>
                      <a:pt x="62" y="97"/>
                    </a:lnTo>
                    <a:lnTo>
                      <a:pt x="61" y="97"/>
                    </a:lnTo>
                    <a:lnTo>
                      <a:pt x="60" y="97"/>
                    </a:lnTo>
                    <a:lnTo>
                      <a:pt x="60" y="96"/>
                    </a:lnTo>
                    <a:lnTo>
                      <a:pt x="60" y="96"/>
                    </a:lnTo>
                    <a:lnTo>
                      <a:pt x="60" y="96"/>
                    </a:lnTo>
                    <a:lnTo>
                      <a:pt x="59" y="96"/>
                    </a:lnTo>
                    <a:lnTo>
                      <a:pt x="58" y="96"/>
                    </a:lnTo>
                    <a:lnTo>
                      <a:pt x="58" y="96"/>
                    </a:lnTo>
                    <a:lnTo>
                      <a:pt x="57" y="95"/>
                    </a:lnTo>
                    <a:lnTo>
                      <a:pt x="56" y="95"/>
                    </a:lnTo>
                    <a:lnTo>
                      <a:pt x="56" y="95"/>
                    </a:lnTo>
                    <a:lnTo>
                      <a:pt x="55" y="95"/>
                    </a:lnTo>
                    <a:lnTo>
                      <a:pt x="54" y="95"/>
                    </a:lnTo>
                    <a:lnTo>
                      <a:pt x="54" y="95"/>
                    </a:lnTo>
                    <a:lnTo>
                      <a:pt x="53" y="95"/>
                    </a:lnTo>
                    <a:lnTo>
                      <a:pt x="52" y="95"/>
                    </a:lnTo>
                    <a:lnTo>
                      <a:pt x="52" y="95"/>
                    </a:lnTo>
                    <a:lnTo>
                      <a:pt x="51" y="94"/>
                    </a:lnTo>
                    <a:lnTo>
                      <a:pt x="51" y="94"/>
                    </a:lnTo>
                    <a:lnTo>
                      <a:pt x="50" y="94"/>
                    </a:lnTo>
                    <a:lnTo>
                      <a:pt x="49" y="94"/>
                    </a:lnTo>
                    <a:lnTo>
                      <a:pt x="49" y="93"/>
                    </a:lnTo>
                    <a:lnTo>
                      <a:pt x="48" y="93"/>
                    </a:lnTo>
                    <a:lnTo>
                      <a:pt x="47" y="93"/>
                    </a:lnTo>
                    <a:lnTo>
                      <a:pt x="47" y="93"/>
                    </a:lnTo>
                    <a:lnTo>
                      <a:pt x="46" y="93"/>
                    </a:lnTo>
                    <a:lnTo>
                      <a:pt x="46" y="92"/>
                    </a:lnTo>
                    <a:lnTo>
                      <a:pt x="45" y="92"/>
                    </a:lnTo>
                    <a:lnTo>
                      <a:pt x="45" y="92"/>
                    </a:lnTo>
                    <a:lnTo>
                      <a:pt x="44" y="92"/>
                    </a:lnTo>
                    <a:lnTo>
                      <a:pt x="43" y="91"/>
                    </a:lnTo>
                    <a:lnTo>
                      <a:pt x="43" y="91"/>
                    </a:lnTo>
                    <a:lnTo>
                      <a:pt x="42" y="91"/>
                    </a:lnTo>
                    <a:lnTo>
                      <a:pt x="42" y="90"/>
                    </a:lnTo>
                    <a:lnTo>
                      <a:pt x="41" y="90"/>
                    </a:lnTo>
                    <a:lnTo>
                      <a:pt x="40" y="90"/>
                    </a:lnTo>
                    <a:lnTo>
                      <a:pt x="40" y="89"/>
                    </a:lnTo>
                    <a:lnTo>
                      <a:pt x="39" y="89"/>
                    </a:lnTo>
                    <a:lnTo>
                      <a:pt x="38" y="89"/>
                    </a:lnTo>
                    <a:lnTo>
                      <a:pt x="38" y="88"/>
                    </a:lnTo>
                    <a:lnTo>
                      <a:pt x="37" y="88"/>
                    </a:lnTo>
                    <a:lnTo>
                      <a:pt x="36" y="88"/>
                    </a:lnTo>
                    <a:lnTo>
                      <a:pt x="36" y="87"/>
                    </a:lnTo>
                    <a:lnTo>
                      <a:pt x="36" y="87"/>
                    </a:lnTo>
                    <a:lnTo>
                      <a:pt x="35" y="87"/>
                    </a:lnTo>
                    <a:lnTo>
                      <a:pt x="35" y="87"/>
                    </a:lnTo>
                    <a:lnTo>
                      <a:pt x="34" y="86"/>
                    </a:lnTo>
                    <a:lnTo>
                      <a:pt x="34" y="86"/>
                    </a:lnTo>
                    <a:lnTo>
                      <a:pt x="33" y="86"/>
                    </a:lnTo>
                    <a:lnTo>
                      <a:pt x="33" y="85"/>
                    </a:lnTo>
                    <a:lnTo>
                      <a:pt x="32" y="85"/>
                    </a:lnTo>
                    <a:lnTo>
                      <a:pt x="32" y="85"/>
                    </a:lnTo>
                    <a:lnTo>
                      <a:pt x="31" y="84"/>
                    </a:lnTo>
                    <a:lnTo>
                      <a:pt x="31" y="83"/>
                    </a:lnTo>
                    <a:lnTo>
                      <a:pt x="31" y="83"/>
                    </a:lnTo>
                    <a:lnTo>
                      <a:pt x="30" y="82"/>
                    </a:lnTo>
                    <a:lnTo>
                      <a:pt x="29" y="82"/>
                    </a:lnTo>
                    <a:lnTo>
                      <a:pt x="28" y="81"/>
                    </a:lnTo>
                    <a:lnTo>
                      <a:pt x="28" y="80"/>
                    </a:lnTo>
                    <a:lnTo>
                      <a:pt x="27" y="80"/>
                    </a:lnTo>
                    <a:lnTo>
                      <a:pt x="26" y="79"/>
                    </a:lnTo>
                    <a:lnTo>
                      <a:pt x="26" y="78"/>
                    </a:lnTo>
                    <a:lnTo>
                      <a:pt x="25" y="77"/>
                    </a:lnTo>
                    <a:lnTo>
                      <a:pt x="24" y="77"/>
                    </a:lnTo>
                    <a:lnTo>
                      <a:pt x="24" y="76"/>
                    </a:lnTo>
                    <a:lnTo>
                      <a:pt x="23" y="75"/>
                    </a:lnTo>
                    <a:lnTo>
                      <a:pt x="22" y="75"/>
                    </a:lnTo>
                    <a:lnTo>
                      <a:pt x="22" y="74"/>
                    </a:lnTo>
                    <a:lnTo>
                      <a:pt x="21" y="73"/>
                    </a:lnTo>
                    <a:lnTo>
                      <a:pt x="21" y="73"/>
                    </a:lnTo>
                    <a:lnTo>
                      <a:pt x="20" y="72"/>
                    </a:lnTo>
                    <a:lnTo>
                      <a:pt x="20" y="71"/>
                    </a:lnTo>
                    <a:lnTo>
                      <a:pt x="19" y="70"/>
                    </a:lnTo>
                    <a:lnTo>
                      <a:pt x="18" y="70"/>
                    </a:lnTo>
                    <a:lnTo>
                      <a:pt x="18" y="69"/>
                    </a:lnTo>
                    <a:lnTo>
                      <a:pt x="17" y="68"/>
                    </a:lnTo>
                    <a:lnTo>
                      <a:pt x="17" y="67"/>
                    </a:lnTo>
                    <a:lnTo>
                      <a:pt x="16" y="66"/>
                    </a:lnTo>
                    <a:lnTo>
                      <a:pt x="16" y="66"/>
                    </a:lnTo>
                    <a:lnTo>
                      <a:pt x="15" y="65"/>
                    </a:lnTo>
                    <a:lnTo>
                      <a:pt x="15" y="65"/>
                    </a:lnTo>
                    <a:lnTo>
                      <a:pt x="14" y="64"/>
                    </a:lnTo>
                    <a:lnTo>
                      <a:pt x="14" y="64"/>
                    </a:lnTo>
                    <a:lnTo>
                      <a:pt x="13" y="63"/>
                    </a:lnTo>
                    <a:lnTo>
                      <a:pt x="13" y="62"/>
                    </a:lnTo>
                    <a:lnTo>
                      <a:pt x="12" y="61"/>
                    </a:lnTo>
                    <a:lnTo>
                      <a:pt x="12" y="60"/>
                    </a:lnTo>
                    <a:lnTo>
                      <a:pt x="11" y="60"/>
                    </a:lnTo>
                    <a:lnTo>
                      <a:pt x="11" y="59"/>
                    </a:lnTo>
                    <a:lnTo>
                      <a:pt x="10" y="58"/>
                    </a:lnTo>
                    <a:lnTo>
                      <a:pt x="10" y="57"/>
                    </a:lnTo>
                    <a:lnTo>
                      <a:pt x="9" y="56"/>
                    </a:lnTo>
                    <a:lnTo>
                      <a:pt x="9" y="56"/>
                    </a:lnTo>
                    <a:lnTo>
                      <a:pt x="8" y="55"/>
                    </a:lnTo>
                    <a:lnTo>
                      <a:pt x="8" y="54"/>
                    </a:lnTo>
                    <a:lnTo>
                      <a:pt x="8" y="53"/>
                    </a:lnTo>
                    <a:lnTo>
                      <a:pt x="7" y="52"/>
                    </a:lnTo>
                    <a:lnTo>
                      <a:pt x="7" y="52"/>
                    </a:lnTo>
                    <a:lnTo>
                      <a:pt x="6" y="51"/>
                    </a:lnTo>
                    <a:lnTo>
                      <a:pt x="6" y="50"/>
                    </a:lnTo>
                    <a:lnTo>
                      <a:pt x="6" y="49"/>
                    </a:lnTo>
                    <a:lnTo>
                      <a:pt x="5" y="48"/>
                    </a:lnTo>
                    <a:lnTo>
                      <a:pt x="5" y="48"/>
                    </a:lnTo>
                    <a:lnTo>
                      <a:pt x="4" y="47"/>
                    </a:lnTo>
                    <a:lnTo>
                      <a:pt x="4" y="46"/>
                    </a:lnTo>
                    <a:lnTo>
                      <a:pt x="4" y="45"/>
                    </a:lnTo>
                    <a:lnTo>
                      <a:pt x="3" y="44"/>
                    </a:lnTo>
                    <a:lnTo>
                      <a:pt x="3" y="44"/>
                    </a:lnTo>
                    <a:lnTo>
                      <a:pt x="3" y="43"/>
                    </a:lnTo>
                    <a:lnTo>
                      <a:pt x="2" y="42"/>
                    </a:lnTo>
                    <a:lnTo>
                      <a:pt x="2" y="41"/>
                    </a:lnTo>
                    <a:lnTo>
                      <a:pt x="2" y="40"/>
                    </a:lnTo>
                    <a:lnTo>
                      <a:pt x="2" y="40"/>
                    </a:lnTo>
                    <a:lnTo>
                      <a:pt x="2" y="39"/>
                    </a:lnTo>
                    <a:lnTo>
                      <a:pt x="2" y="38"/>
                    </a:lnTo>
                    <a:lnTo>
                      <a:pt x="2" y="37"/>
                    </a:lnTo>
                    <a:lnTo>
                      <a:pt x="2" y="36"/>
                    </a:lnTo>
                    <a:lnTo>
                      <a:pt x="1" y="36"/>
                    </a:lnTo>
                    <a:lnTo>
                      <a:pt x="1" y="36"/>
                    </a:lnTo>
                    <a:lnTo>
                      <a:pt x="1" y="35"/>
                    </a:lnTo>
                    <a:lnTo>
                      <a:pt x="1" y="34"/>
                    </a:lnTo>
                    <a:lnTo>
                      <a:pt x="0" y="33"/>
                    </a:lnTo>
                    <a:lnTo>
                      <a:pt x="0" y="32"/>
                    </a:lnTo>
                    <a:lnTo>
                      <a:pt x="0" y="31"/>
                    </a:lnTo>
                    <a:lnTo>
                      <a:pt x="0" y="30"/>
                    </a:lnTo>
                    <a:lnTo>
                      <a:pt x="0" y="29"/>
                    </a:lnTo>
                    <a:lnTo>
                      <a:pt x="0" y="28"/>
                    </a:lnTo>
                    <a:lnTo>
                      <a:pt x="0" y="27"/>
                    </a:lnTo>
                    <a:lnTo>
                      <a:pt x="0" y="27"/>
                    </a:lnTo>
                    <a:lnTo>
                      <a:pt x="0" y="26"/>
                    </a:lnTo>
                    <a:lnTo>
                      <a:pt x="0" y="26"/>
                    </a:lnTo>
                    <a:lnTo>
                      <a:pt x="0" y="25"/>
                    </a:lnTo>
                    <a:lnTo>
                      <a:pt x="0" y="25"/>
                    </a:lnTo>
                    <a:lnTo>
                      <a:pt x="0" y="24"/>
                    </a:lnTo>
                    <a:lnTo>
                      <a:pt x="0" y="23"/>
                    </a:lnTo>
                    <a:lnTo>
                      <a:pt x="0" y="23"/>
                    </a:lnTo>
                    <a:lnTo>
                      <a:pt x="0" y="22"/>
                    </a:lnTo>
                    <a:lnTo>
                      <a:pt x="0" y="22"/>
                    </a:lnTo>
                    <a:lnTo>
                      <a:pt x="0" y="21"/>
                    </a:lnTo>
                    <a:lnTo>
                      <a:pt x="0" y="20"/>
                    </a:lnTo>
                    <a:lnTo>
                      <a:pt x="0" y="19"/>
                    </a:lnTo>
                    <a:lnTo>
                      <a:pt x="0" y="19"/>
                    </a:lnTo>
                    <a:lnTo>
                      <a:pt x="0" y="18"/>
                    </a:lnTo>
                    <a:lnTo>
                      <a:pt x="1" y="17"/>
                    </a:lnTo>
                    <a:lnTo>
                      <a:pt x="1" y="16"/>
                    </a:lnTo>
                    <a:lnTo>
                      <a:pt x="1" y="16"/>
                    </a:lnTo>
                    <a:lnTo>
                      <a:pt x="1" y="15"/>
                    </a:lnTo>
                    <a:lnTo>
                      <a:pt x="2" y="14"/>
                    </a:lnTo>
                    <a:lnTo>
                      <a:pt x="2" y="13"/>
                    </a:lnTo>
                    <a:lnTo>
                      <a:pt x="2" y="12"/>
                    </a:lnTo>
                    <a:lnTo>
                      <a:pt x="2" y="11"/>
                    </a:lnTo>
                    <a:lnTo>
                      <a:pt x="3" y="10"/>
                    </a:lnTo>
                    <a:lnTo>
                      <a:pt x="3" y="9"/>
                    </a:lnTo>
                    <a:lnTo>
                      <a:pt x="4" y="8"/>
                    </a:lnTo>
                    <a:lnTo>
                      <a:pt x="5" y="7"/>
                    </a:lnTo>
                    <a:lnTo>
                      <a:pt x="5" y="7"/>
                    </a:lnTo>
                    <a:lnTo>
                      <a:pt x="6" y="7"/>
                    </a:lnTo>
                    <a:lnTo>
                      <a:pt x="7" y="6"/>
                    </a:lnTo>
                    <a:lnTo>
                      <a:pt x="8" y="5"/>
                    </a:lnTo>
                    <a:lnTo>
                      <a:pt x="9" y="4"/>
                    </a:lnTo>
                    <a:lnTo>
                      <a:pt x="10" y="4"/>
                    </a:lnTo>
                    <a:lnTo>
                      <a:pt x="11" y="3"/>
                    </a:lnTo>
                    <a:lnTo>
                      <a:pt x="13" y="2"/>
                    </a:lnTo>
                    <a:lnTo>
                      <a:pt x="14" y="2"/>
                    </a:lnTo>
                    <a:lnTo>
                      <a:pt x="15" y="1"/>
                    </a:lnTo>
                    <a:lnTo>
                      <a:pt x="16" y="1"/>
                    </a:lnTo>
                    <a:lnTo>
                      <a:pt x="17" y="1"/>
                    </a:lnTo>
                    <a:lnTo>
                      <a:pt x="18" y="0"/>
                    </a:lnTo>
                    <a:lnTo>
                      <a:pt x="19" y="0"/>
                    </a:lnTo>
                    <a:lnTo>
                      <a:pt x="21" y="0"/>
                    </a:lnTo>
                    <a:lnTo>
                      <a:pt x="22" y="0"/>
                    </a:lnTo>
                    <a:lnTo>
                      <a:pt x="23" y="0"/>
                    </a:lnTo>
                    <a:lnTo>
                      <a:pt x="24" y="0"/>
                    </a:lnTo>
                    <a:lnTo>
                      <a:pt x="25" y="0"/>
                    </a:lnTo>
                    <a:lnTo>
                      <a:pt x="25" y="0"/>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3" name="Freeform 14">
                <a:extLst>
                  <a:ext uri="{FF2B5EF4-FFF2-40B4-BE49-F238E27FC236}">
                    <a16:creationId xmlns:a16="http://schemas.microsoft.com/office/drawing/2014/main" id="{CD7F1413-55C0-9932-B00C-DC7506BFA799}"/>
                  </a:ext>
                </a:extLst>
              </p:cNvPr>
              <p:cNvSpPr>
                <a:spLocks/>
              </p:cNvSpPr>
              <p:nvPr/>
            </p:nvSpPr>
            <p:spPr bwMode="auto">
              <a:xfrm>
                <a:off x="10510684" y="4815263"/>
                <a:ext cx="121565" cy="88473"/>
              </a:xfrm>
              <a:custGeom>
                <a:avLst/>
                <a:gdLst>
                  <a:gd name="T0" fmla="*/ 161 w 180"/>
                  <a:gd name="T1" fmla="*/ 25 h 131"/>
                  <a:gd name="T2" fmla="*/ 158 w 180"/>
                  <a:gd name="T3" fmla="*/ 27 h 131"/>
                  <a:gd name="T4" fmla="*/ 155 w 180"/>
                  <a:gd name="T5" fmla="*/ 30 h 131"/>
                  <a:gd name="T6" fmla="*/ 153 w 180"/>
                  <a:gd name="T7" fmla="*/ 34 h 131"/>
                  <a:gd name="T8" fmla="*/ 152 w 180"/>
                  <a:gd name="T9" fmla="*/ 39 h 131"/>
                  <a:gd name="T10" fmla="*/ 150 w 180"/>
                  <a:gd name="T11" fmla="*/ 43 h 131"/>
                  <a:gd name="T12" fmla="*/ 143 w 180"/>
                  <a:gd name="T13" fmla="*/ 50 h 131"/>
                  <a:gd name="T14" fmla="*/ 133 w 180"/>
                  <a:gd name="T15" fmla="*/ 59 h 131"/>
                  <a:gd name="T16" fmla="*/ 116 w 180"/>
                  <a:gd name="T17" fmla="*/ 75 h 131"/>
                  <a:gd name="T18" fmla="*/ 102 w 180"/>
                  <a:gd name="T19" fmla="*/ 91 h 131"/>
                  <a:gd name="T20" fmla="*/ 91 w 180"/>
                  <a:gd name="T21" fmla="*/ 101 h 131"/>
                  <a:gd name="T22" fmla="*/ 81 w 180"/>
                  <a:gd name="T23" fmla="*/ 108 h 131"/>
                  <a:gd name="T24" fmla="*/ 76 w 180"/>
                  <a:gd name="T25" fmla="*/ 113 h 131"/>
                  <a:gd name="T26" fmla="*/ 71 w 180"/>
                  <a:gd name="T27" fmla="*/ 117 h 131"/>
                  <a:gd name="T28" fmla="*/ 65 w 180"/>
                  <a:gd name="T29" fmla="*/ 121 h 131"/>
                  <a:gd name="T30" fmla="*/ 59 w 180"/>
                  <a:gd name="T31" fmla="*/ 124 h 131"/>
                  <a:gd name="T32" fmla="*/ 54 w 180"/>
                  <a:gd name="T33" fmla="*/ 127 h 131"/>
                  <a:gd name="T34" fmla="*/ 47 w 180"/>
                  <a:gd name="T35" fmla="*/ 129 h 131"/>
                  <a:gd name="T36" fmla="*/ 40 w 180"/>
                  <a:gd name="T37" fmla="*/ 131 h 131"/>
                  <a:gd name="T38" fmla="*/ 35 w 180"/>
                  <a:gd name="T39" fmla="*/ 131 h 131"/>
                  <a:gd name="T40" fmla="*/ 30 w 180"/>
                  <a:gd name="T41" fmla="*/ 131 h 131"/>
                  <a:gd name="T42" fmla="*/ 26 w 180"/>
                  <a:gd name="T43" fmla="*/ 130 h 131"/>
                  <a:gd name="T44" fmla="*/ 21 w 180"/>
                  <a:gd name="T45" fmla="*/ 128 h 131"/>
                  <a:gd name="T46" fmla="*/ 17 w 180"/>
                  <a:gd name="T47" fmla="*/ 126 h 131"/>
                  <a:gd name="T48" fmla="*/ 14 w 180"/>
                  <a:gd name="T49" fmla="*/ 123 h 131"/>
                  <a:gd name="T50" fmla="*/ 11 w 180"/>
                  <a:gd name="T51" fmla="*/ 120 h 131"/>
                  <a:gd name="T52" fmla="*/ 8 w 180"/>
                  <a:gd name="T53" fmla="*/ 117 h 131"/>
                  <a:gd name="T54" fmla="*/ 6 w 180"/>
                  <a:gd name="T55" fmla="*/ 113 h 131"/>
                  <a:gd name="T56" fmla="*/ 3 w 180"/>
                  <a:gd name="T57" fmla="*/ 109 h 131"/>
                  <a:gd name="T58" fmla="*/ 2 w 180"/>
                  <a:gd name="T59" fmla="*/ 104 h 131"/>
                  <a:gd name="T60" fmla="*/ 1 w 180"/>
                  <a:gd name="T61" fmla="*/ 101 h 131"/>
                  <a:gd name="T62" fmla="*/ 0 w 180"/>
                  <a:gd name="T63" fmla="*/ 96 h 131"/>
                  <a:gd name="T64" fmla="*/ 0 w 180"/>
                  <a:gd name="T65" fmla="*/ 91 h 131"/>
                  <a:gd name="T66" fmla="*/ 1 w 180"/>
                  <a:gd name="T67" fmla="*/ 87 h 131"/>
                  <a:gd name="T68" fmla="*/ 2 w 180"/>
                  <a:gd name="T69" fmla="*/ 83 h 131"/>
                  <a:gd name="T70" fmla="*/ 4 w 180"/>
                  <a:gd name="T71" fmla="*/ 77 h 131"/>
                  <a:gd name="T72" fmla="*/ 8 w 180"/>
                  <a:gd name="T73" fmla="*/ 72 h 131"/>
                  <a:gd name="T74" fmla="*/ 12 w 180"/>
                  <a:gd name="T75" fmla="*/ 66 h 131"/>
                  <a:gd name="T76" fmla="*/ 17 w 180"/>
                  <a:gd name="T77" fmla="*/ 60 h 131"/>
                  <a:gd name="T78" fmla="*/ 22 w 180"/>
                  <a:gd name="T79" fmla="*/ 55 h 131"/>
                  <a:gd name="T80" fmla="*/ 28 w 180"/>
                  <a:gd name="T81" fmla="*/ 50 h 131"/>
                  <a:gd name="T82" fmla="*/ 34 w 180"/>
                  <a:gd name="T83" fmla="*/ 45 h 131"/>
                  <a:gd name="T84" fmla="*/ 41 w 180"/>
                  <a:gd name="T85" fmla="*/ 41 h 131"/>
                  <a:gd name="T86" fmla="*/ 47 w 180"/>
                  <a:gd name="T87" fmla="*/ 37 h 131"/>
                  <a:gd name="T88" fmla="*/ 54 w 180"/>
                  <a:gd name="T89" fmla="*/ 33 h 131"/>
                  <a:gd name="T90" fmla="*/ 60 w 180"/>
                  <a:gd name="T91" fmla="*/ 29 h 131"/>
                  <a:gd name="T92" fmla="*/ 75 w 180"/>
                  <a:gd name="T93" fmla="*/ 21 h 131"/>
                  <a:gd name="T94" fmla="*/ 89 w 180"/>
                  <a:gd name="T95" fmla="*/ 15 h 131"/>
                  <a:gd name="T96" fmla="*/ 101 w 180"/>
                  <a:gd name="T97" fmla="*/ 12 h 131"/>
                  <a:gd name="T98" fmla="*/ 116 w 180"/>
                  <a:gd name="T99" fmla="*/ 9 h 131"/>
                  <a:gd name="T100" fmla="*/ 129 w 180"/>
                  <a:gd name="T101" fmla="*/ 6 h 131"/>
                  <a:gd name="T102" fmla="*/ 141 w 180"/>
                  <a:gd name="T103" fmla="*/ 3 h 131"/>
                  <a:gd name="T104" fmla="*/ 151 w 180"/>
                  <a:gd name="T105" fmla="*/ 2 h 131"/>
                  <a:gd name="T106" fmla="*/ 158 w 180"/>
                  <a:gd name="T107" fmla="*/ 1 h 131"/>
                  <a:gd name="T108" fmla="*/ 162 w 180"/>
                  <a:gd name="T109" fmla="*/ 0 h 131"/>
                  <a:gd name="T110" fmla="*/ 165 w 180"/>
                  <a:gd name="T111" fmla="*/ 0 h 131"/>
                  <a:gd name="T112" fmla="*/ 169 w 180"/>
                  <a:gd name="T113" fmla="*/ 0 h 131"/>
                  <a:gd name="T114" fmla="*/ 175 w 180"/>
                  <a:gd name="T115" fmla="*/ 2 h 131"/>
                  <a:gd name="T116" fmla="*/ 177 w 180"/>
                  <a:gd name="T117" fmla="*/ 19 h 131"/>
                  <a:gd name="T118" fmla="*/ 163 w 180"/>
                  <a:gd name="T119" fmla="*/ 23 h 131"/>
                  <a:gd name="T120" fmla="*/ 163 w 180"/>
                  <a:gd name="T121" fmla="*/ 24 h 131"/>
                  <a:gd name="T122" fmla="*/ 162 w 180"/>
                  <a:gd name="T123" fmla="*/ 2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0" h="131">
                    <a:moveTo>
                      <a:pt x="162" y="24"/>
                    </a:moveTo>
                    <a:lnTo>
                      <a:pt x="162" y="24"/>
                    </a:lnTo>
                    <a:lnTo>
                      <a:pt x="162" y="24"/>
                    </a:lnTo>
                    <a:lnTo>
                      <a:pt x="162" y="24"/>
                    </a:lnTo>
                    <a:lnTo>
                      <a:pt x="162" y="24"/>
                    </a:lnTo>
                    <a:lnTo>
                      <a:pt x="161" y="25"/>
                    </a:lnTo>
                    <a:lnTo>
                      <a:pt x="161" y="25"/>
                    </a:lnTo>
                    <a:lnTo>
                      <a:pt x="161" y="25"/>
                    </a:lnTo>
                    <a:lnTo>
                      <a:pt x="160" y="25"/>
                    </a:lnTo>
                    <a:lnTo>
                      <a:pt x="160" y="25"/>
                    </a:lnTo>
                    <a:lnTo>
                      <a:pt x="160" y="26"/>
                    </a:lnTo>
                    <a:lnTo>
                      <a:pt x="160" y="26"/>
                    </a:lnTo>
                    <a:lnTo>
                      <a:pt x="159" y="26"/>
                    </a:lnTo>
                    <a:lnTo>
                      <a:pt x="159" y="26"/>
                    </a:lnTo>
                    <a:lnTo>
                      <a:pt x="159" y="27"/>
                    </a:lnTo>
                    <a:lnTo>
                      <a:pt x="158" y="27"/>
                    </a:lnTo>
                    <a:lnTo>
                      <a:pt x="158" y="27"/>
                    </a:lnTo>
                    <a:lnTo>
                      <a:pt x="157" y="27"/>
                    </a:lnTo>
                    <a:lnTo>
                      <a:pt x="157" y="28"/>
                    </a:lnTo>
                    <a:lnTo>
                      <a:pt x="157" y="28"/>
                    </a:lnTo>
                    <a:lnTo>
                      <a:pt x="156" y="29"/>
                    </a:lnTo>
                    <a:lnTo>
                      <a:pt x="156" y="29"/>
                    </a:lnTo>
                    <a:lnTo>
                      <a:pt x="156" y="29"/>
                    </a:lnTo>
                    <a:lnTo>
                      <a:pt x="155" y="30"/>
                    </a:lnTo>
                    <a:lnTo>
                      <a:pt x="155" y="30"/>
                    </a:lnTo>
                    <a:lnTo>
                      <a:pt x="155" y="30"/>
                    </a:lnTo>
                    <a:lnTo>
                      <a:pt x="155" y="31"/>
                    </a:lnTo>
                    <a:lnTo>
                      <a:pt x="154" y="31"/>
                    </a:lnTo>
                    <a:lnTo>
                      <a:pt x="154" y="32"/>
                    </a:lnTo>
                    <a:lnTo>
                      <a:pt x="154" y="32"/>
                    </a:lnTo>
                    <a:lnTo>
                      <a:pt x="154" y="33"/>
                    </a:lnTo>
                    <a:lnTo>
                      <a:pt x="153" y="34"/>
                    </a:lnTo>
                    <a:lnTo>
                      <a:pt x="153" y="34"/>
                    </a:lnTo>
                    <a:lnTo>
                      <a:pt x="153" y="35"/>
                    </a:lnTo>
                    <a:lnTo>
                      <a:pt x="153" y="36"/>
                    </a:lnTo>
                    <a:lnTo>
                      <a:pt x="152" y="37"/>
                    </a:lnTo>
                    <a:lnTo>
                      <a:pt x="152" y="38"/>
                    </a:lnTo>
                    <a:lnTo>
                      <a:pt x="152" y="38"/>
                    </a:lnTo>
                    <a:lnTo>
                      <a:pt x="152" y="38"/>
                    </a:lnTo>
                    <a:lnTo>
                      <a:pt x="152" y="39"/>
                    </a:lnTo>
                    <a:lnTo>
                      <a:pt x="151" y="40"/>
                    </a:lnTo>
                    <a:lnTo>
                      <a:pt x="151" y="40"/>
                    </a:lnTo>
                    <a:lnTo>
                      <a:pt x="151" y="41"/>
                    </a:lnTo>
                    <a:lnTo>
                      <a:pt x="151" y="42"/>
                    </a:lnTo>
                    <a:lnTo>
                      <a:pt x="150" y="43"/>
                    </a:lnTo>
                    <a:lnTo>
                      <a:pt x="150" y="43"/>
                    </a:lnTo>
                    <a:lnTo>
                      <a:pt x="150" y="43"/>
                    </a:lnTo>
                    <a:lnTo>
                      <a:pt x="150" y="43"/>
                    </a:lnTo>
                    <a:lnTo>
                      <a:pt x="149" y="43"/>
                    </a:lnTo>
                    <a:lnTo>
                      <a:pt x="148" y="45"/>
                    </a:lnTo>
                    <a:lnTo>
                      <a:pt x="148" y="45"/>
                    </a:lnTo>
                    <a:lnTo>
                      <a:pt x="147" y="46"/>
                    </a:lnTo>
                    <a:lnTo>
                      <a:pt x="146" y="47"/>
                    </a:lnTo>
                    <a:lnTo>
                      <a:pt x="145" y="48"/>
                    </a:lnTo>
                    <a:lnTo>
                      <a:pt x="144" y="49"/>
                    </a:lnTo>
                    <a:lnTo>
                      <a:pt x="143" y="50"/>
                    </a:lnTo>
                    <a:lnTo>
                      <a:pt x="141" y="51"/>
                    </a:lnTo>
                    <a:lnTo>
                      <a:pt x="140" y="52"/>
                    </a:lnTo>
                    <a:lnTo>
                      <a:pt x="139" y="53"/>
                    </a:lnTo>
                    <a:lnTo>
                      <a:pt x="138" y="54"/>
                    </a:lnTo>
                    <a:lnTo>
                      <a:pt x="136" y="56"/>
                    </a:lnTo>
                    <a:lnTo>
                      <a:pt x="135" y="57"/>
                    </a:lnTo>
                    <a:lnTo>
                      <a:pt x="134" y="58"/>
                    </a:lnTo>
                    <a:lnTo>
                      <a:pt x="133" y="59"/>
                    </a:lnTo>
                    <a:lnTo>
                      <a:pt x="132" y="60"/>
                    </a:lnTo>
                    <a:lnTo>
                      <a:pt x="131" y="62"/>
                    </a:lnTo>
                    <a:lnTo>
                      <a:pt x="130" y="63"/>
                    </a:lnTo>
                    <a:lnTo>
                      <a:pt x="128" y="64"/>
                    </a:lnTo>
                    <a:lnTo>
                      <a:pt x="127" y="66"/>
                    </a:lnTo>
                    <a:lnTo>
                      <a:pt x="124" y="68"/>
                    </a:lnTo>
                    <a:lnTo>
                      <a:pt x="122" y="71"/>
                    </a:lnTo>
                    <a:lnTo>
                      <a:pt x="116" y="75"/>
                    </a:lnTo>
                    <a:lnTo>
                      <a:pt x="113" y="78"/>
                    </a:lnTo>
                    <a:lnTo>
                      <a:pt x="111" y="81"/>
                    </a:lnTo>
                    <a:lnTo>
                      <a:pt x="108" y="84"/>
                    </a:lnTo>
                    <a:lnTo>
                      <a:pt x="106" y="85"/>
                    </a:lnTo>
                    <a:lnTo>
                      <a:pt x="105" y="86"/>
                    </a:lnTo>
                    <a:lnTo>
                      <a:pt x="104" y="88"/>
                    </a:lnTo>
                    <a:lnTo>
                      <a:pt x="103" y="89"/>
                    </a:lnTo>
                    <a:lnTo>
                      <a:pt x="102" y="91"/>
                    </a:lnTo>
                    <a:lnTo>
                      <a:pt x="100" y="92"/>
                    </a:lnTo>
                    <a:lnTo>
                      <a:pt x="99" y="93"/>
                    </a:lnTo>
                    <a:lnTo>
                      <a:pt x="98" y="95"/>
                    </a:lnTo>
                    <a:lnTo>
                      <a:pt x="96" y="96"/>
                    </a:lnTo>
                    <a:lnTo>
                      <a:pt x="95" y="97"/>
                    </a:lnTo>
                    <a:lnTo>
                      <a:pt x="93" y="98"/>
                    </a:lnTo>
                    <a:lnTo>
                      <a:pt x="92" y="100"/>
                    </a:lnTo>
                    <a:lnTo>
                      <a:pt x="91" y="101"/>
                    </a:lnTo>
                    <a:lnTo>
                      <a:pt x="89" y="102"/>
                    </a:lnTo>
                    <a:lnTo>
                      <a:pt x="88" y="103"/>
                    </a:lnTo>
                    <a:lnTo>
                      <a:pt x="86" y="104"/>
                    </a:lnTo>
                    <a:lnTo>
                      <a:pt x="85" y="105"/>
                    </a:lnTo>
                    <a:lnTo>
                      <a:pt x="84" y="106"/>
                    </a:lnTo>
                    <a:lnTo>
                      <a:pt x="83" y="107"/>
                    </a:lnTo>
                    <a:lnTo>
                      <a:pt x="82" y="108"/>
                    </a:lnTo>
                    <a:lnTo>
                      <a:pt x="81" y="108"/>
                    </a:lnTo>
                    <a:lnTo>
                      <a:pt x="81" y="109"/>
                    </a:lnTo>
                    <a:lnTo>
                      <a:pt x="80" y="109"/>
                    </a:lnTo>
                    <a:lnTo>
                      <a:pt x="79" y="110"/>
                    </a:lnTo>
                    <a:lnTo>
                      <a:pt x="79" y="110"/>
                    </a:lnTo>
                    <a:lnTo>
                      <a:pt x="78" y="111"/>
                    </a:lnTo>
                    <a:lnTo>
                      <a:pt x="77" y="112"/>
                    </a:lnTo>
                    <a:lnTo>
                      <a:pt x="76" y="112"/>
                    </a:lnTo>
                    <a:lnTo>
                      <a:pt x="76" y="113"/>
                    </a:lnTo>
                    <a:lnTo>
                      <a:pt x="75" y="113"/>
                    </a:lnTo>
                    <a:lnTo>
                      <a:pt x="75" y="114"/>
                    </a:lnTo>
                    <a:lnTo>
                      <a:pt x="75" y="114"/>
                    </a:lnTo>
                    <a:lnTo>
                      <a:pt x="74" y="115"/>
                    </a:lnTo>
                    <a:lnTo>
                      <a:pt x="73" y="115"/>
                    </a:lnTo>
                    <a:lnTo>
                      <a:pt x="72" y="116"/>
                    </a:lnTo>
                    <a:lnTo>
                      <a:pt x="72" y="116"/>
                    </a:lnTo>
                    <a:lnTo>
                      <a:pt x="71" y="117"/>
                    </a:lnTo>
                    <a:lnTo>
                      <a:pt x="70" y="117"/>
                    </a:lnTo>
                    <a:lnTo>
                      <a:pt x="70" y="118"/>
                    </a:lnTo>
                    <a:lnTo>
                      <a:pt x="69" y="118"/>
                    </a:lnTo>
                    <a:lnTo>
                      <a:pt x="68" y="119"/>
                    </a:lnTo>
                    <a:lnTo>
                      <a:pt x="67" y="119"/>
                    </a:lnTo>
                    <a:lnTo>
                      <a:pt x="67" y="120"/>
                    </a:lnTo>
                    <a:lnTo>
                      <a:pt x="66" y="120"/>
                    </a:lnTo>
                    <a:lnTo>
                      <a:pt x="65" y="121"/>
                    </a:lnTo>
                    <a:lnTo>
                      <a:pt x="64" y="121"/>
                    </a:lnTo>
                    <a:lnTo>
                      <a:pt x="64" y="122"/>
                    </a:lnTo>
                    <a:lnTo>
                      <a:pt x="63" y="122"/>
                    </a:lnTo>
                    <a:lnTo>
                      <a:pt x="62" y="123"/>
                    </a:lnTo>
                    <a:lnTo>
                      <a:pt x="61" y="123"/>
                    </a:lnTo>
                    <a:lnTo>
                      <a:pt x="61" y="124"/>
                    </a:lnTo>
                    <a:lnTo>
                      <a:pt x="60" y="124"/>
                    </a:lnTo>
                    <a:lnTo>
                      <a:pt x="59" y="124"/>
                    </a:lnTo>
                    <a:lnTo>
                      <a:pt x="58" y="125"/>
                    </a:lnTo>
                    <a:lnTo>
                      <a:pt x="58" y="125"/>
                    </a:lnTo>
                    <a:lnTo>
                      <a:pt x="57" y="126"/>
                    </a:lnTo>
                    <a:lnTo>
                      <a:pt x="56" y="126"/>
                    </a:lnTo>
                    <a:lnTo>
                      <a:pt x="55" y="126"/>
                    </a:lnTo>
                    <a:lnTo>
                      <a:pt x="55" y="126"/>
                    </a:lnTo>
                    <a:lnTo>
                      <a:pt x="54" y="127"/>
                    </a:lnTo>
                    <a:lnTo>
                      <a:pt x="54" y="127"/>
                    </a:lnTo>
                    <a:lnTo>
                      <a:pt x="53" y="127"/>
                    </a:lnTo>
                    <a:lnTo>
                      <a:pt x="52" y="128"/>
                    </a:lnTo>
                    <a:lnTo>
                      <a:pt x="51" y="128"/>
                    </a:lnTo>
                    <a:lnTo>
                      <a:pt x="50" y="128"/>
                    </a:lnTo>
                    <a:lnTo>
                      <a:pt x="49" y="129"/>
                    </a:lnTo>
                    <a:lnTo>
                      <a:pt x="49" y="129"/>
                    </a:lnTo>
                    <a:lnTo>
                      <a:pt x="48" y="129"/>
                    </a:lnTo>
                    <a:lnTo>
                      <a:pt x="47" y="129"/>
                    </a:lnTo>
                    <a:lnTo>
                      <a:pt x="46" y="130"/>
                    </a:lnTo>
                    <a:lnTo>
                      <a:pt x="46" y="130"/>
                    </a:lnTo>
                    <a:lnTo>
                      <a:pt x="45" y="130"/>
                    </a:lnTo>
                    <a:lnTo>
                      <a:pt x="44" y="130"/>
                    </a:lnTo>
                    <a:lnTo>
                      <a:pt x="43" y="130"/>
                    </a:lnTo>
                    <a:lnTo>
                      <a:pt x="42" y="131"/>
                    </a:lnTo>
                    <a:lnTo>
                      <a:pt x="41" y="131"/>
                    </a:lnTo>
                    <a:lnTo>
                      <a:pt x="40" y="131"/>
                    </a:lnTo>
                    <a:lnTo>
                      <a:pt x="39" y="131"/>
                    </a:lnTo>
                    <a:lnTo>
                      <a:pt x="38" y="131"/>
                    </a:lnTo>
                    <a:lnTo>
                      <a:pt x="37" y="131"/>
                    </a:lnTo>
                    <a:lnTo>
                      <a:pt x="37" y="131"/>
                    </a:lnTo>
                    <a:lnTo>
                      <a:pt x="36" y="131"/>
                    </a:lnTo>
                    <a:lnTo>
                      <a:pt x="36" y="131"/>
                    </a:lnTo>
                    <a:lnTo>
                      <a:pt x="35" y="131"/>
                    </a:lnTo>
                    <a:lnTo>
                      <a:pt x="35" y="131"/>
                    </a:lnTo>
                    <a:lnTo>
                      <a:pt x="34" y="131"/>
                    </a:lnTo>
                    <a:lnTo>
                      <a:pt x="34" y="131"/>
                    </a:lnTo>
                    <a:lnTo>
                      <a:pt x="33" y="131"/>
                    </a:lnTo>
                    <a:lnTo>
                      <a:pt x="32" y="131"/>
                    </a:lnTo>
                    <a:lnTo>
                      <a:pt x="32" y="131"/>
                    </a:lnTo>
                    <a:lnTo>
                      <a:pt x="31" y="131"/>
                    </a:lnTo>
                    <a:lnTo>
                      <a:pt x="31" y="131"/>
                    </a:lnTo>
                    <a:lnTo>
                      <a:pt x="30" y="131"/>
                    </a:lnTo>
                    <a:lnTo>
                      <a:pt x="30" y="131"/>
                    </a:lnTo>
                    <a:lnTo>
                      <a:pt x="29" y="131"/>
                    </a:lnTo>
                    <a:lnTo>
                      <a:pt x="29" y="130"/>
                    </a:lnTo>
                    <a:lnTo>
                      <a:pt x="28" y="130"/>
                    </a:lnTo>
                    <a:lnTo>
                      <a:pt x="28" y="130"/>
                    </a:lnTo>
                    <a:lnTo>
                      <a:pt x="27" y="130"/>
                    </a:lnTo>
                    <a:lnTo>
                      <a:pt x="26" y="130"/>
                    </a:lnTo>
                    <a:lnTo>
                      <a:pt x="26" y="130"/>
                    </a:lnTo>
                    <a:lnTo>
                      <a:pt x="25" y="130"/>
                    </a:lnTo>
                    <a:lnTo>
                      <a:pt x="25" y="129"/>
                    </a:lnTo>
                    <a:lnTo>
                      <a:pt x="24" y="129"/>
                    </a:lnTo>
                    <a:lnTo>
                      <a:pt x="24" y="129"/>
                    </a:lnTo>
                    <a:lnTo>
                      <a:pt x="23" y="129"/>
                    </a:lnTo>
                    <a:lnTo>
                      <a:pt x="23" y="129"/>
                    </a:lnTo>
                    <a:lnTo>
                      <a:pt x="22" y="128"/>
                    </a:lnTo>
                    <a:lnTo>
                      <a:pt x="21" y="128"/>
                    </a:lnTo>
                    <a:lnTo>
                      <a:pt x="21" y="128"/>
                    </a:lnTo>
                    <a:lnTo>
                      <a:pt x="20" y="128"/>
                    </a:lnTo>
                    <a:lnTo>
                      <a:pt x="20" y="127"/>
                    </a:lnTo>
                    <a:lnTo>
                      <a:pt x="19" y="127"/>
                    </a:lnTo>
                    <a:lnTo>
                      <a:pt x="19" y="127"/>
                    </a:lnTo>
                    <a:lnTo>
                      <a:pt x="18" y="127"/>
                    </a:lnTo>
                    <a:lnTo>
                      <a:pt x="18" y="126"/>
                    </a:lnTo>
                    <a:lnTo>
                      <a:pt x="17" y="126"/>
                    </a:lnTo>
                    <a:lnTo>
                      <a:pt x="17" y="126"/>
                    </a:lnTo>
                    <a:lnTo>
                      <a:pt x="17" y="125"/>
                    </a:lnTo>
                    <a:lnTo>
                      <a:pt x="17" y="125"/>
                    </a:lnTo>
                    <a:lnTo>
                      <a:pt x="16" y="125"/>
                    </a:lnTo>
                    <a:lnTo>
                      <a:pt x="16" y="124"/>
                    </a:lnTo>
                    <a:lnTo>
                      <a:pt x="15" y="124"/>
                    </a:lnTo>
                    <a:lnTo>
                      <a:pt x="15" y="124"/>
                    </a:lnTo>
                    <a:lnTo>
                      <a:pt x="14" y="123"/>
                    </a:lnTo>
                    <a:lnTo>
                      <a:pt x="14" y="123"/>
                    </a:lnTo>
                    <a:lnTo>
                      <a:pt x="13" y="123"/>
                    </a:lnTo>
                    <a:lnTo>
                      <a:pt x="13" y="122"/>
                    </a:lnTo>
                    <a:lnTo>
                      <a:pt x="13" y="122"/>
                    </a:lnTo>
                    <a:lnTo>
                      <a:pt x="12" y="121"/>
                    </a:lnTo>
                    <a:lnTo>
                      <a:pt x="12" y="121"/>
                    </a:lnTo>
                    <a:lnTo>
                      <a:pt x="11" y="121"/>
                    </a:lnTo>
                    <a:lnTo>
                      <a:pt x="11" y="120"/>
                    </a:lnTo>
                    <a:lnTo>
                      <a:pt x="11" y="120"/>
                    </a:lnTo>
                    <a:lnTo>
                      <a:pt x="10" y="119"/>
                    </a:lnTo>
                    <a:lnTo>
                      <a:pt x="10" y="119"/>
                    </a:lnTo>
                    <a:lnTo>
                      <a:pt x="9" y="118"/>
                    </a:lnTo>
                    <a:lnTo>
                      <a:pt x="9" y="118"/>
                    </a:lnTo>
                    <a:lnTo>
                      <a:pt x="9" y="118"/>
                    </a:lnTo>
                    <a:lnTo>
                      <a:pt x="8" y="117"/>
                    </a:lnTo>
                    <a:lnTo>
                      <a:pt x="8" y="117"/>
                    </a:lnTo>
                    <a:lnTo>
                      <a:pt x="8" y="116"/>
                    </a:lnTo>
                    <a:lnTo>
                      <a:pt x="7" y="116"/>
                    </a:lnTo>
                    <a:lnTo>
                      <a:pt x="7" y="115"/>
                    </a:lnTo>
                    <a:lnTo>
                      <a:pt x="7" y="115"/>
                    </a:lnTo>
                    <a:lnTo>
                      <a:pt x="6" y="115"/>
                    </a:lnTo>
                    <a:lnTo>
                      <a:pt x="6" y="114"/>
                    </a:lnTo>
                    <a:lnTo>
                      <a:pt x="6" y="114"/>
                    </a:lnTo>
                    <a:lnTo>
                      <a:pt x="6" y="113"/>
                    </a:lnTo>
                    <a:lnTo>
                      <a:pt x="5" y="113"/>
                    </a:lnTo>
                    <a:lnTo>
                      <a:pt x="5" y="112"/>
                    </a:lnTo>
                    <a:lnTo>
                      <a:pt x="5" y="112"/>
                    </a:lnTo>
                    <a:lnTo>
                      <a:pt x="4" y="111"/>
                    </a:lnTo>
                    <a:lnTo>
                      <a:pt x="4" y="111"/>
                    </a:lnTo>
                    <a:lnTo>
                      <a:pt x="4" y="110"/>
                    </a:lnTo>
                    <a:lnTo>
                      <a:pt x="4" y="109"/>
                    </a:lnTo>
                    <a:lnTo>
                      <a:pt x="3" y="109"/>
                    </a:lnTo>
                    <a:lnTo>
                      <a:pt x="3" y="108"/>
                    </a:lnTo>
                    <a:lnTo>
                      <a:pt x="3" y="108"/>
                    </a:lnTo>
                    <a:lnTo>
                      <a:pt x="3" y="107"/>
                    </a:lnTo>
                    <a:lnTo>
                      <a:pt x="2" y="107"/>
                    </a:lnTo>
                    <a:lnTo>
                      <a:pt x="2" y="106"/>
                    </a:lnTo>
                    <a:lnTo>
                      <a:pt x="2" y="106"/>
                    </a:lnTo>
                    <a:lnTo>
                      <a:pt x="2" y="105"/>
                    </a:lnTo>
                    <a:lnTo>
                      <a:pt x="2" y="104"/>
                    </a:lnTo>
                    <a:lnTo>
                      <a:pt x="1" y="104"/>
                    </a:lnTo>
                    <a:lnTo>
                      <a:pt x="1" y="103"/>
                    </a:lnTo>
                    <a:lnTo>
                      <a:pt x="1" y="103"/>
                    </a:lnTo>
                    <a:lnTo>
                      <a:pt x="1" y="102"/>
                    </a:lnTo>
                    <a:lnTo>
                      <a:pt x="1" y="102"/>
                    </a:lnTo>
                    <a:lnTo>
                      <a:pt x="1" y="102"/>
                    </a:lnTo>
                    <a:lnTo>
                      <a:pt x="1" y="101"/>
                    </a:lnTo>
                    <a:lnTo>
                      <a:pt x="1" y="101"/>
                    </a:lnTo>
                    <a:lnTo>
                      <a:pt x="0" y="100"/>
                    </a:lnTo>
                    <a:lnTo>
                      <a:pt x="0" y="99"/>
                    </a:lnTo>
                    <a:lnTo>
                      <a:pt x="0" y="99"/>
                    </a:lnTo>
                    <a:lnTo>
                      <a:pt x="0" y="98"/>
                    </a:lnTo>
                    <a:lnTo>
                      <a:pt x="0" y="98"/>
                    </a:lnTo>
                    <a:lnTo>
                      <a:pt x="0" y="97"/>
                    </a:lnTo>
                    <a:lnTo>
                      <a:pt x="0" y="97"/>
                    </a:lnTo>
                    <a:lnTo>
                      <a:pt x="0" y="96"/>
                    </a:lnTo>
                    <a:lnTo>
                      <a:pt x="0" y="95"/>
                    </a:lnTo>
                    <a:lnTo>
                      <a:pt x="0" y="95"/>
                    </a:lnTo>
                    <a:lnTo>
                      <a:pt x="0" y="94"/>
                    </a:lnTo>
                    <a:lnTo>
                      <a:pt x="0" y="94"/>
                    </a:lnTo>
                    <a:lnTo>
                      <a:pt x="0" y="93"/>
                    </a:lnTo>
                    <a:lnTo>
                      <a:pt x="0" y="92"/>
                    </a:lnTo>
                    <a:lnTo>
                      <a:pt x="0" y="92"/>
                    </a:lnTo>
                    <a:lnTo>
                      <a:pt x="0" y="91"/>
                    </a:lnTo>
                    <a:lnTo>
                      <a:pt x="0" y="91"/>
                    </a:lnTo>
                    <a:lnTo>
                      <a:pt x="0" y="90"/>
                    </a:lnTo>
                    <a:lnTo>
                      <a:pt x="0" y="90"/>
                    </a:lnTo>
                    <a:lnTo>
                      <a:pt x="0" y="89"/>
                    </a:lnTo>
                    <a:lnTo>
                      <a:pt x="1" y="88"/>
                    </a:lnTo>
                    <a:lnTo>
                      <a:pt x="1" y="88"/>
                    </a:lnTo>
                    <a:lnTo>
                      <a:pt x="1" y="87"/>
                    </a:lnTo>
                    <a:lnTo>
                      <a:pt x="1" y="87"/>
                    </a:lnTo>
                    <a:lnTo>
                      <a:pt x="1" y="86"/>
                    </a:lnTo>
                    <a:lnTo>
                      <a:pt x="1" y="86"/>
                    </a:lnTo>
                    <a:lnTo>
                      <a:pt x="1" y="85"/>
                    </a:lnTo>
                    <a:lnTo>
                      <a:pt x="1" y="85"/>
                    </a:lnTo>
                    <a:lnTo>
                      <a:pt x="2" y="84"/>
                    </a:lnTo>
                    <a:lnTo>
                      <a:pt x="2" y="84"/>
                    </a:lnTo>
                    <a:lnTo>
                      <a:pt x="2" y="83"/>
                    </a:lnTo>
                    <a:lnTo>
                      <a:pt x="2" y="83"/>
                    </a:lnTo>
                    <a:lnTo>
                      <a:pt x="2" y="82"/>
                    </a:lnTo>
                    <a:lnTo>
                      <a:pt x="2" y="82"/>
                    </a:lnTo>
                    <a:lnTo>
                      <a:pt x="3" y="81"/>
                    </a:lnTo>
                    <a:lnTo>
                      <a:pt x="3" y="81"/>
                    </a:lnTo>
                    <a:lnTo>
                      <a:pt x="3" y="80"/>
                    </a:lnTo>
                    <a:lnTo>
                      <a:pt x="3" y="79"/>
                    </a:lnTo>
                    <a:lnTo>
                      <a:pt x="4" y="78"/>
                    </a:lnTo>
                    <a:lnTo>
                      <a:pt x="4" y="77"/>
                    </a:lnTo>
                    <a:lnTo>
                      <a:pt x="4" y="77"/>
                    </a:lnTo>
                    <a:lnTo>
                      <a:pt x="5" y="76"/>
                    </a:lnTo>
                    <a:lnTo>
                      <a:pt x="5" y="75"/>
                    </a:lnTo>
                    <a:lnTo>
                      <a:pt x="6" y="74"/>
                    </a:lnTo>
                    <a:lnTo>
                      <a:pt x="6" y="73"/>
                    </a:lnTo>
                    <a:lnTo>
                      <a:pt x="7" y="72"/>
                    </a:lnTo>
                    <a:lnTo>
                      <a:pt x="7" y="72"/>
                    </a:lnTo>
                    <a:lnTo>
                      <a:pt x="8" y="72"/>
                    </a:lnTo>
                    <a:lnTo>
                      <a:pt x="8" y="71"/>
                    </a:lnTo>
                    <a:lnTo>
                      <a:pt x="9" y="70"/>
                    </a:lnTo>
                    <a:lnTo>
                      <a:pt x="9" y="69"/>
                    </a:lnTo>
                    <a:lnTo>
                      <a:pt x="10" y="69"/>
                    </a:lnTo>
                    <a:lnTo>
                      <a:pt x="11" y="68"/>
                    </a:lnTo>
                    <a:lnTo>
                      <a:pt x="11" y="67"/>
                    </a:lnTo>
                    <a:lnTo>
                      <a:pt x="12" y="66"/>
                    </a:lnTo>
                    <a:lnTo>
                      <a:pt x="12" y="66"/>
                    </a:lnTo>
                    <a:lnTo>
                      <a:pt x="13" y="65"/>
                    </a:lnTo>
                    <a:lnTo>
                      <a:pt x="14" y="64"/>
                    </a:lnTo>
                    <a:lnTo>
                      <a:pt x="14" y="63"/>
                    </a:lnTo>
                    <a:lnTo>
                      <a:pt x="15" y="63"/>
                    </a:lnTo>
                    <a:lnTo>
                      <a:pt x="15" y="62"/>
                    </a:lnTo>
                    <a:lnTo>
                      <a:pt x="16" y="61"/>
                    </a:lnTo>
                    <a:lnTo>
                      <a:pt x="17" y="61"/>
                    </a:lnTo>
                    <a:lnTo>
                      <a:pt x="17" y="60"/>
                    </a:lnTo>
                    <a:lnTo>
                      <a:pt x="17" y="59"/>
                    </a:lnTo>
                    <a:lnTo>
                      <a:pt x="18" y="59"/>
                    </a:lnTo>
                    <a:lnTo>
                      <a:pt x="18" y="58"/>
                    </a:lnTo>
                    <a:lnTo>
                      <a:pt x="19" y="57"/>
                    </a:lnTo>
                    <a:lnTo>
                      <a:pt x="20" y="57"/>
                    </a:lnTo>
                    <a:lnTo>
                      <a:pt x="20" y="56"/>
                    </a:lnTo>
                    <a:lnTo>
                      <a:pt x="21" y="55"/>
                    </a:lnTo>
                    <a:lnTo>
                      <a:pt x="22" y="55"/>
                    </a:lnTo>
                    <a:lnTo>
                      <a:pt x="23" y="54"/>
                    </a:lnTo>
                    <a:lnTo>
                      <a:pt x="23" y="54"/>
                    </a:lnTo>
                    <a:lnTo>
                      <a:pt x="24" y="53"/>
                    </a:lnTo>
                    <a:lnTo>
                      <a:pt x="25" y="52"/>
                    </a:lnTo>
                    <a:lnTo>
                      <a:pt x="26" y="52"/>
                    </a:lnTo>
                    <a:lnTo>
                      <a:pt x="26" y="51"/>
                    </a:lnTo>
                    <a:lnTo>
                      <a:pt x="27" y="50"/>
                    </a:lnTo>
                    <a:lnTo>
                      <a:pt x="28" y="50"/>
                    </a:lnTo>
                    <a:lnTo>
                      <a:pt x="29" y="49"/>
                    </a:lnTo>
                    <a:lnTo>
                      <a:pt x="29" y="49"/>
                    </a:lnTo>
                    <a:lnTo>
                      <a:pt x="30" y="48"/>
                    </a:lnTo>
                    <a:lnTo>
                      <a:pt x="31" y="47"/>
                    </a:lnTo>
                    <a:lnTo>
                      <a:pt x="32" y="47"/>
                    </a:lnTo>
                    <a:lnTo>
                      <a:pt x="32" y="46"/>
                    </a:lnTo>
                    <a:lnTo>
                      <a:pt x="33" y="46"/>
                    </a:lnTo>
                    <a:lnTo>
                      <a:pt x="34" y="45"/>
                    </a:lnTo>
                    <a:lnTo>
                      <a:pt x="35" y="44"/>
                    </a:lnTo>
                    <a:lnTo>
                      <a:pt x="36" y="44"/>
                    </a:lnTo>
                    <a:lnTo>
                      <a:pt x="37" y="43"/>
                    </a:lnTo>
                    <a:lnTo>
                      <a:pt x="37" y="43"/>
                    </a:lnTo>
                    <a:lnTo>
                      <a:pt x="38" y="43"/>
                    </a:lnTo>
                    <a:lnTo>
                      <a:pt x="39" y="43"/>
                    </a:lnTo>
                    <a:lnTo>
                      <a:pt x="40" y="42"/>
                    </a:lnTo>
                    <a:lnTo>
                      <a:pt x="41" y="41"/>
                    </a:lnTo>
                    <a:lnTo>
                      <a:pt x="42" y="41"/>
                    </a:lnTo>
                    <a:lnTo>
                      <a:pt x="42" y="40"/>
                    </a:lnTo>
                    <a:lnTo>
                      <a:pt x="43" y="40"/>
                    </a:lnTo>
                    <a:lnTo>
                      <a:pt x="44" y="39"/>
                    </a:lnTo>
                    <a:lnTo>
                      <a:pt x="45" y="39"/>
                    </a:lnTo>
                    <a:lnTo>
                      <a:pt x="46" y="38"/>
                    </a:lnTo>
                    <a:lnTo>
                      <a:pt x="46" y="37"/>
                    </a:lnTo>
                    <a:lnTo>
                      <a:pt x="47" y="37"/>
                    </a:lnTo>
                    <a:lnTo>
                      <a:pt x="48" y="36"/>
                    </a:lnTo>
                    <a:lnTo>
                      <a:pt x="49" y="36"/>
                    </a:lnTo>
                    <a:lnTo>
                      <a:pt x="49" y="35"/>
                    </a:lnTo>
                    <a:lnTo>
                      <a:pt x="50" y="35"/>
                    </a:lnTo>
                    <a:lnTo>
                      <a:pt x="51" y="34"/>
                    </a:lnTo>
                    <a:lnTo>
                      <a:pt x="52" y="34"/>
                    </a:lnTo>
                    <a:lnTo>
                      <a:pt x="53" y="33"/>
                    </a:lnTo>
                    <a:lnTo>
                      <a:pt x="54" y="33"/>
                    </a:lnTo>
                    <a:lnTo>
                      <a:pt x="55" y="32"/>
                    </a:lnTo>
                    <a:lnTo>
                      <a:pt x="56" y="32"/>
                    </a:lnTo>
                    <a:lnTo>
                      <a:pt x="57" y="31"/>
                    </a:lnTo>
                    <a:lnTo>
                      <a:pt x="57" y="31"/>
                    </a:lnTo>
                    <a:lnTo>
                      <a:pt x="58" y="30"/>
                    </a:lnTo>
                    <a:lnTo>
                      <a:pt x="59" y="30"/>
                    </a:lnTo>
                    <a:lnTo>
                      <a:pt x="60" y="29"/>
                    </a:lnTo>
                    <a:lnTo>
                      <a:pt x="60" y="29"/>
                    </a:lnTo>
                    <a:lnTo>
                      <a:pt x="62" y="28"/>
                    </a:lnTo>
                    <a:lnTo>
                      <a:pt x="64" y="27"/>
                    </a:lnTo>
                    <a:lnTo>
                      <a:pt x="66" y="26"/>
                    </a:lnTo>
                    <a:lnTo>
                      <a:pt x="68" y="25"/>
                    </a:lnTo>
                    <a:lnTo>
                      <a:pt x="70" y="24"/>
                    </a:lnTo>
                    <a:lnTo>
                      <a:pt x="72" y="23"/>
                    </a:lnTo>
                    <a:lnTo>
                      <a:pt x="74" y="22"/>
                    </a:lnTo>
                    <a:lnTo>
                      <a:pt x="75" y="21"/>
                    </a:lnTo>
                    <a:lnTo>
                      <a:pt x="77" y="20"/>
                    </a:lnTo>
                    <a:lnTo>
                      <a:pt x="79" y="19"/>
                    </a:lnTo>
                    <a:lnTo>
                      <a:pt x="79" y="19"/>
                    </a:lnTo>
                    <a:lnTo>
                      <a:pt x="81" y="18"/>
                    </a:lnTo>
                    <a:lnTo>
                      <a:pt x="83" y="18"/>
                    </a:lnTo>
                    <a:lnTo>
                      <a:pt x="85" y="17"/>
                    </a:lnTo>
                    <a:lnTo>
                      <a:pt x="87" y="16"/>
                    </a:lnTo>
                    <a:lnTo>
                      <a:pt x="89" y="15"/>
                    </a:lnTo>
                    <a:lnTo>
                      <a:pt x="90" y="15"/>
                    </a:lnTo>
                    <a:lnTo>
                      <a:pt x="91" y="15"/>
                    </a:lnTo>
                    <a:lnTo>
                      <a:pt x="93" y="14"/>
                    </a:lnTo>
                    <a:lnTo>
                      <a:pt x="95" y="13"/>
                    </a:lnTo>
                    <a:lnTo>
                      <a:pt x="97" y="13"/>
                    </a:lnTo>
                    <a:lnTo>
                      <a:pt x="99" y="13"/>
                    </a:lnTo>
                    <a:lnTo>
                      <a:pt x="100" y="13"/>
                    </a:lnTo>
                    <a:lnTo>
                      <a:pt x="101" y="12"/>
                    </a:lnTo>
                    <a:lnTo>
                      <a:pt x="103" y="12"/>
                    </a:lnTo>
                    <a:lnTo>
                      <a:pt x="104" y="11"/>
                    </a:lnTo>
                    <a:lnTo>
                      <a:pt x="106" y="11"/>
                    </a:lnTo>
                    <a:lnTo>
                      <a:pt x="108" y="10"/>
                    </a:lnTo>
                    <a:lnTo>
                      <a:pt x="110" y="10"/>
                    </a:lnTo>
                    <a:lnTo>
                      <a:pt x="112" y="10"/>
                    </a:lnTo>
                    <a:lnTo>
                      <a:pt x="114" y="9"/>
                    </a:lnTo>
                    <a:lnTo>
                      <a:pt x="116" y="9"/>
                    </a:lnTo>
                    <a:lnTo>
                      <a:pt x="118" y="8"/>
                    </a:lnTo>
                    <a:lnTo>
                      <a:pt x="119" y="8"/>
                    </a:lnTo>
                    <a:lnTo>
                      <a:pt x="120" y="8"/>
                    </a:lnTo>
                    <a:lnTo>
                      <a:pt x="122" y="7"/>
                    </a:lnTo>
                    <a:lnTo>
                      <a:pt x="123" y="7"/>
                    </a:lnTo>
                    <a:lnTo>
                      <a:pt x="125" y="7"/>
                    </a:lnTo>
                    <a:lnTo>
                      <a:pt x="127" y="6"/>
                    </a:lnTo>
                    <a:lnTo>
                      <a:pt x="129" y="6"/>
                    </a:lnTo>
                    <a:lnTo>
                      <a:pt x="131" y="6"/>
                    </a:lnTo>
                    <a:lnTo>
                      <a:pt x="132" y="5"/>
                    </a:lnTo>
                    <a:lnTo>
                      <a:pt x="133" y="5"/>
                    </a:lnTo>
                    <a:lnTo>
                      <a:pt x="135" y="5"/>
                    </a:lnTo>
                    <a:lnTo>
                      <a:pt x="136" y="4"/>
                    </a:lnTo>
                    <a:lnTo>
                      <a:pt x="138" y="4"/>
                    </a:lnTo>
                    <a:lnTo>
                      <a:pt x="140" y="4"/>
                    </a:lnTo>
                    <a:lnTo>
                      <a:pt x="141" y="3"/>
                    </a:lnTo>
                    <a:lnTo>
                      <a:pt x="143" y="3"/>
                    </a:lnTo>
                    <a:lnTo>
                      <a:pt x="144" y="3"/>
                    </a:lnTo>
                    <a:lnTo>
                      <a:pt x="145" y="3"/>
                    </a:lnTo>
                    <a:lnTo>
                      <a:pt x="146" y="2"/>
                    </a:lnTo>
                    <a:lnTo>
                      <a:pt x="147" y="2"/>
                    </a:lnTo>
                    <a:lnTo>
                      <a:pt x="149" y="2"/>
                    </a:lnTo>
                    <a:lnTo>
                      <a:pt x="150" y="2"/>
                    </a:lnTo>
                    <a:lnTo>
                      <a:pt x="151" y="2"/>
                    </a:lnTo>
                    <a:lnTo>
                      <a:pt x="153" y="2"/>
                    </a:lnTo>
                    <a:lnTo>
                      <a:pt x="154" y="1"/>
                    </a:lnTo>
                    <a:lnTo>
                      <a:pt x="155" y="1"/>
                    </a:lnTo>
                    <a:lnTo>
                      <a:pt x="155" y="1"/>
                    </a:lnTo>
                    <a:lnTo>
                      <a:pt x="156" y="1"/>
                    </a:lnTo>
                    <a:lnTo>
                      <a:pt x="156" y="1"/>
                    </a:lnTo>
                    <a:lnTo>
                      <a:pt x="157" y="1"/>
                    </a:lnTo>
                    <a:lnTo>
                      <a:pt x="158" y="1"/>
                    </a:lnTo>
                    <a:lnTo>
                      <a:pt x="158" y="1"/>
                    </a:lnTo>
                    <a:lnTo>
                      <a:pt x="159" y="1"/>
                    </a:lnTo>
                    <a:lnTo>
                      <a:pt x="159" y="1"/>
                    </a:lnTo>
                    <a:lnTo>
                      <a:pt x="160" y="1"/>
                    </a:lnTo>
                    <a:lnTo>
                      <a:pt x="160" y="1"/>
                    </a:lnTo>
                    <a:lnTo>
                      <a:pt x="161" y="0"/>
                    </a:lnTo>
                    <a:lnTo>
                      <a:pt x="161" y="0"/>
                    </a:lnTo>
                    <a:lnTo>
                      <a:pt x="162" y="0"/>
                    </a:lnTo>
                    <a:lnTo>
                      <a:pt x="162" y="0"/>
                    </a:lnTo>
                    <a:lnTo>
                      <a:pt x="162" y="0"/>
                    </a:lnTo>
                    <a:lnTo>
                      <a:pt x="163" y="0"/>
                    </a:lnTo>
                    <a:lnTo>
                      <a:pt x="163" y="0"/>
                    </a:lnTo>
                    <a:lnTo>
                      <a:pt x="164" y="0"/>
                    </a:lnTo>
                    <a:lnTo>
                      <a:pt x="164" y="0"/>
                    </a:lnTo>
                    <a:lnTo>
                      <a:pt x="165" y="0"/>
                    </a:lnTo>
                    <a:lnTo>
                      <a:pt x="165" y="0"/>
                    </a:lnTo>
                    <a:lnTo>
                      <a:pt x="166" y="0"/>
                    </a:lnTo>
                    <a:lnTo>
                      <a:pt x="166" y="0"/>
                    </a:lnTo>
                    <a:lnTo>
                      <a:pt x="166" y="0"/>
                    </a:lnTo>
                    <a:lnTo>
                      <a:pt x="167" y="0"/>
                    </a:lnTo>
                    <a:lnTo>
                      <a:pt x="167" y="0"/>
                    </a:lnTo>
                    <a:lnTo>
                      <a:pt x="168" y="0"/>
                    </a:lnTo>
                    <a:lnTo>
                      <a:pt x="169" y="0"/>
                    </a:lnTo>
                    <a:lnTo>
                      <a:pt x="169" y="0"/>
                    </a:lnTo>
                    <a:lnTo>
                      <a:pt x="170" y="1"/>
                    </a:lnTo>
                    <a:lnTo>
                      <a:pt x="170" y="1"/>
                    </a:lnTo>
                    <a:lnTo>
                      <a:pt x="171" y="1"/>
                    </a:lnTo>
                    <a:lnTo>
                      <a:pt x="172" y="1"/>
                    </a:lnTo>
                    <a:lnTo>
                      <a:pt x="173" y="2"/>
                    </a:lnTo>
                    <a:lnTo>
                      <a:pt x="174" y="2"/>
                    </a:lnTo>
                    <a:lnTo>
                      <a:pt x="174" y="2"/>
                    </a:lnTo>
                    <a:lnTo>
                      <a:pt x="175" y="2"/>
                    </a:lnTo>
                    <a:lnTo>
                      <a:pt x="175" y="3"/>
                    </a:lnTo>
                    <a:lnTo>
                      <a:pt x="175" y="3"/>
                    </a:lnTo>
                    <a:lnTo>
                      <a:pt x="176" y="3"/>
                    </a:lnTo>
                    <a:lnTo>
                      <a:pt x="176" y="4"/>
                    </a:lnTo>
                    <a:lnTo>
                      <a:pt x="176" y="4"/>
                    </a:lnTo>
                    <a:lnTo>
                      <a:pt x="180" y="12"/>
                    </a:lnTo>
                    <a:lnTo>
                      <a:pt x="177" y="19"/>
                    </a:lnTo>
                    <a:lnTo>
                      <a:pt x="177" y="19"/>
                    </a:lnTo>
                    <a:lnTo>
                      <a:pt x="169" y="22"/>
                    </a:lnTo>
                    <a:lnTo>
                      <a:pt x="168" y="22"/>
                    </a:lnTo>
                    <a:lnTo>
                      <a:pt x="163" y="23"/>
                    </a:lnTo>
                    <a:lnTo>
                      <a:pt x="163" y="23"/>
                    </a:lnTo>
                    <a:lnTo>
                      <a:pt x="163" y="23"/>
                    </a:lnTo>
                    <a:lnTo>
                      <a:pt x="163" y="23"/>
                    </a:lnTo>
                    <a:lnTo>
                      <a:pt x="163" y="23"/>
                    </a:lnTo>
                    <a:lnTo>
                      <a:pt x="163" y="23"/>
                    </a:lnTo>
                    <a:lnTo>
                      <a:pt x="163" y="23"/>
                    </a:lnTo>
                    <a:lnTo>
                      <a:pt x="163" y="23"/>
                    </a:lnTo>
                    <a:lnTo>
                      <a:pt x="163" y="23"/>
                    </a:lnTo>
                    <a:lnTo>
                      <a:pt x="163" y="24"/>
                    </a:lnTo>
                    <a:lnTo>
                      <a:pt x="163" y="24"/>
                    </a:lnTo>
                    <a:lnTo>
                      <a:pt x="163" y="24"/>
                    </a:lnTo>
                    <a:lnTo>
                      <a:pt x="163" y="24"/>
                    </a:lnTo>
                    <a:lnTo>
                      <a:pt x="163" y="24"/>
                    </a:lnTo>
                    <a:lnTo>
                      <a:pt x="163" y="24"/>
                    </a:lnTo>
                    <a:lnTo>
                      <a:pt x="163" y="24"/>
                    </a:lnTo>
                    <a:lnTo>
                      <a:pt x="163" y="24"/>
                    </a:lnTo>
                    <a:lnTo>
                      <a:pt x="162" y="24"/>
                    </a:lnTo>
                    <a:lnTo>
                      <a:pt x="163" y="24"/>
                    </a:lnTo>
                    <a:lnTo>
                      <a:pt x="162" y="24"/>
                    </a:lnTo>
                    <a:lnTo>
                      <a:pt x="162" y="24"/>
                    </a:lnTo>
                    <a:lnTo>
                      <a:pt x="162" y="24"/>
                    </a:lnTo>
                    <a:lnTo>
                      <a:pt x="162" y="24"/>
                    </a:lnTo>
                    <a:lnTo>
                      <a:pt x="162" y="24"/>
                    </a:lnTo>
                    <a:lnTo>
                      <a:pt x="162" y="24"/>
                    </a:lnTo>
                    <a:lnTo>
                      <a:pt x="162" y="24"/>
                    </a:lnTo>
                    <a:lnTo>
                      <a:pt x="162" y="24"/>
                    </a:lnTo>
                    <a:lnTo>
                      <a:pt x="162" y="24"/>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4" name="Freeform 15">
                <a:extLst>
                  <a:ext uri="{FF2B5EF4-FFF2-40B4-BE49-F238E27FC236}">
                    <a16:creationId xmlns:a16="http://schemas.microsoft.com/office/drawing/2014/main" id="{86D40821-5878-596D-ABAB-8830EFA2CAA8}"/>
                  </a:ext>
                </a:extLst>
              </p:cNvPr>
              <p:cNvSpPr>
                <a:spLocks noEditPoints="1"/>
              </p:cNvSpPr>
              <p:nvPr/>
            </p:nvSpPr>
            <p:spPr bwMode="auto">
              <a:xfrm>
                <a:off x="10985464" y="4616031"/>
                <a:ext cx="75641" cy="110760"/>
              </a:xfrm>
              <a:custGeom>
                <a:avLst/>
                <a:gdLst>
                  <a:gd name="T0" fmla="*/ 45 w 112"/>
                  <a:gd name="T1" fmla="*/ 3 h 164"/>
                  <a:gd name="T2" fmla="*/ 52 w 112"/>
                  <a:gd name="T3" fmla="*/ 7 h 164"/>
                  <a:gd name="T4" fmla="*/ 59 w 112"/>
                  <a:gd name="T5" fmla="*/ 13 h 164"/>
                  <a:gd name="T6" fmla="*/ 64 w 112"/>
                  <a:gd name="T7" fmla="*/ 19 h 164"/>
                  <a:gd name="T8" fmla="*/ 69 w 112"/>
                  <a:gd name="T9" fmla="*/ 26 h 164"/>
                  <a:gd name="T10" fmla="*/ 78 w 112"/>
                  <a:gd name="T11" fmla="*/ 41 h 164"/>
                  <a:gd name="T12" fmla="*/ 88 w 112"/>
                  <a:gd name="T13" fmla="*/ 58 h 164"/>
                  <a:gd name="T14" fmla="*/ 95 w 112"/>
                  <a:gd name="T15" fmla="*/ 77 h 164"/>
                  <a:gd name="T16" fmla="*/ 110 w 112"/>
                  <a:gd name="T17" fmla="*/ 119 h 164"/>
                  <a:gd name="T18" fmla="*/ 109 w 112"/>
                  <a:gd name="T19" fmla="*/ 138 h 164"/>
                  <a:gd name="T20" fmla="*/ 111 w 112"/>
                  <a:gd name="T21" fmla="*/ 147 h 164"/>
                  <a:gd name="T22" fmla="*/ 93 w 112"/>
                  <a:gd name="T23" fmla="*/ 160 h 164"/>
                  <a:gd name="T24" fmla="*/ 89 w 112"/>
                  <a:gd name="T25" fmla="*/ 156 h 164"/>
                  <a:gd name="T26" fmla="*/ 82 w 112"/>
                  <a:gd name="T27" fmla="*/ 158 h 164"/>
                  <a:gd name="T28" fmla="*/ 75 w 112"/>
                  <a:gd name="T29" fmla="*/ 157 h 164"/>
                  <a:gd name="T30" fmla="*/ 68 w 112"/>
                  <a:gd name="T31" fmla="*/ 153 h 164"/>
                  <a:gd name="T32" fmla="*/ 63 w 112"/>
                  <a:gd name="T33" fmla="*/ 149 h 164"/>
                  <a:gd name="T34" fmla="*/ 56 w 112"/>
                  <a:gd name="T35" fmla="*/ 143 h 164"/>
                  <a:gd name="T36" fmla="*/ 49 w 112"/>
                  <a:gd name="T37" fmla="*/ 136 h 164"/>
                  <a:gd name="T38" fmla="*/ 42 w 112"/>
                  <a:gd name="T39" fmla="*/ 129 h 164"/>
                  <a:gd name="T40" fmla="*/ 35 w 112"/>
                  <a:gd name="T41" fmla="*/ 120 h 164"/>
                  <a:gd name="T42" fmla="*/ 28 w 112"/>
                  <a:gd name="T43" fmla="*/ 110 h 164"/>
                  <a:gd name="T44" fmla="*/ 21 w 112"/>
                  <a:gd name="T45" fmla="*/ 102 h 164"/>
                  <a:gd name="T46" fmla="*/ 14 w 112"/>
                  <a:gd name="T47" fmla="*/ 91 h 164"/>
                  <a:gd name="T48" fmla="*/ 9 w 112"/>
                  <a:gd name="T49" fmla="*/ 80 h 164"/>
                  <a:gd name="T50" fmla="*/ 5 w 112"/>
                  <a:gd name="T51" fmla="*/ 70 h 164"/>
                  <a:gd name="T52" fmla="*/ 2 w 112"/>
                  <a:gd name="T53" fmla="*/ 58 h 164"/>
                  <a:gd name="T54" fmla="*/ 0 w 112"/>
                  <a:gd name="T55" fmla="*/ 47 h 164"/>
                  <a:gd name="T56" fmla="*/ 0 w 112"/>
                  <a:gd name="T57" fmla="*/ 36 h 164"/>
                  <a:gd name="T58" fmla="*/ 1 w 112"/>
                  <a:gd name="T59" fmla="*/ 30 h 164"/>
                  <a:gd name="T60" fmla="*/ 3 w 112"/>
                  <a:gd name="T61" fmla="*/ 24 h 164"/>
                  <a:gd name="T62" fmla="*/ 6 w 112"/>
                  <a:gd name="T63" fmla="*/ 18 h 164"/>
                  <a:gd name="T64" fmla="*/ 9 w 112"/>
                  <a:gd name="T65" fmla="*/ 14 h 164"/>
                  <a:gd name="T66" fmla="*/ 14 w 112"/>
                  <a:gd name="T67" fmla="*/ 9 h 164"/>
                  <a:gd name="T68" fmla="*/ 20 w 112"/>
                  <a:gd name="T69" fmla="*/ 6 h 164"/>
                  <a:gd name="T70" fmla="*/ 26 w 112"/>
                  <a:gd name="T71" fmla="*/ 3 h 164"/>
                  <a:gd name="T72" fmla="*/ 32 w 112"/>
                  <a:gd name="T73" fmla="*/ 1 h 164"/>
                  <a:gd name="T74" fmla="*/ 74 w 112"/>
                  <a:gd name="T75" fmla="*/ 140 h 164"/>
                  <a:gd name="T76" fmla="*/ 73 w 112"/>
                  <a:gd name="T77" fmla="*/ 142 h 164"/>
                  <a:gd name="T78" fmla="*/ 34 w 112"/>
                  <a:gd name="T79" fmla="*/ 34 h 164"/>
                  <a:gd name="T80" fmla="*/ 33 w 112"/>
                  <a:gd name="T81" fmla="*/ 35 h 164"/>
                  <a:gd name="T82" fmla="*/ 32 w 112"/>
                  <a:gd name="T83" fmla="*/ 36 h 164"/>
                  <a:gd name="T84" fmla="*/ 32 w 112"/>
                  <a:gd name="T85" fmla="*/ 38 h 164"/>
                  <a:gd name="T86" fmla="*/ 31 w 112"/>
                  <a:gd name="T87" fmla="*/ 40 h 164"/>
                  <a:gd name="T88" fmla="*/ 31 w 112"/>
                  <a:gd name="T89" fmla="*/ 43 h 164"/>
                  <a:gd name="T90" fmla="*/ 31 w 112"/>
                  <a:gd name="T91" fmla="*/ 49 h 164"/>
                  <a:gd name="T92" fmla="*/ 33 w 112"/>
                  <a:gd name="T93" fmla="*/ 56 h 164"/>
                  <a:gd name="T94" fmla="*/ 35 w 112"/>
                  <a:gd name="T95" fmla="*/ 65 h 164"/>
                  <a:gd name="T96" fmla="*/ 38 w 112"/>
                  <a:gd name="T97" fmla="*/ 73 h 164"/>
                  <a:gd name="T98" fmla="*/ 42 w 112"/>
                  <a:gd name="T99" fmla="*/ 83 h 164"/>
                  <a:gd name="T100" fmla="*/ 48 w 112"/>
                  <a:gd name="T101" fmla="*/ 93 h 164"/>
                  <a:gd name="T102" fmla="*/ 53 w 112"/>
                  <a:gd name="T103" fmla="*/ 102 h 164"/>
                  <a:gd name="T104" fmla="*/ 59 w 112"/>
                  <a:gd name="T105" fmla="*/ 110 h 164"/>
                  <a:gd name="T106" fmla="*/ 65 w 112"/>
                  <a:gd name="T107" fmla="*/ 118 h 164"/>
                  <a:gd name="T108" fmla="*/ 56 w 112"/>
                  <a:gd name="T109" fmla="*/ 92 h 164"/>
                  <a:gd name="T110" fmla="*/ 49 w 112"/>
                  <a:gd name="T111" fmla="*/ 73 h 164"/>
                  <a:gd name="T112" fmla="*/ 44 w 112"/>
                  <a:gd name="T113" fmla="*/ 56 h 164"/>
                  <a:gd name="T114" fmla="*/ 39 w 112"/>
                  <a:gd name="T115" fmla="*/ 43 h 164"/>
                  <a:gd name="T116" fmla="*/ 37 w 112"/>
                  <a:gd name="T117" fmla="*/ 38 h 164"/>
                  <a:gd name="T118" fmla="*/ 35 w 112"/>
                  <a:gd name="T119" fmla="*/ 3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2" h="164">
                    <a:moveTo>
                      <a:pt x="36" y="0"/>
                    </a:moveTo>
                    <a:lnTo>
                      <a:pt x="37" y="0"/>
                    </a:lnTo>
                    <a:lnTo>
                      <a:pt x="37" y="1"/>
                    </a:lnTo>
                    <a:lnTo>
                      <a:pt x="38" y="1"/>
                    </a:lnTo>
                    <a:lnTo>
                      <a:pt x="38" y="1"/>
                    </a:lnTo>
                    <a:lnTo>
                      <a:pt x="39" y="1"/>
                    </a:lnTo>
                    <a:lnTo>
                      <a:pt x="40" y="1"/>
                    </a:lnTo>
                    <a:lnTo>
                      <a:pt x="41" y="1"/>
                    </a:lnTo>
                    <a:lnTo>
                      <a:pt x="42" y="1"/>
                    </a:lnTo>
                    <a:lnTo>
                      <a:pt x="42" y="2"/>
                    </a:lnTo>
                    <a:lnTo>
                      <a:pt x="43" y="2"/>
                    </a:lnTo>
                    <a:lnTo>
                      <a:pt x="44" y="2"/>
                    </a:lnTo>
                    <a:lnTo>
                      <a:pt x="45" y="3"/>
                    </a:lnTo>
                    <a:lnTo>
                      <a:pt x="45" y="3"/>
                    </a:lnTo>
                    <a:lnTo>
                      <a:pt x="46" y="3"/>
                    </a:lnTo>
                    <a:lnTo>
                      <a:pt x="47" y="4"/>
                    </a:lnTo>
                    <a:lnTo>
                      <a:pt x="48" y="4"/>
                    </a:lnTo>
                    <a:lnTo>
                      <a:pt x="48" y="4"/>
                    </a:lnTo>
                    <a:lnTo>
                      <a:pt x="48" y="5"/>
                    </a:lnTo>
                    <a:lnTo>
                      <a:pt x="49" y="5"/>
                    </a:lnTo>
                    <a:lnTo>
                      <a:pt x="49" y="5"/>
                    </a:lnTo>
                    <a:lnTo>
                      <a:pt x="50" y="6"/>
                    </a:lnTo>
                    <a:lnTo>
                      <a:pt x="51" y="6"/>
                    </a:lnTo>
                    <a:lnTo>
                      <a:pt x="51" y="6"/>
                    </a:lnTo>
                    <a:lnTo>
                      <a:pt x="52" y="7"/>
                    </a:lnTo>
                    <a:lnTo>
                      <a:pt x="52" y="7"/>
                    </a:lnTo>
                    <a:lnTo>
                      <a:pt x="53" y="8"/>
                    </a:lnTo>
                    <a:lnTo>
                      <a:pt x="53" y="8"/>
                    </a:lnTo>
                    <a:lnTo>
                      <a:pt x="54" y="9"/>
                    </a:lnTo>
                    <a:lnTo>
                      <a:pt x="55" y="9"/>
                    </a:lnTo>
                    <a:lnTo>
                      <a:pt x="55" y="9"/>
                    </a:lnTo>
                    <a:lnTo>
                      <a:pt x="56" y="10"/>
                    </a:lnTo>
                    <a:lnTo>
                      <a:pt x="56" y="10"/>
                    </a:lnTo>
                    <a:lnTo>
                      <a:pt x="57" y="11"/>
                    </a:lnTo>
                    <a:lnTo>
                      <a:pt x="57" y="11"/>
                    </a:lnTo>
                    <a:lnTo>
                      <a:pt x="57" y="12"/>
                    </a:lnTo>
                    <a:lnTo>
                      <a:pt x="58" y="12"/>
                    </a:lnTo>
                    <a:lnTo>
                      <a:pt x="58" y="13"/>
                    </a:lnTo>
                    <a:lnTo>
                      <a:pt x="59" y="13"/>
                    </a:lnTo>
                    <a:lnTo>
                      <a:pt x="59" y="14"/>
                    </a:lnTo>
                    <a:lnTo>
                      <a:pt x="60" y="14"/>
                    </a:lnTo>
                    <a:lnTo>
                      <a:pt x="60" y="14"/>
                    </a:lnTo>
                    <a:lnTo>
                      <a:pt x="61" y="14"/>
                    </a:lnTo>
                    <a:lnTo>
                      <a:pt x="61" y="15"/>
                    </a:lnTo>
                    <a:lnTo>
                      <a:pt x="62" y="15"/>
                    </a:lnTo>
                    <a:lnTo>
                      <a:pt x="62" y="16"/>
                    </a:lnTo>
                    <a:lnTo>
                      <a:pt x="62" y="17"/>
                    </a:lnTo>
                    <a:lnTo>
                      <a:pt x="63" y="17"/>
                    </a:lnTo>
                    <a:lnTo>
                      <a:pt x="63" y="18"/>
                    </a:lnTo>
                    <a:lnTo>
                      <a:pt x="64" y="18"/>
                    </a:lnTo>
                    <a:lnTo>
                      <a:pt x="64" y="19"/>
                    </a:lnTo>
                    <a:lnTo>
                      <a:pt x="64" y="19"/>
                    </a:lnTo>
                    <a:lnTo>
                      <a:pt x="65" y="20"/>
                    </a:lnTo>
                    <a:lnTo>
                      <a:pt x="65" y="20"/>
                    </a:lnTo>
                    <a:lnTo>
                      <a:pt x="66" y="21"/>
                    </a:lnTo>
                    <a:lnTo>
                      <a:pt x="66" y="21"/>
                    </a:lnTo>
                    <a:lnTo>
                      <a:pt x="66" y="22"/>
                    </a:lnTo>
                    <a:lnTo>
                      <a:pt x="67" y="22"/>
                    </a:lnTo>
                    <a:lnTo>
                      <a:pt x="67" y="23"/>
                    </a:lnTo>
                    <a:lnTo>
                      <a:pt x="67" y="23"/>
                    </a:lnTo>
                    <a:lnTo>
                      <a:pt x="67" y="24"/>
                    </a:lnTo>
                    <a:lnTo>
                      <a:pt x="67" y="25"/>
                    </a:lnTo>
                    <a:lnTo>
                      <a:pt x="68" y="25"/>
                    </a:lnTo>
                    <a:lnTo>
                      <a:pt x="68" y="26"/>
                    </a:lnTo>
                    <a:lnTo>
                      <a:pt x="69" y="26"/>
                    </a:lnTo>
                    <a:lnTo>
                      <a:pt x="69" y="27"/>
                    </a:lnTo>
                    <a:lnTo>
                      <a:pt x="70" y="28"/>
                    </a:lnTo>
                    <a:lnTo>
                      <a:pt x="70" y="29"/>
                    </a:lnTo>
                    <a:lnTo>
                      <a:pt x="71" y="30"/>
                    </a:lnTo>
                    <a:lnTo>
                      <a:pt x="72" y="31"/>
                    </a:lnTo>
                    <a:lnTo>
                      <a:pt x="73" y="33"/>
                    </a:lnTo>
                    <a:lnTo>
                      <a:pt x="74" y="34"/>
                    </a:lnTo>
                    <a:lnTo>
                      <a:pt x="75" y="35"/>
                    </a:lnTo>
                    <a:lnTo>
                      <a:pt x="76" y="37"/>
                    </a:lnTo>
                    <a:lnTo>
                      <a:pt x="76" y="38"/>
                    </a:lnTo>
                    <a:lnTo>
                      <a:pt x="76" y="38"/>
                    </a:lnTo>
                    <a:lnTo>
                      <a:pt x="77" y="39"/>
                    </a:lnTo>
                    <a:lnTo>
                      <a:pt x="78" y="41"/>
                    </a:lnTo>
                    <a:lnTo>
                      <a:pt x="79" y="42"/>
                    </a:lnTo>
                    <a:lnTo>
                      <a:pt x="80" y="43"/>
                    </a:lnTo>
                    <a:lnTo>
                      <a:pt x="81" y="44"/>
                    </a:lnTo>
                    <a:lnTo>
                      <a:pt x="82" y="46"/>
                    </a:lnTo>
                    <a:lnTo>
                      <a:pt x="83" y="47"/>
                    </a:lnTo>
                    <a:lnTo>
                      <a:pt x="83" y="49"/>
                    </a:lnTo>
                    <a:lnTo>
                      <a:pt x="84" y="50"/>
                    </a:lnTo>
                    <a:lnTo>
                      <a:pt x="85" y="52"/>
                    </a:lnTo>
                    <a:lnTo>
                      <a:pt x="86" y="53"/>
                    </a:lnTo>
                    <a:lnTo>
                      <a:pt x="87" y="55"/>
                    </a:lnTo>
                    <a:lnTo>
                      <a:pt x="87" y="55"/>
                    </a:lnTo>
                    <a:lnTo>
                      <a:pt x="88" y="56"/>
                    </a:lnTo>
                    <a:lnTo>
                      <a:pt x="88" y="58"/>
                    </a:lnTo>
                    <a:lnTo>
                      <a:pt x="89" y="60"/>
                    </a:lnTo>
                    <a:lnTo>
                      <a:pt x="90" y="61"/>
                    </a:lnTo>
                    <a:lnTo>
                      <a:pt x="90" y="63"/>
                    </a:lnTo>
                    <a:lnTo>
                      <a:pt x="91" y="64"/>
                    </a:lnTo>
                    <a:lnTo>
                      <a:pt x="92" y="66"/>
                    </a:lnTo>
                    <a:lnTo>
                      <a:pt x="92" y="68"/>
                    </a:lnTo>
                    <a:lnTo>
                      <a:pt x="93" y="69"/>
                    </a:lnTo>
                    <a:lnTo>
                      <a:pt x="93" y="69"/>
                    </a:lnTo>
                    <a:lnTo>
                      <a:pt x="94" y="71"/>
                    </a:lnTo>
                    <a:lnTo>
                      <a:pt x="94" y="73"/>
                    </a:lnTo>
                    <a:lnTo>
                      <a:pt x="95" y="73"/>
                    </a:lnTo>
                    <a:lnTo>
                      <a:pt x="95" y="75"/>
                    </a:lnTo>
                    <a:lnTo>
                      <a:pt x="95" y="77"/>
                    </a:lnTo>
                    <a:lnTo>
                      <a:pt x="96" y="80"/>
                    </a:lnTo>
                    <a:lnTo>
                      <a:pt x="98" y="83"/>
                    </a:lnTo>
                    <a:lnTo>
                      <a:pt x="99" y="87"/>
                    </a:lnTo>
                    <a:lnTo>
                      <a:pt x="99" y="88"/>
                    </a:lnTo>
                    <a:lnTo>
                      <a:pt x="100" y="90"/>
                    </a:lnTo>
                    <a:lnTo>
                      <a:pt x="101" y="93"/>
                    </a:lnTo>
                    <a:lnTo>
                      <a:pt x="102" y="96"/>
                    </a:lnTo>
                    <a:lnTo>
                      <a:pt x="103" y="99"/>
                    </a:lnTo>
                    <a:lnTo>
                      <a:pt x="105" y="105"/>
                    </a:lnTo>
                    <a:lnTo>
                      <a:pt x="108" y="111"/>
                    </a:lnTo>
                    <a:lnTo>
                      <a:pt x="109" y="114"/>
                    </a:lnTo>
                    <a:lnTo>
                      <a:pt x="110" y="116"/>
                    </a:lnTo>
                    <a:lnTo>
                      <a:pt x="110" y="119"/>
                    </a:lnTo>
                    <a:lnTo>
                      <a:pt x="111" y="119"/>
                    </a:lnTo>
                    <a:lnTo>
                      <a:pt x="111" y="122"/>
                    </a:lnTo>
                    <a:lnTo>
                      <a:pt x="111" y="123"/>
                    </a:lnTo>
                    <a:lnTo>
                      <a:pt x="111" y="125"/>
                    </a:lnTo>
                    <a:lnTo>
                      <a:pt x="110" y="128"/>
                    </a:lnTo>
                    <a:lnTo>
                      <a:pt x="109" y="131"/>
                    </a:lnTo>
                    <a:lnTo>
                      <a:pt x="109" y="132"/>
                    </a:lnTo>
                    <a:lnTo>
                      <a:pt x="109" y="132"/>
                    </a:lnTo>
                    <a:lnTo>
                      <a:pt x="109" y="134"/>
                    </a:lnTo>
                    <a:lnTo>
                      <a:pt x="109" y="135"/>
                    </a:lnTo>
                    <a:lnTo>
                      <a:pt x="109" y="136"/>
                    </a:lnTo>
                    <a:lnTo>
                      <a:pt x="109" y="137"/>
                    </a:lnTo>
                    <a:lnTo>
                      <a:pt x="109" y="138"/>
                    </a:lnTo>
                    <a:lnTo>
                      <a:pt x="109" y="139"/>
                    </a:lnTo>
                    <a:lnTo>
                      <a:pt x="109" y="140"/>
                    </a:lnTo>
                    <a:lnTo>
                      <a:pt x="109" y="141"/>
                    </a:lnTo>
                    <a:lnTo>
                      <a:pt x="109" y="142"/>
                    </a:lnTo>
                    <a:lnTo>
                      <a:pt x="109" y="143"/>
                    </a:lnTo>
                    <a:lnTo>
                      <a:pt x="110" y="143"/>
                    </a:lnTo>
                    <a:lnTo>
                      <a:pt x="110" y="144"/>
                    </a:lnTo>
                    <a:lnTo>
                      <a:pt x="110" y="145"/>
                    </a:lnTo>
                    <a:lnTo>
                      <a:pt x="110" y="145"/>
                    </a:lnTo>
                    <a:lnTo>
                      <a:pt x="110" y="146"/>
                    </a:lnTo>
                    <a:lnTo>
                      <a:pt x="110" y="146"/>
                    </a:lnTo>
                    <a:lnTo>
                      <a:pt x="111" y="147"/>
                    </a:lnTo>
                    <a:lnTo>
                      <a:pt x="111" y="147"/>
                    </a:lnTo>
                    <a:lnTo>
                      <a:pt x="111" y="147"/>
                    </a:lnTo>
                    <a:lnTo>
                      <a:pt x="111" y="147"/>
                    </a:lnTo>
                    <a:lnTo>
                      <a:pt x="111" y="147"/>
                    </a:lnTo>
                    <a:lnTo>
                      <a:pt x="111" y="147"/>
                    </a:lnTo>
                    <a:lnTo>
                      <a:pt x="111" y="148"/>
                    </a:lnTo>
                    <a:lnTo>
                      <a:pt x="111" y="148"/>
                    </a:lnTo>
                    <a:lnTo>
                      <a:pt x="111" y="148"/>
                    </a:lnTo>
                    <a:lnTo>
                      <a:pt x="112" y="156"/>
                    </a:lnTo>
                    <a:lnTo>
                      <a:pt x="108" y="162"/>
                    </a:lnTo>
                    <a:lnTo>
                      <a:pt x="108" y="162"/>
                    </a:lnTo>
                    <a:lnTo>
                      <a:pt x="99" y="164"/>
                    </a:lnTo>
                    <a:lnTo>
                      <a:pt x="93" y="160"/>
                    </a:lnTo>
                    <a:lnTo>
                      <a:pt x="93" y="160"/>
                    </a:lnTo>
                    <a:lnTo>
                      <a:pt x="93" y="160"/>
                    </a:lnTo>
                    <a:lnTo>
                      <a:pt x="93" y="159"/>
                    </a:lnTo>
                    <a:lnTo>
                      <a:pt x="92" y="159"/>
                    </a:lnTo>
                    <a:lnTo>
                      <a:pt x="92" y="158"/>
                    </a:lnTo>
                    <a:lnTo>
                      <a:pt x="92" y="158"/>
                    </a:lnTo>
                    <a:lnTo>
                      <a:pt x="92" y="158"/>
                    </a:lnTo>
                    <a:lnTo>
                      <a:pt x="91" y="157"/>
                    </a:lnTo>
                    <a:lnTo>
                      <a:pt x="91" y="156"/>
                    </a:lnTo>
                    <a:lnTo>
                      <a:pt x="90" y="155"/>
                    </a:lnTo>
                    <a:lnTo>
                      <a:pt x="90" y="155"/>
                    </a:lnTo>
                    <a:lnTo>
                      <a:pt x="90" y="155"/>
                    </a:lnTo>
                    <a:lnTo>
                      <a:pt x="89" y="155"/>
                    </a:lnTo>
                    <a:lnTo>
                      <a:pt x="89" y="156"/>
                    </a:lnTo>
                    <a:lnTo>
                      <a:pt x="88" y="156"/>
                    </a:lnTo>
                    <a:lnTo>
                      <a:pt x="88" y="156"/>
                    </a:lnTo>
                    <a:lnTo>
                      <a:pt x="87" y="156"/>
                    </a:lnTo>
                    <a:lnTo>
                      <a:pt x="87" y="157"/>
                    </a:lnTo>
                    <a:lnTo>
                      <a:pt x="86" y="157"/>
                    </a:lnTo>
                    <a:lnTo>
                      <a:pt x="86" y="157"/>
                    </a:lnTo>
                    <a:lnTo>
                      <a:pt x="85" y="157"/>
                    </a:lnTo>
                    <a:lnTo>
                      <a:pt x="85" y="157"/>
                    </a:lnTo>
                    <a:lnTo>
                      <a:pt x="84" y="157"/>
                    </a:lnTo>
                    <a:lnTo>
                      <a:pt x="84" y="158"/>
                    </a:lnTo>
                    <a:lnTo>
                      <a:pt x="83" y="158"/>
                    </a:lnTo>
                    <a:lnTo>
                      <a:pt x="83" y="158"/>
                    </a:lnTo>
                    <a:lnTo>
                      <a:pt x="82" y="158"/>
                    </a:lnTo>
                    <a:lnTo>
                      <a:pt x="82" y="158"/>
                    </a:lnTo>
                    <a:lnTo>
                      <a:pt x="82" y="158"/>
                    </a:lnTo>
                    <a:lnTo>
                      <a:pt x="81" y="158"/>
                    </a:lnTo>
                    <a:lnTo>
                      <a:pt x="81" y="158"/>
                    </a:lnTo>
                    <a:lnTo>
                      <a:pt x="80" y="158"/>
                    </a:lnTo>
                    <a:lnTo>
                      <a:pt x="80" y="158"/>
                    </a:lnTo>
                    <a:lnTo>
                      <a:pt x="79" y="158"/>
                    </a:lnTo>
                    <a:lnTo>
                      <a:pt x="79" y="158"/>
                    </a:lnTo>
                    <a:lnTo>
                      <a:pt x="78" y="158"/>
                    </a:lnTo>
                    <a:lnTo>
                      <a:pt x="77" y="157"/>
                    </a:lnTo>
                    <a:lnTo>
                      <a:pt x="77" y="157"/>
                    </a:lnTo>
                    <a:lnTo>
                      <a:pt x="76" y="157"/>
                    </a:lnTo>
                    <a:lnTo>
                      <a:pt x="75" y="157"/>
                    </a:lnTo>
                    <a:lnTo>
                      <a:pt x="75" y="157"/>
                    </a:lnTo>
                    <a:lnTo>
                      <a:pt x="74" y="156"/>
                    </a:lnTo>
                    <a:lnTo>
                      <a:pt x="74" y="156"/>
                    </a:lnTo>
                    <a:lnTo>
                      <a:pt x="73" y="156"/>
                    </a:lnTo>
                    <a:lnTo>
                      <a:pt x="73" y="156"/>
                    </a:lnTo>
                    <a:lnTo>
                      <a:pt x="72" y="156"/>
                    </a:lnTo>
                    <a:lnTo>
                      <a:pt x="71" y="155"/>
                    </a:lnTo>
                    <a:lnTo>
                      <a:pt x="71" y="155"/>
                    </a:lnTo>
                    <a:lnTo>
                      <a:pt x="70" y="155"/>
                    </a:lnTo>
                    <a:lnTo>
                      <a:pt x="70" y="154"/>
                    </a:lnTo>
                    <a:lnTo>
                      <a:pt x="69" y="154"/>
                    </a:lnTo>
                    <a:lnTo>
                      <a:pt x="69" y="154"/>
                    </a:lnTo>
                    <a:lnTo>
                      <a:pt x="68" y="153"/>
                    </a:lnTo>
                    <a:lnTo>
                      <a:pt x="68" y="153"/>
                    </a:lnTo>
                    <a:lnTo>
                      <a:pt x="67" y="153"/>
                    </a:lnTo>
                    <a:lnTo>
                      <a:pt x="67" y="152"/>
                    </a:lnTo>
                    <a:lnTo>
                      <a:pt x="67" y="152"/>
                    </a:lnTo>
                    <a:lnTo>
                      <a:pt x="67" y="152"/>
                    </a:lnTo>
                    <a:lnTo>
                      <a:pt x="66" y="151"/>
                    </a:lnTo>
                    <a:lnTo>
                      <a:pt x="66" y="151"/>
                    </a:lnTo>
                    <a:lnTo>
                      <a:pt x="66" y="151"/>
                    </a:lnTo>
                    <a:lnTo>
                      <a:pt x="65" y="151"/>
                    </a:lnTo>
                    <a:lnTo>
                      <a:pt x="65" y="150"/>
                    </a:lnTo>
                    <a:lnTo>
                      <a:pt x="64" y="150"/>
                    </a:lnTo>
                    <a:lnTo>
                      <a:pt x="64" y="149"/>
                    </a:lnTo>
                    <a:lnTo>
                      <a:pt x="63" y="149"/>
                    </a:lnTo>
                    <a:lnTo>
                      <a:pt x="63" y="149"/>
                    </a:lnTo>
                    <a:lnTo>
                      <a:pt x="62" y="148"/>
                    </a:lnTo>
                    <a:lnTo>
                      <a:pt x="62" y="148"/>
                    </a:lnTo>
                    <a:lnTo>
                      <a:pt x="61" y="147"/>
                    </a:lnTo>
                    <a:lnTo>
                      <a:pt x="61" y="147"/>
                    </a:lnTo>
                    <a:lnTo>
                      <a:pt x="60" y="146"/>
                    </a:lnTo>
                    <a:lnTo>
                      <a:pt x="60" y="146"/>
                    </a:lnTo>
                    <a:lnTo>
                      <a:pt x="59" y="145"/>
                    </a:lnTo>
                    <a:lnTo>
                      <a:pt x="59" y="145"/>
                    </a:lnTo>
                    <a:lnTo>
                      <a:pt x="58" y="145"/>
                    </a:lnTo>
                    <a:lnTo>
                      <a:pt x="58" y="144"/>
                    </a:lnTo>
                    <a:lnTo>
                      <a:pt x="57" y="144"/>
                    </a:lnTo>
                    <a:lnTo>
                      <a:pt x="56" y="143"/>
                    </a:lnTo>
                    <a:lnTo>
                      <a:pt x="56" y="143"/>
                    </a:lnTo>
                    <a:lnTo>
                      <a:pt x="55" y="142"/>
                    </a:lnTo>
                    <a:lnTo>
                      <a:pt x="55" y="142"/>
                    </a:lnTo>
                    <a:lnTo>
                      <a:pt x="54" y="141"/>
                    </a:lnTo>
                    <a:lnTo>
                      <a:pt x="54" y="140"/>
                    </a:lnTo>
                    <a:lnTo>
                      <a:pt x="53" y="140"/>
                    </a:lnTo>
                    <a:lnTo>
                      <a:pt x="53" y="139"/>
                    </a:lnTo>
                    <a:lnTo>
                      <a:pt x="52" y="139"/>
                    </a:lnTo>
                    <a:lnTo>
                      <a:pt x="51" y="138"/>
                    </a:lnTo>
                    <a:lnTo>
                      <a:pt x="51" y="138"/>
                    </a:lnTo>
                    <a:lnTo>
                      <a:pt x="50" y="137"/>
                    </a:lnTo>
                    <a:lnTo>
                      <a:pt x="50" y="137"/>
                    </a:lnTo>
                    <a:lnTo>
                      <a:pt x="49" y="136"/>
                    </a:lnTo>
                    <a:lnTo>
                      <a:pt x="48" y="135"/>
                    </a:lnTo>
                    <a:lnTo>
                      <a:pt x="48" y="135"/>
                    </a:lnTo>
                    <a:lnTo>
                      <a:pt x="47" y="134"/>
                    </a:lnTo>
                    <a:lnTo>
                      <a:pt x="47" y="134"/>
                    </a:lnTo>
                    <a:lnTo>
                      <a:pt x="46" y="133"/>
                    </a:lnTo>
                    <a:lnTo>
                      <a:pt x="46" y="133"/>
                    </a:lnTo>
                    <a:lnTo>
                      <a:pt x="45" y="132"/>
                    </a:lnTo>
                    <a:lnTo>
                      <a:pt x="45" y="132"/>
                    </a:lnTo>
                    <a:lnTo>
                      <a:pt x="44" y="132"/>
                    </a:lnTo>
                    <a:lnTo>
                      <a:pt x="44" y="131"/>
                    </a:lnTo>
                    <a:lnTo>
                      <a:pt x="43" y="131"/>
                    </a:lnTo>
                    <a:lnTo>
                      <a:pt x="43" y="130"/>
                    </a:lnTo>
                    <a:lnTo>
                      <a:pt x="42" y="129"/>
                    </a:lnTo>
                    <a:lnTo>
                      <a:pt x="41" y="129"/>
                    </a:lnTo>
                    <a:lnTo>
                      <a:pt x="41" y="128"/>
                    </a:lnTo>
                    <a:lnTo>
                      <a:pt x="40" y="127"/>
                    </a:lnTo>
                    <a:lnTo>
                      <a:pt x="40" y="127"/>
                    </a:lnTo>
                    <a:lnTo>
                      <a:pt x="39" y="126"/>
                    </a:lnTo>
                    <a:lnTo>
                      <a:pt x="38" y="125"/>
                    </a:lnTo>
                    <a:lnTo>
                      <a:pt x="38" y="125"/>
                    </a:lnTo>
                    <a:lnTo>
                      <a:pt x="38" y="124"/>
                    </a:lnTo>
                    <a:lnTo>
                      <a:pt x="38" y="123"/>
                    </a:lnTo>
                    <a:lnTo>
                      <a:pt x="37" y="122"/>
                    </a:lnTo>
                    <a:lnTo>
                      <a:pt x="37" y="122"/>
                    </a:lnTo>
                    <a:lnTo>
                      <a:pt x="36" y="121"/>
                    </a:lnTo>
                    <a:lnTo>
                      <a:pt x="35" y="120"/>
                    </a:lnTo>
                    <a:lnTo>
                      <a:pt x="35" y="120"/>
                    </a:lnTo>
                    <a:lnTo>
                      <a:pt x="34" y="119"/>
                    </a:lnTo>
                    <a:lnTo>
                      <a:pt x="34" y="118"/>
                    </a:lnTo>
                    <a:lnTo>
                      <a:pt x="33" y="117"/>
                    </a:lnTo>
                    <a:lnTo>
                      <a:pt x="32" y="117"/>
                    </a:lnTo>
                    <a:lnTo>
                      <a:pt x="32" y="116"/>
                    </a:lnTo>
                    <a:lnTo>
                      <a:pt x="31" y="115"/>
                    </a:lnTo>
                    <a:lnTo>
                      <a:pt x="31" y="114"/>
                    </a:lnTo>
                    <a:lnTo>
                      <a:pt x="30" y="113"/>
                    </a:lnTo>
                    <a:lnTo>
                      <a:pt x="30" y="113"/>
                    </a:lnTo>
                    <a:lnTo>
                      <a:pt x="29" y="112"/>
                    </a:lnTo>
                    <a:lnTo>
                      <a:pt x="28" y="111"/>
                    </a:lnTo>
                    <a:lnTo>
                      <a:pt x="28" y="110"/>
                    </a:lnTo>
                    <a:lnTo>
                      <a:pt x="27" y="110"/>
                    </a:lnTo>
                    <a:lnTo>
                      <a:pt x="27" y="109"/>
                    </a:lnTo>
                    <a:lnTo>
                      <a:pt x="27" y="109"/>
                    </a:lnTo>
                    <a:lnTo>
                      <a:pt x="26" y="108"/>
                    </a:lnTo>
                    <a:lnTo>
                      <a:pt x="26" y="107"/>
                    </a:lnTo>
                    <a:lnTo>
                      <a:pt x="25" y="106"/>
                    </a:lnTo>
                    <a:lnTo>
                      <a:pt x="24" y="106"/>
                    </a:lnTo>
                    <a:lnTo>
                      <a:pt x="24" y="105"/>
                    </a:lnTo>
                    <a:lnTo>
                      <a:pt x="23" y="104"/>
                    </a:lnTo>
                    <a:lnTo>
                      <a:pt x="23" y="103"/>
                    </a:lnTo>
                    <a:lnTo>
                      <a:pt x="22" y="102"/>
                    </a:lnTo>
                    <a:lnTo>
                      <a:pt x="22" y="102"/>
                    </a:lnTo>
                    <a:lnTo>
                      <a:pt x="21" y="102"/>
                    </a:lnTo>
                    <a:lnTo>
                      <a:pt x="21" y="101"/>
                    </a:lnTo>
                    <a:lnTo>
                      <a:pt x="20" y="100"/>
                    </a:lnTo>
                    <a:lnTo>
                      <a:pt x="20" y="99"/>
                    </a:lnTo>
                    <a:lnTo>
                      <a:pt x="19" y="98"/>
                    </a:lnTo>
                    <a:lnTo>
                      <a:pt x="18" y="97"/>
                    </a:lnTo>
                    <a:lnTo>
                      <a:pt x="18" y="97"/>
                    </a:lnTo>
                    <a:lnTo>
                      <a:pt x="17" y="96"/>
                    </a:lnTo>
                    <a:lnTo>
                      <a:pt x="17" y="95"/>
                    </a:lnTo>
                    <a:lnTo>
                      <a:pt x="16" y="94"/>
                    </a:lnTo>
                    <a:lnTo>
                      <a:pt x="16" y="93"/>
                    </a:lnTo>
                    <a:lnTo>
                      <a:pt x="15" y="92"/>
                    </a:lnTo>
                    <a:lnTo>
                      <a:pt x="15" y="92"/>
                    </a:lnTo>
                    <a:lnTo>
                      <a:pt x="14" y="91"/>
                    </a:lnTo>
                    <a:lnTo>
                      <a:pt x="14" y="90"/>
                    </a:lnTo>
                    <a:lnTo>
                      <a:pt x="13" y="89"/>
                    </a:lnTo>
                    <a:lnTo>
                      <a:pt x="13" y="88"/>
                    </a:lnTo>
                    <a:lnTo>
                      <a:pt x="13" y="87"/>
                    </a:lnTo>
                    <a:lnTo>
                      <a:pt x="12" y="86"/>
                    </a:lnTo>
                    <a:lnTo>
                      <a:pt x="12" y="85"/>
                    </a:lnTo>
                    <a:lnTo>
                      <a:pt x="11" y="85"/>
                    </a:lnTo>
                    <a:lnTo>
                      <a:pt x="11" y="84"/>
                    </a:lnTo>
                    <a:lnTo>
                      <a:pt x="10" y="83"/>
                    </a:lnTo>
                    <a:lnTo>
                      <a:pt x="10" y="82"/>
                    </a:lnTo>
                    <a:lnTo>
                      <a:pt x="9" y="81"/>
                    </a:lnTo>
                    <a:lnTo>
                      <a:pt x="9" y="81"/>
                    </a:lnTo>
                    <a:lnTo>
                      <a:pt x="9" y="80"/>
                    </a:lnTo>
                    <a:lnTo>
                      <a:pt x="9" y="79"/>
                    </a:lnTo>
                    <a:lnTo>
                      <a:pt x="9" y="78"/>
                    </a:lnTo>
                    <a:lnTo>
                      <a:pt x="9" y="78"/>
                    </a:lnTo>
                    <a:lnTo>
                      <a:pt x="8" y="77"/>
                    </a:lnTo>
                    <a:lnTo>
                      <a:pt x="8" y="76"/>
                    </a:lnTo>
                    <a:lnTo>
                      <a:pt x="8" y="75"/>
                    </a:lnTo>
                    <a:lnTo>
                      <a:pt x="7" y="74"/>
                    </a:lnTo>
                    <a:lnTo>
                      <a:pt x="7" y="73"/>
                    </a:lnTo>
                    <a:lnTo>
                      <a:pt x="6" y="73"/>
                    </a:lnTo>
                    <a:lnTo>
                      <a:pt x="6" y="72"/>
                    </a:lnTo>
                    <a:lnTo>
                      <a:pt x="6" y="71"/>
                    </a:lnTo>
                    <a:lnTo>
                      <a:pt x="5" y="70"/>
                    </a:lnTo>
                    <a:lnTo>
                      <a:pt x="5" y="70"/>
                    </a:lnTo>
                    <a:lnTo>
                      <a:pt x="5" y="69"/>
                    </a:lnTo>
                    <a:lnTo>
                      <a:pt x="5" y="68"/>
                    </a:lnTo>
                    <a:lnTo>
                      <a:pt x="4" y="67"/>
                    </a:lnTo>
                    <a:lnTo>
                      <a:pt x="4" y="66"/>
                    </a:lnTo>
                    <a:lnTo>
                      <a:pt x="4" y="65"/>
                    </a:lnTo>
                    <a:lnTo>
                      <a:pt x="3" y="64"/>
                    </a:lnTo>
                    <a:lnTo>
                      <a:pt x="3" y="63"/>
                    </a:lnTo>
                    <a:lnTo>
                      <a:pt x="3" y="62"/>
                    </a:lnTo>
                    <a:lnTo>
                      <a:pt x="3" y="61"/>
                    </a:lnTo>
                    <a:lnTo>
                      <a:pt x="2" y="61"/>
                    </a:lnTo>
                    <a:lnTo>
                      <a:pt x="2" y="60"/>
                    </a:lnTo>
                    <a:lnTo>
                      <a:pt x="2" y="59"/>
                    </a:lnTo>
                    <a:lnTo>
                      <a:pt x="2" y="58"/>
                    </a:lnTo>
                    <a:lnTo>
                      <a:pt x="1" y="57"/>
                    </a:lnTo>
                    <a:lnTo>
                      <a:pt x="1" y="56"/>
                    </a:lnTo>
                    <a:lnTo>
                      <a:pt x="1" y="56"/>
                    </a:lnTo>
                    <a:lnTo>
                      <a:pt x="1" y="55"/>
                    </a:lnTo>
                    <a:lnTo>
                      <a:pt x="1" y="54"/>
                    </a:lnTo>
                    <a:lnTo>
                      <a:pt x="1" y="53"/>
                    </a:lnTo>
                    <a:lnTo>
                      <a:pt x="1" y="52"/>
                    </a:lnTo>
                    <a:lnTo>
                      <a:pt x="1" y="51"/>
                    </a:lnTo>
                    <a:lnTo>
                      <a:pt x="0" y="50"/>
                    </a:lnTo>
                    <a:lnTo>
                      <a:pt x="0" y="49"/>
                    </a:lnTo>
                    <a:lnTo>
                      <a:pt x="0" y="49"/>
                    </a:lnTo>
                    <a:lnTo>
                      <a:pt x="0" y="48"/>
                    </a:lnTo>
                    <a:lnTo>
                      <a:pt x="0" y="47"/>
                    </a:lnTo>
                    <a:lnTo>
                      <a:pt x="0" y="46"/>
                    </a:lnTo>
                    <a:lnTo>
                      <a:pt x="0" y="45"/>
                    </a:lnTo>
                    <a:lnTo>
                      <a:pt x="0" y="44"/>
                    </a:lnTo>
                    <a:lnTo>
                      <a:pt x="0" y="43"/>
                    </a:lnTo>
                    <a:lnTo>
                      <a:pt x="0" y="43"/>
                    </a:lnTo>
                    <a:lnTo>
                      <a:pt x="0" y="42"/>
                    </a:lnTo>
                    <a:lnTo>
                      <a:pt x="0" y="41"/>
                    </a:lnTo>
                    <a:lnTo>
                      <a:pt x="0" y="40"/>
                    </a:lnTo>
                    <a:lnTo>
                      <a:pt x="0" y="39"/>
                    </a:lnTo>
                    <a:lnTo>
                      <a:pt x="0" y="38"/>
                    </a:lnTo>
                    <a:lnTo>
                      <a:pt x="0" y="37"/>
                    </a:lnTo>
                    <a:lnTo>
                      <a:pt x="0" y="37"/>
                    </a:lnTo>
                    <a:lnTo>
                      <a:pt x="0" y="36"/>
                    </a:lnTo>
                    <a:lnTo>
                      <a:pt x="0" y="36"/>
                    </a:lnTo>
                    <a:lnTo>
                      <a:pt x="0" y="35"/>
                    </a:lnTo>
                    <a:lnTo>
                      <a:pt x="0" y="35"/>
                    </a:lnTo>
                    <a:lnTo>
                      <a:pt x="1" y="34"/>
                    </a:lnTo>
                    <a:lnTo>
                      <a:pt x="1" y="34"/>
                    </a:lnTo>
                    <a:lnTo>
                      <a:pt x="1" y="33"/>
                    </a:lnTo>
                    <a:lnTo>
                      <a:pt x="1" y="33"/>
                    </a:lnTo>
                    <a:lnTo>
                      <a:pt x="1" y="32"/>
                    </a:lnTo>
                    <a:lnTo>
                      <a:pt x="1" y="32"/>
                    </a:lnTo>
                    <a:lnTo>
                      <a:pt x="1" y="31"/>
                    </a:lnTo>
                    <a:lnTo>
                      <a:pt x="1" y="31"/>
                    </a:lnTo>
                    <a:lnTo>
                      <a:pt x="1" y="30"/>
                    </a:lnTo>
                    <a:lnTo>
                      <a:pt x="1" y="30"/>
                    </a:lnTo>
                    <a:lnTo>
                      <a:pt x="2" y="29"/>
                    </a:lnTo>
                    <a:lnTo>
                      <a:pt x="2" y="29"/>
                    </a:lnTo>
                    <a:lnTo>
                      <a:pt x="2" y="28"/>
                    </a:lnTo>
                    <a:lnTo>
                      <a:pt x="2" y="28"/>
                    </a:lnTo>
                    <a:lnTo>
                      <a:pt x="2" y="28"/>
                    </a:lnTo>
                    <a:lnTo>
                      <a:pt x="2" y="27"/>
                    </a:lnTo>
                    <a:lnTo>
                      <a:pt x="2" y="27"/>
                    </a:lnTo>
                    <a:lnTo>
                      <a:pt x="3" y="26"/>
                    </a:lnTo>
                    <a:lnTo>
                      <a:pt x="3" y="26"/>
                    </a:lnTo>
                    <a:lnTo>
                      <a:pt x="3" y="25"/>
                    </a:lnTo>
                    <a:lnTo>
                      <a:pt x="3" y="25"/>
                    </a:lnTo>
                    <a:lnTo>
                      <a:pt x="3" y="25"/>
                    </a:lnTo>
                    <a:lnTo>
                      <a:pt x="3" y="24"/>
                    </a:lnTo>
                    <a:lnTo>
                      <a:pt x="3" y="24"/>
                    </a:lnTo>
                    <a:lnTo>
                      <a:pt x="4" y="23"/>
                    </a:lnTo>
                    <a:lnTo>
                      <a:pt x="4" y="23"/>
                    </a:lnTo>
                    <a:lnTo>
                      <a:pt x="4" y="22"/>
                    </a:lnTo>
                    <a:lnTo>
                      <a:pt x="4" y="22"/>
                    </a:lnTo>
                    <a:lnTo>
                      <a:pt x="5" y="22"/>
                    </a:lnTo>
                    <a:lnTo>
                      <a:pt x="5" y="21"/>
                    </a:lnTo>
                    <a:lnTo>
                      <a:pt x="5" y="21"/>
                    </a:lnTo>
                    <a:lnTo>
                      <a:pt x="5" y="20"/>
                    </a:lnTo>
                    <a:lnTo>
                      <a:pt x="6" y="20"/>
                    </a:lnTo>
                    <a:lnTo>
                      <a:pt x="6" y="19"/>
                    </a:lnTo>
                    <a:lnTo>
                      <a:pt x="6" y="19"/>
                    </a:lnTo>
                    <a:lnTo>
                      <a:pt x="6" y="18"/>
                    </a:lnTo>
                    <a:lnTo>
                      <a:pt x="7" y="18"/>
                    </a:lnTo>
                    <a:lnTo>
                      <a:pt x="7" y="18"/>
                    </a:lnTo>
                    <a:lnTo>
                      <a:pt x="7" y="17"/>
                    </a:lnTo>
                    <a:lnTo>
                      <a:pt x="7" y="17"/>
                    </a:lnTo>
                    <a:lnTo>
                      <a:pt x="8" y="16"/>
                    </a:lnTo>
                    <a:lnTo>
                      <a:pt x="8" y="16"/>
                    </a:lnTo>
                    <a:lnTo>
                      <a:pt x="8" y="16"/>
                    </a:lnTo>
                    <a:lnTo>
                      <a:pt x="9" y="15"/>
                    </a:lnTo>
                    <a:lnTo>
                      <a:pt x="9" y="15"/>
                    </a:lnTo>
                    <a:lnTo>
                      <a:pt x="9" y="14"/>
                    </a:lnTo>
                    <a:lnTo>
                      <a:pt x="9" y="14"/>
                    </a:lnTo>
                    <a:lnTo>
                      <a:pt x="9" y="14"/>
                    </a:lnTo>
                    <a:lnTo>
                      <a:pt x="9" y="14"/>
                    </a:lnTo>
                    <a:lnTo>
                      <a:pt x="10" y="14"/>
                    </a:lnTo>
                    <a:lnTo>
                      <a:pt x="10" y="13"/>
                    </a:lnTo>
                    <a:lnTo>
                      <a:pt x="10" y="13"/>
                    </a:lnTo>
                    <a:lnTo>
                      <a:pt x="11" y="13"/>
                    </a:lnTo>
                    <a:lnTo>
                      <a:pt x="11" y="12"/>
                    </a:lnTo>
                    <a:lnTo>
                      <a:pt x="12" y="12"/>
                    </a:lnTo>
                    <a:lnTo>
                      <a:pt x="12" y="12"/>
                    </a:lnTo>
                    <a:lnTo>
                      <a:pt x="12" y="11"/>
                    </a:lnTo>
                    <a:lnTo>
                      <a:pt x="13" y="11"/>
                    </a:lnTo>
                    <a:lnTo>
                      <a:pt x="13" y="10"/>
                    </a:lnTo>
                    <a:lnTo>
                      <a:pt x="13" y="10"/>
                    </a:lnTo>
                    <a:lnTo>
                      <a:pt x="14" y="10"/>
                    </a:lnTo>
                    <a:lnTo>
                      <a:pt x="14" y="9"/>
                    </a:lnTo>
                    <a:lnTo>
                      <a:pt x="15" y="9"/>
                    </a:lnTo>
                    <a:lnTo>
                      <a:pt x="15" y="9"/>
                    </a:lnTo>
                    <a:lnTo>
                      <a:pt x="16" y="8"/>
                    </a:lnTo>
                    <a:lnTo>
                      <a:pt x="16" y="8"/>
                    </a:lnTo>
                    <a:lnTo>
                      <a:pt x="16" y="8"/>
                    </a:lnTo>
                    <a:lnTo>
                      <a:pt x="17" y="8"/>
                    </a:lnTo>
                    <a:lnTo>
                      <a:pt x="17" y="7"/>
                    </a:lnTo>
                    <a:lnTo>
                      <a:pt x="18" y="7"/>
                    </a:lnTo>
                    <a:lnTo>
                      <a:pt x="18" y="7"/>
                    </a:lnTo>
                    <a:lnTo>
                      <a:pt x="19" y="6"/>
                    </a:lnTo>
                    <a:lnTo>
                      <a:pt x="19" y="6"/>
                    </a:lnTo>
                    <a:lnTo>
                      <a:pt x="20" y="6"/>
                    </a:lnTo>
                    <a:lnTo>
                      <a:pt x="20" y="6"/>
                    </a:lnTo>
                    <a:lnTo>
                      <a:pt x="20" y="5"/>
                    </a:lnTo>
                    <a:lnTo>
                      <a:pt x="21" y="5"/>
                    </a:lnTo>
                    <a:lnTo>
                      <a:pt x="21" y="5"/>
                    </a:lnTo>
                    <a:lnTo>
                      <a:pt x="22" y="5"/>
                    </a:lnTo>
                    <a:lnTo>
                      <a:pt x="22" y="4"/>
                    </a:lnTo>
                    <a:lnTo>
                      <a:pt x="23" y="4"/>
                    </a:lnTo>
                    <a:lnTo>
                      <a:pt x="23" y="4"/>
                    </a:lnTo>
                    <a:lnTo>
                      <a:pt x="24" y="4"/>
                    </a:lnTo>
                    <a:lnTo>
                      <a:pt x="24" y="3"/>
                    </a:lnTo>
                    <a:lnTo>
                      <a:pt x="25" y="3"/>
                    </a:lnTo>
                    <a:lnTo>
                      <a:pt x="25" y="3"/>
                    </a:lnTo>
                    <a:lnTo>
                      <a:pt x="26" y="3"/>
                    </a:lnTo>
                    <a:lnTo>
                      <a:pt x="26" y="3"/>
                    </a:lnTo>
                    <a:lnTo>
                      <a:pt x="27" y="2"/>
                    </a:lnTo>
                    <a:lnTo>
                      <a:pt x="27" y="2"/>
                    </a:lnTo>
                    <a:lnTo>
                      <a:pt x="28" y="2"/>
                    </a:lnTo>
                    <a:lnTo>
                      <a:pt x="28" y="2"/>
                    </a:lnTo>
                    <a:lnTo>
                      <a:pt x="29" y="2"/>
                    </a:lnTo>
                    <a:lnTo>
                      <a:pt x="29" y="1"/>
                    </a:lnTo>
                    <a:lnTo>
                      <a:pt x="30" y="1"/>
                    </a:lnTo>
                    <a:lnTo>
                      <a:pt x="30" y="1"/>
                    </a:lnTo>
                    <a:lnTo>
                      <a:pt x="31" y="1"/>
                    </a:lnTo>
                    <a:lnTo>
                      <a:pt x="31" y="1"/>
                    </a:lnTo>
                    <a:lnTo>
                      <a:pt x="32" y="1"/>
                    </a:lnTo>
                    <a:lnTo>
                      <a:pt x="32" y="1"/>
                    </a:lnTo>
                    <a:lnTo>
                      <a:pt x="32" y="1"/>
                    </a:lnTo>
                    <a:lnTo>
                      <a:pt x="33" y="1"/>
                    </a:lnTo>
                    <a:lnTo>
                      <a:pt x="33" y="1"/>
                    </a:lnTo>
                    <a:lnTo>
                      <a:pt x="34" y="1"/>
                    </a:lnTo>
                    <a:lnTo>
                      <a:pt x="34" y="1"/>
                    </a:lnTo>
                    <a:lnTo>
                      <a:pt x="35" y="0"/>
                    </a:lnTo>
                    <a:lnTo>
                      <a:pt x="35" y="0"/>
                    </a:lnTo>
                    <a:lnTo>
                      <a:pt x="36" y="0"/>
                    </a:lnTo>
                    <a:lnTo>
                      <a:pt x="36" y="0"/>
                    </a:lnTo>
                    <a:lnTo>
                      <a:pt x="36" y="0"/>
                    </a:lnTo>
                    <a:close/>
                    <a:moveTo>
                      <a:pt x="74" y="139"/>
                    </a:moveTo>
                    <a:lnTo>
                      <a:pt x="74" y="139"/>
                    </a:lnTo>
                    <a:lnTo>
                      <a:pt x="74" y="139"/>
                    </a:lnTo>
                    <a:lnTo>
                      <a:pt x="74" y="140"/>
                    </a:lnTo>
                    <a:lnTo>
                      <a:pt x="73" y="140"/>
                    </a:lnTo>
                    <a:lnTo>
                      <a:pt x="73" y="140"/>
                    </a:lnTo>
                    <a:lnTo>
                      <a:pt x="73" y="140"/>
                    </a:lnTo>
                    <a:lnTo>
                      <a:pt x="73" y="141"/>
                    </a:lnTo>
                    <a:lnTo>
                      <a:pt x="73" y="141"/>
                    </a:lnTo>
                    <a:lnTo>
                      <a:pt x="73" y="141"/>
                    </a:lnTo>
                    <a:lnTo>
                      <a:pt x="73" y="141"/>
                    </a:lnTo>
                    <a:lnTo>
                      <a:pt x="73" y="141"/>
                    </a:lnTo>
                    <a:lnTo>
                      <a:pt x="73" y="141"/>
                    </a:lnTo>
                    <a:lnTo>
                      <a:pt x="73" y="142"/>
                    </a:lnTo>
                    <a:lnTo>
                      <a:pt x="73" y="142"/>
                    </a:lnTo>
                    <a:lnTo>
                      <a:pt x="73" y="142"/>
                    </a:lnTo>
                    <a:lnTo>
                      <a:pt x="73" y="142"/>
                    </a:lnTo>
                    <a:lnTo>
                      <a:pt x="73" y="142"/>
                    </a:lnTo>
                    <a:lnTo>
                      <a:pt x="74" y="139"/>
                    </a:lnTo>
                    <a:lnTo>
                      <a:pt x="74" y="139"/>
                    </a:lnTo>
                    <a:lnTo>
                      <a:pt x="74" y="139"/>
                    </a:lnTo>
                    <a:close/>
                    <a:moveTo>
                      <a:pt x="35" y="33"/>
                    </a:moveTo>
                    <a:lnTo>
                      <a:pt x="34" y="33"/>
                    </a:lnTo>
                    <a:lnTo>
                      <a:pt x="34" y="34"/>
                    </a:lnTo>
                    <a:lnTo>
                      <a:pt x="34" y="34"/>
                    </a:lnTo>
                    <a:lnTo>
                      <a:pt x="34" y="34"/>
                    </a:lnTo>
                    <a:lnTo>
                      <a:pt x="34" y="34"/>
                    </a:lnTo>
                    <a:lnTo>
                      <a:pt x="34" y="34"/>
                    </a:lnTo>
                    <a:lnTo>
                      <a:pt x="34" y="34"/>
                    </a:lnTo>
                    <a:lnTo>
                      <a:pt x="34" y="34"/>
                    </a:lnTo>
                    <a:lnTo>
                      <a:pt x="34" y="34"/>
                    </a:lnTo>
                    <a:lnTo>
                      <a:pt x="34" y="34"/>
                    </a:lnTo>
                    <a:lnTo>
                      <a:pt x="34" y="34"/>
                    </a:lnTo>
                    <a:lnTo>
                      <a:pt x="33" y="34"/>
                    </a:lnTo>
                    <a:lnTo>
                      <a:pt x="33" y="34"/>
                    </a:lnTo>
                    <a:lnTo>
                      <a:pt x="33" y="35"/>
                    </a:lnTo>
                    <a:lnTo>
                      <a:pt x="33" y="35"/>
                    </a:lnTo>
                    <a:lnTo>
                      <a:pt x="33" y="35"/>
                    </a:lnTo>
                    <a:lnTo>
                      <a:pt x="33" y="35"/>
                    </a:lnTo>
                    <a:lnTo>
                      <a:pt x="33" y="35"/>
                    </a:lnTo>
                    <a:lnTo>
                      <a:pt x="33" y="35"/>
                    </a:lnTo>
                    <a:lnTo>
                      <a:pt x="33" y="35"/>
                    </a:lnTo>
                    <a:lnTo>
                      <a:pt x="33" y="35"/>
                    </a:lnTo>
                    <a:lnTo>
                      <a:pt x="33" y="35"/>
                    </a:lnTo>
                    <a:lnTo>
                      <a:pt x="33" y="35"/>
                    </a:lnTo>
                    <a:lnTo>
                      <a:pt x="33" y="35"/>
                    </a:lnTo>
                    <a:lnTo>
                      <a:pt x="33" y="35"/>
                    </a:lnTo>
                    <a:lnTo>
                      <a:pt x="33" y="36"/>
                    </a:lnTo>
                    <a:lnTo>
                      <a:pt x="33" y="36"/>
                    </a:lnTo>
                    <a:lnTo>
                      <a:pt x="33" y="36"/>
                    </a:lnTo>
                    <a:lnTo>
                      <a:pt x="32" y="36"/>
                    </a:lnTo>
                    <a:lnTo>
                      <a:pt x="32" y="36"/>
                    </a:lnTo>
                    <a:lnTo>
                      <a:pt x="32" y="36"/>
                    </a:lnTo>
                    <a:lnTo>
                      <a:pt x="32" y="36"/>
                    </a:lnTo>
                    <a:lnTo>
                      <a:pt x="32" y="36"/>
                    </a:lnTo>
                    <a:lnTo>
                      <a:pt x="32" y="36"/>
                    </a:lnTo>
                    <a:lnTo>
                      <a:pt x="32" y="36"/>
                    </a:lnTo>
                    <a:lnTo>
                      <a:pt x="32" y="37"/>
                    </a:lnTo>
                    <a:lnTo>
                      <a:pt x="32" y="37"/>
                    </a:lnTo>
                    <a:lnTo>
                      <a:pt x="32" y="37"/>
                    </a:lnTo>
                    <a:lnTo>
                      <a:pt x="32" y="37"/>
                    </a:lnTo>
                    <a:lnTo>
                      <a:pt x="32" y="37"/>
                    </a:lnTo>
                    <a:lnTo>
                      <a:pt x="32" y="37"/>
                    </a:lnTo>
                    <a:lnTo>
                      <a:pt x="32" y="37"/>
                    </a:lnTo>
                    <a:lnTo>
                      <a:pt x="32" y="37"/>
                    </a:lnTo>
                    <a:lnTo>
                      <a:pt x="32" y="37"/>
                    </a:lnTo>
                    <a:lnTo>
                      <a:pt x="32" y="37"/>
                    </a:lnTo>
                    <a:lnTo>
                      <a:pt x="32" y="38"/>
                    </a:lnTo>
                    <a:lnTo>
                      <a:pt x="32" y="38"/>
                    </a:lnTo>
                    <a:lnTo>
                      <a:pt x="32" y="38"/>
                    </a:lnTo>
                    <a:lnTo>
                      <a:pt x="32" y="38"/>
                    </a:lnTo>
                    <a:lnTo>
                      <a:pt x="32" y="38"/>
                    </a:lnTo>
                    <a:lnTo>
                      <a:pt x="31" y="38"/>
                    </a:lnTo>
                    <a:lnTo>
                      <a:pt x="31" y="38"/>
                    </a:lnTo>
                    <a:lnTo>
                      <a:pt x="31" y="38"/>
                    </a:lnTo>
                    <a:lnTo>
                      <a:pt x="31" y="39"/>
                    </a:lnTo>
                    <a:lnTo>
                      <a:pt x="31" y="39"/>
                    </a:lnTo>
                    <a:lnTo>
                      <a:pt x="31" y="39"/>
                    </a:lnTo>
                    <a:lnTo>
                      <a:pt x="31" y="39"/>
                    </a:lnTo>
                    <a:lnTo>
                      <a:pt x="31" y="39"/>
                    </a:lnTo>
                    <a:lnTo>
                      <a:pt x="31" y="39"/>
                    </a:lnTo>
                    <a:lnTo>
                      <a:pt x="31" y="40"/>
                    </a:lnTo>
                    <a:lnTo>
                      <a:pt x="31" y="40"/>
                    </a:lnTo>
                    <a:lnTo>
                      <a:pt x="31" y="40"/>
                    </a:lnTo>
                    <a:lnTo>
                      <a:pt x="31" y="40"/>
                    </a:lnTo>
                    <a:lnTo>
                      <a:pt x="31" y="40"/>
                    </a:lnTo>
                    <a:lnTo>
                      <a:pt x="31" y="40"/>
                    </a:lnTo>
                    <a:lnTo>
                      <a:pt x="31" y="41"/>
                    </a:lnTo>
                    <a:lnTo>
                      <a:pt x="31" y="41"/>
                    </a:lnTo>
                    <a:lnTo>
                      <a:pt x="31" y="41"/>
                    </a:lnTo>
                    <a:lnTo>
                      <a:pt x="31" y="42"/>
                    </a:lnTo>
                    <a:lnTo>
                      <a:pt x="31" y="42"/>
                    </a:lnTo>
                    <a:lnTo>
                      <a:pt x="31" y="43"/>
                    </a:lnTo>
                    <a:lnTo>
                      <a:pt x="31" y="43"/>
                    </a:lnTo>
                    <a:lnTo>
                      <a:pt x="31" y="43"/>
                    </a:lnTo>
                    <a:lnTo>
                      <a:pt x="31" y="43"/>
                    </a:lnTo>
                    <a:lnTo>
                      <a:pt x="31" y="43"/>
                    </a:lnTo>
                    <a:lnTo>
                      <a:pt x="31" y="44"/>
                    </a:lnTo>
                    <a:lnTo>
                      <a:pt x="31" y="44"/>
                    </a:lnTo>
                    <a:lnTo>
                      <a:pt x="31" y="45"/>
                    </a:lnTo>
                    <a:lnTo>
                      <a:pt x="31" y="45"/>
                    </a:lnTo>
                    <a:lnTo>
                      <a:pt x="31" y="46"/>
                    </a:lnTo>
                    <a:lnTo>
                      <a:pt x="31" y="46"/>
                    </a:lnTo>
                    <a:lnTo>
                      <a:pt x="31" y="47"/>
                    </a:lnTo>
                    <a:lnTo>
                      <a:pt x="31" y="47"/>
                    </a:lnTo>
                    <a:lnTo>
                      <a:pt x="31" y="48"/>
                    </a:lnTo>
                    <a:lnTo>
                      <a:pt x="31" y="48"/>
                    </a:lnTo>
                    <a:lnTo>
                      <a:pt x="31" y="49"/>
                    </a:lnTo>
                    <a:lnTo>
                      <a:pt x="31" y="50"/>
                    </a:lnTo>
                    <a:lnTo>
                      <a:pt x="31" y="50"/>
                    </a:lnTo>
                    <a:lnTo>
                      <a:pt x="31" y="50"/>
                    </a:lnTo>
                    <a:lnTo>
                      <a:pt x="31" y="51"/>
                    </a:lnTo>
                    <a:lnTo>
                      <a:pt x="31" y="51"/>
                    </a:lnTo>
                    <a:lnTo>
                      <a:pt x="32" y="52"/>
                    </a:lnTo>
                    <a:lnTo>
                      <a:pt x="32" y="53"/>
                    </a:lnTo>
                    <a:lnTo>
                      <a:pt x="32" y="53"/>
                    </a:lnTo>
                    <a:lnTo>
                      <a:pt x="32" y="54"/>
                    </a:lnTo>
                    <a:lnTo>
                      <a:pt x="32" y="55"/>
                    </a:lnTo>
                    <a:lnTo>
                      <a:pt x="32" y="55"/>
                    </a:lnTo>
                    <a:lnTo>
                      <a:pt x="32" y="56"/>
                    </a:lnTo>
                    <a:lnTo>
                      <a:pt x="33" y="56"/>
                    </a:lnTo>
                    <a:lnTo>
                      <a:pt x="33" y="57"/>
                    </a:lnTo>
                    <a:lnTo>
                      <a:pt x="33" y="58"/>
                    </a:lnTo>
                    <a:lnTo>
                      <a:pt x="33" y="58"/>
                    </a:lnTo>
                    <a:lnTo>
                      <a:pt x="33" y="59"/>
                    </a:lnTo>
                    <a:lnTo>
                      <a:pt x="33" y="60"/>
                    </a:lnTo>
                    <a:lnTo>
                      <a:pt x="34" y="61"/>
                    </a:lnTo>
                    <a:lnTo>
                      <a:pt x="34" y="61"/>
                    </a:lnTo>
                    <a:lnTo>
                      <a:pt x="34" y="62"/>
                    </a:lnTo>
                    <a:lnTo>
                      <a:pt x="34" y="63"/>
                    </a:lnTo>
                    <a:lnTo>
                      <a:pt x="35" y="63"/>
                    </a:lnTo>
                    <a:lnTo>
                      <a:pt x="35" y="64"/>
                    </a:lnTo>
                    <a:lnTo>
                      <a:pt x="35" y="65"/>
                    </a:lnTo>
                    <a:lnTo>
                      <a:pt x="35" y="65"/>
                    </a:lnTo>
                    <a:lnTo>
                      <a:pt x="36" y="66"/>
                    </a:lnTo>
                    <a:lnTo>
                      <a:pt x="36" y="67"/>
                    </a:lnTo>
                    <a:lnTo>
                      <a:pt x="36" y="68"/>
                    </a:lnTo>
                    <a:lnTo>
                      <a:pt x="36" y="68"/>
                    </a:lnTo>
                    <a:lnTo>
                      <a:pt x="37" y="69"/>
                    </a:lnTo>
                    <a:lnTo>
                      <a:pt x="37" y="70"/>
                    </a:lnTo>
                    <a:lnTo>
                      <a:pt x="37" y="70"/>
                    </a:lnTo>
                    <a:lnTo>
                      <a:pt x="37" y="71"/>
                    </a:lnTo>
                    <a:lnTo>
                      <a:pt x="38" y="71"/>
                    </a:lnTo>
                    <a:lnTo>
                      <a:pt x="38" y="72"/>
                    </a:lnTo>
                    <a:lnTo>
                      <a:pt x="38" y="73"/>
                    </a:lnTo>
                    <a:lnTo>
                      <a:pt x="38" y="73"/>
                    </a:lnTo>
                    <a:lnTo>
                      <a:pt x="38" y="73"/>
                    </a:lnTo>
                    <a:lnTo>
                      <a:pt x="38" y="74"/>
                    </a:lnTo>
                    <a:lnTo>
                      <a:pt x="39" y="75"/>
                    </a:lnTo>
                    <a:lnTo>
                      <a:pt x="39" y="76"/>
                    </a:lnTo>
                    <a:lnTo>
                      <a:pt x="39" y="76"/>
                    </a:lnTo>
                    <a:lnTo>
                      <a:pt x="40" y="77"/>
                    </a:lnTo>
                    <a:lnTo>
                      <a:pt x="40" y="78"/>
                    </a:lnTo>
                    <a:lnTo>
                      <a:pt x="40" y="79"/>
                    </a:lnTo>
                    <a:lnTo>
                      <a:pt x="41" y="80"/>
                    </a:lnTo>
                    <a:lnTo>
                      <a:pt x="41" y="80"/>
                    </a:lnTo>
                    <a:lnTo>
                      <a:pt x="41" y="81"/>
                    </a:lnTo>
                    <a:lnTo>
                      <a:pt x="42" y="82"/>
                    </a:lnTo>
                    <a:lnTo>
                      <a:pt x="42" y="83"/>
                    </a:lnTo>
                    <a:lnTo>
                      <a:pt x="42" y="83"/>
                    </a:lnTo>
                    <a:lnTo>
                      <a:pt x="43" y="84"/>
                    </a:lnTo>
                    <a:lnTo>
                      <a:pt x="43" y="85"/>
                    </a:lnTo>
                    <a:lnTo>
                      <a:pt x="44" y="86"/>
                    </a:lnTo>
                    <a:lnTo>
                      <a:pt x="44" y="86"/>
                    </a:lnTo>
                    <a:lnTo>
                      <a:pt x="44" y="87"/>
                    </a:lnTo>
                    <a:lnTo>
                      <a:pt x="45" y="88"/>
                    </a:lnTo>
                    <a:lnTo>
                      <a:pt x="45" y="89"/>
                    </a:lnTo>
                    <a:lnTo>
                      <a:pt x="46" y="89"/>
                    </a:lnTo>
                    <a:lnTo>
                      <a:pt x="46" y="90"/>
                    </a:lnTo>
                    <a:lnTo>
                      <a:pt x="47" y="91"/>
                    </a:lnTo>
                    <a:lnTo>
                      <a:pt x="47" y="92"/>
                    </a:lnTo>
                    <a:lnTo>
                      <a:pt x="47" y="93"/>
                    </a:lnTo>
                    <a:lnTo>
                      <a:pt x="48" y="93"/>
                    </a:lnTo>
                    <a:lnTo>
                      <a:pt x="48" y="94"/>
                    </a:lnTo>
                    <a:lnTo>
                      <a:pt x="49" y="95"/>
                    </a:lnTo>
                    <a:lnTo>
                      <a:pt x="49" y="95"/>
                    </a:lnTo>
                    <a:lnTo>
                      <a:pt x="49" y="96"/>
                    </a:lnTo>
                    <a:lnTo>
                      <a:pt x="50" y="96"/>
                    </a:lnTo>
                    <a:lnTo>
                      <a:pt x="50" y="97"/>
                    </a:lnTo>
                    <a:lnTo>
                      <a:pt x="50" y="98"/>
                    </a:lnTo>
                    <a:lnTo>
                      <a:pt x="51" y="99"/>
                    </a:lnTo>
                    <a:lnTo>
                      <a:pt x="51" y="99"/>
                    </a:lnTo>
                    <a:lnTo>
                      <a:pt x="52" y="100"/>
                    </a:lnTo>
                    <a:lnTo>
                      <a:pt x="52" y="101"/>
                    </a:lnTo>
                    <a:lnTo>
                      <a:pt x="53" y="101"/>
                    </a:lnTo>
                    <a:lnTo>
                      <a:pt x="53" y="102"/>
                    </a:lnTo>
                    <a:lnTo>
                      <a:pt x="54" y="102"/>
                    </a:lnTo>
                    <a:lnTo>
                      <a:pt x="54" y="103"/>
                    </a:lnTo>
                    <a:lnTo>
                      <a:pt x="55" y="103"/>
                    </a:lnTo>
                    <a:lnTo>
                      <a:pt x="55" y="104"/>
                    </a:lnTo>
                    <a:lnTo>
                      <a:pt x="56" y="105"/>
                    </a:lnTo>
                    <a:lnTo>
                      <a:pt x="56" y="105"/>
                    </a:lnTo>
                    <a:lnTo>
                      <a:pt x="56" y="106"/>
                    </a:lnTo>
                    <a:lnTo>
                      <a:pt x="57" y="107"/>
                    </a:lnTo>
                    <a:lnTo>
                      <a:pt x="57" y="107"/>
                    </a:lnTo>
                    <a:lnTo>
                      <a:pt x="58" y="108"/>
                    </a:lnTo>
                    <a:lnTo>
                      <a:pt x="58" y="109"/>
                    </a:lnTo>
                    <a:lnTo>
                      <a:pt x="59" y="110"/>
                    </a:lnTo>
                    <a:lnTo>
                      <a:pt x="59" y="110"/>
                    </a:lnTo>
                    <a:lnTo>
                      <a:pt x="60" y="111"/>
                    </a:lnTo>
                    <a:lnTo>
                      <a:pt x="60" y="111"/>
                    </a:lnTo>
                    <a:lnTo>
                      <a:pt x="61" y="112"/>
                    </a:lnTo>
                    <a:lnTo>
                      <a:pt x="61" y="113"/>
                    </a:lnTo>
                    <a:lnTo>
                      <a:pt x="62" y="113"/>
                    </a:lnTo>
                    <a:lnTo>
                      <a:pt x="62" y="114"/>
                    </a:lnTo>
                    <a:lnTo>
                      <a:pt x="63" y="115"/>
                    </a:lnTo>
                    <a:lnTo>
                      <a:pt x="63" y="115"/>
                    </a:lnTo>
                    <a:lnTo>
                      <a:pt x="64" y="116"/>
                    </a:lnTo>
                    <a:lnTo>
                      <a:pt x="64" y="117"/>
                    </a:lnTo>
                    <a:lnTo>
                      <a:pt x="65" y="117"/>
                    </a:lnTo>
                    <a:lnTo>
                      <a:pt x="65" y="118"/>
                    </a:lnTo>
                    <a:lnTo>
                      <a:pt x="65" y="118"/>
                    </a:lnTo>
                    <a:lnTo>
                      <a:pt x="65" y="118"/>
                    </a:lnTo>
                    <a:lnTo>
                      <a:pt x="66" y="119"/>
                    </a:lnTo>
                    <a:lnTo>
                      <a:pt x="66" y="119"/>
                    </a:lnTo>
                    <a:lnTo>
                      <a:pt x="66" y="119"/>
                    </a:lnTo>
                    <a:lnTo>
                      <a:pt x="64" y="113"/>
                    </a:lnTo>
                    <a:lnTo>
                      <a:pt x="63" y="110"/>
                    </a:lnTo>
                    <a:lnTo>
                      <a:pt x="62" y="107"/>
                    </a:lnTo>
                    <a:lnTo>
                      <a:pt x="61" y="104"/>
                    </a:lnTo>
                    <a:lnTo>
                      <a:pt x="60" y="102"/>
                    </a:lnTo>
                    <a:lnTo>
                      <a:pt x="59" y="102"/>
                    </a:lnTo>
                    <a:lnTo>
                      <a:pt x="58" y="98"/>
                    </a:lnTo>
                    <a:lnTo>
                      <a:pt x="57" y="95"/>
                    </a:lnTo>
                    <a:lnTo>
                      <a:pt x="56" y="92"/>
                    </a:lnTo>
                    <a:lnTo>
                      <a:pt x="55" y="90"/>
                    </a:lnTo>
                    <a:lnTo>
                      <a:pt x="55" y="89"/>
                    </a:lnTo>
                    <a:lnTo>
                      <a:pt x="54" y="87"/>
                    </a:lnTo>
                    <a:lnTo>
                      <a:pt x="54" y="86"/>
                    </a:lnTo>
                    <a:lnTo>
                      <a:pt x="53" y="84"/>
                    </a:lnTo>
                    <a:lnTo>
                      <a:pt x="53" y="83"/>
                    </a:lnTo>
                    <a:lnTo>
                      <a:pt x="52" y="82"/>
                    </a:lnTo>
                    <a:lnTo>
                      <a:pt x="52" y="81"/>
                    </a:lnTo>
                    <a:lnTo>
                      <a:pt x="51" y="79"/>
                    </a:lnTo>
                    <a:lnTo>
                      <a:pt x="51" y="78"/>
                    </a:lnTo>
                    <a:lnTo>
                      <a:pt x="50" y="76"/>
                    </a:lnTo>
                    <a:lnTo>
                      <a:pt x="50" y="75"/>
                    </a:lnTo>
                    <a:lnTo>
                      <a:pt x="49" y="73"/>
                    </a:lnTo>
                    <a:lnTo>
                      <a:pt x="48" y="73"/>
                    </a:lnTo>
                    <a:lnTo>
                      <a:pt x="48" y="71"/>
                    </a:lnTo>
                    <a:lnTo>
                      <a:pt x="48" y="71"/>
                    </a:lnTo>
                    <a:lnTo>
                      <a:pt x="47" y="70"/>
                    </a:lnTo>
                    <a:lnTo>
                      <a:pt x="47" y="68"/>
                    </a:lnTo>
                    <a:lnTo>
                      <a:pt x="47" y="67"/>
                    </a:lnTo>
                    <a:lnTo>
                      <a:pt x="46" y="65"/>
                    </a:lnTo>
                    <a:lnTo>
                      <a:pt x="46" y="64"/>
                    </a:lnTo>
                    <a:lnTo>
                      <a:pt x="45" y="62"/>
                    </a:lnTo>
                    <a:lnTo>
                      <a:pt x="45" y="61"/>
                    </a:lnTo>
                    <a:lnTo>
                      <a:pt x="44" y="59"/>
                    </a:lnTo>
                    <a:lnTo>
                      <a:pt x="44" y="58"/>
                    </a:lnTo>
                    <a:lnTo>
                      <a:pt x="44" y="56"/>
                    </a:lnTo>
                    <a:lnTo>
                      <a:pt x="43" y="55"/>
                    </a:lnTo>
                    <a:lnTo>
                      <a:pt x="43" y="54"/>
                    </a:lnTo>
                    <a:lnTo>
                      <a:pt x="43" y="53"/>
                    </a:lnTo>
                    <a:lnTo>
                      <a:pt x="42" y="52"/>
                    </a:lnTo>
                    <a:lnTo>
                      <a:pt x="42" y="51"/>
                    </a:lnTo>
                    <a:lnTo>
                      <a:pt x="41" y="50"/>
                    </a:lnTo>
                    <a:lnTo>
                      <a:pt x="41" y="48"/>
                    </a:lnTo>
                    <a:lnTo>
                      <a:pt x="41" y="47"/>
                    </a:lnTo>
                    <a:lnTo>
                      <a:pt x="40" y="46"/>
                    </a:lnTo>
                    <a:lnTo>
                      <a:pt x="40" y="45"/>
                    </a:lnTo>
                    <a:lnTo>
                      <a:pt x="39" y="44"/>
                    </a:lnTo>
                    <a:lnTo>
                      <a:pt x="39" y="43"/>
                    </a:lnTo>
                    <a:lnTo>
                      <a:pt x="39" y="43"/>
                    </a:lnTo>
                    <a:lnTo>
                      <a:pt x="39" y="43"/>
                    </a:lnTo>
                    <a:lnTo>
                      <a:pt x="38" y="43"/>
                    </a:lnTo>
                    <a:lnTo>
                      <a:pt x="38" y="42"/>
                    </a:lnTo>
                    <a:lnTo>
                      <a:pt x="38" y="42"/>
                    </a:lnTo>
                    <a:lnTo>
                      <a:pt x="38" y="41"/>
                    </a:lnTo>
                    <a:lnTo>
                      <a:pt x="38" y="41"/>
                    </a:lnTo>
                    <a:lnTo>
                      <a:pt x="38" y="40"/>
                    </a:lnTo>
                    <a:lnTo>
                      <a:pt x="38" y="40"/>
                    </a:lnTo>
                    <a:lnTo>
                      <a:pt x="38" y="39"/>
                    </a:lnTo>
                    <a:lnTo>
                      <a:pt x="38" y="39"/>
                    </a:lnTo>
                    <a:lnTo>
                      <a:pt x="38" y="39"/>
                    </a:lnTo>
                    <a:lnTo>
                      <a:pt x="37" y="38"/>
                    </a:lnTo>
                    <a:lnTo>
                      <a:pt x="37" y="38"/>
                    </a:lnTo>
                    <a:lnTo>
                      <a:pt x="37" y="37"/>
                    </a:lnTo>
                    <a:lnTo>
                      <a:pt x="37" y="37"/>
                    </a:lnTo>
                    <a:lnTo>
                      <a:pt x="37" y="37"/>
                    </a:lnTo>
                    <a:lnTo>
                      <a:pt x="36" y="36"/>
                    </a:lnTo>
                    <a:lnTo>
                      <a:pt x="36" y="36"/>
                    </a:lnTo>
                    <a:lnTo>
                      <a:pt x="36" y="36"/>
                    </a:lnTo>
                    <a:lnTo>
                      <a:pt x="36" y="35"/>
                    </a:lnTo>
                    <a:lnTo>
                      <a:pt x="36" y="35"/>
                    </a:lnTo>
                    <a:lnTo>
                      <a:pt x="35" y="35"/>
                    </a:lnTo>
                    <a:lnTo>
                      <a:pt x="35" y="34"/>
                    </a:lnTo>
                    <a:lnTo>
                      <a:pt x="35" y="34"/>
                    </a:lnTo>
                    <a:lnTo>
                      <a:pt x="35" y="34"/>
                    </a:lnTo>
                    <a:lnTo>
                      <a:pt x="35" y="33"/>
                    </a:lnTo>
                    <a:lnTo>
                      <a:pt x="35" y="33"/>
                    </a:lnTo>
                    <a:lnTo>
                      <a:pt x="35" y="33"/>
                    </a:lnTo>
                    <a:close/>
                    <a:moveTo>
                      <a:pt x="33" y="31"/>
                    </a:moveTo>
                    <a:lnTo>
                      <a:pt x="33" y="31"/>
                    </a:lnTo>
                    <a:lnTo>
                      <a:pt x="32" y="31"/>
                    </a:lnTo>
                    <a:lnTo>
                      <a:pt x="33" y="31"/>
                    </a:lnTo>
                    <a:lnTo>
                      <a:pt x="33" y="31"/>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5" name="Freeform 21">
                <a:extLst>
                  <a:ext uri="{FF2B5EF4-FFF2-40B4-BE49-F238E27FC236}">
                    <a16:creationId xmlns:a16="http://schemas.microsoft.com/office/drawing/2014/main" id="{7D0961D8-DB54-3FD0-C55A-AB1B056DC9E0}"/>
                  </a:ext>
                </a:extLst>
              </p:cNvPr>
              <p:cNvSpPr>
                <a:spLocks noEditPoints="1"/>
              </p:cNvSpPr>
              <p:nvPr/>
            </p:nvSpPr>
            <p:spPr bwMode="auto">
              <a:xfrm>
                <a:off x="10584298" y="4505947"/>
                <a:ext cx="621334" cy="301887"/>
              </a:xfrm>
              <a:custGeom>
                <a:avLst/>
                <a:gdLst>
                  <a:gd name="T0" fmla="*/ 40 w 920"/>
                  <a:gd name="T1" fmla="*/ 6 h 447"/>
                  <a:gd name="T2" fmla="*/ 57 w 920"/>
                  <a:gd name="T3" fmla="*/ 18 h 447"/>
                  <a:gd name="T4" fmla="*/ 83 w 920"/>
                  <a:gd name="T5" fmla="*/ 37 h 447"/>
                  <a:gd name="T6" fmla="*/ 126 w 920"/>
                  <a:gd name="T7" fmla="*/ 71 h 447"/>
                  <a:gd name="T8" fmla="*/ 200 w 920"/>
                  <a:gd name="T9" fmla="*/ 132 h 447"/>
                  <a:gd name="T10" fmla="*/ 225 w 920"/>
                  <a:gd name="T11" fmla="*/ 151 h 447"/>
                  <a:gd name="T12" fmla="*/ 249 w 920"/>
                  <a:gd name="T13" fmla="*/ 166 h 447"/>
                  <a:gd name="T14" fmla="*/ 317 w 920"/>
                  <a:gd name="T15" fmla="*/ 184 h 447"/>
                  <a:gd name="T16" fmla="*/ 388 w 920"/>
                  <a:gd name="T17" fmla="*/ 206 h 447"/>
                  <a:gd name="T18" fmla="*/ 455 w 920"/>
                  <a:gd name="T19" fmla="*/ 227 h 447"/>
                  <a:gd name="T20" fmla="*/ 525 w 920"/>
                  <a:gd name="T21" fmla="*/ 251 h 447"/>
                  <a:gd name="T22" fmla="*/ 596 w 920"/>
                  <a:gd name="T23" fmla="*/ 277 h 447"/>
                  <a:gd name="T24" fmla="*/ 661 w 920"/>
                  <a:gd name="T25" fmla="*/ 302 h 447"/>
                  <a:gd name="T26" fmla="*/ 719 w 920"/>
                  <a:gd name="T27" fmla="*/ 329 h 447"/>
                  <a:gd name="T28" fmla="*/ 782 w 920"/>
                  <a:gd name="T29" fmla="*/ 358 h 447"/>
                  <a:gd name="T30" fmla="*/ 828 w 920"/>
                  <a:gd name="T31" fmla="*/ 380 h 447"/>
                  <a:gd name="T32" fmla="*/ 838 w 920"/>
                  <a:gd name="T33" fmla="*/ 386 h 447"/>
                  <a:gd name="T34" fmla="*/ 869 w 920"/>
                  <a:gd name="T35" fmla="*/ 407 h 447"/>
                  <a:gd name="T36" fmla="*/ 888 w 920"/>
                  <a:gd name="T37" fmla="*/ 417 h 447"/>
                  <a:gd name="T38" fmla="*/ 897 w 920"/>
                  <a:gd name="T39" fmla="*/ 423 h 447"/>
                  <a:gd name="T40" fmla="*/ 906 w 920"/>
                  <a:gd name="T41" fmla="*/ 426 h 447"/>
                  <a:gd name="T42" fmla="*/ 909 w 920"/>
                  <a:gd name="T43" fmla="*/ 426 h 447"/>
                  <a:gd name="T44" fmla="*/ 904 w 920"/>
                  <a:gd name="T45" fmla="*/ 447 h 447"/>
                  <a:gd name="T46" fmla="*/ 892 w 920"/>
                  <a:gd name="T47" fmla="*/ 444 h 447"/>
                  <a:gd name="T48" fmla="*/ 880 w 920"/>
                  <a:gd name="T49" fmla="*/ 439 h 447"/>
                  <a:gd name="T50" fmla="*/ 865 w 920"/>
                  <a:gd name="T51" fmla="*/ 431 h 447"/>
                  <a:gd name="T52" fmla="*/ 834 w 920"/>
                  <a:gd name="T53" fmla="*/ 411 h 447"/>
                  <a:gd name="T54" fmla="*/ 819 w 920"/>
                  <a:gd name="T55" fmla="*/ 402 h 447"/>
                  <a:gd name="T56" fmla="*/ 793 w 920"/>
                  <a:gd name="T57" fmla="*/ 391 h 447"/>
                  <a:gd name="T58" fmla="*/ 729 w 920"/>
                  <a:gd name="T59" fmla="*/ 368 h 447"/>
                  <a:gd name="T60" fmla="*/ 665 w 920"/>
                  <a:gd name="T61" fmla="*/ 347 h 447"/>
                  <a:gd name="T62" fmla="*/ 603 w 920"/>
                  <a:gd name="T63" fmla="*/ 324 h 447"/>
                  <a:gd name="T64" fmla="*/ 533 w 920"/>
                  <a:gd name="T65" fmla="*/ 299 h 447"/>
                  <a:gd name="T66" fmla="*/ 463 w 920"/>
                  <a:gd name="T67" fmla="*/ 275 h 447"/>
                  <a:gd name="T68" fmla="*/ 398 w 920"/>
                  <a:gd name="T69" fmla="*/ 253 h 447"/>
                  <a:gd name="T70" fmla="*/ 327 w 920"/>
                  <a:gd name="T71" fmla="*/ 232 h 447"/>
                  <a:gd name="T72" fmla="*/ 257 w 920"/>
                  <a:gd name="T73" fmla="*/ 211 h 447"/>
                  <a:gd name="T74" fmla="*/ 191 w 920"/>
                  <a:gd name="T75" fmla="*/ 194 h 447"/>
                  <a:gd name="T76" fmla="*/ 154 w 920"/>
                  <a:gd name="T77" fmla="*/ 183 h 447"/>
                  <a:gd name="T78" fmla="*/ 127 w 920"/>
                  <a:gd name="T79" fmla="*/ 174 h 447"/>
                  <a:gd name="T80" fmla="*/ 100 w 920"/>
                  <a:gd name="T81" fmla="*/ 163 h 447"/>
                  <a:gd name="T82" fmla="*/ 74 w 920"/>
                  <a:gd name="T83" fmla="*/ 151 h 447"/>
                  <a:gd name="T84" fmla="*/ 49 w 920"/>
                  <a:gd name="T85" fmla="*/ 137 h 447"/>
                  <a:gd name="T86" fmla="*/ 35 w 920"/>
                  <a:gd name="T87" fmla="*/ 128 h 447"/>
                  <a:gd name="T88" fmla="*/ 25 w 920"/>
                  <a:gd name="T89" fmla="*/ 118 h 447"/>
                  <a:gd name="T90" fmla="*/ 19 w 920"/>
                  <a:gd name="T91" fmla="*/ 110 h 447"/>
                  <a:gd name="T92" fmla="*/ 12 w 920"/>
                  <a:gd name="T93" fmla="*/ 100 h 447"/>
                  <a:gd name="T94" fmla="*/ 8 w 920"/>
                  <a:gd name="T95" fmla="*/ 89 h 447"/>
                  <a:gd name="T96" fmla="*/ 4 w 920"/>
                  <a:gd name="T97" fmla="*/ 69 h 447"/>
                  <a:gd name="T98" fmla="*/ 1 w 920"/>
                  <a:gd name="T99" fmla="*/ 45 h 447"/>
                  <a:gd name="T100" fmla="*/ 0 w 920"/>
                  <a:gd name="T101" fmla="*/ 27 h 447"/>
                  <a:gd name="T102" fmla="*/ 3 w 920"/>
                  <a:gd name="T103" fmla="*/ 14 h 447"/>
                  <a:gd name="T104" fmla="*/ 26 w 920"/>
                  <a:gd name="T105" fmla="*/ 0 h 447"/>
                  <a:gd name="T106" fmla="*/ 49 w 920"/>
                  <a:gd name="T107" fmla="*/ 78 h 447"/>
                  <a:gd name="T108" fmla="*/ 53 w 920"/>
                  <a:gd name="T109" fmla="*/ 84 h 447"/>
                  <a:gd name="T110" fmla="*/ 57 w 920"/>
                  <a:gd name="T111" fmla="*/ 89 h 447"/>
                  <a:gd name="T112" fmla="*/ 62 w 920"/>
                  <a:gd name="T113" fmla="*/ 95 h 447"/>
                  <a:gd name="T114" fmla="*/ 68 w 920"/>
                  <a:gd name="T115" fmla="*/ 99 h 447"/>
                  <a:gd name="T116" fmla="*/ 89 w 920"/>
                  <a:gd name="T117" fmla="*/ 112 h 447"/>
                  <a:gd name="T118" fmla="*/ 113 w 920"/>
                  <a:gd name="T119" fmla="*/ 122 h 447"/>
                  <a:gd name="T120" fmla="*/ 108 w 920"/>
                  <a:gd name="T121" fmla="*/ 112 h 447"/>
                  <a:gd name="T122" fmla="*/ 61 w 920"/>
                  <a:gd name="T123" fmla="*/ 74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20" h="447">
                    <a:moveTo>
                      <a:pt x="26" y="0"/>
                    </a:moveTo>
                    <a:lnTo>
                      <a:pt x="28" y="1"/>
                    </a:lnTo>
                    <a:lnTo>
                      <a:pt x="30" y="1"/>
                    </a:lnTo>
                    <a:lnTo>
                      <a:pt x="32" y="2"/>
                    </a:lnTo>
                    <a:lnTo>
                      <a:pt x="33" y="2"/>
                    </a:lnTo>
                    <a:lnTo>
                      <a:pt x="34" y="3"/>
                    </a:lnTo>
                    <a:lnTo>
                      <a:pt x="34" y="3"/>
                    </a:lnTo>
                    <a:lnTo>
                      <a:pt x="35" y="3"/>
                    </a:lnTo>
                    <a:lnTo>
                      <a:pt x="35" y="4"/>
                    </a:lnTo>
                    <a:lnTo>
                      <a:pt x="36" y="4"/>
                    </a:lnTo>
                    <a:lnTo>
                      <a:pt x="37" y="4"/>
                    </a:lnTo>
                    <a:lnTo>
                      <a:pt x="37" y="5"/>
                    </a:lnTo>
                    <a:lnTo>
                      <a:pt x="38" y="5"/>
                    </a:lnTo>
                    <a:lnTo>
                      <a:pt x="39" y="6"/>
                    </a:lnTo>
                    <a:lnTo>
                      <a:pt x="39" y="6"/>
                    </a:lnTo>
                    <a:lnTo>
                      <a:pt x="40" y="6"/>
                    </a:lnTo>
                    <a:lnTo>
                      <a:pt x="41" y="7"/>
                    </a:lnTo>
                    <a:lnTo>
                      <a:pt x="42" y="7"/>
                    </a:lnTo>
                    <a:lnTo>
                      <a:pt x="42" y="8"/>
                    </a:lnTo>
                    <a:lnTo>
                      <a:pt x="43" y="8"/>
                    </a:lnTo>
                    <a:lnTo>
                      <a:pt x="44" y="8"/>
                    </a:lnTo>
                    <a:lnTo>
                      <a:pt x="44" y="9"/>
                    </a:lnTo>
                    <a:lnTo>
                      <a:pt x="45" y="9"/>
                    </a:lnTo>
                    <a:lnTo>
                      <a:pt x="46" y="10"/>
                    </a:lnTo>
                    <a:lnTo>
                      <a:pt x="47" y="11"/>
                    </a:lnTo>
                    <a:lnTo>
                      <a:pt x="49" y="12"/>
                    </a:lnTo>
                    <a:lnTo>
                      <a:pt x="50" y="13"/>
                    </a:lnTo>
                    <a:lnTo>
                      <a:pt x="52" y="14"/>
                    </a:lnTo>
                    <a:lnTo>
                      <a:pt x="53" y="15"/>
                    </a:lnTo>
                    <a:lnTo>
                      <a:pt x="54" y="16"/>
                    </a:lnTo>
                    <a:lnTo>
                      <a:pt x="55" y="17"/>
                    </a:lnTo>
                    <a:lnTo>
                      <a:pt x="57" y="18"/>
                    </a:lnTo>
                    <a:lnTo>
                      <a:pt x="59" y="19"/>
                    </a:lnTo>
                    <a:lnTo>
                      <a:pt x="60" y="21"/>
                    </a:lnTo>
                    <a:lnTo>
                      <a:pt x="62" y="22"/>
                    </a:lnTo>
                    <a:lnTo>
                      <a:pt x="64" y="23"/>
                    </a:lnTo>
                    <a:lnTo>
                      <a:pt x="66" y="24"/>
                    </a:lnTo>
                    <a:lnTo>
                      <a:pt x="67" y="26"/>
                    </a:lnTo>
                    <a:lnTo>
                      <a:pt x="69" y="27"/>
                    </a:lnTo>
                    <a:lnTo>
                      <a:pt x="71" y="28"/>
                    </a:lnTo>
                    <a:lnTo>
                      <a:pt x="73" y="29"/>
                    </a:lnTo>
                    <a:lnTo>
                      <a:pt x="75" y="30"/>
                    </a:lnTo>
                    <a:lnTo>
                      <a:pt x="76" y="31"/>
                    </a:lnTo>
                    <a:lnTo>
                      <a:pt x="78" y="33"/>
                    </a:lnTo>
                    <a:lnTo>
                      <a:pt x="80" y="34"/>
                    </a:lnTo>
                    <a:lnTo>
                      <a:pt x="80" y="34"/>
                    </a:lnTo>
                    <a:lnTo>
                      <a:pt x="82" y="36"/>
                    </a:lnTo>
                    <a:lnTo>
                      <a:pt x="83" y="37"/>
                    </a:lnTo>
                    <a:lnTo>
                      <a:pt x="85" y="39"/>
                    </a:lnTo>
                    <a:lnTo>
                      <a:pt x="87" y="40"/>
                    </a:lnTo>
                    <a:lnTo>
                      <a:pt x="89" y="42"/>
                    </a:lnTo>
                    <a:lnTo>
                      <a:pt x="91" y="44"/>
                    </a:lnTo>
                    <a:lnTo>
                      <a:pt x="93" y="45"/>
                    </a:lnTo>
                    <a:lnTo>
                      <a:pt x="95" y="47"/>
                    </a:lnTo>
                    <a:lnTo>
                      <a:pt x="97" y="48"/>
                    </a:lnTo>
                    <a:lnTo>
                      <a:pt x="99" y="50"/>
                    </a:lnTo>
                    <a:lnTo>
                      <a:pt x="102" y="52"/>
                    </a:lnTo>
                    <a:lnTo>
                      <a:pt x="104" y="53"/>
                    </a:lnTo>
                    <a:lnTo>
                      <a:pt x="106" y="55"/>
                    </a:lnTo>
                    <a:lnTo>
                      <a:pt x="110" y="59"/>
                    </a:lnTo>
                    <a:lnTo>
                      <a:pt x="113" y="61"/>
                    </a:lnTo>
                    <a:lnTo>
                      <a:pt x="118" y="64"/>
                    </a:lnTo>
                    <a:lnTo>
                      <a:pt x="122" y="68"/>
                    </a:lnTo>
                    <a:lnTo>
                      <a:pt x="126" y="71"/>
                    </a:lnTo>
                    <a:lnTo>
                      <a:pt x="131" y="75"/>
                    </a:lnTo>
                    <a:lnTo>
                      <a:pt x="135" y="79"/>
                    </a:lnTo>
                    <a:lnTo>
                      <a:pt x="139" y="82"/>
                    </a:lnTo>
                    <a:lnTo>
                      <a:pt x="143" y="86"/>
                    </a:lnTo>
                    <a:lnTo>
                      <a:pt x="147" y="88"/>
                    </a:lnTo>
                    <a:lnTo>
                      <a:pt x="155" y="95"/>
                    </a:lnTo>
                    <a:lnTo>
                      <a:pt x="164" y="102"/>
                    </a:lnTo>
                    <a:lnTo>
                      <a:pt x="169" y="107"/>
                    </a:lnTo>
                    <a:lnTo>
                      <a:pt x="171" y="109"/>
                    </a:lnTo>
                    <a:lnTo>
                      <a:pt x="179" y="115"/>
                    </a:lnTo>
                    <a:lnTo>
                      <a:pt x="183" y="118"/>
                    </a:lnTo>
                    <a:lnTo>
                      <a:pt x="187" y="121"/>
                    </a:lnTo>
                    <a:lnTo>
                      <a:pt x="190" y="124"/>
                    </a:lnTo>
                    <a:lnTo>
                      <a:pt x="194" y="127"/>
                    </a:lnTo>
                    <a:lnTo>
                      <a:pt x="197" y="130"/>
                    </a:lnTo>
                    <a:lnTo>
                      <a:pt x="200" y="132"/>
                    </a:lnTo>
                    <a:lnTo>
                      <a:pt x="203" y="135"/>
                    </a:lnTo>
                    <a:lnTo>
                      <a:pt x="203" y="135"/>
                    </a:lnTo>
                    <a:lnTo>
                      <a:pt x="206" y="138"/>
                    </a:lnTo>
                    <a:lnTo>
                      <a:pt x="210" y="140"/>
                    </a:lnTo>
                    <a:lnTo>
                      <a:pt x="211" y="141"/>
                    </a:lnTo>
                    <a:lnTo>
                      <a:pt x="212" y="142"/>
                    </a:lnTo>
                    <a:lnTo>
                      <a:pt x="214" y="143"/>
                    </a:lnTo>
                    <a:lnTo>
                      <a:pt x="215" y="145"/>
                    </a:lnTo>
                    <a:lnTo>
                      <a:pt x="216" y="146"/>
                    </a:lnTo>
                    <a:lnTo>
                      <a:pt x="218" y="147"/>
                    </a:lnTo>
                    <a:lnTo>
                      <a:pt x="219" y="147"/>
                    </a:lnTo>
                    <a:lnTo>
                      <a:pt x="220" y="148"/>
                    </a:lnTo>
                    <a:lnTo>
                      <a:pt x="221" y="148"/>
                    </a:lnTo>
                    <a:lnTo>
                      <a:pt x="223" y="149"/>
                    </a:lnTo>
                    <a:lnTo>
                      <a:pt x="224" y="150"/>
                    </a:lnTo>
                    <a:lnTo>
                      <a:pt x="225" y="151"/>
                    </a:lnTo>
                    <a:lnTo>
                      <a:pt x="226" y="152"/>
                    </a:lnTo>
                    <a:lnTo>
                      <a:pt x="226" y="152"/>
                    </a:lnTo>
                    <a:lnTo>
                      <a:pt x="226" y="153"/>
                    </a:lnTo>
                    <a:lnTo>
                      <a:pt x="227" y="154"/>
                    </a:lnTo>
                    <a:lnTo>
                      <a:pt x="228" y="154"/>
                    </a:lnTo>
                    <a:lnTo>
                      <a:pt x="229" y="155"/>
                    </a:lnTo>
                    <a:lnTo>
                      <a:pt x="229" y="155"/>
                    </a:lnTo>
                    <a:lnTo>
                      <a:pt x="230" y="155"/>
                    </a:lnTo>
                    <a:lnTo>
                      <a:pt x="230" y="155"/>
                    </a:lnTo>
                    <a:lnTo>
                      <a:pt x="229" y="158"/>
                    </a:lnTo>
                    <a:lnTo>
                      <a:pt x="228" y="159"/>
                    </a:lnTo>
                    <a:lnTo>
                      <a:pt x="228" y="160"/>
                    </a:lnTo>
                    <a:lnTo>
                      <a:pt x="229" y="160"/>
                    </a:lnTo>
                    <a:lnTo>
                      <a:pt x="236" y="162"/>
                    </a:lnTo>
                    <a:lnTo>
                      <a:pt x="242" y="164"/>
                    </a:lnTo>
                    <a:lnTo>
                      <a:pt x="249" y="166"/>
                    </a:lnTo>
                    <a:lnTo>
                      <a:pt x="255" y="167"/>
                    </a:lnTo>
                    <a:lnTo>
                      <a:pt x="258" y="168"/>
                    </a:lnTo>
                    <a:lnTo>
                      <a:pt x="262" y="169"/>
                    </a:lnTo>
                    <a:lnTo>
                      <a:pt x="265" y="170"/>
                    </a:lnTo>
                    <a:lnTo>
                      <a:pt x="268" y="171"/>
                    </a:lnTo>
                    <a:lnTo>
                      <a:pt x="273" y="172"/>
                    </a:lnTo>
                    <a:lnTo>
                      <a:pt x="277" y="173"/>
                    </a:lnTo>
                    <a:lnTo>
                      <a:pt x="282" y="175"/>
                    </a:lnTo>
                    <a:lnTo>
                      <a:pt x="286" y="176"/>
                    </a:lnTo>
                    <a:lnTo>
                      <a:pt x="290" y="177"/>
                    </a:lnTo>
                    <a:lnTo>
                      <a:pt x="295" y="178"/>
                    </a:lnTo>
                    <a:lnTo>
                      <a:pt x="299" y="179"/>
                    </a:lnTo>
                    <a:lnTo>
                      <a:pt x="304" y="180"/>
                    </a:lnTo>
                    <a:lnTo>
                      <a:pt x="308" y="182"/>
                    </a:lnTo>
                    <a:lnTo>
                      <a:pt x="313" y="183"/>
                    </a:lnTo>
                    <a:lnTo>
                      <a:pt x="317" y="184"/>
                    </a:lnTo>
                    <a:lnTo>
                      <a:pt x="321" y="185"/>
                    </a:lnTo>
                    <a:lnTo>
                      <a:pt x="326" y="187"/>
                    </a:lnTo>
                    <a:lnTo>
                      <a:pt x="330" y="188"/>
                    </a:lnTo>
                    <a:lnTo>
                      <a:pt x="335" y="190"/>
                    </a:lnTo>
                    <a:lnTo>
                      <a:pt x="340" y="191"/>
                    </a:lnTo>
                    <a:lnTo>
                      <a:pt x="343" y="192"/>
                    </a:lnTo>
                    <a:lnTo>
                      <a:pt x="348" y="194"/>
                    </a:lnTo>
                    <a:lnTo>
                      <a:pt x="352" y="195"/>
                    </a:lnTo>
                    <a:lnTo>
                      <a:pt x="357" y="196"/>
                    </a:lnTo>
                    <a:lnTo>
                      <a:pt x="362" y="198"/>
                    </a:lnTo>
                    <a:lnTo>
                      <a:pt x="366" y="199"/>
                    </a:lnTo>
                    <a:lnTo>
                      <a:pt x="371" y="201"/>
                    </a:lnTo>
                    <a:lnTo>
                      <a:pt x="374" y="202"/>
                    </a:lnTo>
                    <a:lnTo>
                      <a:pt x="379" y="203"/>
                    </a:lnTo>
                    <a:lnTo>
                      <a:pt x="383" y="205"/>
                    </a:lnTo>
                    <a:lnTo>
                      <a:pt x="388" y="206"/>
                    </a:lnTo>
                    <a:lnTo>
                      <a:pt x="393" y="207"/>
                    </a:lnTo>
                    <a:lnTo>
                      <a:pt x="397" y="208"/>
                    </a:lnTo>
                    <a:lnTo>
                      <a:pt x="401" y="210"/>
                    </a:lnTo>
                    <a:lnTo>
                      <a:pt x="405" y="211"/>
                    </a:lnTo>
                    <a:lnTo>
                      <a:pt x="410" y="212"/>
                    </a:lnTo>
                    <a:lnTo>
                      <a:pt x="415" y="214"/>
                    </a:lnTo>
                    <a:lnTo>
                      <a:pt x="419" y="215"/>
                    </a:lnTo>
                    <a:lnTo>
                      <a:pt x="424" y="217"/>
                    </a:lnTo>
                    <a:lnTo>
                      <a:pt x="428" y="218"/>
                    </a:lnTo>
                    <a:lnTo>
                      <a:pt x="432" y="220"/>
                    </a:lnTo>
                    <a:lnTo>
                      <a:pt x="437" y="221"/>
                    </a:lnTo>
                    <a:lnTo>
                      <a:pt x="441" y="223"/>
                    </a:lnTo>
                    <a:lnTo>
                      <a:pt x="446" y="224"/>
                    </a:lnTo>
                    <a:lnTo>
                      <a:pt x="450" y="226"/>
                    </a:lnTo>
                    <a:lnTo>
                      <a:pt x="453" y="227"/>
                    </a:lnTo>
                    <a:lnTo>
                      <a:pt x="455" y="227"/>
                    </a:lnTo>
                    <a:lnTo>
                      <a:pt x="459" y="229"/>
                    </a:lnTo>
                    <a:lnTo>
                      <a:pt x="463" y="230"/>
                    </a:lnTo>
                    <a:lnTo>
                      <a:pt x="468" y="232"/>
                    </a:lnTo>
                    <a:lnTo>
                      <a:pt x="472" y="234"/>
                    </a:lnTo>
                    <a:lnTo>
                      <a:pt x="477" y="235"/>
                    </a:lnTo>
                    <a:lnTo>
                      <a:pt x="481" y="236"/>
                    </a:lnTo>
                    <a:lnTo>
                      <a:pt x="486" y="237"/>
                    </a:lnTo>
                    <a:lnTo>
                      <a:pt x="490" y="239"/>
                    </a:lnTo>
                    <a:lnTo>
                      <a:pt x="494" y="240"/>
                    </a:lnTo>
                    <a:lnTo>
                      <a:pt x="499" y="242"/>
                    </a:lnTo>
                    <a:lnTo>
                      <a:pt x="503" y="243"/>
                    </a:lnTo>
                    <a:lnTo>
                      <a:pt x="508" y="245"/>
                    </a:lnTo>
                    <a:lnTo>
                      <a:pt x="512" y="247"/>
                    </a:lnTo>
                    <a:lnTo>
                      <a:pt x="516" y="248"/>
                    </a:lnTo>
                    <a:lnTo>
                      <a:pt x="521" y="250"/>
                    </a:lnTo>
                    <a:lnTo>
                      <a:pt x="525" y="251"/>
                    </a:lnTo>
                    <a:lnTo>
                      <a:pt x="530" y="253"/>
                    </a:lnTo>
                    <a:lnTo>
                      <a:pt x="534" y="255"/>
                    </a:lnTo>
                    <a:lnTo>
                      <a:pt x="539" y="256"/>
                    </a:lnTo>
                    <a:lnTo>
                      <a:pt x="543" y="258"/>
                    </a:lnTo>
                    <a:lnTo>
                      <a:pt x="547" y="260"/>
                    </a:lnTo>
                    <a:lnTo>
                      <a:pt x="552" y="261"/>
                    </a:lnTo>
                    <a:lnTo>
                      <a:pt x="556" y="263"/>
                    </a:lnTo>
                    <a:lnTo>
                      <a:pt x="561" y="265"/>
                    </a:lnTo>
                    <a:lnTo>
                      <a:pt x="565" y="265"/>
                    </a:lnTo>
                    <a:lnTo>
                      <a:pt x="570" y="267"/>
                    </a:lnTo>
                    <a:lnTo>
                      <a:pt x="574" y="268"/>
                    </a:lnTo>
                    <a:lnTo>
                      <a:pt x="578" y="270"/>
                    </a:lnTo>
                    <a:lnTo>
                      <a:pt x="582" y="272"/>
                    </a:lnTo>
                    <a:lnTo>
                      <a:pt x="587" y="274"/>
                    </a:lnTo>
                    <a:lnTo>
                      <a:pt x="591" y="275"/>
                    </a:lnTo>
                    <a:lnTo>
                      <a:pt x="596" y="277"/>
                    </a:lnTo>
                    <a:lnTo>
                      <a:pt x="600" y="279"/>
                    </a:lnTo>
                    <a:lnTo>
                      <a:pt x="604" y="280"/>
                    </a:lnTo>
                    <a:lnTo>
                      <a:pt x="609" y="282"/>
                    </a:lnTo>
                    <a:lnTo>
                      <a:pt x="613" y="284"/>
                    </a:lnTo>
                    <a:lnTo>
                      <a:pt x="618" y="285"/>
                    </a:lnTo>
                    <a:lnTo>
                      <a:pt x="622" y="287"/>
                    </a:lnTo>
                    <a:lnTo>
                      <a:pt x="627" y="289"/>
                    </a:lnTo>
                    <a:lnTo>
                      <a:pt x="631" y="290"/>
                    </a:lnTo>
                    <a:lnTo>
                      <a:pt x="635" y="292"/>
                    </a:lnTo>
                    <a:lnTo>
                      <a:pt x="639" y="294"/>
                    </a:lnTo>
                    <a:lnTo>
                      <a:pt x="643" y="295"/>
                    </a:lnTo>
                    <a:lnTo>
                      <a:pt x="644" y="295"/>
                    </a:lnTo>
                    <a:lnTo>
                      <a:pt x="648" y="297"/>
                    </a:lnTo>
                    <a:lnTo>
                      <a:pt x="652" y="299"/>
                    </a:lnTo>
                    <a:lnTo>
                      <a:pt x="657" y="301"/>
                    </a:lnTo>
                    <a:lnTo>
                      <a:pt x="661" y="302"/>
                    </a:lnTo>
                    <a:lnTo>
                      <a:pt x="665" y="304"/>
                    </a:lnTo>
                    <a:lnTo>
                      <a:pt x="669" y="306"/>
                    </a:lnTo>
                    <a:lnTo>
                      <a:pt x="673" y="308"/>
                    </a:lnTo>
                    <a:lnTo>
                      <a:pt x="678" y="310"/>
                    </a:lnTo>
                    <a:lnTo>
                      <a:pt x="680" y="311"/>
                    </a:lnTo>
                    <a:lnTo>
                      <a:pt x="682" y="312"/>
                    </a:lnTo>
                    <a:lnTo>
                      <a:pt x="687" y="314"/>
                    </a:lnTo>
                    <a:lnTo>
                      <a:pt x="690" y="316"/>
                    </a:lnTo>
                    <a:lnTo>
                      <a:pt x="694" y="318"/>
                    </a:lnTo>
                    <a:lnTo>
                      <a:pt x="699" y="320"/>
                    </a:lnTo>
                    <a:lnTo>
                      <a:pt x="703" y="322"/>
                    </a:lnTo>
                    <a:lnTo>
                      <a:pt x="707" y="324"/>
                    </a:lnTo>
                    <a:lnTo>
                      <a:pt x="708" y="324"/>
                    </a:lnTo>
                    <a:lnTo>
                      <a:pt x="712" y="325"/>
                    </a:lnTo>
                    <a:lnTo>
                      <a:pt x="716" y="327"/>
                    </a:lnTo>
                    <a:lnTo>
                      <a:pt x="719" y="329"/>
                    </a:lnTo>
                    <a:lnTo>
                      <a:pt x="724" y="331"/>
                    </a:lnTo>
                    <a:lnTo>
                      <a:pt x="728" y="333"/>
                    </a:lnTo>
                    <a:lnTo>
                      <a:pt x="733" y="335"/>
                    </a:lnTo>
                    <a:lnTo>
                      <a:pt x="737" y="337"/>
                    </a:lnTo>
                    <a:lnTo>
                      <a:pt x="741" y="339"/>
                    </a:lnTo>
                    <a:lnTo>
                      <a:pt x="746" y="341"/>
                    </a:lnTo>
                    <a:lnTo>
                      <a:pt x="749" y="343"/>
                    </a:lnTo>
                    <a:lnTo>
                      <a:pt x="753" y="345"/>
                    </a:lnTo>
                    <a:lnTo>
                      <a:pt x="756" y="346"/>
                    </a:lnTo>
                    <a:lnTo>
                      <a:pt x="758" y="347"/>
                    </a:lnTo>
                    <a:lnTo>
                      <a:pt x="762" y="349"/>
                    </a:lnTo>
                    <a:lnTo>
                      <a:pt x="766" y="351"/>
                    </a:lnTo>
                    <a:lnTo>
                      <a:pt x="770" y="353"/>
                    </a:lnTo>
                    <a:lnTo>
                      <a:pt x="775" y="354"/>
                    </a:lnTo>
                    <a:lnTo>
                      <a:pt x="778" y="356"/>
                    </a:lnTo>
                    <a:lnTo>
                      <a:pt x="782" y="358"/>
                    </a:lnTo>
                    <a:lnTo>
                      <a:pt x="787" y="360"/>
                    </a:lnTo>
                    <a:lnTo>
                      <a:pt x="791" y="362"/>
                    </a:lnTo>
                    <a:lnTo>
                      <a:pt x="795" y="364"/>
                    </a:lnTo>
                    <a:lnTo>
                      <a:pt x="799" y="366"/>
                    </a:lnTo>
                    <a:lnTo>
                      <a:pt x="804" y="368"/>
                    </a:lnTo>
                    <a:lnTo>
                      <a:pt x="807" y="370"/>
                    </a:lnTo>
                    <a:lnTo>
                      <a:pt x="811" y="372"/>
                    </a:lnTo>
                    <a:lnTo>
                      <a:pt x="815" y="374"/>
                    </a:lnTo>
                    <a:lnTo>
                      <a:pt x="820" y="376"/>
                    </a:lnTo>
                    <a:lnTo>
                      <a:pt x="824" y="378"/>
                    </a:lnTo>
                    <a:lnTo>
                      <a:pt x="824" y="378"/>
                    </a:lnTo>
                    <a:lnTo>
                      <a:pt x="825" y="379"/>
                    </a:lnTo>
                    <a:lnTo>
                      <a:pt x="826" y="379"/>
                    </a:lnTo>
                    <a:lnTo>
                      <a:pt x="826" y="379"/>
                    </a:lnTo>
                    <a:lnTo>
                      <a:pt x="827" y="380"/>
                    </a:lnTo>
                    <a:lnTo>
                      <a:pt x="828" y="380"/>
                    </a:lnTo>
                    <a:lnTo>
                      <a:pt x="828" y="380"/>
                    </a:lnTo>
                    <a:lnTo>
                      <a:pt x="829" y="381"/>
                    </a:lnTo>
                    <a:lnTo>
                      <a:pt x="829" y="381"/>
                    </a:lnTo>
                    <a:lnTo>
                      <a:pt x="830" y="381"/>
                    </a:lnTo>
                    <a:lnTo>
                      <a:pt x="831" y="382"/>
                    </a:lnTo>
                    <a:lnTo>
                      <a:pt x="831" y="382"/>
                    </a:lnTo>
                    <a:lnTo>
                      <a:pt x="831" y="382"/>
                    </a:lnTo>
                    <a:lnTo>
                      <a:pt x="832" y="382"/>
                    </a:lnTo>
                    <a:lnTo>
                      <a:pt x="833" y="383"/>
                    </a:lnTo>
                    <a:lnTo>
                      <a:pt x="833" y="383"/>
                    </a:lnTo>
                    <a:lnTo>
                      <a:pt x="834" y="383"/>
                    </a:lnTo>
                    <a:lnTo>
                      <a:pt x="834" y="383"/>
                    </a:lnTo>
                    <a:lnTo>
                      <a:pt x="834" y="383"/>
                    </a:lnTo>
                    <a:lnTo>
                      <a:pt x="836" y="384"/>
                    </a:lnTo>
                    <a:lnTo>
                      <a:pt x="837" y="385"/>
                    </a:lnTo>
                    <a:lnTo>
                      <a:pt x="838" y="386"/>
                    </a:lnTo>
                    <a:lnTo>
                      <a:pt x="840" y="387"/>
                    </a:lnTo>
                    <a:lnTo>
                      <a:pt x="841" y="388"/>
                    </a:lnTo>
                    <a:lnTo>
                      <a:pt x="843" y="389"/>
                    </a:lnTo>
                    <a:lnTo>
                      <a:pt x="844" y="390"/>
                    </a:lnTo>
                    <a:lnTo>
                      <a:pt x="846" y="391"/>
                    </a:lnTo>
                    <a:lnTo>
                      <a:pt x="847" y="392"/>
                    </a:lnTo>
                    <a:lnTo>
                      <a:pt x="849" y="393"/>
                    </a:lnTo>
                    <a:lnTo>
                      <a:pt x="850" y="394"/>
                    </a:lnTo>
                    <a:lnTo>
                      <a:pt x="854" y="396"/>
                    </a:lnTo>
                    <a:lnTo>
                      <a:pt x="857" y="398"/>
                    </a:lnTo>
                    <a:lnTo>
                      <a:pt x="860" y="400"/>
                    </a:lnTo>
                    <a:lnTo>
                      <a:pt x="863" y="403"/>
                    </a:lnTo>
                    <a:lnTo>
                      <a:pt x="864" y="404"/>
                    </a:lnTo>
                    <a:lnTo>
                      <a:pt x="866" y="405"/>
                    </a:lnTo>
                    <a:lnTo>
                      <a:pt x="867" y="406"/>
                    </a:lnTo>
                    <a:lnTo>
                      <a:pt x="869" y="407"/>
                    </a:lnTo>
                    <a:lnTo>
                      <a:pt x="870" y="408"/>
                    </a:lnTo>
                    <a:lnTo>
                      <a:pt x="872" y="409"/>
                    </a:lnTo>
                    <a:lnTo>
                      <a:pt x="874" y="410"/>
                    </a:lnTo>
                    <a:lnTo>
                      <a:pt x="875" y="411"/>
                    </a:lnTo>
                    <a:lnTo>
                      <a:pt x="877" y="412"/>
                    </a:lnTo>
                    <a:lnTo>
                      <a:pt x="879" y="412"/>
                    </a:lnTo>
                    <a:lnTo>
                      <a:pt x="880" y="413"/>
                    </a:lnTo>
                    <a:lnTo>
                      <a:pt x="882" y="414"/>
                    </a:lnTo>
                    <a:lnTo>
                      <a:pt x="883" y="414"/>
                    </a:lnTo>
                    <a:lnTo>
                      <a:pt x="883" y="415"/>
                    </a:lnTo>
                    <a:lnTo>
                      <a:pt x="884" y="415"/>
                    </a:lnTo>
                    <a:lnTo>
                      <a:pt x="885" y="416"/>
                    </a:lnTo>
                    <a:lnTo>
                      <a:pt x="886" y="416"/>
                    </a:lnTo>
                    <a:lnTo>
                      <a:pt x="886" y="417"/>
                    </a:lnTo>
                    <a:lnTo>
                      <a:pt x="887" y="417"/>
                    </a:lnTo>
                    <a:lnTo>
                      <a:pt x="888" y="417"/>
                    </a:lnTo>
                    <a:lnTo>
                      <a:pt x="888" y="417"/>
                    </a:lnTo>
                    <a:lnTo>
                      <a:pt x="889" y="418"/>
                    </a:lnTo>
                    <a:lnTo>
                      <a:pt x="889" y="418"/>
                    </a:lnTo>
                    <a:lnTo>
                      <a:pt x="890" y="419"/>
                    </a:lnTo>
                    <a:lnTo>
                      <a:pt x="891" y="419"/>
                    </a:lnTo>
                    <a:lnTo>
                      <a:pt x="892" y="419"/>
                    </a:lnTo>
                    <a:lnTo>
                      <a:pt x="892" y="420"/>
                    </a:lnTo>
                    <a:lnTo>
                      <a:pt x="892" y="420"/>
                    </a:lnTo>
                    <a:lnTo>
                      <a:pt x="893" y="420"/>
                    </a:lnTo>
                    <a:lnTo>
                      <a:pt x="893" y="421"/>
                    </a:lnTo>
                    <a:lnTo>
                      <a:pt x="894" y="421"/>
                    </a:lnTo>
                    <a:lnTo>
                      <a:pt x="895" y="421"/>
                    </a:lnTo>
                    <a:lnTo>
                      <a:pt x="895" y="422"/>
                    </a:lnTo>
                    <a:lnTo>
                      <a:pt x="896" y="422"/>
                    </a:lnTo>
                    <a:lnTo>
                      <a:pt x="897" y="422"/>
                    </a:lnTo>
                    <a:lnTo>
                      <a:pt x="897" y="423"/>
                    </a:lnTo>
                    <a:lnTo>
                      <a:pt x="898" y="423"/>
                    </a:lnTo>
                    <a:lnTo>
                      <a:pt x="899" y="423"/>
                    </a:lnTo>
                    <a:lnTo>
                      <a:pt x="899" y="423"/>
                    </a:lnTo>
                    <a:lnTo>
                      <a:pt x="900" y="424"/>
                    </a:lnTo>
                    <a:lnTo>
                      <a:pt x="900" y="424"/>
                    </a:lnTo>
                    <a:lnTo>
                      <a:pt x="901" y="424"/>
                    </a:lnTo>
                    <a:lnTo>
                      <a:pt x="902" y="424"/>
                    </a:lnTo>
                    <a:lnTo>
                      <a:pt x="902" y="424"/>
                    </a:lnTo>
                    <a:lnTo>
                      <a:pt x="903" y="425"/>
                    </a:lnTo>
                    <a:lnTo>
                      <a:pt x="903" y="425"/>
                    </a:lnTo>
                    <a:lnTo>
                      <a:pt x="904" y="425"/>
                    </a:lnTo>
                    <a:lnTo>
                      <a:pt x="904" y="425"/>
                    </a:lnTo>
                    <a:lnTo>
                      <a:pt x="905" y="425"/>
                    </a:lnTo>
                    <a:lnTo>
                      <a:pt x="905" y="425"/>
                    </a:lnTo>
                    <a:lnTo>
                      <a:pt x="905" y="425"/>
                    </a:lnTo>
                    <a:lnTo>
                      <a:pt x="906" y="426"/>
                    </a:lnTo>
                    <a:lnTo>
                      <a:pt x="906" y="426"/>
                    </a:lnTo>
                    <a:lnTo>
                      <a:pt x="907" y="426"/>
                    </a:lnTo>
                    <a:lnTo>
                      <a:pt x="907" y="426"/>
                    </a:lnTo>
                    <a:lnTo>
                      <a:pt x="907" y="426"/>
                    </a:lnTo>
                    <a:lnTo>
                      <a:pt x="907" y="426"/>
                    </a:lnTo>
                    <a:lnTo>
                      <a:pt x="907" y="426"/>
                    </a:lnTo>
                    <a:lnTo>
                      <a:pt x="908" y="426"/>
                    </a:lnTo>
                    <a:lnTo>
                      <a:pt x="908" y="426"/>
                    </a:lnTo>
                    <a:lnTo>
                      <a:pt x="908" y="426"/>
                    </a:lnTo>
                    <a:lnTo>
                      <a:pt x="908" y="426"/>
                    </a:lnTo>
                    <a:lnTo>
                      <a:pt x="908" y="426"/>
                    </a:lnTo>
                    <a:lnTo>
                      <a:pt x="908" y="426"/>
                    </a:lnTo>
                    <a:lnTo>
                      <a:pt x="908" y="426"/>
                    </a:lnTo>
                    <a:lnTo>
                      <a:pt x="908" y="426"/>
                    </a:lnTo>
                    <a:lnTo>
                      <a:pt x="909" y="426"/>
                    </a:lnTo>
                    <a:lnTo>
                      <a:pt x="909" y="426"/>
                    </a:lnTo>
                    <a:lnTo>
                      <a:pt x="917" y="429"/>
                    </a:lnTo>
                    <a:lnTo>
                      <a:pt x="920" y="437"/>
                    </a:lnTo>
                    <a:lnTo>
                      <a:pt x="920" y="437"/>
                    </a:lnTo>
                    <a:lnTo>
                      <a:pt x="916" y="444"/>
                    </a:lnTo>
                    <a:lnTo>
                      <a:pt x="908" y="447"/>
                    </a:lnTo>
                    <a:lnTo>
                      <a:pt x="908" y="447"/>
                    </a:lnTo>
                    <a:lnTo>
                      <a:pt x="908" y="447"/>
                    </a:lnTo>
                    <a:lnTo>
                      <a:pt x="908" y="447"/>
                    </a:lnTo>
                    <a:lnTo>
                      <a:pt x="907" y="447"/>
                    </a:lnTo>
                    <a:lnTo>
                      <a:pt x="907" y="447"/>
                    </a:lnTo>
                    <a:lnTo>
                      <a:pt x="906" y="447"/>
                    </a:lnTo>
                    <a:lnTo>
                      <a:pt x="906" y="447"/>
                    </a:lnTo>
                    <a:lnTo>
                      <a:pt x="906" y="447"/>
                    </a:lnTo>
                    <a:lnTo>
                      <a:pt x="905" y="447"/>
                    </a:lnTo>
                    <a:lnTo>
                      <a:pt x="905" y="447"/>
                    </a:lnTo>
                    <a:lnTo>
                      <a:pt x="904" y="447"/>
                    </a:lnTo>
                    <a:lnTo>
                      <a:pt x="904" y="447"/>
                    </a:lnTo>
                    <a:lnTo>
                      <a:pt x="904" y="447"/>
                    </a:lnTo>
                    <a:lnTo>
                      <a:pt x="903" y="447"/>
                    </a:lnTo>
                    <a:lnTo>
                      <a:pt x="902" y="447"/>
                    </a:lnTo>
                    <a:lnTo>
                      <a:pt x="901" y="447"/>
                    </a:lnTo>
                    <a:lnTo>
                      <a:pt x="900" y="446"/>
                    </a:lnTo>
                    <a:lnTo>
                      <a:pt x="900" y="446"/>
                    </a:lnTo>
                    <a:lnTo>
                      <a:pt x="899" y="446"/>
                    </a:lnTo>
                    <a:lnTo>
                      <a:pt x="898" y="446"/>
                    </a:lnTo>
                    <a:lnTo>
                      <a:pt x="897" y="446"/>
                    </a:lnTo>
                    <a:lnTo>
                      <a:pt x="896" y="445"/>
                    </a:lnTo>
                    <a:lnTo>
                      <a:pt x="896" y="445"/>
                    </a:lnTo>
                    <a:lnTo>
                      <a:pt x="895" y="445"/>
                    </a:lnTo>
                    <a:lnTo>
                      <a:pt x="894" y="445"/>
                    </a:lnTo>
                    <a:lnTo>
                      <a:pt x="893" y="444"/>
                    </a:lnTo>
                    <a:lnTo>
                      <a:pt x="892" y="444"/>
                    </a:lnTo>
                    <a:lnTo>
                      <a:pt x="892" y="444"/>
                    </a:lnTo>
                    <a:lnTo>
                      <a:pt x="892" y="443"/>
                    </a:lnTo>
                    <a:lnTo>
                      <a:pt x="891" y="443"/>
                    </a:lnTo>
                    <a:lnTo>
                      <a:pt x="890" y="443"/>
                    </a:lnTo>
                    <a:lnTo>
                      <a:pt x="889" y="442"/>
                    </a:lnTo>
                    <a:lnTo>
                      <a:pt x="889" y="442"/>
                    </a:lnTo>
                    <a:lnTo>
                      <a:pt x="888" y="442"/>
                    </a:lnTo>
                    <a:lnTo>
                      <a:pt x="887" y="442"/>
                    </a:lnTo>
                    <a:lnTo>
                      <a:pt x="886" y="442"/>
                    </a:lnTo>
                    <a:lnTo>
                      <a:pt x="885" y="442"/>
                    </a:lnTo>
                    <a:lnTo>
                      <a:pt x="885" y="441"/>
                    </a:lnTo>
                    <a:lnTo>
                      <a:pt x="884" y="441"/>
                    </a:lnTo>
                    <a:lnTo>
                      <a:pt x="883" y="440"/>
                    </a:lnTo>
                    <a:lnTo>
                      <a:pt x="882" y="440"/>
                    </a:lnTo>
                    <a:lnTo>
                      <a:pt x="881" y="440"/>
                    </a:lnTo>
                    <a:lnTo>
                      <a:pt x="880" y="439"/>
                    </a:lnTo>
                    <a:lnTo>
                      <a:pt x="880" y="439"/>
                    </a:lnTo>
                    <a:lnTo>
                      <a:pt x="879" y="438"/>
                    </a:lnTo>
                    <a:lnTo>
                      <a:pt x="878" y="438"/>
                    </a:lnTo>
                    <a:lnTo>
                      <a:pt x="877" y="437"/>
                    </a:lnTo>
                    <a:lnTo>
                      <a:pt x="877" y="437"/>
                    </a:lnTo>
                    <a:lnTo>
                      <a:pt x="876" y="437"/>
                    </a:lnTo>
                    <a:lnTo>
                      <a:pt x="875" y="436"/>
                    </a:lnTo>
                    <a:lnTo>
                      <a:pt x="875" y="436"/>
                    </a:lnTo>
                    <a:lnTo>
                      <a:pt x="874" y="436"/>
                    </a:lnTo>
                    <a:lnTo>
                      <a:pt x="873" y="435"/>
                    </a:lnTo>
                    <a:lnTo>
                      <a:pt x="872" y="435"/>
                    </a:lnTo>
                    <a:lnTo>
                      <a:pt x="871" y="434"/>
                    </a:lnTo>
                    <a:lnTo>
                      <a:pt x="870" y="434"/>
                    </a:lnTo>
                    <a:lnTo>
                      <a:pt x="869" y="433"/>
                    </a:lnTo>
                    <a:lnTo>
                      <a:pt x="867" y="432"/>
                    </a:lnTo>
                    <a:lnTo>
                      <a:pt x="865" y="431"/>
                    </a:lnTo>
                    <a:lnTo>
                      <a:pt x="863" y="430"/>
                    </a:lnTo>
                    <a:lnTo>
                      <a:pt x="863" y="428"/>
                    </a:lnTo>
                    <a:lnTo>
                      <a:pt x="861" y="427"/>
                    </a:lnTo>
                    <a:lnTo>
                      <a:pt x="859" y="426"/>
                    </a:lnTo>
                    <a:lnTo>
                      <a:pt x="858" y="425"/>
                    </a:lnTo>
                    <a:lnTo>
                      <a:pt x="856" y="424"/>
                    </a:lnTo>
                    <a:lnTo>
                      <a:pt x="854" y="423"/>
                    </a:lnTo>
                    <a:lnTo>
                      <a:pt x="852" y="422"/>
                    </a:lnTo>
                    <a:lnTo>
                      <a:pt x="851" y="421"/>
                    </a:lnTo>
                    <a:lnTo>
                      <a:pt x="847" y="419"/>
                    </a:lnTo>
                    <a:lnTo>
                      <a:pt x="844" y="417"/>
                    </a:lnTo>
                    <a:lnTo>
                      <a:pt x="841" y="415"/>
                    </a:lnTo>
                    <a:lnTo>
                      <a:pt x="838" y="413"/>
                    </a:lnTo>
                    <a:lnTo>
                      <a:pt x="836" y="412"/>
                    </a:lnTo>
                    <a:lnTo>
                      <a:pt x="835" y="412"/>
                    </a:lnTo>
                    <a:lnTo>
                      <a:pt x="834" y="411"/>
                    </a:lnTo>
                    <a:lnTo>
                      <a:pt x="833" y="410"/>
                    </a:lnTo>
                    <a:lnTo>
                      <a:pt x="831" y="409"/>
                    </a:lnTo>
                    <a:lnTo>
                      <a:pt x="830" y="408"/>
                    </a:lnTo>
                    <a:lnTo>
                      <a:pt x="828" y="407"/>
                    </a:lnTo>
                    <a:lnTo>
                      <a:pt x="827" y="407"/>
                    </a:lnTo>
                    <a:lnTo>
                      <a:pt x="826" y="406"/>
                    </a:lnTo>
                    <a:lnTo>
                      <a:pt x="824" y="405"/>
                    </a:lnTo>
                    <a:lnTo>
                      <a:pt x="823" y="404"/>
                    </a:lnTo>
                    <a:lnTo>
                      <a:pt x="822" y="404"/>
                    </a:lnTo>
                    <a:lnTo>
                      <a:pt x="822" y="404"/>
                    </a:lnTo>
                    <a:lnTo>
                      <a:pt x="821" y="403"/>
                    </a:lnTo>
                    <a:lnTo>
                      <a:pt x="821" y="403"/>
                    </a:lnTo>
                    <a:lnTo>
                      <a:pt x="820" y="403"/>
                    </a:lnTo>
                    <a:lnTo>
                      <a:pt x="819" y="402"/>
                    </a:lnTo>
                    <a:lnTo>
                      <a:pt x="819" y="402"/>
                    </a:lnTo>
                    <a:lnTo>
                      <a:pt x="819" y="402"/>
                    </a:lnTo>
                    <a:lnTo>
                      <a:pt x="818" y="402"/>
                    </a:lnTo>
                    <a:lnTo>
                      <a:pt x="818" y="402"/>
                    </a:lnTo>
                    <a:lnTo>
                      <a:pt x="817" y="401"/>
                    </a:lnTo>
                    <a:lnTo>
                      <a:pt x="817" y="401"/>
                    </a:lnTo>
                    <a:lnTo>
                      <a:pt x="816" y="401"/>
                    </a:lnTo>
                    <a:lnTo>
                      <a:pt x="816" y="401"/>
                    </a:lnTo>
                    <a:lnTo>
                      <a:pt x="816" y="401"/>
                    </a:lnTo>
                    <a:lnTo>
                      <a:pt x="815" y="400"/>
                    </a:lnTo>
                    <a:lnTo>
                      <a:pt x="815" y="400"/>
                    </a:lnTo>
                    <a:lnTo>
                      <a:pt x="814" y="400"/>
                    </a:lnTo>
                    <a:lnTo>
                      <a:pt x="814" y="400"/>
                    </a:lnTo>
                    <a:lnTo>
                      <a:pt x="810" y="398"/>
                    </a:lnTo>
                    <a:lnTo>
                      <a:pt x="805" y="396"/>
                    </a:lnTo>
                    <a:lnTo>
                      <a:pt x="802" y="395"/>
                    </a:lnTo>
                    <a:lnTo>
                      <a:pt x="798" y="393"/>
                    </a:lnTo>
                    <a:lnTo>
                      <a:pt x="793" y="391"/>
                    </a:lnTo>
                    <a:lnTo>
                      <a:pt x="789" y="390"/>
                    </a:lnTo>
                    <a:lnTo>
                      <a:pt x="784" y="388"/>
                    </a:lnTo>
                    <a:lnTo>
                      <a:pt x="780" y="387"/>
                    </a:lnTo>
                    <a:lnTo>
                      <a:pt x="776" y="385"/>
                    </a:lnTo>
                    <a:lnTo>
                      <a:pt x="772" y="383"/>
                    </a:lnTo>
                    <a:lnTo>
                      <a:pt x="768" y="383"/>
                    </a:lnTo>
                    <a:lnTo>
                      <a:pt x="763" y="381"/>
                    </a:lnTo>
                    <a:lnTo>
                      <a:pt x="759" y="380"/>
                    </a:lnTo>
                    <a:lnTo>
                      <a:pt x="754" y="378"/>
                    </a:lnTo>
                    <a:lnTo>
                      <a:pt x="750" y="376"/>
                    </a:lnTo>
                    <a:lnTo>
                      <a:pt x="747" y="375"/>
                    </a:lnTo>
                    <a:lnTo>
                      <a:pt x="745" y="374"/>
                    </a:lnTo>
                    <a:lnTo>
                      <a:pt x="742" y="373"/>
                    </a:lnTo>
                    <a:lnTo>
                      <a:pt x="738" y="372"/>
                    </a:lnTo>
                    <a:lnTo>
                      <a:pt x="733" y="370"/>
                    </a:lnTo>
                    <a:lnTo>
                      <a:pt x="729" y="368"/>
                    </a:lnTo>
                    <a:lnTo>
                      <a:pt x="724" y="367"/>
                    </a:lnTo>
                    <a:lnTo>
                      <a:pt x="720" y="365"/>
                    </a:lnTo>
                    <a:lnTo>
                      <a:pt x="716" y="363"/>
                    </a:lnTo>
                    <a:lnTo>
                      <a:pt x="712" y="362"/>
                    </a:lnTo>
                    <a:lnTo>
                      <a:pt x="708" y="360"/>
                    </a:lnTo>
                    <a:lnTo>
                      <a:pt x="703" y="359"/>
                    </a:lnTo>
                    <a:lnTo>
                      <a:pt x="699" y="357"/>
                    </a:lnTo>
                    <a:lnTo>
                      <a:pt x="695" y="356"/>
                    </a:lnTo>
                    <a:lnTo>
                      <a:pt x="694" y="355"/>
                    </a:lnTo>
                    <a:lnTo>
                      <a:pt x="690" y="354"/>
                    </a:lnTo>
                    <a:lnTo>
                      <a:pt x="686" y="353"/>
                    </a:lnTo>
                    <a:lnTo>
                      <a:pt x="682" y="352"/>
                    </a:lnTo>
                    <a:lnTo>
                      <a:pt x="677" y="350"/>
                    </a:lnTo>
                    <a:lnTo>
                      <a:pt x="673" y="349"/>
                    </a:lnTo>
                    <a:lnTo>
                      <a:pt x="668" y="347"/>
                    </a:lnTo>
                    <a:lnTo>
                      <a:pt x="665" y="347"/>
                    </a:lnTo>
                    <a:lnTo>
                      <a:pt x="664" y="346"/>
                    </a:lnTo>
                    <a:lnTo>
                      <a:pt x="660" y="344"/>
                    </a:lnTo>
                    <a:lnTo>
                      <a:pt x="655" y="343"/>
                    </a:lnTo>
                    <a:lnTo>
                      <a:pt x="651" y="341"/>
                    </a:lnTo>
                    <a:lnTo>
                      <a:pt x="646" y="340"/>
                    </a:lnTo>
                    <a:lnTo>
                      <a:pt x="642" y="338"/>
                    </a:lnTo>
                    <a:lnTo>
                      <a:pt x="637" y="337"/>
                    </a:lnTo>
                    <a:lnTo>
                      <a:pt x="633" y="335"/>
                    </a:lnTo>
                    <a:lnTo>
                      <a:pt x="629" y="334"/>
                    </a:lnTo>
                    <a:lnTo>
                      <a:pt x="629" y="334"/>
                    </a:lnTo>
                    <a:lnTo>
                      <a:pt x="625" y="332"/>
                    </a:lnTo>
                    <a:lnTo>
                      <a:pt x="620" y="330"/>
                    </a:lnTo>
                    <a:lnTo>
                      <a:pt x="616" y="329"/>
                    </a:lnTo>
                    <a:lnTo>
                      <a:pt x="611" y="327"/>
                    </a:lnTo>
                    <a:lnTo>
                      <a:pt x="607" y="325"/>
                    </a:lnTo>
                    <a:lnTo>
                      <a:pt x="603" y="324"/>
                    </a:lnTo>
                    <a:lnTo>
                      <a:pt x="599" y="323"/>
                    </a:lnTo>
                    <a:lnTo>
                      <a:pt x="594" y="321"/>
                    </a:lnTo>
                    <a:lnTo>
                      <a:pt x="590" y="320"/>
                    </a:lnTo>
                    <a:lnTo>
                      <a:pt x="585" y="318"/>
                    </a:lnTo>
                    <a:lnTo>
                      <a:pt x="581" y="316"/>
                    </a:lnTo>
                    <a:lnTo>
                      <a:pt x="576" y="315"/>
                    </a:lnTo>
                    <a:lnTo>
                      <a:pt x="573" y="313"/>
                    </a:lnTo>
                    <a:lnTo>
                      <a:pt x="568" y="312"/>
                    </a:lnTo>
                    <a:lnTo>
                      <a:pt x="564" y="310"/>
                    </a:lnTo>
                    <a:lnTo>
                      <a:pt x="559" y="308"/>
                    </a:lnTo>
                    <a:lnTo>
                      <a:pt x="555" y="307"/>
                    </a:lnTo>
                    <a:lnTo>
                      <a:pt x="550" y="305"/>
                    </a:lnTo>
                    <a:lnTo>
                      <a:pt x="546" y="303"/>
                    </a:lnTo>
                    <a:lnTo>
                      <a:pt x="542" y="302"/>
                    </a:lnTo>
                    <a:lnTo>
                      <a:pt x="538" y="300"/>
                    </a:lnTo>
                    <a:lnTo>
                      <a:pt x="533" y="299"/>
                    </a:lnTo>
                    <a:lnTo>
                      <a:pt x="529" y="297"/>
                    </a:lnTo>
                    <a:lnTo>
                      <a:pt x="524" y="295"/>
                    </a:lnTo>
                    <a:lnTo>
                      <a:pt x="520" y="295"/>
                    </a:lnTo>
                    <a:lnTo>
                      <a:pt x="516" y="293"/>
                    </a:lnTo>
                    <a:lnTo>
                      <a:pt x="512" y="292"/>
                    </a:lnTo>
                    <a:lnTo>
                      <a:pt x="507" y="290"/>
                    </a:lnTo>
                    <a:lnTo>
                      <a:pt x="503" y="289"/>
                    </a:lnTo>
                    <a:lnTo>
                      <a:pt x="498" y="287"/>
                    </a:lnTo>
                    <a:lnTo>
                      <a:pt x="494" y="285"/>
                    </a:lnTo>
                    <a:lnTo>
                      <a:pt x="489" y="284"/>
                    </a:lnTo>
                    <a:lnTo>
                      <a:pt x="486" y="282"/>
                    </a:lnTo>
                    <a:lnTo>
                      <a:pt x="481" y="281"/>
                    </a:lnTo>
                    <a:lnTo>
                      <a:pt x="476" y="279"/>
                    </a:lnTo>
                    <a:lnTo>
                      <a:pt x="472" y="278"/>
                    </a:lnTo>
                    <a:lnTo>
                      <a:pt x="467" y="276"/>
                    </a:lnTo>
                    <a:lnTo>
                      <a:pt x="463" y="275"/>
                    </a:lnTo>
                    <a:lnTo>
                      <a:pt x="458" y="273"/>
                    </a:lnTo>
                    <a:lnTo>
                      <a:pt x="455" y="272"/>
                    </a:lnTo>
                    <a:lnTo>
                      <a:pt x="450" y="270"/>
                    </a:lnTo>
                    <a:lnTo>
                      <a:pt x="446" y="269"/>
                    </a:lnTo>
                    <a:lnTo>
                      <a:pt x="441" y="267"/>
                    </a:lnTo>
                    <a:lnTo>
                      <a:pt x="440" y="267"/>
                    </a:lnTo>
                    <a:lnTo>
                      <a:pt x="437" y="266"/>
                    </a:lnTo>
                    <a:lnTo>
                      <a:pt x="432" y="265"/>
                    </a:lnTo>
                    <a:lnTo>
                      <a:pt x="428" y="264"/>
                    </a:lnTo>
                    <a:lnTo>
                      <a:pt x="424" y="262"/>
                    </a:lnTo>
                    <a:lnTo>
                      <a:pt x="419" y="261"/>
                    </a:lnTo>
                    <a:lnTo>
                      <a:pt x="415" y="259"/>
                    </a:lnTo>
                    <a:lnTo>
                      <a:pt x="410" y="258"/>
                    </a:lnTo>
                    <a:lnTo>
                      <a:pt x="406" y="256"/>
                    </a:lnTo>
                    <a:lnTo>
                      <a:pt x="401" y="255"/>
                    </a:lnTo>
                    <a:lnTo>
                      <a:pt x="398" y="253"/>
                    </a:lnTo>
                    <a:lnTo>
                      <a:pt x="393" y="252"/>
                    </a:lnTo>
                    <a:lnTo>
                      <a:pt x="389" y="251"/>
                    </a:lnTo>
                    <a:lnTo>
                      <a:pt x="384" y="249"/>
                    </a:lnTo>
                    <a:lnTo>
                      <a:pt x="380" y="248"/>
                    </a:lnTo>
                    <a:lnTo>
                      <a:pt x="375" y="246"/>
                    </a:lnTo>
                    <a:lnTo>
                      <a:pt x="371" y="245"/>
                    </a:lnTo>
                    <a:lnTo>
                      <a:pt x="367" y="243"/>
                    </a:lnTo>
                    <a:lnTo>
                      <a:pt x="362" y="242"/>
                    </a:lnTo>
                    <a:lnTo>
                      <a:pt x="358" y="241"/>
                    </a:lnTo>
                    <a:lnTo>
                      <a:pt x="353" y="239"/>
                    </a:lnTo>
                    <a:lnTo>
                      <a:pt x="349" y="238"/>
                    </a:lnTo>
                    <a:lnTo>
                      <a:pt x="344" y="236"/>
                    </a:lnTo>
                    <a:lnTo>
                      <a:pt x="341" y="236"/>
                    </a:lnTo>
                    <a:lnTo>
                      <a:pt x="336" y="235"/>
                    </a:lnTo>
                    <a:lnTo>
                      <a:pt x="332" y="233"/>
                    </a:lnTo>
                    <a:lnTo>
                      <a:pt x="327" y="232"/>
                    </a:lnTo>
                    <a:lnTo>
                      <a:pt x="323" y="231"/>
                    </a:lnTo>
                    <a:lnTo>
                      <a:pt x="318" y="229"/>
                    </a:lnTo>
                    <a:lnTo>
                      <a:pt x="313" y="228"/>
                    </a:lnTo>
                    <a:lnTo>
                      <a:pt x="310" y="227"/>
                    </a:lnTo>
                    <a:lnTo>
                      <a:pt x="305" y="225"/>
                    </a:lnTo>
                    <a:lnTo>
                      <a:pt x="301" y="224"/>
                    </a:lnTo>
                    <a:lnTo>
                      <a:pt x="296" y="223"/>
                    </a:lnTo>
                    <a:lnTo>
                      <a:pt x="292" y="222"/>
                    </a:lnTo>
                    <a:lnTo>
                      <a:pt x="287" y="220"/>
                    </a:lnTo>
                    <a:lnTo>
                      <a:pt x="284" y="219"/>
                    </a:lnTo>
                    <a:lnTo>
                      <a:pt x="279" y="218"/>
                    </a:lnTo>
                    <a:lnTo>
                      <a:pt x="275" y="216"/>
                    </a:lnTo>
                    <a:lnTo>
                      <a:pt x="270" y="215"/>
                    </a:lnTo>
                    <a:lnTo>
                      <a:pt x="266" y="214"/>
                    </a:lnTo>
                    <a:lnTo>
                      <a:pt x="261" y="213"/>
                    </a:lnTo>
                    <a:lnTo>
                      <a:pt x="257" y="211"/>
                    </a:lnTo>
                    <a:lnTo>
                      <a:pt x="254" y="211"/>
                    </a:lnTo>
                    <a:lnTo>
                      <a:pt x="251" y="210"/>
                    </a:lnTo>
                    <a:lnTo>
                      <a:pt x="248" y="209"/>
                    </a:lnTo>
                    <a:lnTo>
                      <a:pt x="245" y="208"/>
                    </a:lnTo>
                    <a:lnTo>
                      <a:pt x="238" y="206"/>
                    </a:lnTo>
                    <a:lnTo>
                      <a:pt x="231" y="205"/>
                    </a:lnTo>
                    <a:lnTo>
                      <a:pt x="225" y="203"/>
                    </a:lnTo>
                    <a:lnTo>
                      <a:pt x="218" y="202"/>
                    </a:lnTo>
                    <a:lnTo>
                      <a:pt x="215" y="201"/>
                    </a:lnTo>
                    <a:lnTo>
                      <a:pt x="211" y="200"/>
                    </a:lnTo>
                    <a:lnTo>
                      <a:pt x="208" y="199"/>
                    </a:lnTo>
                    <a:lnTo>
                      <a:pt x="204" y="198"/>
                    </a:lnTo>
                    <a:lnTo>
                      <a:pt x="201" y="197"/>
                    </a:lnTo>
                    <a:lnTo>
                      <a:pt x="197" y="196"/>
                    </a:lnTo>
                    <a:lnTo>
                      <a:pt x="195" y="195"/>
                    </a:lnTo>
                    <a:lnTo>
                      <a:pt x="191" y="194"/>
                    </a:lnTo>
                    <a:lnTo>
                      <a:pt x="187" y="193"/>
                    </a:lnTo>
                    <a:lnTo>
                      <a:pt x="184" y="192"/>
                    </a:lnTo>
                    <a:lnTo>
                      <a:pt x="180" y="191"/>
                    </a:lnTo>
                    <a:lnTo>
                      <a:pt x="177" y="190"/>
                    </a:lnTo>
                    <a:lnTo>
                      <a:pt x="173" y="189"/>
                    </a:lnTo>
                    <a:lnTo>
                      <a:pt x="170" y="188"/>
                    </a:lnTo>
                    <a:lnTo>
                      <a:pt x="169" y="187"/>
                    </a:lnTo>
                    <a:lnTo>
                      <a:pt x="167" y="186"/>
                    </a:lnTo>
                    <a:lnTo>
                      <a:pt x="166" y="186"/>
                    </a:lnTo>
                    <a:lnTo>
                      <a:pt x="165" y="186"/>
                    </a:lnTo>
                    <a:lnTo>
                      <a:pt x="163" y="185"/>
                    </a:lnTo>
                    <a:lnTo>
                      <a:pt x="162" y="185"/>
                    </a:lnTo>
                    <a:lnTo>
                      <a:pt x="160" y="184"/>
                    </a:lnTo>
                    <a:lnTo>
                      <a:pt x="158" y="184"/>
                    </a:lnTo>
                    <a:lnTo>
                      <a:pt x="156" y="183"/>
                    </a:lnTo>
                    <a:lnTo>
                      <a:pt x="154" y="183"/>
                    </a:lnTo>
                    <a:lnTo>
                      <a:pt x="153" y="182"/>
                    </a:lnTo>
                    <a:lnTo>
                      <a:pt x="151" y="181"/>
                    </a:lnTo>
                    <a:lnTo>
                      <a:pt x="149" y="181"/>
                    </a:lnTo>
                    <a:lnTo>
                      <a:pt x="147" y="180"/>
                    </a:lnTo>
                    <a:lnTo>
                      <a:pt x="145" y="180"/>
                    </a:lnTo>
                    <a:lnTo>
                      <a:pt x="144" y="179"/>
                    </a:lnTo>
                    <a:lnTo>
                      <a:pt x="142" y="178"/>
                    </a:lnTo>
                    <a:lnTo>
                      <a:pt x="140" y="178"/>
                    </a:lnTo>
                    <a:lnTo>
                      <a:pt x="139" y="177"/>
                    </a:lnTo>
                    <a:lnTo>
                      <a:pt x="138" y="177"/>
                    </a:lnTo>
                    <a:lnTo>
                      <a:pt x="136" y="177"/>
                    </a:lnTo>
                    <a:lnTo>
                      <a:pt x="134" y="176"/>
                    </a:lnTo>
                    <a:lnTo>
                      <a:pt x="132" y="176"/>
                    </a:lnTo>
                    <a:lnTo>
                      <a:pt x="130" y="175"/>
                    </a:lnTo>
                    <a:lnTo>
                      <a:pt x="129" y="175"/>
                    </a:lnTo>
                    <a:lnTo>
                      <a:pt x="127" y="174"/>
                    </a:lnTo>
                    <a:lnTo>
                      <a:pt x="125" y="173"/>
                    </a:lnTo>
                    <a:lnTo>
                      <a:pt x="123" y="173"/>
                    </a:lnTo>
                    <a:lnTo>
                      <a:pt x="122" y="172"/>
                    </a:lnTo>
                    <a:lnTo>
                      <a:pt x="120" y="171"/>
                    </a:lnTo>
                    <a:lnTo>
                      <a:pt x="118" y="171"/>
                    </a:lnTo>
                    <a:lnTo>
                      <a:pt x="116" y="170"/>
                    </a:lnTo>
                    <a:lnTo>
                      <a:pt x="114" y="169"/>
                    </a:lnTo>
                    <a:lnTo>
                      <a:pt x="113" y="169"/>
                    </a:lnTo>
                    <a:lnTo>
                      <a:pt x="111" y="168"/>
                    </a:lnTo>
                    <a:lnTo>
                      <a:pt x="110" y="167"/>
                    </a:lnTo>
                    <a:lnTo>
                      <a:pt x="108" y="167"/>
                    </a:lnTo>
                    <a:lnTo>
                      <a:pt x="107" y="166"/>
                    </a:lnTo>
                    <a:lnTo>
                      <a:pt x="105" y="165"/>
                    </a:lnTo>
                    <a:lnTo>
                      <a:pt x="103" y="164"/>
                    </a:lnTo>
                    <a:lnTo>
                      <a:pt x="101" y="164"/>
                    </a:lnTo>
                    <a:lnTo>
                      <a:pt x="100" y="163"/>
                    </a:lnTo>
                    <a:lnTo>
                      <a:pt x="98" y="162"/>
                    </a:lnTo>
                    <a:lnTo>
                      <a:pt x="96" y="162"/>
                    </a:lnTo>
                    <a:lnTo>
                      <a:pt x="95" y="161"/>
                    </a:lnTo>
                    <a:lnTo>
                      <a:pt x="93" y="160"/>
                    </a:lnTo>
                    <a:lnTo>
                      <a:pt x="91" y="159"/>
                    </a:lnTo>
                    <a:lnTo>
                      <a:pt x="89" y="159"/>
                    </a:lnTo>
                    <a:lnTo>
                      <a:pt x="88" y="158"/>
                    </a:lnTo>
                    <a:lnTo>
                      <a:pt x="86" y="157"/>
                    </a:lnTo>
                    <a:lnTo>
                      <a:pt x="84" y="156"/>
                    </a:lnTo>
                    <a:lnTo>
                      <a:pt x="83" y="155"/>
                    </a:lnTo>
                    <a:lnTo>
                      <a:pt x="82" y="155"/>
                    </a:lnTo>
                    <a:lnTo>
                      <a:pt x="80" y="154"/>
                    </a:lnTo>
                    <a:lnTo>
                      <a:pt x="79" y="153"/>
                    </a:lnTo>
                    <a:lnTo>
                      <a:pt x="77" y="152"/>
                    </a:lnTo>
                    <a:lnTo>
                      <a:pt x="75" y="151"/>
                    </a:lnTo>
                    <a:lnTo>
                      <a:pt x="74" y="151"/>
                    </a:lnTo>
                    <a:lnTo>
                      <a:pt x="72" y="150"/>
                    </a:lnTo>
                    <a:lnTo>
                      <a:pt x="70" y="149"/>
                    </a:lnTo>
                    <a:lnTo>
                      <a:pt x="69" y="148"/>
                    </a:lnTo>
                    <a:lnTo>
                      <a:pt x="67" y="147"/>
                    </a:lnTo>
                    <a:lnTo>
                      <a:pt x="65" y="147"/>
                    </a:lnTo>
                    <a:lnTo>
                      <a:pt x="64" y="146"/>
                    </a:lnTo>
                    <a:lnTo>
                      <a:pt x="62" y="146"/>
                    </a:lnTo>
                    <a:lnTo>
                      <a:pt x="61" y="145"/>
                    </a:lnTo>
                    <a:lnTo>
                      <a:pt x="59" y="144"/>
                    </a:lnTo>
                    <a:lnTo>
                      <a:pt x="57" y="143"/>
                    </a:lnTo>
                    <a:lnTo>
                      <a:pt x="56" y="142"/>
                    </a:lnTo>
                    <a:lnTo>
                      <a:pt x="54" y="141"/>
                    </a:lnTo>
                    <a:lnTo>
                      <a:pt x="53" y="140"/>
                    </a:lnTo>
                    <a:lnTo>
                      <a:pt x="52" y="139"/>
                    </a:lnTo>
                    <a:lnTo>
                      <a:pt x="50" y="138"/>
                    </a:lnTo>
                    <a:lnTo>
                      <a:pt x="49" y="137"/>
                    </a:lnTo>
                    <a:lnTo>
                      <a:pt x="47" y="136"/>
                    </a:lnTo>
                    <a:lnTo>
                      <a:pt x="46" y="135"/>
                    </a:lnTo>
                    <a:lnTo>
                      <a:pt x="44" y="134"/>
                    </a:lnTo>
                    <a:lnTo>
                      <a:pt x="43" y="134"/>
                    </a:lnTo>
                    <a:lnTo>
                      <a:pt x="43" y="133"/>
                    </a:lnTo>
                    <a:lnTo>
                      <a:pt x="42" y="133"/>
                    </a:lnTo>
                    <a:lnTo>
                      <a:pt x="41" y="132"/>
                    </a:lnTo>
                    <a:lnTo>
                      <a:pt x="40" y="132"/>
                    </a:lnTo>
                    <a:lnTo>
                      <a:pt x="40" y="131"/>
                    </a:lnTo>
                    <a:lnTo>
                      <a:pt x="39" y="131"/>
                    </a:lnTo>
                    <a:lnTo>
                      <a:pt x="38" y="130"/>
                    </a:lnTo>
                    <a:lnTo>
                      <a:pt x="38" y="130"/>
                    </a:lnTo>
                    <a:lnTo>
                      <a:pt x="37" y="129"/>
                    </a:lnTo>
                    <a:lnTo>
                      <a:pt x="36" y="129"/>
                    </a:lnTo>
                    <a:lnTo>
                      <a:pt x="36" y="128"/>
                    </a:lnTo>
                    <a:lnTo>
                      <a:pt x="35" y="128"/>
                    </a:lnTo>
                    <a:lnTo>
                      <a:pt x="34" y="127"/>
                    </a:lnTo>
                    <a:lnTo>
                      <a:pt x="34" y="127"/>
                    </a:lnTo>
                    <a:lnTo>
                      <a:pt x="33" y="126"/>
                    </a:lnTo>
                    <a:lnTo>
                      <a:pt x="32" y="125"/>
                    </a:lnTo>
                    <a:lnTo>
                      <a:pt x="32" y="125"/>
                    </a:lnTo>
                    <a:lnTo>
                      <a:pt x="31" y="124"/>
                    </a:lnTo>
                    <a:lnTo>
                      <a:pt x="31" y="124"/>
                    </a:lnTo>
                    <a:lnTo>
                      <a:pt x="30" y="123"/>
                    </a:lnTo>
                    <a:lnTo>
                      <a:pt x="29" y="122"/>
                    </a:lnTo>
                    <a:lnTo>
                      <a:pt x="29" y="122"/>
                    </a:lnTo>
                    <a:lnTo>
                      <a:pt x="28" y="121"/>
                    </a:lnTo>
                    <a:lnTo>
                      <a:pt x="28" y="121"/>
                    </a:lnTo>
                    <a:lnTo>
                      <a:pt x="27" y="120"/>
                    </a:lnTo>
                    <a:lnTo>
                      <a:pt x="27" y="119"/>
                    </a:lnTo>
                    <a:lnTo>
                      <a:pt x="26" y="119"/>
                    </a:lnTo>
                    <a:lnTo>
                      <a:pt x="25" y="118"/>
                    </a:lnTo>
                    <a:lnTo>
                      <a:pt x="25" y="118"/>
                    </a:lnTo>
                    <a:lnTo>
                      <a:pt x="24" y="118"/>
                    </a:lnTo>
                    <a:lnTo>
                      <a:pt x="24" y="117"/>
                    </a:lnTo>
                    <a:lnTo>
                      <a:pt x="24" y="117"/>
                    </a:lnTo>
                    <a:lnTo>
                      <a:pt x="24" y="116"/>
                    </a:lnTo>
                    <a:lnTo>
                      <a:pt x="24" y="116"/>
                    </a:lnTo>
                    <a:lnTo>
                      <a:pt x="23" y="116"/>
                    </a:lnTo>
                    <a:lnTo>
                      <a:pt x="23" y="115"/>
                    </a:lnTo>
                    <a:lnTo>
                      <a:pt x="22" y="114"/>
                    </a:lnTo>
                    <a:lnTo>
                      <a:pt x="22" y="114"/>
                    </a:lnTo>
                    <a:lnTo>
                      <a:pt x="21" y="113"/>
                    </a:lnTo>
                    <a:lnTo>
                      <a:pt x="21" y="112"/>
                    </a:lnTo>
                    <a:lnTo>
                      <a:pt x="20" y="112"/>
                    </a:lnTo>
                    <a:lnTo>
                      <a:pt x="20" y="111"/>
                    </a:lnTo>
                    <a:lnTo>
                      <a:pt x="19" y="110"/>
                    </a:lnTo>
                    <a:lnTo>
                      <a:pt x="19" y="110"/>
                    </a:lnTo>
                    <a:lnTo>
                      <a:pt x="19" y="109"/>
                    </a:lnTo>
                    <a:lnTo>
                      <a:pt x="18" y="109"/>
                    </a:lnTo>
                    <a:lnTo>
                      <a:pt x="18" y="108"/>
                    </a:lnTo>
                    <a:lnTo>
                      <a:pt x="17" y="107"/>
                    </a:lnTo>
                    <a:lnTo>
                      <a:pt x="17" y="107"/>
                    </a:lnTo>
                    <a:lnTo>
                      <a:pt x="16" y="106"/>
                    </a:lnTo>
                    <a:lnTo>
                      <a:pt x="16" y="105"/>
                    </a:lnTo>
                    <a:lnTo>
                      <a:pt x="16" y="105"/>
                    </a:lnTo>
                    <a:lnTo>
                      <a:pt x="15" y="104"/>
                    </a:lnTo>
                    <a:lnTo>
                      <a:pt x="15" y="103"/>
                    </a:lnTo>
                    <a:lnTo>
                      <a:pt x="14" y="103"/>
                    </a:lnTo>
                    <a:lnTo>
                      <a:pt x="14" y="102"/>
                    </a:lnTo>
                    <a:lnTo>
                      <a:pt x="14" y="102"/>
                    </a:lnTo>
                    <a:lnTo>
                      <a:pt x="13" y="101"/>
                    </a:lnTo>
                    <a:lnTo>
                      <a:pt x="13" y="100"/>
                    </a:lnTo>
                    <a:lnTo>
                      <a:pt x="12" y="100"/>
                    </a:lnTo>
                    <a:lnTo>
                      <a:pt x="12" y="99"/>
                    </a:lnTo>
                    <a:lnTo>
                      <a:pt x="12" y="98"/>
                    </a:lnTo>
                    <a:lnTo>
                      <a:pt x="11" y="98"/>
                    </a:lnTo>
                    <a:lnTo>
                      <a:pt x="11" y="97"/>
                    </a:lnTo>
                    <a:lnTo>
                      <a:pt x="10" y="96"/>
                    </a:lnTo>
                    <a:lnTo>
                      <a:pt x="10" y="95"/>
                    </a:lnTo>
                    <a:lnTo>
                      <a:pt x="10" y="94"/>
                    </a:lnTo>
                    <a:lnTo>
                      <a:pt x="9" y="93"/>
                    </a:lnTo>
                    <a:lnTo>
                      <a:pt x="9" y="93"/>
                    </a:lnTo>
                    <a:lnTo>
                      <a:pt x="9" y="92"/>
                    </a:lnTo>
                    <a:lnTo>
                      <a:pt x="9" y="91"/>
                    </a:lnTo>
                    <a:lnTo>
                      <a:pt x="9" y="91"/>
                    </a:lnTo>
                    <a:lnTo>
                      <a:pt x="8" y="90"/>
                    </a:lnTo>
                    <a:lnTo>
                      <a:pt x="8" y="90"/>
                    </a:lnTo>
                    <a:lnTo>
                      <a:pt x="8" y="89"/>
                    </a:lnTo>
                    <a:lnTo>
                      <a:pt x="8" y="89"/>
                    </a:lnTo>
                    <a:lnTo>
                      <a:pt x="8" y="88"/>
                    </a:lnTo>
                    <a:lnTo>
                      <a:pt x="7" y="88"/>
                    </a:lnTo>
                    <a:lnTo>
                      <a:pt x="7" y="87"/>
                    </a:lnTo>
                    <a:lnTo>
                      <a:pt x="7" y="85"/>
                    </a:lnTo>
                    <a:lnTo>
                      <a:pt x="7" y="84"/>
                    </a:lnTo>
                    <a:lnTo>
                      <a:pt x="7" y="83"/>
                    </a:lnTo>
                    <a:lnTo>
                      <a:pt x="6" y="82"/>
                    </a:lnTo>
                    <a:lnTo>
                      <a:pt x="6" y="80"/>
                    </a:lnTo>
                    <a:lnTo>
                      <a:pt x="6" y="79"/>
                    </a:lnTo>
                    <a:lnTo>
                      <a:pt x="6" y="78"/>
                    </a:lnTo>
                    <a:lnTo>
                      <a:pt x="5" y="76"/>
                    </a:lnTo>
                    <a:lnTo>
                      <a:pt x="5" y="75"/>
                    </a:lnTo>
                    <a:lnTo>
                      <a:pt x="5" y="74"/>
                    </a:lnTo>
                    <a:lnTo>
                      <a:pt x="5" y="72"/>
                    </a:lnTo>
                    <a:lnTo>
                      <a:pt x="5" y="71"/>
                    </a:lnTo>
                    <a:lnTo>
                      <a:pt x="4" y="69"/>
                    </a:lnTo>
                    <a:lnTo>
                      <a:pt x="4" y="68"/>
                    </a:lnTo>
                    <a:lnTo>
                      <a:pt x="4" y="66"/>
                    </a:lnTo>
                    <a:lnTo>
                      <a:pt x="4" y="64"/>
                    </a:lnTo>
                    <a:lnTo>
                      <a:pt x="3" y="63"/>
                    </a:lnTo>
                    <a:lnTo>
                      <a:pt x="3" y="61"/>
                    </a:lnTo>
                    <a:lnTo>
                      <a:pt x="3" y="60"/>
                    </a:lnTo>
                    <a:lnTo>
                      <a:pt x="3" y="59"/>
                    </a:lnTo>
                    <a:lnTo>
                      <a:pt x="3" y="57"/>
                    </a:lnTo>
                    <a:lnTo>
                      <a:pt x="2" y="56"/>
                    </a:lnTo>
                    <a:lnTo>
                      <a:pt x="2" y="54"/>
                    </a:lnTo>
                    <a:lnTo>
                      <a:pt x="2" y="53"/>
                    </a:lnTo>
                    <a:lnTo>
                      <a:pt x="2" y="51"/>
                    </a:lnTo>
                    <a:lnTo>
                      <a:pt x="2" y="49"/>
                    </a:lnTo>
                    <a:lnTo>
                      <a:pt x="2" y="48"/>
                    </a:lnTo>
                    <a:lnTo>
                      <a:pt x="2" y="46"/>
                    </a:lnTo>
                    <a:lnTo>
                      <a:pt x="1" y="45"/>
                    </a:lnTo>
                    <a:lnTo>
                      <a:pt x="1" y="43"/>
                    </a:lnTo>
                    <a:lnTo>
                      <a:pt x="1" y="42"/>
                    </a:lnTo>
                    <a:lnTo>
                      <a:pt x="1" y="40"/>
                    </a:lnTo>
                    <a:lnTo>
                      <a:pt x="1" y="39"/>
                    </a:lnTo>
                    <a:lnTo>
                      <a:pt x="1" y="37"/>
                    </a:lnTo>
                    <a:lnTo>
                      <a:pt x="1" y="36"/>
                    </a:lnTo>
                    <a:lnTo>
                      <a:pt x="1" y="34"/>
                    </a:lnTo>
                    <a:lnTo>
                      <a:pt x="1" y="33"/>
                    </a:lnTo>
                    <a:lnTo>
                      <a:pt x="1" y="32"/>
                    </a:lnTo>
                    <a:lnTo>
                      <a:pt x="0" y="30"/>
                    </a:lnTo>
                    <a:lnTo>
                      <a:pt x="0" y="29"/>
                    </a:lnTo>
                    <a:lnTo>
                      <a:pt x="0" y="29"/>
                    </a:lnTo>
                    <a:lnTo>
                      <a:pt x="0" y="29"/>
                    </a:lnTo>
                    <a:lnTo>
                      <a:pt x="0" y="28"/>
                    </a:lnTo>
                    <a:lnTo>
                      <a:pt x="0" y="28"/>
                    </a:lnTo>
                    <a:lnTo>
                      <a:pt x="0" y="27"/>
                    </a:lnTo>
                    <a:lnTo>
                      <a:pt x="0" y="26"/>
                    </a:lnTo>
                    <a:lnTo>
                      <a:pt x="1" y="26"/>
                    </a:lnTo>
                    <a:lnTo>
                      <a:pt x="1" y="25"/>
                    </a:lnTo>
                    <a:lnTo>
                      <a:pt x="1" y="24"/>
                    </a:lnTo>
                    <a:lnTo>
                      <a:pt x="1" y="24"/>
                    </a:lnTo>
                    <a:lnTo>
                      <a:pt x="1" y="23"/>
                    </a:lnTo>
                    <a:lnTo>
                      <a:pt x="1" y="22"/>
                    </a:lnTo>
                    <a:lnTo>
                      <a:pt x="1" y="22"/>
                    </a:lnTo>
                    <a:lnTo>
                      <a:pt x="1" y="21"/>
                    </a:lnTo>
                    <a:lnTo>
                      <a:pt x="1" y="20"/>
                    </a:lnTo>
                    <a:lnTo>
                      <a:pt x="1" y="19"/>
                    </a:lnTo>
                    <a:lnTo>
                      <a:pt x="1" y="18"/>
                    </a:lnTo>
                    <a:lnTo>
                      <a:pt x="2" y="17"/>
                    </a:lnTo>
                    <a:lnTo>
                      <a:pt x="2" y="16"/>
                    </a:lnTo>
                    <a:lnTo>
                      <a:pt x="2" y="15"/>
                    </a:lnTo>
                    <a:lnTo>
                      <a:pt x="3" y="14"/>
                    </a:lnTo>
                    <a:lnTo>
                      <a:pt x="3" y="13"/>
                    </a:lnTo>
                    <a:lnTo>
                      <a:pt x="4" y="12"/>
                    </a:lnTo>
                    <a:lnTo>
                      <a:pt x="4" y="11"/>
                    </a:lnTo>
                    <a:lnTo>
                      <a:pt x="5" y="10"/>
                    </a:lnTo>
                    <a:lnTo>
                      <a:pt x="5" y="9"/>
                    </a:lnTo>
                    <a:lnTo>
                      <a:pt x="6" y="8"/>
                    </a:lnTo>
                    <a:lnTo>
                      <a:pt x="7" y="7"/>
                    </a:lnTo>
                    <a:lnTo>
                      <a:pt x="9" y="6"/>
                    </a:lnTo>
                    <a:lnTo>
                      <a:pt x="10" y="4"/>
                    </a:lnTo>
                    <a:lnTo>
                      <a:pt x="12" y="3"/>
                    </a:lnTo>
                    <a:lnTo>
                      <a:pt x="14" y="2"/>
                    </a:lnTo>
                    <a:lnTo>
                      <a:pt x="17" y="1"/>
                    </a:lnTo>
                    <a:lnTo>
                      <a:pt x="19" y="0"/>
                    </a:lnTo>
                    <a:lnTo>
                      <a:pt x="22" y="0"/>
                    </a:lnTo>
                    <a:lnTo>
                      <a:pt x="24" y="0"/>
                    </a:lnTo>
                    <a:lnTo>
                      <a:pt x="26" y="0"/>
                    </a:lnTo>
                    <a:lnTo>
                      <a:pt x="26" y="0"/>
                    </a:lnTo>
                    <a:close/>
                    <a:moveTo>
                      <a:pt x="47" y="63"/>
                    </a:moveTo>
                    <a:lnTo>
                      <a:pt x="47" y="64"/>
                    </a:lnTo>
                    <a:lnTo>
                      <a:pt x="47" y="66"/>
                    </a:lnTo>
                    <a:lnTo>
                      <a:pt x="47" y="67"/>
                    </a:lnTo>
                    <a:lnTo>
                      <a:pt x="48" y="68"/>
                    </a:lnTo>
                    <a:lnTo>
                      <a:pt x="48" y="70"/>
                    </a:lnTo>
                    <a:lnTo>
                      <a:pt x="48" y="71"/>
                    </a:lnTo>
                    <a:lnTo>
                      <a:pt x="48" y="72"/>
                    </a:lnTo>
                    <a:lnTo>
                      <a:pt x="48" y="73"/>
                    </a:lnTo>
                    <a:lnTo>
                      <a:pt x="49" y="74"/>
                    </a:lnTo>
                    <a:lnTo>
                      <a:pt x="49" y="75"/>
                    </a:lnTo>
                    <a:lnTo>
                      <a:pt x="49" y="76"/>
                    </a:lnTo>
                    <a:lnTo>
                      <a:pt x="49" y="77"/>
                    </a:lnTo>
                    <a:lnTo>
                      <a:pt x="49" y="77"/>
                    </a:lnTo>
                    <a:lnTo>
                      <a:pt x="49" y="78"/>
                    </a:lnTo>
                    <a:lnTo>
                      <a:pt x="49" y="78"/>
                    </a:lnTo>
                    <a:lnTo>
                      <a:pt x="49" y="78"/>
                    </a:lnTo>
                    <a:lnTo>
                      <a:pt x="50" y="79"/>
                    </a:lnTo>
                    <a:lnTo>
                      <a:pt x="50" y="79"/>
                    </a:lnTo>
                    <a:lnTo>
                      <a:pt x="50" y="80"/>
                    </a:lnTo>
                    <a:lnTo>
                      <a:pt x="51" y="80"/>
                    </a:lnTo>
                    <a:lnTo>
                      <a:pt x="51" y="81"/>
                    </a:lnTo>
                    <a:lnTo>
                      <a:pt x="51" y="81"/>
                    </a:lnTo>
                    <a:lnTo>
                      <a:pt x="51" y="82"/>
                    </a:lnTo>
                    <a:lnTo>
                      <a:pt x="52" y="82"/>
                    </a:lnTo>
                    <a:lnTo>
                      <a:pt x="52" y="82"/>
                    </a:lnTo>
                    <a:lnTo>
                      <a:pt x="52" y="83"/>
                    </a:lnTo>
                    <a:lnTo>
                      <a:pt x="52" y="83"/>
                    </a:lnTo>
                    <a:lnTo>
                      <a:pt x="53" y="84"/>
                    </a:lnTo>
                    <a:lnTo>
                      <a:pt x="53" y="84"/>
                    </a:lnTo>
                    <a:lnTo>
                      <a:pt x="53" y="84"/>
                    </a:lnTo>
                    <a:lnTo>
                      <a:pt x="53" y="85"/>
                    </a:lnTo>
                    <a:lnTo>
                      <a:pt x="53" y="85"/>
                    </a:lnTo>
                    <a:lnTo>
                      <a:pt x="53" y="86"/>
                    </a:lnTo>
                    <a:lnTo>
                      <a:pt x="53" y="86"/>
                    </a:lnTo>
                    <a:lnTo>
                      <a:pt x="54" y="86"/>
                    </a:lnTo>
                    <a:lnTo>
                      <a:pt x="54" y="87"/>
                    </a:lnTo>
                    <a:lnTo>
                      <a:pt x="54" y="87"/>
                    </a:lnTo>
                    <a:lnTo>
                      <a:pt x="55" y="88"/>
                    </a:lnTo>
                    <a:lnTo>
                      <a:pt x="55" y="88"/>
                    </a:lnTo>
                    <a:lnTo>
                      <a:pt x="55" y="88"/>
                    </a:lnTo>
                    <a:lnTo>
                      <a:pt x="56" y="88"/>
                    </a:lnTo>
                    <a:lnTo>
                      <a:pt x="56" y="88"/>
                    </a:lnTo>
                    <a:lnTo>
                      <a:pt x="56" y="88"/>
                    </a:lnTo>
                    <a:lnTo>
                      <a:pt x="56" y="89"/>
                    </a:lnTo>
                    <a:lnTo>
                      <a:pt x="56" y="89"/>
                    </a:lnTo>
                    <a:lnTo>
                      <a:pt x="57" y="89"/>
                    </a:lnTo>
                    <a:lnTo>
                      <a:pt x="57" y="90"/>
                    </a:lnTo>
                    <a:lnTo>
                      <a:pt x="57" y="90"/>
                    </a:lnTo>
                    <a:lnTo>
                      <a:pt x="58" y="90"/>
                    </a:lnTo>
                    <a:lnTo>
                      <a:pt x="58" y="91"/>
                    </a:lnTo>
                    <a:lnTo>
                      <a:pt x="58" y="91"/>
                    </a:lnTo>
                    <a:lnTo>
                      <a:pt x="59" y="91"/>
                    </a:lnTo>
                    <a:lnTo>
                      <a:pt x="59" y="92"/>
                    </a:lnTo>
                    <a:lnTo>
                      <a:pt x="59" y="92"/>
                    </a:lnTo>
                    <a:lnTo>
                      <a:pt x="60" y="92"/>
                    </a:lnTo>
                    <a:lnTo>
                      <a:pt x="60" y="93"/>
                    </a:lnTo>
                    <a:lnTo>
                      <a:pt x="60" y="93"/>
                    </a:lnTo>
                    <a:lnTo>
                      <a:pt x="61" y="93"/>
                    </a:lnTo>
                    <a:lnTo>
                      <a:pt x="61" y="94"/>
                    </a:lnTo>
                    <a:lnTo>
                      <a:pt x="61" y="94"/>
                    </a:lnTo>
                    <a:lnTo>
                      <a:pt x="62" y="94"/>
                    </a:lnTo>
                    <a:lnTo>
                      <a:pt x="62" y="95"/>
                    </a:lnTo>
                    <a:lnTo>
                      <a:pt x="62" y="95"/>
                    </a:lnTo>
                    <a:lnTo>
                      <a:pt x="63" y="95"/>
                    </a:lnTo>
                    <a:lnTo>
                      <a:pt x="63" y="95"/>
                    </a:lnTo>
                    <a:lnTo>
                      <a:pt x="63" y="96"/>
                    </a:lnTo>
                    <a:lnTo>
                      <a:pt x="64" y="96"/>
                    </a:lnTo>
                    <a:lnTo>
                      <a:pt x="64" y="96"/>
                    </a:lnTo>
                    <a:lnTo>
                      <a:pt x="64" y="97"/>
                    </a:lnTo>
                    <a:lnTo>
                      <a:pt x="65" y="97"/>
                    </a:lnTo>
                    <a:lnTo>
                      <a:pt x="65" y="97"/>
                    </a:lnTo>
                    <a:lnTo>
                      <a:pt x="65" y="97"/>
                    </a:lnTo>
                    <a:lnTo>
                      <a:pt x="66" y="97"/>
                    </a:lnTo>
                    <a:lnTo>
                      <a:pt x="66" y="98"/>
                    </a:lnTo>
                    <a:lnTo>
                      <a:pt x="66" y="98"/>
                    </a:lnTo>
                    <a:lnTo>
                      <a:pt x="67" y="98"/>
                    </a:lnTo>
                    <a:lnTo>
                      <a:pt x="67" y="98"/>
                    </a:lnTo>
                    <a:lnTo>
                      <a:pt x="68" y="99"/>
                    </a:lnTo>
                    <a:lnTo>
                      <a:pt x="69" y="100"/>
                    </a:lnTo>
                    <a:lnTo>
                      <a:pt x="71" y="101"/>
                    </a:lnTo>
                    <a:lnTo>
                      <a:pt x="72" y="102"/>
                    </a:lnTo>
                    <a:lnTo>
                      <a:pt x="74" y="102"/>
                    </a:lnTo>
                    <a:lnTo>
                      <a:pt x="75" y="103"/>
                    </a:lnTo>
                    <a:lnTo>
                      <a:pt x="76" y="104"/>
                    </a:lnTo>
                    <a:lnTo>
                      <a:pt x="78" y="105"/>
                    </a:lnTo>
                    <a:lnTo>
                      <a:pt x="79" y="106"/>
                    </a:lnTo>
                    <a:lnTo>
                      <a:pt x="80" y="106"/>
                    </a:lnTo>
                    <a:lnTo>
                      <a:pt x="82" y="107"/>
                    </a:lnTo>
                    <a:lnTo>
                      <a:pt x="82" y="108"/>
                    </a:lnTo>
                    <a:lnTo>
                      <a:pt x="84" y="109"/>
                    </a:lnTo>
                    <a:lnTo>
                      <a:pt x="85" y="110"/>
                    </a:lnTo>
                    <a:lnTo>
                      <a:pt x="86" y="110"/>
                    </a:lnTo>
                    <a:lnTo>
                      <a:pt x="88" y="111"/>
                    </a:lnTo>
                    <a:lnTo>
                      <a:pt x="89" y="112"/>
                    </a:lnTo>
                    <a:lnTo>
                      <a:pt x="91" y="113"/>
                    </a:lnTo>
                    <a:lnTo>
                      <a:pt x="92" y="113"/>
                    </a:lnTo>
                    <a:lnTo>
                      <a:pt x="94" y="114"/>
                    </a:lnTo>
                    <a:lnTo>
                      <a:pt x="95" y="115"/>
                    </a:lnTo>
                    <a:lnTo>
                      <a:pt x="97" y="115"/>
                    </a:lnTo>
                    <a:lnTo>
                      <a:pt x="98" y="116"/>
                    </a:lnTo>
                    <a:lnTo>
                      <a:pt x="100" y="117"/>
                    </a:lnTo>
                    <a:lnTo>
                      <a:pt x="101" y="118"/>
                    </a:lnTo>
                    <a:lnTo>
                      <a:pt x="103" y="118"/>
                    </a:lnTo>
                    <a:lnTo>
                      <a:pt x="104" y="118"/>
                    </a:lnTo>
                    <a:lnTo>
                      <a:pt x="106" y="119"/>
                    </a:lnTo>
                    <a:lnTo>
                      <a:pt x="107" y="119"/>
                    </a:lnTo>
                    <a:lnTo>
                      <a:pt x="109" y="120"/>
                    </a:lnTo>
                    <a:lnTo>
                      <a:pt x="111" y="121"/>
                    </a:lnTo>
                    <a:lnTo>
                      <a:pt x="111" y="121"/>
                    </a:lnTo>
                    <a:lnTo>
                      <a:pt x="113" y="122"/>
                    </a:lnTo>
                    <a:lnTo>
                      <a:pt x="114" y="123"/>
                    </a:lnTo>
                    <a:lnTo>
                      <a:pt x="116" y="123"/>
                    </a:lnTo>
                    <a:lnTo>
                      <a:pt x="117" y="124"/>
                    </a:lnTo>
                    <a:lnTo>
                      <a:pt x="119" y="125"/>
                    </a:lnTo>
                    <a:lnTo>
                      <a:pt x="121" y="125"/>
                    </a:lnTo>
                    <a:lnTo>
                      <a:pt x="122" y="126"/>
                    </a:lnTo>
                    <a:lnTo>
                      <a:pt x="124" y="127"/>
                    </a:lnTo>
                    <a:lnTo>
                      <a:pt x="125" y="127"/>
                    </a:lnTo>
                    <a:lnTo>
                      <a:pt x="127" y="128"/>
                    </a:lnTo>
                    <a:lnTo>
                      <a:pt x="129" y="129"/>
                    </a:lnTo>
                    <a:lnTo>
                      <a:pt x="129" y="129"/>
                    </a:lnTo>
                    <a:lnTo>
                      <a:pt x="128" y="128"/>
                    </a:lnTo>
                    <a:lnTo>
                      <a:pt x="120" y="121"/>
                    </a:lnTo>
                    <a:lnTo>
                      <a:pt x="116" y="118"/>
                    </a:lnTo>
                    <a:lnTo>
                      <a:pt x="111" y="115"/>
                    </a:lnTo>
                    <a:lnTo>
                      <a:pt x="108" y="112"/>
                    </a:lnTo>
                    <a:lnTo>
                      <a:pt x="104" y="108"/>
                    </a:lnTo>
                    <a:lnTo>
                      <a:pt x="99" y="105"/>
                    </a:lnTo>
                    <a:lnTo>
                      <a:pt x="95" y="101"/>
                    </a:lnTo>
                    <a:lnTo>
                      <a:pt x="91" y="98"/>
                    </a:lnTo>
                    <a:lnTo>
                      <a:pt x="87" y="94"/>
                    </a:lnTo>
                    <a:lnTo>
                      <a:pt x="82" y="91"/>
                    </a:lnTo>
                    <a:lnTo>
                      <a:pt x="79" y="88"/>
                    </a:lnTo>
                    <a:lnTo>
                      <a:pt x="77" y="87"/>
                    </a:lnTo>
                    <a:lnTo>
                      <a:pt x="75" y="85"/>
                    </a:lnTo>
                    <a:lnTo>
                      <a:pt x="73" y="84"/>
                    </a:lnTo>
                    <a:lnTo>
                      <a:pt x="71" y="82"/>
                    </a:lnTo>
                    <a:lnTo>
                      <a:pt x="69" y="80"/>
                    </a:lnTo>
                    <a:lnTo>
                      <a:pt x="67" y="79"/>
                    </a:lnTo>
                    <a:lnTo>
                      <a:pt x="65" y="77"/>
                    </a:lnTo>
                    <a:lnTo>
                      <a:pt x="63" y="76"/>
                    </a:lnTo>
                    <a:lnTo>
                      <a:pt x="61" y="74"/>
                    </a:lnTo>
                    <a:lnTo>
                      <a:pt x="59" y="73"/>
                    </a:lnTo>
                    <a:lnTo>
                      <a:pt x="57" y="71"/>
                    </a:lnTo>
                    <a:lnTo>
                      <a:pt x="55" y="70"/>
                    </a:lnTo>
                    <a:lnTo>
                      <a:pt x="54" y="68"/>
                    </a:lnTo>
                    <a:lnTo>
                      <a:pt x="53" y="68"/>
                    </a:lnTo>
                    <a:lnTo>
                      <a:pt x="53" y="67"/>
                    </a:lnTo>
                    <a:lnTo>
                      <a:pt x="51" y="66"/>
                    </a:lnTo>
                    <a:lnTo>
                      <a:pt x="49" y="64"/>
                    </a:lnTo>
                    <a:lnTo>
                      <a:pt x="47" y="63"/>
                    </a:lnTo>
                    <a:lnTo>
                      <a:pt x="47" y="62"/>
                    </a:lnTo>
                    <a:lnTo>
                      <a:pt x="47" y="63"/>
                    </a:lnTo>
                    <a:lnTo>
                      <a:pt x="47" y="63"/>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grpSp>
        <p:grpSp>
          <p:nvGrpSpPr>
            <p:cNvPr id="35" name="组合 34">
              <a:extLst>
                <a:ext uri="{FF2B5EF4-FFF2-40B4-BE49-F238E27FC236}">
                  <a16:creationId xmlns:a16="http://schemas.microsoft.com/office/drawing/2014/main" id="{93994581-9E81-1EDA-79A0-ACEAEB92FCF9}"/>
                </a:ext>
              </a:extLst>
            </p:cNvPr>
            <p:cNvGrpSpPr/>
            <p:nvPr/>
          </p:nvGrpSpPr>
          <p:grpSpPr>
            <a:xfrm>
              <a:off x="9315339" y="4569447"/>
              <a:ext cx="850282" cy="397789"/>
              <a:chOff x="13179043" y="4505947"/>
              <a:chExt cx="850282" cy="397789"/>
            </a:xfrm>
          </p:grpSpPr>
          <p:sp>
            <p:nvSpPr>
              <p:cNvPr id="36" name="Freeform 16">
                <a:extLst>
                  <a:ext uri="{FF2B5EF4-FFF2-40B4-BE49-F238E27FC236}">
                    <a16:creationId xmlns:a16="http://schemas.microsoft.com/office/drawing/2014/main" id="{CC13A3E0-3DFC-AFA7-0457-B22444BBC85A}"/>
                  </a:ext>
                </a:extLst>
              </p:cNvPr>
              <p:cNvSpPr>
                <a:spLocks noEditPoints="1"/>
              </p:cNvSpPr>
              <p:nvPr/>
            </p:nvSpPr>
            <p:spPr bwMode="auto">
              <a:xfrm>
                <a:off x="13319518" y="4742324"/>
                <a:ext cx="709807" cy="84421"/>
              </a:xfrm>
              <a:custGeom>
                <a:avLst/>
                <a:gdLst>
                  <a:gd name="T0" fmla="*/ 76 w 1051"/>
                  <a:gd name="T1" fmla="*/ 71 h 125"/>
                  <a:gd name="T2" fmla="*/ 160 w 1051"/>
                  <a:gd name="T3" fmla="*/ 72 h 125"/>
                  <a:gd name="T4" fmla="*/ 290 w 1051"/>
                  <a:gd name="T5" fmla="*/ 76 h 125"/>
                  <a:gd name="T6" fmla="*/ 385 w 1051"/>
                  <a:gd name="T7" fmla="*/ 80 h 125"/>
                  <a:gd name="T8" fmla="*/ 474 w 1051"/>
                  <a:gd name="T9" fmla="*/ 83 h 125"/>
                  <a:gd name="T10" fmla="*/ 517 w 1051"/>
                  <a:gd name="T11" fmla="*/ 83 h 125"/>
                  <a:gd name="T12" fmla="*/ 565 w 1051"/>
                  <a:gd name="T13" fmla="*/ 82 h 125"/>
                  <a:gd name="T14" fmla="*/ 610 w 1051"/>
                  <a:gd name="T15" fmla="*/ 80 h 125"/>
                  <a:gd name="T16" fmla="*/ 661 w 1051"/>
                  <a:gd name="T17" fmla="*/ 75 h 125"/>
                  <a:gd name="T18" fmla="*/ 738 w 1051"/>
                  <a:gd name="T19" fmla="*/ 68 h 125"/>
                  <a:gd name="T20" fmla="*/ 774 w 1051"/>
                  <a:gd name="T21" fmla="*/ 63 h 125"/>
                  <a:gd name="T22" fmla="*/ 803 w 1051"/>
                  <a:gd name="T23" fmla="*/ 59 h 125"/>
                  <a:gd name="T24" fmla="*/ 832 w 1051"/>
                  <a:gd name="T25" fmla="*/ 52 h 125"/>
                  <a:gd name="T26" fmla="*/ 863 w 1051"/>
                  <a:gd name="T27" fmla="*/ 41 h 125"/>
                  <a:gd name="T28" fmla="*/ 891 w 1051"/>
                  <a:gd name="T29" fmla="*/ 31 h 125"/>
                  <a:gd name="T30" fmla="*/ 907 w 1051"/>
                  <a:gd name="T31" fmla="*/ 23 h 125"/>
                  <a:gd name="T32" fmla="*/ 925 w 1051"/>
                  <a:gd name="T33" fmla="*/ 14 h 125"/>
                  <a:gd name="T34" fmla="*/ 956 w 1051"/>
                  <a:gd name="T35" fmla="*/ 0 h 125"/>
                  <a:gd name="T36" fmla="*/ 979 w 1051"/>
                  <a:gd name="T37" fmla="*/ 8 h 125"/>
                  <a:gd name="T38" fmla="*/ 1002 w 1051"/>
                  <a:gd name="T39" fmla="*/ 14 h 125"/>
                  <a:gd name="T40" fmla="*/ 1018 w 1051"/>
                  <a:gd name="T41" fmla="*/ 21 h 125"/>
                  <a:gd name="T42" fmla="*/ 1033 w 1051"/>
                  <a:gd name="T43" fmla="*/ 29 h 125"/>
                  <a:gd name="T44" fmla="*/ 1043 w 1051"/>
                  <a:gd name="T45" fmla="*/ 38 h 125"/>
                  <a:gd name="T46" fmla="*/ 1048 w 1051"/>
                  <a:gd name="T47" fmla="*/ 47 h 125"/>
                  <a:gd name="T48" fmla="*/ 1051 w 1051"/>
                  <a:gd name="T49" fmla="*/ 60 h 125"/>
                  <a:gd name="T50" fmla="*/ 1049 w 1051"/>
                  <a:gd name="T51" fmla="*/ 71 h 125"/>
                  <a:gd name="T52" fmla="*/ 1044 w 1051"/>
                  <a:gd name="T53" fmla="*/ 82 h 125"/>
                  <a:gd name="T54" fmla="*/ 1032 w 1051"/>
                  <a:gd name="T55" fmla="*/ 94 h 125"/>
                  <a:gd name="T56" fmla="*/ 1016 w 1051"/>
                  <a:gd name="T57" fmla="*/ 104 h 125"/>
                  <a:gd name="T58" fmla="*/ 999 w 1051"/>
                  <a:gd name="T59" fmla="*/ 111 h 125"/>
                  <a:gd name="T60" fmla="*/ 980 w 1051"/>
                  <a:gd name="T61" fmla="*/ 114 h 125"/>
                  <a:gd name="T62" fmla="*/ 961 w 1051"/>
                  <a:gd name="T63" fmla="*/ 116 h 125"/>
                  <a:gd name="T64" fmla="*/ 941 w 1051"/>
                  <a:gd name="T65" fmla="*/ 116 h 125"/>
                  <a:gd name="T66" fmla="*/ 909 w 1051"/>
                  <a:gd name="T67" fmla="*/ 113 h 125"/>
                  <a:gd name="T68" fmla="*/ 869 w 1051"/>
                  <a:gd name="T69" fmla="*/ 107 h 125"/>
                  <a:gd name="T70" fmla="*/ 842 w 1051"/>
                  <a:gd name="T71" fmla="*/ 93 h 125"/>
                  <a:gd name="T72" fmla="*/ 812 w 1051"/>
                  <a:gd name="T73" fmla="*/ 100 h 125"/>
                  <a:gd name="T74" fmla="*/ 781 w 1051"/>
                  <a:gd name="T75" fmla="*/ 105 h 125"/>
                  <a:gd name="T76" fmla="*/ 746 w 1051"/>
                  <a:gd name="T77" fmla="*/ 110 h 125"/>
                  <a:gd name="T78" fmla="*/ 668 w 1051"/>
                  <a:gd name="T79" fmla="*/ 118 h 125"/>
                  <a:gd name="T80" fmla="*/ 616 w 1051"/>
                  <a:gd name="T81" fmla="*/ 121 h 125"/>
                  <a:gd name="T82" fmla="*/ 569 w 1051"/>
                  <a:gd name="T83" fmla="*/ 124 h 125"/>
                  <a:gd name="T84" fmla="*/ 520 w 1051"/>
                  <a:gd name="T85" fmla="*/ 125 h 125"/>
                  <a:gd name="T86" fmla="*/ 476 w 1051"/>
                  <a:gd name="T87" fmla="*/ 125 h 125"/>
                  <a:gd name="T88" fmla="*/ 388 w 1051"/>
                  <a:gd name="T89" fmla="*/ 121 h 125"/>
                  <a:gd name="T90" fmla="*/ 297 w 1051"/>
                  <a:gd name="T91" fmla="*/ 115 h 125"/>
                  <a:gd name="T92" fmla="*/ 164 w 1051"/>
                  <a:gd name="T93" fmla="*/ 101 h 125"/>
                  <a:gd name="T94" fmla="*/ 80 w 1051"/>
                  <a:gd name="T95" fmla="*/ 94 h 125"/>
                  <a:gd name="T96" fmla="*/ 19 w 1051"/>
                  <a:gd name="T97" fmla="*/ 92 h 125"/>
                  <a:gd name="T98" fmla="*/ 953 w 1051"/>
                  <a:gd name="T99" fmla="*/ 48 h 125"/>
                  <a:gd name="T100" fmla="*/ 932 w 1051"/>
                  <a:gd name="T101" fmla="*/ 58 h 125"/>
                  <a:gd name="T102" fmla="*/ 914 w 1051"/>
                  <a:gd name="T103" fmla="*/ 66 h 125"/>
                  <a:gd name="T104" fmla="*/ 927 w 1051"/>
                  <a:gd name="T105" fmla="*/ 72 h 125"/>
                  <a:gd name="T106" fmla="*/ 949 w 1051"/>
                  <a:gd name="T107" fmla="*/ 73 h 125"/>
                  <a:gd name="T108" fmla="*/ 966 w 1051"/>
                  <a:gd name="T109" fmla="*/ 73 h 125"/>
                  <a:gd name="T110" fmla="*/ 980 w 1051"/>
                  <a:gd name="T111" fmla="*/ 71 h 125"/>
                  <a:gd name="T112" fmla="*/ 993 w 1051"/>
                  <a:gd name="T113" fmla="*/ 68 h 125"/>
                  <a:gd name="T114" fmla="*/ 1002 w 1051"/>
                  <a:gd name="T115" fmla="*/ 64 h 125"/>
                  <a:gd name="T116" fmla="*/ 1004 w 1051"/>
                  <a:gd name="T117" fmla="*/ 61 h 125"/>
                  <a:gd name="T118" fmla="*/ 994 w 1051"/>
                  <a:gd name="T119" fmla="*/ 57 h 125"/>
                  <a:gd name="T120" fmla="*/ 972 w 1051"/>
                  <a:gd name="T121" fmla="*/ 5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51" h="125">
                    <a:moveTo>
                      <a:pt x="19" y="70"/>
                    </a:moveTo>
                    <a:lnTo>
                      <a:pt x="22" y="70"/>
                    </a:lnTo>
                    <a:lnTo>
                      <a:pt x="24" y="70"/>
                    </a:lnTo>
                    <a:lnTo>
                      <a:pt x="26" y="71"/>
                    </a:lnTo>
                    <a:lnTo>
                      <a:pt x="28" y="71"/>
                    </a:lnTo>
                    <a:lnTo>
                      <a:pt x="31" y="71"/>
                    </a:lnTo>
                    <a:lnTo>
                      <a:pt x="33" y="71"/>
                    </a:lnTo>
                    <a:lnTo>
                      <a:pt x="34" y="71"/>
                    </a:lnTo>
                    <a:lnTo>
                      <a:pt x="36" y="71"/>
                    </a:lnTo>
                    <a:lnTo>
                      <a:pt x="39" y="71"/>
                    </a:lnTo>
                    <a:lnTo>
                      <a:pt x="41" y="71"/>
                    </a:lnTo>
                    <a:lnTo>
                      <a:pt x="44" y="71"/>
                    </a:lnTo>
                    <a:lnTo>
                      <a:pt x="46" y="71"/>
                    </a:lnTo>
                    <a:lnTo>
                      <a:pt x="51" y="71"/>
                    </a:lnTo>
                    <a:lnTo>
                      <a:pt x="56" y="71"/>
                    </a:lnTo>
                    <a:lnTo>
                      <a:pt x="61" y="71"/>
                    </a:lnTo>
                    <a:lnTo>
                      <a:pt x="66" y="71"/>
                    </a:lnTo>
                    <a:lnTo>
                      <a:pt x="71" y="71"/>
                    </a:lnTo>
                    <a:lnTo>
                      <a:pt x="76" y="71"/>
                    </a:lnTo>
                    <a:lnTo>
                      <a:pt x="81" y="71"/>
                    </a:lnTo>
                    <a:lnTo>
                      <a:pt x="85" y="71"/>
                    </a:lnTo>
                    <a:lnTo>
                      <a:pt x="90" y="71"/>
                    </a:lnTo>
                    <a:lnTo>
                      <a:pt x="92" y="71"/>
                    </a:lnTo>
                    <a:lnTo>
                      <a:pt x="95" y="71"/>
                    </a:lnTo>
                    <a:lnTo>
                      <a:pt x="101" y="71"/>
                    </a:lnTo>
                    <a:lnTo>
                      <a:pt x="106" y="71"/>
                    </a:lnTo>
                    <a:lnTo>
                      <a:pt x="111" y="71"/>
                    </a:lnTo>
                    <a:lnTo>
                      <a:pt x="115" y="71"/>
                    </a:lnTo>
                    <a:lnTo>
                      <a:pt x="120" y="71"/>
                    </a:lnTo>
                    <a:lnTo>
                      <a:pt x="125" y="71"/>
                    </a:lnTo>
                    <a:lnTo>
                      <a:pt x="130" y="71"/>
                    </a:lnTo>
                    <a:lnTo>
                      <a:pt x="136" y="72"/>
                    </a:lnTo>
                    <a:lnTo>
                      <a:pt x="141" y="72"/>
                    </a:lnTo>
                    <a:lnTo>
                      <a:pt x="145" y="72"/>
                    </a:lnTo>
                    <a:lnTo>
                      <a:pt x="150" y="72"/>
                    </a:lnTo>
                    <a:lnTo>
                      <a:pt x="151" y="72"/>
                    </a:lnTo>
                    <a:lnTo>
                      <a:pt x="155" y="72"/>
                    </a:lnTo>
                    <a:lnTo>
                      <a:pt x="160" y="72"/>
                    </a:lnTo>
                    <a:lnTo>
                      <a:pt x="165" y="72"/>
                    </a:lnTo>
                    <a:lnTo>
                      <a:pt x="170" y="73"/>
                    </a:lnTo>
                    <a:lnTo>
                      <a:pt x="175" y="73"/>
                    </a:lnTo>
                    <a:lnTo>
                      <a:pt x="180" y="73"/>
                    </a:lnTo>
                    <a:lnTo>
                      <a:pt x="185" y="73"/>
                    </a:lnTo>
                    <a:lnTo>
                      <a:pt x="190" y="73"/>
                    </a:lnTo>
                    <a:lnTo>
                      <a:pt x="195" y="74"/>
                    </a:lnTo>
                    <a:lnTo>
                      <a:pt x="200" y="74"/>
                    </a:lnTo>
                    <a:lnTo>
                      <a:pt x="205" y="74"/>
                    </a:lnTo>
                    <a:lnTo>
                      <a:pt x="210" y="74"/>
                    </a:lnTo>
                    <a:lnTo>
                      <a:pt x="220" y="75"/>
                    </a:lnTo>
                    <a:lnTo>
                      <a:pt x="230" y="75"/>
                    </a:lnTo>
                    <a:lnTo>
                      <a:pt x="240" y="76"/>
                    </a:lnTo>
                    <a:lnTo>
                      <a:pt x="246" y="76"/>
                    </a:lnTo>
                    <a:lnTo>
                      <a:pt x="250" y="76"/>
                    </a:lnTo>
                    <a:lnTo>
                      <a:pt x="270" y="76"/>
                    </a:lnTo>
                    <a:lnTo>
                      <a:pt x="280" y="76"/>
                    </a:lnTo>
                    <a:lnTo>
                      <a:pt x="280" y="76"/>
                    </a:lnTo>
                    <a:lnTo>
                      <a:pt x="290" y="76"/>
                    </a:lnTo>
                    <a:lnTo>
                      <a:pt x="300" y="76"/>
                    </a:lnTo>
                    <a:lnTo>
                      <a:pt x="305" y="76"/>
                    </a:lnTo>
                    <a:lnTo>
                      <a:pt x="310" y="76"/>
                    </a:lnTo>
                    <a:lnTo>
                      <a:pt x="315" y="76"/>
                    </a:lnTo>
                    <a:lnTo>
                      <a:pt x="320" y="76"/>
                    </a:lnTo>
                    <a:lnTo>
                      <a:pt x="325" y="76"/>
                    </a:lnTo>
                    <a:lnTo>
                      <a:pt x="325" y="76"/>
                    </a:lnTo>
                    <a:lnTo>
                      <a:pt x="330" y="77"/>
                    </a:lnTo>
                    <a:lnTo>
                      <a:pt x="335" y="77"/>
                    </a:lnTo>
                    <a:lnTo>
                      <a:pt x="340" y="77"/>
                    </a:lnTo>
                    <a:lnTo>
                      <a:pt x="344" y="77"/>
                    </a:lnTo>
                    <a:lnTo>
                      <a:pt x="350" y="78"/>
                    </a:lnTo>
                    <a:lnTo>
                      <a:pt x="355" y="78"/>
                    </a:lnTo>
                    <a:lnTo>
                      <a:pt x="360" y="78"/>
                    </a:lnTo>
                    <a:lnTo>
                      <a:pt x="365" y="79"/>
                    </a:lnTo>
                    <a:lnTo>
                      <a:pt x="370" y="79"/>
                    </a:lnTo>
                    <a:lnTo>
                      <a:pt x="374" y="79"/>
                    </a:lnTo>
                    <a:lnTo>
                      <a:pt x="379" y="79"/>
                    </a:lnTo>
                    <a:lnTo>
                      <a:pt x="385" y="80"/>
                    </a:lnTo>
                    <a:lnTo>
                      <a:pt x="390" y="80"/>
                    </a:lnTo>
                    <a:lnTo>
                      <a:pt x="395" y="80"/>
                    </a:lnTo>
                    <a:lnTo>
                      <a:pt x="400" y="80"/>
                    </a:lnTo>
                    <a:lnTo>
                      <a:pt x="404" y="81"/>
                    </a:lnTo>
                    <a:lnTo>
                      <a:pt x="404" y="81"/>
                    </a:lnTo>
                    <a:lnTo>
                      <a:pt x="409" y="81"/>
                    </a:lnTo>
                    <a:lnTo>
                      <a:pt x="414" y="81"/>
                    </a:lnTo>
                    <a:lnTo>
                      <a:pt x="419" y="81"/>
                    </a:lnTo>
                    <a:lnTo>
                      <a:pt x="425" y="81"/>
                    </a:lnTo>
                    <a:lnTo>
                      <a:pt x="429" y="82"/>
                    </a:lnTo>
                    <a:lnTo>
                      <a:pt x="434" y="82"/>
                    </a:lnTo>
                    <a:lnTo>
                      <a:pt x="439" y="82"/>
                    </a:lnTo>
                    <a:lnTo>
                      <a:pt x="444" y="82"/>
                    </a:lnTo>
                    <a:lnTo>
                      <a:pt x="449" y="82"/>
                    </a:lnTo>
                    <a:lnTo>
                      <a:pt x="454" y="82"/>
                    </a:lnTo>
                    <a:lnTo>
                      <a:pt x="458" y="82"/>
                    </a:lnTo>
                    <a:lnTo>
                      <a:pt x="463" y="83"/>
                    </a:lnTo>
                    <a:lnTo>
                      <a:pt x="469" y="83"/>
                    </a:lnTo>
                    <a:lnTo>
                      <a:pt x="474" y="83"/>
                    </a:lnTo>
                    <a:lnTo>
                      <a:pt x="476" y="83"/>
                    </a:lnTo>
                    <a:lnTo>
                      <a:pt x="479" y="83"/>
                    </a:lnTo>
                    <a:lnTo>
                      <a:pt x="481" y="83"/>
                    </a:lnTo>
                    <a:lnTo>
                      <a:pt x="484" y="83"/>
                    </a:lnTo>
                    <a:lnTo>
                      <a:pt x="486" y="83"/>
                    </a:lnTo>
                    <a:lnTo>
                      <a:pt x="488" y="83"/>
                    </a:lnTo>
                    <a:lnTo>
                      <a:pt x="491" y="83"/>
                    </a:lnTo>
                    <a:lnTo>
                      <a:pt x="493" y="83"/>
                    </a:lnTo>
                    <a:lnTo>
                      <a:pt x="496" y="83"/>
                    </a:lnTo>
                    <a:lnTo>
                      <a:pt x="498" y="83"/>
                    </a:lnTo>
                    <a:lnTo>
                      <a:pt x="501" y="83"/>
                    </a:lnTo>
                    <a:lnTo>
                      <a:pt x="503" y="83"/>
                    </a:lnTo>
                    <a:lnTo>
                      <a:pt x="506" y="83"/>
                    </a:lnTo>
                    <a:lnTo>
                      <a:pt x="508" y="83"/>
                    </a:lnTo>
                    <a:lnTo>
                      <a:pt x="511" y="83"/>
                    </a:lnTo>
                    <a:lnTo>
                      <a:pt x="513" y="83"/>
                    </a:lnTo>
                    <a:lnTo>
                      <a:pt x="514" y="83"/>
                    </a:lnTo>
                    <a:lnTo>
                      <a:pt x="516" y="83"/>
                    </a:lnTo>
                    <a:lnTo>
                      <a:pt x="517" y="83"/>
                    </a:lnTo>
                    <a:lnTo>
                      <a:pt x="520" y="83"/>
                    </a:lnTo>
                    <a:lnTo>
                      <a:pt x="523" y="83"/>
                    </a:lnTo>
                    <a:lnTo>
                      <a:pt x="525" y="83"/>
                    </a:lnTo>
                    <a:lnTo>
                      <a:pt x="528" y="83"/>
                    </a:lnTo>
                    <a:lnTo>
                      <a:pt x="530" y="83"/>
                    </a:lnTo>
                    <a:lnTo>
                      <a:pt x="533" y="83"/>
                    </a:lnTo>
                    <a:lnTo>
                      <a:pt x="535" y="83"/>
                    </a:lnTo>
                    <a:lnTo>
                      <a:pt x="538" y="83"/>
                    </a:lnTo>
                    <a:lnTo>
                      <a:pt x="540" y="83"/>
                    </a:lnTo>
                    <a:lnTo>
                      <a:pt x="543" y="83"/>
                    </a:lnTo>
                    <a:lnTo>
                      <a:pt x="545" y="83"/>
                    </a:lnTo>
                    <a:lnTo>
                      <a:pt x="547" y="83"/>
                    </a:lnTo>
                    <a:lnTo>
                      <a:pt x="549" y="83"/>
                    </a:lnTo>
                    <a:lnTo>
                      <a:pt x="552" y="82"/>
                    </a:lnTo>
                    <a:lnTo>
                      <a:pt x="554" y="82"/>
                    </a:lnTo>
                    <a:lnTo>
                      <a:pt x="557" y="82"/>
                    </a:lnTo>
                    <a:lnTo>
                      <a:pt x="559" y="82"/>
                    </a:lnTo>
                    <a:lnTo>
                      <a:pt x="562" y="82"/>
                    </a:lnTo>
                    <a:lnTo>
                      <a:pt x="565" y="82"/>
                    </a:lnTo>
                    <a:lnTo>
                      <a:pt x="567" y="82"/>
                    </a:lnTo>
                    <a:lnTo>
                      <a:pt x="570" y="82"/>
                    </a:lnTo>
                    <a:lnTo>
                      <a:pt x="572" y="82"/>
                    </a:lnTo>
                    <a:lnTo>
                      <a:pt x="574" y="82"/>
                    </a:lnTo>
                    <a:lnTo>
                      <a:pt x="576" y="82"/>
                    </a:lnTo>
                    <a:lnTo>
                      <a:pt x="579" y="81"/>
                    </a:lnTo>
                    <a:lnTo>
                      <a:pt x="581" y="81"/>
                    </a:lnTo>
                    <a:lnTo>
                      <a:pt x="584" y="81"/>
                    </a:lnTo>
                    <a:lnTo>
                      <a:pt x="586" y="81"/>
                    </a:lnTo>
                    <a:lnTo>
                      <a:pt x="589" y="81"/>
                    </a:lnTo>
                    <a:lnTo>
                      <a:pt x="591" y="81"/>
                    </a:lnTo>
                    <a:lnTo>
                      <a:pt x="594" y="81"/>
                    </a:lnTo>
                    <a:lnTo>
                      <a:pt x="596" y="81"/>
                    </a:lnTo>
                    <a:lnTo>
                      <a:pt x="599" y="80"/>
                    </a:lnTo>
                    <a:lnTo>
                      <a:pt x="601" y="80"/>
                    </a:lnTo>
                    <a:lnTo>
                      <a:pt x="603" y="80"/>
                    </a:lnTo>
                    <a:lnTo>
                      <a:pt x="605" y="80"/>
                    </a:lnTo>
                    <a:lnTo>
                      <a:pt x="608" y="80"/>
                    </a:lnTo>
                    <a:lnTo>
                      <a:pt x="610" y="80"/>
                    </a:lnTo>
                    <a:lnTo>
                      <a:pt x="613" y="79"/>
                    </a:lnTo>
                    <a:lnTo>
                      <a:pt x="615" y="79"/>
                    </a:lnTo>
                    <a:lnTo>
                      <a:pt x="618" y="79"/>
                    </a:lnTo>
                    <a:lnTo>
                      <a:pt x="620" y="79"/>
                    </a:lnTo>
                    <a:lnTo>
                      <a:pt x="623" y="79"/>
                    </a:lnTo>
                    <a:lnTo>
                      <a:pt x="625" y="79"/>
                    </a:lnTo>
                    <a:lnTo>
                      <a:pt x="628" y="78"/>
                    </a:lnTo>
                    <a:lnTo>
                      <a:pt x="630" y="78"/>
                    </a:lnTo>
                    <a:lnTo>
                      <a:pt x="632" y="78"/>
                    </a:lnTo>
                    <a:lnTo>
                      <a:pt x="634" y="78"/>
                    </a:lnTo>
                    <a:lnTo>
                      <a:pt x="637" y="77"/>
                    </a:lnTo>
                    <a:lnTo>
                      <a:pt x="639" y="77"/>
                    </a:lnTo>
                    <a:lnTo>
                      <a:pt x="642" y="77"/>
                    </a:lnTo>
                    <a:lnTo>
                      <a:pt x="644" y="77"/>
                    </a:lnTo>
                    <a:lnTo>
                      <a:pt x="648" y="76"/>
                    </a:lnTo>
                    <a:lnTo>
                      <a:pt x="651" y="76"/>
                    </a:lnTo>
                    <a:lnTo>
                      <a:pt x="655" y="76"/>
                    </a:lnTo>
                    <a:lnTo>
                      <a:pt x="658" y="75"/>
                    </a:lnTo>
                    <a:lnTo>
                      <a:pt x="661" y="75"/>
                    </a:lnTo>
                    <a:lnTo>
                      <a:pt x="664" y="75"/>
                    </a:lnTo>
                    <a:lnTo>
                      <a:pt x="668" y="75"/>
                    </a:lnTo>
                    <a:lnTo>
                      <a:pt x="671" y="74"/>
                    </a:lnTo>
                    <a:lnTo>
                      <a:pt x="678" y="74"/>
                    </a:lnTo>
                    <a:lnTo>
                      <a:pt x="685" y="73"/>
                    </a:lnTo>
                    <a:lnTo>
                      <a:pt x="691" y="72"/>
                    </a:lnTo>
                    <a:lnTo>
                      <a:pt x="698" y="72"/>
                    </a:lnTo>
                    <a:lnTo>
                      <a:pt x="702" y="72"/>
                    </a:lnTo>
                    <a:lnTo>
                      <a:pt x="705" y="71"/>
                    </a:lnTo>
                    <a:lnTo>
                      <a:pt x="709" y="71"/>
                    </a:lnTo>
                    <a:lnTo>
                      <a:pt x="712" y="71"/>
                    </a:lnTo>
                    <a:lnTo>
                      <a:pt x="715" y="70"/>
                    </a:lnTo>
                    <a:lnTo>
                      <a:pt x="718" y="70"/>
                    </a:lnTo>
                    <a:lnTo>
                      <a:pt x="721" y="70"/>
                    </a:lnTo>
                    <a:lnTo>
                      <a:pt x="725" y="69"/>
                    </a:lnTo>
                    <a:lnTo>
                      <a:pt x="728" y="69"/>
                    </a:lnTo>
                    <a:lnTo>
                      <a:pt x="731" y="69"/>
                    </a:lnTo>
                    <a:lnTo>
                      <a:pt x="735" y="68"/>
                    </a:lnTo>
                    <a:lnTo>
                      <a:pt x="738" y="68"/>
                    </a:lnTo>
                    <a:lnTo>
                      <a:pt x="742" y="68"/>
                    </a:lnTo>
                    <a:lnTo>
                      <a:pt x="745" y="67"/>
                    </a:lnTo>
                    <a:lnTo>
                      <a:pt x="747" y="67"/>
                    </a:lnTo>
                    <a:lnTo>
                      <a:pt x="749" y="67"/>
                    </a:lnTo>
                    <a:lnTo>
                      <a:pt x="751" y="66"/>
                    </a:lnTo>
                    <a:lnTo>
                      <a:pt x="752" y="66"/>
                    </a:lnTo>
                    <a:lnTo>
                      <a:pt x="754" y="66"/>
                    </a:lnTo>
                    <a:lnTo>
                      <a:pt x="756" y="66"/>
                    </a:lnTo>
                    <a:lnTo>
                      <a:pt x="757" y="66"/>
                    </a:lnTo>
                    <a:lnTo>
                      <a:pt x="759" y="65"/>
                    </a:lnTo>
                    <a:lnTo>
                      <a:pt x="761" y="65"/>
                    </a:lnTo>
                    <a:lnTo>
                      <a:pt x="762" y="65"/>
                    </a:lnTo>
                    <a:lnTo>
                      <a:pt x="764" y="65"/>
                    </a:lnTo>
                    <a:lnTo>
                      <a:pt x="766" y="64"/>
                    </a:lnTo>
                    <a:lnTo>
                      <a:pt x="767" y="64"/>
                    </a:lnTo>
                    <a:lnTo>
                      <a:pt x="769" y="64"/>
                    </a:lnTo>
                    <a:lnTo>
                      <a:pt x="771" y="64"/>
                    </a:lnTo>
                    <a:lnTo>
                      <a:pt x="772" y="63"/>
                    </a:lnTo>
                    <a:lnTo>
                      <a:pt x="774" y="63"/>
                    </a:lnTo>
                    <a:lnTo>
                      <a:pt x="776" y="63"/>
                    </a:lnTo>
                    <a:lnTo>
                      <a:pt x="776" y="63"/>
                    </a:lnTo>
                    <a:lnTo>
                      <a:pt x="778" y="62"/>
                    </a:lnTo>
                    <a:lnTo>
                      <a:pt x="778" y="62"/>
                    </a:lnTo>
                    <a:lnTo>
                      <a:pt x="780" y="62"/>
                    </a:lnTo>
                    <a:lnTo>
                      <a:pt x="781" y="62"/>
                    </a:lnTo>
                    <a:lnTo>
                      <a:pt x="783" y="62"/>
                    </a:lnTo>
                    <a:lnTo>
                      <a:pt x="785" y="62"/>
                    </a:lnTo>
                    <a:lnTo>
                      <a:pt x="786" y="62"/>
                    </a:lnTo>
                    <a:lnTo>
                      <a:pt x="788" y="62"/>
                    </a:lnTo>
                    <a:lnTo>
                      <a:pt x="790" y="61"/>
                    </a:lnTo>
                    <a:lnTo>
                      <a:pt x="791" y="61"/>
                    </a:lnTo>
                    <a:lnTo>
                      <a:pt x="793" y="61"/>
                    </a:lnTo>
                    <a:lnTo>
                      <a:pt x="794" y="61"/>
                    </a:lnTo>
                    <a:lnTo>
                      <a:pt x="796" y="60"/>
                    </a:lnTo>
                    <a:lnTo>
                      <a:pt x="798" y="60"/>
                    </a:lnTo>
                    <a:lnTo>
                      <a:pt x="799" y="60"/>
                    </a:lnTo>
                    <a:lnTo>
                      <a:pt x="801" y="59"/>
                    </a:lnTo>
                    <a:lnTo>
                      <a:pt x="803" y="59"/>
                    </a:lnTo>
                    <a:lnTo>
                      <a:pt x="804" y="59"/>
                    </a:lnTo>
                    <a:lnTo>
                      <a:pt x="805" y="58"/>
                    </a:lnTo>
                    <a:lnTo>
                      <a:pt x="806" y="58"/>
                    </a:lnTo>
                    <a:lnTo>
                      <a:pt x="808" y="58"/>
                    </a:lnTo>
                    <a:lnTo>
                      <a:pt x="810" y="57"/>
                    </a:lnTo>
                    <a:lnTo>
                      <a:pt x="811" y="57"/>
                    </a:lnTo>
                    <a:lnTo>
                      <a:pt x="813" y="57"/>
                    </a:lnTo>
                    <a:lnTo>
                      <a:pt x="815" y="56"/>
                    </a:lnTo>
                    <a:lnTo>
                      <a:pt x="816" y="56"/>
                    </a:lnTo>
                    <a:lnTo>
                      <a:pt x="818" y="55"/>
                    </a:lnTo>
                    <a:lnTo>
                      <a:pt x="819" y="55"/>
                    </a:lnTo>
                    <a:lnTo>
                      <a:pt x="821" y="55"/>
                    </a:lnTo>
                    <a:lnTo>
                      <a:pt x="823" y="54"/>
                    </a:lnTo>
                    <a:lnTo>
                      <a:pt x="824" y="54"/>
                    </a:lnTo>
                    <a:lnTo>
                      <a:pt x="826" y="53"/>
                    </a:lnTo>
                    <a:lnTo>
                      <a:pt x="828" y="53"/>
                    </a:lnTo>
                    <a:lnTo>
                      <a:pt x="829" y="53"/>
                    </a:lnTo>
                    <a:lnTo>
                      <a:pt x="831" y="52"/>
                    </a:lnTo>
                    <a:lnTo>
                      <a:pt x="832" y="52"/>
                    </a:lnTo>
                    <a:lnTo>
                      <a:pt x="834" y="51"/>
                    </a:lnTo>
                    <a:lnTo>
                      <a:pt x="835" y="51"/>
                    </a:lnTo>
                    <a:lnTo>
                      <a:pt x="836" y="50"/>
                    </a:lnTo>
                    <a:lnTo>
                      <a:pt x="838" y="50"/>
                    </a:lnTo>
                    <a:lnTo>
                      <a:pt x="839" y="49"/>
                    </a:lnTo>
                    <a:lnTo>
                      <a:pt x="841" y="49"/>
                    </a:lnTo>
                    <a:lnTo>
                      <a:pt x="843" y="48"/>
                    </a:lnTo>
                    <a:lnTo>
                      <a:pt x="844" y="48"/>
                    </a:lnTo>
                    <a:lnTo>
                      <a:pt x="846" y="47"/>
                    </a:lnTo>
                    <a:lnTo>
                      <a:pt x="847" y="47"/>
                    </a:lnTo>
                    <a:lnTo>
                      <a:pt x="849" y="46"/>
                    </a:lnTo>
                    <a:lnTo>
                      <a:pt x="851" y="46"/>
                    </a:lnTo>
                    <a:lnTo>
                      <a:pt x="852" y="45"/>
                    </a:lnTo>
                    <a:lnTo>
                      <a:pt x="854" y="45"/>
                    </a:lnTo>
                    <a:lnTo>
                      <a:pt x="856" y="44"/>
                    </a:lnTo>
                    <a:lnTo>
                      <a:pt x="858" y="43"/>
                    </a:lnTo>
                    <a:lnTo>
                      <a:pt x="860" y="43"/>
                    </a:lnTo>
                    <a:lnTo>
                      <a:pt x="862" y="42"/>
                    </a:lnTo>
                    <a:lnTo>
                      <a:pt x="863" y="41"/>
                    </a:lnTo>
                    <a:lnTo>
                      <a:pt x="865" y="40"/>
                    </a:lnTo>
                    <a:lnTo>
                      <a:pt x="867" y="40"/>
                    </a:lnTo>
                    <a:lnTo>
                      <a:pt x="869" y="39"/>
                    </a:lnTo>
                    <a:lnTo>
                      <a:pt x="871" y="38"/>
                    </a:lnTo>
                    <a:lnTo>
                      <a:pt x="873" y="37"/>
                    </a:lnTo>
                    <a:lnTo>
                      <a:pt x="875" y="37"/>
                    </a:lnTo>
                    <a:lnTo>
                      <a:pt x="877" y="36"/>
                    </a:lnTo>
                    <a:lnTo>
                      <a:pt x="879" y="35"/>
                    </a:lnTo>
                    <a:lnTo>
                      <a:pt x="881" y="34"/>
                    </a:lnTo>
                    <a:lnTo>
                      <a:pt x="882" y="34"/>
                    </a:lnTo>
                    <a:lnTo>
                      <a:pt x="883" y="33"/>
                    </a:lnTo>
                    <a:lnTo>
                      <a:pt x="884" y="33"/>
                    </a:lnTo>
                    <a:lnTo>
                      <a:pt x="885" y="33"/>
                    </a:lnTo>
                    <a:lnTo>
                      <a:pt x="886" y="33"/>
                    </a:lnTo>
                    <a:lnTo>
                      <a:pt x="887" y="33"/>
                    </a:lnTo>
                    <a:lnTo>
                      <a:pt x="888" y="32"/>
                    </a:lnTo>
                    <a:lnTo>
                      <a:pt x="889" y="32"/>
                    </a:lnTo>
                    <a:lnTo>
                      <a:pt x="890" y="32"/>
                    </a:lnTo>
                    <a:lnTo>
                      <a:pt x="891" y="31"/>
                    </a:lnTo>
                    <a:lnTo>
                      <a:pt x="892" y="31"/>
                    </a:lnTo>
                    <a:lnTo>
                      <a:pt x="892" y="30"/>
                    </a:lnTo>
                    <a:lnTo>
                      <a:pt x="893" y="30"/>
                    </a:lnTo>
                    <a:lnTo>
                      <a:pt x="894" y="29"/>
                    </a:lnTo>
                    <a:lnTo>
                      <a:pt x="895" y="29"/>
                    </a:lnTo>
                    <a:lnTo>
                      <a:pt x="896" y="28"/>
                    </a:lnTo>
                    <a:lnTo>
                      <a:pt x="896" y="28"/>
                    </a:lnTo>
                    <a:lnTo>
                      <a:pt x="897" y="28"/>
                    </a:lnTo>
                    <a:lnTo>
                      <a:pt x="898" y="27"/>
                    </a:lnTo>
                    <a:lnTo>
                      <a:pt x="899" y="27"/>
                    </a:lnTo>
                    <a:lnTo>
                      <a:pt x="900" y="26"/>
                    </a:lnTo>
                    <a:lnTo>
                      <a:pt x="901" y="26"/>
                    </a:lnTo>
                    <a:lnTo>
                      <a:pt x="902" y="25"/>
                    </a:lnTo>
                    <a:lnTo>
                      <a:pt x="903" y="25"/>
                    </a:lnTo>
                    <a:lnTo>
                      <a:pt x="904" y="24"/>
                    </a:lnTo>
                    <a:lnTo>
                      <a:pt x="905" y="24"/>
                    </a:lnTo>
                    <a:lnTo>
                      <a:pt x="906" y="24"/>
                    </a:lnTo>
                    <a:lnTo>
                      <a:pt x="907" y="23"/>
                    </a:lnTo>
                    <a:lnTo>
                      <a:pt x="907" y="23"/>
                    </a:lnTo>
                    <a:lnTo>
                      <a:pt x="908" y="22"/>
                    </a:lnTo>
                    <a:lnTo>
                      <a:pt x="909" y="22"/>
                    </a:lnTo>
                    <a:lnTo>
                      <a:pt x="910" y="21"/>
                    </a:lnTo>
                    <a:lnTo>
                      <a:pt x="911" y="21"/>
                    </a:lnTo>
                    <a:lnTo>
                      <a:pt x="912" y="20"/>
                    </a:lnTo>
                    <a:lnTo>
                      <a:pt x="913" y="20"/>
                    </a:lnTo>
                    <a:lnTo>
                      <a:pt x="914" y="19"/>
                    </a:lnTo>
                    <a:lnTo>
                      <a:pt x="914" y="19"/>
                    </a:lnTo>
                    <a:lnTo>
                      <a:pt x="915" y="19"/>
                    </a:lnTo>
                    <a:lnTo>
                      <a:pt x="916" y="18"/>
                    </a:lnTo>
                    <a:lnTo>
                      <a:pt x="917" y="18"/>
                    </a:lnTo>
                    <a:lnTo>
                      <a:pt x="918" y="17"/>
                    </a:lnTo>
                    <a:lnTo>
                      <a:pt x="919" y="17"/>
                    </a:lnTo>
                    <a:lnTo>
                      <a:pt x="919" y="17"/>
                    </a:lnTo>
                    <a:lnTo>
                      <a:pt x="920" y="16"/>
                    </a:lnTo>
                    <a:lnTo>
                      <a:pt x="921" y="16"/>
                    </a:lnTo>
                    <a:lnTo>
                      <a:pt x="921" y="15"/>
                    </a:lnTo>
                    <a:lnTo>
                      <a:pt x="923" y="15"/>
                    </a:lnTo>
                    <a:lnTo>
                      <a:pt x="925" y="14"/>
                    </a:lnTo>
                    <a:lnTo>
                      <a:pt x="926" y="13"/>
                    </a:lnTo>
                    <a:lnTo>
                      <a:pt x="928" y="12"/>
                    </a:lnTo>
                    <a:lnTo>
                      <a:pt x="932" y="11"/>
                    </a:lnTo>
                    <a:lnTo>
                      <a:pt x="934" y="10"/>
                    </a:lnTo>
                    <a:lnTo>
                      <a:pt x="935" y="9"/>
                    </a:lnTo>
                    <a:lnTo>
                      <a:pt x="937" y="9"/>
                    </a:lnTo>
                    <a:lnTo>
                      <a:pt x="937" y="9"/>
                    </a:lnTo>
                    <a:lnTo>
                      <a:pt x="937" y="9"/>
                    </a:lnTo>
                    <a:lnTo>
                      <a:pt x="939" y="6"/>
                    </a:lnTo>
                    <a:lnTo>
                      <a:pt x="942" y="4"/>
                    </a:lnTo>
                    <a:lnTo>
                      <a:pt x="945" y="3"/>
                    </a:lnTo>
                    <a:lnTo>
                      <a:pt x="945" y="3"/>
                    </a:lnTo>
                    <a:lnTo>
                      <a:pt x="947" y="2"/>
                    </a:lnTo>
                    <a:lnTo>
                      <a:pt x="950" y="1"/>
                    </a:lnTo>
                    <a:lnTo>
                      <a:pt x="952" y="0"/>
                    </a:lnTo>
                    <a:lnTo>
                      <a:pt x="953" y="0"/>
                    </a:lnTo>
                    <a:lnTo>
                      <a:pt x="955" y="0"/>
                    </a:lnTo>
                    <a:lnTo>
                      <a:pt x="955" y="0"/>
                    </a:lnTo>
                    <a:lnTo>
                      <a:pt x="956" y="0"/>
                    </a:lnTo>
                    <a:lnTo>
                      <a:pt x="957" y="0"/>
                    </a:lnTo>
                    <a:lnTo>
                      <a:pt x="958" y="1"/>
                    </a:lnTo>
                    <a:lnTo>
                      <a:pt x="958" y="1"/>
                    </a:lnTo>
                    <a:lnTo>
                      <a:pt x="959" y="1"/>
                    </a:lnTo>
                    <a:lnTo>
                      <a:pt x="960" y="1"/>
                    </a:lnTo>
                    <a:lnTo>
                      <a:pt x="961" y="1"/>
                    </a:lnTo>
                    <a:lnTo>
                      <a:pt x="963" y="2"/>
                    </a:lnTo>
                    <a:lnTo>
                      <a:pt x="964" y="2"/>
                    </a:lnTo>
                    <a:lnTo>
                      <a:pt x="966" y="3"/>
                    </a:lnTo>
                    <a:lnTo>
                      <a:pt x="968" y="3"/>
                    </a:lnTo>
                    <a:lnTo>
                      <a:pt x="969" y="4"/>
                    </a:lnTo>
                    <a:lnTo>
                      <a:pt x="971" y="4"/>
                    </a:lnTo>
                    <a:lnTo>
                      <a:pt x="973" y="5"/>
                    </a:lnTo>
                    <a:lnTo>
                      <a:pt x="975" y="6"/>
                    </a:lnTo>
                    <a:lnTo>
                      <a:pt x="977" y="6"/>
                    </a:lnTo>
                    <a:lnTo>
                      <a:pt x="978" y="7"/>
                    </a:lnTo>
                    <a:lnTo>
                      <a:pt x="978" y="7"/>
                    </a:lnTo>
                    <a:lnTo>
                      <a:pt x="979" y="7"/>
                    </a:lnTo>
                    <a:lnTo>
                      <a:pt x="979" y="8"/>
                    </a:lnTo>
                    <a:lnTo>
                      <a:pt x="980" y="8"/>
                    </a:lnTo>
                    <a:lnTo>
                      <a:pt x="981" y="8"/>
                    </a:lnTo>
                    <a:lnTo>
                      <a:pt x="981" y="8"/>
                    </a:lnTo>
                    <a:lnTo>
                      <a:pt x="982" y="8"/>
                    </a:lnTo>
                    <a:lnTo>
                      <a:pt x="982" y="9"/>
                    </a:lnTo>
                    <a:lnTo>
                      <a:pt x="982" y="9"/>
                    </a:lnTo>
                    <a:lnTo>
                      <a:pt x="984" y="9"/>
                    </a:lnTo>
                    <a:lnTo>
                      <a:pt x="986" y="10"/>
                    </a:lnTo>
                    <a:lnTo>
                      <a:pt x="988" y="10"/>
                    </a:lnTo>
                    <a:lnTo>
                      <a:pt x="990" y="11"/>
                    </a:lnTo>
                    <a:lnTo>
                      <a:pt x="991" y="11"/>
                    </a:lnTo>
                    <a:lnTo>
                      <a:pt x="992" y="11"/>
                    </a:lnTo>
                    <a:lnTo>
                      <a:pt x="993" y="12"/>
                    </a:lnTo>
                    <a:lnTo>
                      <a:pt x="995" y="12"/>
                    </a:lnTo>
                    <a:lnTo>
                      <a:pt x="996" y="12"/>
                    </a:lnTo>
                    <a:lnTo>
                      <a:pt x="998" y="13"/>
                    </a:lnTo>
                    <a:lnTo>
                      <a:pt x="999" y="13"/>
                    </a:lnTo>
                    <a:lnTo>
                      <a:pt x="1000" y="14"/>
                    </a:lnTo>
                    <a:lnTo>
                      <a:pt x="1002" y="14"/>
                    </a:lnTo>
                    <a:lnTo>
                      <a:pt x="1003" y="15"/>
                    </a:lnTo>
                    <a:lnTo>
                      <a:pt x="1005" y="15"/>
                    </a:lnTo>
                    <a:lnTo>
                      <a:pt x="1006" y="16"/>
                    </a:lnTo>
                    <a:lnTo>
                      <a:pt x="1007" y="16"/>
                    </a:lnTo>
                    <a:lnTo>
                      <a:pt x="1008" y="16"/>
                    </a:lnTo>
                    <a:lnTo>
                      <a:pt x="1008" y="17"/>
                    </a:lnTo>
                    <a:lnTo>
                      <a:pt x="1008" y="17"/>
                    </a:lnTo>
                    <a:lnTo>
                      <a:pt x="1009" y="17"/>
                    </a:lnTo>
                    <a:lnTo>
                      <a:pt x="1010" y="17"/>
                    </a:lnTo>
                    <a:lnTo>
                      <a:pt x="1011" y="18"/>
                    </a:lnTo>
                    <a:lnTo>
                      <a:pt x="1012" y="18"/>
                    </a:lnTo>
                    <a:lnTo>
                      <a:pt x="1012" y="18"/>
                    </a:lnTo>
                    <a:lnTo>
                      <a:pt x="1013" y="19"/>
                    </a:lnTo>
                    <a:lnTo>
                      <a:pt x="1014" y="19"/>
                    </a:lnTo>
                    <a:lnTo>
                      <a:pt x="1015" y="19"/>
                    </a:lnTo>
                    <a:lnTo>
                      <a:pt x="1015" y="20"/>
                    </a:lnTo>
                    <a:lnTo>
                      <a:pt x="1016" y="20"/>
                    </a:lnTo>
                    <a:lnTo>
                      <a:pt x="1017" y="20"/>
                    </a:lnTo>
                    <a:lnTo>
                      <a:pt x="1018" y="21"/>
                    </a:lnTo>
                    <a:lnTo>
                      <a:pt x="1019" y="21"/>
                    </a:lnTo>
                    <a:lnTo>
                      <a:pt x="1019" y="21"/>
                    </a:lnTo>
                    <a:lnTo>
                      <a:pt x="1020" y="22"/>
                    </a:lnTo>
                    <a:lnTo>
                      <a:pt x="1021" y="22"/>
                    </a:lnTo>
                    <a:lnTo>
                      <a:pt x="1022" y="22"/>
                    </a:lnTo>
                    <a:lnTo>
                      <a:pt x="1023" y="23"/>
                    </a:lnTo>
                    <a:lnTo>
                      <a:pt x="1023" y="23"/>
                    </a:lnTo>
                    <a:lnTo>
                      <a:pt x="1024" y="24"/>
                    </a:lnTo>
                    <a:lnTo>
                      <a:pt x="1025" y="24"/>
                    </a:lnTo>
                    <a:lnTo>
                      <a:pt x="1026" y="25"/>
                    </a:lnTo>
                    <a:lnTo>
                      <a:pt x="1026" y="25"/>
                    </a:lnTo>
                    <a:lnTo>
                      <a:pt x="1027" y="25"/>
                    </a:lnTo>
                    <a:lnTo>
                      <a:pt x="1028" y="26"/>
                    </a:lnTo>
                    <a:lnTo>
                      <a:pt x="1029" y="26"/>
                    </a:lnTo>
                    <a:lnTo>
                      <a:pt x="1030" y="27"/>
                    </a:lnTo>
                    <a:lnTo>
                      <a:pt x="1030" y="27"/>
                    </a:lnTo>
                    <a:lnTo>
                      <a:pt x="1031" y="28"/>
                    </a:lnTo>
                    <a:lnTo>
                      <a:pt x="1032" y="28"/>
                    </a:lnTo>
                    <a:lnTo>
                      <a:pt x="1033" y="29"/>
                    </a:lnTo>
                    <a:lnTo>
                      <a:pt x="1033" y="29"/>
                    </a:lnTo>
                    <a:lnTo>
                      <a:pt x="1034" y="30"/>
                    </a:lnTo>
                    <a:lnTo>
                      <a:pt x="1035" y="31"/>
                    </a:lnTo>
                    <a:lnTo>
                      <a:pt x="1036" y="31"/>
                    </a:lnTo>
                    <a:lnTo>
                      <a:pt x="1036" y="32"/>
                    </a:lnTo>
                    <a:lnTo>
                      <a:pt x="1037" y="32"/>
                    </a:lnTo>
                    <a:lnTo>
                      <a:pt x="1037" y="33"/>
                    </a:lnTo>
                    <a:lnTo>
                      <a:pt x="1038" y="33"/>
                    </a:lnTo>
                    <a:lnTo>
                      <a:pt x="1038" y="33"/>
                    </a:lnTo>
                    <a:lnTo>
                      <a:pt x="1039" y="34"/>
                    </a:lnTo>
                    <a:lnTo>
                      <a:pt x="1040" y="35"/>
                    </a:lnTo>
                    <a:lnTo>
                      <a:pt x="1040" y="35"/>
                    </a:lnTo>
                    <a:lnTo>
                      <a:pt x="1041" y="36"/>
                    </a:lnTo>
                    <a:lnTo>
                      <a:pt x="1041" y="36"/>
                    </a:lnTo>
                    <a:lnTo>
                      <a:pt x="1041" y="36"/>
                    </a:lnTo>
                    <a:lnTo>
                      <a:pt x="1042" y="37"/>
                    </a:lnTo>
                    <a:lnTo>
                      <a:pt x="1042" y="37"/>
                    </a:lnTo>
                    <a:lnTo>
                      <a:pt x="1042" y="38"/>
                    </a:lnTo>
                    <a:lnTo>
                      <a:pt x="1043" y="38"/>
                    </a:lnTo>
                    <a:lnTo>
                      <a:pt x="1043" y="38"/>
                    </a:lnTo>
                    <a:lnTo>
                      <a:pt x="1043" y="39"/>
                    </a:lnTo>
                    <a:lnTo>
                      <a:pt x="1044" y="39"/>
                    </a:lnTo>
                    <a:lnTo>
                      <a:pt x="1044" y="40"/>
                    </a:lnTo>
                    <a:lnTo>
                      <a:pt x="1044" y="40"/>
                    </a:lnTo>
                    <a:lnTo>
                      <a:pt x="1045" y="41"/>
                    </a:lnTo>
                    <a:lnTo>
                      <a:pt x="1045" y="41"/>
                    </a:lnTo>
                    <a:lnTo>
                      <a:pt x="1045" y="42"/>
                    </a:lnTo>
                    <a:lnTo>
                      <a:pt x="1046" y="42"/>
                    </a:lnTo>
                    <a:lnTo>
                      <a:pt x="1046" y="43"/>
                    </a:lnTo>
                    <a:lnTo>
                      <a:pt x="1046" y="43"/>
                    </a:lnTo>
                    <a:lnTo>
                      <a:pt x="1046" y="44"/>
                    </a:lnTo>
                    <a:lnTo>
                      <a:pt x="1047" y="44"/>
                    </a:lnTo>
                    <a:lnTo>
                      <a:pt x="1047" y="45"/>
                    </a:lnTo>
                    <a:lnTo>
                      <a:pt x="1047" y="45"/>
                    </a:lnTo>
                    <a:lnTo>
                      <a:pt x="1047" y="46"/>
                    </a:lnTo>
                    <a:lnTo>
                      <a:pt x="1048" y="46"/>
                    </a:lnTo>
                    <a:lnTo>
                      <a:pt x="1048" y="47"/>
                    </a:lnTo>
                    <a:lnTo>
                      <a:pt x="1048" y="47"/>
                    </a:lnTo>
                    <a:lnTo>
                      <a:pt x="1048" y="48"/>
                    </a:lnTo>
                    <a:lnTo>
                      <a:pt x="1049" y="49"/>
                    </a:lnTo>
                    <a:lnTo>
                      <a:pt x="1049" y="49"/>
                    </a:lnTo>
                    <a:lnTo>
                      <a:pt x="1049" y="50"/>
                    </a:lnTo>
                    <a:lnTo>
                      <a:pt x="1049" y="50"/>
                    </a:lnTo>
                    <a:lnTo>
                      <a:pt x="1050" y="51"/>
                    </a:lnTo>
                    <a:lnTo>
                      <a:pt x="1050" y="52"/>
                    </a:lnTo>
                    <a:lnTo>
                      <a:pt x="1050" y="52"/>
                    </a:lnTo>
                    <a:lnTo>
                      <a:pt x="1050" y="53"/>
                    </a:lnTo>
                    <a:lnTo>
                      <a:pt x="1050" y="54"/>
                    </a:lnTo>
                    <a:lnTo>
                      <a:pt x="1050" y="54"/>
                    </a:lnTo>
                    <a:lnTo>
                      <a:pt x="1050" y="55"/>
                    </a:lnTo>
                    <a:lnTo>
                      <a:pt x="1051" y="56"/>
                    </a:lnTo>
                    <a:lnTo>
                      <a:pt x="1051" y="56"/>
                    </a:lnTo>
                    <a:lnTo>
                      <a:pt x="1051" y="57"/>
                    </a:lnTo>
                    <a:lnTo>
                      <a:pt x="1051" y="58"/>
                    </a:lnTo>
                    <a:lnTo>
                      <a:pt x="1051" y="58"/>
                    </a:lnTo>
                    <a:lnTo>
                      <a:pt x="1051" y="59"/>
                    </a:lnTo>
                    <a:lnTo>
                      <a:pt x="1051" y="60"/>
                    </a:lnTo>
                    <a:lnTo>
                      <a:pt x="1051" y="60"/>
                    </a:lnTo>
                    <a:lnTo>
                      <a:pt x="1051" y="61"/>
                    </a:lnTo>
                    <a:lnTo>
                      <a:pt x="1051" y="62"/>
                    </a:lnTo>
                    <a:lnTo>
                      <a:pt x="1051" y="62"/>
                    </a:lnTo>
                    <a:lnTo>
                      <a:pt x="1051" y="62"/>
                    </a:lnTo>
                    <a:lnTo>
                      <a:pt x="1051" y="63"/>
                    </a:lnTo>
                    <a:lnTo>
                      <a:pt x="1051" y="63"/>
                    </a:lnTo>
                    <a:lnTo>
                      <a:pt x="1051" y="64"/>
                    </a:lnTo>
                    <a:lnTo>
                      <a:pt x="1051" y="65"/>
                    </a:lnTo>
                    <a:lnTo>
                      <a:pt x="1051" y="65"/>
                    </a:lnTo>
                    <a:lnTo>
                      <a:pt x="1050" y="66"/>
                    </a:lnTo>
                    <a:lnTo>
                      <a:pt x="1050" y="67"/>
                    </a:lnTo>
                    <a:lnTo>
                      <a:pt x="1050" y="67"/>
                    </a:lnTo>
                    <a:lnTo>
                      <a:pt x="1050" y="68"/>
                    </a:lnTo>
                    <a:lnTo>
                      <a:pt x="1050" y="69"/>
                    </a:lnTo>
                    <a:lnTo>
                      <a:pt x="1050" y="69"/>
                    </a:lnTo>
                    <a:lnTo>
                      <a:pt x="1050" y="70"/>
                    </a:lnTo>
                    <a:lnTo>
                      <a:pt x="1049" y="71"/>
                    </a:lnTo>
                    <a:lnTo>
                      <a:pt x="1049" y="71"/>
                    </a:lnTo>
                    <a:lnTo>
                      <a:pt x="1049" y="72"/>
                    </a:lnTo>
                    <a:lnTo>
                      <a:pt x="1049" y="72"/>
                    </a:lnTo>
                    <a:lnTo>
                      <a:pt x="1048" y="73"/>
                    </a:lnTo>
                    <a:lnTo>
                      <a:pt x="1048" y="74"/>
                    </a:lnTo>
                    <a:lnTo>
                      <a:pt x="1048" y="74"/>
                    </a:lnTo>
                    <a:lnTo>
                      <a:pt x="1048" y="75"/>
                    </a:lnTo>
                    <a:lnTo>
                      <a:pt x="1047" y="75"/>
                    </a:lnTo>
                    <a:lnTo>
                      <a:pt x="1047" y="76"/>
                    </a:lnTo>
                    <a:lnTo>
                      <a:pt x="1047" y="77"/>
                    </a:lnTo>
                    <a:lnTo>
                      <a:pt x="1047" y="77"/>
                    </a:lnTo>
                    <a:lnTo>
                      <a:pt x="1046" y="78"/>
                    </a:lnTo>
                    <a:lnTo>
                      <a:pt x="1046" y="78"/>
                    </a:lnTo>
                    <a:lnTo>
                      <a:pt x="1046" y="79"/>
                    </a:lnTo>
                    <a:lnTo>
                      <a:pt x="1045" y="79"/>
                    </a:lnTo>
                    <a:lnTo>
                      <a:pt x="1045" y="80"/>
                    </a:lnTo>
                    <a:lnTo>
                      <a:pt x="1045" y="80"/>
                    </a:lnTo>
                    <a:lnTo>
                      <a:pt x="1044" y="81"/>
                    </a:lnTo>
                    <a:lnTo>
                      <a:pt x="1044" y="82"/>
                    </a:lnTo>
                    <a:lnTo>
                      <a:pt x="1044" y="82"/>
                    </a:lnTo>
                    <a:lnTo>
                      <a:pt x="1043" y="83"/>
                    </a:lnTo>
                    <a:lnTo>
                      <a:pt x="1043" y="83"/>
                    </a:lnTo>
                    <a:lnTo>
                      <a:pt x="1043" y="84"/>
                    </a:lnTo>
                    <a:lnTo>
                      <a:pt x="1042" y="84"/>
                    </a:lnTo>
                    <a:lnTo>
                      <a:pt x="1042" y="85"/>
                    </a:lnTo>
                    <a:lnTo>
                      <a:pt x="1041" y="86"/>
                    </a:lnTo>
                    <a:lnTo>
                      <a:pt x="1040" y="87"/>
                    </a:lnTo>
                    <a:lnTo>
                      <a:pt x="1040" y="87"/>
                    </a:lnTo>
                    <a:lnTo>
                      <a:pt x="1039" y="88"/>
                    </a:lnTo>
                    <a:lnTo>
                      <a:pt x="1038" y="89"/>
                    </a:lnTo>
                    <a:lnTo>
                      <a:pt x="1038" y="90"/>
                    </a:lnTo>
                    <a:lnTo>
                      <a:pt x="1037" y="90"/>
                    </a:lnTo>
                    <a:lnTo>
                      <a:pt x="1037" y="91"/>
                    </a:lnTo>
                    <a:lnTo>
                      <a:pt x="1036" y="92"/>
                    </a:lnTo>
                    <a:lnTo>
                      <a:pt x="1036" y="92"/>
                    </a:lnTo>
                    <a:lnTo>
                      <a:pt x="1035" y="92"/>
                    </a:lnTo>
                    <a:lnTo>
                      <a:pt x="1034" y="93"/>
                    </a:lnTo>
                    <a:lnTo>
                      <a:pt x="1033" y="94"/>
                    </a:lnTo>
                    <a:lnTo>
                      <a:pt x="1032" y="94"/>
                    </a:lnTo>
                    <a:lnTo>
                      <a:pt x="1032" y="95"/>
                    </a:lnTo>
                    <a:lnTo>
                      <a:pt x="1031" y="96"/>
                    </a:lnTo>
                    <a:lnTo>
                      <a:pt x="1030" y="96"/>
                    </a:lnTo>
                    <a:lnTo>
                      <a:pt x="1029" y="97"/>
                    </a:lnTo>
                    <a:lnTo>
                      <a:pt x="1028" y="97"/>
                    </a:lnTo>
                    <a:lnTo>
                      <a:pt x="1027" y="98"/>
                    </a:lnTo>
                    <a:lnTo>
                      <a:pt x="1027" y="99"/>
                    </a:lnTo>
                    <a:lnTo>
                      <a:pt x="1026" y="99"/>
                    </a:lnTo>
                    <a:lnTo>
                      <a:pt x="1025" y="100"/>
                    </a:lnTo>
                    <a:lnTo>
                      <a:pt x="1024" y="100"/>
                    </a:lnTo>
                    <a:lnTo>
                      <a:pt x="1023" y="101"/>
                    </a:lnTo>
                    <a:lnTo>
                      <a:pt x="1022" y="101"/>
                    </a:lnTo>
                    <a:lnTo>
                      <a:pt x="1021" y="102"/>
                    </a:lnTo>
                    <a:lnTo>
                      <a:pt x="1021" y="102"/>
                    </a:lnTo>
                    <a:lnTo>
                      <a:pt x="1020" y="103"/>
                    </a:lnTo>
                    <a:lnTo>
                      <a:pt x="1019" y="103"/>
                    </a:lnTo>
                    <a:lnTo>
                      <a:pt x="1018" y="103"/>
                    </a:lnTo>
                    <a:lnTo>
                      <a:pt x="1017" y="104"/>
                    </a:lnTo>
                    <a:lnTo>
                      <a:pt x="1016" y="104"/>
                    </a:lnTo>
                    <a:lnTo>
                      <a:pt x="1015" y="105"/>
                    </a:lnTo>
                    <a:lnTo>
                      <a:pt x="1014" y="105"/>
                    </a:lnTo>
                    <a:lnTo>
                      <a:pt x="1013" y="106"/>
                    </a:lnTo>
                    <a:lnTo>
                      <a:pt x="1012" y="106"/>
                    </a:lnTo>
                    <a:lnTo>
                      <a:pt x="1011" y="106"/>
                    </a:lnTo>
                    <a:lnTo>
                      <a:pt x="1011" y="107"/>
                    </a:lnTo>
                    <a:lnTo>
                      <a:pt x="1010" y="107"/>
                    </a:lnTo>
                    <a:lnTo>
                      <a:pt x="1009" y="107"/>
                    </a:lnTo>
                    <a:lnTo>
                      <a:pt x="1008" y="108"/>
                    </a:lnTo>
                    <a:lnTo>
                      <a:pt x="1008" y="108"/>
                    </a:lnTo>
                    <a:lnTo>
                      <a:pt x="1007" y="108"/>
                    </a:lnTo>
                    <a:lnTo>
                      <a:pt x="1006" y="109"/>
                    </a:lnTo>
                    <a:lnTo>
                      <a:pt x="1005" y="109"/>
                    </a:lnTo>
                    <a:lnTo>
                      <a:pt x="1004" y="109"/>
                    </a:lnTo>
                    <a:lnTo>
                      <a:pt x="1003" y="110"/>
                    </a:lnTo>
                    <a:lnTo>
                      <a:pt x="1002" y="110"/>
                    </a:lnTo>
                    <a:lnTo>
                      <a:pt x="1001" y="110"/>
                    </a:lnTo>
                    <a:lnTo>
                      <a:pt x="1000" y="110"/>
                    </a:lnTo>
                    <a:lnTo>
                      <a:pt x="999" y="111"/>
                    </a:lnTo>
                    <a:lnTo>
                      <a:pt x="998" y="111"/>
                    </a:lnTo>
                    <a:lnTo>
                      <a:pt x="997" y="111"/>
                    </a:lnTo>
                    <a:lnTo>
                      <a:pt x="996" y="111"/>
                    </a:lnTo>
                    <a:lnTo>
                      <a:pt x="995" y="112"/>
                    </a:lnTo>
                    <a:lnTo>
                      <a:pt x="994" y="112"/>
                    </a:lnTo>
                    <a:lnTo>
                      <a:pt x="993" y="112"/>
                    </a:lnTo>
                    <a:lnTo>
                      <a:pt x="992" y="112"/>
                    </a:lnTo>
                    <a:lnTo>
                      <a:pt x="991" y="112"/>
                    </a:lnTo>
                    <a:lnTo>
                      <a:pt x="990" y="113"/>
                    </a:lnTo>
                    <a:lnTo>
                      <a:pt x="989" y="113"/>
                    </a:lnTo>
                    <a:lnTo>
                      <a:pt x="988" y="113"/>
                    </a:lnTo>
                    <a:lnTo>
                      <a:pt x="987" y="113"/>
                    </a:lnTo>
                    <a:lnTo>
                      <a:pt x="986" y="113"/>
                    </a:lnTo>
                    <a:lnTo>
                      <a:pt x="985" y="113"/>
                    </a:lnTo>
                    <a:lnTo>
                      <a:pt x="984" y="114"/>
                    </a:lnTo>
                    <a:lnTo>
                      <a:pt x="983" y="114"/>
                    </a:lnTo>
                    <a:lnTo>
                      <a:pt x="982" y="114"/>
                    </a:lnTo>
                    <a:lnTo>
                      <a:pt x="981" y="114"/>
                    </a:lnTo>
                    <a:lnTo>
                      <a:pt x="980" y="114"/>
                    </a:lnTo>
                    <a:lnTo>
                      <a:pt x="979" y="114"/>
                    </a:lnTo>
                    <a:lnTo>
                      <a:pt x="979" y="114"/>
                    </a:lnTo>
                    <a:lnTo>
                      <a:pt x="978" y="115"/>
                    </a:lnTo>
                    <a:lnTo>
                      <a:pt x="977" y="115"/>
                    </a:lnTo>
                    <a:lnTo>
                      <a:pt x="976" y="115"/>
                    </a:lnTo>
                    <a:lnTo>
                      <a:pt x="975" y="115"/>
                    </a:lnTo>
                    <a:lnTo>
                      <a:pt x="974" y="115"/>
                    </a:lnTo>
                    <a:lnTo>
                      <a:pt x="973" y="115"/>
                    </a:lnTo>
                    <a:lnTo>
                      <a:pt x="972" y="115"/>
                    </a:lnTo>
                    <a:lnTo>
                      <a:pt x="971" y="115"/>
                    </a:lnTo>
                    <a:lnTo>
                      <a:pt x="969" y="115"/>
                    </a:lnTo>
                    <a:lnTo>
                      <a:pt x="968" y="115"/>
                    </a:lnTo>
                    <a:lnTo>
                      <a:pt x="967" y="115"/>
                    </a:lnTo>
                    <a:lnTo>
                      <a:pt x="966" y="115"/>
                    </a:lnTo>
                    <a:lnTo>
                      <a:pt x="965" y="116"/>
                    </a:lnTo>
                    <a:lnTo>
                      <a:pt x="964" y="116"/>
                    </a:lnTo>
                    <a:lnTo>
                      <a:pt x="963" y="116"/>
                    </a:lnTo>
                    <a:lnTo>
                      <a:pt x="962" y="116"/>
                    </a:lnTo>
                    <a:lnTo>
                      <a:pt x="961" y="116"/>
                    </a:lnTo>
                    <a:lnTo>
                      <a:pt x="960" y="116"/>
                    </a:lnTo>
                    <a:lnTo>
                      <a:pt x="959" y="116"/>
                    </a:lnTo>
                    <a:lnTo>
                      <a:pt x="958" y="116"/>
                    </a:lnTo>
                    <a:lnTo>
                      <a:pt x="957" y="116"/>
                    </a:lnTo>
                    <a:lnTo>
                      <a:pt x="956" y="116"/>
                    </a:lnTo>
                    <a:lnTo>
                      <a:pt x="954" y="116"/>
                    </a:lnTo>
                    <a:lnTo>
                      <a:pt x="953" y="116"/>
                    </a:lnTo>
                    <a:lnTo>
                      <a:pt x="952" y="116"/>
                    </a:lnTo>
                    <a:lnTo>
                      <a:pt x="951" y="116"/>
                    </a:lnTo>
                    <a:lnTo>
                      <a:pt x="950" y="116"/>
                    </a:lnTo>
                    <a:lnTo>
                      <a:pt x="950" y="116"/>
                    </a:lnTo>
                    <a:lnTo>
                      <a:pt x="949" y="116"/>
                    </a:lnTo>
                    <a:lnTo>
                      <a:pt x="948" y="116"/>
                    </a:lnTo>
                    <a:lnTo>
                      <a:pt x="947" y="116"/>
                    </a:lnTo>
                    <a:lnTo>
                      <a:pt x="946" y="116"/>
                    </a:lnTo>
                    <a:lnTo>
                      <a:pt x="945" y="116"/>
                    </a:lnTo>
                    <a:lnTo>
                      <a:pt x="943" y="116"/>
                    </a:lnTo>
                    <a:lnTo>
                      <a:pt x="942" y="116"/>
                    </a:lnTo>
                    <a:lnTo>
                      <a:pt x="941" y="116"/>
                    </a:lnTo>
                    <a:lnTo>
                      <a:pt x="940" y="116"/>
                    </a:lnTo>
                    <a:lnTo>
                      <a:pt x="939" y="116"/>
                    </a:lnTo>
                    <a:lnTo>
                      <a:pt x="938" y="116"/>
                    </a:lnTo>
                    <a:lnTo>
                      <a:pt x="937" y="115"/>
                    </a:lnTo>
                    <a:lnTo>
                      <a:pt x="936" y="115"/>
                    </a:lnTo>
                    <a:lnTo>
                      <a:pt x="935" y="115"/>
                    </a:lnTo>
                    <a:lnTo>
                      <a:pt x="934" y="115"/>
                    </a:lnTo>
                    <a:lnTo>
                      <a:pt x="932" y="115"/>
                    </a:lnTo>
                    <a:lnTo>
                      <a:pt x="930" y="115"/>
                    </a:lnTo>
                    <a:lnTo>
                      <a:pt x="928" y="115"/>
                    </a:lnTo>
                    <a:lnTo>
                      <a:pt x="926" y="115"/>
                    </a:lnTo>
                    <a:lnTo>
                      <a:pt x="924" y="115"/>
                    </a:lnTo>
                    <a:lnTo>
                      <a:pt x="921" y="114"/>
                    </a:lnTo>
                    <a:lnTo>
                      <a:pt x="920" y="114"/>
                    </a:lnTo>
                    <a:lnTo>
                      <a:pt x="918" y="114"/>
                    </a:lnTo>
                    <a:lnTo>
                      <a:pt x="916" y="114"/>
                    </a:lnTo>
                    <a:lnTo>
                      <a:pt x="913" y="114"/>
                    </a:lnTo>
                    <a:lnTo>
                      <a:pt x="911" y="113"/>
                    </a:lnTo>
                    <a:lnTo>
                      <a:pt x="909" y="113"/>
                    </a:lnTo>
                    <a:lnTo>
                      <a:pt x="907" y="113"/>
                    </a:lnTo>
                    <a:lnTo>
                      <a:pt x="905" y="113"/>
                    </a:lnTo>
                    <a:lnTo>
                      <a:pt x="902" y="112"/>
                    </a:lnTo>
                    <a:lnTo>
                      <a:pt x="900" y="112"/>
                    </a:lnTo>
                    <a:lnTo>
                      <a:pt x="898" y="112"/>
                    </a:lnTo>
                    <a:lnTo>
                      <a:pt x="896" y="111"/>
                    </a:lnTo>
                    <a:lnTo>
                      <a:pt x="894" y="111"/>
                    </a:lnTo>
                    <a:lnTo>
                      <a:pt x="892" y="111"/>
                    </a:lnTo>
                    <a:lnTo>
                      <a:pt x="890" y="111"/>
                    </a:lnTo>
                    <a:lnTo>
                      <a:pt x="888" y="110"/>
                    </a:lnTo>
                    <a:lnTo>
                      <a:pt x="886" y="110"/>
                    </a:lnTo>
                    <a:lnTo>
                      <a:pt x="884" y="110"/>
                    </a:lnTo>
                    <a:lnTo>
                      <a:pt x="882" y="109"/>
                    </a:lnTo>
                    <a:lnTo>
                      <a:pt x="880" y="109"/>
                    </a:lnTo>
                    <a:lnTo>
                      <a:pt x="878" y="108"/>
                    </a:lnTo>
                    <a:lnTo>
                      <a:pt x="876" y="108"/>
                    </a:lnTo>
                    <a:lnTo>
                      <a:pt x="874" y="108"/>
                    </a:lnTo>
                    <a:lnTo>
                      <a:pt x="871" y="107"/>
                    </a:lnTo>
                    <a:lnTo>
                      <a:pt x="869" y="107"/>
                    </a:lnTo>
                    <a:lnTo>
                      <a:pt x="868" y="107"/>
                    </a:lnTo>
                    <a:lnTo>
                      <a:pt x="867" y="107"/>
                    </a:lnTo>
                    <a:lnTo>
                      <a:pt x="866" y="106"/>
                    </a:lnTo>
                    <a:lnTo>
                      <a:pt x="865" y="106"/>
                    </a:lnTo>
                    <a:lnTo>
                      <a:pt x="864" y="104"/>
                    </a:lnTo>
                    <a:lnTo>
                      <a:pt x="863" y="102"/>
                    </a:lnTo>
                    <a:lnTo>
                      <a:pt x="861" y="101"/>
                    </a:lnTo>
                    <a:lnTo>
                      <a:pt x="860" y="100"/>
                    </a:lnTo>
                    <a:lnTo>
                      <a:pt x="859" y="99"/>
                    </a:lnTo>
                    <a:lnTo>
                      <a:pt x="858" y="99"/>
                    </a:lnTo>
                    <a:lnTo>
                      <a:pt x="856" y="98"/>
                    </a:lnTo>
                    <a:lnTo>
                      <a:pt x="854" y="97"/>
                    </a:lnTo>
                    <a:lnTo>
                      <a:pt x="852" y="97"/>
                    </a:lnTo>
                    <a:lnTo>
                      <a:pt x="850" y="96"/>
                    </a:lnTo>
                    <a:lnTo>
                      <a:pt x="849" y="95"/>
                    </a:lnTo>
                    <a:lnTo>
                      <a:pt x="847" y="95"/>
                    </a:lnTo>
                    <a:lnTo>
                      <a:pt x="845" y="94"/>
                    </a:lnTo>
                    <a:lnTo>
                      <a:pt x="843" y="93"/>
                    </a:lnTo>
                    <a:lnTo>
                      <a:pt x="842" y="93"/>
                    </a:lnTo>
                    <a:lnTo>
                      <a:pt x="841" y="92"/>
                    </a:lnTo>
                    <a:lnTo>
                      <a:pt x="841" y="92"/>
                    </a:lnTo>
                    <a:lnTo>
                      <a:pt x="840" y="93"/>
                    </a:lnTo>
                    <a:lnTo>
                      <a:pt x="838" y="93"/>
                    </a:lnTo>
                    <a:lnTo>
                      <a:pt x="836" y="94"/>
                    </a:lnTo>
                    <a:lnTo>
                      <a:pt x="834" y="94"/>
                    </a:lnTo>
                    <a:lnTo>
                      <a:pt x="833" y="95"/>
                    </a:lnTo>
                    <a:lnTo>
                      <a:pt x="832" y="95"/>
                    </a:lnTo>
                    <a:lnTo>
                      <a:pt x="830" y="96"/>
                    </a:lnTo>
                    <a:lnTo>
                      <a:pt x="828" y="96"/>
                    </a:lnTo>
                    <a:lnTo>
                      <a:pt x="826" y="97"/>
                    </a:lnTo>
                    <a:lnTo>
                      <a:pt x="825" y="97"/>
                    </a:lnTo>
                    <a:lnTo>
                      <a:pt x="823" y="97"/>
                    </a:lnTo>
                    <a:lnTo>
                      <a:pt x="821" y="98"/>
                    </a:lnTo>
                    <a:lnTo>
                      <a:pt x="819" y="98"/>
                    </a:lnTo>
                    <a:lnTo>
                      <a:pt x="817" y="99"/>
                    </a:lnTo>
                    <a:lnTo>
                      <a:pt x="816" y="99"/>
                    </a:lnTo>
                    <a:lnTo>
                      <a:pt x="814" y="99"/>
                    </a:lnTo>
                    <a:lnTo>
                      <a:pt x="812" y="100"/>
                    </a:lnTo>
                    <a:lnTo>
                      <a:pt x="810" y="100"/>
                    </a:lnTo>
                    <a:lnTo>
                      <a:pt x="809" y="100"/>
                    </a:lnTo>
                    <a:lnTo>
                      <a:pt x="807" y="101"/>
                    </a:lnTo>
                    <a:lnTo>
                      <a:pt x="805" y="101"/>
                    </a:lnTo>
                    <a:lnTo>
                      <a:pt x="804" y="101"/>
                    </a:lnTo>
                    <a:lnTo>
                      <a:pt x="803" y="102"/>
                    </a:lnTo>
                    <a:lnTo>
                      <a:pt x="801" y="102"/>
                    </a:lnTo>
                    <a:lnTo>
                      <a:pt x="799" y="102"/>
                    </a:lnTo>
                    <a:lnTo>
                      <a:pt x="797" y="103"/>
                    </a:lnTo>
                    <a:lnTo>
                      <a:pt x="796" y="103"/>
                    </a:lnTo>
                    <a:lnTo>
                      <a:pt x="794" y="103"/>
                    </a:lnTo>
                    <a:lnTo>
                      <a:pt x="792" y="104"/>
                    </a:lnTo>
                    <a:lnTo>
                      <a:pt x="790" y="104"/>
                    </a:lnTo>
                    <a:lnTo>
                      <a:pt x="788" y="104"/>
                    </a:lnTo>
                    <a:lnTo>
                      <a:pt x="787" y="105"/>
                    </a:lnTo>
                    <a:lnTo>
                      <a:pt x="785" y="105"/>
                    </a:lnTo>
                    <a:lnTo>
                      <a:pt x="785" y="105"/>
                    </a:lnTo>
                    <a:lnTo>
                      <a:pt x="783" y="105"/>
                    </a:lnTo>
                    <a:lnTo>
                      <a:pt x="781" y="105"/>
                    </a:lnTo>
                    <a:lnTo>
                      <a:pt x="780" y="106"/>
                    </a:lnTo>
                    <a:lnTo>
                      <a:pt x="778" y="106"/>
                    </a:lnTo>
                    <a:lnTo>
                      <a:pt x="776" y="106"/>
                    </a:lnTo>
                    <a:lnTo>
                      <a:pt x="775" y="106"/>
                    </a:lnTo>
                    <a:lnTo>
                      <a:pt x="774" y="107"/>
                    </a:lnTo>
                    <a:lnTo>
                      <a:pt x="772" y="107"/>
                    </a:lnTo>
                    <a:lnTo>
                      <a:pt x="770" y="107"/>
                    </a:lnTo>
                    <a:lnTo>
                      <a:pt x="768" y="107"/>
                    </a:lnTo>
                    <a:lnTo>
                      <a:pt x="767" y="108"/>
                    </a:lnTo>
                    <a:lnTo>
                      <a:pt x="765" y="108"/>
                    </a:lnTo>
                    <a:lnTo>
                      <a:pt x="763" y="108"/>
                    </a:lnTo>
                    <a:lnTo>
                      <a:pt x="761" y="108"/>
                    </a:lnTo>
                    <a:lnTo>
                      <a:pt x="760" y="109"/>
                    </a:lnTo>
                    <a:lnTo>
                      <a:pt x="758" y="109"/>
                    </a:lnTo>
                    <a:lnTo>
                      <a:pt x="756" y="109"/>
                    </a:lnTo>
                    <a:lnTo>
                      <a:pt x="754" y="109"/>
                    </a:lnTo>
                    <a:lnTo>
                      <a:pt x="752" y="109"/>
                    </a:lnTo>
                    <a:lnTo>
                      <a:pt x="749" y="110"/>
                    </a:lnTo>
                    <a:lnTo>
                      <a:pt x="746" y="110"/>
                    </a:lnTo>
                    <a:lnTo>
                      <a:pt x="743" y="111"/>
                    </a:lnTo>
                    <a:lnTo>
                      <a:pt x="739" y="111"/>
                    </a:lnTo>
                    <a:lnTo>
                      <a:pt x="736" y="111"/>
                    </a:lnTo>
                    <a:lnTo>
                      <a:pt x="732" y="112"/>
                    </a:lnTo>
                    <a:lnTo>
                      <a:pt x="729" y="112"/>
                    </a:lnTo>
                    <a:lnTo>
                      <a:pt x="725" y="112"/>
                    </a:lnTo>
                    <a:lnTo>
                      <a:pt x="722" y="113"/>
                    </a:lnTo>
                    <a:lnTo>
                      <a:pt x="718" y="113"/>
                    </a:lnTo>
                    <a:lnTo>
                      <a:pt x="716" y="113"/>
                    </a:lnTo>
                    <a:lnTo>
                      <a:pt x="712" y="114"/>
                    </a:lnTo>
                    <a:lnTo>
                      <a:pt x="709" y="114"/>
                    </a:lnTo>
                    <a:lnTo>
                      <a:pt x="706" y="114"/>
                    </a:lnTo>
                    <a:lnTo>
                      <a:pt x="702" y="115"/>
                    </a:lnTo>
                    <a:lnTo>
                      <a:pt x="695" y="115"/>
                    </a:lnTo>
                    <a:lnTo>
                      <a:pt x="689" y="116"/>
                    </a:lnTo>
                    <a:lnTo>
                      <a:pt x="682" y="116"/>
                    </a:lnTo>
                    <a:lnTo>
                      <a:pt x="675" y="117"/>
                    </a:lnTo>
                    <a:lnTo>
                      <a:pt x="672" y="117"/>
                    </a:lnTo>
                    <a:lnTo>
                      <a:pt x="668" y="118"/>
                    </a:lnTo>
                    <a:lnTo>
                      <a:pt x="665" y="118"/>
                    </a:lnTo>
                    <a:lnTo>
                      <a:pt x="661" y="118"/>
                    </a:lnTo>
                    <a:lnTo>
                      <a:pt x="659" y="119"/>
                    </a:lnTo>
                    <a:lnTo>
                      <a:pt x="655" y="119"/>
                    </a:lnTo>
                    <a:lnTo>
                      <a:pt x="652" y="119"/>
                    </a:lnTo>
                    <a:lnTo>
                      <a:pt x="648" y="120"/>
                    </a:lnTo>
                    <a:lnTo>
                      <a:pt x="646" y="120"/>
                    </a:lnTo>
                    <a:lnTo>
                      <a:pt x="643" y="120"/>
                    </a:lnTo>
                    <a:lnTo>
                      <a:pt x="641" y="120"/>
                    </a:lnTo>
                    <a:lnTo>
                      <a:pt x="638" y="121"/>
                    </a:lnTo>
                    <a:lnTo>
                      <a:pt x="636" y="121"/>
                    </a:lnTo>
                    <a:lnTo>
                      <a:pt x="633" y="121"/>
                    </a:lnTo>
                    <a:lnTo>
                      <a:pt x="631" y="121"/>
                    </a:lnTo>
                    <a:lnTo>
                      <a:pt x="629" y="121"/>
                    </a:lnTo>
                    <a:lnTo>
                      <a:pt x="626" y="121"/>
                    </a:lnTo>
                    <a:lnTo>
                      <a:pt x="624" y="121"/>
                    </a:lnTo>
                    <a:lnTo>
                      <a:pt x="621" y="121"/>
                    </a:lnTo>
                    <a:lnTo>
                      <a:pt x="618" y="121"/>
                    </a:lnTo>
                    <a:lnTo>
                      <a:pt x="616" y="121"/>
                    </a:lnTo>
                    <a:lnTo>
                      <a:pt x="613" y="122"/>
                    </a:lnTo>
                    <a:lnTo>
                      <a:pt x="611" y="122"/>
                    </a:lnTo>
                    <a:lnTo>
                      <a:pt x="608" y="122"/>
                    </a:lnTo>
                    <a:lnTo>
                      <a:pt x="606" y="122"/>
                    </a:lnTo>
                    <a:lnTo>
                      <a:pt x="603" y="122"/>
                    </a:lnTo>
                    <a:lnTo>
                      <a:pt x="601" y="122"/>
                    </a:lnTo>
                    <a:lnTo>
                      <a:pt x="599" y="122"/>
                    </a:lnTo>
                    <a:lnTo>
                      <a:pt x="596" y="123"/>
                    </a:lnTo>
                    <a:lnTo>
                      <a:pt x="594" y="123"/>
                    </a:lnTo>
                    <a:lnTo>
                      <a:pt x="591" y="123"/>
                    </a:lnTo>
                    <a:lnTo>
                      <a:pt x="588" y="123"/>
                    </a:lnTo>
                    <a:lnTo>
                      <a:pt x="586" y="123"/>
                    </a:lnTo>
                    <a:lnTo>
                      <a:pt x="583" y="123"/>
                    </a:lnTo>
                    <a:lnTo>
                      <a:pt x="581" y="123"/>
                    </a:lnTo>
                    <a:lnTo>
                      <a:pt x="578" y="124"/>
                    </a:lnTo>
                    <a:lnTo>
                      <a:pt x="575" y="124"/>
                    </a:lnTo>
                    <a:lnTo>
                      <a:pt x="574" y="124"/>
                    </a:lnTo>
                    <a:lnTo>
                      <a:pt x="571" y="124"/>
                    </a:lnTo>
                    <a:lnTo>
                      <a:pt x="569" y="124"/>
                    </a:lnTo>
                    <a:lnTo>
                      <a:pt x="566" y="124"/>
                    </a:lnTo>
                    <a:lnTo>
                      <a:pt x="563" y="124"/>
                    </a:lnTo>
                    <a:lnTo>
                      <a:pt x="561" y="124"/>
                    </a:lnTo>
                    <a:lnTo>
                      <a:pt x="558" y="124"/>
                    </a:lnTo>
                    <a:lnTo>
                      <a:pt x="556" y="124"/>
                    </a:lnTo>
                    <a:lnTo>
                      <a:pt x="553" y="124"/>
                    </a:lnTo>
                    <a:lnTo>
                      <a:pt x="550" y="124"/>
                    </a:lnTo>
                    <a:lnTo>
                      <a:pt x="548" y="125"/>
                    </a:lnTo>
                    <a:lnTo>
                      <a:pt x="545" y="125"/>
                    </a:lnTo>
                    <a:lnTo>
                      <a:pt x="544" y="125"/>
                    </a:lnTo>
                    <a:lnTo>
                      <a:pt x="541" y="125"/>
                    </a:lnTo>
                    <a:lnTo>
                      <a:pt x="538" y="125"/>
                    </a:lnTo>
                    <a:lnTo>
                      <a:pt x="536" y="125"/>
                    </a:lnTo>
                    <a:lnTo>
                      <a:pt x="533" y="125"/>
                    </a:lnTo>
                    <a:lnTo>
                      <a:pt x="531" y="125"/>
                    </a:lnTo>
                    <a:lnTo>
                      <a:pt x="528" y="125"/>
                    </a:lnTo>
                    <a:lnTo>
                      <a:pt x="525" y="125"/>
                    </a:lnTo>
                    <a:lnTo>
                      <a:pt x="523" y="125"/>
                    </a:lnTo>
                    <a:lnTo>
                      <a:pt x="520" y="125"/>
                    </a:lnTo>
                    <a:lnTo>
                      <a:pt x="518" y="125"/>
                    </a:lnTo>
                    <a:lnTo>
                      <a:pt x="516" y="125"/>
                    </a:lnTo>
                    <a:lnTo>
                      <a:pt x="514" y="125"/>
                    </a:lnTo>
                    <a:lnTo>
                      <a:pt x="513" y="125"/>
                    </a:lnTo>
                    <a:lnTo>
                      <a:pt x="511" y="125"/>
                    </a:lnTo>
                    <a:lnTo>
                      <a:pt x="508" y="125"/>
                    </a:lnTo>
                    <a:lnTo>
                      <a:pt x="506" y="125"/>
                    </a:lnTo>
                    <a:lnTo>
                      <a:pt x="503" y="125"/>
                    </a:lnTo>
                    <a:lnTo>
                      <a:pt x="500" y="125"/>
                    </a:lnTo>
                    <a:lnTo>
                      <a:pt x="498" y="125"/>
                    </a:lnTo>
                    <a:lnTo>
                      <a:pt x="495" y="125"/>
                    </a:lnTo>
                    <a:lnTo>
                      <a:pt x="493" y="125"/>
                    </a:lnTo>
                    <a:lnTo>
                      <a:pt x="490" y="125"/>
                    </a:lnTo>
                    <a:lnTo>
                      <a:pt x="487" y="125"/>
                    </a:lnTo>
                    <a:lnTo>
                      <a:pt x="486" y="125"/>
                    </a:lnTo>
                    <a:lnTo>
                      <a:pt x="483" y="125"/>
                    </a:lnTo>
                    <a:lnTo>
                      <a:pt x="481" y="125"/>
                    </a:lnTo>
                    <a:lnTo>
                      <a:pt x="478" y="125"/>
                    </a:lnTo>
                    <a:lnTo>
                      <a:pt x="476" y="125"/>
                    </a:lnTo>
                    <a:lnTo>
                      <a:pt x="473" y="125"/>
                    </a:lnTo>
                    <a:lnTo>
                      <a:pt x="468" y="124"/>
                    </a:lnTo>
                    <a:lnTo>
                      <a:pt x="463" y="124"/>
                    </a:lnTo>
                    <a:lnTo>
                      <a:pt x="458" y="124"/>
                    </a:lnTo>
                    <a:lnTo>
                      <a:pt x="453" y="124"/>
                    </a:lnTo>
                    <a:lnTo>
                      <a:pt x="448" y="124"/>
                    </a:lnTo>
                    <a:lnTo>
                      <a:pt x="443" y="124"/>
                    </a:lnTo>
                    <a:lnTo>
                      <a:pt x="438" y="124"/>
                    </a:lnTo>
                    <a:lnTo>
                      <a:pt x="432" y="123"/>
                    </a:lnTo>
                    <a:lnTo>
                      <a:pt x="428" y="123"/>
                    </a:lnTo>
                    <a:lnTo>
                      <a:pt x="423" y="123"/>
                    </a:lnTo>
                    <a:lnTo>
                      <a:pt x="418" y="123"/>
                    </a:lnTo>
                    <a:lnTo>
                      <a:pt x="413" y="123"/>
                    </a:lnTo>
                    <a:lnTo>
                      <a:pt x="407" y="122"/>
                    </a:lnTo>
                    <a:lnTo>
                      <a:pt x="402" y="122"/>
                    </a:lnTo>
                    <a:lnTo>
                      <a:pt x="402" y="122"/>
                    </a:lnTo>
                    <a:lnTo>
                      <a:pt x="398" y="122"/>
                    </a:lnTo>
                    <a:lnTo>
                      <a:pt x="393" y="122"/>
                    </a:lnTo>
                    <a:lnTo>
                      <a:pt x="388" y="121"/>
                    </a:lnTo>
                    <a:lnTo>
                      <a:pt x="382" y="121"/>
                    </a:lnTo>
                    <a:lnTo>
                      <a:pt x="377" y="121"/>
                    </a:lnTo>
                    <a:lnTo>
                      <a:pt x="373" y="121"/>
                    </a:lnTo>
                    <a:lnTo>
                      <a:pt x="368" y="121"/>
                    </a:lnTo>
                    <a:lnTo>
                      <a:pt x="363" y="121"/>
                    </a:lnTo>
                    <a:lnTo>
                      <a:pt x="357" y="121"/>
                    </a:lnTo>
                    <a:lnTo>
                      <a:pt x="352" y="120"/>
                    </a:lnTo>
                    <a:lnTo>
                      <a:pt x="347" y="120"/>
                    </a:lnTo>
                    <a:lnTo>
                      <a:pt x="343" y="120"/>
                    </a:lnTo>
                    <a:lnTo>
                      <a:pt x="338" y="119"/>
                    </a:lnTo>
                    <a:lnTo>
                      <a:pt x="333" y="119"/>
                    </a:lnTo>
                    <a:lnTo>
                      <a:pt x="327" y="119"/>
                    </a:lnTo>
                    <a:lnTo>
                      <a:pt x="322" y="118"/>
                    </a:lnTo>
                    <a:lnTo>
                      <a:pt x="322" y="118"/>
                    </a:lnTo>
                    <a:lnTo>
                      <a:pt x="317" y="118"/>
                    </a:lnTo>
                    <a:lnTo>
                      <a:pt x="313" y="117"/>
                    </a:lnTo>
                    <a:lnTo>
                      <a:pt x="308" y="117"/>
                    </a:lnTo>
                    <a:lnTo>
                      <a:pt x="302" y="116"/>
                    </a:lnTo>
                    <a:lnTo>
                      <a:pt x="297" y="115"/>
                    </a:lnTo>
                    <a:lnTo>
                      <a:pt x="287" y="114"/>
                    </a:lnTo>
                    <a:lnTo>
                      <a:pt x="278" y="113"/>
                    </a:lnTo>
                    <a:lnTo>
                      <a:pt x="278" y="113"/>
                    </a:lnTo>
                    <a:lnTo>
                      <a:pt x="268" y="111"/>
                    </a:lnTo>
                    <a:lnTo>
                      <a:pt x="248" y="108"/>
                    </a:lnTo>
                    <a:lnTo>
                      <a:pt x="244" y="108"/>
                    </a:lnTo>
                    <a:lnTo>
                      <a:pt x="238" y="107"/>
                    </a:lnTo>
                    <a:lnTo>
                      <a:pt x="228" y="106"/>
                    </a:lnTo>
                    <a:lnTo>
                      <a:pt x="218" y="105"/>
                    </a:lnTo>
                    <a:lnTo>
                      <a:pt x="208" y="105"/>
                    </a:lnTo>
                    <a:lnTo>
                      <a:pt x="203" y="104"/>
                    </a:lnTo>
                    <a:lnTo>
                      <a:pt x="199" y="104"/>
                    </a:lnTo>
                    <a:lnTo>
                      <a:pt x="194" y="103"/>
                    </a:lnTo>
                    <a:lnTo>
                      <a:pt x="188" y="103"/>
                    </a:lnTo>
                    <a:lnTo>
                      <a:pt x="183" y="102"/>
                    </a:lnTo>
                    <a:lnTo>
                      <a:pt x="178" y="102"/>
                    </a:lnTo>
                    <a:lnTo>
                      <a:pt x="173" y="101"/>
                    </a:lnTo>
                    <a:lnTo>
                      <a:pt x="169" y="101"/>
                    </a:lnTo>
                    <a:lnTo>
                      <a:pt x="164" y="101"/>
                    </a:lnTo>
                    <a:lnTo>
                      <a:pt x="159" y="100"/>
                    </a:lnTo>
                    <a:lnTo>
                      <a:pt x="154" y="100"/>
                    </a:lnTo>
                    <a:lnTo>
                      <a:pt x="149" y="100"/>
                    </a:lnTo>
                    <a:lnTo>
                      <a:pt x="148" y="99"/>
                    </a:lnTo>
                    <a:lnTo>
                      <a:pt x="143" y="99"/>
                    </a:lnTo>
                    <a:lnTo>
                      <a:pt x="139" y="99"/>
                    </a:lnTo>
                    <a:lnTo>
                      <a:pt x="134" y="98"/>
                    </a:lnTo>
                    <a:lnTo>
                      <a:pt x="129" y="98"/>
                    </a:lnTo>
                    <a:lnTo>
                      <a:pt x="124" y="97"/>
                    </a:lnTo>
                    <a:lnTo>
                      <a:pt x="119" y="97"/>
                    </a:lnTo>
                    <a:lnTo>
                      <a:pt x="114" y="97"/>
                    </a:lnTo>
                    <a:lnTo>
                      <a:pt x="110" y="96"/>
                    </a:lnTo>
                    <a:lnTo>
                      <a:pt x="105" y="96"/>
                    </a:lnTo>
                    <a:lnTo>
                      <a:pt x="100" y="96"/>
                    </a:lnTo>
                    <a:lnTo>
                      <a:pt x="95" y="95"/>
                    </a:lnTo>
                    <a:lnTo>
                      <a:pt x="91" y="95"/>
                    </a:lnTo>
                    <a:lnTo>
                      <a:pt x="89" y="95"/>
                    </a:lnTo>
                    <a:lnTo>
                      <a:pt x="84" y="95"/>
                    </a:lnTo>
                    <a:lnTo>
                      <a:pt x="80" y="94"/>
                    </a:lnTo>
                    <a:lnTo>
                      <a:pt x="75" y="94"/>
                    </a:lnTo>
                    <a:lnTo>
                      <a:pt x="70" y="94"/>
                    </a:lnTo>
                    <a:lnTo>
                      <a:pt x="65" y="93"/>
                    </a:lnTo>
                    <a:lnTo>
                      <a:pt x="60" y="93"/>
                    </a:lnTo>
                    <a:lnTo>
                      <a:pt x="55" y="93"/>
                    </a:lnTo>
                    <a:lnTo>
                      <a:pt x="51" y="93"/>
                    </a:lnTo>
                    <a:lnTo>
                      <a:pt x="46" y="93"/>
                    </a:lnTo>
                    <a:lnTo>
                      <a:pt x="43" y="92"/>
                    </a:lnTo>
                    <a:lnTo>
                      <a:pt x="41" y="92"/>
                    </a:lnTo>
                    <a:lnTo>
                      <a:pt x="38" y="92"/>
                    </a:lnTo>
                    <a:lnTo>
                      <a:pt x="36" y="92"/>
                    </a:lnTo>
                    <a:lnTo>
                      <a:pt x="33" y="92"/>
                    </a:lnTo>
                    <a:lnTo>
                      <a:pt x="32" y="92"/>
                    </a:lnTo>
                    <a:lnTo>
                      <a:pt x="31" y="92"/>
                    </a:lnTo>
                    <a:lnTo>
                      <a:pt x="28" y="92"/>
                    </a:lnTo>
                    <a:lnTo>
                      <a:pt x="26" y="92"/>
                    </a:lnTo>
                    <a:lnTo>
                      <a:pt x="24" y="92"/>
                    </a:lnTo>
                    <a:lnTo>
                      <a:pt x="22" y="92"/>
                    </a:lnTo>
                    <a:lnTo>
                      <a:pt x="19" y="92"/>
                    </a:lnTo>
                    <a:lnTo>
                      <a:pt x="17" y="92"/>
                    </a:lnTo>
                    <a:lnTo>
                      <a:pt x="14" y="92"/>
                    </a:lnTo>
                    <a:lnTo>
                      <a:pt x="12" y="92"/>
                    </a:lnTo>
                    <a:lnTo>
                      <a:pt x="12" y="92"/>
                    </a:lnTo>
                    <a:lnTo>
                      <a:pt x="4" y="90"/>
                    </a:lnTo>
                    <a:lnTo>
                      <a:pt x="0" y="82"/>
                    </a:lnTo>
                    <a:lnTo>
                      <a:pt x="0" y="82"/>
                    </a:lnTo>
                    <a:lnTo>
                      <a:pt x="4" y="74"/>
                    </a:lnTo>
                    <a:lnTo>
                      <a:pt x="12" y="70"/>
                    </a:lnTo>
                    <a:lnTo>
                      <a:pt x="14" y="70"/>
                    </a:lnTo>
                    <a:lnTo>
                      <a:pt x="17" y="70"/>
                    </a:lnTo>
                    <a:lnTo>
                      <a:pt x="19" y="70"/>
                    </a:lnTo>
                    <a:lnTo>
                      <a:pt x="19" y="70"/>
                    </a:lnTo>
                    <a:close/>
                    <a:moveTo>
                      <a:pt x="959" y="46"/>
                    </a:moveTo>
                    <a:lnTo>
                      <a:pt x="958" y="46"/>
                    </a:lnTo>
                    <a:lnTo>
                      <a:pt x="957" y="46"/>
                    </a:lnTo>
                    <a:lnTo>
                      <a:pt x="956" y="47"/>
                    </a:lnTo>
                    <a:lnTo>
                      <a:pt x="955" y="47"/>
                    </a:lnTo>
                    <a:lnTo>
                      <a:pt x="953" y="48"/>
                    </a:lnTo>
                    <a:lnTo>
                      <a:pt x="952" y="49"/>
                    </a:lnTo>
                    <a:lnTo>
                      <a:pt x="950" y="49"/>
                    </a:lnTo>
                    <a:lnTo>
                      <a:pt x="949" y="50"/>
                    </a:lnTo>
                    <a:lnTo>
                      <a:pt x="945" y="52"/>
                    </a:lnTo>
                    <a:lnTo>
                      <a:pt x="944" y="53"/>
                    </a:lnTo>
                    <a:lnTo>
                      <a:pt x="942" y="53"/>
                    </a:lnTo>
                    <a:lnTo>
                      <a:pt x="940" y="54"/>
                    </a:lnTo>
                    <a:lnTo>
                      <a:pt x="939" y="55"/>
                    </a:lnTo>
                    <a:lnTo>
                      <a:pt x="938" y="55"/>
                    </a:lnTo>
                    <a:lnTo>
                      <a:pt x="937" y="55"/>
                    </a:lnTo>
                    <a:lnTo>
                      <a:pt x="936" y="56"/>
                    </a:lnTo>
                    <a:lnTo>
                      <a:pt x="936" y="56"/>
                    </a:lnTo>
                    <a:lnTo>
                      <a:pt x="935" y="56"/>
                    </a:lnTo>
                    <a:lnTo>
                      <a:pt x="935" y="56"/>
                    </a:lnTo>
                    <a:lnTo>
                      <a:pt x="934" y="57"/>
                    </a:lnTo>
                    <a:lnTo>
                      <a:pt x="933" y="57"/>
                    </a:lnTo>
                    <a:lnTo>
                      <a:pt x="933" y="57"/>
                    </a:lnTo>
                    <a:lnTo>
                      <a:pt x="933" y="57"/>
                    </a:lnTo>
                    <a:lnTo>
                      <a:pt x="932" y="58"/>
                    </a:lnTo>
                    <a:lnTo>
                      <a:pt x="932" y="58"/>
                    </a:lnTo>
                    <a:lnTo>
                      <a:pt x="931" y="58"/>
                    </a:lnTo>
                    <a:lnTo>
                      <a:pt x="930" y="59"/>
                    </a:lnTo>
                    <a:lnTo>
                      <a:pt x="929" y="59"/>
                    </a:lnTo>
                    <a:lnTo>
                      <a:pt x="928" y="60"/>
                    </a:lnTo>
                    <a:lnTo>
                      <a:pt x="927" y="60"/>
                    </a:lnTo>
                    <a:lnTo>
                      <a:pt x="926" y="61"/>
                    </a:lnTo>
                    <a:lnTo>
                      <a:pt x="925" y="62"/>
                    </a:lnTo>
                    <a:lnTo>
                      <a:pt x="924" y="62"/>
                    </a:lnTo>
                    <a:lnTo>
                      <a:pt x="923" y="62"/>
                    </a:lnTo>
                    <a:lnTo>
                      <a:pt x="922" y="62"/>
                    </a:lnTo>
                    <a:lnTo>
                      <a:pt x="921" y="63"/>
                    </a:lnTo>
                    <a:lnTo>
                      <a:pt x="920" y="63"/>
                    </a:lnTo>
                    <a:lnTo>
                      <a:pt x="919" y="64"/>
                    </a:lnTo>
                    <a:lnTo>
                      <a:pt x="918" y="64"/>
                    </a:lnTo>
                    <a:lnTo>
                      <a:pt x="917" y="65"/>
                    </a:lnTo>
                    <a:lnTo>
                      <a:pt x="916" y="65"/>
                    </a:lnTo>
                    <a:lnTo>
                      <a:pt x="915" y="66"/>
                    </a:lnTo>
                    <a:lnTo>
                      <a:pt x="914" y="66"/>
                    </a:lnTo>
                    <a:lnTo>
                      <a:pt x="913" y="67"/>
                    </a:lnTo>
                    <a:lnTo>
                      <a:pt x="912" y="67"/>
                    </a:lnTo>
                    <a:lnTo>
                      <a:pt x="911" y="68"/>
                    </a:lnTo>
                    <a:lnTo>
                      <a:pt x="910" y="68"/>
                    </a:lnTo>
                    <a:lnTo>
                      <a:pt x="909" y="69"/>
                    </a:lnTo>
                    <a:lnTo>
                      <a:pt x="908" y="69"/>
                    </a:lnTo>
                    <a:lnTo>
                      <a:pt x="907" y="70"/>
                    </a:lnTo>
                    <a:lnTo>
                      <a:pt x="906" y="70"/>
                    </a:lnTo>
                    <a:lnTo>
                      <a:pt x="908" y="70"/>
                    </a:lnTo>
                    <a:lnTo>
                      <a:pt x="910" y="70"/>
                    </a:lnTo>
                    <a:lnTo>
                      <a:pt x="912" y="70"/>
                    </a:lnTo>
                    <a:lnTo>
                      <a:pt x="914" y="71"/>
                    </a:lnTo>
                    <a:lnTo>
                      <a:pt x="916" y="71"/>
                    </a:lnTo>
                    <a:lnTo>
                      <a:pt x="918" y="71"/>
                    </a:lnTo>
                    <a:lnTo>
                      <a:pt x="920" y="71"/>
                    </a:lnTo>
                    <a:lnTo>
                      <a:pt x="921" y="72"/>
                    </a:lnTo>
                    <a:lnTo>
                      <a:pt x="923" y="72"/>
                    </a:lnTo>
                    <a:lnTo>
                      <a:pt x="925" y="72"/>
                    </a:lnTo>
                    <a:lnTo>
                      <a:pt x="927" y="72"/>
                    </a:lnTo>
                    <a:lnTo>
                      <a:pt x="929" y="72"/>
                    </a:lnTo>
                    <a:lnTo>
                      <a:pt x="931" y="72"/>
                    </a:lnTo>
                    <a:lnTo>
                      <a:pt x="933" y="72"/>
                    </a:lnTo>
                    <a:lnTo>
                      <a:pt x="935" y="73"/>
                    </a:lnTo>
                    <a:lnTo>
                      <a:pt x="936" y="73"/>
                    </a:lnTo>
                    <a:lnTo>
                      <a:pt x="937" y="73"/>
                    </a:lnTo>
                    <a:lnTo>
                      <a:pt x="938" y="73"/>
                    </a:lnTo>
                    <a:lnTo>
                      <a:pt x="939" y="73"/>
                    </a:lnTo>
                    <a:lnTo>
                      <a:pt x="940" y="73"/>
                    </a:lnTo>
                    <a:lnTo>
                      <a:pt x="941" y="73"/>
                    </a:lnTo>
                    <a:lnTo>
                      <a:pt x="942" y="73"/>
                    </a:lnTo>
                    <a:lnTo>
                      <a:pt x="943" y="73"/>
                    </a:lnTo>
                    <a:lnTo>
                      <a:pt x="944" y="73"/>
                    </a:lnTo>
                    <a:lnTo>
                      <a:pt x="945" y="73"/>
                    </a:lnTo>
                    <a:lnTo>
                      <a:pt x="946" y="73"/>
                    </a:lnTo>
                    <a:lnTo>
                      <a:pt x="947" y="73"/>
                    </a:lnTo>
                    <a:lnTo>
                      <a:pt x="948" y="73"/>
                    </a:lnTo>
                    <a:lnTo>
                      <a:pt x="948" y="73"/>
                    </a:lnTo>
                    <a:lnTo>
                      <a:pt x="949" y="73"/>
                    </a:lnTo>
                    <a:lnTo>
                      <a:pt x="950" y="73"/>
                    </a:lnTo>
                    <a:lnTo>
                      <a:pt x="950" y="73"/>
                    </a:lnTo>
                    <a:lnTo>
                      <a:pt x="951" y="73"/>
                    </a:lnTo>
                    <a:lnTo>
                      <a:pt x="952" y="73"/>
                    </a:lnTo>
                    <a:lnTo>
                      <a:pt x="953" y="73"/>
                    </a:lnTo>
                    <a:lnTo>
                      <a:pt x="954" y="73"/>
                    </a:lnTo>
                    <a:lnTo>
                      <a:pt x="955" y="73"/>
                    </a:lnTo>
                    <a:lnTo>
                      <a:pt x="956" y="73"/>
                    </a:lnTo>
                    <a:lnTo>
                      <a:pt x="957" y="73"/>
                    </a:lnTo>
                    <a:lnTo>
                      <a:pt x="958" y="73"/>
                    </a:lnTo>
                    <a:lnTo>
                      <a:pt x="959" y="73"/>
                    </a:lnTo>
                    <a:lnTo>
                      <a:pt x="959" y="73"/>
                    </a:lnTo>
                    <a:lnTo>
                      <a:pt x="960" y="73"/>
                    </a:lnTo>
                    <a:lnTo>
                      <a:pt x="961" y="73"/>
                    </a:lnTo>
                    <a:lnTo>
                      <a:pt x="962" y="73"/>
                    </a:lnTo>
                    <a:lnTo>
                      <a:pt x="963" y="73"/>
                    </a:lnTo>
                    <a:lnTo>
                      <a:pt x="964" y="73"/>
                    </a:lnTo>
                    <a:lnTo>
                      <a:pt x="965" y="73"/>
                    </a:lnTo>
                    <a:lnTo>
                      <a:pt x="966" y="73"/>
                    </a:lnTo>
                    <a:lnTo>
                      <a:pt x="966" y="73"/>
                    </a:lnTo>
                    <a:lnTo>
                      <a:pt x="967" y="73"/>
                    </a:lnTo>
                    <a:lnTo>
                      <a:pt x="968" y="73"/>
                    </a:lnTo>
                    <a:lnTo>
                      <a:pt x="969" y="72"/>
                    </a:lnTo>
                    <a:lnTo>
                      <a:pt x="970" y="72"/>
                    </a:lnTo>
                    <a:lnTo>
                      <a:pt x="971" y="72"/>
                    </a:lnTo>
                    <a:lnTo>
                      <a:pt x="971" y="72"/>
                    </a:lnTo>
                    <a:lnTo>
                      <a:pt x="972" y="72"/>
                    </a:lnTo>
                    <a:lnTo>
                      <a:pt x="973" y="72"/>
                    </a:lnTo>
                    <a:lnTo>
                      <a:pt x="974" y="72"/>
                    </a:lnTo>
                    <a:lnTo>
                      <a:pt x="975" y="72"/>
                    </a:lnTo>
                    <a:lnTo>
                      <a:pt x="975" y="72"/>
                    </a:lnTo>
                    <a:lnTo>
                      <a:pt x="976" y="72"/>
                    </a:lnTo>
                    <a:lnTo>
                      <a:pt x="977" y="72"/>
                    </a:lnTo>
                    <a:lnTo>
                      <a:pt x="978" y="71"/>
                    </a:lnTo>
                    <a:lnTo>
                      <a:pt x="979" y="71"/>
                    </a:lnTo>
                    <a:lnTo>
                      <a:pt x="979" y="71"/>
                    </a:lnTo>
                    <a:lnTo>
                      <a:pt x="979" y="71"/>
                    </a:lnTo>
                    <a:lnTo>
                      <a:pt x="980" y="71"/>
                    </a:lnTo>
                    <a:lnTo>
                      <a:pt x="981" y="71"/>
                    </a:lnTo>
                    <a:lnTo>
                      <a:pt x="981" y="71"/>
                    </a:lnTo>
                    <a:lnTo>
                      <a:pt x="982" y="71"/>
                    </a:lnTo>
                    <a:lnTo>
                      <a:pt x="983" y="70"/>
                    </a:lnTo>
                    <a:lnTo>
                      <a:pt x="983" y="70"/>
                    </a:lnTo>
                    <a:lnTo>
                      <a:pt x="984" y="70"/>
                    </a:lnTo>
                    <a:lnTo>
                      <a:pt x="985" y="70"/>
                    </a:lnTo>
                    <a:lnTo>
                      <a:pt x="986" y="70"/>
                    </a:lnTo>
                    <a:lnTo>
                      <a:pt x="986" y="70"/>
                    </a:lnTo>
                    <a:lnTo>
                      <a:pt x="987" y="70"/>
                    </a:lnTo>
                    <a:lnTo>
                      <a:pt x="988" y="69"/>
                    </a:lnTo>
                    <a:lnTo>
                      <a:pt x="988" y="69"/>
                    </a:lnTo>
                    <a:lnTo>
                      <a:pt x="989" y="69"/>
                    </a:lnTo>
                    <a:lnTo>
                      <a:pt x="989" y="69"/>
                    </a:lnTo>
                    <a:lnTo>
                      <a:pt x="990" y="69"/>
                    </a:lnTo>
                    <a:lnTo>
                      <a:pt x="991" y="69"/>
                    </a:lnTo>
                    <a:lnTo>
                      <a:pt x="991" y="68"/>
                    </a:lnTo>
                    <a:lnTo>
                      <a:pt x="992" y="68"/>
                    </a:lnTo>
                    <a:lnTo>
                      <a:pt x="993" y="68"/>
                    </a:lnTo>
                    <a:lnTo>
                      <a:pt x="993" y="68"/>
                    </a:lnTo>
                    <a:lnTo>
                      <a:pt x="994" y="68"/>
                    </a:lnTo>
                    <a:lnTo>
                      <a:pt x="994" y="67"/>
                    </a:lnTo>
                    <a:lnTo>
                      <a:pt x="995" y="67"/>
                    </a:lnTo>
                    <a:lnTo>
                      <a:pt x="995" y="67"/>
                    </a:lnTo>
                    <a:lnTo>
                      <a:pt x="996" y="67"/>
                    </a:lnTo>
                    <a:lnTo>
                      <a:pt x="996" y="67"/>
                    </a:lnTo>
                    <a:lnTo>
                      <a:pt x="997" y="66"/>
                    </a:lnTo>
                    <a:lnTo>
                      <a:pt x="997" y="66"/>
                    </a:lnTo>
                    <a:lnTo>
                      <a:pt x="998" y="66"/>
                    </a:lnTo>
                    <a:lnTo>
                      <a:pt x="998" y="66"/>
                    </a:lnTo>
                    <a:lnTo>
                      <a:pt x="999" y="66"/>
                    </a:lnTo>
                    <a:lnTo>
                      <a:pt x="999" y="65"/>
                    </a:lnTo>
                    <a:lnTo>
                      <a:pt x="1000" y="65"/>
                    </a:lnTo>
                    <a:lnTo>
                      <a:pt x="1000" y="65"/>
                    </a:lnTo>
                    <a:lnTo>
                      <a:pt x="1001" y="65"/>
                    </a:lnTo>
                    <a:lnTo>
                      <a:pt x="1001" y="64"/>
                    </a:lnTo>
                    <a:lnTo>
                      <a:pt x="1001" y="64"/>
                    </a:lnTo>
                    <a:lnTo>
                      <a:pt x="1002" y="64"/>
                    </a:lnTo>
                    <a:lnTo>
                      <a:pt x="1002" y="64"/>
                    </a:lnTo>
                    <a:lnTo>
                      <a:pt x="1003" y="64"/>
                    </a:lnTo>
                    <a:lnTo>
                      <a:pt x="1003" y="63"/>
                    </a:lnTo>
                    <a:lnTo>
                      <a:pt x="1003" y="63"/>
                    </a:lnTo>
                    <a:lnTo>
                      <a:pt x="1004" y="63"/>
                    </a:lnTo>
                    <a:lnTo>
                      <a:pt x="1004" y="63"/>
                    </a:lnTo>
                    <a:lnTo>
                      <a:pt x="1004" y="62"/>
                    </a:lnTo>
                    <a:lnTo>
                      <a:pt x="1005" y="62"/>
                    </a:lnTo>
                    <a:lnTo>
                      <a:pt x="1005" y="62"/>
                    </a:lnTo>
                    <a:lnTo>
                      <a:pt x="1005" y="62"/>
                    </a:lnTo>
                    <a:lnTo>
                      <a:pt x="1006" y="62"/>
                    </a:lnTo>
                    <a:lnTo>
                      <a:pt x="1006" y="62"/>
                    </a:lnTo>
                    <a:lnTo>
                      <a:pt x="1006" y="62"/>
                    </a:lnTo>
                    <a:lnTo>
                      <a:pt x="1006" y="62"/>
                    </a:lnTo>
                    <a:lnTo>
                      <a:pt x="1005" y="62"/>
                    </a:lnTo>
                    <a:lnTo>
                      <a:pt x="1005" y="62"/>
                    </a:lnTo>
                    <a:lnTo>
                      <a:pt x="1005" y="61"/>
                    </a:lnTo>
                    <a:lnTo>
                      <a:pt x="1004" y="61"/>
                    </a:lnTo>
                    <a:lnTo>
                      <a:pt x="1004" y="61"/>
                    </a:lnTo>
                    <a:lnTo>
                      <a:pt x="1003" y="61"/>
                    </a:lnTo>
                    <a:lnTo>
                      <a:pt x="1003" y="61"/>
                    </a:lnTo>
                    <a:lnTo>
                      <a:pt x="1002" y="60"/>
                    </a:lnTo>
                    <a:lnTo>
                      <a:pt x="1002" y="60"/>
                    </a:lnTo>
                    <a:lnTo>
                      <a:pt x="1001" y="60"/>
                    </a:lnTo>
                    <a:lnTo>
                      <a:pt x="1001" y="60"/>
                    </a:lnTo>
                    <a:lnTo>
                      <a:pt x="1000" y="59"/>
                    </a:lnTo>
                    <a:lnTo>
                      <a:pt x="1000" y="59"/>
                    </a:lnTo>
                    <a:lnTo>
                      <a:pt x="999" y="59"/>
                    </a:lnTo>
                    <a:lnTo>
                      <a:pt x="999" y="59"/>
                    </a:lnTo>
                    <a:lnTo>
                      <a:pt x="998" y="58"/>
                    </a:lnTo>
                    <a:lnTo>
                      <a:pt x="998" y="58"/>
                    </a:lnTo>
                    <a:lnTo>
                      <a:pt x="997" y="58"/>
                    </a:lnTo>
                    <a:lnTo>
                      <a:pt x="997" y="58"/>
                    </a:lnTo>
                    <a:lnTo>
                      <a:pt x="996" y="58"/>
                    </a:lnTo>
                    <a:lnTo>
                      <a:pt x="996" y="57"/>
                    </a:lnTo>
                    <a:lnTo>
                      <a:pt x="995" y="57"/>
                    </a:lnTo>
                    <a:lnTo>
                      <a:pt x="994" y="57"/>
                    </a:lnTo>
                    <a:lnTo>
                      <a:pt x="994" y="57"/>
                    </a:lnTo>
                    <a:lnTo>
                      <a:pt x="993" y="57"/>
                    </a:lnTo>
                    <a:lnTo>
                      <a:pt x="993" y="56"/>
                    </a:lnTo>
                    <a:lnTo>
                      <a:pt x="992" y="56"/>
                    </a:lnTo>
                    <a:lnTo>
                      <a:pt x="991" y="56"/>
                    </a:lnTo>
                    <a:lnTo>
                      <a:pt x="990" y="55"/>
                    </a:lnTo>
                    <a:lnTo>
                      <a:pt x="989" y="55"/>
                    </a:lnTo>
                    <a:lnTo>
                      <a:pt x="987" y="55"/>
                    </a:lnTo>
                    <a:lnTo>
                      <a:pt x="986" y="54"/>
                    </a:lnTo>
                    <a:lnTo>
                      <a:pt x="985" y="54"/>
                    </a:lnTo>
                    <a:lnTo>
                      <a:pt x="984" y="53"/>
                    </a:lnTo>
                    <a:lnTo>
                      <a:pt x="983" y="53"/>
                    </a:lnTo>
                    <a:lnTo>
                      <a:pt x="981" y="53"/>
                    </a:lnTo>
                    <a:lnTo>
                      <a:pt x="980" y="52"/>
                    </a:lnTo>
                    <a:lnTo>
                      <a:pt x="979" y="52"/>
                    </a:lnTo>
                    <a:lnTo>
                      <a:pt x="979" y="52"/>
                    </a:lnTo>
                    <a:lnTo>
                      <a:pt x="978" y="52"/>
                    </a:lnTo>
                    <a:lnTo>
                      <a:pt x="976" y="51"/>
                    </a:lnTo>
                    <a:lnTo>
                      <a:pt x="974" y="50"/>
                    </a:lnTo>
                    <a:lnTo>
                      <a:pt x="972" y="50"/>
                    </a:lnTo>
                    <a:lnTo>
                      <a:pt x="971" y="50"/>
                    </a:lnTo>
                    <a:lnTo>
                      <a:pt x="970" y="49"/>
                    </a:lnTo>
                    <a:lnTo>
                      <a:pt x="969" y="49"/>
                    </a:lnTo>
                    <a:lnTo>
                      <a:pt x="968" y="49"/>
                    </a:lnTo>
                    <a:lnTo>
                      <a:pt x="967" y="49"/>
                    </a:lnTo>
                    <a:lnTo>
                      <a:pt x="966" y="48"/>
                    </a:lnTo>
                    <a:lnTo>
                      <a:pt x="965" y="48"/>
                    </a:lnTo>
                    <a:lnTo>
                      <a:pt x="964" y="48"/>
                    </a:lnTo>
                    <a:lnTo>
                      <a:pt x="963" y="47"/>
                    </a:lnTo>
                    <a:lnTo>
                      <a:pt x="962" y="47"/>
                    </a:lnTo>
                    <a:lnTo>
                      <a:pt x="960" y="46"/>
                    </a:lnTo>
                    <a:lnTo>
                      <a:pt x="959" y="46"/>
                    </a:lnTo>
                    <a:lnTo>
                      <a:pt x="959" y="46"/>
                    </a:lnTo>
                    <a:lnTo>
                      <a:pt x="959" y="46"/>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37" name="Freeform 17">
                <a:extLst>
                  <a:ext uri="{FF2B5EF4-FFF2-40B4-BE49-F238E27FC236}">
                    <a16:creationId xmlns:a16="http://schemas.microsoft.com/office/drawing/2014/main" id="{3D0CB044-3A00-0657-A670-D88CB8164B05}"/>
                  </a:ext>
                </a:extLst>
              </p:cNvPr>
              <p:cNvSpPr>
                <a:spLocks/>
              </p:cNvSpPr>
              <p:nvPr/>
            </p:nvSpPr>
            <p:spPr bwMode="auto">
              <a:xfrm>
                <a:off x="13624107" y="4715985"/>
                <a:ext cx="135748" cy="92525"/>
              </a:xfrm>
              <a:custGeom>
                <a:avLst/>
                <a:gdLst>
                  <a:gd name="T0" fmla="*/ 182 w 201"/>
                  <a:gd name="T1" fmla="*/ 2 h 137"/>
                  <a:gd name="T2" fmla="*/ 189 w 201"/>
                  <a:gd name="T3" fmla="*/ 7 h 137"/>
                  <a:gd name="T4" fmla="*/ 193 w 201"/>
                  <a:gd name="T5" fmla="*/ 11 h 137"/>
                  <a:gd name="T6" fmla="*/ 196 w 201"/>
                  <a:gd name="T7" fmla="*/ 14 h 137"/>
                  <a:gd name="T8" fmla="*/ 198 w 201"/>
                  <a:gd name="T9" fmla="*/ 18 h 137"/>
                  <a:gd name="T10" fmla="*/ 200 w 201"/>
                  <a:gd name="T11" fmla="*/ 23 h 137"/>
                  <a:gd name="T12" fmla="*/ 201 w 201"/>
                  <a:gd name="T13" fmla="*/ 27 h 137"/>
                  <a:gd name="T14" fmla="*/ 201 w 201"/>
                  <a:gd name="T15" fmla="*/ 36 h 137"/>
                  <a:gd name="T16" fmla="*/ 200 w 201"/>
                  <a:gd name="T17" fmla="*/ 43 h 137"/>
                  <a:gd name="T18" fmla="*/ 197 w 201"/>
                  <a:gd name="T19" fmla="*/ 51 h 137"/>
                  <a:gd name="T20" fmla="*/ 194 w 201"/>
                  <a:gd name="T21" fmla="*/ 57 h 137"/>
                  <a:gd name="T22" fmla="*/ 190 w 201"/>
                  <a:gd name="T23" fmla="*/ 63 h 137"/>
                  <a:gd name="T24" fmla="*/ 185 w 201"/>
                  <a:gd name="T25" fmla="*/ 69 h 137"/>
                  <a:gd name="T26" fmla="*/ 180 w 201"/>
                  <a:gd name="T27" fmla="*/ 74 h 137"/>
                  <a:gd name="T28" fmla="*/ 175 w 201"/>
                  <a:gd name="T29" fmla="*/ 79 h 137"/>
                  <a:gd name="T30" fmla="*/ 169 w 201"/>
                  <a:gd name="T31" fmla="*/ 85 h 137"/>
                  <a:gd name="T32" fmla="*/ 162 w 201"/>
                  <a:gd name="T33" fmla="*/ 90 h 137"/>
                  <a:gd name="T34" fmla="*/ 156 w 201"/>
                  <a:gd name="T35" fmla="*/ 95 h 137"/>
                  <a:gd name="T36" fmla="*/ 149 w 201"/>
                  <a:gd name="T37" fmla="*/ 100 h 137"/>
                  <a:gd name="T38" fmla="*/ 143 w 201"/>
                  <a:gd name="T39" fmla="*/ 103 h 137"/>
                  <a:gd name="T40" fmla="*/ 129 w 201"/>
                  <a:gd name="T41" fmla="*/ 110 h 137"/>
                  <a:gd name="T42" fmla="*/ 116 w 201"/>
                  <a:gd name="T43" fmla="*/ 116 h 137"/>
                  <a:gd name="T44" fmla="*/ 104 w 201"/>
                  <a:gd name="T45" fmla="*/ 120 h 137"/>
                  <a:gd name="T46" fmla="*/ 96 w 201"/>
                  <a:gd name="T47" fmla="*/ 122 h 137"/>
                  <a:gd name="T48" fmla="*/ 89 w 201"/>
                  <a:gd name="T49" fmla="*/ 125 h 137"/>
                  <a:gd name="T50" fmla="*/ 81 w 201"/>
                  <a:gd name="T51" fmla="*/ 127 h 137"/>
                  <a:gd name="T52" fmla="*/ 73 w 201"/>
                  <a:gd name="T53" fmla="*/ 129 h 137"/>
                  <a:gd name="T54" fmla="*/ 67 w 201"/>
                  <a:gd name="T55" fmla="*/ 131 h 137"/>
                  <a:gd name="T56" fmla="*/ 62 w 201"/>
                  <a:gd name="T57" fmla="*/ 133 h 137"/>
                  <a:gd name="T58" fmla="*/ 56 w 201"/>
                  <a:gd name="T59" fmla="*/ 135 h 137"/>
                  <a:gd name="T60" fmla="*/ 49 w 201"/>
                  <a:gd name="T61" fmla="*/ 136 h 137"/>
                  <a:gd name="T62" fmla="*/ 42 w 201"/>
                  <a:gd name="T63" fmla="*/ 137 h 137"/>
                  <a:gd name="T64" fmla="*/ 36 w 201"/>
                  <a:gd name="T65" fmla="*/ 137 h 137"/>
                  <a:gd name="T66" fmla="*/ 30 w 201"/>
                  <a:gd name="T67" fmla="*/ 137 h 137"/>
                  <a:gd name="T68" fmla="*/ 23 w 201"/>
                  <a:gd name="T69" fmla="*/ 137 h 137"/>
                  <a:gd name="T70" fmla="*/ 16 w 201"/>
                  <a:gd name="T71" fmla="*/ 137 h 137"/>
                  <a:gd name="T72" fmla="*/ 11 w 201"/>
                  <a:gd name="T73" fmla="*/ 137 h 137"/>
                  <a:gd name="T74" fmla="*/ 12 w 201"/>
                  <a:gd name="T75" fmla="*/ 116 h 137"/>
                  <a:gd name="T76" fmla="*/ 17 w 201"/>
                  <a:gd name="T77" fmla="*/ 115 h 137"/>
                  <a:gd name="T78" fmla="*/ 22 w 201"/>
                  <a:gd name="T79" fmla="*/ 113 h 137"/>
                  <a:gd name="T80" fmla="*/ 26 w 201"/>
                  <a:gd name="T81" fmla="*/ 111 h 137"/>
                  <a:gd name="T82" fmla="*/ 30 w 201"/>
                  <a:gd name="T83" fmla="*/ 108 h 137"/>
                  <a:gd name="T84" fmla="*/ 34 w 201"/>
                  <a:gd name="T85" fmla="*/ 104 h 137"/>
                  <a:gd name="T86" fmla="*/ 36 w 201"/>
                  <a:gd name="T87" fmla="*/ 101 h 137"/>
                  <a:gd name="T88" fmla="*/ 40 w 201"/>
                  <a:gd name="T89" fmla="*/ 98 h 137"/>
                  <a:gd name="T90" fmla="*/ 44 w 201"/>
                  <a:gd name="T91" fmla="*/ 95 h 137"/>
                  <a:gd name="T92" fmla="*/ 50 w 201"/>
                  <a:gd name="T93" fmla="*/ 91 h 137"/>
                  <a:gd name="T94" fmla="*/ 59 w 201"/>
                  <a:gd name="T95" fmla="*/ 85 h 137"/>
                  <a:gd name="T96" fmla="*/ 68 w 201"/>
                  <a:gd name="T97" fmla="*/ 78 h 137"/>
                  <a:gd name="T98" fmla="*/ 78 w 201"/>
                  <a:gd name="T99" fmla="*/ 71 h 137"/>
                  <a:gd name="T100" fmla="*/ 98 w 201"/>
                  <a:gd name="T101" fmla="*/ 53 h 137"/>
                  <a:gd name="T102" fmla="*/ 113 w 201"/>
                  <a:gd name="T103" fmla="*/ 42 h 137"/>
                  <a:gd name="T104" fmla="*/ 123 w 201"/>
                  <a:gd name="T105" fmla="*/ 33 h 137"/>
                  <a:gd name="T106" fmla="*/ 134 w 201"/>
                  <a:gd name="T107" fmla="*/ 25 h 137"/>
                  <a:gd name="T108" fmla="*/ 142 w 201"/>
                  <a:gd name="T109" fmla="*/ 20 h 137"/>
                  <a:gd name="T110" fmla="*/ 147 w 201"/>
                  <a:gd name="T111" fmla="*/ 17 h 137"/>
                  <a:gd name="T112" fmla="*/ 151 w 201"/>
                  <a:gd name="T113" fmla="*/ 13 h 137"/>
                  <a:gd name="T114" fmla="*/ 155 w 201"/>
                  <a:gd name="T115" fmla="*/ 8 h 137"/>
                  <a:gd name="T116" fmla="*/ 160 w 201"/>
                  <a:gd name="T117" fmla="*/ 4 h 137"/>
                  <a:gd name="T118" fmla="*/ 167 w 201"/>
                  <a:gd name="T119" fmla="*/ 1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1" h="137">
                    <a:moveTo>
                      <a:pt x="174" y="0"/>
                    </a:moveTo>
                    <a:lnTo>
                      <a:pt x="175" y="0"/>
                    </a:lnTo>
                    <a:lnTo>
                      <a:pt x="176" y="1"/>
                    </a:lnTo>
                    <a:lnTo>
                      <a:pt x="178" y="1"/>
                    </a:lnTo>
                    <a:lnTo>
                      <a:pt x="179" y="1"/>
                    </a:lnTo>
                    <a:lnTo>
                      <a:pt x="180" y="1"/>
                    </a:lnTo>
                    <a:lnTo>
                      <a:pt x="180" y="2"/>
                    </a:lnTo>
                    <a:lnTo>
                      <a:pt x="181" y="2"/>
                    </a:lnTo>
                    <a:lnTo>
                      <a:pt x="182" y="2"/>
                    </a:lnTo>
                    <a:lnTo>
                      <a:pt x="183" y="3"/>
                    </a:lnTo>
                    <a:lnTo>
                      <a:pt x="184" y="3"/>
                    </a:lnTo>
                    <a:lnTo>
                      <a:pt x="185" y="4"/>
                    </a:lnTo>
                    <a:lnTo>
                      <a:pt x="186" y="4"/>
                    </a:lnTo>
                    <a:lnTo>
                      <a:pt x="186" y="5"/>
                    </a:lnTo>
                    <a:lnTo>
                      <a:pt x="187" y="6"/>
                    </a:lnTo>
                    <a:lnTo>
                      <a:pt x="188" y="6"/>
                    </a:lnTo>
                    <a:lnTo>
                      <a:pt x="189" y="7"/>
                    </a:lnTo>
                    <a:lnTo>
                      <a:pt x="189" y="7"/>
                    </a:lnTo>
                    <a:lnTo>
                      <a:pt x="190" y="8"/>
                    </a:lnTo>
                    <a:lnTo>
                      <a:pt x="190" y="8"/>
                    </a:lnTo>
                    <a:lnTo>
                      <a:pt x="190" y="8"/>
                    </a:lnTo>
                    <a:lnTo>
                      <a:pt x="191" y="9"/>
                    </a:lnTo>
                    <a:lnTo>
                      <a:pt x="191" y="9"/>
                    </a:lnTo>
                    <a:lnTo>
                      <a:pt x="192" y="10"/>
                    </a:lnTo>
                    <a:lnTo>
                      <a:pt x="192" y="10"/>
                    </a:lnTo>
                    <a:lnTo>
                      <a:pt x="192" y="10"/>
                    </a:lnTo>
                    <a:lnTo>
                      <a:pt x="193" y="11"/>
                    </a:lnTo>
                    <a:lnTo>
                      <a:pt x="193" y="11"/>
                    </a:lnTo>
                    <a:lnTo>
                      <a:pt x="193" y="12"/>
                    </a:lnTo>
                    <a:lnTo>
                      <a:pt x="194" y="12"/>
                    </a:lnTo>
                    <a:lnTo>
                      <a:pt x="194" y="12"/>
                    </a:lnTo>
                    <a:lnTo>
                      <a:pt x="194" y="13"/>
                    </a:lnTo>
                    <a:lnTo>
                      <a:pt x="195" y="13"/>
                    </a:lnTo>
                    <a:lnTo>
                      <a:pt x="195" y="13"/>
                    </a:lnTo>
                    <a:lnTo>
                      <a:pt x="195" y="13"/>
                    </a:lnTo>
                    <a:lnTo>
                      <a:pt x="196" y="14"/>
                    </a:lnTo>
                    <a:lnTo>
                      <a:pt x="196" y="14"/>
                    </a:lnTo>
                    <a:lnTo>
                      <a:pt x="196" y="15"/>
                    </a:lnTo>
                    <a:lnTo>
                      <a:pt x="196" y="15"/>
                    </a:lnTo>
                    <a:lnTo>
                      <a:pt x="197" y="16"/>
                    </a:lnTo>
                    <a:lnTo>
                      <a:pt x="197" y="16"/>
                    </a:lnTo>
                    <a:lnTo>
                      <a:pt x="197" y="16"/>
                    </a:lnTo>
                    <a:lnTo>
                      <a:pt x="197" y="17"/>
                    </a:lnTo>
                    <a:lnTo>
                      <a:pt x="198" y="17"/>
                    </a:lnTo>
                    <a:lnTo>
                      <a:pt x="198" y="18"/>
                    </a:lnTo>
                    <a:lnTo>
                      <a:pt x="198" y="18"/>
                    </a:lnTo>
                    <a:lnTo>
                      <a:pt x="198" y="19"/>
                    </a:lnTo>
                    <a:lnTo>
                      <a:pt x="199" y="19"/>
                    </a:lnTo>
                    <a:lnTo>
                      <a:pt x="199" y="20"/>
                    </a:lnTo>
                    <a:lnTo>
                      <a:pt x="199" y="20"/>
                    </a:lnTo>
                    <a:lnTo>
                      <a:pt x="199" y="21"/>
                    </a:lnTo>
                    <a:lnTo>
                      <a:pt x="199" y="21"/>
                    </a:lnTo>
                    <a:lnTo>
                      <a:pt x="199" y="22"/>
                    </a:lnTo>
                    <a:lnTo>
                      <a:pt x="200" y="23"/>
                    </a:lnTo>
                    <a:lnTo>
                      <a:pt x="200" y="23"/>
                    </a:lnTo>
                    <a:lnTo>
                      <a:pt x="200" y="24"/>
                    </a:lnTo>
                    <a:lnTo>
                      <a:pt x="200" y="24"/>
                    </a:lnTo>
                    <a:lnTo>
                      <a:pt x="200" y="25"/>
                    </a:lnTo>
                    <a:lnTo>
                      <a:pt x="200" y="25"/>
                    </a:lnTo>
                    <a:lnTo>
                      <a:pt x="200" y="26"/>
                    </a:lnTo>
                    <a:lnTo>
                      <a:pt x="201" y="26"/>
                    </a:lnTo>
                    <a:lnTo>
                      <a:pt x="201" y="27"/>
                    </a:lnTo>
                    <a:lnTo>
                      <a:pt x="201" y="27"/>
                    </a:lnTo>
                    <a:lnTo>
                      <a:pt x="201" y="28"/>
                    </a:lnTo>
                    <a:lnTo>
                      <a:pt x="201" y="29"/>
                    </a:lnTo>
                    <a:lnTo>
                      <a:pt x="201" y="30"/>
                    </a:lnTo>
                    <a:lnTo>
                      <a:pt x="201" y="31"/>
                    </a:lnTo>
                    <a:lnTo>
                      <a:pt x="201" y="32"/>
                    </a:lnTo>
                    <a:lnTo>
                      <a:pt x="201" y="33"/>
                    </a:lnTo>
                    <a:lnTo>
                      <a:pt x="201" y="34"/>
                    </a:lnTo>
                    <a:lnTo>
                      <a:pt x="201" y="35"/>
                    </a:lnTo>
                    <a:lnTo>
                      <a:pt x="201" y="36"/>
                    </a:lnTo>
                    <a:lnTo>
                      <a:pt x="201" y="37"/>
                    </a:lnTo>
                    <a:lnTo>
                      <a:pt x="201" y="38"/>
                    </a:lnTo>
                    <a:lnTo>
                      <a:pt x="201" y="39"/>
                    </a:lnTo>
                    <a:lnTo>
                      <a:pt x="201" y="40"/>
                    </a:lnTo>
                    <a:lnTo>
                      <a:pt x="200" y="41"/>
                    </a:lnTo>
                    <a:lnTo>
                      <a:pt x="200" y="41"/>
                    </a:lnTo>
                    <a:lnTo>
                      <a:pt x="200" y="42"/>
                    </a:lnTo>
                    <a:lnTo>
                      <a:pt x="200" y="42"/>
                    </a:lnTo>
                    <a:lnTo>
                      <a:pt x="200" y="43"/>
                    </a:lnTo>
                    <a:lnTo>
                      <a:pt x="199" y="44"/>
                    </a:lnTo>
                    <a:lnTo>
                      <a:pt x="199" y="45"/>
                    </a:lnTo>
                    <a:lnTo>
                      <a:pt x="199" y="46"/>
                    </a:lnTo>
                    <a:lnTo>
                      <a:pt x="199" y="47"/>
                    </a:lnTo>
                    <a:lnTo>
                      <a:pt x="198" y="47"/>
                    </a:lnTo>
                    <a:lnTo>
                      <a:pt x="198" y="48"/>
                    </a:lnTo>
                    <a:lnTo>
                      <a:pt x="198" y="49"/>
                    </a:lnTo>
                    <a:lnTo>
                      <a:pt x="197" y="50"/>
                    </a:lnTo>
                    <a:lnTo>
                      <a:pt x="197" y="51"/>
                    </a:lnTo>
                    <a:lnTo>
                      <a:pt x="197" y="51"/>
                    </a:lnTo>
                    <a:lnTo>
                      <a:pt x="196" y="52"/>
                    </a:lnTo>
                    <a:lnTo>
                      <a:pt x="196" y="53"/>
                    </a:lnTo>
                    <a:lnTo>
                      <a:pt x="196" y="54"/>
                    </a:lnTo>
                    <a:lnTo>
                      <a:pt x="195" y="54"/>
                    </a:lnTo>
                    <a:lnTo>
                      <a:pt x="195" y="55"/>
                    </a:lnTo>
                    <a:lnTo>
                      <a:pt x="194" y="56"/>
                    </a:lnTo>
                    <a:lnTo>
                      <a:pt x="194" y="57"/>
                    </a:lnTo>
                    <a:lnTo>
                      <a:pt x="194" y="57"/>
                    </a:lnTo>
                    <a:lnTo>
                      <a:pt x="193" y="58"/>
                    </a:lnTo>
                    <a:lnTo>
                      <a:pt x="193" y="59"/>
                    </a:lnTo>
                    <a:lnTo>
                      <a:pt x="192" y="59"/>
                    </a:lnTo>
                    <a:lnTo>
                      <a:pt x="192" y="60"/>
                    </a:lnTo>
                    <a:lnTo>
                      <a:pt x="191" y="61"/>
                    </a:lnTo>
                    <a:lnTo>
                      <a:pt x="191" y="62"/>
                    </a:lnTo>
                    <a:lnTo>
                      <a:pt x="190" y="62"/>
                    </a:lnTo>
                    <a:lnTo>
                      <a:pt x="190" y="62"/>
                    </a:lnTo>
                    <a:lnTo>
                      <a:pt x="190" y="63"/>
                    </a:lnTo>
                    <a:lnTo>
                      <a:pt x="189" y="64"/>
                    </a:lnTo>
                    <a:lnTo>
                      <a:pt x="189" y="64"/>
                    </a:lnTo>
                    <a:lnTo>
                      <a:pt x="188" y="65"/>
                    </a:lnTo>
                    <a:lnTo>
                      <a:pt x="188" y="66"/>
                    </a:lnTo>
                    <a:lnTo>
                      <a:pt x="187" y="66"/>
                    </a:lnTo>
                    <a:lnTo>
                      <a:pt x="187" y="67"/>
                    </a:lnTo>
                    <a:lnTo>
                      <a:pt x="186" y="68"/>
                    </a:lnTo>
                    <a:lnTo>
                      <a:pt x="186" y="68"/>
                    </a:lnTo>
                    <a:lnTo>
                      <a:pt x="185" y="69"/>
                    </a:lnTo>
                    <a:lnTo>
                      <a:pt x="185" y="70"/>
                    </a:lnTo>
                    <a:lnTo>
                      <a:pt x="184" y="70"/>
                    </a:lnTo>
                    <a:lnTo>
                      <a:pt x="183" y="71"/>
                    </a:lnTo>
                    <a:lnTo>
                      <a:pt x="183" y="71"/>
                    </a:lnTo>
                    <a:lnTo>
                      <a:pt x="182" y="72"/>
                    </a:lnTo>
                    <a:lnTo>
                      <a:pt x="182" y="72"/>
                    </a:lnTo>
                    <a:lnTo>
                      <a:pt x="181" y="72"/>
                    </a:lnTo>
                    <a:lnTo>
                      <a:pt x="180" y="73"/>
                    </a:lnTo>
                    <a:lnTo>
                      <a:pt x="180" y="74"/>
                    </a:lnTo>
                    <a:lnTo>
                      <a:pt x="180" y="74"/>
                    </a:lnTo>
                    <a:lnTo>
                      <a:pt x="180" y="75"/>
                    </a:lnTo>
                    <a:lnTo>
                      <a:pt x="179" y="75"/>
                    </a:lnTo>
                    <a:lnTo>
                      <a:pt x="178" y="76"/>
                    </a:lnTo>
                    <a:lnTo>
                      <a:pt x="178" y="77"/>
                    </a:lnTo>
                    <a:lnTo>
                      <a:pt x="177" y="77"/>
                    </a:lnTo>
                    <a:lnTo>
                      <a:pt x="176" y="78"/>
                    </a:lnTo>
                    <a:lnTo>
                      <a:pt x="176" y="79"/>
                    </a:lnTo>
                    <a:lnTo>
                      <a:pt x="175" y="79"/>
                    </a:lnTo>
                    <a:lnTo>
                      <a:pt x="174" y="80"/>
                    </a:lnTo>
                    <a:lnTo>
                      <a:pt x="174" y="80"/>
                    </a:lnTo>
                    <a:lnTo>
                      <a:pt x="173" y="81"/>
                    </a:lnTo>
                    <a:lnTo>
                      <a:pt x="172" y="82"/>
                    </a:lnTo>
                    <a:lnTo>
                      <a:pt x="172" y="82"/>
                    </a:lnTo>
                    <a:lnTo>
                      <a:pt x="171" y="83"/>
                    </a:lnTo>
                    <a:lnTo>
                      <a:pt x="170" y="83"/>
                    </a:lnTo>
                    <a:lnTo>
                      <a:pt x="170" y="84"/>
                    </a:lnTo>
                    <a:lnTo>
                      <a:pt x="169" y="85"/>
                    </a:lnTo>
                    <a:lnTo>
                      <a:pt x="168" y="85"/>
                    </a:lnTo>
                    <a:lnTo>
                      <a:pt x="168" y="86"/>
                    </a:lnTo>
                    <a:lnTo>
                      <a:pt x="167" y="86"/>
                    </a:lnTo>
                    <a:lnTo>
                      <a:pt x="166" y="87"/>
                    </a:lnTo>
                    <a:lnTo>
                      <a:pt x="165" y="88"/>
                    </a:lnTo>
                    <a:lnTo>
                      <a:pt x="165" y="88"/>
                    </a:lnTo>
                    <a:lnTo>
                      <a:pt x="164" y="89"/>
                    </a:lnTo>
                    <a:lnTo>
                      <a:pt x="163" y="89"/>
                    </a:lnTo>
                    <a:lnTo>
                      <a:pt x="162" y="90"/>
                    </a:lnTo>
                    <a:lnTo>
                      <a:pt x="162" y="90"/>
                    </a:lnTo>
                    <a:lnTo>
                      <a:pt x="161" y="91"/>
                    </a:lnTo>
                    <a:lnTo>
                      <a:pt x="160" y="92"/>
                    </a:lnTo>
                    <a:lnTo>
                      <a:pt x="159" y="92"/>
                    </a:lnTo>
                    <a:lnTo>
                      <a:pt x="159" y="93"/>
                    </a:lnTo>
                    <a:lnTo>
                      <a:pt x="158" y="93"/>
                    </a:lnTo>
                    <a:lnTo>
                      <a:pt x="157" y="94"/>
                    </a:lnTo>
                    <a:lnTo>
                      <a:pt x="156" y="94"/>
                    </a:lnTo>
                    <a:lnTo>
                      <a:pt x="156" y="95"/>
                    </a:lnTo>
                    <a:lnTo>
                      <a:pt x="155" y="96"/>
                    </a:lnTo>
                    <a:lnTo>
                      <a:pt x="154" y="96"/>
                    </a:lnTo>
                    <a:lnTo>
                      <a:pt x="153" y="97"/>
                    </a:lnTo>
                    <a:lnTo>
                      <a:pt x="152" y="97"/>
                    </a:lnTo>
                    <a:lnTo>
                      <a:pt x="152" y="98"/>
                    </a:lnTo>
                    <a:lnTo>
                      <a:pt x="152" y="98"/>
                    </a:lnTo>
                    <a:lnTo>
                      <a:pt x="151" y="99"/>
                    </a:lnTo>
                    <a:lnTo>
                      <a:pt x="150" y="99"/>
                    </a:lnTo>
                    <a:lnTo>
                      <a:pt x="149" y="100"/>
                    </a:lnTo>
                    <a:lnTo>
                      <a:pt x="149" y="100"/>
                    </a:lnTo>
                    <a:lnTo>
                      <a:pt x="149" y="101"/>
                    </a:lnTo>
                    <a:lnTo>
                      <a:pt x="148" y="101"/>
                    </a:lnTo>
                    <a:lnTo>
                      <a:pt x="147" y="101"/>
                    </a:lnTo>
                    <a:lnTo>
                      <a:pt x="146" y="101"/>
                    </a:lnTo>
                    <a:lnTo>
                      <a:pt x="145" y="102"/>
                    </a:lnTo>
                    <a:lnTo>
                      <a:pt x="144" y="102"/>
                    </a:lnTo>
                    <a:lnTo>
                      <a:pt x="143" y="103"/>
                    </a:lnTo>
                    <a:lnTo>
                      <a:pt x="143" y="103"/>
                    </a:lnTo>
                    <a:lnTo>
                      <a:pt x="142" y="104"/>
                    </a:lnTo>
                    <a:lnTo>
                      <a:pt x="140" y="104"/>
                    </a:lnTo>
                    <a:lnTo>
                      <a:pt x="140" y="105"/>
                    </a:lnTo>
                    <a:lnTo>
                      <a:pt x="138" y="105"/>
                    </a:lnTo>
                    <a:lnTo>
                      <a:pt x="136" y="106"/>
                    </a:lnTo>
                    <a:lnTo>
                      <a:pt x="135" y="107"/>
                    </a:lnTo>
                    <a:lnTo>
                      <a:pt x="133" y="108"/>
                    </a:lnTo>
                    <a:lnTo>
                      <a:pt x="131" y="109"/>
                    </a:lnTo>
                    <a:lnTo>
                      <a:pt x="129" y="110"/>
                    </a:lnTo>
                    <a:lnTo>
                      <a:pt x="128" y="111"/>
                    </a:lnTo>
                    <a:lnTo>
                      <a:pt x="127" y="111"/>
                    </a:lnTo>
                    <a:lnTo>
                      <a:pt x="126" y="111"/>
                    </a:lnTo>
                    <a:lnTo>
                      <a:pt x="124" y="112"/>
                    </a:lnTo>
                    <a:lnTo>
                      <a:pt x="123" y="113"/>
                    </a:lnTo>
                    <a:lnTo>
                      <a:pt x="121" y="114"/>
                    </a:lnTo>
                    <a:lnTo>
                      <a:pt x="119" y="115"/>
                    </a:lnTo>
                    <a:lnTo>
                      <a:pt x="117" y="115"/>
                    </a:lnTo>
                    <a:lnTo>
                      <a:pt x="116" y="116"/>
                    </a:lnTo>
                    <a:lnTo>
                      <a:pt x="114" y="117"/>
                    </a:lnTo>
                    <a:lnTo>
                      <a:pt x="112" y="118"/>
                    </a:lnTo>
                    <a:lnTo>
                      <a:pt x="111" y="118"/>
                    </a:lnTo>
                    <a:lnTo>
                      <a:pt x="110" y="118"/>
                    </a:lnTo>
                    <a:lnTo>
                      <a:pt x="108" y="119"/>
                    </a:lnTo>
                    <a:lnTo>
                      <a:pt x="107" y="119"/>
                    </a:lnTo>
                    <a:lnTo>
                      <a:pt x="106" y="119"/>
                    </a:lnTo>
                    <a:lnTo>
                      <a:pt x="105" y="120"/>
                    </a:lnTo>
                    <a:lnTo>
                      <a:pt x="104" y="120"/>
                    </a:lnTo>
                    <a:lnTo>
                      <a:pt x="103" y="120"/>
                    </a:lnTo>
                    <a:lnTo>
                      <a:pt x="102" y="120"/>
                    </a:lnTo>
                    <a:lnTo>
                      <a:pt x="102" y="121"/>
                    </a:lnTo>
                    <a:lnTo>
                      <a:pt x="101" y="121"/>
                    </a:lnTo>
                    <a:lnTo>
                      <a:pt x="100" y="121"/>
                    </a:lnTo>
                    <a:lnTo>
                      <a:pt x="99" y="122"/>
                    </a:lnTo>
                    <a:lnTo>
                      <a:pt x="98" y="122"/>
                    </a:lnTo>
                    <a:lnTo>
                      <a:pt x="97" y="122"/>
                    </a:lnTo>
                    <a:lnTo>
                      <a:pt x="96" y="122"/>
                    </a:lnTo>
                    <a:lnTo>
                      <a:pt x="95" y="123"/>
                    </a:lnTo>
                    <a:lnTo>
                      <a:pt x="94" y="123"/>
                    </a:lnTo>
                    <a:lnTo>
                      <a:pt x="94" y="123"/>
                    </a:lnTo>
                    <a:lnTo>
                      <a:pt x="93" y="123"/>
                    </a:lnTo>
                    <a:lnTo>
                      <a:pt x="92" y="124"/>
                    </a:lnTo>
                    <a:lnTo>
                      <a:pt x="92" y="124"/>
                    </a:lnTo>
                    <a:lnTo>
                      <a:pt x="91" y="124"/>
                    </a:lnTo>
                    <a:lnTo>
                      <a:pt x="90" y="125"/>
                    </a:lnTo>
                    <a:lnTo>
                      <a:pt x="89" y="125"/>
                    </a:lnTo>
                    <a:lnTo>
                      <a:pt x="88" y="125"/>
                    </a:lnTo>
                    <a:lnTo>
                      <a:pt x="87" y="125"/>
                    </a:lnTo>
                    <a:lnTo>
                      <a:pt x="86" y="126"/>
                    </a:lnTo>
                    <a:lnTo>
                      <a:pt x="85" y="126"/>
                    </a:lnTo>
                    <a:lnTo>
                      <a:pt x="84" y="126"/>
                    </a:lnTo>
                    <a:lnTo>
                      <a:pt x="84" y="126"/>
                    </a:lnTo>
                    <a:lnTo>
                      <a:pt x="83" y="126"/>
                    </a:lnTo>
                    <a:lnTo>
                      <a:pt x="82" y="127"/>
                    </a:lnTo>
                    <a:lnTo>
                      <a:pt x="81" y="127"/>
                    </a:lnTo>
                    <a:lnTo>
                      <a:pt x="80" y="127"/>
                    </a:lnTo>
                    <a:lnTo>
                      <a:pt x="79" y="127"/>
                    </a:lnTo>
                    <a:lnTo>
                      <a:pt x="78" y="128"/>
                    </a:lnTo>
                    <a:lnTo>
                      <a:pt x="78" y="128"/>
                    </a:lnTo>
                    <a:lnTo>
                      <a:pt x="77" y="128"/>
                    </a:lnTo>
                    <a:lnTo>
                      <a:pt x="76" y="128"/>
                    </a:lnTo>
                    <a:lnTo>
                      <a:pt x="75" y="129"/>
                    </a:lnTo>
                    <a:lnTo>
                      <a:pt x="74" y="129"/>
                    </a:lnTo>
                    <a:lnTo>
                      <a:pt x="73" y="129"/>
                    </a:lnTo>
                    <a:lnTo>
                      <a:pt x="72" y="129"/>
                    </a:lnTo>
                    <a:lnTo>
                      <a:pt x="72" y="129"/>
                    </a:lnTo>
                    <a:lnTo>
                      <a:pt x="71" y="130"/>
                    </a:lnTo>
                    <a:lnTo>
                      <a:pt x="70" y="130"/>
                    </a:lnTo>
                    <a:lnTo>
                      <a:pt x="69" y="130"/>
                    </a:lnTo>
                    <a:lnTo>
                      <a:pt x="68" y="130"/>
                    </a:lnTo>
                    <a:lnTo>
                      <a:pt x="68" y="130"/>
                    </a:lnTo>
                    <a:lnTo>
                      <a:pt x="67" y="131"/>
                    </a:lnTo>
                    <a:lnTo>
                      <a:pt x="67" y="131"/>
                    </a:lnTo>
                    <a:lnTo>
                      <a:pt x="66" y="131"/>
                    </a:lnTo>
                    <a:lnTo>
                      <a:pt x="65" y="131"/>
                    </a:lnTo>
                    <a:lnTo>
                      <a:pt x="65" y="131"/>
                    </a:lnTo>
                    <a:lnTo>
                      <a:pt x="65" y="132"/>
                    </a:lnTo>
                    <a:lnTo>
                      <a:pt x="64" y="132"/>
                    </a:lnTo>
                    <a:lnTo>
                      <a:pt x="64" y="132"/>
                    </a:lnTo>
                    <a:lnTo>
                      <a:pt x="64" y="132"/>
                    </a:lnTo>
                    <a:lnTo>
                      <a:pt x="63" y="132"/>
                    </a:lnTo>
                    <a:lnTo>
                      <a:pt x="62" y="133"/>
                    </a:lnTo>
                    <a:lnTo>
                      <a:pt x="61" y="133"/>
                    </a:lnTo>
                    <a:lnTo>
                      <a:pt x="60" y="133"/>
                    </a:lnTo>
                    <a:lnTo>
                      <a:pt x="60" y="134"/>
                    </a:lnTo>
                    <a:lnTo>
                      <a:pt x="59" y="134"/>
                    </a:lnTo>
                    <a:lnTo>
                      <a:pt x="58" y="134"/>
                    </a:lnTo>
                    <a:lnTo>
                      <a:pt x="57" y="134"/>
                    </a:lnTo>
                    <a:lnTo>
                      <a:pt x="57" y="135"/>
                    </a:lnTo>
                    <a:lnTo>
                      <a:pt x="57" y="135"/>
                    </a:lnTo>
                    <a:lnTo>
                      <a:pt x="56" y="135"/>
                    </a:lnTo>
                    <a:lnTo>
                      <a:pt x="55" y="135"/>
                    </a:lnTo>
                    <a:lnTo>
                      <a:pt x="54" y="135"/>
                    </a:lnTo>
                    <a:lnTo>
                      <a:pt x="53" y="135"/>
                    </a:lnTo>
                    <a:lnTo>
                      <a:pt x="53" y="135"/>
                    </a:lnTo>
                    <a:lnTo>
                      <a:pt x="52" y="135"/>
                    </a:lnTo>
                    <a:lnTo>
                      <a:pt x="51" y="136"/>
                    </a:lnTo>
                    <a:lnTo>
                      <a:pt x="50" y="136"/>
                    </a:lnTo>
                    <a:lnTo>
                      <a:pt x="49" y="136"/>
                    </a:lnTo>
                    <a:lnTo>
                      <a:pt x="49" y="136"/>
                    </a:lnTo>
                    <a:lnTo>
                      <a:pt x="48" y="136"/>
                    </a:lnTo>
                    <a:lnTo>
                      <a:pt x="48" y="136"/>
                    </a:lnTo>
                    <a:lnTo>
                      <a:pt x="47" y="136"/>
                    </a:lnTo>
                    <a:lnTo>
                      <a:pt x="46" y="136"/>
                    </a:lnTo>
                    <a:lnTo>
                      <a:pt x="45" y="136"/>
                    </a:lnTo>
                    <a:lnTo>
                      <a:pt x="44" y="136"/>
                    </a:lnTo>
                    <a:lnTo>
                      <a:pt x="44" y="136"/>
                    </a:lnTo>
                    <a:lnTo>
                      <a:pt x="43" y="137"/>
                    </a:lnTo>
                    <a:lnTo>
                      <a:pt x="42" y="137"/>
                    </a:lnTo>
                    <a:lnTo>
                      <a:pt x="41" y="137"/>
                    </a:lnTo>
                    <a:lnTo>
                      <a:pt x="40" y="137"/>
                    </a:lnTo>
                    <a:lnTo>
                      <a:pt x="40" y="137"/>
                    </a:lnTo>
                    <a:lnTo>
                      <a:pt x="39" y="137"/>
                    </a:lnTo>
                    <a:lnTo>
                      <a:pt x="38" y="137"/>
                    </a:lnTo>
                    <a:lnTo>
                      <a:pt x="37" y="137"/>
                    </a:lnTo>
                    <a:lnTo>
                      <a:pt x="36" y="137"/>
                    </a:lnTo>
                    <a:lnTo>
                      <a:pt x="36" y="137"/>
                    </a:lnTo>
                    <a:lnTo>
                      <a:pt x="36" y="137"/>
                    </a:lnTo>
                    <a:lnTo>
                      <a:pt x="35" y="137"/>
                    </a:lnTo>
                    <a:lnTo>
                      <a:pt x="34" y="137"/>
                    </a:lnTo>
                    <a:lnTo>
                      <a:pt x="33" y="137"/>
                    </a:lnTo>
                    <a:lnTo>
                      <a:pt x="33" y="137"/>
                    </a:lnTo>
                    <a:lnTo>
                      <a:pt x="32" y="137"/>
                    </a:lnTo>
                    <a:lnTo>
                      <a:pt x="31" y="137"/>
                    </a:lnTo>
                    <a:lnTo>
                      <a:pt x="30" y="137"/>
                    </a:lnTo>
                    <a:lnTo>
                      <a:pt x="30" y="137"/>
                    </a:lnTo>
                    <a:lnTo>
                      <a:pt x="30" y="137"/>
                    </a:lnTo>
                    <a:lnTo>
                      <a:pt x="29" y="137"/>
                    </a:lnTo>
                    <a:lnTo>
                      <a:pt x="28" y="137"/>
                    </a:lnTo>
                    <a:lnTo>
                      <a:pt x="27" y="137"/>
                    </a:lnTo>
                    <a:lnTo>
                      <a:pt x="27" y="137"/>
                    </a:lnTo>
                    <a:lnTo>
                      <a:pt x="26" y="137"/>
                    </a:lnTo>
                    <a:lnTo>
                      <a:pt x="25" y="137"/>
                    </a:lnTo>
                    <a:lnTo>
                      <a:pt x="24" y="137"/>
                    </a:lnTo>
                    <a:lnTo>
                      <a:pt x="23" y="137"/>
                    </a:lnTo>
                    <a:lnTo>
                      <a:pt x="23" y="137"/>
                    </a:lnTo>
                    <a:lnTo>
                      <a:pt x="22" y="137"/>
                    </a:lnTo>
                    <a:lnTo>
                      <a:pt x="21" y="137"/>
                    </a:lnTo>
                    <a:lnTo>
                      <a:pt x="20" y="137"/>
                    </a:lnTo>
                    <a:lnTo>
                      <a:pt x="20" y="137"/>
                    </a:lnTo>
                    <a:lnTo>
                      <a:pt x="19" y="137"/>
                    </a:lnTo>
                    <a:lnTo>
                      <a:pt x="18" y="137"/>
                    </a:lnTo>
                    <a:lnTo>
                      <a:pt x="17" y="137"/>
                    </a:lnTo>
                    <a:lnTo>
                      <a:pt x="17" y="137"/>
                    </a:lnTo>
                    <a:lnTo>
                      <a:pt x="16" y="137"/>
                    </a:lnTo>
                    <a:lnTo>
                      <a:pt x="15" y="137"/>
                    </a:lnTo>
                    <a:lnTo>
                      <a:pt x="14" y="137"/>
                    </a:lnTo>
                    <a:lnTo>
                      <a:pt x="14" y="137"/>
                    </a:lnTo>
                    <a:lnTo>
                      <a:pt x="13" y="137"/>
                    </a:lnTo>
                    <a:lnTo>
                      <a:pt x="12" y="137"/>
                    </a:lnTo>
                    <a:lnTo>
                      <a:pt x="11" y="137"/>
                    </a:lnTo>
                    <a:lnTo>
                      <a:pt x="11" y="137"/>
                    </a:lnTo>
                    <a:lnTo>
                      <a:pt x="11" y="137"/>
                    </a:lnTo>
                    <a:lnTo>
                      <a:pt x="11" y="137"/>
                    </a:lnTo>
                    <a:lnTo>
                      <a:pt x="4" y="134"/>
                    </a:lnTo>
                    <a:lnTo>
                      <a:pt x="0" y="127"/>
                    </a:lnTo>
                    <a:lnTo>
                      <a:pt x="0" y="127"/>
                    </a:lnTo>
                    <a:lnTo>
                      <a:pt x="4" y="119"/>
                    </a:lnTo>
                    <a:lnTo>
                      <a:pt x="11" y="116"/>
                    </a:lnTo>
                    <a:lnTo>
                      <a:pt x="11" y="116"/>
                    </a:lnTo>
                    <a:lnTo>
                      <a:pt x="11" y="116"/>
                    </a:lnTo>
                    <a:lnTo>
                      <a:pt x="12" y="116"/>
                    </a:lnTo>
                    <a:lnTo>
                      <a:pt x="12" y="116"/>
                    </a:lnTo>
                    <a:lnTo>
                      <a:pt x="13" y="116"/>
                    </a:lnTo>
                    <a:lnTo>
                      <a:pt x="13" y="115"/>
                    </a:lnTo>
                    <a:lnTo>
                      <a:pt x="14" y="115"/>
                    </a:lnTo>
                    <a:lnTo>
                      <a:pt x="14" y="115"/>
                    </a:lnTo>
                    <a:lnTo>
                      <a:pt x="15" y="115"/>
                    </a:lnTo>
                    <a:lnTo>
                      <a:pt x="15" y="115"/>
                    </a:lnTo>
                    <a:lnTo>
                      <a:pt x="16" y="115"/>
                    </a:lnTo>
                    <a:lnTo>
                      <a:pt x="16" y="115"/>
                    </a:lnTo>
                    <a:lnTo>
                      <a:pt x="17" y="115"/>
                    </a:lnTo>
                    <a:lnTo>
                      <a:pt x="18" y="115"/>
                    </a:lnTo>
                    <a:lnTo>
                      <a:pt x="18" y="114"/>
                    </a:lnTo>
                    <a:lnTo>
                      <a:pt x="19" y="114"/>
                    </a:lnTo>
                    <a:lnTo>
                      <a:pt x="19" y="114"/>
                    </a:lnTo>
                    <a:lnTo>
                      <a:pt x="20" y="114"/>
                    </a:lnTo>
                    <a:lnTo>
                      <a:pt x="20" y="114"/>
                    </a:lnTo>
                    <a:lnTo>
                      <a:pt x="21" y="113"/>
                    </a:lnTo>
                    <a:lnTo>
                      <a:pt x="21" y="113"/>
                    </a:lnTo>
                    <a:lnTo>
                      <a:pt x="22" y="113"/>
                    </a:lnTo>
                    <a:lnTo>
                      <a:pt x="22" y="113"/>
                    </a:lnTo>
                    <a:lnTo>
                      <a:pt x="23" y="112"/>
                    </a:lnTo>
                    <a:lnTo>
                      <a:pt x="23" y="112"/>
                    </a:lnTo>
                    <a:lnTo>
                      <a:pt x="24" y="112"/>
                    </a:lnTo>
                    <a:lnTo>
                      <a:pt x="24" y="112"/>
                    </a:lnTo>
                    <a:lnTo>
                      <a:pt x="24" y="112"/>
                    </a:lnTo>
                    <a:lnTo>
                      <a:pt x="25" y="111"/>
                    </a:lnTo>
                    <a:lnTo>
                      <a:pt x="25" y="111"/>
                    </a:lnTo>
                    <a:lnTo>
                      <a:pt x="26" y="111"/>
                    </a:lnTo>
                    <a:lnTo>
                      <a:pt x="26" y="110"/>
                    </a:lnTo>
                    <a:lnTo>
                      <a:pt x="26" y="110"/>
                    </a:lnTo>
                    <a:lnTo>
                      <a:pt x="27" y="110"/>
                    </a:lnTo>
                    <a:lnTo>
                      <a:pt x="27" y="109"/>
                    </a:lnTo>
                    <a:lnTo>
                      <a:pt x="28" y="109"/>
                    </a:lnTo>
                    <a:lnTo>
                      <a:pt x="28" y="109"/>
                    </a:lnTo>
                    <a:lnTo>
                      <a:pt x="29" y="108"/>
                    </a:lnTo>
                    <a:lnTo>
                      <a:pt x="29" y="108"/>
                    </a:lnTo>
                    <a:lnTo>
                      <a:pt x="30" y="108"/>
                    </a:lnTo>
                    <a:lnTo>
                      <a:pt x="30" y="107"/>
                    </a:lnTo>
                    <a:lnTo>
                      <a:pt x="31" y="107"/>
                    </a:lnTo>
                    <a:lnTo>
                      <a:pt x="31" y="107"/>
                    </a:lnTo>
                    <a:lnTo>
                      <a:pt x="32" y="106"/>
                    </a:lnTo>
                    <a:lnTo>
                      <a:pt x="32" y="106"/>
                    </a:lnTo>
                    <a:lnTo>
                      <a:pt x="32" y="105"/>
                    </a:lnTo>
                    <a:lnTo>
                      <a:pt x="33" y="105"/>
                    </a:lnTo>
                    <a:lnTo>
                      <a:pt x="33" y="104"/>
                    </a:lnTo>
                    <a:lnTo>
                      <a:pt x="34" y="104"/>
                    </a:lnTo>
                    <a:lnTo>
                      <a:pt x="34" y="104"/>
                    </a:lnTo>
                    <a:lnTo>
                      <a:pt x="34" y="103"/>
                    </a:lnTo>
                    <a:lnTo>
                      <a:pt x="35" y="103"/>
                    </a:lnTo>
                    <a:lnTo>
                      <a:pt x="35" y="103"/>
                    </a:lnTo>
                    <a:lnTo>
                      <a:pt x="35" y="102"/>
                    </a:lnTo>
                    <a:lnTo>
                      <a:pt x="36" y="102"/>
                    </a:lnTo>
                    <a:lnTo>
                      <a:pt x="36" y="102"/>
                    </a:lnTo>
                    <a:lnTo>
                      <a:pt x="36" y="101"/>
                    </a:lnTo>
                    <a:lnTo>
                      <a:pt x="36" y="101"/>
                    </a:lnTo>
                    <a:lnTo>
                      <a:pt x="37" y="101"/>
                    </a:lnTo>
                    <a:lnTo>
                      <a:pt x="37" y="101"/>
                    </a:lnTo>
                    <a:lnTo>
                      <a:pt x="37" y="100"/>
                    </a:lnTo>
                    <a:lnTo>
                      <a:pt x="38" y="100"/>
                    </a:lnTo>
                    <a:lnTo>
                      <a:pt x="38" y="100"/>
                    </a:lnTo>
                    <a:lnTo>
                      <a:pt x="38" y="100"/>
                    </a:lnTo>
                    <a:lnTo>
                      <a:pt x="39" y="99"/>
                    </a:lnTo>
                    <a:lnTo>
                      <a:pt x="39" y="99"/>
                    </a:lnTo>
                    <a:lnTo>
                      <a:pt x="40" y="98"/>
                    </a:lnTo>
                    <a:lnTo>
                      <a:pt x="40" y="98"/>
                    </a:lnTo>
                    <a:lnTo>
                      <a:pt x="41" y="98"/>
                    </a:lnTo>
                    <a:lnTo>
                      <a:pt x="41" y="97"/>
                    </a:lnTo>
                    <a:lnTo>
                      <a:pt x="42" y="97"/>
                    </a:lnTo>
                    <a:lnTo>
                      <a:pt x="42" y="97"/>
                    </a:lnTo>
                    <a:lnTo>
                      <a:pt x="43" y="96"/>
                    </a:lnTo>
                    <a:lnTo>
                      <a:pt x="43" y="96"/>
                    </a:lnTo>
                    <a:lnTo>
                      <a:pt x="43" y="96"/>
                    </a:lnTo>
                    <a:lnTo>
                      <a:pt x="44" y="95"/>
                    </a:lnTo>
                    <a:lnTo>
                      <a:pt x="44" y="95"/>
                    </a:lnTo>
                    <a:lnTo>
                      <a:pt x="45" y="95"/>
                    </a:lnTo>
                    <a:lnTo>
                      <a:pt x="45" y="95"/>
                    </a:lnTo>
                    <a:lnTo>
                      <a:pt x="46" y="94"/>
                    </a:lnTo>
                    <a:lnTo>
                      <a:pt x="46" y="94"/>
                    </a:lnTo>
                    <a:lnTo>
                      <a:pt x="47" y="93"/>
                    </a:lnTo>
                    <a:lnTo>
                      <a:pt x="48" y="93"/>
                    </a:lnTo>
                    <a:lnTo>
                      <a:pt x="49" y="92"/>
                    </a:lnTo>
                    <a:lnTo>
                      <a:pt x="50" y="91"/>
                    </a:lnTo>
                    <a:lnTo>
                      <a:pt x="50" y="91"/>
                    </a:lnTo>
                    <a:lnTo>
                      <a:pt x="51" y="90"/>
                    </a:lnTo>
                    <a:lnTo>
                      <a:pt x="52" y="90"/>
                    </a:lnTo>
                    <a:lnTo>
                      <a:pt x="54" y="89"/>
                    </a:lnTo>
                    <a:lnTo>
                      <a:pt x="55" y="88"/>
                    </a:lnTo>
                    <a:lnTo>
                      <a:pt x="56" y="88"/>
                    </a:lnTo>
                    <a:lnTo>
                      <a:pt x="57" y="87"/>
                    </a:lnTo>
                    <a:lnTo>
                      <a:pt x="58" y="86"/>
                    </a:lnTo>
                    <a:lnTo>
                      <a:pt x="59" y="85"/>
                    </a:lnTo>
                    <a:lnTo>
                      <a:pt x="60" y="84"/>
                    </a:lnTo>
                    <a:lnTo>
                      <a:pt x="61" y="84"/>
                    </a:lnTo>
                    <a:lnTo>
                      <a:pt x="62" y="83"/>
                    </a:lnTo>
                    <a:lnTo>
                      <a:pt x="63" y="82"/>
                    </a:lnTo>
                    <a:lnTo>
                      <a:pt x="65" y="81"/>
                    </a:lnTo>
                    <a:lnTo>
                      <a:pt x="65" y="80"/>
                    </a:lnTo>
                    <a:lnTo>
                      <a:pt x="66" y="80"/>
                    </a:lnTo>
                    <a:lnTo>
                      <a:pt x="67" y="79"/>
                    </a:lnTo>
                    <a:lnTo>
                      <a:pt x="68" y="78"/>
                    </a:lnTo>
                    <a:lnTo>
                      <a:pt x="69" y="77"/>
                    </a:lnTo>
                    <a:lnTo>
                      <a:pt x="70" y="76"/>
                    </a:lnTo>
                    <a:lnTo>
                      <a:pt x="71" y="75"/>
                    </a:lnTo>
                    <a:lnTo>
                      <a:pt x="72" y="74"/>
                    </a:lnTo>
                    <a:lnTo>
                      <a:pt x="74" y="73"/>
                    </a:lnTo>
                    <a:lnTo>
                      <a:pt x="75" y="72"/>
                    </a:lnTo>
                    <a:lnTo>
                      <a:pt x="76" y="72"/>
                    </a:lnTo>
                    <a:lnTo>
                      <a:pt x="77" y="72"/>
                    </a:lnTo>
                    <a:lnTo>
                      <a:pt x="78" y="71"/>
                    </a:lnTo>
                    <a:lnTo>
                      <a:pt x="79" y="70"/>
                    </a:lnTo>
                    <a:lnTo>
                      <a:pt x="80" y="69"/>
                    </a:lnTo>
                    <a:lnTo>
                      <a:pt x="83" y="67"/>
                    </a:lnTo>
                    <a:lnTo>
                      <a:pt x="85" y="65"/>
                    </a:lnTo>
                    <a:lnTo>
                      <a:pt x="87" y="63"/>
                    </a:lnTo>
                    <a:lnTo>
                      <a:pt x="90" y="61"/>
                    </a:lnTo>
                    <a:lnTo>
                      <a:pt x="92" y="59"/>
                    </a:lnTo>
                    <a:lnTo>
                      <a:pt x="95" y="55"/>
                    </a:lnTo>
                    <a:lnTo>
                      <a:pt x="98" y="53"/>
                    </a:lnTo>
                    <a:lnTo>
                      <a:pt x="100" y="51"/>
                    </a:lnTo>
                    <a:lnTo>
                      <a:pt x="102" y="49"/>
                    </a:lnTo>
                    <a:lnTo>
                      <a:pt x="105" y="47"/>
                    </a:lnTo>
                    <a:lnTo>
                      <a:pt x="107" y="45"/>
                    </a:lnTo>
                    <a:lnTo>
                      <a:pt x="108" y="45"/>
                    </a:lnTo>
                    <a:lnTo>
                      <a:pt x="109" y="44"/>
                    </a:lnTo>
                    <a:lnTo>
                      <a:pt x="111" y="43"/>
                    </a:lnTo>
                    <a:lnTo>
                      <a:pt x="112" y="42"/>
                    </a:lnTo>
                    <a:lnTo>
                      <a:pt x="113" y="42"/>
                    </a:lnTo>
                    <a:lnTo>
                      <a:pt x="114" y="41"/>
                    </a:lnTo>
                    <a:lnTo>
                      <a:pt x="115" y="40"/>
                    </a:lnTo>
                    <a:lnTo>
                      <a:pt x="116" y="39"/>
                    </a:lnTo>
                    <a:lnTo>
                      <a:pt x="118" y="38"/>
                    </a:lnTo>
                    <a:lnTo>
                      <a:pt x="119" y="37"/>
                    </a:lnTo>
                    <a:lnTo>
                      <a:pt x="120" y="36"/>
                    </a:lnTo>
                    <a:lnTo>
                      <a:pt x="121" y="35"/>
                    </a:lnTo>
                    <a:lnTo>
                      <a:pt x="122" y="34"/>
                    </a:lnTo>
                    <a:lnTo>
                      <a:pt x="123" y="33"/>
                    </a:lnTo>
                    <a:lnTo>
                      <a:pt x="124" y="32"/>
                    </a:lnTo>
                    <a:lnTo>
                      <a:pt x="125" y="31"/>
                    </a:lnTo>
                    <a:lnTo>
                      <a:pt x="126" y="31"/>
                    </a:lnTo>
                    <a:lnTo>
                      <a:pt x="127" y="30"/>
                    </a:lnTo>
                    <a:lnTo>
                      <a:pt x="129" y="29"/>
                    </a:lnTo>
                    <a:lnTo>
                      <a:pt x="130" y="28"/>
                    </a:lnTo>
                    <a:lnTo>
                      <a:pt x="131" y="27"/>
                    </a:lnTo>
                    <a:lnTo>
                      <a:pt x="132" y="26"/>
                    </a:lnTo>
                    <a:lnTo>
                      <a:pt x="134" y="25"/>
                    </a:lnTo>
                    <a:lnTo>
                      <a:pt x="135" y="25"/>
                    </a:lnTo>
                    <a:lnTo>
                      <a:pt x="135" y="25"/>
                    </a:lnTo>
                    <a:lnTo>
                      <a:pt x="136" y="24"/>
                    </a:lnTo>
                    <a:lnTo>
                      <a:pt x="137" y="23"/>
                    </a:lnTo>
                    <a:lnTo>
                      <a:pt x="139" y="22"/>
                    </a:lnTo>
                    <a:lnTo>
                      <a:pt x="140" y="21"/>
                    </a:lnTo>
                    <a:lnTo>
                      <a:pt x="141" y="21"/>
                    </a:lnTo>
                    <a:lnTo>
                      <a:pt x="142" y="20"/>
                    </a:lnTo>
                    <a:lnTo>
                      <a:pt x="142" y="20"/>
                    </a:lnTo>
                    <a:lnTo>
                      <a:pt x="143" y="20"/>
                    </a:lnTo>
                    <a:lnTo>
                      <a:pt x="144" y="19"/>
                    </a:lnTo>
                    <a:lnTo>
                      <a:pt x="144" y="19"/>
                    </a:lnTo>
                    <a:lnTo>
                      <a:pt x="145" y="18"/>
                    </a:lnTo>
                    <a:lnTo>
                      <a:pt x="146" y="18"/>
                    </a:lnTo>
                    <a:lnTo>
                      <a:pt x="146" y="18"/>
                    </a:lnTo>
                    <a:lnTo>
                      <a:pt x="146" y="18"/>
                    </a:lnTo>
                    <a:lnTo>
                      <a:pt x="146" y="18"/>
                    </a:lnTo>
                    <a:lnTo>
                      <a:pt x="147" y="17"/>
                    </a:lnTo>
                    <a:lnTo>
                      <a:pt x="147" y="17"/>
                    </a:lnTo>
                    <a:lnTo>
                      <a:pt x="147" y="17"/>
                    </a:lnTo>
                    <a:lnTo>
                      <a:pt x="148" y="16"/>
                    </a:lnTo>
                    <a:lnTo>
                      <a:pt x="148" y="15"/>
                    </a:lnTo>
                    <a:lnTo>
                      <a:pt x="149" y="14"/>
                    </a:lnTo>
                    <a:lnTo>
                      <a:pt x="150" y="13"/>
                    </a:lnTo>
                    <a:lnTo>
                      <a:pt x="150" y="13"/>
                    </a:lnTo>
                    <a:lnTo>
                      <a:pt x="151" y="13"/>
                    </a:lnTo>
                    <a:lnTo>
                      <a:pt x="151" y="13"/>
                    </a:lnTo>
                    <a:lnTo>
                      <a:pt x="152" y="12"/>
                    </a:lnTo>
                    <a:lnTo>
                      <a:pt x="152" y="12"/>
                    </a:lnTo>
                    <a:lnTo>
                      <a:pt x="152" y="11"/>
                    </a:lnTo>
                    <a:lnTo>
                      <a:pt x="152" y="11"/>
                    </a:lnTo>
                    <a:lnTo>
                      <a:pt x="152" y="10"/>
                    </a:lnTo>
                    <a:lnTo>
                      <a:pt x="153" y="9"/>
                    </a:lnTo>
                    <a:lnTo>
                      <a:pt x="154" y="9"/>
                    </a:lnTo>
                    <a:lnTo>
                      <a:pt x="154" y="8"/>
                    </a:lnTo>
                    <a:lnTo>
                      <a:pt x="155" y="8"/>
                    </a:lnTo>
                    <a:lnTo>
                      <a:pt x="156" y="7"/>
                    </a:lnTo>
                    <a:lnTo>
                      <a:pt x="156" y="6"/>
                    </a:lnTo>
                    <a:lnTo>
                      <a:pt x="157" y="6"/>
                    </a:lnTo>
                    <a:lnTo>
                      <a:pt x="157" y="6"/>
                    </a:lnTo>
                    <a:lnTo>
                      <a:pt x="158" y="5"/>
                    </a:lnTo>
                    <a:lnTo>
                      <a:pt x="158" y="5"/>
                    </a:lnTo>
                    <a:lnTo>
                      <a:pt x="159" y="5"/>
                    </a:lnTo>
                    <a:lnTo>
                      <a:pt x="159" y="4"/>
                    </a:lnTo>
                    <a:lnTo>
                      <a:pt x="160" y="4"/>
                    </a:lnTo>
                    <a:lnTo>
                      <a:pt x="161" y="4"/>
                    </a:lnTo>
                    <a:lnTo>
                      <a:pt x="161" y="3"/>
                    </a:lnTo>
                    <a:lnTo>
                      <a:pt x="162" y="3"/>
                    </a:lnTo>
                    <a:lnTo>
                      <a:pt x="163" y="3"/>
                    </a:lnTo>
                    <a:lnTo>
                      <a:pt x="164" y="2"/>
                    </a:lnTo>
                    <a:lnTo>
                      <a:pt x="164" y="2"/>
                    </a:lnTo>
                    <a:lnTo>
                      <a:pt x="165" y="2"/>
                    </a:lnTo>
                    <a:lnTo>
                      <a:pt x="166" y="1"/>
                    </a:lnTo>
                    <a:lnTo>
                      <a:pt x="167" y="1"/>
                    </a:lnTo>
                    <a:lnTo>
                      <a:pt x="168" y="1"/>
                    </a:lnTo>
                    <a:lnTo>
                      <a:pt x="169" y="1"/>
                    </a:lnTo>
                    <a:lnTo>
                      <a:pt x="170" y="1"/>
                    </a:lnTo>
                    <a:lnTo>
                      <a:pt x="171" y="0"/>
                    </a:lnTo>
                    <a:lnTo>
                      <a:pt x="172" y="0"/>
                    </a:lnTo>
                    <a:lnTo>
                      <a:pt x="173" y="0"/>
                    </a:lnTo>
                    <a:lnTo>
                      <a:pt x="174" y="0"/>
                    </a:lnTo>
                    <a:lnTo>
                      <a:pt x="174" y="0"/>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38" name="Freeform 18">
                <a:extLst>
                  <a:ext uri="{FF2B5EF4-FFF2-40B4-BE49-F238E27FC236}">
                    <a16:creationId xmlns:a16="http://schemas.microsoft.com/office/drawing/2014/main" id="{91EF90B4-B6DA-CE20-0A78-FBEF2F532708}"/>
                  </a:ext>
                </a:extLst>
              </p:cNvPr>
              <p:cNvSpPr>
                <a:spLocks/>
              </p:cNvSpPr>
              <p:nvPr/>
            </p:nvSpPr>
            <p:spPr bwMode="auto">
              <a:xfrm>
                <a:off x="13497814" y="4700452"/>
                <a:ext cx="131696" cy="75641"/>
              </a:xfrm>
              <a:custGeom>
                <a:avLst/>
                <a:gdLst>
                  <a:gd name="T0" fmla="*/ 179 w 195"/>
                  <a:gd name="T1" fmla="*/ 1 h 112"/>
                  <a:gd name="T2" fmla="*/ 188 w 195"/>
                  <a:gd name="T3" fmla="*/ 7 h 112"/>
                  <a:gd name="T4" fmla="*/ 193 w 195"/>
                  <a:gd name="T5" fmla="*/ 13 h 112"/>
                  <a:gd name="T6" fmla="*/ 194 w 195"/>
                  <a:gd name="T7" fmla="*/ 19 h 112"/>
                  <a:gd name="T8" fmla="*/ 195 w 195"/>
                  <a:gd name="T9" fmla="*/ 25 h 112"/>
                  <a:gd name="T10" fmla="*/ 194 w 195"/>
                  <a:gd name="T11" fmla="*/ 30 h 112"/>
                  <a:gd name="T12" fmla="*/ 194 w 195"/>
                  <a:gd name="T13" fmla="*/ 36 h 112"/>
                  <a:gd name="T14" fmla="*/ 191 w 195"/>
                  <a:gd name="T15" fmla="*/ 43 h 112"/>
                  <a:gd name="T16" fmla="*/ 188 w 195"/>
                  <a:gd name="T17" fmla="*/ 49 h 112"/>
                  <a:gd name="T18" fmla="*/ 185 w 195"/>
                  <a:gd name="T19" fmla="*/ 56 h 112"/>
                  <a:gd name="T20" fmla="*/ 181 w 195"/>
                  <a:gd name="T21" fmla="*/ 62 h 112"/>
                  <a:gd name="T22" fmla="*/ 177 w 195"/>
                  <a:gd name="T23" fmla="*/ 67 h 112"/>
                  <a:gd name="T24" fmla="*/ 173 w 195"/>
                  <a:gd name="T25" fmla="*/ 73 h 112"/>
                  <a:gd name="T26" fmla="*/ 168 w 195"/>
                  <a:gd name="T27" fmla="*/ 79 h 112"/>
                  <a:gd name="T28" fmla="*/ 163 w 195"/>
                  <a:gd name="T29" fmla="*/ 84 h 112"/>
                  <a:gd name="T30" fmla="*/ 159 w 195"/>
                  <a:gd name="T31" fmla="*/ 87 h 112"/>
                  <a:gd name="T32" fmla="*/ 154 w 195"/>
                  <a:gd name="T33" fmla="*/ 89 h 112"/>
                  <a:gd name="T34" fmla="*/ 149 w 195"/>
                  <a:gd name="T35" fmla="*/ 92 h 112"/>
                  <a:gd name="T36" fmla="*/ 145 w 195"/>
                  <a:gd name="T37" fmla="*/ 94 h 112"/>
                  <a:gd name="T38" fmla="*/ 140 w 195"/>
                  <a:gd name="T39" fmla="*/ 95 h 112"/>
                  <a:gd name="T40" fmla="*/ 135 w 195"/>
                  <a:gd name="T41" fmla="*/ 96 h 112"/>
                  <a:gd name="T42" fmla="*/ 128 w 195"/>
                  <a:gd name="T43" fmla="*/ 98 h 112"/>
                  <a:gd name="T44" fmla="*/ 118 w 195"/>
                  <a:gd name="T45" fmla="*/ 100 h 112"/>
                  <a:gd name="T46" fmla="*/ 109 w 195"/>
                  <a:gd name="T47" fmla="*/ 101 h 112"/>
                  <a:gd name="T48" fmla="*/ 99 w 195"/>
                  <a:gd name="T49" fmla="*/ 101 h 112"/>
                  <a:gd name="T50" fmla="*/ 90 w 195"/>
                  <a:gd name="T51" fmla="*/ 101 h 112"/>
                  <a:gd name="T52" fmla="*/ 76 w 195"/>
                  <a:gd name="T53" fmla="*/ 101 h 112"/>
                  <a:gd name="T54" fmla="*/ 67 w 195"/>
                  <a:gd name="T55" fmla="*/ 104 h 112"/>
                  <a:gd name="T56" fmla="*/ 58 w 195"/>
                  <a:gd name="T57" fmla="*/ 107 h 112"/>
                  <a:gd name="T58" fmla="*/ 50 w 195"/>
                  <a:gd name="T59" fmla="*/ 110 h 112"/>
                  <a:gd name="T60" fmla="*/ 41 w 195"/>
                  <a:gd name="T61" fmla="*/ 111 h 112"/>
                  <a:gd name="T62" fmla="*/ 33 w 195"/>
                  <a:gd name="T63" fmla="*/ 106 h 112"/>
                  <a:gd name="T64" fmla="*/ 22 w 195"/>
                  <a:gd name="T65" fmla="*/ 102 h 112"/>
                  <a:gd name="T66" fmla="*/ 19 w 195"/>
                  <a:gd name="T67" fmla="*/ 103 h 112"/>
                  <a:gd name="T68" fmla="*/ 16 w 195"/>
                  <a:gd name="T69" fmla="*/ 104 h 112"/>
                  <a:gd name="T70" fmla="*/ 11 w 195"/>
                  <a:gd name="T71" fmla="*/ 104 h 112"/>
                  <a:gd name="T72" fmla="*/ 12 w 195"/>
                  <a:gd name="T73" fmla="*/ 82 h 112"/>
                  <a:gd name="T74" fmla="*/ 16 w 195"/>
                  <a:gd name="T75" fmla="*/ 80 h 112"/>
                  <a:gd name="T76" fmla="*/ 20 w 195"/>
                  <a:gd name="T77" fmla="*/ 78 h 112"/>
                  <a:gd name="T78" fmla="*/ 23 w 195"/>
                  <a:gd name="T79" fmla="*/ 76 h 112"/>
                  <a:gd name="T80" fmla="*/ 27 w 195"/>
                  <a:gd name="T81" fmla="*/ 75 h 112"/>
                  <a:gd name="T82" fmla="*/ 30 w 195"/>
                  <a:gd name="T83" fmla="*/ 73 h 112"/>
                  <a:gd name="T84" fmla="*/ 36 w 195"/>
                  <a:gd name="T85" fmla="*/ 69 h 112"/>
                  <a:gd name="T86" fmla="*/ 43 w 195"/>
                  <a:gd name="T87" fmla="*/ 67 h 112"/>
                  <a:gd name="T88" fmla="*/ 51 w 195"/>
                  <a:gd name="T89" fmla="*/ 65 h 112"/>
                  <a:gd name="T90" fmla="*/ 59 w 195"/>
                  <a:gd name="T91" fmla="*/ 62 h 112"/>
                  <a:gd name="T92" fmla="*/ 68 w 195"/>
                  <a:gd name="T93" fmla="*/ 59 h 112"/>
                  <a:gd name="T94" fmla="*/ 77 w 195"/>
                  <a:gd name="T95" fmla="*/ 55 h 112"/>
                  <a:gd name="T96" fmla="*/ 85 w 195"/>
                  <a:gd name="T97" fmla="*/ 50 h 112"/>
                  <a:gd name="T98" fmla="*/ 93 w 195"/>
                  <a:gd name="T99" fmla="*/ 46 h 112"/>
                  <a:gd name="T100" fmla="*/ 102 w 195"/>
                  <a:gd name="T101" fmla="*/ 41 h 112"/>
                  <a:gd name="T102" fmla="*/ 110 w 195"/>
                  <a:gd name="T103" fmla="*/ 36 h 112"/>
                  <a:gd name="T104" fmla="*/ 118 w 195"/>
                  <a:gd name="T105" fmla="*/ 32 h 112"/>
                  <a:gd name="T106" fmla="*/ 125 w 195"/>
                  <a:gd name="T107" fmla="*/ 27 h 112"/>
                  <a:gd name="T108" fmla="*/ 132 w 195"/>
                  <a:gd name="T109" fmla="*/ 22 h 112"/>
                  <a:gd name="T110" fmla="*/ 138 w 195"/>
                  <a:gd name="T111" fmla="*/ 18 h 112"/>
                  <a:gd name="T112" fmla="*/ 143 w 195"/>
                  <a:gd name="T113" fmla="*/ 13 h 112"/>
                  <a:gd name="T114" fmla="*/ 149 w 195"/>
                  <a:gd name="T115" fmla="*/ 8 h 112"/>
                  <a:gd name="T116" fmla="*/ 153 w 195"/>
                  <a:gd name="T117" fmla="*/ 6 h 112"/>
                  <a:gd name="T118" fmla="*/ 157 w 195"/>
                  <a:gd name="T119" fmla="*/ 4 h 112"/>
                  <a:gd name="T120" fmla="*/ 161 w 195"/>
                  <a:gd name="T121" fmla="*/ 2 h 112"/>
                  <a:gd name="T122" fmla="*/ 166 w 195"/>
                  <a:gd name="T123"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95" h="112">
                    <a:moveTo>
                      <a:pt x="171" y="0"/>
                    </a:moveTo>
                    <a:lnTo>
                      <a:pt x="172" y="0"/>
                    </a:lnTo>
                    <a:lnTo>
                      <a:pt x="174" y="0"/>
                    </a:lnTo>
                    <a:lnTo>
                      <a:pt x="175" y="0"/>
                    </a:lnTo>
                    <a:lnTo>
                      <a:pt x="176" y="0"/>
                    </a:lnTo>
                    <a:lnTo>
                      <a:pt x="177" y="1"/>
                    </a:lnTo>
                    <a:lnTo>
                      <a:pt x="178" y="1"/>
                    </a:lnTo>
                    <a:lnTo>
                      <a:pt x="179" y="1"/>
                    </a:lnTo>
                    <a:lnTo>
                      <a:pt x="180" y="2"/>
                    </a:lnTo>
                    <a:lnTo>
                      <a:pt x="181" y="2"/>
                    </a:lnTo>
                    <a:lnTo>
                      <a:pt x="183" y="3"/>
                    </a:lnTo>
                    <a:lnTo>
                      <a:pt x="184" y="4"/>
                    </a:lnTo>
                    <a:lnTo>
                      <a:pt x="185" y="4"/>
                    </a:lnTo>
                    <a:lnTo>
                      <a:pt x="186" y="5"/>
                    </a:lnTo>
                    <a:lnTo>
                      <a:pt x="187" y="6"/>
                    </a:lnTo>
                    <a:lnTo>
                      <a:pt x="188" y="7"/>
                    </a:lnTo>
                    <a:lnTo>
                      <a:pt x="189" y="7"/>
                    </a:lnTo>
                    <a:lnTo>
                      <a:pt x="189" y="7"/>
                    </a:lnTo>
                    <a:lnTo>
                      <a:pt x="190" y="8"/>
                    </a:lnTo>
                    <a:lnTo>
                      <a:pt x="191" y="9"/>
                    </a:lnTo>
                    <a:lnTo>
                      <a:pt x="191" y="10"/>
                    </a:lnTo>
                    <a:lnTo>
                      <a:pt x="192" y="11"/>
                    </a:lnTo>
                    <a:lnTo>
                      <a:pt x="193" y="12"/>
                    </a:lnTo>
                    <a:lnTo>
                      <a:pt x="193" y="13"/>
                    </a:lnTo>
                    <a:lnTo>
                      <a:pt x="193" y="14"/>
                    </a:lnTo>
                    <a:lnTo>
                      <a:pt x="194" y="15"/>
                    </a:lnTo>
                    <a:lnTo>
                      <a:pt x="194" y="16"/>
                    </a:lnTo>
                    <a:lnTo>
                      <a:pt x="194" y="16"/>
                    </a:lnTo>
                    <a:lnTo>
                      <a:pt x="194" y="17"/>
                    </a:lnTo>
                    <a:lnTo>
                      <a:pt x="194" y="18"/>
                    </a:lnTo>
                    <a:lnTo>
                      <a:pt x="194" y="19"/>
                    </a:lnTo>
                    <a:lnTo>
                      <a:pt x="194" y="19"/>
                    </a:lnTo>
                    <a:lnTo>
                      <a:pt x="194" y="20"/>
                    </a:lnTo>
                    <a:lnTo>
                      <a:pt x="194" y="21"/>
                    </a:lnTo>
                    <a:lnTo>
                      <a:pt x="194" y="22"/>
                    </a:lnTo>
                    <a:lnTo>
                      <a:pt x="194" y="22"/>
                    </a:lnTo>
                    <a:lnTo>
                      <a:pt x="194" y="23"/>
                    </a:lnTo>
                    <a:lnTo>
                      <a:pt x="194" y="23"/>
                    </a:lnTo>
                    <a:lnTo>
                      <a:pt x="195" y="24"/>
                    </a:lnTo>
                    <a:lnTo>
                      <a:pt x="195" y="25"/>
                    </a:lnTo>
                    <a:lnTo>
                      <a:pt x="195" y="25"/>
                    </a:lnTo>
                    <a:lnTo>
                      <a:pt x="195" y="26"/>
                    </a:lnTo>
                    <a:lnTo>
                      <a:pt x="194" y="26"/>
                    </a:lnTo>
                    <a:lnTo>
                      <a:pt x="194" y="27"/>
                    </a:lnTo>
                    <a:lnTo>
                      <a:pt x="194" y="27"/>
                    </a:lnTo>
                    <a:lnTo>
                      <a:pt x="194" y="28"/>
                    </a:lnTo>
                    <a:lnTo>
                      <a:pt x="194" y="29"/>
                    </a:lnTo>
                    <a:lnTo>
                      <a:pt x="194" y="30"/>
                    </a:lnTo>
                    <a:lnTo>
                      <a:pt x="194" y="31"/>
                    </a:lnTo>
                    <a:lnTo>
                      <a:pt x="194" y="32"/>
                    </a:lnTo>
                    <a:lnTo>
                      <a:pt x="194" y="33"/>
                    </a:lnTo>
                    <a:lnTo>
                      <a:pt x="194" y="34"/>
                    </a:lnTo>
                    <a:lnTo>
                      <a:pt x="194" y="35"/>
                    </a:lnTo>
                    <a:lnTo>
                      <a:pt x="194" y="36"/>
                    </a:lnTo>
                    <a:lnTo>
                      <a:pt x="194" y="36"/>
                    </a:lnTo>
                    <a:lnTo>
                      <a:pt x="194" y="36"/>
                    </a:lnTo>
                    <a:lnTo>
                      <a:pt x="193" y="37"/>
                    </a:lnTo>
                    <a:lnTo>
                      <a:pt x="193" y="38"/>
                    </a:lnTo>
                    <a:lnTo>
                      <a:pt x="193" y="39"/>
                    </a:lnTo>
                    <a:lnTo>
                      <a:pt x="192" y="40"/>
                    </a:lnTo>
                    <a:lnTo>
                      <a:pt x="192" y="40"/>
                    </a:lnTo>
                    <a:lnTo>
                      <a:pt x="192" y="41"/>
                    </a:lnTo>
                    <a:lnTo>
                      <a:pt x="192" y="42"/>
                    </a:lnTo>
                    <a:lnTo>
                      <a:pt x="191" y="43"/>
                    </a:lnTo>
                    <a:lnTo>
                      <a:pt x="191" y="44"/>
                    </a:lnTo>
                    <a:lnTo>
                      <a:pt x="191" y="44"/>
                    </a:lnTo>
                    <a:lnTo>
                      <a:pt x="190" y="45"/>
                    </a:lnTo>
                    <a:lnTo>
                      <a:pt x="190" y="46"/>
                    </a:lnTo>
                    <a:lnTo>
                      <a:pt x="190" y="47"/>
                    </a:lnTo>
                    <a:lnTo>
                      <a:pt x="189" y="48"/>
                    </a:lnTo>
                    <a:lnTo>
                      <a:pt x="189" y="48"/>
                    </a:lnTo>
                    <a:lnTo>
                      <a:pt x="188" y="49"/>
                    </a:lnTo>
                    <a:lnTo>
                      <a:pt x="188" y="50"/>
                    </a:lnTo>
                    <a:lnTo>
                      <a:pt x="188" y="51"/>
                    </a:lnTo>
                    <a:lnTo>
                      <a:pt x="187" y="52"/>
                    </a:lnTo>
                    <a:lnTo>
                      <a:pt x="187" y="52"/>
                    </a:lnTo>
                    <a:lnTo>
                      <a:pt x="186" y="53"/>
                    </a:lnTo>
                    <a:lnTo>
                      <a:pt x="186" y="54"/>
                    </a:lnTo>
                    <a:lnTo>
                      <a:pt x="186" y="55"/>
                    </a:lnTo>
                    <a:lnTo>
                      <a:pt x="185" y="56"/>
                    </a:lnTo>
                    <a:lnTo>
                      <a:pt x="185" y="56"/>
                    </a:lnTo>
                    <a:lnTo>
                      <a:pt x="184" y="57"/>
                    </a:lnTo>
                    <a:lnTo>
                      <a:pt x="184" y="58"/>
                    </a:lnTo>
                    <a:lnTo>
                      <a:pt x="183" y="59"/>
                    </a:lnTo>
                    <a:lnTo>
                      <a:pt x="183" y="60"/>
                    </a:lnTo>
                    <a:lnTo>
                      <a:pt x="182" y="60"/>
                    </a:lnTo>
                    <a:lnTo>
                      <a:pt x="182" y="61"/>
                    </a:lnTo>
                    <a:lnTo>
                      <a:pt x="181" y="62"/>
                    </a:lnTo>
                    <a:lnTo>
                      <a:pt x="181" y="63"/>
                    </a:lnTo>
                    <a:lnTo>
                      <a:pt x="180" y="64"/>
                    </a:lnTo>
                    <a:lnTo>
                      <a:pt x="180" y="64"/>
                    </a:lnTo>
                    <a:lnTo>
                      <a:pt x="179" y="65"/>
                    </a:lnTo>
                    <a:lnTo>
                      <a:pt x="179" y="65"/>
                    </a:lnTo>
                    <a:lnTo>
                      <a:pt x="178" y="66"/>
                    </a:lnTo>
                    <a:lnTo>
                      <a:pt x="178" y="66"/>
                    </a:lnTo>
                    <a:lnTo>
                      <a:pt x="177" y="67"/>
                    </a:lnTo>
                    <a:lnTo>
                      <a:pt x="177" y="68"/>
                    </a:lnTo>
                    <a:lnTo>
                      <a:pt x="176" y="69"/>
                    </a:lnTo>
                    <a:lnTo>
                      <a:pt x="176" y="70"/>
                    </a:lnTo>
                    <a:lnTo>
                      <a:pt x="175" y="70"/>
                    </a:lnTo>
                    <a:lnTo>
                      <a:pt x="175" y="71"/>
                    </a:lnTo>
                    <a:lnTo>
                      <a:pt x="174" y="72"/>
                    </a:lnTo>
                    <a:lnTo>
                      <a:pt x="173" y="73"/>
                    </a:lnTo>
                    <a:lnTo>
                      <a:pt x="173" y="73"/>
                    </a:lnTo>
                    <a:lnTo>
                      <a:pt x="172" y="74"/>
                    </a:lnTo>
                    <a:lnTo>
                      <a:pt x="172" y="75"/>
                    </a:lnTo>
                    <a:lnTo>
                      <a:pt x="171" y="75"/>
                    </a:lnTo>
                    <a:lnTo>
                      <a:pt x="170" y="76"/>
                    </a:lnTo>
                    <a:lnTo>
                      <a:pt x="170" y="77"/>
                    </a:lnTo>
                    <a:lnTo>
                      <a:pt x="169" y="77"/>
                    </a:lnTo>
                    <a:lnTo>
                      <a:pt x="168" y="78"/>
                    </a:lnTo>
                    <a:lnTo>
                      <a:pt x="168" y="79"/>
                    </a:lnTo>
                    <a:lnTo>
                      <a:pt x="167" y="80"/>
                    </a:lnTo>
                    <a:lnTo>
                      <a:pt x="166" y="80"/>
                    </a:lnTo>
                    <a:lnTo>
                      <a:pt x="166" y="81"/>
                    </a:lnTo>
                    <a:lnTo>
                      <a:pt x="165" y="82"/>
                    </a:lnTo>
                    <a:lnTo>
                      <a:pt x="165" y="82"/>
                    </a:lnTo>
                    <a:lnTo>
                      <a:pt x="164" y="83"/>
                    </a:lnTo>
                    <a:lnTo>
                      <a:pt x="164" y="83"/>
                    </a:lnTo>
                    <a:lnTo>
                      <a:pt x="163" y="84"/>
                    </a:lnTo>
                    <a:lnTo>
                      <a:pt x="162" y="85"/>
                    </a:lnTo>
                    <a:lnTo>
                      <a:pt x="162" y="85"/>
                    </a:lnTo>
                    <a:lnTo>
                      <a:pt x="161" y="85"/>
                    </a:lnTo>
                    <a:lnTo>
                      <a:pt x="161" y="86"/>
                    </a:lnTo>
                    <a:lnTo>
                      <a:pt x="160" y="86"/>
                    </a:lnTo>
                    <a:lnTo>
                      <a:pt x="160" y="86"/>
                    </a:lnTo>
                    <a:lnTo>
                      <a:pt x="159" y="87"/>
                    </a:lnTo>
                    <a:lnTo>
                      <a:pt x="159" y="87"/>
                    </a:lnTo>
                    <a:lnTo>
                      <a:pt x="159" y="87"/>
                    </a:lnTo>
                    <a:lnTo>
                      <a:pt x="158" y="87"/>
                    </a:lnTo>
                    <a:lnTo>
                      <a:pt x="158" y="88"/>
                    </a:lnTo>
                    <a:lnTo>
                      <a:pt x="157" y="88"/>
                    </a:lnTo>
                    <a:lnTo>
                      <a:pt x="156" y="88"/>
                    </a:lnTo>
                    <a:lnTo>
                      <a:pt x="156" y="89"/>
                    </a:lnTo>
                    <a:lnTo>
                      <a:pt x="155" y="89"/>
                    </a:lnTo>
                    <a:lnTo>
                      <a:pt x="154" y="89"/>
                    </a:lnTo>
                    <a:lnTo>
                      <a:pt x="154" y="90"/>
                    </a:lnTo>
                    <a:lnTo>
                      <a:pt x="153" y="90"/>
                    </a:lnTo>
                    <a:lnTo>
                      <a:pt x="152" y="90"/>
                    </a:lnTo>
                    <a:lnTo>
                      <a:pt x="152" y="91"/>
                    </a:lnTo>
                    <a:lnTo>
                      <a:pt x="151" y="91"/>
                    </a:lnTo>
                    <a:lnTo>
                      <a:pt x="151" y="91"/>
                    </a:lnTo>
                    <a:lnTo>
                      <a:pt x="150" y="92"/>
                    </a:lnTo>
                    <a:lnTo>
                      <a:pt x="149" y="92"/>
                    </a:lnTo>
                    <a:lnTo>
                      <a:pt x="149" y="92"/>
                    </a:lnTo>
                    <a:lnTo>
                      <a:pt x="148" y="92"/>
                    </a:lnTo>
                    <a:lnTo>
                      <a:pt x="148" y="93"/>
                    </a:lnTo>
                    <a:lnTo>
                      <a:pt x="147" y="93"/>
                    </a:lnTo>
                    <a:lnTo>
                      <a:pt x="147" y="93"/>
                    </a:lnTo>
                    <a:lnTo>
                      <a:pt x="146" y="93"/>
                    </a:lnTo>
                    <a:lnTo>
                      <a:pt x="145" y="93"/>
                    </a:lnTo>
                    <a:lnTo>
                      <a:pt x="145" y="94"/>
                    </a:lnTo>
                    <a:lnTo>
                      <a:pt x="144" y="94"/>
                    </a:lnTo>
                    <a:lnTo>
                      <a:pt x="144" y="94"/>
                    </a:lnTo>
                    <a:lnTo>
                      <a:pt x="143" y="94"/>
                    </a:lnTo>
                    <a:lnTo>
                      <a:pt x="142" y="95"/>
                    </a:lnTo>
                    <a:lnTo>
                      <a:pt x="142" y="95"/>
                    </a:lnTo>
                    <a:lnTo>
                      <a:pt x="141" y="95"/>
                    </a:lnTo>
                    <a:lnTo>
                      <a:pt x="140" y="95"/>
                    </a:lnTo>
                    <a:lnTo>
                      <a:pt x="140" y="95"/>
                    </a:lnTo>
                    <a:lnTo>
                      <a:pt x="139" y="95"/>
                    </a:lnTo>
                    <a:lnTo>
                      <a:pt x="138" y="95"/>
                    </a:lnTo>
                    <a:lnTo>
                      <a:pt x="138" y="95"/>
                    </a:lnTo>
                    <a:lnTo>
                      <a:pt x="138" y="95"/>
                    </a:lnTo>
                    <a:lnTo>
                      <a:pt x="137" y="96"/>
                    </a:lnTo>
                    <a:lnTo>
                      <a:pt x="137" y="96"/>
                    </a:lnTo>
                    <a:lnTo>
                      <a:pt x="136" y="96"/>
                    </a:lnTo>
                    <a:lnTo>
                      <a:pt x="135" y="96"/>
                    </a:lnTo>
                    <a:lnTo>
                      <a:pt x="135" y="96"/>
                    </a:lnTo>
                    <a:lnTo>
                      <a:pt x="134" y="96"/>
                    </a:lnTo>
                    <a:lnTo>
                      <a:pt x="134" y="97"/>
                    </a:lnTo>
                    <a:lnTo>
                      <a:pt x="133" y="97"/>
                    </a:lnTo>
                    <a:lnTo>
                      <a:pt x="132" y="97"/>
                    </a:lnTo>
                    <a:lnTo>
                      <a:pt x="130" y="97"/>
                    </a:lnTo>
                    <a:lnTo>
                      <a:pt x="129" y="98"/>
                    </a:lnTo>
                    <a:lnTo>
                      <a:pt x="128" y="98"/>
                    </a:lnTo>
                    <a:lnTo>
                      <a:pt x="126" y="98"/>
                    </a:lnTo>
                    <a:lnTo>
                      <a:pt x="125" y="98"/>
                    </a:lnTo>
                    <a:lnTo>
                      <a:pt x="124" y="99"/>
                    </a:lnTo>
                    <a:lnTo>
                      <a:pt x="123" y="99"/>
                    </a:lnTo>
                    <a:lnTo>
                      <a:pt x="121" y="99"/>
                    </a:lnTo>
                    <a:lnTo>
                      <a:pt x="120" y="99"/>
                    </a:lnTo>
                    <a:lnTo>
                      <a:pt x="119" y="99"/>
                    </a:lnTo>
                    <a:lnTo>
                      <a:pt x="118" y="100"/>
                    </a:lnTo>
                    <a:lnTo>
                      <a:pt x="116" y="100"/>
                    </a:lnTo>
                    <a:lnTo>
                      <a:pt x="115" y="100"/>
                    </a:lnTo>
                    <a:lnTo>
                      <a:pt x="114" y="100"/>
                    </a:lnTo>
                    <a:lnTo>
                      <a:pt x="113" y="100"/>
                    </a:lnTo>
                    <a:lnTo>
                      <a:pt x="111" y="100"/>
                    </a:lnTo>
                    <a:lnTo>
                      <a:pt x="110" y="100"/>
                    </a:lnTo>
                    <a:lnTo>
                      <a:pt x="109" y="100"/>
                    </a:lnTo>
                    <a:lnTo>
                      <a:pt x="109" y="101"/>
                    </a:lnTo>
                    <a:lnTo>
                      <a:pt x="107" y="101"/>
                    </a:lnTo>
                    <a:lnTo>
                      <a:pt x="106" y="101"/>
                    </a:lnTo>
                    <a:lnTo>
                      <a:pt x="105" y="101"/>
                    </a:lnTo>
                    <a:lnTo>
                      <a:pt x="104" y="101"/>
                    </a:lnTo>
                    <a:lnTo>
                      <a:pt x="103" y="101"/>
                    </a:lnTo>
                    <a:lnTo>
                      <a:pt x="101" y="101"/>
                    </a:lnTo>
                    <a:lnTo>
                      <a:pt x="100" y="101"/>
                    </a:lnTo>
                    <a:lnTo>
                      <a:pt x="99" y="101"/>
                    </a:lnTo>
                    <a:lnTo>
                      <a:pt x="98" y="101"/>
                    </a:lnTo>
                    <a:lnTo>
                      <a:pt x="97" y="101"/>
                    </a:lnTo>
                    <a:lnTo>
                      <a:pt x="96" y="101"/>
                    </a:lnTo>
                    <a:lnTo>
                      <a:pt x="94" y="101"/>
                    </a:lnTo>
                    <a:lnTo>
                      <a:pt x="93" y="101"/>
                    </a:lnTo>
                    <a:lnTo>
                      <a:pt x="92" y="101"/>
                    </a:lnTo>
                    <a:lnTo>
                      <a:pt x="91" y="101"/>
                    </a:lnTo>
                    <a:lnTo>
                      <a:pt x="90" y="101"/>
                    </a:lnTo>
                    <a:lnTo>
                      <a:pt x="87" y="101"/>
                    </a:lnTo>
                    <a:lnTo>
                      <a:pt x="85" y="101"/>
                    </a:lnTo>
                    <a:lnTo>
                      <a:pt x="83" y="101"/>
                    </a:lnTo>
                    <a:lnTo>
                      <a:pt x="83" y="101"/>
                    </a:lnTo>
                    <a:lnTo>
                      <a:pt x="81" y="100"/>
                    </a:lnTo>
                    <a:lnTo>
                      <a:pt x="79" y="100"/>
                    </a:lnTo>
                    <a:lnTo>
                      <a:pt x="78" y="100"/>
                    </a:lnTo>
                    <a:lnTo>
                      <a:pt x="76" y="101"/>
                    </a:lnTo>
                    <a:lnTo>
                      <a:pt x="75" y="101"/>
                    </a:lnTo>
                    <a:lnTo>
                      <a:pt x="74" y="102"/>
                    </a:lnTo>
                    <a:lnTo>
                      <a:pt x="73" y="102"/>
                    </a:lnTo>
                    <a:lnTo>
                      <a:pt x="71" y="103"/>
                    </a:lnTo>
                    <a:lnTo>
                      <a:pt x="70" y="103"/>
                    </a:lnTo>
                    <a:lnTo>
                      <a:pt x="69" y="104"/>
                    </a:lnTo>
                    <a:lnTo>
                      <a:pt x="68" y="104"/>
                    </a:lnTo>
                    <a:lnTo>
                      <a:pt x="67" y="104"/>
                    </a:lnTo>
                    <a:lnTo>
                      <a:pt x="66" y="104"/>
                    </a:lnTo>
                    <a:lnTo>
                      <a:pt x="65" y="105"/>
                    </a:lnTo>
                    <a:lnTo>
                      <a:pt x="64" y="105"/>
                    </a:lnTo>
                    <a:lnTo>
                      <a:pt x="63" y="106"/>
                    </a:lnTo>
                    <a:lnTo>
                      <a:pt x="61" y="106"/>
                    </a:lnTo>
                    <a:lnTo>
                      <a:pt x="60" y="107"/>
                    </a:lnTo>
                    <a:lnTo>
                      <a:pt x="59" y="107"/>
                    </a:lnTo>
                    <a:lnTo>
                      <a:pt x="58" y="107"/>
                    </a:lnTo>
                    <a:lnTo>
                      <a:pt x="56" y="108"/>
                    </a:lnTo>
                    <a:lnTo>
                      <a:pt x="55" y="108"/>
                    </a:lnTo>
                    <a:lnTo>
                      <a:pt x="54" y="109"/>
                    </a:lnTo>
                    <a:lnTo>
                      <a:pt x="53" y="109"/>
                    </a:lnTo>
                    <a:lnTo>
                      <a:pt x="53" y="109"/>
                    </a:lnTo>
                    <a:lnTo>
                      <a:pt x="51" y="109"/>
                    </a:lnTo>
                    <a:lnTo>
                      <a:pt x="51" y="110"/>
                    </a:lnTo>
                    <a:lnTo>
                      <a:pt x="50" y="110"/>
                    </a:lnTo>
                    <a:lnTo>
                      <a:pt x="49" y="110"/>
                    </a:lnTo>
                    <a:lnTo>
                      <a:pt x="48" y="111"/>
                    </a:lnTo>
                    <a:lnTo>
                      <a:pt x="46" y="111"/>
                    </a:lnTo>
                    <a:lnTo>
                      <a:pt x="45" y="111"/>
                    </a:lnTo>
                    <a:lnTo>
                      <a:pt x="44" y="112"/>
                    </a:lnTo>
                    <a:lnTo>
                      <a:pt x="43" y="112"/>
                    </a:lnTo>
                    <a:lnTo>
                      <a:pt x="43" y="112"/>
                    </a:lnTo>
                    <a:lnTo>
                      <a:pt x="41" y="111"/>
                    </a:lnTo>
                    <a:lnTo>
                      <a:pt x="40" y="111"/>
                    </a:lnTo>
                    <a:lnTo>
                      <a:pt x="39" y="110"/>
                    </a:lnTo>
                    <a:lnTo>
                      <a:pt x="38" y="110"/>
                    </a:lnTo>
                    <a:lnTo>
                      <a:pt x="37" y="109"/>
                    </a:lnTo>
                    <a:lnTo>
                      <a:pt x="36" y="108"/>
                    </a:lnTo>
                    <a:lnTo>
                      <a:pt x="35" y="107"/>
                    </a:lnTo>
                    <a:lnTo>
                      <a:pt x="33" y="106"/>
                    </a:lnTo>
                    <a:lnTo>
                      <a:pt x="33" y="106"/>
                    </a:lnTo>
                    <a:lnTo>
                      <a:pt x="32" y="105"/>
                    </a:lnTo>
                    <a:lnTo>
                      <a:pt x="31" y="105"/>
                    </a:lnTo>
                    <a:lnTo>
                      <a:pt x="29" y="104"/>
                    </a:lnTo>
                    <a:lnTo>
                      <a:pt x="28" y="104"/>
                    </a:lnTo>
                    <a:lnTo>
                      <a:pt x="28" y="104"/>
                    </a:lnTo>
                    <a:lnTo>
                      <a:pt x="28" y="104"/>
                    </a:lnTo>
                    <a:lnTo>
                      <a:pt x="22" y="102"/>
                    </a:lnTo>
                    <a:lnTo>
                      <a:pt x="22" y="102"/>
                    </a:lnTo>
                    <a:lnTo>
                      <a:pt x="22" y="102"/>
                    </a:lnTo>
                    <a:lnTo>
                      <a:pt x="22" y="102"/>
                    </a:lnTo>
                    <a:lnTo>
                      <a:pt x="21" y="102"/>
                    </a:lnTo>
                    <a:lnTo>
                      <a:pt x="21" y="103"/>
                    </a:lnTo>
                    <a:lnTo>
                      <a:pt x="21" y="103"/>
                    </a:lnTo>
                    <a:lnTo>
                      <a:pt x="20" y="103"/>
                    </a:lnTo>
                    <a:lnTo>
                      <a:pt x="20" y="103"/>
                    </a:lnTo>
                    <a:lnTo>
                      <a:pt x="19" y="103"/>
                    </a:lnTo>
                    <a:lnTo>
                      <a:pt x="19" y="103"/>
                    </a:lnTo>
                    <a:lnTo>
                      <a:pt x="18" y="104"/>
                    </a:lnTo>
                    <a:lnTo>
                      <a:pt x="18" y="104"/>
                    </a:lnTo>
                    <a:lnTo>
                      <a:pt x="17" y="104"/>
                    </a:lnTo>
                    <a:lnTo>
                      <a:pt x="17" y="104"/>
                    </a:lnTo>
                    <a:lnTo>
                      <a:pt x="17" y="104"/>
                    </a:lnTo>
                    <a:lnTo>
                      <a:pt x="16" y="104"/>
                    </a:lnTo>
                    <a:lnTo>
                      <a:pt x="16" y="104"/>
                    </a:lnTo>
                    <a:lnTo>
                      <a:pt x="15" y="104"/>
                    </a:lnTo>
                    <a:lnTo>
                      <a:pt x="15" y="104"/>
                    </a:lnTo>
                    <a:lnTo>
                      <a:pt x="14" y="104"/>
                    </a:lnTo>
                    <a:lnTo>
                      <a:pt x="13" y="104"/>
                    </a:lnTo>
                    <a:lnTo>
                      <a:pt x="13" y="104"/>
                    </a:lnTo>
                    <a:lnTo>
                      <a:pt x="12" y="104"/>
                    </a:lnTo>
                    <a:lnTo>
                      <a:pt x="12" y="104"/>
                    </a:lnTo>
                    <a:lnTo>
                      <a:pt x="11" y="104"/>
                    </a:lnTo>
                    <a:lnTo>
                      <a:pt x="4" y="101"/>
                    </a:lnTo>
                    <a:lnTo>
                      <a:pt x="0" y="94"/>
                    </a:lnTo>
                    <a:lnTo>
                      <a:pt x="0" y="94"/>
                    </a:lnTo>
                    <a:lnTo>
                      <a:pt x="4" y="86"/>
                    </a:lnTo>
                    <a:lnTo>
                      <a:pt x="11" y="83"/>
                    </a:lnTo>
                    <a:lnTo>
                      <a:pt x="11" y="83"/>
                    </a:lnTo>
                    <a:lnTo>
                      <a:pt x="11" y="83"/>
                    </a:lnTo>
                    <a:lnTo>
                      <a:pt x="12" y="82"/>
                    </a:lnTo>
                    <a:lnTo>
                      <a:pt x="12" y="82"/>
                    </a:lnTo>
                    <a:lnTo>
                      <a:pt x="13" y="82"/>
                    </a:lnTo>
                    <a:lnTo>
                      <a:pt x="13" y="81"/>
                    </a:lnTo>
                    <a:lnTo>
                      <a:pt x="14" y="81"/>
                    </a:lnTo>
                    <a:lnTo>
                      <a:pt x="14" y="81"/>
                    </a:lnTo>
                    <a:lnTo>
                      <a:pt x="15" y="81"/>
                    </a:lnTo>
                    <a:lnTo>
                      <a:pt x="15" y="80"/>
                    </a:lnTo>
                    <a:lnTo>
                      <a:pt x="16" y="80"/>
                    </a:lnTo>
                    <a:lnTo>
                      <a:pt x="16" y="80"/>
                    </a:lnTo>
                    <a:lnTo>
                      <a:pt x="17" y="79"/>
                    </a:lnTo>
                    <a:lnTo>
                      <a:pt x="17" y="79"/>
                    </a:lnTo>
                    <a:lnTo>
                      <a:pt x="18" y="79"/>
                    </a:lnTo>
                    <a:lnTo>
                      <a:pt x="18" y="79"/>
                    </a:lnTo>
                    <a:lnTo>
                      <a:pt x="19" y="78"/>
                    </a:lnTo>
                    <a:lnTo>
                      <a:pt x="19" y="78"/>
                    </a:lnTo>
                    <a:lnTo>
                      <a:pt x="20" y="78"/>
                    </a:lnTo>
                    <a:lnTo>
                      <a:pt x="20" y="78"/>
                    </a:lnTo>
                    <a:lnTo>
                      <a:pt x="21" y="77"/>
                    </a:lnTo>
                    <a:lnTo>
                      <a:pt x="21" y="77"/>
                    </a:lnTo>
                    <a:lnTo>
                      <a:pt x="22" y="77"/>
                    </a:lnTo>
                    <a:lnTo>
                      <a:pt x="22" y="77"/>
                    </a:lnTo>
                    <a:lnTo>
                      <a:pt x="22" y="77"/>
                    </a:lnTo>
                    <a:lnTo>
                      <a:pt x="22" y="76"/>
                    </a:lnTo>
                    <a:lnTo>
                      <a:pt x="23" y="76"/>
                    </a:lnTo>
                    <a:lnTo>
                      <a:pt x="23" y="76"/>
                    </a:lnTo>
                    <a:lnTo>
                      <a:pt x="24" y="76"/>
                    </a:lnTo>
                    <a:lnTo>
                      <a:pt x="24" y="75"/>
                    </a:lnTo>
                    <a:lnTo>
                      <a:pt x="25" y="75"/>
                    </a:lnTo>
                    <a:lnTo>
                      <a:pt x="25" y="75"/>
                    </a:lnTo>
                    <a:lnTo>
                      <a:pt x="26" y="75"/>
                    </a:lnTo>
                    <a:lnTo>
                      <a:pt x="26" y="75"/>
                    </a:lnTo>
                    <a:lnTo>
                      <a:pt x="27" y="75"/>
                    </a:lnTo>
                    <a:lnTo>
                      <a:pt x="27" y="74"/>
                    </a:lnTo>
                    <a:lnTo>
                      <a:pt x="28" y="74"/>
                    </a:lnTo>
                    <a:lnTo>
                      <a:pt x="29" y="74"/>
                    </a:lnTo>
                    <a:lnTo>
                      <a:pt x="29" y="74"/>
                    </a:lnTo>
                    <a:lnTo>
                      <a:pt x="30" y="74"/>
                    </a:lnTo>
                    <a:lnTo>
                      <a:pt x="30" y="74"/>
                    </a:lnTo>
                    <a:lnTo>
                      <a:pt x="30" y="73"/>
                    </a:lnTo>
                    <a:lnTo>
                      <a:pt x="30" y="73"/>
                    </a:lnTo>
                    <a:lnTo>
                      <a:pt x="31" y="72"/>
                    </a:lnTo>
                    <a:lnTo>
                      <a:pt x="32" y="71"/>
                    </a:lnTo>
                    <a:lnTo>
                      <a:pt x="32" y="70"/>
                    </a:lnTo>
                    <a:lnTo>
                      <a:pt x="32" y="70"/>
                    </a:lnTo>
                    <a:lnTo>
                      <a:pt x="33" y="70"/>
                    </a:lnTo>
                    <a:lnTo>
                      <a:pt x="34" y="70"/>
                    </a:lnTo>
                    <a:lnTo>
                      <a:pt x="35" y="70"/>
                    </a:lnTo>
                    <a:lnTo>
                      <a:pt x="36" y="69"/>
                    </a:lnTo>
                    <a:lnTo>
                      <a:pt x="37" y="69"/>
                    </a:lnTo>
                    <a:lnTo>
                      <a:pt x="38" y="69"/>
                    </a:lnTo>
                    <a:lnTo>
                      <a:pt x="39" y="68"/>
                    </a:lnTo>
                    <a:lnTo>
                      <a:pt x="40" y="68"/>
                    </a:lnTo>
                    <a:lnTo>
                      <a:pt x="41" y="68"/>
                    </a:lnTo>
                    <a:lnTo>
                      <a:pt x="41" y="68"/>
                    </a:lnTo>
                    <a:lnTo>
                      <a:pt x="42" y="68"/>
                    </a:lnTo>
                    <a:lnTo>
                      <a:pt x="43" y="67"/>
                    </a:lnTo>
                    <a:lnTo>
                      <a:pt x="44" y="67"/>
                    </a:lnTo>
                    <a:lnTo>
                      <a:pt x="45" y="67"/>
                    </a:lnTo>
                    <a:lnTo>
                      <a:pt x="46" y="66"/>
                    </a:lnTo>
                    <a:lnTo>
                      <a:pt x="47" y="66"/>
                    </a:lnTo>
                    <a:lnTo>
                      <a:pt x="48" y="66"/>
                    </a:lnTo>
                    <a:lnTo>
                      <a:pt x="49" y="65"/>
                    </a:lnTo>
                    <a:lnTo>
                      <a:pt x="50" y="65"/>
                    </a:lnTo>
                    <a:lnTo>
                      <a:pt x="51" y="65"/>
                    </a:lnTo>
                    <a:lnTo>
                      <a:pt x="51" y="65"/>
                    </a:lnTo>
                    <a:lnTo>
                      <a:pt x="52" y="65"/>
                    </a:lnTo>
                    <a:lnTo>
                      <a:pt x="53" y="64"/>
                    </a:lnTo>
                    <a:lnTo>
                      <a:pt x="54" y="64"/>
                    </a:lnTo>
                    <a:lnTo>
                      <a:pt x="56" y="63"/>
                    </a:lnTo>
                    <a:lnTo>
                      <a:pt x="57" y="63"/>
                    </a:lnTo>
                    <a:lnTo>
                      <a:pt x="58" y="63"/>
                    </a:lnTo>
                    <a:lnTo>
                      <a:pt x="59" y="62"/>
                    </a:lnTo>
                    <a:lnTo>
                      <a:pt x="60" y="62"/>
                    </a:lnTo>
                    <a:lnTo>
                      <a:pt x="61" y="61"/>
                    </a:lnTo>
                    <a:lnTo>
                      <a:pt x="62" y="61"/>
                    </a:lnTo>
                    <a:lnTo>
                      <a:pt x="63" y="60"/>
                    </a:lnTo>
                    <a:lnTo>
                      <a:pt x="64" y="60"/>
                    </a:lnTo>
                    <a:lnTo>
                      <a:pt x="65" y="59"/>
                    </a:lnTo>
                    <a:lnTo>
                      <a:pt x="67" y="59"/>
                    </a:lnTo>
                    <a:lnTo>
                      <a:pt x="68" y="59"/>
                    </a:lnTo>
                    <a:lnTo>
                      <a:pt x="69" y="58"/>
                    </a:lnTo>
                    <a:lnTo>
                      <a:pt x="70" y="58"/>
                    </a:lnTo>
                    <a:lnTo>
                      <a:pt x="71" y="57"/>
                    </a:lnTo>
                    <a:lnTo>
                      <a:pt x="72" y="57"/>
                    </a:lnTo>
                    <a:lnTo>
                      <a:pt x="73" y="56"/>
                    </a:lnTo>
                    <a:lnTo>
                      <a:pt x="74" y="56"/>
                    </a:lnTo>
                    <a:lnTo>
                      <a:pt x="75" y="55"/>
                    </a:lnTo>
                    <a:lnTo>
                      <a:pt x="77" y="55"/>
                    </a:lnTo>
                    <a:lnTo>
                      <a:pt x="78" y="54"/>
                    </a:lnTo>
                    <a:lnTo>
                      <a:pt x="79" y="53"/>
                    </a:lnTo>
                    <a:lnTo>
                      <a:pt x="80" y="53"/>
                    </a:lnTo>
                    <a:lnTo>
                      <a:pt x="80" y="52"/>
                    </a:lnTo>
                    <a:lnTo>
                      <a:pt x="81" y="52"/>
                    </a:lnTo>
                    <a:lnTo>
                      <a:pt x="82" y="51"/>
                    </a:lnTo>
                    <a:lnTo>
                      <a:pt x="83" y="51"/>
                    </a:lnTo>
                    <a:lnTo>
                      <a:pt x="85" y="50"/>
                    </a:lnTo>
                    <a:lnTo>
                      <a:pt x="86" y="50"/>
                    </a:lnTo>
                    <a:lnTo>
                      <a:pt x="87" y="49"/>
                    </a:lnTo>
                    <a:lnTo>
                      <a:pt x="88" y="48"/>
                    </a:lnTo>
                    <a:lnTo>
                      <a:pt x="89" y="48"/>
                    </a:lnTo>
                    <a:lnTo>
                      <a:pt x="90" y="47"/>
                    </a:lnTo>
                    <a:lnTo>
                      <a:pt x="91" y="47"/>
                    </a:lnTo>
                    <a:lnTo>
                      <a:pt x="92" y="46"/>
                    </a:lnTo>
                    <a:lnTo>
                      <a:pt x="93" y="46"/>
                    </a:lnTo>
                    <a:lnTo>
                      <a:pt x="95" y="45"/>
                    </a:lnTo>
                    <a:lnTo>
                      <a:pt x="96" y="44"/>
                    </a:lnTo>
                    <a:lnTo>
                      <a:pt x="97" y="44"/>
                    </a:lnTo>
                    <a:lnTo>
                      <a:pt x="98" y="43"/>
                    </a:lnTo>
                    <a:lnTo>
                      <a:pt x="99" y="43"/>
                    </a:lnTo>
                    <a:lnTo>
                      <a:pt x="100" y="42"/>
                    </a:lnTo>
                    <a:lnTo>
                      <a:pt x="101" y="41"/>
                    </a:lnTo>
                    <a:lnTo>
                      <a:pt x="102" y="41"/>
                    </a:lnTo>
                    <a:lnTo>
                      <a:pt x="103" y="40"/>
                    </a:lnTo>
                    <a:lnTo>
                      <a:pt x="104" y="40"/>
                    </a:lnTo>
                    <a:lnTo>
                      <a:pt x="105" y="39"/>
                    </a:lnTo>
                    <a:lnTo>
                      <a:pt x="106" y="38"/>
                    </a:lnTo>
                    <a:lnTo>
                      <a:pt x="107" y="38"/>
                    </a:lnTo>
                    <a:lnTo>
                      <a:pt x="109" y="37"/>
                    </a:lnTo>
                    <a:lnTo>
                      <a:pt x="109" y="37"/>
                    </a:lnTo>
                    <a:lnTo>
                      <a:pt x="110" y="36"/>
                    </a:lnTo>
                    <a:lnTo>
                      <a:pt x="111" y="36"/>
                    </a:lnTo>
                    <a:lnTo>
                      <a:pt x="112" y="36"/>
                    </a:lnTo>
                    <a:lnTo>
                      <a:pt x="113" y="35"/>
                    </a:lnTo>
                    <a:lnTo>
                      <a:pt x="114" y="35"/>
                    </a:lnTo>
                    <a:lnTo>
                      <a:pt x="115" y="34"/>
                    </a:lnTo>
                    <a:lnTo>
                      <a:pt x="116" y="33"/>
                    </a:lnTo>
                    <a:lnTo>
                      <a:pt x="117" y="33"/>
                    </a:lnTo>
                    <a:lnTo>
                      <a:pt x="118" y="32"/>
                    </a:lnTo>
                    <a:lnTo>
                      <a:pt x="119" y="31"/>
                    </a:lnTo>
                    <a:lnTo>
                      <a:pt x="120" y="31"/>
                    </a:lnTo>
                    <a:lnTo>
                      <a:pt x="121" y="30"/>
                    </a:lnTo>
                    <a:lnTo>
                      <a:pt x="121" y="30"/>
                    </a:lnTo>
                    <a:lnTo>
                      <a:pt x="122" y="29"/>
                    </a:lnTo>
                    <a:lnTo>
                      <a:pt x="123" y="28"/>
                    </a:lnTo>
                    <a:lnTo>
                      <a:pt x="124" y="28"/>
                    </a:lnTo>
                    <a:lnTo>
                      <a:pt x="125" y="27"/>
                    </a:lnTo>
                    <a:lnTo>
                      <a:pt x="126" y="27"/>
                    </a:lnTo>
                    <a:lnTo>
                      <a:pt x="127" y="26"/>
                    </a:lnTo>
                    <a:lnTo>
                      <a:pt x="128" y="25"/>
                    </a:lnTo>
                    <a:lnTo>
                      <a:pt x="129" y="25"/>
                    </a:lnTo>
                    <a:lnTo>
                      <a:pt x="130" y="24"/>
                    </a:lnTo>
                    <a:lnTo>
                      <a:pt x="130" y="24"/>
                    </a:lnTo>
                    <a:lnTo>
                      <a:pt x="131" y="23"/>
                    </a:lnTo>
                    <a:lnTo>
                      <a:pt x="132" y="22"/>
                    </a:lnTo>
                    <a:lnTo>
                      <a:pt x="133" y="22"/>
                    </a:lnTo>
                    <a:lnTo>
                      <a:pt x="134" y="21"/>
                    </a:lnTo>
                    <a:lnTo>
                      <a:pt x="135" y="21"/>
                    </a:lnTo>
                    <a:lnTo>
                      <a:pt x="135" y="20"/>
                    </a:lnTo>
                    <a:lnTo>
                      <a:pt x="136" y="19"/>
                    </a:lnTo>
                    <a:lnTo>
                      <a:pt x="137" y="19"/>
                    </a:lnTo>
                    <a:lnTo>
                      <a:pt x="138" y="18"/>
                    </a:lnTo>
                    <a:lnTo>
                      <a:pt x="138" y="18"/>
                    </a:lnTo>
                    <a:lnTo>
                      <a:pt x="138" y="17"/>
                    </a:lnTo>
                    <a:lnTo>
                      <a:pt x="139" y="17"/>
                    </a:lnTo>
                    <a:lnTo>
                      <a:pt x="140" y="16"/>
                    </a:lnTo>
                    <a:lnTo>
                      <a:pt x="140" y="15"/>
                    </a:lnTo>
                    <a:lnTo>
                      <a:pt x="141" y="15"/>
                    </a:lnTo>
                    <a:lnTo>
                      <a:pt x="142" y="14"/>
                    </a:lnTo>
                    <a:lnTo>
                      <a:pt x="142" y="14"/>
                    </a:lnTo>
                    <a:lnTo>
                      <a:pt x="143" y="13"/>
                    </a:lnTo>
                    <a:lnTo>
                      <a:pt x="143" y="13"/>
                    </a:lnTo>
                    <a:lnTo>
                      <a:pt x="144" y="12"/>
                    </a:lnTo>
                    <a:lnTo>
                      <a:pt x="145" y="12"/>
                    </a:lnTo>
                    <a:lnTo>
                      <a:pt x="145" y="11"/>
                    </a:lnTo>
                    <a:lnTo>
                      <a:pt x="146" y="11"/>
                    </a:lnTo>
                    <a:lnTo>
                      <a:pt x="147" y="10"/>
                    </a:lnTo>
                    <a:lnTo>
                      <a:pt x="148" y="9"/>
                    </a:lnTo>
                    <a:lnTo>
                      <a:pt x="149" y="8"/>
                    </a:lnTo>
                    <a:lnTo>
                      <a:pt x="150" y="8"/>
                    </a:lnTo>
                    <a:lnTo>
                      <a:pt x="150" y="7"/>
                    </a:lnTo>
                    <a:lnTo>
                      <a:pt x="151" y="7"/>
                    </a:lnTo>
                    <a:lnTo>
                      <a:pt x="151" y="7"/>
                    </a:lnTo>
                    <a:lnTo>
                      <a:pt x="152" y="7"/>
                    </a:lnTo>
                    <a:lnTo>
                      <a:pt x="152" y="7"/>
                    </a:lnTo>
                    <a:lnTo>
                      <a:pt x="153" y="6"/>
                    </a:lnTo>
                    <a:lnTo>
                      <a:pt x="153" y="6"/>
                    </a:lnTo>
                    <a:lnTo>
                      <a:pt x="154" y="6"/>
                    </a:lnTo>
                    <a:lnTo>
                      <a:pt x="154" y="5"/>
                    </a:lnTo>
                    <a:lnTo>
                      <a:pt x="155" y="5"/>
                    </a:lnTo>
                    <a:lnTo>
                      <a:pt x="155" y="5"/>
                    </a:lnTo>
                    <a:lnTo>
                      <a:pt x="156" y="5"/>
                    </a:lnTo>
                    <a:lnTo>
                      <a:pt x="156" y="4"/>
                    </a:lnTo>
                    <a:lnTo>
                      <a:pt x="157" y="4"/>
                    </a:lnTo>
                    <a:lnTo>
                      <a:pt x="157" y="4"/>
                    </a:lnTo>
                    <a:lnTo>
                      <a:pt x="158" y="4"/>
                    </a:lnTo>
                    <a:lnTo>
                      <a:pt x="158" y="3"/>
                    </a:lnTo>
                    <a:lnTo>
                      <a:pt x="159" y="3"/>
                    </a:lnTo>
                    <a:lnTo>
                      <a:pt x="159" y="3"/>
                    </a:lnTo>
                    <a:lnTo>
                      <a:pt x="160" y="3"/>
                    </a:lnTo>
                    <a:lnTo>
                      <a:pt x="160" y="2"/>
                    </a:lnTo>
                    <a:lnTo>
                      <a:pt x="161" y="2"/>
                    </a:lnTo>
                    <a:lnTo>
                      <a:pt x="161" y="2"/>
                    </a:lnTo>
                    <a:lnTo>
                      <a:pt x="162" y="2"/>
                    </a:lnTo>
                    <a:lnTo>
                      <a:pt x="163" y="1"/>
                    </a:lnTo>
                    <a:lnTo>
                      <a:pt x="163" y="1"/>
                    </a:lnTo>
                    <a:lnTo>
                      <a:pt x="164" y="1"/>
                    </a:lnTo>
                    <a:lnTo>
                      <a:pt x="165" y="1"/>
                    </a:lnTo>
                    <a:lnTo>
                      <a:pt x="165" y="1"/>
                    </a:lnTo>
                    <a:lnTo>
                      <a:pt x="165" y="0"/>
                    </a:lnTo>
                    <a:lnTo>
                      <a:pt x="166" y="0"/>
                    </a:lnTo>
                    <a:lnTo>
                      <a:pt x="167" y="0"/>
                    </a:lnTo>
                    <a:lnTo>
                      <a:pt x="168" y="0"/>
                    </a:lnTo>
                    <a:lnTo>
                      <a:pt x="169" y="0"/>
                    </a:lnTo>
                    <a:lnTo>
                      <a:pt x="169" y="0"/>
                    </a:lnTo>
                    <a:lnTo>
                      <a:pt x="170" y="0"/>
                    </a:lnTo>
                    <a:lnTo>
                      <a:pt x="171" y="0"/>
                    </a:lnTo>
                    <a:lnTo>
                      <a:pt x="171" y="0"/>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39" name="Freeform 19">
                <a:extLst>
                  <a:ext uri="{FF2B5EF4-FFF2-40B4-BE49-F238E27FC236}">
                    <a16:creationId xmlns:a16="http://schemas.microsoft.com/office/drawing/2014/main" id="{735CA4DD-C2DE-64E4-C4E7-0382D810E07E}"/>
                  </a:ext>
                </a:extLst>
              </p:cNvPr>
              <p:cNvSpPr>
                <a:spLocks/>
              </p:cNvSpPr>
              <p:nvPr/>
            </p:nvSpPr>
            <p:spPr bwMode="auto">
              <a:xfrm>
                <a:off x="13751751" y="4815263"/>
                <a:ext cx="121565" cy="88473"/>
              </a:xfrm>
              <a:custGeom>
                <a:avLst/>
                <a:gdLst>
                  <a:gd name="T0" fmla="*/ 17 w 180"/>
                  <a:gd name="T1" fmla="*/ 24 h 131"/>
                  <a:gd name="T2" fmla="*/ 17 w 180"/>
                  <a:gd name="T3" fmla="*/ 23 h 131"/>
                  <a:gd name="T4" fmla="*/ 4 w 180"/>
                  <a:gd name="T5" fmla="*/ 3 h 131"/>
                  <a:gd name="T6" fmla="*/ 9 w 180"/>
                  <a:gd name="T7" fmla="*/ 1 h 131"/>
                  <a:gd name="T8" fmla="*/ 14 w 180"/>
                  <a:gd name="T9" fmla="*/ 0 h 131"/>
                  <a:gd name="T10" fmla="*/ 17 w 180"/>
                  <a:gd name="T11" fmla="*/ 0 h 131"/>
                  <a:gd name="T12" fmla="*/ 21 w 180"/>
                  <a:gd name="T13" fmla="*/ 1 h 131"/>
                  <a:gd name="T14" fmla="*/ 26 w 180"/>
                  <a:gd name="T15" fmla="*/ 1 h 131"/>
                  <a:gd name="T16" fmla="*/ 35 w 180"/>
                  <a:gd name="T17" fmla="*/ 3 h 131"/>
                  <a:gd name="T18" fmla="*/ 47 w 180"/>
                  <a:gd name="T19" fmla="*/ 5 h 131"/>
                  <a:gd name="T20" fmla="*/ 60 w 180"/>
                  <a:gd name="T21" fmla="*/ 8 h 131"/>
                  <a:gd name="T22" fmla="*/ 74 w 180"/>
                  <a:gd name="T23" fmla="*/ 11 h 131"/>
                  <a:gd name="T24" fmla="*/ 87 w 180"/>
                  <a:gd name="T25" fmla="*/ 14 h 131"/>
                  <a:gd name="T26" fmla="*/ 101 w 180"/>
                  <a:gd name="T27" fmla="*/ 19 h 131"/>
                  <a:gd name="T28" fmla="*/ 114 w 180"/>
                  <a:gd name="T29" fmla="*/ 26 h 131"/>
                  <a:gd name="T30" fmla="*/ 123 w 180"/>
                  <a:gd name="T31" fmla="*/ 31 h 131"/>
                  <a:gd name="T32" fmla="*/ 131 w 180"/>
                  <a:gd name="T33" fmla="*/ 35 h 131"/>
                  <a:gd name="T34" fmla="*/ 137 w 180"/>
                  <a:gd name="T35" fmla="*/ 40 h 131"/>
                  <a:gd name="T36" fmla="*/ 143 w 180"/>
                  <a:gd name="T37" fmla="*/ 43 h 131"/>
                  <a:gd name="T38" fmla="*/ 150 w 180"/>
                  <a:gd name="T39" fmla="*/ 48 h 131"/>
                  <a:gd name="T40" fmla="*/ 155 w 180"/>
                  <a:gd name="T41" fmla="*/ 52 h 131"/>
                  <a:gd name="T42" fmla="*/ 161 w 180"/>
                  <a:gd name="T43" fmla="*/ 57 h 131"/>
                  <a:gd name="T44" fmla="*/ 165 w 180"/>
                  <a:gd name="T45" fmla="*/ 63 h 131"/>
                  <a:gd name="T46" fmla="*/ 170 w 180"/>
                  <a:gd name="T47" fmla="*/ 69 h 131"/>
                  <a:gd name="T48" fmla="*/ 174 w 180"/>
                  <a:gd name="T49" fmla="*/ 74 h 131"/>
                  <a:gd name="T50" fmla="*/ 177 w 180"/>
                  <a:gd name="T51" fmla="*/ 81 h 131"/>
                  <a:gd name="T52" fmla="*/ 179 w 180"/>
                  <a:gd name="T53" fmla="*/ 85 h 131"/>
                  <a:gd name="T54" fmla="*/ 179 w 180"/>
                  <a:gd name="T55" fmla="*/ 89 h 131"/>
                  <a:gd name="T56" fmla="*/ 180 w 180"/>
                  <a:gd name="T57" fmla="*/ 93 h 131"/>
                  <a:gd name="T58" fmla="*/ 180 w 180"/>
                  <a:gd name="T59" fmla="*/ 98 h 131"/>
                  <a:gd name="T60" fmla="*/ 179 w 180"/>
                  <a:gd name="T61" fmla="*/ 102 h 131"/>
                  <a:gd name="T62" fmla="*/ 178 w 180"/>
                  <a:gd name="T63" fmla="*/ 106 h 131"/>
                  <a:gd name="T64" fmla="*/ 176 w 180"/>
                  <a:gd name="T65" fmla="*/ 111 h 131"/>
                  <a:gd name="T66" fmla="*/ 174 w 180"/>
                  <a:gd name="T67" fmla="*/ 115 h 131"/>
                  <a:gd name="T68" fmla="*/ 171 w 180"/>
                  <a:gd name="T69" fmla="*/ 118 h 131"/>
                  <a:gd name="T70" fmla="*/ 168 w 180"/>
                  <a:gd name="T71" fmla="*/ 121 h 131"/>
                  <a:gd name="T72" fmla="*/ 165 w 180"/>
                  <a:gd name="T73" fmla="*/ 124 h 131"/>
                  <a:gd name="T74" fmla="*/ 161 w 180"/>
                  <a:gd name="T75" fmla="*/ 127 h 131"/>
                  <a:gd name="T76" fmla="*/ 157 w 180"/>
                  <a:gd name="T77" fmla="*/ 129 h 131"/>
                  <a:gd name="T78" fmla="*/ 153 w 180"/>
                  <a:gd name="T79" fmla="*/ 130 h 131"/>
                  <a:gd name="T80" fmla="*/ 148 w 180"/>
                  <a:gd name="T81" fmla="*/ 131 h 131"/>
                  <a:gd name="T82" fmla="*/ 144 w 180"/>
                  <a:gd name="T83" fmla="*/ 131 h 131"/>
                  <a:gd name="T84" fmla="*/ 137 w 180"/>
                  <a:gd name="T85" fmla="*/ 130 h 131"/>
                  <a:gd name="T86" fmla="*/ 131 w 180"/>
                  <a:gd name="T87" fmla="*/ 129 h 131"/>
                  <a:gd name="T88" fmla="*/ 125 w 180"/>
                  <a:gd name="T89" fmla="*/ 126 h 131"/>
                  <a:gd name="T90" fmla="*/ 119 w 180"/>
                  <a:gd name="T91" fmla="*/ 123 h 131"/>
                  <a:gd name="T92" fmla="*/ 113 w 180"/>
                  <a:gd name="T93" fmla="*/ 119 h 131"/>
                  <a:gd name="T94" fmla="*/ 107 w 180"/>
                  <a:gd name="T95" fmla="*/ 115 h 131"/>
                  <a:gd name="T96" fmla="*/ 102 w 180"/>
                  <a:gd name="T97" fmla="*/ 111 h 131"/>
                  <a:gd name="T98" fmla="*/ 96 w 180"/>
                  <a:gd name="T99" fmla="*/ 106 h 131"/>
                  <a:gd name="T100" fmla="*/ 85 w 180"/>
                  <a:gd name="T101" fmla="*/ 97 h 131"/>
                  <a:gd name="T102" fmla="*/ 75 w 180"/>
                  <a:gd name="T103" fmla="*/ 86 h 131"/>
                  <a:gd name="T104" fmla="*/ 53 w 180"/>
                  <a:gd name="T105" fmla="*/ 66 h 131"/>
                  <a:gd name="T106" fmla="*/ 44 w 180"/>
                  <a:gd name="T107" fmla="*/ 56 h 131"/>
                  <a:gd name="T108" fmla="*/ 34 w 180"/>
                  <a:gd name="T109" fmla="*/ 47 h 131"/>
                  <a:gd name="T110" fmla="*/ 30 w 180"/>
                  <a:gd name="T111" fmla="*/ 43 h 131"/>
                  <a:gd name="T112" fmla="*/ 28 w 180"/>
                  <a:gd name="T113" fmla="*/ 38 h 131"/>
                  <a:gd name="T114" fmla="*/ 26 w 180"/>
                  <a:gd name="T115" fmla="*/ 32 h 131"/>
                  <a:gd name="T116" fmla="*/ 24 w 180"/>
                  <a:gd name="T117" fmla="*/ 29 h 131"/>
                  <a:gd name="T118" fmla="*/ 21 w 180"/>
                  <a:gd name="T119" fmla="*/ 26 h 131"/>
                  <a:gd name="T120" fmla="*/ 19 w 180"/>
                  <a:gd name="T121" fmla="*/ 24 h 131"/>
                  <a:gd name="T122" fmla="*/ 18 w 180"/>
                  <a:gd name="T123" fmla="*/ 2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0" h="131">
                    <a:moveTo>
                      <a:pt x="17" y="24"/>
                    </a:moveTo>
                    <a:lnTo>
                      <a:pt x="17" y="24"/>
                    </a:lnTo>
                    <a:lnTo>
                      <a:pt x="17" y="24"/>
                    </a:lnTo>
                    <a:lnTo>
                      <a:pt x="17" y="24"/>
                    </a:lnTo>
                    <a:lnTo>
                      <a:pt x="17" y="24"/>
                    </a:lnTo>
                    <a:lnTo>
                      <a:pt x="17" y="24"/>
                    </a:lnTo>
                    <a:lnTo>
                      <a:pt x="17" y="24"/>
                    </a:lnTo>
                    <a:lnTo>
                      <a:pt x="17" y="24"/>
                    </a:lnTo>
                    <a:lnTo>
                      <a:pt x="17" y="23"/>
                    </a:lnTo>
                    <a:lnTo>
                      <a:pt x="17" y="23"/>
                    </a:lnTo>
                    <a:lnTo>
                      <a:pt x="17" y="23"/>
                    </a:lnTo>
                    <a:lnTo>
                      <a:pt x="17" y="23"/>
                    </a:lnTo>
                    <a:lnTo>
                      <a:pt x="17" y="23"/>
                    </a:lnTo>
                    <a:lnTo>
                      <a:pt x="17" y="23"/>
                    </a:lnTo>
                    <a:lnTo>
                      <a:pt x="17" y="23"/>
                    </a:lnTo>
                    <a:lnTo>
                      <a:pt x="17" y="23"/>
                    </a:lnTo>
                    <a:lnTo>
                      <a:pt x="17" y="23"/>
                    </a:lnTo>
                    <a:lnTo>
                      <a:pt x="12" y="22"/>
                    </a:lnTo>
                    <a:lnTo>
                      <a:pt x="11" y="22"/>
                    </a:lnTo>
                    <a:lnTo>
                      <a:pt x="3" y="19"/>
                    </a:lnTo>
                    <a:lnTo>
                      <a:pt x="3" y="19"/>
                    </a:lnTo>
                    <a:lnTo>
                      <a:pt x="0" y="12"/>
                    </a:lnTo>
                    <a:lnTo>
                      <a:pt x="4" y="4"/>
                    </a:lnTo>
                    <a:lnTo>
                      <a:pt x="4" y="3"/>
                    </a:lnTo>
                    <a:lnTo>
                      <a:pt x="5" y="3"/>
                    </a:lnTo>
                    <a:lnTo>
                      <a:pt x="5" y="3"/>
                    </a:lnTo>
                    <a:lnTo>
                      <a:pt x="6" y="2"/>
                    </a:lnTo>
                    <a:lnTo>
                      <a:pt x="6" y="2"/>
                    </a:lnTo>
                    <a:lnTo>
                      <a:pt x="7" y="2"/>
                    </a:lnTo>
                    <a:lnTo>
                      <a:pt x="7" y="2"/>
                    </a:lnTo>
                    <a:lnTo>
                      <a:pt x="8" y="1"/>
                    </a:lnTo>
                    <a:lnTo>
                      <a:pt x="9" y="1"/>
                    </a:lnTo>
                    <a:lnTo>
                      <a:pt x="10" y="1"/>
                    </a:lnTo>
                    <a:lnTo>
                      <a:pt x="10" y="1"/>
                    </a:lnTo>
                    <a:lnTo>
                      <a:pt x="11" y="0"/>
                    </a:lnTo>
                    <a:lnTo>
                      <a:pt x="12" y="0"/>
                    </a:lnTo>
                    <a:lnTo>
                      <a:pt x="12" y="0"/>
                    </a:lnTo>
                    <a:lnTo>
                      <a:pt x="13" y="0"/>
                    </a:lnTo>
                    <a:lnTo>
                      <a:pt x="13" y="0"/>
                    </a:lnTo>
                    <a:lnTo>
                      <a:pt x="14" y="0"/>
                    </a:lnTo>
                    <a:lnTo>
                      <a:pt x="14" y="0"/>
                    </a:lnTo>
                    <a:lnTo>
                      <a:pt x="14" y="0"/>
                    </a:lnTo>
                    <a:lnTo>
                      <a:pt x="15" y="0"/>
                    </a:lnTo>
                    <a:lnTo>
                      <a:pt x="15" y="0"/>
                    </a:lnTo>
                    <a:lnTo>
                      <a:pt x="16" y="0"/>
                    </a:lnTo>
                    <a:lnTo>
                      <a:pt x="16" y="0"/>
                    </a:lnTo>
                    <a:lnTo>
                      <a:pt x="17" y="0"/>
                    </a:lnTo>
                    <a:lnTo>
                      <a:pt x="17" y="0"/>
                    </a:lnTo>
                    <a:lnTo>
                      <a:pt x="18" y="0"/>
                    </a:lnTo>
                    <a:lnTo>
                      <a:pt x="19" y="0"/>
                    </a:lnTo>
                    <a:lnTo>
                      <a:pt x="19" y="0"/>
                    </a:lnTo>
                    <a:lnTo>
                      <a:pt x="20" y="0"/>
                    </a:lnTo>
                    <a:lnTo>
                      <a:pt x="20" y="0"/>
                    </a:lnTo>
                    <a:lnTo>
                      <a:pt x="20" y="1"/>
                    </a:lnTo>
                    <a:lnTo>
                      <a:pt x="20" y="1"/>
                    </a:lnTo>
                    <a:lnTo>
                      <a:pt x="21" y="1"/>
                    </a:lnTo>
                    <a:lnTo>
                      <a:pt x="21" y="1"/>
                    </a:lnTo>
                    <a:lnTo>
                      <a:pt x="22" y="1"/>
                    </a:lnTo>
                    <a:lnTo>
                      <a:pt x="23" y="1"/>
                    </a:lnTo>
                    <a:lnTo>
                      <a:pt x="23" y="1"/>
                    </a:lnTo>
                    <a:lnTo>
                      <a:pt x="24" y="1"/>
                    </a:lnTo>
                    <a:lnTo>
                      <a:pt x="24" y="1"/>
                    </a:lnTo>
                    <a:lnTo>
                      <a:pt x="25" y="1"/>
                    </a:lnTo>
                    <a:lnTo>
                      <a:pt x="26" y="1"/>
                    </a:lnTo>
                    <a:lnTo>
                      <a:pt x="26" y="1"/>
                    </a:lnTo>
                    <a:lnTo>
                      <a:pt x="27" y="2"/>
                    </a:lnTo>
                    <a:lnTo>
                      <a:pt x="29" y="2"/>
                    </a:lnTo>
                    <a:lnTo>
                      <a:pt x="30" y="2"/>
                    </a:lnTo>
                    <a:lnTo>
                      <a:pt x="31" y="2"/>
                    </a:lnTo>
                    <a:lnTo>
                      <a:pt x="33" y="2"/>
                    </a:lnTo>
                    <a:lnTo>
                      <a:pt x="34" y="2"/>
                    </a:lnTo>
                    <a:lnTo>
                      <a:pt x="35" y="3"/>
                    </a:lnTo>
                    <a:lnTo>
                      <a:pt x="36" y="3"/>
                    </a:lnTo>
                    <a:lnTo>
                      <a:pt x="37" y="3"/>
                    </a:lnTo>
                    <a:lnTo>
                      <a:pt x="39" y="3"/>
                    </a:lnTo>
                    <a:lnTo>
                      <a:pt x="40" y="4"/>
                    </a:lnTo>
                    <a:lnTo>
                      <a:pt x="42" y="4"/>
                    </a:lnTo>
                    <a:lnTo>
                      <a:pt x="44" y="4"/>
                    </a:lnTo>
                    <a:lnTo>
                      <a:pt x="45" y="5"/>
                    </a:lnTo>
                    <a:lnTo>
                      <a:pt x="47" y="5"/>
                    </a:lnTo>
                    <a:lnTo>
                      <a:pt x="49" y="5"/>
                    </a:lnTo>
                    <a:lnTo>
                      <a:pt x="49" y="6"/>
                    </a:lnTo>
                    <a:lnTo>
                      <a:pt x="51" y="6"/>
                    </a:lnTo>
                    <a:lnTo>
                      <a:pt x="53" y="6"/>
                    </a:lnTo>
                    <a:lnTo>
                      <a:pt x="55" y="7"/>
                    </a:lnTo>
                    <a:lnTo>
                      <a:pt x="57" y="7"/>
                    </a:lnTo>
                    <a:lnTo>
                      <a:pt x="58" y="7"/>
                    </a:lnTo>
                    <a:lnTo>
                      <a:pt x="60" y="8"/>
                    </a:lnTo>
                    <a:lnTo>
                      <a:pt x="61" y="8"/>
                    </a:lnTo>
                    <a:lnTo>
                      <a:pt x="62" y="8"/>
                    </a:lnTo>
                    <a:lnTo>
                      <a:pt x="64" y="9"/>
                    </a:lnTo>
                    <a:lnTo>
                      <a:pt x="66" y="9"/>
                    </a:lnTo>
                    <a:lnTo>
                      <a:pt x="68" y="10"/>
                    </a:lnTo>
                    <a:lnTo>
                      <a:pt x="70" y="10"/>
                    </a:lnTo>
                    <a:lnTo>
                      <a:pt x="72" y="10"/>
                    </a:lnTo>
                    <a:lnTo>
                      <a:pt x="74" y="11"/>
                    </a:lnTo>
                    <a:lnTo>
                      <a:pt x="76" y="11"/>
                    </a:lnTo>
                    <a:lnTo>
                      <a:pt x="78" y="12"/>
                    </a:lnTo>
                    <a:lnTo>
                      <a:pt x="79" y="12"/>
                    </a:lnTo>
                    <a:lnTo>
                      <a:pt x="80" y="13"/>
                    </a:lnTo>
                    <a:lnTo>
                      <a:pt x="81" y="13"/>
                    </a:lnTo>
                    <a:lnTo>
                      <a:pt x="83" y="13"/>
                    </a:lnTo>
                    <a:lnTo>
                      <a:pt x="85" y="13"/>
                    </a:lnTo>
                    <a:lnTo>
                      <a:pt x="87" y="14"/>
                    </a:lnTo>
                    <a:lnTo>
                      <a:pt x="89" y="15"/>
                    </a:lnTo>
                    <a:lnTo>
                      <a:pt x="90" y="15"/>
                    </a:lnTo>
                    <a:lnTo>
                      <a:pt x="91" y="15"/>
                    </a:lnTo>
                    <a:lnTo>
                      <a:pt x="93" y="16"/>
                    </a:lnTo>
                    <a:lnTo>
                      <a:pt x="95" y="17"/>
                    </a:lnTo>
                    <a:lnTo>
                      <a:pt x="97" y="18"/>
                    </a:lnTo>
                    <a:lnTo>
                      <a:pt x="99" y="18"/>
                    </a:lnTo>
                    <a:lnTo>
                      <a:pt x="101" y="19"/>
                    </a:lnTo>
                    <a:lnTo>
                      <a:pt x="101" y="19"/>
                    </a:lnTo>
                    <a:lnTo>
                      <a:pt x="103" y="20"/>
                    </a:lnTo>
                    <a:lnTo>
                      <a:pt x="105" y="21"/>
                    </a:lnTo>
                    <a:lnTo>
                      <a:pt x="107" y="22"/>
                    </a:lnTo>
                    <a:lnTo>
                      <a:pt x="108" y="23"/>
                    </a:lnTo>
                    <a:lnTo>
                      <a:pt x="110" y="24"/>
                    </a:lnTo>
                    <a:lnTo>
                      <a:pt x="112" y="25"/>
                    </a:lnTo>
                    <a:lnTo>
                      <a:pt x="114" y="26"/>
                    </a:lnTo>
                    <a:lnTo>
                      <a:pt x="116" y="27"/>
                    </a:lnTo>
                    <a:lnTo>
                      <a:pt x="118" y="28"/>
                    </a:lnTo>
                    <a:lnTo>
                      <a:pt x="120" y="29"/>
                    </a:lnTo>
                    <a:lnTo>
                      <a:pt x="121" y="29"/>
                    </a:lnTo>
                    <a:lnTo>
                      <a:pt x="121" y="30"/>
                    </a:lnTo>
                    <a:lnTo>
                      <a:pt x="122" y="30"/>
                    </a:lnTo>
                    <a:lnTo>
                      <a:pt x="123" y="31"/>
                    </a:lnTo>
                    <a:lnTo>
                      <a:pt x="123" y="31"/>
                    </a:lnTo>
                    <a:lnTo>
                      <a:pt x="124" y="32"/>
                    </a:lnTo>
                    <a:lnTo>
                      <a:pt x="125" y="32"/>
                    </a:lnTo>
                    <a:lnTo>
                      <a:pt x="126" y="33"/>
                    </a:lnTo>
                    <a:lnTo>
                      <a:pt x="127" y="33"/>
                    </a:lnTo>
                    <a:lnTo>
                      <a:pt x="128" y="34"/>
                    </a:lnTo>
                    <a:lnTo>
                      <a:pt x="129" y="34"/>
                    </a:lnTo>
                    <a:lnTo>
                      <a:pt x="130" y="35"/>
                    </a:lnTo>
                    <a:lnTo>
                      <a:pt x="131" y="35"/>
                    </a:lnTo>
                    <a:lnTo>
                      <a:pt x="132" y="36"/>
                    </a:lnTo>
                    <a:lnTo>
                      <a:pt x="132" y="36"/>
                    </a:lnTo>
                    <a:lnTo>
                      <a:pt x="133" y="37"/>
                    </a:lnTo>
                    <a:lnTo>
                      <a:pt x="134" y="37"/>
                    </a:lnTo>
                    <a:lnTo>
                      <a:pt x="135" y="38"/>
                    </a:lnTo>
                    <a:lnTo>
                      <a:pt x="136" y="39"/>
                    </a:lnTo>
                    <a:lnTo>
                      <a:pt x="136" y="39"/>
                    </a:lnTo>
                    <a:lnTo>
                      <a:pt x="137" y="40"/>
                    </a:lnTo>
                    <a:lnTo>
                      <a:pt x="138" y="40"/>
                    </a:lnTo>
                    <a:lnTo>
                      <a:pt x="138" y="41"/>
                    </a:lnTo>
                    <a:lnTo>
                      <a:pt x="139" y="41"/>
                    </a:lnTo>
                    <a:lnTo>
                      <a:pt x="140" y="42"/>
                    </a:lnTo>
                    <a:lnTo>
                      <a:pt x="141" y="43"/>
                    </a:lnTo>
                    <a:lnTo>
                      <a:pt x="142" y="43"/>
                    </a:lnTo>
                    <a:lnTo>
                      <a:pt x="143" y="43"/>
                    </a:lnTo>
                    <a:lnTo>
                      <a:pt x="143" y="43"/>
                    </a:lnTo>
                    <a:lnTo>
                      <a:pt x="144" y="44"/>
                    </a:lnTo>
                    <a:lnTo>
                      <a:pt x="145" y="44"/>
                    </a:lnTo>
                    <a:lnTo>
                      <a:pt x="146" y="45"/>
                    </a:lnTo>
                    <a:lnTo>
                      <a:pt x="147" y="46"/>
                    </a:lnTo>
                    <a:lnTo>
                      <a:pt x="148" y="46"/>
                    </a:lnTo>
                    <a:lnTo>
                      <a:pt x="148" y="47"/>
                    </a:lnTo>
                    <a:lnTo>
                      <a:pt x="149" y="47"/>
                    </a:lnTo>
                    <a:lnTo>
                      <a:pt x="150" y="48"/>
                    </a:lnTo>
                    <a:lnTo>
                      <a:pt x="150" y="48"/>
                    </a:lnTo>
                    <a:lnTo>
                      <a:pt x="151" y="49"/>
                    </a:lnTo>
                    <a:lnTo>
                      <a:pt x="151" y="49"/>
                    </a:lnTo>
                    <a:lnTo>
                      <a:pt x="152" y="50"/>
                    </a:lnTo>
                    <a:lnTo>
                      <a:pt x="153" y="50"/>
                    </a:lnTo>
                    <a:lnTo>
                      <a:pt x="154" y="51"/>
                    </a:lnTo>
                    <a:lnTo>
                      <a:pt x="155" y="52"/>
                    </a:lnTo>
                    <a:lnTo>
                      <a:pt x="155" y="52"/>
                    </a:lnTo>
                    <a:lnTo>
                      <a:pt x="156" y="53"/>
                    </a:lnTo>
                    <a:lnTo>
                      <a:pt x="157" y="54"/>
                    </a:lnTo>
                    <a:lnTo>
                      <a:pt x="157" y="54"/>
                    </a:lnTo>
                    <a:lnTo>
                      <a:pt x="158" y="55"/>
                    </a:lnTo>
                    <a:lnTo>
                      <a:pt x="159" y="55"/>
                    </a:lnTo>
                    <a:lnTo>
                      <a:pt x="160" y="56"/>
                    </a:lnTo>
                    <a:lnTo>
                      <a:pt x="160" y="57"/>
                    </a:lnTo>
                    <a:lnTo>
                      <a:pt x="161" y="57"/>
                    </a:lnTo>
                    <a:lnTo>
                      <a:pt x="162" y="58"/>
                    </a:lnTo>
                    <a:lnTo>
                      <a:pt x="162" y="59"/>
                    </a:lnTo>
                    <a:lnTo>
                      <a:pt x="163" y="59"/>
                    </a:lnTo>
                    <a:lnTo>
                      <a:pt x="164" y="60"/>
                    </a:lnTo>
                    <a:lnTo>
                      <a:pt x="164" y="61"/>
                    </a:lnTo>
                    <a:lnTo>
                      <a:pt x="165" y="61"/>
                    </a:lnTo>
                    <a:lnTo>
                      <a:pt x="165" y="62"/>
                    </a:lnTo>
                    <a:lnTo>
                      <a:pt x="165" y="63"/>
                    </a:lnTo>
                    <a:lnTo>
                      <a:pt x="166" y="63"/>
                    </a:lnTo>
                    <a:lnTo>
                      <a:pt x="166" y="64"/>
                    </a:lnTo>
                    <a:lnTo>
                      <a:pt x="167" y="65"/>
                    </a:lnTo>
                    <a:lnTo>
                      <a:pt x="168" y="66"/>
                    </a:lnTo>
                    <a:lnTo>
                      <a:pt x="168" y="66"/>
                    </a:lnTo>
                    <a:lnTo>
                      <a:pt x="169" y="67"/>
                    </a:lnTo>
                    <a:lnTo>
                      <a:pt x="169" y="68"/>
                    </a:lnTo>
                    <a:lnTo>
                      <a:pt x="170" y="69"/>
                    </a:lnTo>
                    <a:lnTo>
                      <a:pt x="171" y="69"/>
                    </a:lnTo>
                    <a:lnTo>
                      <a:pt x="171" y="70"/>
                    </a:lnTo>
                    <a:lnTo>
                      <a:pt x="172" y="71"/>
                    </a:lnTo>
                    <a:lnTo>
                      <a:pt x="172" y="72"/>
                    </a:lnTo>
                    <a:lnTo>
                      <a:pt x="173" y="72"/>
                    </a:lnTo>
                    <a:lnTo>
                      <a:pt x="173" y="72"/>
                    </a:lnTo>
                    <a:lnTo>
                      <a:pt x="174" y="73"/>
                    </a:lnTo>
                    <a:lnTo>
                      <a:pt x="174" y="74"/>
                    </a:lnTo>
                    <a:lnTo>
                      <a:pt x="175" y="75"/>
                    </a:lnTo>
                    <a:lnTo>
                      <a:pt x="175" y="76"/>
                    </a:lnTo>
                    <a:lnTo>
                      <a:pt x="176" y="77"/>
                    </a:lnTo>
                    <a:lnTo>
                      <a:pt x="176" y="77"/>
                    </a:lnTo>
                    <a:lnTo>
                      <a:pt x="176" y="78"/>
                    </a:lnTo>
                    <a:lnTo>
                      <a:pt x="177" y="79"/>
                    </a:lnTo>
                    <a:lnTo>
                      <a:pt x="177" y="80"/>
                    </a:lnTo>
                    <a:lnTo>
                      <a:pt x="177" y="81"/>
                    </a:lnTo>
                    <a:lnTo>
                      <a:pt x="178" y="81"/>
                    </a:lnTo>
                    <a:lnTo>
                      <a:pt x="178" y="82"/>
                    </a:lnTo>
                    <a:lnTo>
                      <a:pt x="178" y="82"/>
                    </a:lnTo>
                    <a:lnTo>
                      <a:pt x="178" y="83"/>
                    </a:lnTo>
                    <a:lnTo>
                      <a:pt x="178" y="83"/>
                    </a:lnTo>
                    <a:lnTo>
                      <a:pt x="178" y="84"/>
                    </a:lnTo>
                    <a:lnTo>
                      <a:pt x="179" y="84"/>
                    </a:lnTo>
                    <a:lnTo>
                      <a:pt x="179" y="85"/>
                    </a:lnTo>
                    <a:lnTo>
                      <a:pt x="179" y="85"/>
                    </a:lnTo>
                    <a:lnTo>
                      <a:pt x="179" y="86"/>
                    </a:lnTo>
                    <a:lnTo>
                      <a:pt x="179" y="86"/>
                    </a:lnTo>
                    <a:lnTo>
                      <a:pt x="179" y="87"/>
                    </a:lnTo>
                    <a:lnTo>
                      <a:pt x="179" y="87"/>
                    </a:lnTo>
                    <a:lnTo>
                      <a:pt x="179" y="88"/>
                    </a:lnTo>
                    <a:lnTo>
                      <a:pt x="179" y="88"/>
                    </a:lnTo>
                    <a:lnTo>
                      <a:pt x="179" y="89"/>
                    </a:lnTo>
                    <a:lnTo>
                      <a:pt x="180" y="89"/>
                    </a:lnTo>
                    <a:lnTo>
                      <a:pt x="180" y="90"/>
                    </a:lnTo>
                    <a:lnTo>
                      <a:pt x="180" y="90"/>
                    </a:lnTo>
                    <a:lnTo>
                      <a:pt x="180" y="91"/>
                    </a:lnTo>
                    <a:lnTo>
                      <a:pt x="180" y="91"/>
                    </a:lnTo>
                    <a:lnTo>
                      <a:pt x="180" y="92"/>
                    </a:lnTo>
                    <a:lnTo>
                      <a:pt x="180" y="92"/>
                    </a:lnTo>
                    <a:lnTo>
                      <a:pt x="180" y="93"/>
                    </a:lnTo>
                    <a:lnTo>
                      <a:pt x="180" y="94"/>
                    </a:lnTo>
                    <a:lnTo>
                      <a:pt x="180" y="94"/>
                    </a:lnTo>
                    <a:lnTo>
                      <a:pt x="180" y="95"/>
                    </a:lnTo>
                    <a:lnTo>
                      <a:pt x="180" y="95"/>
                    </a:lnTo>
                    <a:lnTo>
                      <a:pt x="180" y="96"/>
                    </a:lnTo>
                    <a:lnTo>
                      <a:pt x="180" y="97"/>
                    </a:lnTo>
                    <a:lnTo>
                      <a:pt x="180" y="97"/>
                    </a:lnTo>
                    <a:lnTo>
                      <a:pt x="180" y="98"/>
                    </a:lnTo>
                    <a:lnTo>
                      <a:pt x="180" y="98"/>
                    </a:lnTo>
                    <a:lnTo>
                      <a:pt x="180" y="99"/>
                    </a:lnTo>
                    <a:lnTo>
                      <a:pt x="180" y="99"/>
                    </a:lnTo>
                    <a:lnTo>
                      <a:pt x="180" y="100"/>
                    </a:lnTo>
                    <a:lnTo>
                      <a:pt x="180" y="101"/>
                    </a:lnTo>
                    <a:lnTo>
                      <a:pt x="179" y="101"/>
                    </a:lnTo>
                    <a:lnTo>
                      <a:pt x="179" y="102"/>
                    </a:lnTo>
                    <a:lnTo>
                      <a:pt x="179" y="102"/>
                    </a:lnTo>
                    <a:lnTo>
                      <a:pt x="179" y="102"/>
                    </a:lnTo>
                    <a:lnTo>
                      <a:pt x="179" y="103"/>
                    </a:lnTo>
                    <a:lnTo>
                      <a:pt x="179" y="103"/>
                    </a:lnTo>
                    <a:lnTo>
                      <a:pt x="179" y="104"/>
                    </a:lnTo>
                    <a:lnTo>
                      <a:pt x="178" y="104"/>
                    </a:lnTo>
                    <a:lnTo>
                      <a:pt x="178" y="105"/>
                    </a:lnTo>
                    <a:lnTo>
                      <a:pt x="178" y="106"/>
                    </a:lnTo>
                    <a:lnTo>
                      <a:pt x="178" y="106"/>
                    </a:lnTo>
                    <a:lnTo>
                      <a:pt x="178" y="107"/>
                    </a:lnTo>
                    <a:lnTo>
                      <a:pt x="177" y="107"/>
                    </a:lnTo>
                    <a:lnTo>
                      <a:pt x="177" y="108"/>
                    </a:lnTo>
                    <a:lnTo>
                      <a:pt x="177" y="108"/>
                    </a:lnTo>
                    <a:lnTo>
                      <a:pt x="177" y="109"/>
                    </a:lnTo>
                    <a:lnTo>
                      <a:pt x="176" y="109"/>
                    </a:lnTo>
                    <a:lnTo>
                      <a:pt x="176" y="110"/>
                    </a:lnTo>
                    <a:lnTo>
                      <a:pt x="176" y="111"/>
                    </a:lnTo>
                    <a:lnTo>
                      <a:pt x="176" y="111"/>
                    </a:lnTo>
                    <a:lnTo>
                      <a:pt x="175" y="112"/>
                    </a:lnTo>
                    <a:lnTo>
                      <a:pt x="175" y="112"/>
                    </a:lnTo>
                    <a:lnTo>
                      <a:pt x="175" y="113"/>
                    </a:lnTo>
                    <a:lnTo>
                      <a:pt x="174" y="113"/>
                    </a:lnTo>
                    <a:lnTo>
                      <a:pt x="174" y="114"/>
                    </a:lnTo>
                    <a:lnTo>
                      <a:pt x="174" y="114"/>
                    </a:lnTo>
                    <a:lnTo>
                      <a:pt x="174" y="115"/>
                    </a:lnTo>
                    <a:lnTo>
                      <a:pt x="173" y="115"/>
                    </a:lnTo>
                    <a:lnTo>
                      <a:pt x="173" y="115"/>
                    </a:lnTo>
                    <a:lnTo>
                      <a:pt x="173" y="116"/>
                    </a:lnTo>
                    <a:lnTo>
                      <a:pt x="172" y="116"/>
                    </a:lnTo>
                    <a:lnTo>
                      <a:pt x="172" y="117"/>
                    </a:lnTo>
                    <a:lnTo>
                      <a:pt x="172" y="117"/>
                    </a:lnTo>
                    <a:lnTo>
                      <a:pt x="171" y="118"/>
                    </a:lnTo>
                    <a:lnTo>
                      <a:pt x="171" y="118"/>
                    </a:lnTo>
                    <a:lnTo>
                      <a:pt x="171" y="118"/>
                    </a:lnTo>
                    <a:lnTo>
                      <a:pt x="170" y="119"/>
                    </a:lnTo>
                    <a:lnTo>
                      <a:pt x="170" y="119"/>
                    </a:lnTo>
                    <a:lnTo>
                      <a:pt x="169" y="120"/>
                    </a:lnTo>
                    <a:lnTo>
                      <a:pt x="169" y="120"/>
                    </a:lnTo>
                    <a:lnTo>
                      <a:pt x="169" y="121"/>
                    </a:lnTo>
                    <a:lnTo>
                      <a:pt x="168" y="121"/>
                    </a:lnTo>
                    <a:lnTo>
                      <a:pt x="168" y="121"/>
                    </a:lnTo>
                    <a:lnTo>
                      <a:pt x="167" y="122"/>
                    </a:lnTo>
                    <a:lnTo>
                      <a:pt x="167" y="122"/>
                    </a:lnTo>
                    <a:lnTo>
                      <a:pt x="167" y="123"/>
                    </a:lnTo>
                    <a:lnTo>
                      <a:pt x="166" y="123"/>
                    </a:lnTo>
                    <a:lnTo>
                      <a:pt x="166" y="123"/>
                    </a:lnTo>
                    <a:lnTo>
                      <a:pt x="165" y="124"/>
                    </a:lnTo>
                    <a:lnTo>
                      <a:pt x="165" y="124"/>
                    </a:lnTo>
                    <a:lnTo>
                      <a:pt x="165" y="124"/>
                    </a:lnTo>
                    <a:lnTo>
                      <a:pt x="165" y="125"/>
                    </a:lnTo>
                    <a:lnTo>
                      <a:pt x="164" y="125"/>
                    </a:lnTo>
                    <a:lnTo>
                      <a:pt x="164" y="125"/>
                    </a:lnTo>
                    <a:lnTo>
                      <a:pt x="163" y="126"/>
                    </a:lnTo>
                    <a:lnTo>
                      <a:pt x="163" y="126"/>
                    </a:lnTo>
                    <a:lnTo>
                      <a:pt x="162" y="126"/>
                    </a:lnTo>
                    <a:lnTo>
                      <a:pt x="162" y="127"/>
                    </a:lnTo>
                    <a:lnTo>
                      <a:pt x="161" y="127"/>
                    </a:lnTo>
                    <a:lnTo>
                      <a:pt x="161" y="127"/>
                    </a:lnTo>
                    <a:lnTo>
                      <a:pt x="160" y="127"/>
                    </a:lnTo>
                    <a:lnTo>
                      <a:pt x="160" y="128"/>
                    </a:lnTo>
                    <a:lnTo>
                      <a:pt x="159" y="128"/>
                    </a:lnTo>
                    <a:lnTo>
                      <a:pt x="159" y="128"/>
                    </a:lnTo>
                    <a:lnTo>
                      <a:pt x="158" y="128"/>
                    </a:lnTo>
                    <a:lnTo>
                      <a:pt x="158" y="129"/>
                    </a:lnTo>
                    <a:lnTo>
                      <a:pt x="157" y="129"/>
                    </a:lnTo>
                    <a:lnTo>
                      <a:pt x="156" y="129"/>
                    </a:lnTo>
                    <a:lnTo>
                      <a:pt x="156" y="129"/>
                    </a:lnTo>
                    <a:lnTo>
                      <a:pt x="155" y="129"/>
                    </a:lnTo>
                    <a:lnTo>
                      <a:pt x="155" y="130"/>
                    </a:lnTo>
                    <a:lnTo>
                      <a:pt x="154" y="130"/>
                    </a:lnTo>
                    <a:lnTo>
                      <a:pt x="154" y="130"/>
                    </a:lnTo>
                    <a:lnTo>
                      <a:pt x="153" y="130"/>
                    </a:lnTo>
                    <a:lnTo>
                      <a:pt x="153" y="130"/>
                    </a:lnTo>
                    <a:lnTo>
                      <a:pt x="152" y="130"/>
                    </a:lnTo>
                    <a:lnTo>
                      <a:pt x="151" y="130"/>
                    </a:lnTo>
                    <a:lnTo>
                      <a:pt x="151" y="131"/>
                    </a:lnTo>
                    <a:lnTo>
                      <a:pt x="150" y="131"/>
                    </a:lnTo>
                    <a:lnTo>
                      <a:pt x="150" y="131"/>
                    </a:lnTo>
                    <a:lnTo>
                      <a:pt x="149" y="131"/>
                    </a:lnTo>
                    <a:lnTo>
                      <a:pt x="149" y="131"/>
                    </a:lnTo>
                    <a:lnTo>
                      <a:pt x="148" y="131"/>
                    </a:lnTo>
                    <a:lnTo>
                      <a:pt x="148" y="131"/>
                    </a:lnTo>
                    <a:lnTo>
                      <a:pt x="147" y="131"/>
                    </a:lnTo>
                    <a:lnTo>
                      <a:pt x="146" y="131"/>
                    </a:lnTo>
                    <a:lnTo>
                      <a:pt x="146" y="131"/>
                    </a:lnTo>
                    <a:lnTo>
                      <a:pt x="145" y="131"/>
                    </a:lnTo>
                    <a:lnTo>
                      <a:pt x="145" y="131"/>
                    </a:lnTo>
                    <a:lnTo>
                      <a:pt x="144" y="131"/>
                    </a:lnTo>
                    <a:lnTo>
                      <a:pt x="144" y="131"/>
                    </a:lnTo>
                    <a:lnTo>
                      <a:pt x="143" y="131"/>
                    </a:lnTo>
                    <a:lnTo>
                      <a:pt x="143" y="131"/>
                    </a:lnTo>
                    <a:lnTo>
                      <a:pt x="142" y="131"/>
                    </a:lnTo>
                    <a:lnTo>
                      <a:pt x="141" y="131"/>
                    </a:lnTo>
                    <a:lnTo>
                      <a:pt x="140" y="131"/>
                    </a:lnTo>
                    <a:lnTo>
                      <a:pt x="139" y="131"/>
                    </a:lnTo>
                    <a:lnTo>
                      <a:pt x="138" y="131"/>
                    </a:lnTo>
                    <a:lnTo>
                      <a:pt x="137" y="130"/>
                    </a:lnTo>
                    <a:lnTo>
                      <a:pt x="136" y="130"/>
                    </a:lnTo>
                    <a:lnTo>
                      <a:pt x="136" y="130"/>
                    </a:lnTo>
                    <a:lnTo>
                      <a:pt x="135" y="130"/>
                    </a:lnTo>
                    <a:lnTo>
                      <a:pt x="134" y="130"/>
                    </a:lnTo>
                    <a:lnTo>
                      <a:pt x="133" y="129"/>
                    </a:lnTo>
                    <a:lnTo>
                      <a:pt x="132" y="129"/>
                    </a:lnTo>
                    <a:lnTo>
                      <a:pt x="131" y="129"/>
                    </a:lnTo>
                    <a:lnTo>
                      <a:pt x="131" y="129"/>
                    </a:lnTo>
                    <a:lnTo>
                      <a:pt x="130" y="128"/>
                    </a:lnTo>
                    <a:lnTo>
                      <a:pt x="129" y="128"/>
                    </a:lnTo>
                    <a:lnTo>
                      <a:pt x="128" y="128"/>
                    </a:lnTo>
                    <a:lnTo>
                      <a:pt x="127" y="127"/>
                    </a:lnTo>
                    <a:lnTo>
                      <a:pt x="126" y="127"/>
                    </a:lnTo>
                    <a:lnTo>
                      <a:pt x="126" y="127"/>
                    </a:lnTo>
                    <a:lnTo>
                      <a:pt x="125" y="126"/>
                    </a:lnTo>
                    <a:lnTo>
                      <a:pt x="125" y="126"/>
                    </a:lnTo>
                    <a:lnTo>
                      <a:pt x="124" y="126"/>
                    </a:lnTo>
                    <a:lnTo>
                      <a:pt x="123" y="126"/>
                    </a:lnTo>
                    <a:lnTo>
                      <a:pt x="122" y="125"/>
                    </a:lnTo>
                    <a:lnTo>
                      <a:pt x="122" y="125"/>
                    </a:lnTo>
                    <a:lnTo>
                      <a:pt x="121" y="124"/>
                    </a:lnTo>
                    <a:lnTo>
                      <a:pt x="120" y="124"/>
                    </a:lnTo>
                    <a:lnTo>
                      <a:pt x="119" y="124"/>
                    </a:lnTo>
                    <a:lnTo>
                      <a:pt x="119" y="123"/>
                    </a:lnTo>
                    <a:lnTo>
                      <a:pt x="118" y="123"/>
                    </a:lnTo>
                    <a:lnTo>
                      <a:pt x="117" y="122"/>
                    </a:lnTo>
                    <a:lnTo>
                      <a:pt x="116" y="122"/>
                    </a:lnTo>
                    <a:lnTo>
                      <a:pt x="116" y="121"/>
                    </a:lnTo>
                    <a:lnTo>
                      <a:pt x="115" y="121"/>
                    </a:lnTo>
                    <a:lnTo>
                      <a:pt x="114" y="120"/>
                    </a:lnTo>
                    <a:lnTo>
                      <a:pt x="113" y="120"/>
                    </a:lnTo>
                    <a:lnTo>
                      <a:pt x="113" y="119"/>
                    </a:lnTo>
                    <a:lnTo>
                      <a:pt x="112" y="119"/>
                    </a:lnTo>
                    <a:lnTo>
                      <a:pt x="111" y="118"/>
                    </a:lnTo>
                    <a:lnTo>
                      <a:pt x="110" y="118"/>
                    </a:lnTo>
                    <a:lnTo>
                      <a:pt x="110" y="117"/>
                    </a:lnTo>
                    <a:lnTo>
                      <a:pt x="109" y="117"/>
                    </a:lnTo>
                    <a:lnTo>
                      <a:pt x="108" y="116"/>
                    </a:lnTo>
                    <a:lnTo>
                      <a:pt x="108" y="116"/>
                    </a:lnTo>
                    <a:lnTo>
                      <a:pt x="107" y="115"/>
                    </a:lnTo>
                    <a:lnTo>
                      <a:pt x="107" y="115"/>
                    </a:lnTo>
                    <a:lnTo>
                      <a:pt x="106" y="114"/>
                    </a:lnTo>
                    <a:lnTo>
                      <a:pt x="106" y="114"/>
                    </a:lnTo>
                    <a:lnTo>
                      <a:pt x="105" y="113"/>
                    </a:lnTo>
                    <a:lnTo>
                      <a:pt x="104" y="113"/>
                    </a:lnTo>
                    <a:lnTo>
                      <a:pt x="104" y="112"/>
                    </a:lnTo>
                    <a:lnTo>
                      <a:pt x="103" y="112"/>
                    </a:lnTo>
                    <a:lnTo>
                      <a:pt x="102" y="111"/>
                    </a:lnTo>
                    <a:lnTo>
                      <a:pt x="101" y="110"/>
                    </a:lnTo>
                    <a:lnTo>
                      <a:pt x="101" y="110"/>
                    </a:lnTo>
                    <a:lnTo>
                      <a:pt x="100" y="109"/>
                    </a:lnTo>
                    <a:lnTo>
                      <a:pt x="99" y="109"/>
                    </a:lnTo>
                    <a:lnTo>
                      <a:pt x="99" y="108"/>
                    </a:lnTo>
                    <a:lnTo>
                      <a:pt x="98" y="108"/>
                    </a:lnTo>
                    <a:lnTo>
                      <a:pt x="97" y="107"/>
                    </a:lnTo>
                    <a:lnTo>
                      <a:pt x="96" y="106"/>
                    </a:lnTo>
                    <a:lnTo>
                      <a:pt x="95" y="105"/>
                    </a:lnTo>
                    <a:lnTo>
                      <a:pt x="94" y="104"/>
                    </a:lnTo>
                    <a:lnTo>
                      <a:pt x="92" y="103"/>
                    </a:lnTo>
                    <a:lnTo>
                      <a:pt x="91" y="102"/>
                    </a:lnTo>
                    <a:lnTo>
                      <a:pt x="89" y="101"/>
                    </a:lnTo>
                    <a:lnTo>
                      <a:pt x="88" y="100"/>
                    </a:lnTo>
                    <a:lnTo>
                      <a:pt x="87" y="98"/>
                    </a:lnTo>
                    <a:lnTo>
                      <a:pt x="85" y="97"/>
                    </a:lnTo>
                    <a:lnTo>
                      <a:pt x="84" y="96"/>
                    </a:lnTo>
                    <a:lnTo>
                      <a:pt x="82" y="95"/>
                    </a:lnTo>
                    <a:lnTo>
                      <a:pt x="81" y="93"/>
                    </a:lnTo>
                    <a:lnTo>
                      <a:pt x="80" y="92"/>
                    </a:lnTo>
                    <a:lnTo>
                      <a:pt x="78" y="91"/>
                    </a:lnTo>
                    <a:lnTo>
                      <a:pt x="78" y="89"/>
                    </a:lnTo>
                    <a:lnTo>
                      <a:pt x="76" y="88"/>
                    </a:lnTo>
                    <a:lnTo>
                      <a:pt x="75" y="86"/>
                    </a:lnTo>
                    <a:lnTo>
                      <a:pt x="74" y="85"/>
                    </a:lnTo>
                    <a:lnTo>
                      <a:pt x="72" y="84"/>
                    </a:lnTo>
                    <a:lnTo>
                      <a:pt x="69" y="81"/>
                    </a:lnTo>
                    <a:lnTo>
                      <a:pt x="67" y="78"/>
                    </a:lnTo>
                    <a:lnTo>
                      <a:pt x="64" y="75"/>
                    </a:lnTo>
                    <a:lnTo>
                      <a:pt x="58" y="71"/>
                    </a:lnTo>
                    <a:lnTo>
                      <a:pt x="56" y="68"/>
                    </a:lnTo>
                    <a:lnTo>
                      <a:pt x="53" y="66"/>
                    </a:lnTo>
                    <a:lnTo>
                      <a:pt x="52" y="64"/>
                    </a:lnTo>
                    <a:lnTo>
                      <a:pt x="50" y="63"/>
                    </a:lnTo>
                    <a:lnTo>
                      <a:pt x="49" y="62"/>
                    </a:lnTo>
                    <a:lnTo>
                      <a:pt x="49" y="60"/>
                    </a:lnTo>
                    <a:lnTo>
                      <a:pt x="47" y="59"/>
                    </a:lnTo>
                    <a:lnTo>
                      <a:pt x="46" y="58"/>
                    </a:lnTo>
                    <a:lnTo>
                      <a:pt x="45" y="57"/>
                    </a:lnTo>
                    <a:lnTo>
                      <a:pt x="44" y="56"/>
                    </a:lnTo>
                    <a:lnTo>
                      <a:pt x="42" y="54"/>
                    </a:lnTo>
                    <a:lnTo>
                      <a:pt x="41" y="53"/>
                    </a:lnTo>
                    <a:lnTo>
                      <a:pt x="40" y="52"/>
                    </a:lnTo>
                    <a:lnTo>
                      <a:pt x="39" y="51"/>
                    </a:lnTo>
                    <a:lnTo>
                      <a:pt x="38" y="50"/>
                    </a:lnTo>
                    <a:lnTo>
                      <a:pt x="36" y="49"/>
                    </a:lnTo>
                    <a:lnTo>
                      <a:pt x="35" y="48"/>
                    </a:lnTo>
                    <a:lnTo>
                      <a:pt x="34" y="47"/>
                    </a:lnTo>
                    <a:lnTo>
                      <a:pt x="33" y="46"/>
                    </a:lnTo>
                    <a:lnTo>
                      <a:pt x="32" y="45"/>
                    </a:lnTo>
                    <a:lnTo>
                      <a:pt x="32" y="45"/>
                    </a:lnTo>
                    <a:lnTo>
                      <a:pt x="31" y="43"/>
                    </a:lnTo>
                    <a:lnTo>
                      <a:pt x="30" y="43"/>
                    </a:lnTo>
                    <a:lnTo>
                      <a:pt x="30" y="43"/>
                    </a:lnTo>
                    <a:lnTo>
                      <a:pt x="30" y="43"/>
                    </a:lnTo>
                    <a:lnTo>
                      <a:pt x="30" y="43"/>
                    </a:lnTo>
                    <a:lnTo>
                      <a:pt x="29" y="42"/>
                    </a:lnTo>
                    <a:lnTo>
                      <a:pt x="29" y="41"/>
                    </a:lnTo>
                    <a:lnTo>
                      <a:pt x="29" y="40"/>
                    </a:lnTo>
                    <a:lnTo>
                      <a:pt x="29" y="40"/>
                    </a:lnTo>
                    <a:lnTo>
                      <a:pt x="28" y="39"/>
                    </a:lnTo>
                    <a:lnTo>
                      <a:pt x="28" y="38"/>
                    </a:lnTo>
                    <a:lnTo>
                      <a:pt x="28" y="38"/>
                    </a:lnTo>
                    <a:lnTo>
                      <a:pt x="28" y="38"/>
                    </a:lnTo>
                    <a:lnTo>
                      <a:pt x="28" y="37"/>
                    </a:lnTo>
                    <a:lnTo>
                      <a:pt x="27" y="36"/>
                    </a:lnTo>
                    <a:lnTo>
                      <a:pt x="27" y="35"/>
                    </a:lnTo>
                    <a:lnTo>
                      <a:pt x="27" y="34"/>
                    </a:lnTo>
                    <a:lnTo>
                      <a:pt x="27" y="34"/>
                    </a:lnTo>
                    <a:lnTo>
                      <a:pt x="27" y="33"/>
                    </a:lnTo>
                    <a:lnTo>
                      <a:pt x="26" y="32"/>
                    </a:lnTo>
                    <a:lnTo>
                      <a:pt x="26" y="32"/>
                    </a:lnTo>
                    <a:lnTo>
                      <a:pt x="26" y="31"/>
                    </a:lnTo>
                    <a:lnTo>
                      <a:pt x="25" y="31"/>
                    </a:lnTo>
                    <a:lnTo>
                      <a:pt x="25" y="30"/>
                    </a:lnTo>
                    <a:lnTo>
                      <a:pt x="25" y="30"/>
                    </a:lnTo>
                    <a:lnTo>
                      <a:pt x="25" y="30"/>
                    </a:lnTo>
                    <a:lnTo>
                      <a:pt x="24" y="29"/>
                    </a:lnTo>
                    <a:lnTo>
                      <a:pt x="24" y="29"/>
                    </a:lnTo>
                    <a:lnTo>
                      <a:pt x="24" y="29"/>
                    </a:lnTo>
                    <a:lnTo>
                      <a:pt x="23" y="28"/>
                    </a:lnTo>
                    <a:lnTo>
                      <a:pt x="23" y="28"/>
                    </a:lnTo>
                    <a:lnTo>
                      <a:pt x="23" y="27"/>
                    </a:lnTo>
                    <a:lnTo>
                      <a:pt x="22" y="27"/>
                    </a:lnTo>
                    <a:lnTo>
                      <a:pt x="22" y="27"/>
                    </a:lnTo>
                    <a:lnTo>
                      <a:pt x="21" y="27"/>
                    </a:lnTo>
                    <a:lnTo>
                      <a:pt x="21" y="26"/>
                    </a:lnTo>
                    <a:lnTo>
                      <a:pt x="21" y="26"/>
                    </a:lnTo>
                    <a:lnTo>
                      <a:pt x="20" y="26"/>
                    </a:lnTo>
                    <a:lnTo>
                      <a:pt x="20" y="26"/>
                    </a:lnTo>
                    <a:lnTo>
                      <a:pt x="20" y="25"/>
                    </a:lnTo>
                    <a:lnTo>
                      <a:pt x="20" y="25"/>
                    </a:lnTo>
                    <a:lnTo>
                      <a:pt x="20" y="25"/>
                    </a:lnTo>
                    <a:lnTo>
                      <a:pt x="20" y="25"/>
                    </a:lnTo>
                    <a:lnTo>
                      <a:pt x="20" y="25"/>
                    </a:lnTo>
                    <a:lnTo>
                      <a:pt x="19" y="24"/>
                    </a:lnTo>
                    <a:lnTo>
                      <a:pt x="19" y="24"/>
                    </a:lnTo>
                    <a:lnTo>
                      <a:pt x="19" y="24"/>
                    </a:lnTo>
                    <a:lnTo>
                      <a:pt x="19" y="24"/>
                    </a:lnTo>
                    <a:lnTo>
                      <a:pt x="18" y="24"/>
                    </a:lnTo>
                    <a:lnTo>
                      <a:pt x="18" y="24"/>
                    </a:lnTo>
                    <a:lnTo>
                      <a:pt x="18" y="24"/>
                    </a:lnTo>
                    <a:lnTo>
                      <a:pt x="18" y="24"/>
                    </a:lnTo>
                    <a:lnTo>
                      <a:pt x="18" y="24"/>
                    </a:lnTo>
                    <a:lnTo>
                      <a:pt x="18" y="24"/>
                    </a:lnTo>
                    <a:lnTo>
                      <a:pt x="18" y="24"/>
                    </a:lnTo>
                    <a:lnTo>
                      <a:pt x="18" y="24"/>
                    </a:lnTo>
                    <a:lnTo>
                      <a:pt x="17" y="24"/>
                    </a:lnTo>
                    <a:lnTo>
                      <a:pt x="18" y="24"/>
                    </a:lnTo>
                    <a:lnTo>
                      <a:pt x="17" y="24"/>
                    </a:lnTo>
                    <a:lnTo>
                      <a:pt x="17" y="24"/>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41" name="Freeform 20">
                <a:extLst>
                  <a:ext uri="{FF2B5EF4-FFF2-40B4-BE49-F238E27FC236}">
                    <a16:creationId xmlns:a16="http://schemas.microsoft.com/office/drawing/2014/main" id="{127C1136-78A1-FEF7-0CDB-4FB652653EE7}"/>
                  </a:ext>
                </a:extLst>
              </p:cNvPr>
              <p:cNvSpPr>
                <a:spLocks noEditPoints="1"/>
              </p:cNvSpPr>
              <p:nvPr/>
            </p:nvSpPr>
            <p:spPr bwMode="auto">
              <a:xfrm>
                <a:off x="13322895" y="4616031"/>
                <a:ext cx="75641" cy="110760"/>
              </a:xfrm>
              <a:custGeom>
                <a:avLst/>
                <a:gdLst>
                  <a:gd name="T0" fmla="*/ 82 w 112"/>
                  <a:gd name="T1" fmla="*/ 1 h 164"/>
                  <a:gd name="T2" fmla="*/ 89 w 112"/>
                  <a:gd name="T3" fmla="*/ 4 h 164"/>
                  <a:gd name="T4" fmla="*/ 95 w 112"/>
                  <a:gd name="T5" fmla="*/ 7 h 164"/>
                  <a:gd name="T6" fmla="*/ 100 w 112"/>
                  <a:gd name="T7" fmla="*/ 12 h 164"/>
                  <a:gd name="T8" fmla="*/ 105 w 112"/>
                  <a:gd name="T9" fmla="*/ 16 h 164"/>
                  <a:gd name="T10" fmla="*/ 107 w 112"/>
                  <a:gd name="T11" fmla="*/ 21 h 164"/>
                  <a:gd name="T12" fmla="*/ 110 w 112"/>
                  <a:gd name="T13" fmla="*/ 27 h 164"/>
                  <a:gd name="T14" fmla="*/ 111 w 112"/>
                  <a:gd name="T15" fmla="*/ 33 h 164"/>
                  <a:gd name="T16" fmla="*/ 112 w 112"/>
                  <a:gd name="T17" fmla="*/ 41 h 164"/>
                  <a:gd name="T18" fmla="*/ 111 w 112"/>
                  <a:gd name="T19" fmla="*/ 52 h 164"/>
                  <a:gd name="T20" fmla="*/ 109 w 112"/>
                  <a:gd name="T21" fmla="*/ 63 h 164"/>
                  <a:gd name="T22" fmla="*/ 106 w 112"/>
                  <a:gd name="T23" fmla="*/ 74 h 164"/>
                  <a:gd name="T24" fmla="*/ 101 w 112"/>
                  <a:gd name="T25" fmla="*/ 85 h 164"/>
                  <a:gd name="T26" fmla="*/ 95 w 112"/>
                  <a:gd name="T27" fmla="*/ 96 h 164"/>
                  <a:gd name="T28" fmla="*/ 88 w 112"/>
                  <a:gd name="T29" fmla="*/ 106 h 164"/>
                  <a:gd name="T30" fmla="*/ 81 w 112"/>
                  <a:gd name="T31" fmla="*/ 115 h 164"/>
                  <a:gd name="T32" fmla="*/ 74 w 112"/>
                  <a:gd name="T33" fmla="*/ 125 h 164"/>
                  <a:gd name="T34" fmla="*/ 67 w 112"/>
                  <a:gd name="T35" fmla="*/ 132 h 164"/>
                  <a:gd name="T36" fmla="*/ 60 w 112"/>
                  <a:gd name="T37" fmla="*/ 139 h 164"/>
                  <a:gd name="T38" fmla="*/ 52 w 112"/>
                  <a:gd name="T39" fmla="*/ 146 h 164"/>
                  <a:gd name="T40" fmla="*/ 47 w 112"/>
                  <a:gd name="T41" fmla="*/ 151 h 164"/>
                  <a:gd name="T42" fmla="*/ 41 w 112"/>
                  <a:gd name="T43" fmla="*/ 155 h 164"/>
                  <a:gd name="T44" fmla="*/ 33 w 112"/>
                  <a:gd name="T45" fmla="*/ 158 h 164"/>
                  <a:gd name="T46" fmla="*/ 27 w 112"/>
                  <a:gd name="T47" fmla="*/ 157 h 164"/>
                  <a:gd name="T48" fmla="*/ 21 w 112"/>
                  <a:gd name="T49" fmla="*/ 157 h 164"/>
                  <a:gd name="T50" fmla="*/ 1 w 112"/>
                  <a:gd name="T51" fmla="*/ 148 h 164"/>
                  <a:gd name="T52" fmla="*/ 3 w 112"/>
                  <a:gd name="T53" fmla="*/ 143 h 164"/>
                  <a:gd name="T54" fmla="*/ 3 w 112"/>
                  <a:gd name="T55" fmla="*/ 131 h 164"/>
                  <a:gd name="T56" fmla="*/ 11 w 112"/>
                  <a:gd name="T57" fmla="*/ 93 h 164"/>
                  <a:gd name="T58" fmla="*/ 21 w 112"/>
                  <a:gd name="T59" fmla="*/ 68 h 164"/>
                  <a:gd name="T60" fmla="*/ 29 w 112"/>
                  <a:gd name="T61" fmla="*/ 49 h 164"/>
                  <a:gd name="T62" fmla="*/ 39 w 112"/>
                  <a:gd name="T63" fmla="*/ 33 h 164"/>
                  <a:gd name="T64" fmla="*/ 46 w 112"/>
                  <a:gd name="T65" fmla="*/ 22 h 164"/>
                  <a:gd name="T66" fmla="*/ 51 w 112"/>
                  <a:gd name="T67" fmla="*/ 15 h 164"/>
                  <a:gd name="T68" fmla="*/ 57 w 112"/>
                  <a:gd name="T69" fmla="*/ 10 h 164"/>
                  <a:gd name="T70" fmla="*/ 64 w 112"/>
                  <a:gd name="T71" fmla="*/ 5 h 164"/>
                  <a:gd name="T72" fmla="*/ 73 w 112"/>
                  <a:gd name="T73" fmla="*/ 1 h 164"/>
                  <a:gd name="T74" fmla="*/ 39 w 112"/>
                  <a:gd name="T75" fmla="*/ 142 h 164"/>
                  <a:gd name="T76" fmla="*/ 38 w 112"/>
                  <a:gd name="T77" fmla="*/ 139 h 164"/>
                  <a:gd name="T78" fmla="*/ 76 w 112"/>
                  <a:gd name="T79" fmla="*/ 37 h 164"/>
                  <a:gd name="T80" fmla="*/ 74 w 112"/>
                  <a:gd name="T81" fmla="*/ 42 h 164"/>
                  <a:gd name="T82" fmla="*/ 69 w 112"/>
                  <a:gd name="T83" fmla="*/ 53 h 164"/>
                  <a:gd name="T84" fmla="*/ 64 w 112"/>
                  <a:gd name="T85" fmla="*/ 71 h 164"/>
                  <a:gd name="T86" fmla="*/ 58 w 112"/>
                  <a:gd name="T87" fmla="*/ 87 h 164"/>
                  <a:gd name="T88" fmla="*/ 47 w 112"/>
                  <a:gd name="T89" fmla="*/ 119 h 164"/>
                  <a:gd name="T90" fmla="*/ 51 w 112"/>
                  <a:gd name="T91" fmla="*/ 112 h 164"/>
                  <a:gd name="T92" fmla="*/ 57 w 112"/>
                  <a:gd name="T93" fmla="*/ 103 h 164"/>
                  <a:gd name="T94" fmla="*/ 63 w 112"/>
                  <a:gd name="T95" fmla="*/ 95 h 164"/>
                  <a:gd name="T96" fmla="*/ 68 w 112"/>
                  <a:gd name="T97" fmla="*/ 86 h 164"/>
                  <a:gd name="T98" fmla="*/ 73 w 112"/>
                  <a:gd name="T99" fmla="*/ 76 h 164"/>
                  <a:gd name="T100" fmla="*/ 77 w 112"/>
                  <a:gd name="T101" fmla="*/ 68 h 164"/>
                  <a:gd name="T102" fmla="*/ 79 w 112"/>
                  <a:gd name="T103" fmla="*/ 58 h 164"/>
                  <a:gd name="T104" fmla="*/ 81 w 112"/>
                  <a:gd name="T105" fmla="*/ 50 h 164"/>
                  <a:gd name="T106" fmla="*/ 81 w 112"/>
                  <a:gd name="T107" fmla="*/ 44 h 164"/>
                  <a:gd name="T108" fmla="*/ 81 w 112"/>
                  <a:gd name="T109" fmla="*/ 40 h 164"/>
                  <a:gd name="T110" fmla="*/ 81 w 112"/>
                  <a:gd name="T111" fmla="*/ 38 h 164"/>
                  <a:gd name="T112" fmla="*/ 80 w 112"/>
                  <a:gd name="T113" fmla="*/ 37 h 164"/>
                  <a:gd name="T114" fmla="*/ 79 w 112"/>
                  <a:gd name="T115" fmla="*/ 35 h 164"/>
                  <a:gd name="T116" fmla="*/ 78 w 112"/>
                  <a:gd name="T117" fmla="*/ 34 h 164"/>
                  <a:gd name="T118" fmla="*/ 78 w 112"/>
                  <a:gd name="T119" fmla="*/ 3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2" h="164">
                    <a:moveTo>
                      <a:pt x="78" y="0"/>
                    </a:moveTo>
                    <a:lnTo>
                      <a:pt x="78" y="0"/>
                    </a:lnTo>
                    <a:lnTo>
                      <a:pt x="78" y="1"/>
                    </a:lnTo>
                    <a:lnTo>
                      <a:pt x="78" y="1"/>
                    </a:lnTo>
                    <a:lnTo>
                      <a:pt x="79" y="1"/>
                    </a:lnTo>
                    <a:lnTo>
                      <a:pt x="79" y="1"/>
                    </a:lnTo>
                    <a:lnTo>
                      <a:pt x="80" y="1"/>
                    </a:lnTo>
                    <a:lnTo>
                      <a:pt x="80" y="1"/>
                    </a:lnTo>
                    <a:lnTo>
                      <a:pt x="81" y="1"/>
                    </a:lnTo>
                    <a:lnTo>
                      <a:pt x="81" y="1"/>
                    </a:lnTo>
                    <a:lnTo>
                      <a:pt x="81" y="1"/>
                    </a:lnTo>
                    <a:lnTo>
                      <a:pt x="82" y="1"/>
                    </a:lnTo>
                    <a:lnTo>
                      <a:pt x="82" y="1"/>
                    </a:lnTo>
                    <a:lnTo>
                      <a:pt x="83" y="1"/>
                    </a:lnTo>
                    <a:lnTo>
                      <a:pt x="83" y="2"/>
                    </a:lnTo>
                    <a:lnTo>
                      <a:pt x="84" y="2"/>
                    </a:lnTo>
                    <a:lnTo>
                      <a:pt x="84" y="2"/>
                    </a:lnTo>
                    <a:lnTo>
                      <a:pt x="85" y="2"/>
                    </a:lnTo>
                    <a:lnTo>
                      <a:pt x="85" y="2"/>
                    </a:lnTo>
                    <a:lnTo>
                      <a:pt x="86" y="3"/>
                    </a:lnTo>
                    <a:lnTo>
                      <a:pt x="86" y="3"/>
                    </a:lnTo>
                    <a:lnTo>
                      <a:pt x="87" y="3"/>
                    </a:lnTo>
                    <a:lnTo>
                      <a:pt x="87" y="3"/>
                    </a:lnTo>
                    <a:lnTo>
                      <a:pt x="88" y="3"/>
                    </a:lnTo>
                    <a:lnTo>
                      <a:pt x="88" y="4"/>
                    </a:lnTo>
                    <a:lnTo>
                      <a:pt x="89" y="4"/>
                    </a:lnTo>
                    <a:lnTo>
                      <a:pt x="89" y="4"/>
                    </a:lnTo>
                    <a:lnTo>
                      <a:pt x="90" y="4"/>
                    </a:lnTo>
                    <a:lnTo>
                      <a:pt x="90" y="5"/>
                    </a:lnTo>
                    <a:lnTo>
                      <a:pt x="91" y="5"/>
                    </a:lnTo>
                    <a:lnTo>
                      <a:pt x="91" y="5"/>
                    </a:lnTo>
                    <a:lnTo>
                      <a:pt x="92" y="5"/>
                    </a:lnTo>
                    <a:lnTo>
                      <a:pt x="92" y="6"/>
                    </a:lnTo>
                    <a:lnTo>
                      <a:pt x="93" y="6"/>
                    </a:lnTo>
                    <a:lnTo>
                      <a:pt x="93" y="6"/>
                    </a:lnTo>
                    <a:lnTo>
                      <a:pt x="93" y="6"/>
                    </a:lnTo>
                    <a:lnTo>
                      <a:pt x="94" y="7"/>
                    </a:lnTo>
                    <a:lnTo>
                      <a:pt x="94" y="7"/>
                    </a:lnTo>
                    <a:lnTo>
                      <a:pt x="95" y="7"/>
                    </a:lnTo>
                    <a:lnTo>
                      <a:pt x="95" y="8"/>
                    </a:lnTo>
                    <a:lnTo>
                      <a:pt x="96" y="8"/>
                    </a:lnTo>
                    <a:lnTo>
                      <a:pt x="96" y="8"/>
                    </a:lnTo>
                    <a:lnTo>
                      <a:pt x="97" y="8"/>
                    </a:lnTo>
                    <a:lnTo>
                      <a:pt x="97" y="9"/>
                    </a:lnTo>
                    <a:lnTo>
                      <a:pt x="97" y="9"/>
                    </a:lnTo>
                    <a:lnTo>
                      <a:pt x="98" y="9"/>
                    </a:lnTo>
                    <a:lnTo>
                      <a:pt x="98" y="10"/>
                    </a:lnTo>
                    <a:lnTo>
                      <a:pt x="99" y="10"/>
                    </a:lnTo>
                    <a:lnTo>
                      <a:pt x="99" y="10"/>
                    </a:lnTo>
                    <a:lnTo>
                      <a:pt x="99" y="11"/>
                    </a:lnTo>
                    <a:lnTo>
                      <a:pt x="100" y="11"/>
                    </a:lnTo>
                    <a:lnTo>
                      <a:pt x="100" y="12"/>
                    </a:lnTo>
                    <a:lnTo>
                      <a:pt x="101" y="12"/>
                    </a:lnTo>
                    <a:lnTo>
                      <a:pt x="101" y="12"/>
                    </a:lnTo>
                    <a:lnTo>
                      <a:pt x="101" y="13"/>
                    </a:lnTo>
                    <a:lnTo>
                      <a:pt x="102" y="13"/>
                    </a:lnTo>
                    <a:lnTo>
                      <a:pt x="102" y="13"/>
                    </a:lnTo>
                    <a:lnTo>
                      <a:pt x="102" y="14"/>
                    </a:lnTo>
                    <a:lnTo>
                      <a:pt x="103" y="14"/>
                    </a:lnTo>
                    <a:lnTo>
                      <a:pt x="103" y="14"/>
                    </a:lnTo>
                    <a:lnTo>
                      <a:pt x="103" y="14"/>
                    </a:lnTo>
                    <a:lnTo>
                      <a:pt x="104" y="14"/>
                    </a:lnTo>
                    <a:lnTo>
                      <a:pt x="104" y="15"/>
                    </a:lnTo>
                    <a:lnTo>
                      <a:pt x="104" y="15"/>
                    </a:lnTo>
                    <a:lnTo>
                      <a:pt x="105" y="16"/>
                    </a:lnTo>
                    <a:lnTo>
                      <a:pt x="105" y="16"/>
                    </a:lnTo>
                    <a:lnTo>
                      <a:pt x="105" y="16"/>
                    </a:lnTo>
                    <a:lnTo>
                      <a:pt x="106" y="17"/>
                    </a:lnTo>
                    <a:lnTo>
                      <a:pt x="106" y="17"/>
                    </a:lnTo>
                    <a:lnTo>
                      <a:pt x="106" y="18"/>
                    </a:lnTo>
                    <a:lnTo>
                      <a:pt x="106" y="18"/>
                    </a:lnTo>
                    <a:lnTo>
                      <a:pt x="107" y="18"/>
                    </a:lnTo>
                    <a:lnTo>
                      <a:pt x="107" y="19"/>
                    </a:lnTo>
                    <a:lnTo>
                      <a:pt x="107" y="19"/>
                    </a:lnTo>
                    <a:lnTo>
                      <a:pt x="107" y="20"/>
                    </a:lnTo>
                    <a:lnTo>
                      <a:pt x="107" y="20"/>
                    </a:lnTo>
                    <a:lnTo>
                      <a:pt x="107" y="21"/>
                    </a:lnTo>
                    <a:lnTo>
                      <a:pt x="107" y="21"/>
                    </a:lnTo>
                    <a:lnTo>
                      <a:pt x="107" y="22"/>
                    </a:lnTo>
                    <a:lnTo>
                      <a:pt x="108" y="22"/>
                    </a:lnTo>
                    <a:lnTo>
                      <a:pt x="108" y="22"/>
                    </a:lnTo>
                    <a:lnTo>
                      <a:pt x="108" y="23"/>
                    </a:lnTo>
                    <a:lnTo>
                      <a:pt x="108" y="23"/>
                    </a:lnTo>
                    <a:lnTo>
                      <a:pt x="109" y="24"/>
                    </a:lnTo>
                    <a:lnTo>
                      <a:pt x="109" y="24"/>
                    </a:lnTo>
                    <a:lnTo>
                      <a:pt x="109" y="25"/>
                    </a:lnTo>
                    <a:lnTo>
                      <a:pt x="109" y="25"/>
                    </a:lnTo>
                    <a:lnTo>
                      <a:pt x="109" y="25"/>
                    </a:lnTo>
                    <a:lnTo>
                      <a:pt x="109" y="26"/>
                    </a:lnTo>
                    <a:lnTo>
                      <a:pt x="109" y="26"/>
                    </a:lnTo>
                    <a:lnTo>
                      <a:pt x="110" y="27"/>
                    </a:lnTo>
                    <a:lnTo>
                      <a:pt x="110" y="27"/>
                    </a:lnTo>
                    <a:lnTo>
                      <a:pt x="110" y="28"/>
                    </a:lnTo>
                    <a:lnTo>
                      <a:pt x="110" y="28"/>
                    </a:lnTo>
                    <a:lnTo>
                      <a:pt x="110" y="28"/>
                    </a:lnTo>
                    <a:lnTo>
                      <a:pt x="110" y="29"/>
                    </a:lnTo>
                    <a:lnTo>
                      <a:pt x="110" y="29"/>
                    </a:lnTo>
                    <a:lnTo>
                      <a:pt x="111" y="30"/>
                    </a:lnTo>
                    <a:lnTo>
                      <a:pt x="111" y="30"/>
                    </a:lnTo>
                    <a:lnTo>
                      <a:pt x="111" y="31"/>
                    </a:lnTo>
                    <a:lnTo>
                      <a:pt x="111" y="31"/>
                    </a:lnTo>
                    <a:lnTo>
                      <a:pt x="111" y="32"/>
                    </a:lnTo>
                    <a:lnTo>
                      <a:pt x="111" y="32"/>
                    </a:lnTo>
                    <a:lnTo>
                      <a:pt x="111" y="33"/>
                    </a:lnTo>
                    <a:lnTo>
                      <a:pt x="111" y="33"/>
                    </a:lnTo>
                    <a:lnTo>
                      <a:pt x="111" y="34"/>
                    </a:lnTo>
                    <a:lnTo>
                      <a:pt x="112" y="34"/>
                    </a:lnTo>
                    <a:lnTo>
                      <a:pt x="112" y="35"/>
                    </a:lnTo>
                    <a:lnTo>
                      <a:pt x="112" y="35"/>
                    </a:lnTo>
                    <a:lnTo>
                      <a:pt x="112" y="36"/>
                    </a:lnTo>
                    <a:lnTo>
                      <a:pt x="112" y="36"/>
                    </a:lnTo>
                    <a:lnTo>
                      <a:pt x="112" y="37"/>
                    </a:lnTo>
                    <a:lnTo>
                      <a:pt x="112" y="37"/>
                    </a:lnTo>
                    <a:lnTo>
                      <a:pt x="112" y="38"/>
                    </a:lnTo>
                    <a:lnTo>
                      <a:pt x="112" y="39"/>
                    </a:lnTo>
                    <a:lnTo>
                      <a:pt x="112" y="40"/>
                    </a:lnTo>
                    <a:lnTo>
                      <a:pt x="112" y="41"/>
                    </a:lnTo>
                    <a:lnTo>
                      <a:pt x="112" y="42"/>
                    </a:lnTo>
                    <a:lnTo>
                      <a:pt x="112" y="43"/>
                    </a:lnTo>
                    <a:lnTo>
                      <a:pt x="112" y="43"/>
                    </a:lnTo>
                    <a:lnTo>
                      <a:pt x="112" y="44"/>
                    </a:lnTo>
                    <a:lnTo>
                      <a:pt x="112" y="45"/>
                    </a:lnTo>
                    <a:lnTo>
                      <a:pt x="112" y="46"/>
                    </a:lnTo>
                    <a:lnTo>
                      <a:pt x="112" y="47"/>
                    </a:lnTo>
                    <a:lnTo>
                      <a:pt x="112" y="48"/>
                    </a:lnTo>
                    <a:lnTo>
                      <a:pt x="112" y="49"/>
                    </a:lnTo>
                    <a:lnTo>
                      <a:pt x="112" y="49"/>
                    </a:lnTo>
                    <a:lnTo>
                      <a:pt x="112" y="50"/>
                    </a:lnTo>
                    <a:lnTo>
                      <a:pt x="112" y="51"/>
                    </a:lnTo>
                    <a:lnTo>
                      <a:pt x="111" y="52"/>
                    </a:lnTo>
                    <a:lnTo>
                      <a:pt x="111" y="53"/>
                    </a:lnTo>
                    <a:lnTo>
                      <a:pt x="111" y="54"/>
                    </a:lnTo>
                    <a:lnTo>
                      <a:pt x="111" y="55"/>
                    </a:lnTo>
                    <a:lnTo>
                      <a:pt x="111" y="56"/>
                    </a:lnTo>
                    <a:lnTo>
                      <a:pt x="111" y="56"/>
                    </a:lnTo>
                    <a:lnTo>
                      <a:pt x="111" y="57"/>
                    </a:lnTo>
                    <a:lnTo>
                      <a:pt x="110" y="58"/>
                    </a:lnTo>
                    <a:lnTo>
                      <a:pt x="110" y="59"/>
                    </a:lnTo>
                    <a:lnTo>
                      <a:pt x="110" y="60"/>
                    </a:lnTo>
                    <a:lnTo>
                      <a:pt x="110" y="61"/>
                    </a:lnTo>
                    <a:lnTo>
                      <a:pt x="109" y="61"/>
                    </a:lnTo>
                    <a:lnTo>
                      <a:pt x="109" y="62"/>
                    </a:lnTo>
                    <a:lnTo>
                      <a:pt x="109" y="63"/>
                    </a:lnTo>
                    <a:lnTo>
                      <a:pt x="109" y="64"/>
                    </a:lnTo>
                    <a:lnTo>
                      <a:pt x="108" y="65"/>
                    </a:lnTo>
                    <a:lnTo>
                      <a:pt x="108" y="66"/>
                    </a:lnTo>
                    <a:lnTo>
                      <a:pt x="108" y="67"/>
                    </a:lnTo>
                    <a:lnTo>
                      <a:pt x="108" y="68"/>
                    </a:lnTo>
                    <a:lnTo>
                      <a:pt x="107" y="69"/>
                    </a:lnTo>
                    <a:lnTo>
                      <a:pt x="107" y="70"/>
                    </a:lnTo>
                    <a:lnTo>
                      <a:pt x="107" y="70"/>
                    </a:lnTo>
                    <a:lnTo>
                      <a:pt x="107" y="71"/>
                    </a:lnTo>
                    <a:lnTo>
                      <a:pt x="107" y="72"/>
                    </a:lnTo>
                    <a:lnTo>
                      <a:pt x="107" y="73"/>
                    </a:lnTo>
                    <a:lnTo>
                      <a:pt x="106" y="73"/>
                    </a:lnTo>
                    <a:lnTo>
                      <a:pt x="106" y="74"/>
                    </a:lnTo>
                    <a:lnTo>
                      <a:pt x="105" y="75"/>
                    </a:lnTo>
                    <a:lnTo>
                      <a:pt x="105" y="76"/>
                    </a:lnTo>
                    <a:lnTo>
                      <a:pt x="105" y="77"/>
                    </a:lnTo>
                    <a:lnTo>
                      <a:pt x="104" y="78"/>
                    </a:lnTo>
                    <a:lnTo>
                      <a:pt x="104" y="78"/>
                    </a:lnTo>
                    <a:lnTo>
                      <a:pt x="104" y="79"/>
                    </a:lnTo>
                    <a:lnTo>
                      <a:pt x="103" y="80"/>
                    </a:lnTo>
                    <a:lnTo>
                      <a:pt x="103" y="81"/>
                    </a:lnTo>
                    <a:lnTo>
                      <a:pt x="103" y="81"/>
                    </a:lnTo>
                    <a:lnTo>
                      <a:pt x="102" y="82"/>
                    </a:lnTo>
                    <a:lnTo>
                      <a:pt x="102" y="83"/>
                    </a:lnTo>
                    <a:lnTo>
                      <a:pt x="101" y="84"/>
                    </a:lnTo>
                    <a:lnTo>
                      <a:pt x="101" y="85"/>
                    </a:lnTo>
                    <a:lnTo>
                      <a:pt x="100" y="85"/>
                    </a:lnTo>
                    <a:lnTo>
                      <a:pt x="100" y="86"/>
                    </a:lnTo>
                    <a:lnTo>
                      <a:pt x="100" y="87"/>
                    </a:lnTo>
                    <a:lnTo>
                      <a:pt x="99" y="88"/>
                    </a:lnTo>
                    <a:lnTo>
                      <a:pt x="99" y="89"/>
                    </a:lnTo>
                    <a:lnTo>
                      <a:pt x="98" y="90"/>
                    </a:lnTo>
                    <a:lnTo>
                      <a:pt x="98" y="91"/>
                    </a:lnTo>
                    <a:lnTo>
                      <a:pt x="97" y="92"/>
                    </a:lnTo>
                    <a:lnTo>
                      <a:pt x="97" y="92"/>
                    </a:lnTo>
                    <a:lnTo>
                      <a:pt x="96" y="93"/>
                    </a:lnTo>
                    <a:lnTo>
                      <a:pt x="96" y="94"/>
                    </a:lnTo>
                    <a:lnTo>
                      <a:pt x="95" y="95"/>
                    </a:lnTo>
                    <a:lnTo>
                      <a:pt x="95" y="96"/>
                    </a:lnTo>
                    <a:lnTo>
                      <a:pt x="94" y="97"/>
                    </a:lnTo>
                    <a:lnTo>
                      <a:pt x="94" y="97"/>
                    </a:lnTo>
                    <a:lnTo>
                      <a:pt x="93" y="98"/>
                    </a:lnTo>
                    <a:lnTo>
                      <a:pt x="92" y="99"/>
                    </a:lnTo>
                    <a:lnTo>
                      <a:pt x="92" y="100"/>
                    </a:lnTo>
                    <a:lnTo>
                      <a:pt x="91" y="101"/>
                    </a:lnTo>
                    <a:lnTo>
                      <a:pt x="91" y="102"/>
                    </a:lnTo>
                    <a:lnTo>
                      <a:pt x="90" y="102"/>
                    </a:lnTo>
                    <a:lnTo>
                      <a:pt x="90" y="102"/>
                    </a:lnTo>
                    <a:lnTo>
                      <a:pt x="89" y="103"/>
                    </a:lnTo>
                    <a:lnTo>
                      <a:pt x="89" y="104"/>
                    </a:lnTo>
                    <a:lnTo>
                      <a:pt x="88" y="105"/>
                    </a:lnTo>
                    <a:lnTo>
                      <a:pt x="88" y="106"/>
                    </a:lnTo>
                    <a:lnTo>
                      <a:pt x="87" y="106"/>
                    </a:lnTo>
                    <a:lnTo>
                      <a:pt x="86" y="107"/>
                    </a:lnTo>
                    <a:lnTo>
                      <a:pt x="86" y="108"/>
                    </a:lnTo>
                    <a:lnTo>
                      <a:pt x="85" y="109"/>
                    </a:lnTo>
                    <a:lnTo>
                      <a:pt x="85" y="109"/>
                    </a:lnTo>
                    <a:lnTo>
                      <a:pt x="85" y="110"/>
                    </a:lnTo>
                    <a:lnTo>
                      <a:pt x="84" y="110"/>
                    </a:lnTo>
                    <a:lnTo>
                      <a:pt x="84" y="111"/>
                    </a:lnTo>
                    <a:lnTo>
                      <a:pt x="83" y="112"/>
                    </a:lnTo>
                    <a:lnTo>
                      <a:pt x="83" y="113"/>
                    </a:lnTo>
                    <a:lnTo>
                      <a:pt x="82" y="113"/>
                    </a:lnTo>
                    <a:lnTo>
                      <a:pt x="81" y="114"/>
                    </a:lnTo>
                    <a:lnTo>
                      <a:pt x="81" y="115"/>
                    </a:lnTo>
                    <a:lnTo>
                      <a:pt x="80" y="116"/>
                    </a:lnTo>
                    <a:lnTo>
                      <a:pt x="80" y="117"/>
                    </a:lnTo>
                    <a:lnTo>
                      <a:pt x="79" y="117"/>
                    </a:lnTo>
                    <a:lnTo>
                      <a:pt x="78" y="118"/>
                    </a:lnTo>
                    <a:lnTo>
                      <a:pt x="78" y="119"/>
                    </a:lnTo>
                    <a:lnTo>
                      <a:pt x="78" y="120"/>
                    </a:lnTo>
                    <a:lnTo>
                      <a:pt x="78" y="120"/>
                    </a:lnTo>
                    <a:lnTo>
                      <a:pt x="77" y="121"/>
                    </a:lnTo>
                    <a:lnTo>
                      <a:pt x="77" y="122"/>
                    </a:lnTo>
                    <a:lnTo>
                      <a:pt x="76" y="122"/>
                    </a:lnTo>
                    <a:lnTo>
                      <a:pt x="75" y="123"/>
                    </a:lnTo>
                    <a:lnTo>
                      <a:pt x="75" y="124"/>
                    </a:lnTo>
                    <a:lnTo>
                      <a:pt x="74" y="125"/>
                    </a:lnTo>
                    <a:lnTo>
                      <a:pt x="74" y="125"/>
                    </a:lnTo>
                    <a:lnTo>
                      <a:pt x="73" y="126"/>
                    </a:lnTo>
                    <a:lnTo>
                      <a:pt x="72" y="127"/>
                    </a:lnTo>
                    <a:lnTo>
                      <a:pt x="72" y="127"/>
                    </a:lnTo>
                    <a:lnTo>
                      <a:pt x="71" y="128"/>
                    </a:lnTo>
                    <a:lnTo>
                      <a:pt x="71" y="129"/>
                    </a:lnTo>
                    <a:lnTo>
                      <a:pt x="70" y="129"/>
                    </a:lnTo>
                    <a:lnTo>
                      <a:pt x="69" y="130"/>
                    </a:lnTo>
                    <a:lnTo>
                      <a:pt x="69" y="131"/>
                    </a:lnTo>
                    <a:lnTo>
                      <a:pt x="68" y="131"/>
                    </a:lnTo>
                    <a:lnTo>
                      <a:pt x="68" y="132"/>
                    </a:lnTo>
                    <a:lnTo>
                      <a:pt x="67" y="132"/>
                    </a:lnTo>
                    <a:lnTo>
                      <a:pt x="67" y="132"/>
                    </a:lnTo>
                    <a:lnTo>
                      <a:pt x="66" y="133"/>
                    </a:lnTo>
                    <a:lnTo>
                      <a:pt x="66" y="133"/>
                    </a:lnTo>
                    <a:lnTo>
                      <a:pt x="65" y="134"/>
                    </a:lnTo>
                    <a:lnTo>
                      <a:pt x="65" y="134"/>
                    </a:lnTo>
                    <a:lnTo>
                      <a:pt x="64" y="135"/>
                    </a:lnTo>
                    <a:lnTo>
                      <a:pt x="64" y="135"/>
                    </a:lnTo>
                    <a:lnTo>
                      <a:pt x="63" y="136"/>
                    </a:lnTo>
                    <a:lnTo>
                      <a:pt x="62" y="137"/>
                    </a:lnTo>
                    <a:lnTo>
                      <a:pt x="62" y="137"/>
                    </a:lnTo>
                    <a:lnTo>
                      <a:pt x="61" y="138"/>
                    </a:lnTo>
                    <a:lnTo>
                      <a:pt x="61" y="138"/>
                    </a:lnTo>
                    <a:lnTo>
                      <a:pt x="60" y="139"/>
                    </a:lnTo>
                    <a:lnTo>
                      <a:pt x="60" y="139"/>
                    </a:lnTo>
                    <a:lnTo>
                      <a:pt x="59" y="140"/>
                    </a:lnTo>
                    <a:lnTo>
                      <a:pt x="58" y="140"/>
                    </a:lnTo>
                    <a:lnTo>
                      <a:pt x="58" y="141"/>
                    </a:lnTo>
                    <a:lnTo>
                      <a:pt x="57" y="142"/>
                    </a:lnTo>
                    <a:lnTo>
                      <a:pt x="57" y="142"/>
                    </a:lnTo>
                    <a:lnTo>
                      <a:pt x="56" y="143"/>
                    </a:lnTo>
                    <a:lnTo>
                      <a:pt x="56" y="143"/>
                    </a:lnTo>
                    <a:lnTo>
                      <a:pt x="55" y="144"/>
                    </a:lnTo>
                    <a:lnTo>
                      <a:pt x="54" y="144"/>
                    </a:lnTo>
                    <a:lnTo>
                      <a:pt x="54" y="145"/>
                    </a:lnTo>
                    <a:lnTo>
                      <a:pt x="53" y="145"/>
                    </a:lnTo>
                    <a:lnTo>
                      <a:pt x="53" y="145"/>
                    </a:lnTo>
                    <a:lnTo>
                      <a:pt x="52" y="146"/>
                    </a:lnTo>
                    <a:lnTo>
                      <a:pt x="52" y="146"/>
                    </a:lnTo>
                    <a:lnTo>
                      <a:pt x="51" y="147"/>
                    </a:lnTo>
                    <a:lnTo>
                      <a:pt x="51" y="147"/>
                    </a:lnTo>
                    <a:lnTo>
                      <a:pt x="50" y="148"/>
                    </a:lnTo>
                    <a:lnTo>
                      <a:pt x="50" y="148"/>
                    </a:lnTo>
                    <a:lnTo>
                      <a:pt x="49" y="149"/>
                    </a:lnTo>
                    <a:lnTo>
                      <a:pt x="49" y="149"/>
                    </a:lnTo>
                    <a:lnTo>
                      <a:pt x="49" y="149"/>
                    </a:lnTo>
                    <a:lnTo>
                      <a:pt x="49" y="150"/>
                    </a:lnTo>
                    <a:lnTo>
                      <a:pt x="48" y="150"/>
                    </a:lnTo>
                    <a:lnTo>
                      <a:pt x="48" y="151"/>
                    </a:lnTo>
                    <a:lnTo>
                      <a:pt x="47" y="151"/>
                    </a:lnTo>
                    <a:lnTo>
                      <a:pt x="47" y="151"/>
                    </a:lnTo>
                    <a:lnTo>
                      <a:pt x="47" y="151"/>
                    </a:lnTo>
                    <a:lnTo>
                      <a:pt x="46" y="152"/>
                    </a:lnTo>
                    <a:lnTo>
                      <a:pt x="46" y="152"/>
                    </a:lnTo>
                    <a:lnTo>
                      <a:pt x="45" y="152"/>
                    </a:lnTo>
                    <a:lnTo>
                      <a:pt x="45" y="153"/>
                    </a:lnTo>
                    <a:lnTo>
                      <a:pt x="44" y="153"/>
                    </a:lnTo>
                    <a:lnTo>
                      <a:pt x="44" y="153"/>
                    </a:lnTo>
                    <a:lnTo>
                      <a:pt x="43" y="154"/>
                    </a:lnTo>
                    <a:lnTo>
                      <a:pt x="43" y="154"/>
                    </a:lnTo>
                    <a:lnTo>
                      <a:pt x="42" y="154"/>
                    </a:lnTo>
                    <a:lnTo>
                      <a:pt x="42" y="155"/>
                    </a:lnTo>
                    <a:lnTo>
                      <a:pt x="41" y="155"/>
                    </a:lnTo>
                    <a:lnTo>
                      <a:pt x="41" y="155"/>
                    </a:lnTo>
                    <a:lnTo>
                      <a:pt x="40" y="156"/>
                    </a:lnTo>
                    <a:lnTo>
                      <a:pt x="40" y="156"/>
                    </a:lnTo>
                    <a:lnTo>
                      <a:pt x="39" y="156"/>
                    </a:lnTo>
                    <a:lnTo>
                      <a:pt x="38" y="156"/>
                    </a:lnTo>
                    <a:lnTo>
                      <a:pt x="38" y="156"/>
                    </a:lnTo>
                    <a:lnTo>
                      <a:pt x="37" y="157"/>
                    </a:lnTo>
                    <a:lnTo>
                      <a:pt x="37" y="157"/>
                    </a:lnTo>
                    <a:lnTo>
                      <a:pt x="36" y="157"/>
                    </a:lnTo>
                    <a:lnTo>
                      <a:pt x="35" y="157"/>
                    </a:lnTo>
                    <a:lnTo>
                      <a:pt x="35" y="157"/>
                    </a:lnTo>
                    <a:lnTo>
                      <a:pt x="34" y="158"/>
                    </a:lnTo>
                    <a:lnTo>
                      <a:pt x="33" y="158"/>
                    </a:lnTo>
                    <a:lnTo>
                      <a:pt x="33" y="158"/>
                    </a:lnTo>
                    <a:lnTo>
                      <a:pt x="32" y="158"/>
                    </a:lnTo>
                    <a:lnTo>
                      <a:pt x="32" y="158"/>
                    </a:lnTo>
                    <a:lnTo>
                      <a:pt x="31" y="158"/>
                    </a:lnTo>
                    <a:lnTo>
                      <a:pt x="31" y="158"/>
                    </a:lnTo>
                    <a:lnTo>
                      <a:pt x="30" y="158"/>
                    </a:lnTo>
                    <a:lnTo>
                      <a:pt x="30" y="158"/>
                    </a:lnTo>
                    <a:lnTo>
                      <a:pt x="30" y="158"/>
                    </a:lnTo>
                    <a:lnTo>
                      <a:pt x="29" y="158"/>
                    </a:lnTo>
                    <a:lnTo>
                      <a:pt x="29" y="158"/>
                    </a:lnTo>
                    <a:lnTo>
                      <a:pt x="28" y="158"/>
                    </a:lnTo>
                    <a:lnTo>
                      <a:pt x="28" y="157"/>
                    </a:lnTo>
                    <a:lnTo>
                      <a:pt x="27" y="157"/>
                    </a:lnTo>
                    <a:lnTo>
                      <a:pt x="27" y="157"/>
                    </a:lnTo>
                    <a:lnTo>
                      <a:pt x="26" y="157"/>
                    </a:lnTo>
                    <a:lnTo>
                      <a:pt x="26" y="157"/>
                    </a:lnTo>
                    <a:lnTo>
                      <a:pt x="25" y="157"/>
                    </a:lnTo>
                    <a:lnTo>
                      <a:pt x="25" y="156"/>
                    </a:lnTo>
                    <a:lnTo>
                      <a:pt x="24" y="156"/>
                    </a:lnTo>
                    <a:lnTo>
                      <a:pt x="24" y="156"/>
                    </a:lnTo>
                    <a:lnTo>
                      <a:pt x="23" y="156"/>
                    </a:lnTo>
                    <a:lnTo>
                      <a:pt x="23" y="155"/>
                    </a:lnTo>
                    <a:lnTo>
                      <a:pt x="22" y="155"/>
                    </a:lnTo>
                    <a:lnTo>
                      <a:pt x="22" y="155"/>
                    </a:lnTo>
                    <a:lnTo>
                      <a:pt x="22" y="155"/>
                    </a:lnTo>
                    <a:lnTo>
                      <a:pt x="21" y="156"/>
                    </a:lnTo>
                    <a:lnTo>
                      <a:pt x="21" y="157"/>
                    </a:lnTo>
                    <a:lnTo>
                      <a:pt x="21" y="158"/>
                    </a:lnTo>
                    <a:lnTo>
                      <a:pt x="21" y="158"/>
                    </a:lnTo>
                    <a:lnTo>
                      <a:pt x="21" y="158"/>
                    </a:lnTo>
                    <a:lnTo>
                      <a:pt x="21" y="159"/>
                    </a:lnTo>
                    <a:lnTo>
                      <a:pt x="20" y="159"/>
                    </a:lnTo>
                    <a:lnTo>
                      <a:pt x="20" y="160"/>
                    </a:lnTo>
                    <a:lnTo>
                      <a:pt x="20" y="160"/>
                    </a:lnTo>
                    <a:lnTo>
                      <a:pt x="20" y="160"/>
                    </a:lnTo>
                    <a:lnTo>
                      <a:pt x="13" y="164"/>
                    </a:lnTo>
                    <a:lnTo>
                      <a:pt x="4" y="162"/>
                    </a:lnTo>
                    <a:lnTo>
                      <a:pt x="4" y="162"/>
                    </a:lnTo>
                    <a:lnTo>
                      <a:pt x="0" y="156"/>
                    </a:lnTo>
                    <a:lnTo>
                      <a:pt x="1" y="148"/>
                    </a:lnTo>
                    <a:lnTo>
                      <a:pt x="1" y="148"/>
                    </a:lnTo>
                    <a:lnTo>
                      <a:pt x="1" y="147"/>
                    </a:lnTo>
                    <a:lnTo>
                      <a:pt x="1" y="147"/>
                    </a:lnTo>
                    <a:lnTo>
                      <a:pt x="1" y="147"/>
                    </a:lnTo>
                    <a:lnTo>
                      <a:pt x="1" y="147"/>
                    </a:lnTo>
                    <a:lnTo>
                      <a:pt x="1" y="147"/>
                    </a:lnTo>
                    <a:lnTo>
                      <a:pt x="1" y="147"/>
                    </a:lnTo>
                    <a:lnTo>
                      <a:pt x="2" y="146"/>
                    </a:lnTo>
                    <a:lnTo>
                      <a:pt x="2" y="146"/>
                    </a:lnTo>
                    <a:lnTo>
                      <a:pt x="2" y="145"/>
                    </a:lnTo>
                    <a:lnTo>
                      <a:pt x="2" y="145"/>
                    </a:lnTo>
                    <a:lnTo>
                      <a:pt x="2" y="144"/>
                    </a:lnTo>
                    <a:lnTo>
                      <a:pt x="3" y="143"/>
                    </a:lnTo>
                    <a:lnTo>
                      <a:pt x="3" y="143"/>
                    </a:lnTo>
                    <a:lnTo>
                      <a:pt x="3" y="142"/>
                    </a:lnTo>
                    <a:lnTo>
                      <a:pt x="3" y="141"/>
                    </a:lnTo>
                    <a:lnTo>
                      <a:pt x="3" y="140"/>
                    </a:lnTo>
                    <a:lnTo>
                      <a:pt x="3" y="139"/>
                    </a:lnTo>
                    <a:lnTo>
                      <a:pt x="3" y="138"/>
                    </a:lnTo>
                    <a:lnTo>
                      <a:pt x="3" y="137"/>
                    </a:lnTo>
                    <a:lnTo>
                      <a:pt x="3" y="136"/>
                    </a:lnTo>
                    <a:lnTo>
                      <a:pt x="3" y="135"/>
                    </a:lnTo>
                    <a:lnTo>
                      <a:pt x="3" y="134"/>
                    </a:lnTo>
                    <a:lnTo>
                      <a:pt x="3" y="132"/>
                    </a:lnTo>
                    <a:lnTo>
                      <a:pt x="3" y="132"/>
                    </a:lnTo>
                    <a:lnTo>
                      <a:pt x="3" y="131"/>
                    </a:lnTo>
                    <a:lnTo>
                      <a:pt x="2" y="128"/>
                    </a:lnTo>
                    <a:lnTo>
                      <a:pt x="1" y="125"/>
                    </a:lnTo>
                    <a:lnTo>
                      <a:pt x="1" y="123"/>
                    </a:lnTo>
                    <a:lnTo>
                      <a:pt x="1" y="122"/>
                    </a:lnTo>
                    <a:lnTo>
                      <a:pt x="1" y="119"/>
                    </a:lnTo>
                    <a:lnTo>
                      <a:pt x="2" y="119"/>
                    </a:lnTo>
                    <a:lnTo>
                      <a:pt x="2" y="116"/>
                    </a:lnTo>
                    <a:lnTo>
                      <a:pt x="3" y="114"/>
                    </a:lnTo>
                    <a:lnTo>
                      <a:pt x="4" y="111"/>
                    </a:lnTo>
                    <a:lnTo>
                      <a:pt x="7" y="105"/>
                    </a:lnTo>
                    <a:lnTo>
                      <a:pt x="9" y="99"/>
                    </a:lnTo>
                    <a:lnTo>
                      <a:pt x="10" y="96"/>
                    </a:lnTo>
                    <a:lnTo>
                      <a:pt x="11" y="93"/>
                    </a:lnTo>
                    <a:lnTo>
                      <a:pt x="12" y="90"/>
                    </a:lnTo>
                    <a:lnTo>
                      <a:pt x="13" y="88"/>
                    </a:lnTo>
                    <a:lnTo>
                      <a:pt x="13" y="87"/>
                    </a:lnTo>
                    <a:lnTo>
                      <a:pt x="14" y="83"/>
                    </a:lnTo>
                    <a:lnTo>
                      <a:pt x="16" y="80"/>
                    </a:lnTo>
                    <a:lnTo>
                      <a:pt x="17" y="77"/>
                    </a:lnTo>
                    <a:lnTo>
                      <a:pt x="18" y="75"/>
                    </a:lnTo>
                    <a:lnTo>
                      <a:pt x="18" y="73"/>
                    </a:lnTo>
                    <a:lnTo>
                      <a:pt x="19" y="73"/>
                    </a:lnTo>
                    <a:lnTo>
                      <a:pt x="19" y="71"/>
                    </a:lnTo>
                    <a:lnTo>
                      <a:pt x="20" y="69"/>
                    </a:lnTo>
                    <a:lnTo>
                      <a:pt x="20" y="69"/>
                    </a:lnTo>
                    <a:lnTo>
                      <a:pt x="21" y="68"/>
                    </a:lnTo>
                    <a:lnTo>
                      <a:pt x="21" y="66"/>
                    </a:lnTo>
                    <a:lnTo>
                      <a:pt x="21" y="64"/>
                    </a:lnTo>
                    <a:lnTo>
                      <a:pt x="22" y="63"/>
                    </a:lnTo>
                    <a:lnTo>
                      <a:pt x="22" y="61"/>
                    </a:lnTo>
                    <a:lnTo>
                      <a:pt x="23" y="60"/>
                    </a:lnTo>
                    <a:lnTo>
                      <a:pt x="24" y="58"/>
                    </a:lnTo>
                    <a:lnTo>
                      <a:pt x="24" y="56"/>
                    </a:lnTo>
                    <a:lnTo>
                      <a:pt x="25" y="55"/>
                    </a:lnTo>
                    <a:lnTo>
                      <a:pt x="25" y="55"/>
                    </a:lnTo>
                    <a:lnTo>
                      <a:pt x="26" y="53"/>
                    </a:lnTo>
                    <a:lnTo>
                      <a:pt x="27" y="52"/>
                    </a:lnTo>
                    <a:lnTo>
                      <a:pt x="28" y="50"/>
                    </a:lnTo>
                    <a:lnTo>
                      <a:pt x="29" y="49"/>
                    </a:lnTo>
                    <a:lnTo>
                      <a:pt x="30" y="47"/>
                    </a:lnTo>
                    <a:lnTo>
                      <a:pt x="30" y="46"/>
                    </a:lnTo>
                    <a:lnTo>
                      <a:pt x="31" y="44"/>
                    </a:lnTo>
                    <a:lnTo>
                      <a:pt x="32" y="43"/>
                    </a:lnTo>
                    <a:lnTo>
                      <a:pt x="33" y="42"/>
                    </a:lnTo>
                    <a:lnTo>
                      <a:pt x="34" y="41"/>
                    </a:lnTo>
                    <a:lnTo>
                      <a:pt x="35" y="39"/>
                    </a:lnTo>
                    <a:lnTo>
                      <a:pt x="36" y="38"/>
                    </a:lnTo>
                    <a:lnTo>
                      <a:pt x="36" y="38"/>
                    </a:lnTo>
                    <a:lnTo>
                      <a:pt x="36" y="37"/>
                    </a:lnTo>
                    <a:lnTo>
                      <a:pt x="37" y="35"/>
                    </a:lnTo>
                    <a:lnTo>
                      <a:pt x="38" y="34"/>
                    </a:lnTo>
                    <a:lnTo>
                      <a:pt x="39" y="33"/>
                    </a:lnTo>
                    <a:lnTo>
                      <a:pt x="40" y="31"/>
                    </a:lnTo>
                    <a:lnTo>
                      <a:pt x="41" y="30"/>
                    </a:lnTo>
                    <a:lnTo>
                      <a:pt x="42" y="29"/>
                    </a:lnTo>
                    <a:lnTo>
                      <a:pt x="43" y="28"/>
                    </a:lnTo>
                    <a:lnTo>
                      <a:pt x="43" y="27"/>
                    </a:lnTo>
                    <a:lnTo>
                      <a:pt x="43" y="26"/>
                    </a:lnTo>
                    <a:lnTo>
                      <a:pt x="44" y="26"/>
                    </a:lnTo>
                    <a:lnTo>
                      <a:pt x="44" y="25"/>
                    </a:lnTo>
                    <a:lnTo>
                      <a:pt x="45" y="25"/>
                    </a:lnTo>
                    <a:lnTo>
                      <a:pt x="45" y="24"/>
                    </a:lnTo>
                    <a:lnTo>
                      <a:pt x="46" y="23"/>
                    </a:lnTo>
                    <a:lnTo>
                      <a:pt x="46" y="23"/>
                    </a:lnTo>
                    <a:lnTo>
                      <a:pt x="46" y="22"/>
                    </a:lnTo>
                    <a:lnTo>
                      <a:pt x="47" y="22"/>
                    </a:lnTo>
                    <a:lnTo>
                      <a:pt x="47" y="21"/>
                    </a:lnTo>
                    <a:lnTo>
                      <a:pt x="47" y="21"/>
                    </a:lnTo>
                    <a:lnTo>
                      <a:pt x="48" y="20"/>
                    </a:lnTo>
                    <a:lnTo>
                      <a:pt x="48" y="20"/>
                    </a:lnTo>
                    <a:lnTo>
                      <a:pt x="49" y="19"/>
                    </a:lnTo>
                    <a:lnTo>
                      <a:pt x="49" y="19"/>
                    </a:lnTo>
                    <a:lnTo>
                      <a:pt x="49" y="18"/>
                    </a:lnTo>
                    <a:lnTo>
                      <a:pt x="49" y="18"/>
                    </a:lnTo>
                    <a:lnTo>
                      <a:pt x="49" y="17"/>
                    </a:lnTo>
                    <a:lnTo>
                      <a:pt x="50" y="17"/>
                    </a:lnTo>
                    <a:lnTo>
                      <a:pt x="50" y="16"/>
                    </a:lnTo>
                    <a:lnTo>
                      <a:pt x="51" y="15"/>
                    </a:lnTo>
                    <a:lnTo>
                      <a:pt x="51" y="15"/>
                    </a:lnTo>
                    <a:lnTo>
                      <a:pt x="51" y="14"/>
                    </a:lnTo>
                    <a:lnTo>
                      <a:pt x="52" y="14"/>
                    </a:lnTo>
                    <a:lnTo>
                      <a:pt x="52" y="14"/>
                    </a:lnTo>
                    <a:lnTo>
                      <a:pt x="53" y="14"/>
                    </a:lnTo>
                    <a:lnTo>
                      <a:pt x="53" y="13"/>
                    </a:lnTo>
                    <a:lnTo>
                      <a:pt x="54" y="13"/>
                    </a:lnTo>
                    <a:lnTo>
                      <a:pt x="54" y="12"/>
                    </a:lnTo>
                    <a:lnTo>
                      <a:pt x="55" y="12"/>
                    </a:lnTo>
                    <a:lnTo>
                      <a:pt x="55" y="11"/>
                    </a:lnTo>
                    <a:lnTo>
                      <a:pt x="56" y="11"/>
                    </a:lnTo>
                    <a:lnTo>
                      <a:pt x="56" y="10"/>
                    </a:lnTo>
                    <a:lnTo>
                      <a:pt x="57" y="10"/>
                    </a:lnTo>
                    <a:lnTo>
                      <a:pt x="57" y="9"/>
                    </a:lnTo>
                    <a:lnTo>
                      <a:pt x="58" y="9"/>
                    </a:lnTo>
                    <a:lnTo>
                      <a:pt x="58" y="9"/>
                    </a:lnTo>
                    <a:lnTo>
                      <a:pt x="59" y="8"/>
                    </a:lnTo>
                    <a:lnTo>
                      <a:pt x="59" y="8"/>
                    </a:lnTo>
                    <a:lnTo>
                      <a:pt x="60" y="7"/>
                    </a:lnTo>
                    <a:lnTo>
                      <a:pt x="60" y="7"/>
                    </a:lnTo>
                    <a:lnTo>
                      <a:pt x="61" y="6"/>
                    </a:lnTo>
                    <a:lnTo>
                      <a:pt x="61" y="6"/>
                    </a:lnTo>
                    <a:lnTo>
                      <a:pt x="62" y="6"/>
                    </a:lnTo>
                    <a:lnTo>
                      <a:pt x="63" y="5"/>
                    </a:lnTo>
                    <a:lnTo>
                      <a:pt x="63" y="5"/>
                    </a:lnTo>
                    <a:lnTo>
                      <a:pt x="64" y="5"/>
                    </a:lnTo>
                    <a:lnTo>
                      <a:pt x="64" y="4"/>
                    </a:lnTo>
                    <a:lnTo>
                      <a:pt x="64" y="4"/>
                    </a:lnTo>
                    <a:lnTo>
                      <a:pt x="65" y="4"/>
                    </a:lnTo>
                    <a:lnTo>
                      <a:pt x="66" y="3"/>
                    </a:lnTo>
                    <a:lnTo>
                      <a:pt x="67" y="3"/>
                    </a:lnTo>
                    <a:lnTo>
                      <a:pt x="67" y="3"/>
                    </a:lnTo>
                    <a:lnTo>
                      <a:pt x="68" y="2"/>
                    </a:lnTo>
                    <a:lnTo>
                      <a:pt x="69" y="2"/>
                    </a:lnTo>
                    <a:lnTo>
                      <a:pt x="70" y="2"/>
                    </a:lnTo>
                    <a:lnTo>
                      <a:pt x="70" y="1"/>
                    </a:lnTo>
                    <a:lnTo>
                      <a:pt x="71" y="1"/>
                    </a:lnTo>
                    <a:lnTo>
                      <a:pt x="72" y="1"/>
                    </a:lnTo>
                    <a:lnTo>
                      <a:pt x="73" y="1"/>
                    </a:lnTo>
                    <a:lnTo>
                      <a:pt x="74" y="1"/>
                    </a:lnTo>
                    <a:lnTo>
                      <a:pt x="75" y="1"/>
                    </a:lnTo>
                    <a:lnTo>
                      <a:pt x="76" y="1"/>
                    </a:lnTo>
                    <a:lnTo>
                      <a:pt x="76" y="0"/>
                    </a:lnTo>
                    <a:lnTo>
                      <a:pt x="77" y="0"/>
                    </a:lnTo>
                    <a:lnTo>
                      <a:pt x="77" y="0"/>
                    </a:lnTo>
                    <a:lnTo>
                      <a:pt x="78" y="0"/>
                    </a:lnTo>
                    <a:lnTo>
                      <a:pt x="78" y="0"/>
                    </a:lnTo>
                    <a:close/>
                    <a:moveTo>
                      <a:pt x="39" y="142"/>
                    </a:moveTo>
                    <a:lnTo>
                      <a:pt x="39" y="142"/>
                    </a:lnTo>
                    <a:lnTo>
                      <a:pt x="39" y="142"/>
                    </a:lnTo>
                    <a:lnTo>
                      <a:pt x="39" y="142"/>
                    </a:lnTo>
                    <a:lnTo>
                      <a:pt x="39" y="142"/>
                    </a:lnTo>
                    <a:lnTo>
                      <a:pt x="39" y="141"/>
                    </a:lnTo>
                    <a:lnTo>
                      <a:pt x="39" y="141"/>
                    </a:lnTo>
                    <a:lnTo>
                      <a:pt x="39" y="141"/>
                    </a:lnTo>
                    <a:lnTo>
                      <a:pt x="39" y="141"/>
                    </a:lnTo>
                    <a:lnTo>
                      <a:pt x="39" y="141"/>
                    </a:lnTo>
                    <a:lnTo>
                      <a:pt x="39" y="141"/>
                    </a:lnTo>
                    <a:lnTo>
                      <a:pt x="39" y="140"/>
                    </a:lnTo>
                    <a:lnTo>
                      <a:pt x="39" y="140"/>
                    </a:lnTo>
                    <a:lnTo>
                      <a:pt x="39" y="140"/>
                    </a:lnTo>
                    <a:lnTo>
                      <a:pt x="38" y="140"/>
                    </a:lnTo>
                    <a:lnTo>
                      <a:pt x="38" y="139"/>
                    </a:lnTo>
                    <a:lnTo>
                      <a:pt x="38" y="139"/>
                    </a:lnTo>
                    <a:lnTo>
                      <a:pt x="38" y="139"/>
                    </a:lnTo>
                    <a:lnTo>
                      <a:pt x="38" y="139"/>
                    </a:lnTo>
                    <a:lnTo>
                      <a:pt x="39" y="142"/>
                    </a:lnTo>
                    <a:lnTo>
                      <a:pt x="39" y="142"/>
                    </a:lnTo>
                    <a:close/>
                    <a:moveTo>
                      <a:pt x="78" y="34"/>
                    </a:moveTo>
                    <a:lnTo>
                      <a:pt x="78" y="34"/>
                    </a:lnTo>
                    <a:lnTo>
                      <a:pt x="78" y="34"/>
                    </a:lnTo>
                    <a:lnTo>
                      <a:pt x="78" y="35"/>
                    </a:lnTo>
                    <a:lnTo>
                      <a:pt x="78" y="35"/>
                    </a:lnTo>
                    <a:lnTo>
                      <a:pt x="77" y="35"/>
                    </a:lnTo>
                    <a:lnTo>
                      <a:pt x="77" y="36"/>
                    </a:lnTo>
                    <a:lnTo>
                      <a:pt x="77" y="36"/>
                    </a:lnTo>
                    <a:lnTo>
                      <a:pt x="77" y="36"/>
                    </a:lnTo>
                    <a:lnTo>
                      <a:pt x="76" y="37"/>
                    </a:lnTo>
                    <a:lnTo>
                      <a:pt x="76" y="37"/>
                    </a:lnTo>
                    <a:lnTo>
                      <a:pt x="76" y="37"/>
                    </a:lnTo>
                    <a:lnTo>
                      <a:pt x="76" y="38"/>
                    </a:lnTo>
                    <a:lnTo>
                      <a:pt x="76" y="38"/>
                    </a:lnTo>
                    <a:lnTo>
                      <a:pt x="75" y="39"/>
                    </a:lnTo>
                    <a:lnTo>
                      <a:pt x="75" y="39"/>
                    </a:lnTo>
                    <a:lnTo>
                      <a:pt x="75" y="39"/>
                    </a:lnTo>
                    <a:lnTo>
                      <a:pt x="75" y="40"/>
                    </a:lnTo>
                    <a:lnTo>
                      <a:pt x="75" y="40"/>
                    </a:lnTo>
                    <a:lnTo>
                      <a:pt x="74" y="41"/>
                    </a:lnTo>
                    <a:lnTo>
                      <a:pt x="74" y="41"/>
                    </a:lnTo>
                    <a:lnTo>
                      <a:pt x="74" y="42"/>
                    </a:lnTo>
                    <a:lnTo>
                      <a:pt x="74" y="42"/>
                    </a:lnTo>
                    <a:lnTo>
                      <a:pt x="74" y="43"/>
                    </a:lnTo>
                    <a:lnTo>
                      <a:pt x="73" y="43"/>
                    </a:lnTo>
                    <a:lnTo>
                      <a:pt x="73" y="43"/>
                    </a:lnTo>
                    <a:lnTo>
                      <a:pt x="73" y="43"/>
                    </a:lnTo>
                    <a:lnTo>
                      <a:pt x="73" y="44"/>
                    </a:lnTo>
                    <a:lnTo>
                      <a:pt x="72" y="45"/>
                    </a:lnTo>
                    <a:lnTo>
                      <a:pt x="72" y="46"/>
                    </a:lnTo>
                    <a:lnTo>
                      <a:pt x="71" y="47"/>
                    </a:lnTo>
                    <a:lnTo>
                      <a:pt x="71" y="48"/>
                    </a:lnTo>
                    <a:lnTo>
                      <a:pt x="71" y="50"/>
                    </a:lnTo>
                    <a:lnTo>
                      <a:pt x="70" y="51"/>
                    </a:lnTo>
                    <a:lnTo>
                      <a:pt x="70" y="52"/>
                    </a:lnTo>
                    <a:lnTo>
                      <a:pt x="69" y="53"/>
                    </a:lnTo>
                    <a:lnTo>
                      <a:pt x="69" y="54"/>
                    </a:lnTo>
                    <a:lnTo>
                      <a:pt x="69" y="55"/>
                    </a:lnTo>
                    <a:lnTo>
                      <a:pt x="68" y="56"/>
                    </a:lnTo>
                    <a:lnTo>
                      <a:pt x="68" y="58"/>
                    </a:lnTo>
                    <a:lnTo>
                      <a:pt x="68" y="59"/>
                    </a:lnTo>
                    <a:lnTo>
                      <a:pt x="67" y="61"/>
                    </a:lnTo>
                    <a:lnTo>
                      <a:pt x="67" y="62"/>
                    </a:lnTo>
                    <a:lnTo>
                      <a:pt x="66" y="64"/>
                    </a:lnTo>
                    <a:lnTo>
                      <a:pt x="66" y="65"/>
                    </a:lnTo>
                    <a:lnTo>
                      <a:pt x="65" y="67"/>
                    </a:lnTo>
                    <a:lnTo>
                      <a:pt x="65" y="68"/>
                    </a:lnTo>
                    <a:lnTo>
                      <a:pt x="65" y="70"/>
                    </a:lnTo>
                    <a:lnTo>
                      <a:pt x="64" y="71"/>
                    </a:lnTo>
                    <a:lnTo>
                      <a:pt x="64" y="71"/>
                    </a:lnTo>
                    <a:lnTo>
                      <a:pt x="64" y="73"/>
                    </a:lnTo>
                    <a:lnTo>
                      <a:pt x="63" y="73"/>
                    </a:lnTo>
                    <a:lnTo>
                      <a:pt x="63" y="75"/>
                    </a:lnTo>
                    <a:lnTo>
                      <a:pt x="62" y="76"/>
                    </a:lnTo>
                    <a:lnTo>
                      <a:pt x="61" y="78"/>
                    </a:lnTo>
                    <a:lnTo>
                      <a:pt x="61" y="79"/>
                    </a:lnTo>
                    <a:lnTo>
                      <a:pt x="60" y="81"/>
                    </a:lnTo>
                    <a:lnTo>
                      <a:pt x="60" y="82"/>
                    </a:lnTo>
                    <a:lnTo>
                      <a:pt x="59" y="83"/>
                    </a:lnTo>
                    <a:lnTo>
                      <a:pt x="59" y="84"/>
                    </a:lnTo>
                    <a:lnTo>
                      <a:pt x="58" y="86"/>
                    </a:lnTo>
                    <a:lnTo>
                      <a:pt x="58" y="87"/>
                    </a:lnTo>
                    <a:lnTo>
                      <a:pt x="57" y="89"/>
                    </a:lnTo>
                    <a:lnTo>
                      <a:pt x="57" y="90"/>
                    </a:lnTo>
                    <a:lnTo>
                      <a:pt x="56" y="92"/>
                    </a:lnTo>
                    <a:lnTo>
                      <a:pt x="55" y="95"/>
                    </a:lnTo>
                    <a:lnTo>
                      <a:pt x="54" y="98"/>
                    </a:lnTo>
                    <a:lnTo>
                      <a:pt x="53" y="102"/>
                    </a:lnTo>
                    <a:lnTo>
                      <a:pt x="52" y="102"/>
                    </a:lnTo>
                    <a:lnTo>
                      <a:pt x="51" y="104"/>
                    </a:lnTo>
                    <a:lnTo>
                      <a:pt x="50" y="107"/>
                    </a:lnTo>
                    <a:lnTo>
                      <a:pt x="49" y="110"/>
                    </a:lnTo>
                    <a:lnTo>
                      <a:pt x="49" y="113"/>
                    </a:lnTo>
                    <a:lnTo>
                      <a:pt x="47" y="119"/>
                    </a:lnTo>
                    <a:lnTo>
                      <a:pt x="47" y="119"/>
                    </a:lnTo>
                    <a:lnTo>
                      <a:pt x="47" y="119"/>
                    </a:lnTo>
                    <a:lnTo>
                      <a:pt x="48" y="118"/>
                    </a:lnTo>
                    <a:lnTo>
                      <a:pt x="48" y="118"/>
                    </a:lnTo>
                    <a:lnTo>
                      <a:pt x="48" y="118"/>
                    </a:lnTo>
                    <a:lnTo>
                      <a:pt x="48" y="117"/>
                    </a:lnTo>
                    <a:lnTo>
                      <a:pt x="49" y="117"/>
                    </a:lnTo>
                    <a:lnTo>
                      <a:pt x="49" y="116"/>
                    </a:lnTo>
                    <a:lnTo>
                      <a:pt x="49" y="115"/>
                    </a:lnTo>
                    <a:lnTo>
                      <a:pt x="49" y="115"/>
                    </a:lnTo>
                    <a:lnTo>
                      <a:pt x="50" y="114"/>
                    </a:lnTo>
                    <a:lnTo>
                      <a:pt x="50" y="113"/>
                    </a:lnTo>
                    <a:lnTo>
                      <a:pt x="51" y="113"/>
                    </a:lnTo>
                    <a:lnTo>
                      <a:pt x="51" y="112"/>
                    </a:lnTo>
                    <a:lnTo>
                      <a:pt x="52" y="111"/>
                    </a:lnTo>
                    <a:lnTo>
                      <a:pt x="52" y="111"/>
                    </a:lnTo>
                    <a:lnTo>
                      <a:pt x="53" y="110"/>
                    </a:lnTo>
                    <a:lnTo>
                      <a:pt x="53" y="110"/>
                    </a:lnTo>
                    <a:lnTo>
                      <a:pt x="54" y="109"/>
                    </a:lnTo>
                    <a:lnTo>
                      <a:pt x="54" y="108"/>
                    </a:lnTo>
                    <a:lnTo>
                      <a:pt x="55" y="107"/>
                    </a:lnTo>
                    <a:lnTo>
                      <a:pt x="55" y="107"/>
                    </a:lnTo>
                    <a:lnTo>
                      <a:pt x="56" y="106"/>
                    </a:lnTo>
                    <a:lnTo>
                      <a:pt x="56" y="105"/>
                    </a:lnTo>
                    <a:lnTo>
                      <a:pt x="56" y="105"/>
                    </a:lnTo>
                    <a:lnTo>
                      <a:pt x="57" y="104"/>
                    </a:lnTo>
                    <a:lnTo>
                      <a:pt x="57" y="103"/>
                    </a:lnTo>
                    <a:lnTo>
                      <a:pt x="58" y="103"/>
                    </a:lnTo>
                    <a:lnTo>
                      <a:pt x="58" y="102"/>
                    </a:lnTo>
                    <a:lnTo>
                      <a:pt x="59" y="102"/>
                    </a:lnTo>
                    <a:lnTo>
                      <a:pt x="59" y="101"/>
                    </a:lnTo>
                    <a:lnTo>
                      <a:pt x="60" y="101"/>
                    </a:lnTo>
                    <a:lnTo>
                      <a:pt x="60" y="100"/>
                    </a:lnTo>
                    <a:lnTo>
                      <a:pt x="61" y="99"/>
                    </a:lnTo>
                    <a:lnTo>
                      <a:pt x="61" y="99"/>
                    </a:lnTo>
                    <a:lnTo>
                      <a:pt x="62" y="98"/>
                    </a:lnTo>
                    <a:lnTo>
                      <a:pt x="62" y="97"/>
                    </a:lnTo>
                    <a:lnTo>
                      <a:pt x="62" y="96"/>
                    </a:lnTo>
                    <a:lnTo>
                      <a:pt x="63" y="96"/>
                    </a:lnTo>
                    <a:lnTo>
                      <a:pt x="63" y="95"/>
                    </a:lnTo>
                    <a:lnTo>
                      <a:pt x="63" y="95"/>
                    </a:lnTo>
                    <a:lnTo>
                      <a:pt x="64" y="94"/>
                    </a:lnTo>
                    <a:lnTo>
                      <a:pt x="64" y="93"/>
                    </a:lnTo>
                    <a:lnTo>
                      <a:pt x="65" y="93"/>
                    </a:lnTo>
                    <a:lnTo>
                      <a:pt x="65" y="92"/>
                    </a:lnTo>
                    <a:lnTo>
                      <a:pt x="65" y="91"/>
                    </a:lnTo>
                    <a:lnTo>
                      <a:pt x="66" y="90"/>
                    </a:lnTo>
                    <a:lnTo>
                      <a:pt x="66" y="89"/>
                    </a:lnTo>
                    <a:lnTo>
                      <a:pt x="67" y="89"/>
                    </a:lnTo>
                    <a:lnTo>
                      <a:pt x="67" y="88"/>
                    </a:lnTo>
                    <a:lnTo>
                      <a:pt x="68" y="87"/>
                    </a:lnTo>
                    <a:lnTo>
                      <a:pt x="68" y="86"/>
                    </a:lnTo>
                    <a:lnTo>
                      <a:pt x="68" y="86"/>
                    </a:lnTo>
                    <a:lnTo>
                      <a:pt x="69" y="85"/>
                    </a:lnTo>
                    <a:lnTo>
                      <a:pt x="69" y="84"/>
                    </a:lnTo>
                    <a:lnTo>
                      <a:pt x="70" y="83"/>
                    </a:lnTo>
                    <a:lnTo>
                      <a:pt x="70" y="83"/>
                    </a:lnTo>
                    <a:lnTo>
                      <a:pt x="70" y="82"/>
                    </a:lnTo>
                    <a:lnTo>
                      <a:pt x="71" y="81"/>
                    </a:lnTo>
                    <a:lnTo>
                      <a:pt x="71" y="80"/>
                    </a:lnTo>
                    <a:lnTo>
                      <a:pt x="71" y="80"/>
                    </a:lnTo>
                    <a:lnTo>
                      <a:pt x="72" y="79"/>
                    </a:lnTo>
                    <a:lnTo>
                      <a:pt x="72" y="78"/>
                    </a:lnTo>
                    <a:lnTo>
                      <a:pt x="73" y="77"/>
                    </a:lnTo>
                    <a:lnTo>
                      <a:pt x="73" y="76"/>
                    </a:lnTo>
                    <a:lnTo>
                      <a:pt x="73" y="76"/>
                    </a:lnTo>
                    <a:lnTo>
                      <a:pt x="74" y="75"/>
                    </a:lnTo>
                    <a:lnTo>
                      <a:pt x="74" y="74"/>
                    </a:lnTo>
                    <a:lnTo>
                      <a:pt x="74" y="73"/>
                    </a:lnTo>
                    <a:lnTo>
                      <a:pt x="74" y="73"/>
                    </a:lnTo>
                    <a:lnTo>
                      <a:pt x="75" y="73"/>
                    </a:lnTo>
                    <a:lnTo>
                      <a:pt x="75" y="72"/>
                    </a:lnTo>
                    <a:lnTo>
                      <a:pt x="75" y="71"/>
                    </a:lnTo>
                    <a:lnTo>
                      <a:pt x="76" y="71"/>
                    </a:lnTo>
                    <a:lnTo>
                      <a:pt x="76" y="70"/>
                    </a:lnTo>
                    <a:lnTo>
                      <a:pt x="76" y="70"/>
                    </a:lnTo>
                    <a:lnTo>
                      <a:pt x="76" y="69"/>
                    </a:lnTo>
                    <a:lnTo>
                      <a:pt x="77" y="68"/>
                    </a:lnTo>
                    <a:lnTo>
                      <a:pt x="77" y="68"/>
                    </a:lnTo>
                    <a:lnTo>
                      <a:pt x="77" y="67"/>
                    </a:lnTo>
                    <a:lnTo>
                      <a:pt x="77" y="66"/>
                    </a:lnTo>
                    <a:lnTo>
                      <a:pt x="78" y="65"/>
                    </a:lnTo>
                    <a:lnTo>
                      <a:pt x="78" y="65"/>
                    </a:lnTo>
                    <a:lnTo>
                      <a:pt x="78" y="64"/>
                    </a:lnTo>
                    <a:lnTo>
                      <a:pt x="78" y="63"/>
                    </a:lnTo>
                    <a:lnTo>
                      <a:pt x="78" y="63"/>
                    </a:lnTo>
                    <a:lnTo>
                      <a:pt x="78" y="62"/>
                    </a:lnTo>
                    <a:lnTo>
                      <a:pt x="78" y="61"/>
                    </a:lnTo>
                    <a:lnTo>
                      <a:pt x="78" y="61"/>
                    </a:lnTo>
                    <a:lnTo>
                      <a:pt x="79" y="60"/>
                    </a:lnTo>
                    <a:lnTo>
                      <a:pt x="79" y="59"/>
                    </a:lnTo>
                    <a:lnTo>
                      <a:pt x="79" y="58"/>
                    </a:lnTo>
                    <a:lnTo>
                      <a:pt x="79" y="58"/>
                    </a:lnTo>
                    <a:lnTo>
                      <a:pt x="79" y="57"/>
                    </a:lnTo>
                    <a:lnTo>
                      <a:pt x="80" y="56"/>
                    </a:lnTo>
                    <a:lnTo>
                      <a:pt x="80" y="56"/>
                    </a:lnTo>
                    <a:lnTo>
                      <a:pt x="80" y="55"/>
                    </a:lnTo>
                    <a:lnTo>
                      <a:pt x="80" y="55"/>
                    </a:lnTo>
                    <a:lnTo>
                      <a:pt x="80" y="54"/>
                    </a:lnTo>
                    <a:lnTo>
                      <a:pt x="80" y="53"/>
                    </a:lnTo>
                    <a:lnTo>
                      <a:pt x="80" y="53"/>
                    </a:lnTo>
                    <a:lnTo>
                      <a:pt x="81" y="52"/>
                    </a:lnTo>
                    <a:lnTo>
                      <a:pt x="81" y="51"/>
                    </a:lnTo>
                    <a:lnTo>
                      <a:pt x="81" y="51"/>
                    </a:lnTo>
                    <a:lnTo>
                      <a:pt x="81" y="50"/>
                    </a:lnTo>
                    <a:lnTo>
                      <a:pt x="81" y="50"/>
                    </a:lnTo>
                    <a:lnTo>
                      <a:pt x="81" y="50"/>
                    </a:lnTo>
                    <a:lnTo>
                      <a:pt x="81" y="49"/>
                    </a:lnTo>
                    <a:lnTo>
                      <a:pt x="81" y="48"/>
                    </a:lnTo>
                    <a:lnTo>
                      <a:pt x="81" y="48"/>
                    </a:lnTo>
                    <a:lnTo>
                      <a:pt x="81" y="47"/>
                    </a:lnTo>
                    <a:lnTo>
                      <a:pt x="81" y="47"/>
                    </a:lnTo>
                    <a:lnTo>
                      <a:pt x="81" y="46"/>
                    </a:lnTo>
                    <a:lnTo>
                      <a:pt x="81" y="46"/>
                    </a:lnTo>
                    <a:lnTo>
                      <a:pt x="81" y="45"/>
                    </a:lnTo>
                    <a:lnTo>
                      <a:pt x="81" y="45"/>
                    </a:lnTo>
                    <a:lnTo>
                      <a:pt x="81" y="44"/>
                    </a:lnTo>
                    <a:lnTo>
                      <a:pt x="81" y="44"/>
                    </a:lnTo>
                    <a:lnTo>
                      <a:pt x="81" y="43"/>
                    </a:lnTo>
                    <a:lnTo>
                      <a:pt x="81" y="43"/>
                    </a:lnTo>
                    <a:lnTo>
                      <a:pt x="81" y="43"/>
                    </a:lnTo>
                    <a:lnTo>
                      <a:pt x="81" y="43"/>
                    </a:lnTo>
                    <a:lnTo>
                      <a:pt x="81" y="43"/>
                    </a:lnTo>
                    <a:lnTo>
                      <a:pt x="81" y="42"/>
                    </a:lnTo>
                    <a:lnTo>
                      <a:pt x="81" y="42"/>
                    </a:lnTo>
                    <a:lnTo>
                      <a:pt x="81" y="41"/>
                    </a:lnTo>
                    <a:lnTo>
                      <a:pt x="81" y="41"/>
                    </a:lnTo>
                    <a:lnTo>
                      <a:pt x="81" y="41"/>
                    </a:lnTo>
                    <a:lnTo>
                      <a:pt x="81" y="40"/>
                    </a:lnTo>
                    <a:lnTo>
                      <a:pt x="81" y="40"/>
                    </a:lnTo>
                    <a:lnTo>
                      <a:pt x="81" y="40"/>
                    </a:lnTo>
                    <a:lnTo>
                      <a:pt x="81" y="40"/>
                    </a:lnTo>
                    <a:lnTo>
                      <a:pt x="81" y="40"/>
                    </a:lnTo>
                    <a:lnTo>
                      <a:pt x="81" y="40"/>
                    </a:lnTo>
                    <a:lnTo>
                      <a:pt x="81" y="39"/>
                    </a:lnTo>
                    <a:lnTo>
                      <a:pt x="81" y="39"/>
                    </a:lnTo>
                    <a:lnTo>
                      <a:pt x="81" y="39"/>
                    </a:lnTo>
                    <a:lnTo>
                      <a:pt x="81" y="39"/>
                    </a:lnTo>
                    <a:lnTo>
                      <a:pt x="81" y="39"/>
                    </a:lnTo>
                    <a:lnTo>
                      <a:pt x="81" y="39"/>
                    </a:lnTo>
                    <a:lnTo>
                      <a:pt x="81" y="38"/>
                    </a:lnTo>
                    <a:lnTo>
                      <a:pt x="81" y="38"/>
                    </a:lnTo>
                    <a:lnTo>
                      <a:pt x="81" y="38"/>
                    </a:lnTo>
                    <a:lnTo>
                      <a:pt x="81" y="38"/>
                    </a:lnTo>
                    <a:lnTo>
                      <a:pt x="80" y="38"/>
                    </a:lnTo>
                    <a:lnTo>
                      <a:pt x="80" y="38"/>
                    </a:lnTo>
                    <a:lnTo>
                      <a:pt x="80" y="38"/>
                    </a:lnTo>
                    <a:lnTo>
                      <a:pt x="80" y="38"/>
                    </a:lnTo>
                    <a:lnTo>
                      <a:pt x="80" y="37"/>
                    </a:lnTo>
                    <a:lnTo>
                      <a:pt x="80" y="37"/>
                    </a:lnTo>
                    <a:lnTo>
                      <a:pt x="80" y="37"/>
                    </a:lnTo>
                    <a:lnTo>
                      <a:pt x="80" y="37"/>
                    </a:lnTo>
                    <a:lnTo>
                      <a:pt x="80" y="37"/>
                    </a:lnTo>
                    <a:lnTo>
                      <a:pt x="80" y="37"/>
                    </a:lnTo>
                    <a:lnTo>
                      <a:pt x="80" y="37"/>
                    </a:lnTo>
                    <a:lnTo>
                      <a:pt x="80" y="37"/>
                    </a:lnTo>
                    <a:lnTo>
                      <a:pt x="80" y="37"/>
                    </a:lnTo>
                    <a:lnTo>
                      <a:pt x="80" y="37"/>
                    </a:lnTo>
                    <a:lnTo>
                      <a:pt x="80" y="36"/>
                    </a:lnTo>
                    <a:lnTo>
                      <a:pt x="80" y="36"/>
                    </a:lnTo>
                    <a:lnTo>
                      <a:pt x="80" y="36"/>
                    </a:lnTo>
                    <a:lnTo>
                      <a:pt x="80" y="36"/>
                    </a:lnTo>
                    <a:lnTo>
                      <a:pt x="80" y="36"/>
                    </a:lnTo>
                    <a:lnTo>
                      <a:pt x="80" y="36"/>
                    </a:lnTo>
                    <a:lnTo>
                      <a:pt x="80" y="36"/>
                    </a:lnTo>
                    <a:lnTo>
                      <a:pt x="80" y="36"/>
                    </a:lnTo>
                    <a:lnTo>
                      <a:pt x="79" y="36"/>
                    </a:lnTo>
                    <a:lnTo>
                      <a:pt x="79" y="36"/>
                    </a:lnTo>
                    <a:lnTo>
                      <a:pt x="79" y="35"/>
                    </a:lnTo>
                    <a:lnTo>
                      <a:pt x="79" y="35"/>
                    </a:lnTo>
                    <a:lnTo>
                      <a:pt x="79" y="35"/>
                    </a:lnTo>
                    <a:lnTo>
                      <a:pt x="79" y="35"/>
                    </a:lnTo>
                    <a:lnTo>
                      <a:pt x="79" y="35"/>
                    </a:lnTo>
                    <a:lnTo>
                      <a:pt x="79" y="35"/>
                    </a:lnTo>
                    <a:lnTo>
                      <a:pt x="79" y="35"/>
                    </a:lnTo>
                    <a:lnTo>
                      <a:pt x="79" y="35"/>
                    </a:lnTo>
                    <a:lnTo>
                      <a:pt x="79" y="35"/>
                    </a:lnTo>
                    <a:lnTo>
                      <a:pt x="79" y="35"/>
                    </a:lnTo>
                    <a:lnTo>
                      <a:pt x="79" y="35"/>
                    </a:lnTo>
                    <a:lnTo>
                      <a:pt x="79" y="35"/>
                    </a:lnTo>
                    <a:lnTo>
                      <a:pt x="79" y="34"/>
                    </a:lnTo>
                    <a:lnTo>
                      <a:pt x="79" y="34"/>
                    </a:lnTo>
                    <a:lnTo>
                      <a:pt x="78" y="34"/>
                    </a:lnTo>
                    <a:lnTo>
                      <a:pt x="78" y="34"/>
                    </a:lnTo>
                    <a:lnTo>
                      <a:pt x="78" y="34"/>
                    </a:lnTo>
                    <a:lnTo>
                      <a:pt x="78" y="34"/>
                    </a:lnTo>
                    <a:lnTo>
                      <a:pt x="78" y="34"/>
                    </a:lnTo>
                    <a:lnTo>
                      <a:pt x="78" y="34"/>
                    </a:lnTo>
                    <a:lnTo>
                      <a:pt x="78" y="34"/>
                    </a:lnTo>
                    <a:lnTo>
                      <a:pt x="78" y="34"/>
                    </a:lnTo>
                    <a:lnTo>
                      <a:pt x="78" y="34"/>
                    </a:lnTo>
                    <a:lnTo>
                      <a:pt x="78" y="34"/>
                    </a:lnTo>
                    <a:lnTo>
                      <a:pt x="78" y="33"/>
                    </a:lnTo>
                    <a:lnTo>
                      <a:pt x="78" y="33"/>
                    </a:lnTo>
                    <a:lnTo>
                      <a:pt x="78" y="33"/>
                    </a:lnTo>
                    <a:lnTo>
                      <a:pt x="78" y="34"/>
                    </a:lnTo>
                    <a:lnTo>
                      <a:pt x="78" y="34"/>
                    </a:lnTo>
                    <a:close/>
                    <a:moveTo>
                      <a:pt x="80" y="31"/>
                    </a:moveTo>
                    <a:lnTo>
                      <a:pt x="80" y="31"/>
                    </a:lnTo>
                    <a:lnTo>
                      <a:pt x="80" y="31"/>
                    </a:lnTo>
                    <a:lnTo>
                      <a:pt x="80" y="31"/>
                    </a:lnTo>
                    <a:lnTo>
                      <a:pt x="80" y="31"/>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69" name="Freeform 22">
                <a:extLst>
                  <a:ext uri="{FF2B5EF4-FFF2-40B4-BE49-F238E27FC236}">
                    <a16:creationId xmlns:a16="http://schemas.microsoft.com/office/drawing/2014/main" id="{306C42AD-3FAC-1E8C-E7AE-D1855BF665E4}"/>
                  </a:ext>
                </a:extLst>
              </p:cNvPr>
              <p:cNvSpPr>
                <a:spLocks noEditPoints="1"/>
              </p:cNvSpPr>
              <p:nvPr/>
            </p:nvSpPr>
            <p:spPr bwMode="auto">
              <a:xfrm>
                <a:off x="13179043" y="4505947"/>
                <a:ext cx="620659" cy="301887"/>
              </a:xfrm>
              <a:custGeom>
                <a:avLst/>
                <a:gdLst>
                  <a:gd name="T0" fmla="*/ 917 w 919"/>
                  <a:gd name="T1" fmla="*/ 15 h 447"/>
                  <a:gd name="T2" fmla="*/ 919 w 919"/>
                  <a:gd name="T3" fmla="*/ 28 h 447"/>
                  <a:gd name="T4" fmla="*/ 918 w 919"/>
                  <a:gd name="T5" fmla="*/ 46 h 447"/>
                  <a:gd name="T6" fmla="*/ 915 w 919"/>
                  <a:gd name="T7" fmla="*/ 71 h 447"/>
                  <a:gd name="T8" fmla="*/ 911 w 919"/>
                  <a:gd name="T9" fmla="*/ 89 h 447"/>
                  <a:gd name="T10" fmla="*/ 906 w 919"/>
                  <a:gd name="T11" fmla="*/ 100 h 447"/>
                  <a:gd name="T12" fmla="*/ 900 w 919"/>
                  <a:gd name="T13" fmla="*/ 110 h 447"/>
                  <a:gd name="T14" fmla="*/ 893 w 919"/>
                  <a:gd name="T15" fmla="*/ 119 h 447"/>
                  <a:gd name="T16" fmla="*/ 883 w 919"/>
                  <a:gd name="T17" fmla="*/ 128 h 447"/>
                  <a:gd name="T18" fmla="*/ 869 w 919"/>
                  <a:gd name="T19" fmla="*/ 138 h 447"/>
                  <a:gd name="T20" fmla="*/ 844 w 919"/>
                  <a:gd name="T21" fmla="*/ 151 h 447"/>
                  <a:gd name="T22" fmla="*/ 818 w 919"/>
                  <a:gd name="T23" fmla="*/ 164 h 447"/>
                  <a:gd name="T24" fmla="*/ 790 w 919"/>
                  <a:gd name="T25" fmla="*/ 175 h 447"/>
                  <a:gd name="T26" fmla="*/ 763 w 919"/>
                  <a:gd name="T27" fmla="*/ 183 h 447"/>
                  <a:gd name="T28" fmla="*/ 724 w 919"/>
                  <a:gd name="T29" fmla="*/ 195 h 447"/>
                  <a:gd name="T30" fmla="*/ 658 w 919"/>
                  <a:gd name="T31" fmla="*/ 213 h 447"/>
                  <a:gd name="T32" fmla="*/ 587 w 919"/>
                  <a:gd name="T33" fmla="*/ 233 h 447"/>
                  <a:gd name="T34" fmla="*/ 518 w 919"/>
                  <a:gd name="T35" fmla="*/ 255 h 447"/>
                  <a:gd name="T36" fmla="*/ 452 w 919"/>
                  <a:gd name="T37" fmla="*/ 276 h 447"/>
                  <a:gd name="T38" fmla="*/ 381 w 919"/>
                  <a:gd name="T39" fmla="*/ 300 h 447"/>
                  <a:gd name="T40" fmla="*/ 312 w 919"/>
                  <a:gd name="T41" fmla="*/ 325 h 447"/>
                  <a:gd name="T42" fmla="*/ 251 w 919"/>
                  <a:gd name="T43" fmla="*/ 347 h 447"/>
                  <a:gd name="T44" fmla="*/ 186 w 919"/>
                  <a:gd name="T45" fmla="*/ 370 h 447"/>
                  <a:gd name="T46" fmla="*/ 121 w 919"/>
                  <a:gd name="T47" fmla="*/ 393 h 447"/>
                  <a:gd name="T48" fmla="*/ 100 w 919"/>
                  <a:gd name="T49" fmla="*/ 402 h 447"/>
                  <a:gd name="T50" fmla="*/ 84 w 919"/>
                  <a:gd name="T51" fmla="*/ 412 h 447"/>
                  <a:gd name="T52" fmla="*/ 52 w 919"/>
                  <a:gd name="T53" fmla="*/ 432 h 447"/>
                  <a:gd name="T54" fmla="*/ 38 w 919"/>
                  <a:gd name="T55" fmla="*/ 440 h 447"/>
                  <a:gd name="T56" fmla="*/ 26 w 919"/>
                  <a:gd name="T57" fmla="*/ 444 h 447"/>
                  <a:gd name="T58" fmla="*/ 14 w 919"/>
                  <a:gd name="T59" fmla="*/ 447 h 447"/>
                  <a:gd name="T60" fmla="*/ 11 w 919"/>
                  <a:gd name="T61" fmla="*/ 426 h 447"/>
                  <a:gd name="T62" fmla="*/ 14 w 919"/>
                  <a:gd name="T63" fmla="*/ 425 h 447"/>
                  <a:gd name="T64" fmla="*/ 23 w 919"/>
                  <a:gd name="T65" fmla="*/ 422 h 447"/>
                  <a:gd name="T66" fmla="*/ 33 w 919"/>
                  <a:gd name="T67" fmla="*/ 417 h 447"/>
                  <a:gd name="T68" fmla="*/ 53 w 919"/>
                  <a:gd name="T69" fmla="*/ 405 h 447"/>
                  <a:gd name="T70" fmla="*/ 83 w 919"/>
                  <a:gd name="T71" fmla="*/ 384 h 447"/>
                  <a:gd name="T72" fmla="*/ 93 w 919"/>
                  <a:gd name="T73" fmla="*/ 379 h 447"/>
                  <a:gd name="T74" fmla="*/ 145 w 919"/>
                  <a:gd name="T75" fmla="*/ 354 h 447"/>
                  <a:gd name="T76" fmla="*/ 207 w 919"/>
                  <a:gd name="T77" fmla="*/ 325 h 447"/>
                  <a:gd name="T78" fmla="*/ 267 w 919"/>
                  <a:gd name="T79" fmla="*/ 299 h 447"/>
                  <a:gd name="T80" fmla="*/ 332 w 919"/>
                  <a:gd name="T81" fmla="*/ 274 h 447"/>
                  <a:gd name="T82" fmla="*/ 403 w 919"/>
                  <a:gd name="T83" fmla="*/ 248 h 447"/>
                  <a:gd name="T84" fmla="*/ 469 w 919"/>
                  <a:gd name="T85" fmla="*/ 226 h 447"/>
                  <a:gd name="T86" fmla="*/ 540 w 919"/>
                  <a:gd name="T87" fmla="*/ 203 h 447"/>
                  <a:gd name="T88" fmla="*/ 611 w 919"/>
                  <a:gd name="T89" fmla="*/ 182 h 447"/>
                  <a:gd name="T90" fmla="*/ 683 w 919"/>
                  <a:gd name="T91" fmla="*/ 162 h 447"/>
                  <a:gd name="T92" fmla="*/ 697 w 919"/>
                  <a:gd name="T93" fmla="*/ 149 h 447"/>
                  <a:gd name="T94" fmla="*/ 725 w 919"/>
                  <a:gd name="T95" fmla="*/ 127 h 447"/>
                  <a:gd name="T96" fmla="*/ 806 w 919"/>
                  <a:gd name="T97" fmla="*/ 61 h 447"/>
                  <a:gd name="T98" fmla="*/ 841 w 919"/>
                  <a:gd name="T99" fmla="*/ 33 h 447"/>
                  <a:gd name="T100" fmla="*/ 868 w 919"/>
                  <a:gd name="T101" fmla="*/ 14 h 447"/>
                  <a:gd name="T102" fmla="*/ 882 w 919"/>
                  <a:gd name="T103" fmla="*/ 5 h 447"/>
                  <a:gd name="T104" fmla="*/ 870 w 919"/>
                  <a:gd name="T105" fmla="*/ 64 h 447"/>
                  <a:gd name="T106" fmla="*/ 842 w 919"/>
                  <a:gd name="T107" fmla="*/ 87 h 447"/>
                  <a:gd name="T108" fmla="*/ 794 w 919"/>
                  <a:gd name="T109" fmla="*/ 127 h 447"/>
                  <a:gd name="T110" fmla="*/ 818 w 919"/>
                  <a:gd name="T111" fmla="*/ 118 h 447"/>
                  <a:gd name="T112" fmla="*/ 840 w 919"/>
                  <a:gd name="T113" fmla="*/ 106 h 447"/>
                  <a:gd name="T114" fmla="*/ 854 w 919"/>
                  <a:gd name="T115" fmla="*/ 97 h 447"/>
                  <a:gd name="T116" fmla="*/ 860 w 919"/>
                  <a:gd name="T117" fmla="*/ 92 h 447"/>
                  <a:gd name="T118" fmla="*/ 865 w 919"/>
                  <a:gd name="T119" fmla="*/ 87 h 447"/>
                  <a:gd name="T120" fmla="*/ 868 w 919"/>
                  <a:gd name="T121" fmla="*/ 81 h 447"/>
                  <a:gd name="T122" fmla="*/ 871 w 919"/>
                  <a:gd name="T123" fmla="*/ 68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19" h="447">
                    <a:moveTo>
                      <a:pt x="897" y="0"/>
                    </a:moveTo>
                    <a:lnTo>
                      <a:pt x="900" y="0"/>
                    </a:lnTo>
                    <a:lnTo>
                      <a:pt x="902" y="1"/>
                    </a:lnTo>
                    <a:lnTo>
                      <a:pt x="905" y="2"/>
                    </a:lnTo>
                    <a:lnTo>
                      <a:pt x="907" y="3"/>
                    </a:lnTo>
                    <a:lnTo>
                      <a:pt x="909" y="4"/>
                    </a:lnTo>
                    <a:lnTo>
                      <a:pt x="910" y="6"/>
                    </a:lnTo>
                    <a:lnTo>
                      <a:pt x="912" y="7"/>
                    </a:lnTo>
                    <a:lnTo>
                      <a:pt x="913" y="8"/>
                    </a:lnTo>
                    <a:lnTo>
                      <a:pt x="914" y="9"/>
                    </a:lnTo>
                    <a:lnTo>
                      <a:pt x="914" y="10"/>
                    </a:lnTo>
                    <a:lnTo>
                      <a:pt x="915" y="11"/>
                    </a:lnTo>
                    <a:lnTo>
                      <a:pt x="915" y="12"/>
                    </a:lnTo>
                    <a:lnTo>
                      <a:pt x="916" y="13"/>
                    </a:lnTo>
                    <a:lnTo>
                      <a:pt x="916" y="14"/>
                    </a:lnTo>
                    <a:lnTo>
                      <a:pt x="917" y="15"/>
                    </a:lnTo>
                    <a:lnTo>
                      <a:pt x="917" y="16"/>
                    </a:lnTo>
                    <a:lnTo>
                      <a:pt x="917" y="17"/>
                    </a:lnTo>
                    <a:lnTo>
                      <a:pt x="918" y="18"/>
                    </a:lnTo>
                    <a:lnTo>
                      <a:pt x="918" y="19"/>
                    </a:lnTo>
                    <a:lnTo>
                      <a:pt x="918" y="20"/>
                    </a:lnTo>
                    <a:lnTo>
                      <a:pt x="918" y="21"/>
                    </a:lnTo>
                    <a:lnTo>
                      <a:pt x="918" y="22"/>
                    </a:lnTo>
                    <a:lnTo>
                      <a:pt x="918" y="22"/>
                    </a:lnTo>
                    <a:lnTo>
                      <a:pt x="918" y="23"/>
                    </a:lnTo>
                    <a:lnTo>
                      <a:pt x="918" y="24"/>
                    </a:lnTo>
                    <a:lnTo>
                      <a:pt x="918" y="24"/>
                    </a:lnTo>
                    <a:lnTo>
                      <a:pt x="918" y="25"/>
                    </a:lnTo>
                    <a:lnTo>
                      <a:pt x="919" y="26"/>
                    </a:lnTo>
                    <a:lnTo>
                      <a:pt x="919" y="26"/>
                    </a:lnTo>
                    <a:lnTo>
                      <a:pt x="919" y="27"/>
                    </a:lnTo>
                    <a:lnTo>
                      <a:pt x="919" y="28"/>
                    </a:lnTo>
                    <a:lnTo>
                      <a:pt x="919" y="28"/>
                    </a:lnTo>
                    <a:lnTo>
                      <a:pt x="919" y="29"/>
                    </a:lnTo>
                    <a:lnTo>
                      <a:pt x="919" y="29"/>
                    </a:lnTo>
                    <a:lnTo>
                      <a:pt x="919" y="29"/>
                    </a:lnTo>
                    <a:lnTo>
                      <a:pt x="919" y="30"/>
                    </a:lnTo>
                    <a:lnTo>
                      <a:pt x="919" y="32"/>
                    </a:lnTo>
                    <a:lnTo>
                      <a:pt x="918" y="33"/>
                    </a:lnTo>
                    <a:lnTo>
                      <a:pt x="918" y="34"/>
                    </a:lnTo>
                    <a:lnTo>
                      <a:pt x="918" y="36"/>
                    </a:lnTo>
                    <a:lnTo>
                      <a:pt x="918" y="37"/>
                    </a:lnTo>
                    <a:lnTo>
                      <a:pt x="918" y="39"/>
                    </a:lnTo>
                    <a:lnTo>
                      <a:pt x="918" y="40"/>
                    </a:lnTo>
                    <a:lnTo>
                      <a:pt x="918" y="42"/>
                    </a:lnTo>
                    <a:lnTo>
                      <a:pt x="918" y="43"/>
                    </a:lnTo>
                    <a:lnTo>
                      <a:pt x="918" y="45"/>
                    </a:lnTo>
                    <a:lnTo>
                      <a:pt x="918" y="46"/>
                    </a:lnTo>
                    <a:lnTo>
                      <a:pt x="917" y="48"/>
                    </a:lnTo>
                    <a:lnTo>
                      <a:pt x="917" y="49"/>
                    </a:lnTo>
                    <a:lnTo>
                      <a:pt x="917" y="51"/>
                    </a:lnTo>
                    <a:lnTo>
                      <a:pt x="917" y="53"/>
                    </a:lnTo>
                    <a:lnTo>
                      <a:pt x="917" y="54"/>
                    </a:lnTo>
                    <a:lnTo>
                      <a:pt x="917" y="56"/>
                    </a:lnTo>
                    <a:lnTo>
                      <a:pt x="916" y="57"/>
                    </a:lnTo>
                    <a:lnTo>
                      <a:pt x="916" y="59"/>
                    </a:lnTo>
                    <a:lnTo>
                      <a:pt x="916" y="60"/>
                    </a:lnTo>
                    <a:lnTo>
                      <a:pt x="916" y="61"/>
                    </a:lnTo>
                    <a:lnTo>
                      <a:pt x="916" y="63"/>
                    </a:lnTo>
                    <a:lnTo>
                      <a:pt x="915" y="64"/>
                    </a:lnTo>
                    <a:lnTo>
                      <a:pt x="915" y="66"/>
                    </a:lnTo>
                    <a:lnTo>
                      <a:pt x="915" y="68"/>
                    </a:lnTo>
                    <a:lnTo>
                      <a:pt x="915" y="69"/>
                    </a:lnTo>
                    <a:lnTo>
                      <a:pt x="915" y="71"/>
                    </a:lnTo>
                    <a:lnTo>
                      <a:pt x="914" y="72"/>
                    </a:lnTo>
                    <a:lnTo>
                      <a:pt x="914" y="74"/>
                    </a:lnTo>
                    <a:lnTo>
                      <a:pt x="914" y="75"/>
                    </a:lnTo>
                    <a:lnTo>
                      <a:pt x="914" y="76"/>
                    </a:lnTo>
                    <a:lnTo>
                      <a:pt x="913" y="78"/>
                    </a:lnTo>
                    <a:lnTo>
                      <a:pt x="913" y="79"/>
                    </a:lnTo>
                    <a:lnTo>
                      <a:pt x="913" y="80"/>
                    </a:lnTo>
                    <a:lnTo>
                      <a:pt x="913" y="82"/>
                    </a:lnTo>
                    <a:lnTo>
                      <a:pt x="913" y="83"/>
                    </a:lnTo>
                    <a:lnTo>
                      <a:pt x="912" y="84"/>
                    </a:lnTo>
                    <a:lnTo>
                      <a:pt x="912" y="85"/>
                    </a:lnTo>
                    <a:lnTo>
                      <a:pt x="912" y="87"/>
                    </a:lnTo>
                    <a:lnTo>
                      <a:pt x="912" y="88"/>
                    </a:lnTo>
                    <a:lnTo>
                      <a:pt x="911" y="88"/>
                    </a:lnTo>
                    <a:lnTo>
                      <a:pt x="911" y="89"/>
                    </a:lnTo>
                    <a:lnTo>
                      <a:pt x="911" y="89"/>
                    </a:lnTo>
                    <a:lnTo>
                      <a:pt x="911" y="90"/>
                    </a:lnTo>
                    <a:lnTo>
                      <a:pt x="911" y="90"/>
                    </a:lnTo>
                    <a:lnTo>
                      <a:pt x="911" y="91"/>
                    </a:lnTo>
                    <a:lnTo>
                      <a:pt x="910" y="91"/>
                    </a:lnTo>
                    <a:lnTo>
                      <a:pt x="910" y="92"/>
                    </a:lnTo>
                    <a:lnTo>
                      <a:pt x="910" y="93"/>
                    </a:lnTo>
                    <a:lnTo>
                      <a:pt x="910" y="93"/>
                    </a:lnTo>
                    <a:lnTo>
                      <a:pt x="909" y="94"/>
                    </a:lnTo>
                    <a:lnTo>
                      <a:pt x="909" y="95"/>
                    </a:lnTo>
                    <a:lnTo>
                      <a:pt x="909" y="96"/>
                    </a:lnTo>
                    <a:lnTo>
                      <a:pt x="908" y="97"/>
                    </a:lnTo>
                    <a:lnTo>
                      <a:pt x="908" y="98"/>
                    </a:lnTo>
                    <a:lnTo>
                      <a:pt x="907" y="98"/>
                    </a:lnTo>
                    <a:lnTo>
                      <a:pt x="907" y="99"/>
                    </a:lnTo>
                    <a:lnTo>
                      <a:pt x="907" y="100"/>
                    </a:lnTo>
                    <a:lnTo>
                      <a:pt x="906" y="100"/>
                    </a:lnTo>
                    <a:lnTo>
                      <a:pt x="906" y="101"/>
                    </a:lnTo>
                    <a:lnTo>
                      <a:pt x="905" y="102"/>
                    </a:lnTo>
                    <a:lnTo>
                      <a:pt x="905" y="102"/>
                    </a:lnTo>
                    <a:lnTo>
                      <a:pt x="905" y="103"/>
                    </a:lnTo>
                    <a:lnTo>
                      <a:pt x="904" y="103"/>
                    </a:lnTo>
                    <a:lnTo>
                      <a:pt x="904" y="104"/>
                    </a:lnTo>
                    <a:lnTo>
                      <a:pt x="903" y="105"/>
                    </a:lnTo>
                    <a:lnTo>
                      <a:pt x="903" y="105"/>
                    </a:lnTo>
                    <a:lnTo>
                      <a:pt x="903" y="106"/>
                    </a:lnTo>
                    <a:lnTo>
                      <a:pt x="902" y="107"/>
                    </a:lnTo>
                    <a:lnTo>
                      <a:pt x="902" y="107"/>
                    </a:lnTo>
                    <a:lnTo>
                      <a:pt x="901" y="108"/>
                    </a:lnTo>
                    <a:lnTo>
                      <a:pt x="901" y="109"/>
                    </a:lnTo>
                    <a:lnTo>
                      <a:pt x="900" y="109"/>
                    </a:lnTo>
                    <a:lnTo>
                      <a:pt x="900" y="110"/>
                    </a:lnTo>
                    <a:lnTo>
                      <a:pt x="900" y="110"/>
                    </a:lnTo>
                    <a:lnTo>
                      <a:pt x="899" y="111"/>
                    </a:lnTo>
                    <a:lnTo>
                      <a:pt x="899" y="112"/>
                    </a:lnTo>
                    <a:lnTo>
                      <a:pt x="898" y="112"/>
                    </a:lnTo>
                    <a:lnTo>
                      <a:pt x="898" y="113"/>
                    </a:lnTo>
                    <a:lnTo>
                      <a:pt x="897" y="114"/>
                    </a:lnTo>
                    <a:lnTo>
                      <a:pt x="897" y="114"/>
                    </a:lnTo>
                    <a:lnTo>
                      <a:pt x="897" y="115"/>
                    </a:lnTo>
                    <a:lnTo>
                      <a:pt x="897" y="116"/>
                    </a:lnTo>
                    <a:lnTo>
                      <a:pt x="896" y="116"/>
                    </a:lnTo>
                    <a:lnTo>
                      <a:pt x="896" y="116"/>
                    </a:lnTo>
                    <a:lnTo>
                      <a:pt x="896" y="117"/>
                    </a:lnTo>
                    <a:lnTo>
                      <a:pt x="895" y="117"/>
                    </a:lnTo>
                    <a:lnTo>
                      <a:pt x="895" y="118"/>
                    </a:lnTo>
                    <a:lnTo>
                      <a:pt x="894" y="118"/>
                    </a:lnTo>
                    <a:lnTo>
                      <a:pt x="894" y="118"/>
                    </a:lnTo>
                    <a:lnTo>
                      <a:pt x="893" y="119"/>
                    </a:lnTo>
                    <a:lnTo>
                      <a:pt x="892" y="119"/>
                    </a:lnTo>
                    <a:lnTo>
                      <a:pt x="892" y="120"/>
                    </a:lnTo>
                    <a:lnTo>
                      <a:pt x="891" y="121"/>
                    </a:lnTo>
                    <a:lnTo>
                      <a:pt x="891" y="121"/>
                    </a:lnTo>
                    <a:lnTo>
                      <a:pt x="890" y="122"/>
                    </a:lnTo>
                    <a:lnTo>
                      <a:pt x="890" y="122"/>
                    </a:lnTo>
                    <a:lnTo>
                      <a:pt x="889" y="123"/>
                    </a:lnTo>
                    <a:lnTo>
                      <a:pt x="888" y="124"/>
                    </a:lnTo>
                    <a:lnTo>
                      <a:pt x="888" y="124"/>
                    </a:lnTo>
                    <a:lnTo>
                      <a:pt x="887" y="125"/>
                    </a:lnTo>
                    <a:lnTo>
                      <a:pt x="887" y="125"/>
                    </a:lnTo>
                    <a:lnTo>
                      <a:pt x="886" y="126"/>
                    </a:lnTo>
                    <a:lnTo>
                      <a:pt x="885" y="127"/>
                    </a:lnTo>
                    <a:lnTo>
                      <a:pt x="885" y="127"/>
                    </a:lnTo>
                    <a:lnTo>
                      <a:pt x="884" y="128"/>
                    </a:lnTo>
                    <a:lnTo>
                      <a:pt x="883" y="128"/>
                    </a:lnTo>
                    <a:lnTo>
                      <a:pt x="883" y="129"/>
                    </a:lnTo>
                    <a:lnTo>
                      <a:pt x="882" y="129"/>
                    </a:lnTo>
                    <a:lnTo>
                      <a:pt x="881" y="130"/>
                    </a:lnTo>
                    <a:lnTo>
                      <a:pt x="881" y="130"/>
                    </a:lnTo>
                    <a:lnTo>
                      <a:pt x="880" y="131"/>
                    </a:lnTo>
                    <a:lnTo>
                      <a:pt x="879" y="131"/>
                    </a:lnTo>
                    <a:lnTo>
                      <a:pt x="879" y="132"/>
                    </a:lnTo>
                    <a:lnTo>
                      <a:pt x="878" y="132"/>
                    </a:lnTo>
                    <a:lnTo>
                      <a:pt x="877" y="133"/>
                    </a:lnTo>
                    <a:lnTo>
                      <a:pt x="876" y="133"/>
                    </a:lnTo>
                    <a:lnTo>
                      <a:pt x="876" y="134"/>
                    </a:lnTo>
                    <a:lnTo>
                      <a:pt x="875" y="134"/>
                    </a:lnTo>
                    <a:lnTo>
                      <a:pt x="873" y="135"/>
                    </a:lnTo>
                    <a:lnTo>
                      <a:pt x="872" y="136"/>
                    </a:lnTo>
                    <a:lnTo>
                      <a:pt x="870" y="137"/>
                    </a:lnTo>
                    <a:lnTo>
                      <a:pt x="869" y="138"/>
                    </a:lnTo>
                    <a:lnTo>
                      <a:pt x="868" y="139"/>
                    </a:lnTo>
                    <a:lnTo>
                      <a:pt x="867" y="140"/>
                    </a:lnTo>
                    <a:lnTo>
                      <a:pt x="865" y="141"/>
                    </a:lnTo>
                    <a:lnTo>
                      <a:pt x="863" y="142"/>
                    </a:lnTo>
                    <a:lnTo>
                      <a:pt x="862" y="143"/>
                    </a:lnTo>
                    <a:lnTo>
                      <a:pt x="860" y="144"/>
                    </a:lnTo>
                    <a:lnTo>
                      <a:pt x="859" y="145"/>
                    </a:lnTo>
                    <a:lnTo>
                      <a:pt x="857" y="146"/>
                    </a:lnTo>
                    <a:lnTo>
                      <a:pt x="855" y="146"/>
                    </a:lnTo>
                    <a:lnTo>
                      <a:pt x="854" y="147"/>
                    </a:lnTo>
                    <a:lnTo>
                      <a:pt x="852" y="147"/>
                    </a:lnTo>
                    <a:lnTo>
                      <a:pt x="850" y="148"/>
                    </a:lnTo>
                    <a:lnTo>
                      <a:pt x="849" y="149"/>
                    </a:lnTo>
                    <a:lnTo>
                      <a:pt x="847" y="150"/>
                    </a:lnTo>
                    <a:lnTo>
                      <a:pt x="845" y="151"/>
                    </a:lnTo>
                    <a:lnTo>
                      <a:pt x="844" y="151"/>
                    </a:lnTo>
                    <a:lnTo>
                      <a:pt x="842" y="152"/>
                    </a:lnTo>
                    <a:lnTo>
                      <a:pt x="840" y="153"/>
                    </a:lnTo>
                    <a:lnTo>
                      <a:pt x="839" y="154"/>
                    </a:lnTo>
                    <a:lnTo>
                      <a:pt x="838" y="155"/>
                    </a:lnTo>
                    <a:lnTo>
                      <a:pt x="836" y="155"/>
                    </a:lnTo>
                    <a:lnTo>
                      <a:pt x="835" y="156"/>
                    </a:lnTo>
                    <a:lnTo>
                      <a:pt x="833" y="157"/>
                    </a:lnTo>
                    <a:lnTo>
                      <a:pt x="831" y="158"/>
                    </a:lnTo>
                    <a:lnTo>
                      <a:pt x="830" y="159"/>
                    </a:lnTo>
                    <a:lnTo>
                      <a:pt x="828" y="159"/>
                    </a:lnTo>
                    <a:lnTo>
                      <a:pt x="826" y="160"/>
                    </a:lnTo>
                    <a:lnTo>
                      <a:pt x="824" y="161"/>
                    </a:lnTo>
                    <a:lnTo>
                      <a:pt x="823" y="162"/>
                    </a:lnTo>
                    <a:lnTo>
                      <a:pt x="821" y="162"/>
                    </a:lnTo>
                    <a:lnTo>
                      <a:pt x="819" y="163"/>
                    </a:lnTo>
                    <a:lnTo>
                      <a:pt x="818" y="164"/>
                    </a:lnTo>
                    <a:lnTo>
                      <a:pt x="816" y="164"/>
                    </a:lnTo>
                    <a:lnTo>
                      <a:pt x="814" y="165"/>
                    </a:lnTo>
                    <a:lnTo>
                      <a:pt x="812" y="166"/>
                    </a:lnTo>
                    <a:lnTo>
                      <a:pt x="811" y="167"/>
                    </a:lnTo>
                    <a:lnTo>
                      <a:pt x="810" y="167"/>
                    </a:lnTo>
                    <a:lnTo>
                      <a:pt x="808" y="168"/>
                    </a:lnTo>
                    <a:lnTo>
                      <a:pt x="806" y="169"/>
                    </a:lnTo>
                    <a:lnTo>
                      <a:pt x="805" y="169"/>
                    </a:lnTo>
                    <a:lnTo>
                      <a:pt x="803" y="170"/>
                    </a:lnTo>
                    <a:lnTo>
                      <a:pt x="801" y="171"/>
                    </a:lnTo>
                    <a:lnTo>
                      <a:pt x="799" y="171"/>
                    </a:lnTo>
                    <a:lnTo>
                      <a:pt x="798" y="172"/>
                    </a:lnTo>
                    <a:lnTo>
                      <a:pt x="796" y="173"/>
                    </a:lnTo>
                    <a:lnTo>
                      <a:pt x="794" y="173"/>
                    </a:lnTo>
                    <a:lnTo>
                      <a:pt x="792" y="174"/>
                    </a:lnTo>
                    <a:lnTo>
                      <a:pt x="790" y="175"/>
                    </a:lnTo>
                    <a:lnTo>
                      <a:pt x="789" y="175"/>
                    </a:lnTo>
                    <a:lnTo>
                      <a:pt x="787" y="176"/>
                    </a:lnTo>
                    <a:lnTo>
                      <a:pt x="785" y="176"/>
                    </a:lnTo>
                    <a:lnTo>
                      <a:pt x="783" y="177"/>
                    </a:lnTo>
                    <a:lnTo>
                      <a:pt x="782" y="177"/>
                    </a:lnTo>
                    <a:lnTo>
                      <a:pt x="781" y="177"/>
                    </a:lnTo>
                    <a:lnTo>
                      <a:pt x="779" y="178"/>
                    </a:lnTo>
                    <a:lnTo>
                      <a:pt x="777" y="178"/>
                    </a:lnTo>
                    <a:lnTo>
                      <a:pt x="775" y="179"/>
                    </a:lnTo>
                    <a:lnTo>
                      <a:pt x="774" y="180"/>
                    </a:lnTo>
                    <a:lnTo>
                      <a:pt x="772" y="180"/>
                    </a:lnTo>
                    <a:lnTo>
                      <a:pt x="770" y="181"/>
                    </a:lnTo>
                    <a:lnTo>
                      <a:pt x="768" y="181"/>
                    </a:lnTo>
                    <a:lnTo>
                      <a:pt x="766" y="182"/>
                    </a:lnTo>
                    <a:lnTo>
                      <a:pt x="765" y="183"/>
                    </a:lnTo>
                    <a:lnTo>
                      <a:pt x="763" y="183"/>
                    </a:lnTo>
                    <a:lnTo>
                      <a:pt x="761" y="184"/>
                    </a:lnTo>
                    <a:lnTo>
                      <a:pt x="759" y="184"/>
                    </a:lnTo>
                    <a:lnTo>
                      <a:pt x="757" y="185"/>
                    </a:lnTo>
                    <a:lnTo>
                      <a:pt x="756" y="185"/>
                    </a:lnTo>
                    <a:lnTo>
                      <a:pt x="754" y="186"/>
                    </a:lnTo>
                    <a:lnTo>
                      <a:pt x="753" y="186"/>
                    </a:lnTo>
                    <a:lnTo>
                      <a:pt x="753" y="186"/>
                    </a:lnTo>
                    <a:lnTo>
                      <a:pt x="751" y="187"/>
                    </a:lnTo>
                    <a:lnTo>
                      <a:pt x="749" y="188"/>
                    </a:lnTo>
                    <a:lnTo>
                      <a:pt x="746" y="189"/>
                    </a:lnTo>
                    <a:lnTo>
                      <a:pt x="742" y="190"/>
                    </a:lnTo>
                    <a:lnTo>
                      <a:pt x="739" y="191"/>
                    </a:lnTo>
                    <a:lnTo>
                      <a:pt x="735" y="192"/>
                    </a:lnTo>
                    <a:lnTo>
                      <a:pt x="732" y="193"/>
                    </a:lnTo>
                    <a:lnTo>
                      <a:pt x="728" y="194"/>
                    </a:lnTo>
                    <a:lnTo>
                      <a:pt x="724" y="195"/>
                    </a:lnTo>
                    <a:lnTo>
                      <a:pt x="722" y="196"/>
                    </a:lnTo>
                    <a:lnTo>
                      <a:pt x="718" y="197"/>
                    </a:lnTo>
                    <a:lnTo>
                      <a:pt x="715" y="198"/>
                    </a:lnTo>
                    <a:lnTo>
                      <a:pt x="711" y="199"/>
                    </a:lnTo>
                    <a:lnTo>
                      <a:pt x="708" y="200"/>
                    </a:lnTo>
                    <a:lnTo>
                      <a:pt x="704" y="201"/>
                    </a:lnTo>
                    <a:lnTo>
                      <a:pt x="701" y="202"/>
                    </a:lnTo>
                    <a:lnTo>
                      <a:pt x="695" y="203"/>
                    </a:lnTo>
                    <a:lnTo>
                      <a:pt x="688" y="205"/>
                    </a:lnTo>
                    <a:lnTo>
                      <a:pt x="681" y="206"/>
                    </a:lnTo>
                    <a:lnTo>
                      <a:pt x="675" y="208"/>
                    </a:lnTo>
                    <a:lnTo>
                      <a:pt x="671" y="209"/>
                    </a:lnTo>
                    <a:lnTo>
                      <a:pt x="668" y="210"/>
                    </a:lnTo>
                    <a:lnTo>
                      <a:pt x="666" y="211"/>
                    </a:lnTo>
                    <a:lnTo>
                      <a:pt x="662" y="211"/>
                    </a:lnTo>
                    <a:lnTo>
                      <a:pt x="658" y="213"/>
                    </a:lnTo>
                    <a:lnTo>
                      <a:pt x="653" y="214"/>
                    </a:lnTo>
                    <a:lnTo>
                      <a:pt x="649" y="215"/>
                    </a:lnTo>
                    <a:lnTo>
                      <a:pt x="644" y="216"/>
                    </a:lnTo>
                    <a:lnTo>
                      <a:pt x="640" y="218"/>
                    </a:lnTo>
                    <a:lnTo>
                      <a:pt x="636" y="219"/>
                    </a:lnTo>
                    <a:lnTo>
                      <a:pt x="632" y="220"/>
                    </a:lnTo>
                    <a:lnTo>
                      <a:pt x="627" y="222"/>
                    </a:lnTo>
                    <a:lnTo>
                      <a:pt x="623" y="223"/>
                    </a:lnTo>
                    <a:lnTo>
                      <a:pt x="618" y="224"/>
                    </a:lnTo>
                    <a:lnTo>
                      <a:pt x="614" y="225"/>
                    </a:lnTo>
                    <a:lnTo>
                      <a:pt x="610" y="227"/>
                    </a:lnTo>
                    <a:lnTo>
                      <a:pt x="606" y="228"/>
                    </a:lnTo>
                    <a:lnTo>
                      <a:pt x="601" y="229"/>
                    </a:lnTo>
                    <a:lnTo>
                      <a:pt x="597" y="231"/>
                    </a:lnTo>
                    <a:lnTo>
                      <a:pt x="592" y="232"/>
                    </a:lnTo>
                    <a:lnTo>
                      <a:pt x="587" y="233"/>
                    </a:lnTo>
                    <a:lnTo>
                      <a:pt x="583" y="235"/>
                    </a:lnTo>
                    <a:lnTo>
                      <a:pt x="579" y="236"/>
                    </a:lnTo>
                    <a:lnTo>
                      <a:pt x="575" y="236"/>
                    </a:lnTo>
                    <a:lnTo>
                      <a:pt x="570" y="238"/>
                    </a:lnTo>
                    <a:lnTo>
                      <a:pt x="566" y="239"/>
                    </a:lnTo>
                    <a:lnTo>
                      <a:pt x="561" y="241"/>
                    </a:lnTo>
                    <a:lnTo>
                      <a:pt x="557" y="242"/>
                    </a:lnTo>
                    <a:lnTo>
                      <a:pt x="552" y="243"/>
                    </a:lnTo>
                    <a:lnTo>
                      <a:pt x="549" y="245"/>
                    </a:lnTo>
                    <a:lnTo>
                      <a:pt x="544" y="246"/>
                    </a:lnTo>
                    <a:lnTo>
                      <a:pt x="540" y="248"/>
                    </a:lnTo>
                    <a:lnTo>
                      <a:pt x="535" y="249"/>
                    </a:lnTo>
                    <a:lnTo>
                      <a:pt x="530" y="251"/>
                    </a:lnTo>
                    <a:lnTo>
                      <a:pt x="526" y="252"/>
                    </a:lnTo>
                    <a:lnTo>
                      <a:pt x="522" y="253"/>
                    </a:lnTo>
                    <a:lnTo>
                      <a:pt x="518" y="255"/>
                    </a:lnTo>
                    <a:lnTo>
                      <a:pt x="513" y="256"/>
                    </a:lnTo>
                    <a:lnTo>
                      <a:pt x="509" y="258"/>
                    </a:lnTo>
                    <a:lnTo>
                      <a:pt x="504" y="259"/>
                    </a:lnTo>
                    <a:lnTo>
                      <a:pt x="500" y="261"/>
                    </a:lnTo>
                    <a:lnTo>
                      <a:pt x="495" y="262"/>
                    </a:lnTo>
                    <a:lnTo>
                      <a:pt x="492" y="264"/>
                    </a:lnTo>
                    <a:lnTo>
                      <a:pt x="487" y="265"/>
                    </a:lnTo>
                    <a:lnTo>
                      <a:pt x="482" y="266"/>
                    </a:lnTo>
                    <a:lnTo>
                      <a:pt x="479" y="267"/>
                    </a:lnTo>
                    <a:lnTo>
                      <a:pt x="478" y="267"/>
                    </a:lnTo>
                    <a:lnTo>
                      <a:pt x="473" y="269"/>
                    </a:lnTo>
                    <a:lnTo>
                      <a:pt x="469" y="270"/>
                    </a:lnTo>
                    <a:lnTo>
                      <a:pt x="465" y="272"/>
                    </a:lnTo>
                    <a:lnTo>
                      <a:pt x="461" y="273"/>
                    </a:lnTo>
                    <a:lnTo>
                      <a:pt x="456" y="275"/>
                    </a:lnTo>
                    <a:lnTo>
                      <a:pt x="452" y="276"/>
                    </a:lnTo>
                    <a:lnTo>
                      <a:pt x="447" y="278"/>
                    </a:lnTo>
                    <a:lnTo>
                      <a:pt x="443" y="279"/>
                    </a:lnTo>
                    <a:lnTo>
                      <a:pt x="438" y="281"/>
                    </a:lnTo>
                    <a:lnTo>
                      <a:pt x="434" y="282"/>
                    </a:lnTo>
                    <a:lnTo>
                      <a:pt x="430" y="284"/>
                    </a:lnTo>
                    <a:lnTo>
                      <a:pt x="425" y="285"/>
                    </a:lnTo>
                    <a:lnTo>
                      <a:pt x="421" y="287"/>
                    </a:lnTo>
                    <a:lnTo>
                      <a:pt x="416" y="289"/>
                    </a:lnTo>
                    <a:lnTo>
                      <a:pt x="412" y="290"/>
                    </a:lnTo>
                    <a:lnTo>
                      <a:pt x="407" y="292"/>
                    </a:lnTo>
                    <a:lnTo>
                      <a:pt x="404" y="293"/>
                    </a:lnTo>
                    <a:lnTo>
                      <a:pt x="399" y="295"/>
                    </a:lnTo>
                    <a:lnTo>
                      <a:pt x="395" y="295"/>
                    </a:lnTo>
                    <a:lnTo>
                      <a:pt x="390" y="297"/>
                    </a:lnTo>
                    <a:lnTo>
                      <a:pt x="386" y="299"/>
                    </a:lnTo>
                    <a:lnTo>
                      <a:pt x="381" y="300"/>
                    </a:lnTo>
                    <a:lnTo>
                      <a:pt x="378" y="302"/>
                    </a:lnTo>
                    <a:lnTo>
                      <a:pt x="373" y="303"/>
                    </a:lnTo>
                    <a:lnTo>
                      <a:pt x="369" y="305"/>
                    </a:lnTo>
                    <a:lnTo>
                      <a:pt x="364" y="307"/>
                    </a:lnTo>
                    <a:lnTo>
                      <a:pt x="360" y="308"/>
                    </a:lnTo>
                    <a:lnTo>
                      <a:pt x="355" y="310"/>
                    </a:lnTo>
                    <a:lnTo>
                      <a:pt x="351" y="312"/>
                    </a:lnTo>
                    <a:lnTo>
                      <a:pt x="347" y="313"/>
                    </a:lnTo>
                    <a:lnTo>
                      <a:pt x="343" y="315"/>
                    </a:lnTo>
                    <a:lnTo>
                      <a:pt x="338" y="316"/>
                    </a:lnTo>
                    <a:lnTo>
                      <a:pt x="334" y="318"/>
                    </a:lnTo>
                    <a:lnTo>
                      <a:pt x="329" y="320"/>
                    </a:lnTo>
                    <a:lnTo>
                      <a:pt x="325" y="321"/>
                    </a:lnTo>
                    <a:lnTo>
                      <a:pt x="320" y="323"/>
                    </a:lnTo>
                    <a:lnTo>
                      <a:pt x="317" y="324"/>
                    </a:lnTo>
                    <a:lnTo>
                      <a:pt x="312" y="325"/>
                    </a:lnTo>
                    <a:lnTo>
                      <a:pt x="308" y="327"/>
                    </a:lnTo>
                    <a:lnTo>
                      <a:pt x="303" y="329"/>
                    </a:lnTo>
                    <a:lnTo>
                      <a:pt x="299" y="330"/>
                    </a:lnTo>
                    <a:lnTo>
                      <a:pt x="294" y="332"/>
                    </a:lnTo>
                    <a:lnTo>
                      <a:pt x="291" y="334"/>
                    </a:lnTo>
                    <a:lnTo>
                      <a:pt x="291" y="334"/>
                    </a:lnTo>
                    <a:lnTo>
                      <a:pt x="286" y="335"/>
                    </a:lnTo>
                    <a:lnTo>
                      <a:pt x="282" y="337"/>
                    </a:lnTo>
                    <a:lnTo>
                      <a:pt x="277" y="338"/>
                    </a:lnTo>
                    <a:lnTo>
                      <a:pt x="273" y="340"/>
                    </a:lnTo>
                    <a:lnTo>
                      <a:pt x="268" y="341"/>
                    </a:lnTo>
                    <a:lnTo>
                      <a:pt x="264" y="343"/>
                    </a:lnTo>
                    <a:lnTo>
                      <a:pt x="260" y="344"/>
                    </a:lnTo>
                    <a:lnTo>
                      <a:pt x="256" y="346"/>
                    </a:lnTo>
                    <a:lnTo>
                      <a:pt x="254" y="347"/>
                    </a:lnTo>
                    <a:lnTo>
                      <a:pt x="251" y="347"/>
                    </a:lnTo>
                    <a:lnTo>
                      <a:pt x="246" y="349"/>
                    </a:lnTo>
                    <a:lnTo>
                      <a:pt x="242" y="350"/>
                    </a:lnTo>
                    <a:lnTo>
                      <a:pt x="237" y="352"/>
                    </a:lnTo>
                    <a:lnTo>
                      <a:pt x="234" y="353"/>
                    </a:lnTo>
                    <a:lnTo>
                      <a:pt x="229" y="354"/>
                    </a:lnTo>
                    <a:lnTo>
                      <a:pt x="225" y="355"/>
                    </a:lnTo>
                    <a:lnTo>
                      <a:pt x="224" y="356"/>
                    </a:lnTo>
                    <a:lnTo>
                      <a:pt x="220" y="357"/>
                    </a:lnTo>
                    <a:lnTo>
                      <a:pt x="216" y="359"/>
                    </a:lnTo>
                    <a:lnTo>
                      <a:pt x="211" y="360"/>
                    </a:lnTo>
                    <a:lnTo>
                      <a:pt x="207" y="362"/>
                    </a:lnTo>
                    <a:lnTo>
                      <a:pt x="204" y="363"/>
                    </a:lnTo>
                    <a:lnTo>
                      <a:pt x="199" y="365"/>
                    </a:lnTo>
                    <a:lnTo>
                      <a:pt x="195" y="367"/>
                    </a:lnTo>
                    <a:lnTo>
                      <a:pt x="190" y="368"/>
                    </a:lnTo>
                    <a:lnTo>
                      <a:pt x="186" y="370"/>
                    </a:lnTo>
                    <a:lnTo>
                      <a:pt x="181" y="372"/>
                    </a:lnTo>
                    <a:lnTo>
                      <a:pt x="177" y="373"/>
                    </a:lnTo>
                    <a:lnTo>
                      <a:pt x="175" y="374"/>
                    </a:lnTo>
                    <a:lnTo>
                      <a:pt x="173" y="375"/>
                    </a:lnTo>
                    <a:lnTo>
                      <a:pt x="169" y="376"/>
                    </a:lnTo>
                    <a:lnTo>
                      <a:pt x="165" y="378"/>
                    </a:lnTo>
                    <a:lnTo>
                      <a:pt x="160" y="380"/>
                    </a:lnTo>
                    <a:lnTo>
                      <a:pt x="156" y="381"/>
                    </a:lnTo>
                    <a:lnTo>
                      <a:pt x="151" y="383"/>
                    </a:lnTo>
                    <a:lnTo>
                      <a:pt x="147" y="383"/>
                    </a:lnTo>
                    <a:lnTo>
                      <a:pt x="143" y="385"/>
                    </a:lnTo>
                    <a:lnTo>
                      <a:pt x="139" y="387"/>
                    </a:lnTo>
                    <a:lnTo>
                      <a:pt x="135" y="388"/>
                    </a:lnTo>
                    <a:lnTo>
                      <a:pt x="130" y="390"/>
                    </a:lnTo>
                    <a:lnTo>
                      <a:pt x="126" y="391"/>
                    </a:lnTo>
                    <a:lnTo>
                      <a:pt x="121" y="393"/>
                    </a:lnTo>
                    <a:lnTo>
                      <a:pt x="118" y="395"/>
                    </a:lnTo>
                    <a:lnTo>
                      <a:pt x="114" y="396"/>
                    </a:lnTo>
                    <a:lnTo>
                      <a:pt x="109" y="398"/>
                    </a:lnTo>
                    <a:lnTo>
                      <a:pt x="105" y="400"/>
                    </a:lnTo>
                    <a:lnTo>
                      <a:pt x="105" y="400"/>
                    </a:lnTo>
                    <a:lnTo>
                      <a:pt x="104" y="400"/>
                    </a:lnTo>
                    <a:lnTo>
                      <a:pt x="104" y="400"/>
                    </a:lnTo>
                    <a:lnTo>
                      <a:pt x="103" y="401"/>
                    </a:lnTo>
                    <a:lnTo>
                      <a:pt x="103" y="401"/>
                    </a:lnTo>
                    <a:lnTo>
                      <a:pt x="103" y="401"/>
                    </a:lnTo>
                    <a:lnTo>
                      <a:pt x="102" y="401"/>
                    </a:lnTo>
                    <a:lnTo>
                      <a:pt x="102" y="401"/>
                    </a:lnTo>
                    <a:lnTo>
                      <a:pt x="101" y="402"/>
                    </a:lnTo>
                    <a:lnTo>
                      <a:pt x="101" y="402"/>
                    </a:lnTo>
                    <a:lnTo>
                      <a:pt x="100" y="402"/>
                    </a:lnTo>
                    <a:lnTo>
                      <a:pt x="100" y="402"/>
                    </a:lnTo>
                    <a:lnTo>
                      <a:pt x="100" y="402"/>
                    </a:lnTo>
                    <a:lnTo>
                      <a:pt x="99" y="403"/>
                    </a:lnTo>
                    <a:lnTo>
                      <a:pt x="98" y="403"/>
                    </a:lnTo>
                    <a:lnTo>
                      <a:pt x="98" y="403"/>
                    </a:lnTo>
                    <a:lnTo>
                      <a:pt x="97" y="404"/>
                    </a:lnTo>
                    <a:lnTo>
                      <a:pt x="97" y="404"/>
                    </a:lnTo>
                    <a:lnTo>
                      <a:pt x="96" y="404"/>
                    </a:lnTo>
                    <a:lnTo>
                      <a:pt x="95" y="405"/>
                    </a:lnTo>
                    <a:lnTo>
                      <a:pt x="93" y="406"/>
                    </a:lnTo>
                    <a:lnTo>
                      <a:pt x="92" y="407"/>
                    </a:lnTo>
                    <a:lnTo>
                      <a:pt x="91" y="407"/>
                    </a:lnTo>
                    <a:lnTo>
                      <a:pt x="89" y="408"/>
                    </a:lnTo>
                    <a:lnTo>
                      <a:pt x="89" y="409"/>
                    </a:lnTo>
                    <a:lnTo>
                      <a:pt x="87" y="410"/>
                    </a:lnTo>
                    <a:lnTo>
                      <a:pt x="86" y="411"/>
                    </a:lnTo>
                    <a:lnTo>
                      <a:pt x="84" y="412"/>
                    </a:lnTo>
                    <a:lnTo>
                      <a:pt x="83" y="412"/>
                    </a:lnTo>
                    <a:lnTo>
                      <a:pt x="81" y="413"/>
                    </a:lnTo>
                    <a:lnTo>
                      <a:pt x="78" y="415"/>
                    </a:lnTo>
                    <a:lnTo>
                      <a:pt x="75" y="417"/>
                    </a:lnTo>
                    <a:lnTo>
                      <a:pt x="72" y="419"/>
                    </a:lnTo>
                    <a:lnTo>
                      <a:pt x="68" y="421"/>
                    </a:lnTo>
                    <a:lnTo>
                      <a:pt x="67" y="422"/>
                    </a:lnTo>
                    <a:lnTo>
                      <a:pt x="65" y="423"/>
                    </a:lnTo>
                    <a:lnTo>
                      <a:pt x="63" y="424"/>
                    </a:lnTo>
                    <a:lnTo>
                      <a:pt x="61" y="425"/>
                    </a:lnTo>
                    <a:lnTo>
                      <a:pt x="60" y="426"/>
                    </a:lnTo>
                    <a:lnTo>
                      <a:pt x="59" y="427"/>
                    </a:lnTo>
                    <a:lnTo>
                      <a:pt x="57" y="428"/>
                    </a:lnTo>
                    <a:lnTo>
                      <a:pt x="56" y="430"/>
                    </a:lnTo>
                    <a:lnTo>
                      <a:pt x="54" y="431"/>
                    </a:lnTo>
                    <a:lnTo>
                      <a:pt x="52" y="432"/>
                    </a:lnTo>
                    <a:lnTo>
                      <a:pt x="50" y="433"/>
                    </a:lnTo>
                    <a:lnTo>
                      <a:pt x="49" y="434"/>
                    </a:lnTo>
                    <a:lnTo>
                      <a:pt x="48" y="434"/>
                    </a:lnTo>
                    <a:lnTo>
                      <a:pt x="47" y="435"/>
                    </a:lnTo>
                    <a:lnTo>
                      <a:pt x="46" y="435"/>
                    </a:lnTo>
                    <a:lnTo>
                      <a:pt x="45" y="436"/>
                    </a:lnTo>
                    <a:lnTo>
                      <a:pt x="44" y="436"/>
                    </a:lnTo>
                    <a:lnTo>
                      <a:pt x="44" y="436"/>
                    </a:lnTo>
                    <a:lnTo>
                      <a:pt x="43" y="437"/>
                    </a:lnTo>
                    <a:lnTo>
                      <a:pt x="42" y="437"/>
                    </a:lnTo>
                    <a:lnTo>
                      <a:pt x="42" y="437"/>
                    </a:lnTo>
                    <a:lnTo>
                      <a:pt x="41" y="438"/>
                    </a:lnTo>
                    <a:lnTo>
                      <a:pt x="40" y="438"/>
                    </a:lnTo>
                    <a:lnTo>
                      <a:pt x="39" y="439"/>
                    </a:lnTo>
                    <a:lnTo>
                      <a:pt x="39" y="439"/>
                    </a:lnTo>
                    <a:lnTo>
                      <a:pt x="38" y="440"/>
                    </a:lnTo>
                    <a:lnTo>
                      <a:pt x="37" y="440"/>
                    </a:lnTo>
                    <a:lnTo>
                      <a:pt x="36" y="440"/>
                    </a:lnTo>
                    <a:lnTo>
                      <a:pt x="35" y="441"/>
                    </a:lnTo>
                    <a:lnTo>
                      <a:pt x="34" y="441"/>
                    </a:lnTo>
                    <a:lnTo>
                      <a:pt x="34" y="442"/>
                    </a:lnTo>
                    <a:lnTo>
                      <a:pt x="33" y="442"/>
                    </a:lnTo>
                    <a:lnTo>
                      <a:pt x="32" y="442"/>
                    </a:lnTo>
                    <a:lnTo>
                      <a:pt x="31" y="442"/>
                    </a:lnTo>
                    <a:lnTo>
                      <a:pt x="31" y="442"/>
                    </a:lnTo>
                    <a:lnTo>
                      <a:pt x="31" y="442"/>
                    </a:lnTo>
                    <a:lnTo>
                      <a:pt x="30" y="443"/>
                    </a:lnTo>
                    <a:lnTo>
                      <a:pt x="29" y="443"/>
                    </a:lnTo>
                    <a:lnTo>
                      <a:pt x="28" y="443"/>
                    </a:lnTo>
                    <a:lnTo>
                      <a:pt x="27" y="444"/>
                    </a:lnTo>
                    <a:lnTo>
                      <a:pt x="27" y="444"/>
                    </a:lnTo>
                    <a:lnTo>
                      <a:pt x="26" y="444"/>
                    </a:lnTo>
                    <a:lnTo>
                      <a:pt x="25" y="445"/>
                    </a:lnTo>
                    <a:lnTo>
                      <a:pt x="24" y="445"/>
                    </a:lnTo>
                    <a:lnTo>
                      <a:pt x="23" y="445"/>
                    </a:lnTo>
                    <a:lnTo>
                      <a:pt x="23" y="445"/>
                    </a:lnTo>
                    <a:lnTo>
                      <a:pt x="22" y="446"/>
                    </a:lnTo>
                    <a:lnTo>
                      <a:pt x="21" y="446"/>
                    </a:lnTo>
                    <a:lnTo>
                      <a:pt x="20" y="446"/>
                    </a:lnTo>
                    <a:lnTo>
                      <a:pt x="19" y="446"/>
                    </a:lnTo>
                    <a:lnTo>
                      <a:pt x="19" y="446"/>
                    </a:lnTo>
                    <a:lnTo>
                      <a:pt x="18" y="447"/>
                    </a:lnTo>
                    <a:lnTo>
                      <a:pt x="17" y="447"/>
                    </a:lnTo>
                    <a:lnTo>
                      <a:pt x="16" y="447"/>
                    </a:lnTo>
                    <a:lnTo>
                      <a:pt x="15" y="447"/>
                    </a:lnTo>
                    <a:lnTo>
                      <a:pt x="15" y="447"/>
                    </a:lnTo>
                    <a:lnTo>
                      <a:pt x="15" y="447"/>
                    </a:lnTo>
                    <a:lnTo>
                      <a:pt x="14" y="447"/>
                    </a:lnTo>
                    <a:lnTo>
                      <a:pt x="14" y="447"/>
                    </a:lnTo>
                    <a:lnTo>
                      <a:pt x="13" y="447"/>
                    </a:lnTo>
                    <a:lnTo>
                      <a:pt x="13" y="447"/>
                    </a:lnTo>
                    <a:lnTo>
                      <a:pt x="13" y="447"/>
                    </a:lnTo>
                    <a:lnTo>
                      <a:pt x="12" y="447"/>
                    </a:lnTo>
                    <a:lnTo>
                      <a:pt x="12" y="447"/>
                    </a:lnTo>
                    <a:lnTo>
                      <a:pt x="11" y="447"/>
                    </a:lnTo>
                    <a:lnTo>
                      <a:pt x="11" y="447"/>
                    </a:lnTo>
                    <a:lnTo>
                      <a:pt x="11" y="447"/>
                    </a:lnTo>
                    <a:lnTo>
                      <a:pt x="11" y="447"/>
                    </a:lnTo>
                    <a:lnTo>
                      <a:pt x="3" y="444"/>
                    </a:lnTo>
                    <a:lnTo>
                      <a:pt x="0" y="437"/>
                    </a:lnTo>
                    <a:lnTo>
                      <a:pt x="0" y="437"/>
                    </a:lnTo>
                    <a:lnTo>
                      <a:pt x="2" y="429"/>
                    </a:lnTo>
                    <a:lnTo>
                      <a:pt x="10" y="426"/>
                    </a:lnTo>
                    <a:lnTo>
                      <a:pt x="11" y="426"/>
                    </a:lnTo>
                    <a:lnTo>
                      <a:pt x="11" y="426"/>
                    </a:lnTo>
                    <a:lnTo>
                      <a:pt x="11" y="426"/>
                    </a:lnTo>
                    <a:lnTo>
                      <a:pt x="11" y="426"/>
                    </a:lnTo>
                    <a:lnTo>
                      <a:pt x="11" y="426"/>
                    </a:lnTo>
                    <a:lnTo>
                      <a:pt x="11" y="426"/>
                    </a:lnTo>
                    <a:lnTo>
                      <a:pt x="11" y="426"/>
                    </a:lnTo>
                    <a:lnTo>
                      <a:pt x="11" y="426"/>
                    </a:lnTo>
                    <a:lnTo>
                      <a:pt x="12" y="426"/>
                    </a:lnTo>
                    <a:lnTo>
                      <a:pt x="12" y="426"/>
                    </a:lnTo>
                    <a:lnTo>
                      <a:pt x="12" y="426"/>
                    </a:lnTo>
                    <a:lnTo>
                      <a:pt x="12" y="426"/>
                    </a:lnTo>
                    <a:lnTo>
                      <a:pt x="12" y="426"/>
                    </a:lnTo>
                    <a:lnTo>
                      <a:pt x="13" y="426"/>
                    </a:lnTo>
                    <a:lnTo>
                      <a:pt x="13" y="426"/>
                    </a:lnTo>
                    <a:lnTo>
                      <a:pt x="14" y="425"/>
                    </a:lnTo>
                    <a:lnTo>
                      <a:pt x="14" y="425"/>
                    </a:lnTo>
                    <a:lnTo>
                      <a:pt x="14" y="425"/>
                    </a:lnTo>
                    <a:lnTo>
                      <a:pt x="15" y="425"/>
                    </a:lnTo>
                    <a:lnTo>
                      <a:pt x="15" y="425"/>
                    </a:lnTo>
                    <a:lnTo>
                      <a:pt x="16" y="425"/>
                    </a:lnTo>
                    <a:lnTo>
                      <a:pt x="16" y="425"/>
                    </a:lnTo>
                    <a:lnTo>
                      <a:pt x="17" y="424"/>
                    </a:lnTo>
                    <a:lnTo>
                      <a:pt x="18" y="424"/>
                    </a:lnTo>
                    <a:lnTo>
                      <a:pt x="18" y="424"/>
                    </a:lnTo>
                    <a:lnTo>
                      <a:pt x="19" y="424"/>
                    </a:lnTo>
                    <a:lnTo>
                      <a:pt x="19" y="424"/>
                    </a:lnTo>
                    <a:lnTo>
                      <a:pt x="20" y="423"/>
                    </a:lnTo>
                    <a:lnTo>
                      <a:pt x="20" y="423"/>
                    </a:lnTo>
                    <a:lnTo>
                      <a:pt x="21" y="423"/>
                    </a:lnTo>
                    <a:lnTo>
                      <a:pt x="22" y="423"/>
                    </a:lnTo>
                    <a:lnTo>
                      <a:pt x="22" y="422"/>
                    </a:lnTo>
                    <a:lnTo>
                      <a:pt x="23" y="422"/>
                    </a:lnTo>
                    <a:lnTo>
                      <a:pt x="24" y="422"/>
                    </a:lnTo>
                    <a:lnTo>
                      <a:pt x="24" y="421"/>
                    </a:lnTo>
                    <a:lnTo>
                      <a:pt x="25" y="421"/>
                    </a:lnTo>
                    <a:lnTo>
                      <a:pt x="26" y="421"/>
                    </a:lnTo>
                    <a:lnTo>
                      <a:pt x="26" y="420"/>
                    </a:lnTo>
                    <a:lnTo>
                      <a:pt x="27" y="420"/>
                    </a:lnTo>
                    <a:lnTo>
                      <a:pt x="28" y="420"/>
                    </a:lnTo>
                    <a:lnTo>
                      <a:pt x="28" y="419"/>
                    </a:lnTo>
                    <a:lnTo>
                      <a:pt x="29" y="419"/>
                    </a:lnTo>
                    <a:lnTo>
                      <a:pt x="30" y="419"/>
                    </a:lnTo>
                    <a:lnTo>
                      <a:pt x="31" y="418"/>
                    </a:lnTo>
                    <a:lnTo>
                      <a:pt x="31" y="418"/>
                    </a:lnTo>
                    <a:lnTo>
                      <a:pt x="31" y="417"/>
                    </a:lnTo>
                    <a:lnTo>
                      <a:pt x="31" y="417"/>
                    </a:lnTo>
                    <a:lnTo>
                      <a:pt x="32" y="417"/>
                    </a:lnTo>
                    <a:lnTo>
                      <a:pt x="33" y="417"/>
                    </a:lnTo>
                    <a:lnTo>
                      <a:pt x="33" y="416"/>
                    </a:lnTo>
                    <a:lnTo>
                      <a:pt x="34" y="416"/>
                    </a:lnTo>
                    <a:lnTo>
                      <a:pt x="35" y="415"/>
                    </a:lnTo>
                    <a:lnTo>
                      <a:pt x="36" y="415"/>
                    </a:lnTo>
                    <a:lnTo>
                      <a:pt x="37" y="414"/>
                    </a:lnTo>
                    <a:lnTo>
                      <a:pt x="37" y="414"/>
                    </a:lnTo>
                    <a:lnTo>
                      <a:pt x="39" y="413"/>
                    </a:lnTo>
                    <a:lnTo>
                      <a:pt x="40" y="412"/>
                    </a:lnTo>
                    <a:lnTo>
                      <a:pt x="42" y="412"/>
                    </a:lnTo>
                    <a:lnTo>
                      <a:pt x="44" y="411"/>
                    </a:lnTo>
                    <a:lnTo>
                      <a:pt x="45" y="410"/>
                    </a:lnTo>
                    <a:lnTo>
                      <a:pt x="47" y="409"/>
                    </a:lnTo>
                    <a:lnTo>
                      <a:pt x="49" y="408"/>
                    </a:lnTo>
                    <a:lnTo>
                      <a:pt x="50" y="407"/>
                    </a:lnTo>
                    <a:lnTo>
                      <a:pt x="52" y="406"/>
                    </a:lnTo>
                    <a:lnTo>
                      <a:pt x="53" y="405"/>
                    </a:lnTo>
                    <a:lnTo>
                      <a:pt x="55" y="404"/>
                    </a:lnTo>
                    <a:lnTo>
                      <a:pt x="57" y="403"/>
                    </a:lnTo>
                    <a:lnTo>
                      <a:pt x="60" y="400"/>
                    </a:lnTo>
                    <a:lnTo>
                      <a:pt x="62" y="398"/>
                    </a:lnTo>
                    <a:lnTo>
                      <a:pt x="65" y="396"/>
                    </a:lnTo>
                    <a:lnTo>
                      <a:pt x="69" y="394"/>
                    </a:lnTo>
                    <a:lnTo>
                      <a:pt x="70" y="393"/>
                    </a:lnTo>
                    <a:lnTo>
                      <a:pt x="72" y="392"/>
                    </a:lnTo>
                    <a:lnTo>
                      <a:pt x="73" y="391"/>
                    </a:lnTo>
                    <a:lnTo>
                      <a:pt x="75" y="390"/>
                    </a:lnTo>
                    <a:lnTo>
                      <a:pt x="76" y="389"/>
                    </a:lnTo>
                    <a:lnTo>
                      <a:pt x="78" y="388"/>
                    </a:lnTo>
                    <a:lnTo>
                      <a:pt x="79" y="387"/>
                    </a:lnTo>
                    <a:lnTo>
                      <a:pt x="81" y="386"/>
                    </a:lnTo>
                    <a:lnTo>
                      <a:pt x="82" y="385"/>
                    </a:lnTo>
                    <a:lnTo>
                      <a:pt x="83" y="384"/>
                    </a:lnTo>
                    <a:lnTo>
                      <a:pt x="85" y="383"/>
                    </a:lnTo>
                    <a:lnTo>
                      <a:pt x="85" y="383"/>
                    </a:lnTo>
                    <a:lnTo>
                      <a:pt x="86" y="383"/>
                    </a:lnTo>
                    <a:lnTo>
                      <a:pt x="87" y="383"/>
                    </a:lnTo>
                    <a:lnTo>
                      <a:pt x="87" y="383"/>
                    </a:lnTo>
                    <a:lnTo>
                      <a:pt x="88" y="382"/>
                    </a:lnTo>
                    <a:lnTo>
                      <a:pt x="89" y="382"/>
                    </a:lnTo>
                    <a:lnTo>
                      <a:pt x="89" y="382"/>
                    </a:lnTo>
                    <a:lnTo>
                      <a:pt x="89" y="382"/>
                    </a:lnTo>
                    <a:lnTo>
                      <a:pt x="89" y="381"/>
                    </a:lnTo>
                    <a:lnTo>
                      <a:pt x="90" y="381"/>
                    </a:lnTo>
                    <a:lnTo>
                      <a:pt x="90" y="381"/>
                    </a:lnTo>
                    <a:lnTo>
                      <a:pt x="91" y="380"/>
                    </a:lnTo>
                    <a:lnTo>
                      <a:pt x="92" y="380"/>
                    </a:lnTo>
                    <a:lnTo>
                      <a:pt x="92" y="380"/>
                    </a:lnTo>
                    <a:lnTo>
                      <a:pt x="93" y="379"/>
                    </a:lnTo>
                    <a:lnTo>
                      <a:pt x="93" y="379"/>
                    </a:lnTo>
                    <a:lnTo>
                      <a:pt x="94" y="379"/>
                    </a:lnTo>
                    <a:lnTo>
                      <a:pt x="95" y="378"/>
                    </a:lnTo>
                    <a:lnTo>
                      <a:pt x="95" y="378"/>
                    </a:lnTo>
                    <a:lnTo>
                      <a:pt x="99" y="376"/>
                    </a:lnTo>
                    <a:lnTo>
                      <a:pt x="104" y="374"/>
                    </a:lnTo>
                    <a:lnTo>
                      <a:pt x="108" y="372"/>
                    </a:lnTo>
                    <a:lnTo>
                      <a:pt x="112" y="370"/>
                    </a:lnTo>
                    <a:lnTo>
                      <a:pt x="116" y="368"/>
                    </a:lnTo>
                    <a:lnTo>
                      <a:pt x="120" y="366"/>
                    </a:lnTo>
                    <a:lnTo>
                      <a:pt x="124" y="364"/>
                    </a:lnTo>
                    <a:lnTo>
                      <a:pt x="128" y="362"/>
                    </a:lnTo>
                    <a:lnTo>
                      <a:pt x="133" y="360"/>
                    </a:lnTo>
                    <a:lnTo>
                      <a:pt x="137" y="358"/>
                    </a:lnTo>
                    <a:lnTo>
                      <a:pt x="141" y="356"/>
                    </a:lnTo>
                    <a:lnTo>
                      <a:pt x="145" y="354"/>
                    </a:lnTo>
                    <a:lnTo>
                      <a:pt x="149" y="353"/>
                    </a:lnTo>
                    <a:lnTo>
                      <a:pt x="153" y="351"/>
                    </a:lnTo>
                    <a:lnTo>
                      <a:pt x="157" y="349"/>
                    </a:lnTo>
                    <a:lnTo>
                      <a:pt x="161" y="347"/>
                    </a:lnTo>
                    <a:lnTo>
                      <a:pt x="163" y="346"/>
                    </a:lnTo>
                    <a:lnTo>
                      <a:pt x="166" y="345"/>
                    </a:lnTo>
                    <a:lnTo>
                      <a:pt x="170" y="343"/>
                    </a:lnTo>
                    <a:lnTo>
                      <a:pt x="174" y="341"/>
                    </a:lnTo>
                    <a:lnTo>
                      <a:pt x="178" y="339"/>
                    </a:lnTo>
                    <a:lnTo>
                      <a:pt x="182" y="337"/>
                    </a:lnTo>
                    <a:lnTo>
                      <a:pt x="186" y="335"/>
                    </a:lnTo>
                    <a:lnTo>
                      <a:pt x="191" y="333"/>
                    </a:lnTo>
                    <a:lnTo>
                      <a:pt x="195" y="331"/>
                    </a:lnTo>
                    <a:lnTo>
                      <a:pt x="200" y="329"/>
                    </a:lnTo>
                    <a:lnTo>
                      <a:pt x="204" y="327"/>
                    </a:lnTo>
                    <a:lnTo>
                      <a:pt x="207" y="325"/>
                    </a:lnTo>
                    <a:lnTo>
                      <a:pt x="211" y="324"/>
                    </a:lnTo>
                    <a:lnTo>
                      <a:pt x="212" y="324"/>
                    </a:lnTo>
                    <a:lnTo>
                      <a:pt x="216" y="322"/>
                    </a:lnTo>
                    <a:lnTo>
                      <a:pt x="220" y="320"/>
                    </a:lnTo>
                    <a:lnTo>
                      <a:pt x="225" y="318"/>
                    </a:lnTo>
                    <a:lnTo>
                      <a:pt x="229" y="316"/>
                    </a:lnTo>
                    <a:lnTo>
                      <a:pt x="233" y="314"/>
                    </a:lnTo>
                    <a:lnTo>
                      <a:pt x="237" y="312"/>
                    </a:lnTo>
                    <a:lnTo>
                      <a:pt x="239" y="311"/>
                    </a:lnTo>
                    <a:lnTo>
                      <a:pt x="241" y="310"/>
                    </a:lnTo>
                    <a:lnTo>
                      <a:pt x="246" y="308"/>
                    </a:lnTo>
                    <a:lnTo>
                      <a:pt x="250" y="306"/>
                    </a:lnTo>
                    <a:lnTo>
                      <a:pt x="254" y="304"/>
                    </a:lnTo>
                    <a:lnTo>
                      <a:pt x="259" y="302"/>
                    </a:lnTo>
                    <a:lnTo>
                      <a:pt x="262" y="301"/>
                    </a:lnTo>
                    <a:lnTo>
                      <a:pt x="267" y="299"/>
                    </a:lnTo>
                    <a:lnTo>
                      <a:pt x="271" y="297"/>
                    </a:lnTo>
                    <a:lnTo>
                      <a:pt x="275" y="295"/>
                    </a:lnTo>
                    <a:lnTo>
                      <a:pt x="276" y="295"/>
                    </a:lnTo>
                    <a:lnTo>
                      <a:pt x="280" y="294"/>
                    </a:lnTo>
                    <a:lnTo>
                      <a:pt x="284" y="292"/>
                    </a:lnTo>
                    <a:lnTo>
                      <a:pt x="289" y="290"/>
                    </a:lnTo>
                    <a:lnTo>
                      <a:pt x="292" y="289"/>
                    </a:lnTo>
                    <a:lnTo>
                      <a:pt x="297" y="287"/>
                    </a:lnTo>
                    <a:lnTo>
                      <a:pt x="301" y="285"/>
                    </a:lnTo>
                    <a:lnTo>
                      <a:pt x="306" y="284"/>
                    </a:lnTo>
                    <a:lnTo>
                      <a:pt x="311" y="282"/>
                    </a:lnTo>
                    <a:lnTo>
                      <a:pt x="315" y="280"/>
                    </a:lnTo>
                    <a:lnTo>
                      <a:pt x="320" y="279"/>
                    </a:lnTo>
                    <a:lnTo>
                      <a:pt x="323" y="277"/>
                    </a:lnTo>
                    <a:lnTo>
                      <a:pt x="328" y="275"/>
                    </a:lnTo>
                    <a:lnTo>
                      <a:pt x="332" y="274"/>
                    </a:lnTo>
                    <a:lnTo>
                      <a:pt x="337" y="272"/>
                    </a:lnTo>
                    <a:lnTo>
                      <a:pt x="341" y="270"/>
                    </a:lnTo>
                    <a:lnTo>
                      <a:pt x="346" y="268"/>
                    </a:lnTo>
                    <a:lnTo>
                      <a:pt x="349" y="267"/>
                    </a:lnTo>
                    <a:lnTo>
                      <a:pt x="354" y="265"/>
                    </a:lnTo>
                    <a:lnTo>
                      <a:pt x="358" y="265"/>
                    </a:lnTo>
                    <a:lnTo>
                      <a:pt x="363" y="263"/>
                    </a:lnTo>
                    <a:lnTo>
                      <a:pt x="368" y="261"/>
                    </a:lnTo>
                    <a:lnTo>
                      <a:pt x="372" y="260"/>
                    </a:lnTo>
                    <a:lnTo>
                      <a:pt x="377" y="258"/>
                    </a:lnTo>
                    <a:lnTo>
                      <a:pt x="380" y="256"/>
                    </a:lnTo>
                    <a:lnTo>
                      <a:pt x="385" y="255"/>
                    </a:lnTo>
                    <a:lnTo>
                      <a:pt x="389" y="253"/>
                    </a:lnTo>
                    <a:lnTo>
                      <a:pt x="394" y="251"/>
                    </a:lnTo>
                    <a:lnTo>
                      <a:pt x="398" y="250"/>
                    </a:lnTo>
                    <a:lnTo>
                      <a:pt x="403" y="248"/>
                    </a:lnTo>
                    <a:lnTo>
                      <a:pt x="407" y="247"/>
                    </a:lnTo>
                    <a:lnTo>
                      <a:pt x="411" y="245"/>
                    </a:lnTo>
                    <a:lnTo>
                      <a:pt x="416" y="243"/>
                    </a:lnTo>
                    <a:lnTo>
                      <a:pt x="420" y="242"/>
                    </a:lnTo>
                    <a:lnTo>
                      <a:pt x="425" y="240"/>
                    </a:lnTo>
                    <a:lnTo>
                      <a:pt x="429" y="239"/>
                    </a:lnTo>
                    <a:lnTo>
                      <a:pt x="434" y="237"/>
                    </a:lnTo>
                    <a:lnTo>
                      <a:pt x="438" y="236"/>
                    </a:lnTo>
                    <a:lnTo>
                      <a:pt x="442" y="235"/>
                    </a:lnTo>
                    <a:lnTo>
                      <a:pt x="447" y="234"/>
                    </a:lnTo>
                    <a:lnTo>
                      <a:pt x="451" y="232"/>
                    </a:lnTo>
                    <a:lnTo>
                      <a:pt x="456" y="230"/>
                    </a:lnTo>
                    <a:lnTo>
                      <a:pt x="461" y="229"/>
                    </a:lnTo>
                    <a:lnTo>
                      <a:pt x="465" y="227"/>
                    </a:lnTo>
                    <a:lnTo>
                      <a:pt x="466" y="227"/>
                    </a:lnTo>
                    <a:lnTo>
                      <a:pt x="469" y="226"/>
                    </a:lnTo>
                    <a:lnTo>
                      <a:pt x="473" y="224"/>
                    </a:lnTo>
                    <a:lnTo>
                      <a:pt x="478" y="223"/>
                    </a:lnTo>
                    <a:lnTo>
                      <a:pt x="482" y="221"/>
                    </a:lnTo>
                    <a:lnTo>
                      <a:pt x="487" y="220"/>
                    </a:lnTo>
                    <a:lnTo>
                      <a:pt x="492" y="218"/>
                    </a:lnTo>
                    <a:lnTo>
                      <a:pt x="495" y="217"/>
                    </a:lnTo>
                    <a:lnTo>
                      <a:pt x="500" y="215"/>
                    </a:lnTo>
                    <a:lnTo>
                      <a:pt x="504" y="214"/>
                    </a:lnTo>
                    <a:lnTo>
                      <a:pt x="509" y="212"/>
                    </a:lnTo>
                    <a:lnTo>
                      <a:pt x="514" y="211"/>
                    </a:lnTo>
                    <a:lnTo>
                      <a:pt x="518" y="210"/>
                    </a:lnTo>
                    <a:lnTo>
                      <a:pt x="523" y="208"/>
                    </a:lnTo>
                    <a:lnTo>
                      <a:pt x="526" y="207"/>
                    </a:lnTo>
                    <a:lnTo>
                      <a:pt x="531" y="206"/>
                    </a:lnTo>
                    <a:lnTo>
                      <a:pt x="536" y="205"/>
                    </a:lnTo>
                    <a:lnTo>
                      <a:pt x="540" y="203"/>
                    </a:lnTo>
                    <a:lnTo>
                      <a:pt x="545" y="202"/>
                    </a:lnTo>
                    <a:lnTo>
                      <a:pt x="549" y="201"/>
                    </a:lnTo>
                    <a:lnTo>
                      <a:pt x="553" y="199"/>
                    </a:lnTo>
                    <a:lnTo>
                      <a:pt x="558" y="198"/>
                    </a:lnTo>
                    <a:lnTo>
                      <a:pt x="562" y="196"/>
                    </a:lnTo>
                    <a:lnTo>
                      <a:pt x="567" y="195"/>
                    </a:lnTo>
                    <a:lnTo>
                      <a:pt x="571" y="194"/>
                    </a:lnTo>
                    <a:lnTo>
                      <a:pt x="576" y="192"/>
                    </a:lnTo>
                    <a:lnTo>
                      <a:pt x="580" y="191"/>
                    </a:lnTo>
                    <a:lnTo>
                      <a:pt x="584" y="190"/>
                    </a:lnTo>
                    <a:lnTo>
                      <a:pt x="589" y="188"/>
                    </a:lnTo>
                    <a:lnTo>
                      <a:pt x="593" y="187"/>
                    </a:lnTo>
                    <a:lnTo>
                      <a:pt x="598" y="185"/>
                    </a:lnTo>
                    <a:lnTo>
                      <a:pt x="602" y="184"/>
                    </a:lnTo>
                    <a:lnTo>
                      <a:pt x="607" y="183"/>
                    </a:lnTo>
                    <a:lnTo>
                      <a:pt x="611" y="182"/>
                    </a:lnTo>
                    <a:lnTo>
                      <a:pt x="615" y="180"/>
                    </a:lnTo>
                    <a:lnTo>
                      <a:pt x="620" y="179"/>
                    </a:lnTo>
                    <a:lnTo>
                      <a:pt x="624" y="178"/>
                    </a:lnTo>
                    <a:lnTo>
                      <a:pt x="629" y="177"/>
                    </a:lnTo>
                    <a:lnTo>
                      <a:pt x="633" y="176"/>
                    </a:lnTo>
                    <a:lnTo>
                      <a:pt x="637" y="175"/>
                    </a:lnTo>
                    <a:lnTo>
                      <a:pt x="642" y="173"/>
                    </a:lnTo>
                    <a:lnTo>
                      <a:pt x="646" y="172"/>
                    </a:lnTo>
                    <a:lnTo>
                      <a:pt x="651" y="171"/>
                    </a:lnTo>
                    <a:lnTo>
                      <a:pt x="654" y="170"/>
                    </a:lnTo>
                    <a:lnTo>
                      <a:pt x="657" y="169"/>
                    </a:lnTo>
                    <a:lnTo>
                      <a:pt x="661" y="168"/>
                    </a:lnTo>
                    <a:lnTo>
                      <a:pt x="664" y="167"/>
                    </a:lnTo>
                    <a:lnTo>
                      <a:pt x="670" y="166"/>
                    </a:lnTo>
                    <a:lnTo>
                      <a:pt x="677" y="164"/>
                    </a:lnTo>
                    <a:lnTo>
                      <a:pt x="683" y="162"/>
                    </a:lnTo>
                    <a:lnTo>
                      <a:pt x="690" y="160"/>
                    </a:lnTo>
                    <a:lnTo>
                      <a:pt x="691" y="160"/>
                    </a:lnTo>
                    <a:lnTo>
                      <a:pt x="691" y="159"/>
                    </a:lnTo>
                    <a:lnTo>
                      <a:pt x="690" y="158"/>
                    </a:lnTo>
                    <a:lnTo>
                      <a:pt x="689" y="155"/>
                    </a:lnTo>
                    <a:lnTo>
                      <a:pt x="689" y="155"/>
                    </a:lnTo>
                    <a:lnTo>
                      <a:pt x="690" y="155"/>
                    </a:lnTo>
                    <a:lnTo>
                      <a:pt x="690" y="155"/>
                    </a:lnTo>
                    <a:lnTo>
                      <a:pt x="691" y="154"/>
                    </a:lnTo>
                    <a:lnTo>
                      <a:pt x="692" y="154"/>
                    </a:lnTo>
                    <a:lnTo>
                      <a:pt x="693" y="153"/>
                    </a:lnTo>
                    <a:lnTo>
                      <a:pt x="694" y="152"/>
                    </a:lnTo>
                    <a:lnTo>
                      <a:pt x="694" y="152"/>
                    </a:lnTo>
                    <a:lnTo>
                      <a:pt x="695" y="151"/>
                    </a:lnTo>
                    <a:lnTo>
                      <a:pt x="695" y="150"/>
                    </a:lnTo>
                    <a:lnTo>
                      <a:pt x="697" y="149"/>
                    </a:lnTo>
                    <a:lnTo>
                      <a:pt x="698" y="148"/>
                    </a:lnTo>
                    <a:lnTo>
                      <a:pt x="699" y="148"/>
                    </a:lnTo>
                    <a:lnTo>
                      <a:pt x="700" y="147"/>
                    </a:lnTo>
                    <a:lnTo>
                      <a:pt x="701" y="147"/>
                    </a:lnTo>
                    <a:lnTo>
                      <a:pt x="703" y="146"/>
                    </a:lnTo>
                    <a:lnTo>
                      <a:pt x="704" y="145"/>
                    </a:lnTo>
                    <a:lnTo>
                      <a:pt x="705" y="143"/>
                    </a:lnTo>
                    <a:lnTo>
                      <a:pt x="707" y="142"/>
                    </a:lnTo>
                    <a:lnTo>
                      <a:pt x="708" y="141"/>
                    </a:lnTo>
                    <a:lnTo>
                      <a:pt x="710" y="140"/>
                    </a:lnTo>
                    <a:lnTo>
                      <a:pt x="713" y="138"/>
                    </a:lnTo>
                    <a:lnTo>
                      <a:pt x="716" y="135"/>
                    </a:lnTo>
                    <a:lnTo>
                      <a:pt x="716" y="135"/>
                    </a:lnTo>
                    <a:lnTo>
                      <a:pt x="719" y="132"/>
                    </a:lnTo>
                    <a:lnTo>
                      <a:pt x="722" y="130"/>
                    </a:lnTo>
                    <a:lnTo>
                      <a:pt x="725" y="127"/>
                    </a:lnTo>
                    <a:lnTo>
                      <a:pt x="729" y="124"/>
                    </a:lnTo>
                    <a:lnTo>
                      <a:pt x="732" y="121"/>
                    </a:lnTo>
                    <a:lnTo>
                      <a:pt x="736" y="118"/>
                    </a:lnTo>
                    <a:lnTo>
                      <a:pt x="740" y="115"/>
                    </a:lnTo>
                    <a:lnTo>
                      <a:pt x="748" y="109"/>
                    </a:lnTo>
                    <a:lnTo>
                      <a:pt x="755" y="102"/>
                    </a:lnTo>
                    <a:lnTo>
                      <a:pt x="764" y="95"/>
                    </a:lnTo>
                    <a:lnTo>
                      <a:pt x="772" y="88"/>
                    </a:lnTo>
                    <a:lnTo>
                      <a:pt x="776" y="86"/>
                    </a:lnTo>
                    <a:lnTo>
                      <a:pt x="781" y="82"/>
                    </a:lnTo>
                    <a:lnTo>
                      <a:pt x="784" y="79"/>
                    </a:lnTo>
                    <a:lnTo>
                      <a:pt x="789" y="75"/>
                    </a:lnTo>
                    <a:lnTo>
                      <a:pt x="793" y="71"/>
                    </a:lnTo>
                    <a:lnTo>
                      <a:pt x="797" y="68"/>
                    </a:lnTo>
                    <a:lnTo>
                      <a:pt x="802" y="64"/>
                    </a:lnTo>
                    <a:lnTo>
                      <a:pt x="806" y="61"/>
                    </a:lnTo>
                    <a:lnTo>
                      <a:pt x="810" y="59"/>
                    </a:lnTo>
                    <a:lnTo>
                      <a:pt x="813" y="55"/>
                    </a:lnTo>
                    <a:lnTo>
                      <a:pt x="815" y="53"/>
                    </a:lnTo>
                    <a:lnTo>
                      <a:pt x="818" y="52"/>
                    </a:lnTo>
                    <a:lnTo>
                      <a:pt x="820" y="50"/>
                    </a:lnTo>
                    <a:lnTo>
                      <a:pt x="822" y="48"/>
                    </a:lnTo>
                    <a:lnTo>
                      <a:pt x="824" y="47"/>
                    </a:lnTo>
                    <a:lnTo>
                      <a:pt x="826" y="45"/>
                    </a:lnTo>
                    <a:lnTo>
                      <a:pt x="828" y="44"/>
                    </a:lnTo>
                    <a:lnTo>
                      <a:pt x="830" y="42"/>
                    </a:lnTo>
                    <a:lnTo>
                      <a:pt x="832" y="40"/>
                    </a:lnTo>
                    <a:lnTo>
                      <a:pt x="834" y="39"/>
                    </a:lnTo>
                    <a:lnTo>
                      <a:pt x="836" y="37"/>
                    </a:lnTo>
                    <a:lnTo>
                      <a:pt x="838" y="36"/>
                    </a:lnTo>
                    <a:lnTo>
                      <a:pt x="839" y="34"/>
                    </a:lnTo>
                    <a:lnTo>
                      <a:pt x="841" y="33"/>
                    </a:lnTo>
                    <a:lnTo>
                      <a:pt x="843" y="31"/>
                    </a:lnTo>
                    <a:lnTo>
                      <a:pt x="844" y="30"/>
                    </a:lnTo>
                    <a:lnTo>
                      <a:pt x="846" y="29"/>
                    </a:lnTo>
                    <a:lnTo>
                      <a:pt x="848" y="28"/>
                    </a:lnTo>
                    <a:lnTo>
                      <a:pt x="850" y="27"/>
                    </a:lnTo>
                    <a:lnTo>
                      <a:pt x="852" y="26"/>
                    </a:lnTo>
                    <a:lnTo>
                      <a:pt x="854" y="24"/>
                    </a:lnTo>
                    <a:lnTo>
                      <a:pt x="855" y="23"/>
                    </a:lnTo>
                    <a:lnTo>
                      <a:pt x="857" y="22"/>
                    </a:lnTo>
                    <a:lnTo>
                      <a:pt x="859" y="21"/>
                    </a:lnTo>
                    <a:lnTo>
                      <a:pt x="860" y="19"/>
                    </a:lnTo>
                    <a:lnTo>
                      <a:pt x="862" y="18"/>
                    </a:lnTo>
                    <a:lnTo>
                      <a:pt x="864" y="17"/>
                    </a:lnTo>
                    <a:lnTo>
                      <a:pt x="865" y="16"/>
                    </a:lnTo>
                    <a:lnTo>
                      <a:pt x="867" y="15"/>
                    </a:lnTo>
                    <a:lnTo>
                      <a:pt x="868" y="14"/>
                    </a:lnTo>
                    <a:lnTo>
                      <a:pt x="869" y="13"/>
                    </a:lnTo>
                    <a:lnTo>
                      <a:pt x="870" y="12"/>
                    </a:lnTo>
                    <a:lnTo>
                      <a:pt x="872" y="11"/>
                    </a:lnTo>
                    <a:lnTo>
                      <a:pt x="873" y="10"/>
                    </a:lnTo>
                    <a:lnTo>
                      <a:pt x="874" y="9"/>
                    </a:lnTo>
                    <a:lnTo>
                      <a:pt x="875" y="9"/>
                    </a:lnTo>
                    <a:lnTo>
                      <a:pt x="875" y="8"/>
                    </a:lnTo>
                    <a:lnTo>
                      <a:pt x="876" y="8"/>
                    </a:lnTo>
                    <a:lnTo>
                      <a:pt x="877" y="8"/>
                    </a:lnTo>
                    <a:lnTo>
                      <a:pt x="878" y="7"/>
                    </a:lnTo>
                    <a:lnTo>
                      <a:pt x="878" y="7"/>
                    </a:lnTo>
                    <a:lnTo>
                      <a:pt x="879" y="6"/>
                    </a:lnTo>
                    <a:lnTo>
                      <a:pt x="880" y="6"/>
                    </a:lnTo>
                    <a:lnTo>
                      <a:pt x="880" y="6"/>
                    </a:lnTo>
                    <a:lnTo>
                      <a:pt x="881" y="5"/>
                    </a:lnTo>
                    <a:lnTo>
                      <a:pt x="882" y="5"/>
                    </a:lnTo>
                    <a:lnTo>
                      <a:pt x="882" y="4"/>
                    </a:lnTo>
                    <a:lnTo>
                      <a:pt x="883" y="4"/>
                    </a:lnTo>
                    <a:lnTo>
                      <a:pt x="884" y="4"/>
                    </a:lnTo>
                    <a:lnTo>
                      <a:pt x="884" y="3"/>
                    </a:lnTo>
                    <a:lnTo>
                      <a:pt x="885" y="3"/>
                    </a:lnTo>
                    <a:lnTo>
                      <a:pt x="886" y="3"/>
                    </a:lnTo>
                    <a:lnTo>
                      <a:pt x="886" y="2"/>
                    </a:lnTo>
                    <a:lnTo>
                      <a:pt x="887" y="2"/>
                    </a:lnTo>
                    <a:lnTo>
                      <a:pt x="889" y="1"/>
                    </a:lnTo>
                    <a:lnTo>
                      <a:pt x="891" y="1"/>
                    </a:lnTo>
                    <a:lnTo>
                      <a:pt x="893" y="0"/>
                    </a:lnTo>
                    <a:lnTo>
                      <a:pt x="896" y="0"/>
                    </a:lnTo>
                    <a:lnTo>
                      <a:pt x="897" y="0"/>
                    </a:lnTo>
                    <a:lnTo>
                      <a:pt x="897" y="0"/>
                    </a:lnTo>
                    <a:close/>
                    <a:moveTo>
                      <a:pt x="872" y="63"/>
                    </a:moveTo>
                    <a:lnTo>
                      <a:pt x="870" y="64"/>
                    </a:lnTo>
                    <a:lnTo>
                      <a:pt x="868" y="66"/>
                    </a:lnTo>
                    <a:lnTo>
                      <a:pt x="867" y="67"/>
                    </a:lnTo>
                    <a:lnTo>
                      <a:pt x="866" y="68"/>
                    </a:lnTo>
                    <a:lnTo>
                      <a:pt x="866" y="68"/>
                    </a:lnTo>
                    <a:lnTo>
                      <a:pt x="864" y="70"/>
                    </a:lnTo>
                    <a:lnTo>
                      <a:pt x="862" y="71"/>
                    </a:lnTo>
                    <a:lnTo>
                      <a:pt x="860" y="73"/>
                    </a:lnTo>
                    <a:lnTo>
                      <a:pt x="858" y="74"/>
                    </a:lnTo>
                    <a:lnTo>
                      <a:pt x="856" y="76"/>
                    </a:lnTo>
                    <a:lnTo>
                      <a:pt x="854" y="77"/>
                    </a:lnTo>
                    <a:lnTo>
                      <a:pt x="852" y="79"/>
                    </a:lnTo>
                    <a:lnTo>
                      <a:pt x="850" y="80"/>
                    </a:lnTo>
                    <a:lnTo>
                      <a:pt x="848" y="82"/>
                    </a:lnTo>
                    <a:lnTo>
                      <a:pt x="846" y="84"/>
                    </a:lnTo>
                    <a:lnTo>
                      <a:pt x="844" y="85"/>
                    </a:lnTo>
                    <a:lnTo>
                      <a:pt x="842" y="87"/>
                    </a:lnTo>
                    <a:lnTo>
                      <a:pt x="840" y="88"/>
                    </a:lnTo>
                    <a:lnTo>
                      <a:pt x="837" y="91"/>
                    </a:lnTo>
                    <a:lnTo>
                      <a:pt x="832" y="94"/>
                    </a:lnTo>
                    <a:lnTo>
                      <a:pt x="828" y="98"/>
                    </a:lnTo>
                    <a:lnTo>
                      <a:pt x="824" y="101"/>
                    </a:lnTo>
                    <a:lnTo>
                      <a:pt x="820" y="105"/>
                    </a:lnTo>
                    <a:lnTo>
                      <a:pt x="815" y="108"/>
                    </a:lnTo>
                    <a:lnTo>
                      <a:pt x="811" y="112"/>
                    </a:lnTo>
                    <a:lnTo>
                      <a:pt x="808" y="115"/>
                    </a:lnTo>
                    <a:lnTo>
                      <a:pt x="803" y="118"/>
                    </a:lnTo>
                    <a:lnTo>
                      <a:pt x="799" y="121"/>
                    </a:lnTo>
                    <a:lnTo>
                      <a:pt x="791" y="128"/>
                    </a:lnTo>
                    <a:lnTo>
                      <a:pt x="790" y="129"/>
                    </a:lnTo>
                    <a:lnTo>
                      <a:pt x="790" y="129"/>
                    </a:lnTo>
                    <a:lnTo>
                      <a:pt x="792" y="128"/>
                    </a:lnTo>
                    <a:lnTo>
                      <a:pt x="794" y="127"/>
                    </a:lnTo>
                    <a:lnTo>
                      <a:pt x="795" y="127"/>
                    </a:lnTo>
                    <a:lnTo>
                      <a:pt x="797" y="126"/>
                    </a:lnTo>
                    <a:lnTo>
                      <a:pt x="799" y="125"/>
                    </a:lnTo>
                    <a:lnTo>
                      <a:pt x="800" y="125"/>
                    </a:lnTo>
                    <a:lnTo>
                      <a:pt x="802" y="124"/>
                    </a:lnTo>
                    <a:lnTo>
                      <a:pt x="803" y="123"/>
                    </a:lnTo>
                    <a:lnTo>
                      <a:pt x="805" y="123"/>
                    </a:lnTo>
                    <a:lnTo>
                      <a:pt x="806" y="122"/>
                    </a:lnTo>
                    <a:lnTo>
                      <a:pt x="808" y="121"/>
                    </a:lnTo>
                    <a:lnTo>
                      <a:pt x="810" y="121"/>
                    </a:lnTo>
                    <a:lnTo>
                      <a:pt x="811" y="120"/>
                    </a:lnTo>
                    <a:lnTo>
                      <a:pt x="812" y="119"/>
                    </a:lnTo>
                    <a:lnTo>
                      <a:pt x="813" y="119"/>
                    </a:lnTo>
                    <a:lnTo>
                      <a:pt x="815" y="118"/>
                    </a:lnTo>
                    <a:lnTo>
                      <a:pt x="816" y="118"/>
                    </a:lnTo>
                    <a:lnTo>
                      <a:pt x="818" y="118"/>
                    </a:lnTo>
                    <a:lnTo>
                      <a:pt x="819" y="117"/>
                    </a:lnTo>
                    <a:lnTo>
                      <a:pt x="821" y="116"/>
                    </a:lnTo>
                    <a:lnTo>
                      <a:pt x="822" y="115"/>
                    </a:lnTo>
                    <a:lnTo>
                      <a:pt x="824" y="115"/>
                    </a:lnTo>
                    <a:lnTo>
                      <a:pt x="825" y="114"/>
                    </a:lnTo>
                    <a:lnTo>
                      <a:pt x="827" y="113"/>
                    </a:lnTo>
                    <a:lnTo>
                      <a:pt x="828" y="113"/>
                    </a:lnTo>
                    <a:lnTo>
                      <a:pt x="830" y="112"/>
                    </a:lnTo>
                    <a:lnTo>
                      <a:pt x="831" y="111"/>
                    </a:lnTo>
                    <a:lnTo>
                      <a:pt x="833" y="110"/>
                    </a:lnTo>
                    <a:lnTo>
                      <a:pt x="834" y="110"/>
                    </a:lnTo>
                    <a:lnTo>
                      <a:pt x="835" y="109"/>
                    </a:lnTo>
                    <a:lnTo>
                      <a:pt x="837" y="108"/>
                    </a:lnTo>
                    <a:lnTo>
                      <a:pt x="838" y="107"/>
                    </a:lnTo>
                    <a:lnTo>
                      <a:pt x="839" y="106"/>
                    </a:lnTo>
                    <a:lnTo>
                      <a:pt x="840" y="106"/>
                    </a:lnTo>
                    <a:lnTo>
                      <a:pt x="841" y="105"/>
                    </a:lnTo>
                    <a:lnTo>
                      <a:pt x="843" y="104"/>
                    </a:lnTo>
                    <a:lnTo>
                      <a:pt x="844" y="103"/>
                    </a:lnTo>
                    <a:lnTo>
                      <a:pt x="846" y="102"/>
                    </a:lnTo>
                    <a:lnTo>
                      <a:pt x="847" y="102"/>
                    </a:lnTo>
                    <a:lnTo>
                      <a:pt x="848" y="101"/>
                    </a:lnTo>
                    <a:lnTo>
                      <a:pt x="850" y="100"/>
                    </a:lnTo>
                    <a:lnTo>
                      <a:pt x="851" y="99"/>
                    </a:lnTo>
                    <a:lnTo>
                      <a:pt x="852" y="98"/>
                    </a:lnTo>
                    <a:lnTo>
                      <a:pt x="853" y="98"/>
                    </a:lnTo>
                    <a:lnTo>
                      <a:pt x="853" y="98"/>
                    </a:lnTo>
                    <a:lnTo>
                      <a:pt x="853" y="98"/>
                    </a:lnTo>
                    <a:lnTo>
                      <a:pt x="853" y="97"/>
                    </a:lnTo>
                    <a:lnTo>
                      <a:pt x="854" y="97"/>
                    </a:lnTo>
                    <a:lnTo>
                      <a:pt x="854" y="97"/>
                    </a:lnTo>
                    <a:lnTo>
                      <a:pt x="854" y="97"/>
                    </a:lnTo>
                    <a:lnTo>
                      <a:pt x="855" y="97"/>
                    </a:lnTo>
                    <a:lnTo>
                      <a:pt x="855" y="96"/>
                    </a:lnTo>
                    <a:lnTo>
                      <a:pt x="855" y="96"/>
                    </a:lnTo>
                    <a:lnTo>
                      <a:pt x="856" y="96"/>
                    </a:lnTo>
                    <a:lnTo>
                      <a:pt x="856" y="95"/>
                    </a:lnTo>
                    <a:lnTo>
                      <a:pt x="856" y="95"/>
                    </a:lnTo>
                    <a:lnTo>
                      <a:pt x="857" y="95"/>
                    </a:lnTo>
                    <a:lnTo>
                      <a:pt x="857" y="95"/>
                    </a:lnTo>
                    <a:lnTo>
                      <a:pt x="857" y="94"/>
                    </a:lnTo>
                    <a:lnTo>
                      <a:pt x="858" y="94"/>
                    </a:lnTo>
                    <a:lnTo>
                      <a:pt x="858" y="94"/>
                    </a:lnTo>
                    <a:lnTo>
                      <a:pt x="858" y="93"/>
                    </a:lnTo>
                    <a:lnTo>
                      <a:pt x="859" y="93"/>
                    </a:lnTo>
                    <a:lnTo>
                      <a:pt x="859" y="93"/>
                    </a:lnTo>
                    <a:lnTo>
                      <a:pt x="859" y="92"/>
                    </a:lnTo>
                    <a:lnTo>
                      <a:pt x="860" y="92"/>
                    </a:lnTo>
                    <a:lnTo>
                      <a:pt x="860" y="92"/>
                    </a:lnTo>
                    <a:lnTo>
                      <a:pt x="860" y="91"/>
                    </a:lnTo>
                    <a:lnTo>
                      <a:pt x="861" y="91"/>
                    </a:lnTo>
                    <a:lnTo>
                      <a:pt x="861" y="91"/>
                    </a:lnTo>
                    <a:lnTo>
                      <a:pt x="861" y="90"/>
                    </a:lnTo>
                    <a:lnTo>
                      <a:pt x="862" y="90"/>
                    </a:lnTo>
                    <a:lnTo>
                      <a:pt x="862" y="90"/>
                    </a:lnTo>
                    <a:lnTo>
                      <a:pt x="862" y="89"/>
                    </a:lnTo>
                    <a:lnTo>
                      <a:pt x="863" y="89"/>
                    </a:lnTo>
                    <a:lnTo>
                      <a:pt x="863" y="89"/>
                    </a:lnTo>
                    <a:lnTo>
                      <a:pt x="863" y="88"/>
                    </a:lnTo>
                    <a:lnTo>
                      <a:pt x="863" y="88"/>
                    </a:lnTo>
                    <a:lnTo>
                      <a:pt x="864" y="88"/>
                    </a:lnTo>
                    <a:lnTo>
                      <a:pt x="864" y="88"/>
                    </a:lnTo>
                    <a:lnTo>
                      <a:pt x="864" y="88"/>
                    </a:lnTo>
                    <a:lnTo>
                      <a:pt x="865" y="87"/>
                    </a:lnTo>
                    <a:lnTo>
                      <a:pt x="865" y="87"/>
                    </a:lnTo>
                    <a:lnTo>
                      <a:pt x="865" y="86"/>
                    </a:lnTo>
                    <a:lnTo>
                      <a:pt x="866" y="86"/>
                    </a:lnTo>
                    <a:lnTo>
                      <a:pt x="866" y="86"/>
                    </a:lnTo>
                    <a:lnTo>
                      <a:pt x="866" y="85"/>
                    </a:lnTo>
                    <a:lnTo>
                      <a:pt x="866" y="85"/>
                    </a:lnTo>
                    <a:lnTo>
                      <a:pt x="867" y="84"/>
                    </a:lnTo>
                    <a:lnTo>
                      <a:pt x="867" y="84"/>
                    </a:lnTo>
                    <a:lnTo>
                      <a:pt x="867" y="84"/>
                    </a:lnTo>
                    <a:lnTo>
                      <a:pt x="868" y="83"/>
                    </a:lnTo>
                    <a:lnTo>
                      <a:pt x="868" y="83"/>
                    </a:lnTo>
                    <a:lnTo>
                      <a:pt x="868" y="82"/>
                    </a:lnTo>
                    <a:lnTo>
                      <a:pt x="868" y="82"/>
                    </a:lnTo>
                    <a:lnTo>
                      <a:pt x="868" y="82"/>
                    </a:lnTo>
                    <a:lnTo>
                      <a:pt x="868" y="81"/>
                    </a:lnTo>
                    <a:lnTo>
                      <a:pt x="868" y="81"/>
                    </a:lnTo>
                    <a:lnTo>
                      <a:pt x="869" y="80"/>
                    </a:lnTo>
                    <a:lnTo>
                      <a:pt x="869" y="80"/>
                    </a:lnTo>
                    <a:lnTo>
                      <a:pt x="869" y="79"/>
                    </a:lnTo>
                    <a:lnTo>
                      <a:pt x="869" y="79"/>
                    </a:lnTo>
                    <a:lnTo>
                      <a:pt x="870" y="78"/>
                    </a:lnTo>
                    <a:lnTo>
                      <a:pt x="870" y="78"/>
                    </a:lnTo>
                    <a:lnTo>
                      <a:pt x="870" y="77"/>
                    </a:lnTo>
                    <a:lnTo>
                      <a:pt x="870" y="77"/>
                    </a:lnTo>
                    <a:lnTo>
                      <a:pt x="870" y="76"/>
                    </a:lnTo>
                    <a:lnTo>
                      <a:pt x="870" y="75"/>
                    </a:lnTo>
                    <a:lnTo>
                      <a:pt x="870" y="74"/>
                    </a:lnTo>
                    <a:lnTo>
                      <a:pt x="871" y="73"/>
                    </a:lnTo>
                    <a:lnTo>
                      <a:pt x="871" y="72"/>
                    </a:lnTo>
                    <a:lnTo>
                      <a:pt x="871" y="71"/>
                    </a:lnTo>
                    <a:lnTo>
                      <a:pt x="871" y="70"/>
                    </a:lnTo>
                    <a:lnTo>
                      <a:pt x="871" y="68"/>
                    </a:lnTo>
                    <a:lnTo>
                      <a:pt x="872" y="67"/>
                    </a:lnTo>
                    <a:lnTo>
                      <a:pt x="872" y="66"/>
                    </a:lnTo>
                    <a:lnTo>
                      <a:pt x="872" y="64"/>
                    </a:lnTo>
                    <a:lnTo>
                      <a:pt x="872" y="63"/>
                    </a:lnTo>
                    <a:lnTo>
                      <a:pt x="872" y="62"/>
                    </a:lnTo>
                    <a:lnTo>
                      <a:pt x="872" y="63"/>
                    </a:lnTo>
                    <a:lnTo>
                      <a:pt x="872" y="63"/>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grpSp>
      </p:grpSp>
    </p:spTree>
    <p:extLst>
      <p:ext uri="{BB962C8B-B14F-4D97-AF65-F5344CB8AC3E}">
        <p14:creationId xmlns:p14="http://schemas.microsoft.com/office/powerpoint/2010/main" val="155358408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9B329-566B-6F85-36F7-E68F24F8218C}"/>
            </a:ext>
          </a:extLst>
        </p:cNvPr>
        <p:cNvGrpSpPr/>
        <p:nvPr/>
      </p:nvGrpSpPr>
      <p:grpSpPr>
        <a:xfrm>
          <a:off x="0" y="0"/>
          <a:ext cx="0" cy="0"/>
          <a:chOff x="0" y="0"/>
          <a:chExt cx="0" cy="0"/>
        </a:xfrm>
      </p:grpSpPr>
      <p:sp>
        <p:nvSpPr>
          <p:cNvPr id="83" name="任意多边形: 形状 82">
            <a:extLst>
              <a:ext uri="{FF2B5EF4-FFF2-40B4-BE49-F238E27FC236}">
                <a16:creationId xmlns:a16="http://schemas.microsoft.com/office/drawing/2014/main" id="{B5302869-3BDB-9CBE-5DE0-CDA5AB1C3B5E}"/>
              </a:ext>
            </a:extLst>
          </p:cNvPr>
          <p:cNvSpPr/>
          <p:nvPr/>
        </p:nvSpPr>
        <p:spPr>
          <a:xfrm flipH="1">
            <a:off x="1618" y="0"/>
            <a:ext cx="12190382" cy="2021756"/>
          </a:xfrm>
          <a:custGeom>
            <a:avLst/>
            <a:gdLst>
              <a:gd name="csX0" fmla="*/ 12190382 w 12190382"/>
              <a:gd name="csY0" fmla="*/ 0 h 2021756"/>
              <a:gd name="csX1" fmla="*/ 6096001 w 12190382"/>
              <a:gd name="csY1" fmla="*/ 0 h 2021756"/>
              <a:gd name="csX2" fmla="*/ 6094381 w 12190382"/>
              <a:gd name="csY2" fmla="*/ 0 h 2021756"/>
              <a:gd name="csX3" fmla="*/ 0 w 12190382"/>
              <a:gd name="csY3" fmla="*/ 0 h 2021756"/>
              <a:gd name="csX4" fmla="*/ 0 w 12190382"/>
              <a:gd name="csY4" fmla="*/ 700529 h 2021756"/>
              <a:gd name="csX5" fmla="*/ 5177130 w 12190382"/>
              <a:gd name="csY5" fmla="*/ 1897501 h 2021756"/>
              <a:gd name="csX6" fmla="*/ 6094381 w 12190382"/>
              <a:gd name="csY6" fmla="*/ 2021537 h 2021756"/>
              <a:gd name="csX7" fmla="*/ 6094381 w 12190382"/>
              <a:gd name="csY7" fmla="*/ 2021756 h 2021756"/>
              <a:gd name="csX8" fmla="*/ 6095191 w 12190382"/>
              <a:gd name="csY8" fmla="*/ 2021647 h 2021756"/>
              <a:gd name="csX9" fmla="*/ 6096001 w 12190382"/>
              <a:gd name="csY9" fmla="*/ 2021756 h 2021756"/>
              <a:gd name="csX10" fmla="*/ 6096001 w 12190382"/>
              <a:gd name="csY10" fmla="*/ 2021537 h 2021756"/>
              <a:gd name="csX11" fmla="*/ 7013251 w 12190382"/>
              <a:gd name="csY11" fmla="*/ 1897501 h 2021756"/>
              <a:gd name="csX12" fmla="*/ 12190382 w 12190382"/>
              <a:gd name="csY12" fmla="*/ 700529 h 20217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190382" h="2021756">
                <a:moveTo>
                  <a:pt x="12190382" y="0"/>
                </a:moveTo>
                <a:lnTo>
                  <a:pt x="6096001" y="0"/>
                </a:lnTo>
                <a:lnTo>
                  <a:pt x="6094381" y="0"/>
                </a:lnTo>
                <a:lnTo>
                  <a:pt x="0" y="0"/>
                </a:lnTo>
                <a:lnTo>
                  <a:pt x="0" y="700529"/>
                </a:lnTo>
                <a:cubicBezTo>
                  <a:pt x="1260753" y="1197829"/>
                  <a:pt x="3071763" y="1594130"/>
                  <a:pt x="5177130" y="1897501"/>
                </a:cubicBezTo>
                <a:lnTo>
                  <a:pt x="6094381" y="2021537"/>
                </a:lnTo>
                <a:lnTo>
                  <a:pt x="6094381" y="2021756"/>
                </a:lnTo>
                <a:lnTo>
                  <a:pt x="6095191" y="2021647"/>
                </a:lnTo>
                <a:lnTo>
                  <a:pt x="6096001" y="2021756"/>
                </a:lnTo>
                <a:lnTo>
                  <a:pt x="6096001" y="2021537"/>
                </a:lnTo>
                <a:lnTo>
                  <a:pt x="7013251" y="1897501"/>
                </a:lnTo>
                <a:cubicBezTo>
                  <a:pt x="9118619" y="1594130"/>
                  <a:pt x="10929629" y="1197829"/>
                  <a:pt x="12190382" y="700529"/>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9" name="缺角矩形 8">
            <a:extLst>
              <a:ext uri="{FF2B5EF4-FFF2-40B4-BE49-F238E27FC236}">
                <a16:creationId xmlns:a16="http://schemas.microsoft.com/office/drawing/2014/main" id="{FC122C28-675E-0EE7-3C4C-9B09E9847A1F}"/>
              </a:ext>
            </a:extLst>
          </p:cNvPr>
          <p:cNvSpPr/>
          <p:nvPr/>
        </p:nvSpPr>
        <p:spPr>
          <a:xfrm>
            <a:off x="264707" y="241499"/>
            <a:ext cx="11691611" cy="6400400"/>
          </a:xfrm>
          <a:prstGeom prst="plaque">
            <a:avLst>
              <a:gd name="adj" fmla="val 6108"/>
            </a:avLst>
          </a:prstGeom>
          <a:noFill/>
          <a:ln w="25400">
            <a:solidFill>
              <a:srgbClr val="D5AC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BE3089D9-5551-65F9-BA7A-08265E57A134}"/>
              </a:ext>
            </a:extLst>
          </p:cNvPr>
          <p:cNvSpPr txBox="1"/>
          <p:nvPr/>
        </p:nvSpPr>
        <p:spPr>
          <a:xfrm>
            <a:off x="5325682" y="525600"/>
            <a:ext cx="1569660" cy="923330"/>
          </a:xfrm>
          <a:prstGeom prst="rect">
            <a:avLst/>
          </a:prstGeom>
          <a:noFill/>
        </p:spPr>
        <p:txBody>
          <a:bodyPr wrap="none" rtlCol="0">
            <a:spAutoFit/>
          </a:bodyPr>
          <a:lstStyle/>
          <a:p>
            <a:r>
              <a:rPr lang="zh-CN" altLang="en-US" sz="5400" dirty="0">
                <a:solidFill>
                  <a:srgbClr val="D5AC59"/>
                </a:solidFill>
                <a:latin typeface="思源黑体 CN Heavy" panose="020B0A00000000000000" pitchFamily="34" charset="-122"/>
                <a:ea typeface="思源黑体 CN Heavy" panose="020B0A00000000000000" pitchFamily="34" charset="-122"/>
                <a:cs typeface="+mn-ea"/>
                <a:sym typeface="+mn-lt"/>
              </a:rPr>
              <a:t>目录</a:t>
            </a:r>
          </a:p>
        </p:txBody>
      </p:sp>
      <p:grpSp>
        <p:nvGrpSpPr>
          <p:cNvPr id="24" name="组合 23">
            <a:extLst>
              <a:ext uri="{FF2B5EF4-FFF2-40B4-BE49-F238E27FC236}">
                <a16:creationId xmlns:a16="http://schemas.microsoft.com/office/drawing/2014/main" id="{CD61BB7B-F752-2B80-64EC-C77415EF7A12}"/>
              </a:ext>
            </a:extLst>
          </p:cNvPr>
          <p:cNvGrpSpPr/>
          <p:nvPr/>
        </p:nvGrpSpPr>
        <p:grpSpPr>
          <a:xfrm>
            <a:off x="4804766" y="1391807"/>
            <a:ext cx="2582467" cy="229065"/>
            <a:chOff x="2472431" y="4836245"/>
            <a:chExt cx="4484651" cy="397789"/>
          </a:xfrm>
        </p:grpSpPr>
        <p:sp>
          <p:nvSpPr>
            <p:cNvPr id="33" name="Freeform 10">
              <a:extLst>
                <a:ext uri="{FF2B5EF4-FFF2-40B4-BE49-F238E27FC236}">
                  <a16:creationId xmlns:a16="http://schemas.microsoft.com/office/drawing/2014/main" id="{438D527C-3DD6-11AA-C2B7-EA3FF4BFA567}"/>
                </a:ext>
              </a:extLst>
            </p:cNvPr>
            <p:cNvSpPr>
              <a:spLocks/>
            </p:cNvSpPr>
            <p:nvPr/>
          </p:nvSpPr>
          <p:spPr bwMode="auto">
            <a:xfrm flipV="1">
              <a:off x="2931677" y="4865961"/>
              <a:ext cx="3528000" cy="127644"/>
            </a:xfrm>
            <a:custGeom>
              <a:avLst/>
              <a:gdLst>
                <a:gd name="T0" fmla="*/ 32 w 4179"/>
                <a:gd name="T1" fmla="*/ 0 h 195"/>
                <a:gd name="T2" fmla="*/ 3682 w 4179"/>
                <a:gd name="T3" fmla="*/ 74 h 195"/>
                <a:gd name="T4" fmla="*/ 4168 w 4179"/>
                <a:gd name="T5" fmla="*/ 0 h 195"/>
                <a:gd name="T6" fmla="*/ 4175 w 4179"/>
                <a:gd name="T7" fmla="*/ 5 h 195"/>
                <a:gd name="T8" fmla="*/ 4156 w 4179"/>
                <a:gd name="T9" fmla="*/ 32 h 195"/>
                <a:gd name="T10" fmla="*/ 1797 w 4179"/>
                <a:gd name="T11" fmla="*/ 177 h 195"/>
                <a:gd name="T12" fmla="*/ 25 w 4179"/>
                <a:gd name="T13" fmla="*/ 18 h 195"/>
                <a:gd name="T14" fmla="*/ 26 w 4179"/>
                <a:gd name="T15" fmla="*/ 5 h 195"/>
                <a:gd name="T16" fmla="*/ 32 w 4179"/>
                <a:gd name="T1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79" h="195">
                  <a:moveTo>
                    <a:pt x="32" y="0"/>
                  </a:moveTo>
                  <a:cubicBezTo>
                    <a:pt x="1257" y="166"/>
                    <a:pt x="2440" y="161"/>
                    <a:pt x="3682" y="74"/>
                  </a:cubicBezTo>
                  <a:cubicBezTo>
                    <a:pt x="3848" y="63"/>
                    <a:pt x="4004" y="22"/>
                    <a:pt x="4168" y="0"/>
                  </a:cubicBezTo>
                  <a:cubicBezTo>
                    <a:pt x="4175" y="5"/>
                    <a:pt x="4175" y="5"/>
                    <a:pt x="4175" y="5"/>
                  </a:cubicBezTo>
                  <a:cubicBezTo>
                    <a:pt x="4179" y="11"/>
                    <a:pt x="4157" y="23"/>
                    <a:pt x="4156" y="32"/>
                  </a:cubicBezTo>
                  <a:cubicBezTo>
                    <a:pt x="4137" y="137"/>
                    <a:pt x="2907" y="195"/>
                    <a:pt x="1797" y="177"/>
                  </a:cubicBezTo>
                  <a:cubicBezTo>
                    <a:pt x="854" y="161"/>
                    <a:pt x="0" y="82"/>
                    <a:pt x="25" y="18"/>
                  </a:cubicBezTo>
                  <a:cubicBezTo>
                    <a:pt x="26" y="15"/>
                    <a:pt x="26" y="5"/>
                    <a:pt x="26" y="5"/>
                  </a:cubicBezTo>
                  <a:cubicBezTo>
                    <a:pt x="32" y="0"/>
                    <a:pt x="32" y="0"/>
                    <a:pt x="32" y="0"/>
                  </a:cubicBezTo>
                  <a:close/>
                </a:path>
              </a:pathLst>
            </a:custGeom>
            <a:solidFill>
              <a:srgbClr val="D5AC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grpSp>
          <p:nvGrpSpPr>
            <p:cNvPr id="34" name="组合 33">
              <a:extLst>
                <a:ext uri="{FF2B5EF4-FFF2-40B4-BE49-F238E27FC236}">
                  <a16:creationId xmlns:a16="http://schemas.microsoft.com/office/drawing/2014/main" id="{E5D82CF1-8650-9CBC-8E65-DC9E736B0A96}"/>
                </a:ext>
              </a:extLst>
            </p:cNvPr>
            <p:cNvGrpSpPr/>
            <p:nvPr/>
          </p:nvGrpSpPr>
          <p:grpSpPr>
            <a:xfrm flipV="1">
              <a:off x="2472431" y="4836245"/>
              <a:ext cx="850957" cy="397789"/>
              <a:chOff x="10354675" y="4505947"/>
              <a:chExt cx="850957" cy="397789"/>
            </a:xfrm>
            <a:solidFill>
              <a:srgbClr val="D5AC59"/>
            </a:solidFill>
          </p:grpSpPr>
          <p:sp>
            <p:nvSpPr>
              <p:cNvPr id="70" name="Freeform 11">
                <a:extLst>
                  <a:ext uri="{FF2B5EF4-FFF2-40B4-BE49-F238E27FC236}">
                    <a16:creationId xmlns:a16="http://schemas.microsoft.com/office/drawing/2014/main" id="{96BBB61C-8A7D-C1A3-4F8D-ECFAC4466E1D}"/>
                  </a:ext>
                </a:extLst>
              </p:cNvPr>
              <p:cNvSpPr>
                <a:spLocks noEditPoints="1"/>
              </p:cNvSpPr>
              <p:nvPr/>
            </p:nvSpPr>
            <p:spPr bwMode="auto">
              <a:xfrm>
                <a:off x="10354675" y="4742324"/>
                <a:ext cx="709807" cy="84421"/>
              </a:xfrm>
              <a:custGeom>
                <a:avLst/>
                <a:gdLst>
                  <a:gd name="T0" fmla="*/ 1013 w 1051"/>
                  <a:gd name="T1" fmla="*/ 92 h 125"/>
                  <a:gd name="T2" fmla="*/ 932 w 1051"/>
                  <a:gd name="T3" fmla="*/ 97 h 125"/>
                  <a:gd name="T4" fmla="*/ 843 w 1051"/>
                  <a:gd name="T5" fmla="*/ 105 h 125"/>
                  <a:gd name="T6" fmla="*/ 713 w 1051"/>
                  <a:gd name="T7" fmla="*/ 119 h 125"/>
                  <a:gd name="T8" fmla="*/ 624 w 1051"/>
                  <a:gd name="T9" fmla="*/ 123 h 125"/>
                  <a:gd name="T10" fmla="*/ 553 w 1051"/>
                  <a:gd name="T11" fmla="*/ 125 h 125"/>
                  <a:gd name="T12" fmla="*/ 508 w 1051"/>
                  <a:gd name="T13" fmla="*/ 125 h 125"/>
                  <a:gd name="T14" fmla="*/ 460 w 1051"/>
                  <a:gd name="T15" fmla="*/ 123 h 125"/>
                  <a:gd name="T16" fmla="*/ 413 w 1051"/>
                  <a:gd name="T17" fmla="*/ 121 h 125"/>
                  <a:gd name="T18" fmla="*/ 339 w 1051"/>
                  <a:gd name="T19" fmla="*/ 114 h 125"/>
                  <a:gd name="T20" fmla="*/ 286 w 1051"/>
                  <a:gd name="T21" fmla="*/ 108 h 125"/>
                  <a:gd name="T22" fmla="*/ 256 w 1051"/>
                  <a:gd name="T23" fmla="*/ 103 h 125"/>
                  <a:gd name="T24" fmla="*/ 223 w 1051"/>
                  <a:gd name="T25" fmla="*/ 96 h 125"/>
                  <a:gd name="T26" fmla="*/ 193 w 1051"/>
                  <a:gd name="T27" fmla="*/ 99 h 125"/>
                  <a:gd name="T28" fmla="*/ 163 w 1051"/>
                  <a:gd name="T29" fmla="*/ 110 h 125"/>
                  <a:gd name="T30" fmla="*/ 123 w 1051"/>
                  <a:gd name="T31" fmla="*/ 115 h 125"/>
                  <a:gd name="T32" fmla="*/ 101 w 1051"/>
                  <a:gd name="T33" fmla="*/ 116 h 125"/>
                  <a:gd name="T34" fmla="*/ 81 w 1051"/>
                  <a:gd name="T35" fmla="*/ 115 h 125"/>
                  <a:gd name="T36" fmla="*/ 62 w 1051"/>
                  <a:gd name="T37" fmla="*/ 113 h 125"/>
                  <a:gd name="T38" fmla="*/ 44 w 1051"/>
                  <a:gd name="T39" fmla="*/ 108 h 125"/>
                  <a:gd name="T40" fmla="*/ 27 w 1051"/>
                  <a:gd name="T41" fmla="*/ 100 h 125"/>
                  <a:gd name="T42" fmla="*/ 13 w 1051"/>
                  <a:gd name="T43" fmla="*/ 89 h 125"/>
                  <a:gd name="T44" fmla="*/ 4 w 1051"/>
                  <a:gd name="T45" fmla="*/ 77 h 125"/>
                  <a:gd name="T46" fmla="*/ 1 w 1051"/>
                  <a:gd name="T47" fmla="*/ 65 h 125"/>
                  <a:gd name="T48" fmla="*/ 1 w 1051"/>
                  <a:gd name="T49" fmla="*/ 54 h 125"/>
                  <a:gd name="T50" fmla="*/ 5 w 1051"/>
                  <a:gd name="T51" fmla="*/ 43 h 125"/>
                  <a:gd name="T52" fmla="*/ 12 w 1051"/>
                  <a:gd name="T53" fmla="*/ 34 h 125"/>
                  <a:gd name="T54" fmla="*/ 25 w 1051"/>
                  <a:gd name="T55" fmla="*/ 25 h 125"/>
                  <a:gd name="T56" fmla="*/ 40 w 1051"/>
                  <a:gd name="T57" fmla="*/ 18 h 125"/>
                  <a:gd name="T58" fmla="*/ 61 w 1051"/>
                  <a:gd name="T59" fmla="*/ 11 h 125"/>
                  <a:gd name="T60" fmla="*/ 83 w 1051"/>
                  <a:gd name="T61" fmla="*/ 3 h 125"/>
                  <a:gd name="T62" fmla="*/ 109 w 1051"/>
                  <a:gd name="T63" fmla="*/ 4 h 125"/>
                  <a:gd name="T64" fmla="*/ 135 w 1051"/>
                  <a:gd name="T65" fmla="*/ 18 h 125"/>
                  <a:gd name="T66" fmla="*/ 152 w 1051"/>
                  <a:gd name="T67" fmla="*/ 27 h 125"/>
                  <a:gd name="T68" fmla="*/ 169 w 1051"/>
                  <a:gd name="T69" fmla="*/ 34 h 125"/>
                  <a:gd name="T70" fmla="*/ 204 w 1051"/>
                  <a:gd name="T71" fmla="*/ 47 h 125"/>
                  <a:gd name="T72" fmla="*/ 233 w 1051"/>
                  <a:gd name="T73" fmla="*/ 55 h 125"/>
                  <a:gd name="T74" fmla="*/ 263 w 1051"/>
                  <a:gd name="T75" fmla="*/ 62 h 125"/>
                  <a:gd name="T76" fmla="*/ 292 w 1051"/>
                  <a:gd name="T77" fmla="*/ 65 h 125"/>
                  <a:gd name="T78" fmla="*/ 342 w 1051"/>
                  <a:gd name="T79" fmla="*/ 71 h 125"/>
                  <a:gd name="T80" fmla="*/ 417 w 1051"/>
                  <a:gd name="T81" fmla="*/ 78 h 125"/>
                  <a:gd name="T82" fmla="*/ 462 w 1051"/>
                  <a:gd name="T83" fmla="*/ 81 h 125"/>
                  <a:gd name="T84" fmla="*/ 509 w 1051"/>
                  <a:gd name="T85" fmla="*/ 83 h 125"/>
                  <a:gd name="T86" fmla="*/ 553 w 1051"/>
                  <a:gd name="T87" fmla="*/ 83 h 125"/>
                  <a:gd name="T88" fmla="*/ 622 w 1051"/>
                  <a:gd name="T89" fmla="*/ 82 h 125"/>
                  <a:gd name="T90" fmla="*/ 711 w 1051"/>
                  <a:gd name="T91" fmla="*/ 77 h 125"/>
                  <a:gd name="T92" fmla="*/ 846 w 1051"/>
                  <a:gd name="T93" fmla="*/ 74 h 125"/>
                  <a:gd name="T94" fmla="*/ 936 w 1051"/>
                  <a:gd name="T95" fmla="*/ 71 h 125"/>
                  <a:gd name="T96" fmla="*/ 1015 w 1051"/>
                  <a:gd name="T97" fmla="*/ 71 h 125"/>
                  <a:gd name="T98" fmla="*/ 85 w 1051"/>
                  <a:gd name="T99" fmla="*/ 48 h 125"/>
                  <a:gd name="T100" fmla="*/ 63 w 1051"/>
                  <a:gd name="T101" fmla="*/ 55 h 125"/>
                  <a:gd name="T102" fmla="*/ 50 w 1051"/>
                  <a:gd name="T103" fmla="*/ 60 h 125"/>
                  <a:gd name="T104" fmla="*/ 47 w 1051"/>
                  <a:gd name="T105" fmla="*/ 63 h 125"/>
                  <a:gd name="T106" fmla="*/ 55 w 1051"/>
                  <a:gd name="T107" fmla="*/ 67 h 125"/>
                  <a:gd name="T108" fmla="*/ 67 w 1051"/>
                  <a:gd name="T109" fmla="*/ 70 h 125"/>
                  <a:gd name="T110" fmla="*/ 80 w 1051"/>
                  <a:gd name="T111" fmla="*/ 72 h 125"/>
                  <a:gd name="T112" fmla="*/ 97 w 1051"/>
                  <a:gd name="T113" fmla="*/ 73 h 125"/>
                  <a:gd name="T114" fmla="*/ 114 w 1051"/>
                  <a:gd name="T115" fmla="*/ 73 h 125"/>
                  <a:gd name="T116" fmla="*/ 143 w 1051"/>
                  <a:gd name="T117" fmla="*/ 69 h 125"/>
                  <a:gd name="T118" fmla="*/ 124 w 1051"/>
                  <a:gd name="T119" fmla="*/ 60 h 125"/>
                  <a:gd name="T120" fmla="*/ 109 w 1051"/>
                  <a:gd name="T121" fmla="*/ 53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51" h="125">
                    <a:moveTo>
                      <a:pt x="1039" y="70"/>
                    </a:moveTo>
                    <a:lnTo>
                      <a:pt x="1047" y="74"/>
                    </a:lnTo>
                    <a:lnTo>
                      <a:pt x="1051" y="82"/>
                    </a:lnTo>
                    <a:lnTo>
                      <a:pt x="1051" y="82"/>
                    </a:lnTo>
                    <a:lnTo>
                      <a:pt x="1047" y="90"/>
                    </a:lnTo>
                    <a:lnTo>
                      <a:pt x="1039" y="92"/>
                    </a:lnTo>
                    <a:lnTo>
                      <a:pt x="1039" y="92"/>
                    </a:lnTo>
                    <a:lnTo>
                      <a:pt x="1037" y="92"/>
                    </a:lnTo>
                    <a:lnTo>
                      <a:pt x="1034" y="92"/>
                    </a:lnTo>
                    <a:lnTo>
                      <a:pt x="1032" y="92"/>
                    </a:lnTo>
                    <a:lnTo>
                      <a:pt x="1029" y="92"/>
                    </a:lnTo>
                    <a:lnTo>
                      <a:pt x="1028" y="92"/>
                    </a:lnTo>
                    <a:lnTo>
                      <a:pt x="1025" y="92"/>
                    </a:lnTo>
                    <a:lnTo>
                      <a:pt x="1023" y="92"/>
                    </a:lnTo>
                    <a:lnTo>
                      <a:pt x="1020" y="92"/>
                    </a:lnTo>
                    <a:lnTo>
                      <a:pt x="1019" y="92"/>
                    </a:lnTo>
                    <a:lnTo>
                      <a:pt x="1018" y="92"/>
                    </a:lnTo>
                    <a:lnTo>
                      <a:pt x="1015" y="92"/>
                    </a:lnTo>
                    <a:lnTo>
                      <a:pt x="1013" y="92"/>
                    </a:lnTo>
                    <a:lnTo>
                      <a:pt x="1010" y="92"/>
                    </a:lnTo>
                    <a:lnTo>
                      <a:pt x="1008" y="92"/>
                    </a:lnTo>
                    <a:lnTo>
                      <a:pt x="1005" y="93"/>
                    </a:lnTo>
                    <a:lnTo>
                      <a:pt x="1001" y="93"/>
                    </a:lnTo>
                    <a:lnTo>
                      <a:pt x="996" y="93"/>
                    </a:lnTo>
                    <a:lnTo>
                      <a:pt x="991" y="93"/>
                    </a:lnTo>
                    <a:lnTo>
                      <a:pt x="986" y="93"/>
                    </a:lnTo>
                    <a:lnTo>
                      <a:pt x="981" y="94"/>
                    </a:lnTo>
                    <a:lnTo>
                      <a:pt x="976" y="94"/>
                    </a:lnTo>
                    <a:lnTo>
                      <a:pt x="972" y="94"/>
                    </a:lnTo>
                    <a:lnTo>
                      <a:pt x="967" y="95"/>
                    </a:lnTo>
                    <a:lnTo>
                      <a:pt x="962" y="95"/>
                    </a:lnTo>
                    <a:lnTo>
                      <a:pt x="960" y="95"/>
                    </a:lnTo>
                    <a:lnTo>
                      <a:pt x="957" y="95"/>
                    </a:lnTo>
                    <a:lnTo>
                      <a:pt x="951" y="96"/>
                    </a:lnTo>
                    <a:lnTo>
                      <a:pt x="946" y="96"/>
                    </a:lnTo>
                    <a:lnTo>
                      <a:pt x="942" y="96"/>
                    </a:lnTo>
                    <a:lnTo>
                      <a:pt x="937" y="97"/>
                    </a:lnTo>
                    <a:lnTo>
                      <a:pt x="932" y="97"/>
                    </a:lnTo>
                    <a:lnTo>
                      <a:pt x="927" y="97"/>
                    </a:lnTo>
                    <a:lnTo>
                      <a:pt x="922" y="98"/>
                    </a:lnTo>
                    <a:lnTo>
                      <a:pt x="917" y="98"/>
                    </a:lnTo>
                    <a:lnTo>
                      <a:pt x="913" y="99"/>
                    </a:lnTo>
                    <a:lnTo>
                      <a:pt x="908" y="99"/>
                    </a:lnTo>
                    <a:lnTo>
                      <a:pt x="903" y="99"/>
                    </a:lnTo>
                    <a:lnTo>
                      <a:pt x="902" y="100"/>
                    </a:lnTo>
                    <a:lnTo>
                      <a:pt x="897" y="100"/>
                    </a:lnTo>
                    <a:lnTo>
                      <a:pt x="892" y="100"/>
                    </a:lnTo>
                    <a:lnTo>
                      <a:pt x="887" y="101"/>
                    </a:lnTo>
                    <a:lnTo>
                      <a:pt x="883" y="101"/>
                    </a:lnTo>
                    <a:lnTo>
                      <a:pt x="878" y="101"/>
                    </a:lnTo>
                    <a:lnTo>
                      <a:pt x="873" y="102"/>
                    </a:lnTo>
                    <a:lnTo>
                      <a:pt x="868" y="102"/>
                    </a:lnTo>
                    <a:lnTo>
                      <a:pt x="863" y="103"/>
                    </a:lnTo>
                    <a:lnTo>
                      <a:pt x="858" y="103"/>
                    </a:lnTo>
                    <a:lnTo>
                      <a:pt x="853" y="104"/>
                    </a:lnTo>
                    <a:lnTo>
                      <a:pt x="848" y="104"/>
                    </a:lnTo>
                    <a:lnTo>
                      <a:pt x="843" y="105"/>
                    </a:lnTo>
                    <a:lnTo>
                      <a:pt x="833" y="105"/>
                    </a:lnTo>
                    <a:lnTo>
                      <a:pt x="824" y="106"/>
                    </a:lnTo>
                    <a:lnTo>
                      <a:pt x="813" y="107"/>
                    </a:lnTo>
                    <a:lnTo>
                      <a:pt x="807" y="108"/>
                    </a:lnTo>
                    <a:lnTo>
                      <a:pt x="803" y="108"/>
                    </a:lnTo>
                    <a:lnTo>
                      <a:pt x="784" y="111"/>
                    </a:lnTo>
                    <a:lnTo>
                      <a:pt x="773" y="113"/>
                    </a:lnTo>
                    <a:lnTo>
                      <a:pt x="773" y="113"/>
                    </a:lnTo>
                    <a:lnTo>
                      <a:pt x="764" y="114"/>
                    </a:lnTo>
                    <a:lnTo>
                      <a:pt x="754" y="115"/>
                    </a:lnTo>
                    <a:lnTo>
                      <a:pt x="749" y="116"/>
                    </a:lnTo>
                    <a:lnTo>
                      <a:pt x="743" y="117"/>
                    </a:lnTo>
                    <a:lnTo>
                      <a:pt x="739" y="117"/>
                    </a:lnTo>
                    <a:lnTo>
                      <a:pt x="734" y="118"/>
                    </a:lnTo>
                    <a:lnTo>
                      <a:pt x="729" y="118"/>
                    </a:lnTo>
                    <a:lnTo>
                      <a:pt x="729" y="118"/>
                    </a:lnTo>
                    <a:lnTo>
                      <a:pt x="724" y="119"/>
                    </a:lnTo>
                    <a:lnTo>
                      <a:pt x="719" y="119"/>
                    </a:lnTo>
                    <a:lnTo>
                      <a:pt x="713" y="119"/>
                    </a:lnTo>
                    <a:lnTo>
                      <a:pt x="709" y="120"/>
                    </a:lnTo>
                    <a:lnTo>
                      <a:pt x="704" y="120"/>
                    </a:lnTo>
                    <a:lnTo>
                      <a:pt x="699" y="120"/>
                    </a:lnTo>
                    <a:lnTo>
                      <a:pt x="694" y="121"/>
                    </a:lnTo>
                    <a:lnTo>
                      <a:pt x="688" y="121"/>
                    </a:lnTo>
                    <a:lnTo>
                      <a:pt x="683" y="121"/>
                    </a:lnTo>
                    <a:lnTo>
                      <a:pt x="679" y="121"/>
                    </a:lnTo>
                    <a:lnTo>
                      <a:pt x="674" y="121"/>
                    </a:lnTo>
                    <a:lnTo>
                      <a:pt x="669" y="121"/>
                    </a:lnTo>
                    <a:lnTo>
                      <a:pt x="663" y="121"/>
                    </a:lnTo>
                    <a:lnTo>
                      <a:pt x="658" y="122"/>
                    </a:lnTo>
                    <a:lnTo>
                      <a:pt x="653" y="122"/>
                    </a:lnTo>
                    <a:lnTo>
                      <a:pt x="649" y="122"/>
                    </a:lnTo>
                    <a:lnTo>
                      <a:pt x="649" y="122"/>
                    </a:lnTo>
                    <a:lnTo>
                      <a:pt x="644" y="122"/>
                    </a:lnTo>
                    <a:lnTo>
                      <a:pt x="639" y="123"/>
                    </a:lnTo>
                    <a:lnTo>
                      <a:pt x="633" y="123"/>
                    </a:lnTo>
                    <a:lnTo>
                      <a:pt x="628" y="123"/>
                    </a:lnTo>
                    <a:lnTo>
                      <a:pt x="624" y="123"/>
                    </a:lnTo>
                    <a:lnTo>
                      <a:pt x="619" y="123"/>
                    </a:lnTo>
                    <a:lnTo>
                      <a:pt x="614" y="124"/>
                    </a:lnTo>
                    <a:lnTo>
                      <a:pt x="608" y="124"/>
                    </a:lnTo>
                    <a:lnTo>
                      <a:pt x="603" y="124"/>
                    </a:lnTo>
                    <a:lnTo>
                      <a:pt x="598" y="124"/>
                    </a:lnTo>
                    <a:lnTo>
                      <a:pt x="594" y="124"/>
                    </a:lnTo>
                    <a:lnTo>
                      <a:pt x="589" y="124"/>
                    </a:lnTo>
                    <a:lnTo>
                      <a:pt x="583" y="124"/>
                    </a:lnTo>
                    <a:lnTo>
                      <a:pt x="578" y="125"/>
                    </a:lnTo>
                    <a:lnTo>
                      <a:pt x="576" y="125"/>
                    </a:lnTo>
                    <a:lnTo>
                      <a:pt x="573" y="125"/>
                    </a:lnTo>
                    <a:lnTo>
                      <a:pt x="570" y="125"/>
                    </a:lnTo>
                    <a:lnTo>
                      <a:pt x="568" y="125"/>
                    </a:lnTo>
                    <a:lnTo>
                      <a:pt x="566" y="125"/>
                    </a:lnTo>
                    <a:lnTo>
                      <a:pt x="564" y="125"/>
                    </a:lnTo>
                    <a:lnTo>
                      <a:pt x="561" y="125"/>
                    </a:lnTo>
                    <a:lnTo>
                      <a:pt x="558" y="125"/>
                    </a:lnTo>
                    <a:lnTo>
                      <a:pt x="556" y="125"/>
                    </a:lnTo>
                    <a:lnTo>
                      <a:pt x="553" y="125"/>
                    </a:lnTo>
                    <a:lnTo>
                      <a:pt x="551" y="125"/>
                    </a:lnTo>
                    <a:lnTo>
                      <a:pt x="548" y="125"/>
                    </a:lnTo>
                    <a:lnTo>
                      <a:pt x="545" y="125"/>
                    </a:lnTo>
                    <a:lnTo>
                      <a:pt x="543" y="125"/>
                    </a:lnTo>
                    <a:lnTo>
                      <a:pt x="540" y="125"/>
                    </a:lnTo>
                    <a:lnTo>
                      <a:pt x="538" y="125"/>
                    </a:lnTo>
                    <a:lnTo>
                      <a:pt x="537" y="125"/>
                    </a:lnTo>
                    <a:lnTo>
                      <a:pt x="536" y="125"/>
                    </a:lnTo>
                    <a:lnTo>
                      <a:pt x="533" y="125"/>
                    </a:lnTo>
                    <a:lnTo>
                      <a:pt x="531" y="125"/>
                    </a:lnTo>
                    <a:lnTo>
                      <a:pt x="528" y="125"/>
                    </a:lnTo>
                    <a:lnTo>
                      <a:pt x="526" y="125"/>
                    </a:lnTo>
                    <a:lnTo>
                      <a:pt x="523" y="125"/>
                    </a:lnTo>
                    <a:lnTo>
                      <a:pt x="520" y="125"/>
                    </a:lnTo>
                    <a:lnTo>
                      <a:pt x="518" y="125"/>
                    </a:lnTo>
                    <a:lnTo>
                      <a:pt x="515" y="125"/>
                    </a:lnTo>
                    <a:lnTo>
                      <a:pt x="513" y="125"/>
                    </a:lnTo>
                    <a:lnTo>
                      <a:pt x="510" y="125"/>
                    </a:lnTo>
                    <a:lnTo>
                      <a:pt x="508" y="125"/>
                    </a:lnTo>
                    <a:lnTo>
                      <a:pt x="506" y="125"/>
                    </a:lnTo>
                    <a:lnTo>
                      <a:pt x="503" y="125"/>
                    </a:lnTo>
                    <a:lnTo>
                      <a:pt x="501" y="124"/>
                    </a:lnTo>
                    <a:lnTo>
                      <a:pt x="498" y="124"/>
                    </a:lnTo>
                    <a:lnTo>
                      <a:pt x="495" y="124"/>
                    </a:lnTo>
                    <a:lnTo>
                      <a:pt x="493" y="124"/>
                    </a:lnTo>
                    <a:lnTo>
                      <a:pt x="490" y="124"/>
                    </a:lnTo>
                    <a:lnTo>
                      <a:pt x="488" y="124"/>
                    </a:lnTo>
                    <a:lnTo>
                      <a:pt x="485" y="124"/>
                    </a:lnTo>
                    <a:lnTo>
                      <a:pt x="482" y="124"/>
                    </a:lnTo>
                    <a:lnTo>
                      <a:pt x="480" y="124"/>
                    </a:lnTo>
                    <a:lnTo>
                      <a:pt x="478" y="124"/>
                    </a:lnTo>
                    <a:lnTo>
                      <a:pt x="476" y="124"/>
                    </a:lnTo>
                    <a:lnTo>
                      <a:pt x="473" y="124"/>
                    </a:lnTo>
                    <a:lnTo>
                      <a:pt x="470" y="123"/>
                    </a:lnTo>
                    <a:lnTo>
                      <a:pt x="468" y="123"/>
                    </a:lnTo>
                    <a:lnTo>
                      <a:pt x="465" y="123"/>
                    </a:lnTo>
                    <a:lnTo>
                      <a:pt x="463" y="123"/>
                    </a:lnTo>
                    <a:lnTo>
                      <a:pt x="460" y="123"/>
                    </a:lnTo>
                    <a:lnTo>
                      <a:pt x="457" y="123"/>
                    </a:lnTo>
                    <a:lnTo>
                      <a:pt x="455" y="123"/>
                    </a:lnTo>
                    <a:lnTo>
                      <a:pt x="452" y="122"/>
                    </a:lnTo>
                    <a:lnTo>
                      <a:pt x="451" y="122"/>
                    </a:lnTo>
                    <a:lnTo>
                      <a:pt x="448" y="122"/>
                    </a:lnTo>
                    <a:lnTo>
                      <a:pt x="446" y="122"/>
                    </a:lnTo>
                    <a:lnTo>
                      <a:pt x="443" y="122"/>
                    </a:lnTo>
                    <a:lnTo>
                      <a:pt x="440" y="122"/>
                    </a:lnTo>
                    <a:lnTo>
                      <a:pt x="438" y="122"/>
                    </a:lnTo>
                    <a:lnTo>
                      <a:pt x="435" y="121"/>
                    </a:lnTo>
                    <a:lnTo>
                      <a:pt x="433" y="121"/>
                    </a:lnTo>
                    <a:lnTo>
                      <a:pt x="430" y="121"/>
                    </a:lnTo>
                    <a:lnTo>
                      <a:pt x="427" y="121"/>
                    </a:lnTo>
                    <a:lnTo>
                      <a:pt x="425" y="121"/>
                    </a:lnTo>
                    <a:lnTo>
                      <a:pt x="422" y="121"/>
                    </a:lnTo>
                    <a:lnTo>
                      <a:pt x="421" y="121"/>
                    </a:lnTo>
                    <a:lnTo>
                      <a:pt x="418" y="121"/>
                    </a:lnTo>
                    <a:lnTo>
                      <a:pt x="415" y="121"/>
                    </a:lnTo>
                    <a:lnTo>
                      <a:pt x="413" y="121"/>
                    </a:lnTo>
                    <a:lnTo>
                      <a:pt x="410" y="120"/>
                    </a:lnTo>
                    <a:lnTo>
                      <a:pt x="408" y="120"/>
                    </a:lnTo>
                    <a:lnTo>
                      <a:pt x="405" y="120"/>
                    </a:lnTo>
                    <a:lnTo>
                      <a:pt x="403" y="120"/>
                    </a:lnTo>
                    <a:lnTo>
                      <a:pt x="399" y="119"/>
                    </a:lnTo>
                    <a:lnTo>
                      <a:pt x="396" y="119"/>
                    </a:lnTo>
                    <a:lnTo>
                      <a:pt x="393" y="119"/>
                    </a:lnTo>
                    <a:lnTo>
                      <a:pt x="390" y="118"/>
                    </a:lnTo>
                    <a:lnTo>
                      <a:pt x="386" y="118"/>
                    </a:lnTo>
                    <a:lnTo>
                      <a:pt x="383" y="118"/>
                    </a:lnTo>
                    <a:lnTo>
                      <a:pt x="379" y="117"/>
                    </a:lnTo>
                    <a:lnTo>
                      <a:pt x="376" y="117"/>
                    </a:lnTo>
                    <a:lnTo>
                      <a:pt x="369" y="116"/>
                    </a:lnTo>
                    <a:lnTo>
                      <a:pt x="363" y="116"/>
                    </a:lnTo>
                    <a:lnTo>
                      <a:pt x="356" y="115"/>
                    </a:lnTo>
                    <a:lnTo>
                      <a:pt x="349" y="115"/>
                    </a:lnTo>
                    <a:lnTo>
                      <a:pt x="346" y="114"/>
                    </a:lnTo>
                    <a:lnTo>
                      <a:pt x="342" y="114"/>
                    </a:lnTo>
                    <a:lnTo>
                      <a:pt x="339" y="114"/>
                    </a:lnTo>
                    <a:lnTo>
                      <a:pt x="335" y="113"/>
                    </a:lnTo>
                    <a:lnTo>
                      <a:pt x="333" y="113"/>
                    </a:lnTo>
                    <a:lnTo>
                      <a:pt x="329" y="113"/>
                    </a:lnTo>
                    <a:lnTo>
                      <a:pt x="326" y="112"/>
                    </a:lnTo>
                    <a:lnTo>
                      <a:pt x="322" y="112"/>
                    </a:lnTo>
                    <a:lnTo>
                      <a:pt x="319" y="112"/>
                    </a:lnTo>
                    <a:lnTo>
                      <a:pt x="315" y="111"/>
                    </a:lnTo>
                    <a:lnTo>
                      <a:pt x="312" y="111"/>
                    </a:lnTo>
                    <a:lnTo>
                      <a:pt x="308" y="111"/>
                    </a:lnTo>
                    <a:lnTo>
                      <a:pt x="306" y="110"/>
                    </a:lnTo>
                    <a:lnTo>
                      <a:pt x="302" y="110"/>
                    </a:lnTo>
                    <a:lnTo>
                      <a:pt x="299" y="109"/>
                    </a:lnTo>
                    <a:lnTo>
                      <a:pt x="297" y="109"/>
                    </a:lnTo>
                    <a:lnTo>
                      <a:pt x="295" y="109"/>
                    </a:lnTo>
                    <a:lnTo>
                      <a:pt x="293" y="109"/>
                    </a:lnTo>
                    <a:lnTo>
                      <a:pt x="292" y="109"/>
                    </a:lnTo>
                    <a:lnTo>
                      <a:pt x="290" y="108"/>
                    </a:lnTo>
                    <a:lnTo>
                      <a:pt x="288" y="108"/>
                    </a:lnTo>
                    <a:lnTo>
                      <a:pt x="286" y="108"/>
                    </a:lnTo>
                    <a:lnTo>
                      <a:pt x="284" y="108"/>
                    </a:lnTo>
                    <a:lnTo>
                      <a:pt x="283" y="107"/>
                    </a:lnTo>
                    <a:lnTo>
                      <a:pt x="281" y="107"/>
                    </a:lnTo>
                    <a:lnTo>
                      <a:pt x="279" y="107"/>
                    </a:lnTo>
                    <a:lnTo>
                      <a:pt x="277" y="107"/>
                    </a:lnTo>
                    <a:lnTo>
                      <a:pt x="277" y="106"/>
                    </a:lnTo>
                    <a:lnTo>
                      <a:pt x="275" y="106"/>
                    </a:lnTo>
                    <a:lnTo>
                      <a:pt x="273" y="106"/>
                    </a:lnTo>
                    <a:lnTo>
                      <a:pt x="271" y="106"/>
                    </a:lnTo>
                    <a:lnTo>
                      <a:pt x="270" y="105"/>
                    </a:lnTo>
                    <a:lnTo>
                      <a:pt x="268" y="105"/>
                    </a:lnTo>
                    <a:lnTo>
                      <a:pt x="266" y="105"/>
                    </a:lnTo>
                    <a:lnTo>
                      <a:pt x="266" y="105"/>
                    </a:lnTo>
                    <a:lnTo>
                      <a:pt x="264" y="105"/>
                    </a:lnTo>
                    <a:lnTo>
                      <a:pt x="263" y="104"/>
                    </a:lnTo>
                    <a:lnTo>
                      <a:pt x="261" y="104"/>
                    </a:lnTo>
                    <a:lnTo>
                      <a:pt x="259" y="104"/>
                    </a:lnTo>
                    <a:lnTo>
                      <a:pt x="257" y="103"/>
                    </a:lnTo>
                    <a:lnTo>
                      <a:pt x="256" y="103"/>
                    </a:lnTo>
                    <a:lnTo>
                      <a:pt x="254" y="103"/>
                    </a:lnTo>
                    <a:lnTo>
                      <a:pt x="252" y="102"/>
                    </a:lnTo>
                    <a:lnTo>
                      <a:pt x="250" y="102"/>
                    </a:lnTo>
                    <a:lnTo>
                      <a:pt x="248" y="102"/>
                    </a:lnTo>
                    <a:lnTo>
                      <a:pt x="248" y="101"/>
                    </a:lnTo>
                    <a:lnTo>
                      <a:pt x="246" y="101"/>
                    </a:lnTo>
                    <a:lnTo>
                      <a:pt x="244" y="101"/>
                    </a:lnTo>
                    <a:lnTo>
                      <a:pt x="242" y="100"/>
                    </a:lnTo>
                    <a:lnTo>
                      <a:pt x="241" y="100"/>
                    </a:lnTo>
                    <a:lnTo>
                      <a:pt x="239" y="100"/>
                    </a:lnTo>
                    <a:lnTo>
                      <a:pt x="237" y="99"/>
                    </a:lnTo>
                    <a:lnTo>
                      <a:pt x="235" y="99"/>
                    </a:lnTo>
                    <a:lnTo>
                      <a:pt x="234" y="99"/>
                    </a:lnTo>
                    <a:lnTo>
                      <a:pt x="232" y="98"/>
                    </a:lnTo>
                    <a:lnTo>
                      <a:pt x="230" y="98"/>
                    </a:lnTo>
                    <a:lnTo>
                      <a:pt x="228" y="97"/>
                    </a:lnTo>
                    <a:lnTo>
                      <a:pt x="226" y="97"/>
                    </a:lnTo>
                    <a:lnTo>
                      <a:pt x="225" y="97"/>
                    </a:lnTo>
                    <a:lnTo>
                      <a:pt x="223" y="96"/>
                    </a:lnTo>
                    <a:lnTo>
                      <a:pt x="221" y="96"/>
                    </a:lnTo>
                    <a:lnTo>
                      <a:pt x="219" y="95"/>
                    </a:lnTo>
                    <a:lnTo>
                      <a:pt x="219" y="95"/>
                    </a:lnTo>
                    <a:lnTo>
                      <a:pt x="217" y="94"/>
                    </a:lnTo>
                    <a:lnTo>
                      <a:pt x="215" y="94"/>
                    </a:lnTo>
                    <a:lnTo>
                      <a:pt x="213" y="93"/>
                    </a:lnTo>
                    <a:lnTo>
                      <a:pt x="212" y="93"/>
                    </a:lnTo>
                    <a:lnTo>
                      <a:pt x="210" y="92"/>
                    </a:lnTo>
                    <a:lnTo>
                      <a:pt x="210" y="92"/>
                    </a:lnTo>
                    <a:lnTo>
                      <a:pt x="209" y="93"/>
                    </a:lnTo>
                    <a:lnTo>
                      <a:pt x="208" y="93"/>
                    </a:lnTo>
                    <a:lnTo>
                      <a:pt x="206" y="94"/>
                    </a:lnTo>
                    <a:lnTo>
                      <a:pt x="204" y="95"/>
                    </a:lnTo>
                    <a:lnTo>
                      <a:pt x="202" y="95"/>
                    </a:lnTo>
                    <a:lnTo>
                      <a:pt x="201" y="96"/>
                    </a:lnTo>
                    <a:lnTo>
                      <a:pt x="199" y="97"/>
                    </a:lnTo>
                    <a:lnTo>
                      <a:pt x="197" y="97"/>
                    </a:lnTo>
                    <a:lnTo>
                      <a:pt x="195" y="98"/>
                    </a:lnTo>
                    <a:lnTo>
                      <a:pt x="193" y="99"/>
                    </a:lnTo>
                    <a:lnTo>
                      <a:pt x="192" y="99"/>
                    </a:lnTo>
                    <a:lnTo>
                      <a:pt x="191" y="100"/>
                    </a:lnTo>
                    <a:lnTo>
                      <a:pt x="190" y="101"/>
                    </a:lnTo>
                    <a:lnTo>
                      <a:pt x="189" y="102"/>
                    </a:lnTo>
                    <a:lnTo>
                      <a:pt x="187" y="104"/>
                    </a:lnTo>
                    <a:lnTo>
                      <a:pt x="186" y="106"/>
                    </a:lnTo>
                    <a:lnTo>
                      <a:pt x="185" y="106"/>
                    </a:lnTo>
                    <a:lnTo>
                      <a:pt x="184" y="107"/>
                    </a:lnTo>
                    <a:lnTo>
                      <a:pt x="183" y="107"/>
                    </a:lnTo>
                    <a:lnTo>
                      <a:pt x="182" y="107"/>
                    </a:lnTo>
                    <a:lnTo>
                      <a:pt x="180" y="107"/>
                    </a:lnTo>
                    <a:lnTo>
                      <a:pt x="177" y="108"/>
                    </a:lnTo>
                    <a:lnTo>
                      <a:pt x="175" y="108"/>
                    </a:lnTo>
                    <a:lnTo>
                      <a:pt x="173" y="108"/>
                    </a:lnTo>
                    <a:lnTo>
                      <a:pt x="171" y="109"/>
                    </a:lnTo>
                    <a:lnTo>
                      <a:pt x="169" y="109"/>
                    </a:lnTo>
                    <a:lnTo>
                      <a:pt x="167" y="110"/>
                    </a:lnTo>
                    <a:lnTo>
                      <a:pt x="165" y="110"/>
                    </a:lnTo>
                    <a:lnTo>
                      <a:pt x="163" y="110"/>
                    </a:lnTo>
                    <a:lnTo>
                      <a:pt x="161" y="111"/>
                    </a:lnTo>
                    <a:lnTo>
                      <a:pt x="159" y="111"/>
                    </a:lnTo>
                    <a:lnTo>
                      <a:pt x="157" y="111"/>
                    </a:lnTo>
                    <a:lnTo>
                      <a:pt x="155" y="111"/>
                    </a:lnTo>
                    <a:lnTo>
                      <a:pt x="153" y="112"/>
                    </a:lnTo>
                    <a:lnTo>
                      <a:pt x="151" y="112"/>
                    </a:lnTo>
                    <a:lnTo>
                      <a:pt x="149" y="112"/>
                    </a:lnTo>
                    <a:lnTo>
                      <a:pt x="146" y="113"/>
                    </a:lnTo>
                    <a:lnTo>
                      <a:pt x="144" y="113"/>
                    </a:lnTo>
                    <a:lnTo>
                      <a:pt x="142" y="113"/>
                    </a:lnTo>
                    <a:lnTo>
                      <a:pt x="140" y="113"/>
                    </a:lnTo>
                    <a:lnTo>
                      <a:pt x="138" y="114"/>
                    </a:lnTo>
                    <a:lnTo>
                      <a:pt x="135" y="114"/>
                    </a:lnTo>
                    <a:lnTo>
                      <a:pt x="133" y="114"/>
                    </a:lnTo>
                    <a:lnTo>
                      <a:pt x="132" y="114"/>
                    </a:lnTo>
                    <a:lnTo>
                      <a:pt x="130" y="114"/>
                    </a:lnTo>
                    <a:lnTo>
                      <a:pt x="127" y="115"/>
                    </a:lnTo>
                    <a:lnTo>
                      <a:pt x="125" y="115"/>
                    </a:lnTo>
                    <a:lnTo>
                      <a:pt x="123" y="115"/>
                    </a:lnTo>
                    <a:lnTo>
                      <a:pt x="121" y="115"/>
                    </a:lnTo>
                    <a:lnTo>
                      <a:pt x="119" y="115"/>
                    </a:lnTo>
                    <a:lnTo>
                      <a:pt x="118" y="115"/>
                    </a:lnTo>
                    <a:lnTo>
                      <a:pt x="116" y="115"/>
                    </a:lnTo>
                    <a:lnTo>
                      <a:pt x="115" y="115"/>
                    </a:lnTo>
                    <a:lnTo>
                      <a:pt x="114" y="115"/>
                    </a:lnTo>
                    <a:lnTo>
                      <a:pt x="113" y="116"/>
                    </a:lnTo>
                    <a:lnTo>
                      <a:pt x="112" y="116"/>
                    </a:lnTo>
                    <a:lnTo>
                      <a:pt x="111" y="116"/>
                    </a:lnTo>
                    <a:lnTo>
                      <a:pt x="110" y="116"/>
                    </a:lnTo>
                    <a:lnTo>
                      <a:pt x="109" y="116"/>
                    </a:lnTo>
                    <a:lnTo>
                      <a:pt x="108" y="116"/>
                    </a:lnTo>
                    <a:lnTo>
                      <a:pt x="107" y="116"/>
                    </a:lnTo>
                    <a:lnTo>
                      <a:pt x="105" y="116"/>
                    </a:lnTo>
                    <a:lnTo>
                      <a:pt x="104" y="116"/>
                    </a:lnTo>
                    <a:lnTo>
                      <a:pt x="103" y="116"/>
                    </a:lnTo>
                    <a:lnTo>
                      <a:pt x="103" y="116"/>
                    </a:lnTo>
                    <a:lnTo>
                      <a:pt x="102" y="116"/>
                    </a:lnTo>
                    <a:lnTo>
                      <a:pt x="101" y="116"/>
                    </a:lnTo>
                    <a:lnTo>
                      <a:pt x="100" y="116"/>
                    </a:lnTo>
                    <a:lnTo>
                      <a:pt x="99" y="116"/>
                    </a:lnTo>
                    <a:lnTo>
                      <a:pt x="98" y="116"/>
                    </a:lnTo>
                    <a:lnTo>
                      <a:pt x="97" y="116"/>
                    </a:lnTo>
                    <a:lnTo>
                      <a:pt x="96" y="116"/>
                    </a:lnTo>
                    <a:lnTo>
                      <a:pt x="94" y="116"/>
                    </a:lnTo>
                    <a:lnTo>
                      <a:pt x="93" y="116"/>
                    </a:lnTo>
                    <a:lnTo>
                      <a:pt x="92" y="116"/>
                    </a:lnTo>
                    <a:lnTo>
                      <a:pt x="91" y="116"/>
                    </a:lnTo>
                    <a:lnTo>
                      <a:pt x="90" y="116"/>
                    </a:lnTo>
                    <a:lnTo>
                      <a:pt x="89" y="116"/>
                    </a:lnTo>
                    <a:lnTo>
                      <a:pt x="88" y="116"/>
                    </a:lnTo>
                    <a:lnTo>
                      <a:pt x="87" y="116"/>
                    </a:lnTo>
                    <a:lnTo>
                      <a:pt x="86" y="116"/>
                    </a:lnTo>
                    <a:lnTo>
                      <a:pt x="85" y="115"/>
                    </a:lnTo>
                    <a:lnTo>
                      <a:pt x="84" y="115"/>
                    </a:lnTo>
                    <a:lnTo>
                      <a:pt x="83" y="115"/>
                    </a:lnTo>
                    <a:lnTo>
                      <a:pt x="82" y="115"/>
                    </a:lnTo>
                    <a:lnTo>
                      <a:pt x="81" y="115"/>
                    </a:lnTo>
                    <a:lnTo>
                      <a:pt x="79" y="115"/>
                    </a:lnTo>
                    <a:lnTo>
                      <a:pt x="78" y="115"/>
                    </a:lnTo>
                    <a:lnTo>
                      <a:pt x="77" y="115"/>
                    </a:lnTo>
                    <a:lnTo>
                      <a:pt x="76" y="115"/>
                    </a:lnTo>
                    <a:lnTo>
                      <a:pt x="75" y="115"/>
                    </a:lnTo>
                    <a:lnTo>
                      <a:pt x="74" y="115"/>
                    </a:lnTo>
                    <a:lnTo>
                      <a:pt x="74" y="115"/>
                    </a:lnTo>
                    <a:lnTo>
                      <a:pt x="73" y="114"/>
                    </a:lnTo>
                    <a:lnTo>
                      <a:pt x="72" y="114"/>
                    </a:lnTo>
                    <a:lnTo>
                      <a:pt x="71" y="114"/>
                    </a:lnTo>
                    <a:lnTo>
                      <a:pt x="70" y="114"/>
                    </a:lnTo>
                    <a:lnTo>
                      <a:pt x="69" y="114"/>
                    </a:lnTo>
                    <a:lnTo>
                      <a:pt x="68" y="114"/>
                    </a:lnTo>
                    <a:lnTo>
                      <a:pt x="67" y="114"/>
                    </a:lnTo>
                    <a:lnTo>
                      <a:pt x="66" y="113"/>
                    </a:lnTo>
                    <a:lnTo>
                      <a:pt x="65" y="113"/>
                    </a:lnTo>
                    <a:lnTo>
                      <a:pt x="64" y="113"/>
                    </a:lnTo>
                    <a:lnTo>
                      <a:pt x="63" y="113"/>
                    </a:lnTo>
                    <a:lnTo>
                      <a:pt x="62" y="113"/>
                    </a:lnTo>
                    <a:lnTo>
                      <a:pt x="61" y="113"/>
                    </a:lnTo>
                    <a:lnTo>
                      <a:pt x="60" y="112"/>
                    </a:lnTo>
                    <a:lnTo>
                      <a:pt x="59" y="112"/>
                    </a:lnTo>
                    <a:lnTo>
                      <a:pt x="58" y="112"/>
                    </a:lnTo>
                    <a:lnTo>
                      <a:pt x="57" y="112"/>
                    </a:lnTo>
                    <a:lnTo>
                      <a:pt x="56" y="112"/>
                    </a:lnTo>
                    <a:lnTo>
                      <a:pt x="55" y="111"/>
                    </a:lnTo>
                    <a:lnTo>
                      <a:pt x="54" y="111"/>
                    </a:lnTo>
                    <a:lnTo>
                      <a:pt x="53" y="111"/>
                    </a:lnTo>
                    <a:lnTo>
                      <a:pt x="52" y="111"/>
                    </a:lnTo>
                    <a:lnTo>
                      <a:pt x="51" y="110"/>
                    </a:lnTo>
                    <a:lnTo>
                      <a:pt x="50" y="110"/>
                    </a:lnTo>
                    <a:lnTo>
                      <a:pt x="49" y="110"/>
                    </a:lnTo>
                    <a:lnTo>
                      <a:pt x="48" y="110"/>
                    </a:lnTo>
                    <a:lnTo>
                      <a:pt x="47" y="109"/>
                    </a:lnTo>
                    <a:lnTo>
                      <a:pt x="46" y="109"/>
                    </a:lnTo>
                    <a:lnTo>
                      <a:pt x="45" y="109"/>
                    </a:lnTo>
                    <a:lnTo>
                      <a:pt x="45" y="108"/>
                    </a:lnTo>
                    <a:lnTo>
                      <a:pt x="44" y="108"/>
                    </a:lnTo>
                    <a:lnTo>
                      <a:pt x="43" y="108"/>
                    </a:lnTo>
                    <a:lnTo>
                      <a:pt x="42" y="107"/>
                    </a:lnTo>
                    <a:lnTo>
                      <a:pt x="41" y="107"/>
                    </a:lnTo>
                    <a:lnTo>
                      <a:pt x="40" y="107"/>
                    </a:lnTo>
                    <a:lnTo>
                      <a:pt x="40" y="106"/>
                    </a:lnTo>
                    <a:lnTo>
                      <a:pt x="39" y="106"/>
                    </a:lnTo>
                    <a:lnTo>
                      <a:pt x="38" y="106"/>
                    </a:lnTo>
                    <a:lnTo>
                      <a:pt x="37" y="105"/>
                    </a:lnTo>
                    <a:lnTo>
                      <a:pt x="36" y="105"/>
                    </a:lnTo>
                    <a:lnTo>
                      <a:pt x="35" y="104"/>
                    </a:lnTo>
                    <a:lnTo>
                      <a:pt x="34" y="104"/>
                    </a:lnTo>
                    <a:lnTo>
                      <a:pt x="33" y="103"/>
                    </a:lnTo>
                    <a:lnTo>
                      <a:pt x="32" y="103"/>
                    </a:lnTo>
                    <a:lnTo>
                      <a:pt x="31" y="103"/>
                    </a:lnTo>
                    <a:lnTo>
                      <a:pt x="30" y="102"/>
                    </a:lnTo>
                    <a:lnTo>
                      <a:pt x="30" y="102"/>
                    </a:lnTo>
                    <a:lnTo>
                      <a:pt x="29" y="101"/>
                    </a:lnTo>
                    <a:lnTo>
                      <a:pt x="28" y="101"/>
                    </a:lnTo>
                    <a:lnTo>
                      <a:pt x="27" y="100"/>
                    </a:lnTo>
                    <a:lnTo>
                      <a:pt x="26" y="100"/>
                    </a:lnTo>
                    <a:lnTo>
                      <a:pt x="25" y="99"/>
                    </a:lnTo>
                    <a:lnTo>
                      <a:pt x="24" y="99"/>
                    </a:lnTo>
                    <a:lnTo>
                      <a:pt x="24" y="98"/>
                    </a:lnTo>
                    <a:lnTo>
                      <a:pt x="23" y="97"/>
                    </a:lnTo>
                    <a:lnTo>
                      <a:pt x="22" y="97"/>
                    </a:lnTo>
                    <a:lnTo>
                      <a:pt x="21" y="96"/>
                    </a:lnTo>
                    <a:lnTo>
                      <a:pt x="20" y="96"/>
                    </a:lnTo>
                    <a:lnTo>
                      <a:pt x="19" y="95"/>
                    </a:lnTo>
                    <a:lnTo>
                      <a:pt x="19" y="94"/>
                    </a:lnTo>
                    <a:lnTo>
                      <a:pt x="18" y="94"/>
                    </a:lnTo>
                    <a:lnTo>
                      <a:pt x="17" y="93"/>
                    </a:lnTo>
                    <a:lnTo>
                      <a:pt x="17" y="92"/>
                    </a:lnTo>
                    <a:lnTo>
                      <a:pt x="17" y="92"/>
                    </a:lnTo>
                    <a:lnTo>
                      <a:pt x="16" y="92"/>
                    </a:lnTo>
                    <a:lnTo>
                      <a:pt x="15" y="91"/>
                    </a:lnTo>
                    <a:lnTo>
                      <a:pt x="14" y="90"/>
                    </a:lnTo>
                    <a:lnTo>
                      <a:pt x="14" y="90"/>
                    </a:lnTo>
                    <a:lnTo>
                      <a:pt x="13" y="89"/>
                    </a:lnTo>
                    <a:lnTo>
                      <a:pt x="12" y="88"/>
                    </a:lnTo>
                    <a:lnTo>
                      <a:pt x="11" y="87"/>
                    </a:lnTo>
                    <a:lnTo>
                      <a:pt x="11" y="87"/>
                    </a:lnTo>
                    <a:lnTo>
                      <a:pt x="10" y="86"/>
                    </a:lnTo>
                    <a:lnTo>
                      <a:pt x="9" y="85"/>
                    </a:lnTo>
                    <a:lnTo>
                      <a:pt x="9" y="84"/>
                    </a:lnTo>
                    <a:lnTo>
                      <a:pt x="8" y="84"/>
                    </a:lnTo>
                    <a:lnTo>
                      <a:pt x="8" y="83"/>
                    </a:lnTo>
                    <a:lnTo>
                      <a:pt x="8" y="83"/>
                    </a:lnTo>
                    <a:lnTo>
                      <a:pt x="7" y="82"/>
                    </a:lnTo>
                    <a:lnTo>
                      <a:pt x="7" y="82"/>
                    </a:lnTo>
                    <a:lnTo>
                      <a:pt x="7" y="81"/>
                    </a:lnTo>
                    <a:lnTo>
                      <a:pt x="6" y="80"/>
                    </a:lnTo>
                    <a:lnTo>
                      <a:pt x="6" y="80"/>
                    </a:lnTo>
                    <a:lnTo>
                      <a:pt x="6" y="79"/>
                    </a:lnTo>
                    <a:lnTo>
                      <a:pt x="5" y="79"/>
                    </a:lnTo>
                    <a:lnTo>
                      <a:pt x="5" y="78"/>
                    </a:lnTo>
                    <a:lnTo>
                      <a:pt x="5" y="78"/>
                    </a:lnTo>
                    <a:lnTo>
                      <a:pt x="4" y="77"/>
                    </a:lnTo>
                    <a:lnTo>
                      <a:pt x="4" y="77"/>
                    </a:lnTo>
                    <a:lnTo>
                      <a:pt x="4" y="76"/>
                    </a:lnTo>
                    <a:lnTo>
                      <a:pt x="4" y="75"/>
                    </a:lnTo>
                    <a:lnTo>
                      <a:pt x="3" y="75"/>
                    </a:lnTo>
                    <a:lnTo>
                      <a:pt x="3" y="74"/>
                    </a:lnTo>
                    <a:lnTo>
                      <a:pt x="3" y="74"/>
                    </a:lnTo>
                    <a:lnTo>
                      <a:pt x="3" y="73"/>
                    </a:lnTo>
                    <a:lnTo>
                      <a:pt x="2" y="72"/>
                    </a:lnTo>
                    <a:lnTo>
                      <a:pt x="2" y="72"/>
                    </a:lnTo>
                    <a:lnTo>
                      <a:pt x="2" y="71"/>
                    </a:lnTo>
                    <a:lnTo>
                      <a:pt x="2" y="71"/>
                    </a:lnTo>
                    <a:lnTo>
                      <a:pt x="2" y="70"/>
                    </a:lnTo>
                    <a:lnTo>
                      <a:pt x="1" y="69"/>
                    </a:lnTo>
                    <a:lnTo>
                      <a:pt x="1" y="69"/>
                    </a:lnTo>
                    <a:lnTo>
                      <a:pt x="1" y="68"/>
                    </a:lnTo>
                    <a:lnTo>
                      <a:pt x="1" y="67"/>
                    </a:lnTo>
                    <a:lnTo>
                      <a:pt x="1" y="67"/>
                    </a:lnTo>
                    <a:lnTo>
                      <a:pt x="1" y="66"/>
                    </a:lnTo>
                    <a:lnTo>
                      <a:pt x="1" y="65"/>
                    </a:lnTo>
                    <a:lnTo>
                      <a:pt x="0" y="65"/>
                    </a:lnTo>
                    <a:lnTo>
                      <a:pt x="0" y="64"/>
                    </a:lnTo>
                    <a:lnTo>
                      <a:pt x="0" y="63"/>
                    </a:lnTo>
                    <a:lnTo>
                      <a:pt x="0" y="63"/>
                    </a:lnTo>
                    <a:lnTo>
                      <a:pt x="0" y="62"/>
                    </a:lnTo>
                    <a:lnTo>
                      <a:pt x="0" y="62"/>
                    </a:lnTo>
                    <a:lnTo>
                      <a:pt x="0" y="62"/>
                    </a:lnTo>
                    <a:lnTo>
                      <a:pt x="0" y="61"/>
                    </a:lnTo>
                    <a:lnTo>
                      <a:pt x="0" y="60"/>
                    </a:lnTo>
                    <a:lnTo>
                      <a:pt x="0" y="60"/>
                    </a:lnTo>
                    <a:lnTo>
                      <a:pt x="0" y="59"/>
                    </a:lnTo>
                    <a:lnTo>
                      <a:pt x="0" y="58"/>
                    </a:lnTo>
                    <a:lnTo>
                      <a:pt x="0" y="58"/>
                    </a:lnTo>
                    <a:lnTo>
                      <a:pt x="0" y="57"/>
                    </a:lnTo>
                    <a:lnTo>
                      <a:pt x="0" y="56"/>
                    </a:lnTo>
                    <a:lnTo>
                      <a:pt x="1" y="56"/>
                    </a:lnTo>
                    <a:lnTo>
                      <a:pt x="1" y="55"/>
                    </a:lnTo>
                    <a:lnTo>
                      <a:pt x="1" y="54"/>
                    </a:lnTo>
                    <a:lnTo>
                      <a:pt x="1" y="54"/>
                    </a:lnTo>
                    <a:lnTo>
                      <a:pt x="1" y="53"/>
                    </a:lnTo>
                    <a:lnTo>
                      <a:pt x="1" y="52"/>
                    </a:lnTo>
                    <a:lnTo>
                      <a:pt x="1" y="52"/>
                    </a:lnTo>
                    <a:lnTo>
                      <a:pt x="2" y="51"/>
                    </a:lnTo>
                    <a:lnTo>
                      <a:pt x="2" y="50"/>
                    </a:lnTo>
                    <a:lnTo>
                      <a:pt x="2" y="50"/>
                    </a:lnTo>
                    <a:lnTo>
                      <a:pt x="2" y="49"/>
                    </a:lnTo>
                    <a:lnTo>
                      <a:pt x="2" y="49"/>
                    </a:lnTo>
                    <a:lnTo>
                      <a:pt x="3" y="48"/>
                    </a:lnTo>
                    <a:lnTo>
                      <a:pt x="3" y="47"/>
                    </a:lnTo>
                    <a:lnTo>
                      <a:pt x="3" y="47"/>
                    </a:lnTo>
                    <a:lnTo>
                      <a:pt x="3" y="46"/>
                    </a:lnTo>
                    <a:lnTo>
                      <a:pt x="4" y="46"/>
                    </a:lnTo>
                    <a:lnTo>
                      <a:pt x="4" y="45"/>
                    </a:lnTo>
                    <a:lnTo>
                      <a:pt x="4" y="45"/>
                    </a:lnTo>
                    <a:lnTo>
                      <a:pt x="4" y="44"/>
                    </a:lnTo>
                    <a:lnTo>
                      <a:pt x="5" y="44"/>
                    </a:lnTo>
                    <a:lnTo>
                      <a:pt x="5" y="43"/>
                    </a:lnTo>
                    <a:lnTo>
                      <a:pt x="5" y="43"/>
                    </a:lnTo>
                    <a:lnTo>
                      <a:pt x="6" y="42"/>
                    </a:lnTo>
                    <a:lnTo>
                      <a:pt x="6" y="42"/>
                    </a:lnTo>
                    <a:lnTo>
                      <a:pt x="6" y="41"/>
                    </a:lnTo>
                    <a:lnTo>
                      <a:pt x="6" y="41"/>
                    </a:lnTo>
                    <a:lnTo>
                      <a:pt x="7" y="40"/>
                    </a:lnTo>
                    <a:lnTo>
                      <a:pt x="7" y="40"/>
                    </a:lnTo>
                    <a:lnTo>
                      <a:pt x="7" y="39"/>
                    </a:lnTo>
                    <a:lnTo>
                      <a:pt x="8" y="39"/>
                    </a:lnTo>
                    <a:lnTo>
                      <a:pt x="8" y="38"/>
                    </a:lnTo>
                    <a:lnTo>
                      <a:pt x="8" y="38"/>
                    </a:lnTo>
                    <a:lnTo>
                      <a:pt x="9" y="38"/>
                    </a:lnTo>
                    <a:lnTo>
                      <a:pt x="9" y="37"/>
                    </a:lnTo>
                    <a:lnTo>
                      <a:pt x="9" y="37"/>
                    </a:lnTo>
                    <a:lnTo>
                      <a:pt x="10" y="36"/>
                    </a:lnTo>
                    <a:lnTo>
                      <a:pt x="10" y="36"/>
                    </a:lnTo>
                    <a:lnTo>
                      <a:pt x="11" y="36"/>
                    </a:lnTo>
                    <a:lnTo>
                      <a:pt x="11" y="35"/>
                    </a:lnTo>
                    <a:lnTo>
                      <a:pt x="11" y="35"/>
                    </a:lnTo>
                    <a:lnTo>
                      <a:pt x="12" y="34"/>
                    </a:lnTo>
                    <a:lnTo>
                      <a:pt x="13" y="33"/>
                    </a:lnTo>
                    <a:lnTo>
                      <a:pt x="13" y="33"/>
                    </a:lnTo>
                    <a:lnTo>
                      <a:pt x="14" y="33"/>
                    </a:lnTo>
                    <a:lnTo>
                      <a:pt x="15" y="32"/>
                    </a:lnTo>
                    <a:lnTo>
                      <a:pt x="16" y="32"/>
                    </a:lnTo>
                    <a:lnTo>
                      <a:pt x="16" y="31"/>
                    </a:lnTo>
                    <a:lnTo>
                      <a:pt x="17" y="31"/>
                    </a:lnTo>
                    <a:lnTo>
                      <a:pt x="17" y="30"/>
                    </a:lnTo>
                    <a:lnTo>
                      <a:pt x="18" y="29"/>
                    </a:lnTo>
                    <a:lnTo>
                      <a:pt x="18" y="29"/>
                    </a:lnTo>
                    <a:lnTo>
                      <a:pt x="19" y="28"/>
                    </a:lnTo>
                    <a:lnTo>
                      <a:pt x="20" y="28"/>
                    </a:lnTo>
                    <a:lnTo>
                      <a:pt x="21" y="27"/>
                    </a:lnTo>
                    <a:lnTo>
                      <a:pt x="21" y="27"/>
                    </a:lnTo>
                    <a:lnTo>
                      <a:pt x="22" y="26"/>
                    </a:lnTo>
                    <a:lnTo>
                      <a:pt x="23" y="26"/>
                    </a:lnTo>
                    <a:lnTo>
                      <a:pt x="24" y="25"/>
                    </a:lnTo>
                    <a:lnTo>
                      <a:pt x="25" y="25"/>
                    </a:lnTo>
                    <a:lnTo>
                      <a:pt x="25" y="25"/>
                    </a:lnTo>
                    <a:lnTo>
                      <a:pt x="26" y="24"/>
                    </a:lnTo>
                    <a:lnTo>
                      <a:pt x="27" y="24"/>
                    </a:lnTo>
                    <a:lnTo>
                      <a:pt x="28" y="23"/>
                    </a:lnTo>
                    <a:lnTo>
                      <a:pt x="28" y="23"/>
                    </a:lnTo>
                    <a:lnTo>
                      <a:pt x="29" y="22"/>
                    </a:lnTo>
                    <a:lnTo>
                      <a:pt x="30" y="22"/>
                    </a:lnTo>
                    <a:lnTo>
                      <a:pt x="31" y="22"/>
                    </a:lnTo>
                    <a:lnTo>
                      <a:pt x="32" y="21"/>
                    </a:lnTo>
                    <a:lnTo>
                      <a:pt x="32" y="21"/>
                    </a:lnTo>
                    <a:lnTo>
                      <a:pt x="33" y="21"/>
                    </a:lnTo>
                    <a:lnTo>
                      <a:pt x="34" y="20"/>
                    </a:lnTo>
                    <a:lnTo>
                      <a:pt x="35" y="20"/>
                    </a:lnTo>
                    <a:lnTo>
                      <a:pt x="36" y="20"/>
                    </a:lnTo>
                    <a:lnTo>
                      <a:pt x="36" y="19"/>
                    </a:lnTo>
                    <a:lnTo>
                      <a:pt x="37" y="19"/>
                    </a:lnTo>
                    <a:lnTo>
                      <a:pt x="38" y="19"/>
                    </a:lnTo>
                    <a:lnTo>
                      <a:pt x="39" y="18"/>
                    </a:lnTo>
                    <a:lnTo>
                      <a:pt x="39" y="18"/>
                    </a:lnTo>
                    <a:lnTo>
                      <a:pt x="40" y="18"/>
                    </a:lnTo>
                    <a:lnTo>
                      <a:pt x="41" y="17"/>
                    </a:lnTo>
                    <a:lnTo>
                      <a:pt x="42" y="17"/>
                    </a:lnTo>
                    <a:lnTo>
                      <a:pt x="43" y="17"/>
                    </a:lnTo>
                    <a:lnTo>
                      <a:pt x="43" y="17"/>
                    </a:lnTo>
                    <a:lnTo>
                      <a:pt x="44" y="16"/>
                    </a:lnTo>
                    <a:lnTo>
                      <a:pt x="45" y="16"/>
                    </a:lnTo>
                    <a:lnTo>
                      <a:pt x="45" y="16"/>
                    </a:lnTo>
                    <a:lnTo>
                      <a:pt x="46" y="15"/>
                    </a:lnTo>
                    <a:lnTo>
                      <a:pt x="48" y="15"/>
                    </a:lnTo>
                    <a:lnTo>
                      <a:pt x="49" y="14"/>
                    </a:lnTo>
                    <a:lnTo>
                      <a:pt x="51" y="14"/>
                    </a:lnTo>
                    <a:lnTo>
                      <a:pt x="52" y="13"/>
                    </a:lnTo>
                    <a:lnTo>
                      <a:pt x="53" y="13"/>
                    </a:lnTo>
                    <a:lnTo>
                      <a:pt x="55" y="12"/>
                    </a:lnTo>
                    <a:lnTo>
                      <a:pt x="56" y="12"/>
                    </a:lnTo>
                    <a:lnTo>
                      <a:pt x="58" y="12"/>
                    </a:lnTo>
                    <a:lnTo>
                      <a:pt x="59" y="11"/>
                    </a:lnTo>
                    <a:lnTo>
                      <a:pt x="60" y="11"/>
                    </a:lnTo>
                    <a:lnTo>
                      <a:pt x="61" y="11"/>
                    </a:lnTo>
                    <a:lnTo>
                      <a:pt x="63" y="10"/>
                    </a:lnTo>
                    <a:lnTo>
                      <a:pt x="65" y="10"/>
                    </a:lnTo>
                    <a:lnTo>
                      <a:pt x="67" y="9"/>
                    </a:lnTo>
                    <a:lnTo>
                      <a:pt x="69" y="9"/>
                    </a:lnTo>
                    <a:lnTo>
                      <a:pt x="69" y="9"/>
                    </a:lnTo>
                    <a:lnTo>
                      <a:pt x="69" y="8"/>
                    </a:lnTo>
                    <a:lnTo>
                      <a:pt x="70" y="8"/>
                    </a:lnTo>
                    <a:lnTo>
                      <a:pt x="71" y="8"/>
                    </a:lnTo>
                    <a:lnTo>
                      <a:pt x="71" y="8"/>
                    </a:lnTo>
                    <a:lnTo>
                      <a:pt x="72" y="8"/>
                    </a:lnTo>
                    <a:lnTo>
                      <a:pt x="73" y="7"/>
                    </a:lnTo>
                    <a:lnTo>
                      <a:pt x="74" y="7"/>
                    </a:lnTo>
                    <a:lnTo>
                      <a:pt x="74" y="7"/>
                    </a:lnTo>
                    <a:lnTo>
                      <a:pt x="74" y="6"/>
                    </a:lnTo>
                    <a:lnTo>
                      <a:pt x="76" y="6"/>
                    </a:lnTo>
                    <a:lnTo>
                      <a:pt x="78" y="5"/>
                    </a:lnTo>
                    <a:lnTo>
                      <a:pt x="80" y="4"/>
                    </a:lnTo>
                    <a:lnTo>
                      <a:pt x="82" y="4"/>
                    </a:lnTo>
                    <a:lnTo>
                      <a:pt x="83" y="3"/>
                    </a:lnTo>
                    <a:lnTo>
                      <a:pt x="85" y="3"/>
                    </a:lnTo>
                    <a:lnTo>
                      <a:pt x="87" y="2"/>
                    </a:lnTo>
                    <a:lnTo>
                      <a:pt x="88" y="2"/>
                    </a:lnTo>
                    <a:lnTo>
                      <a:pt x="90" y="1"/>
                    </a:lnTo>
                    <a:lnTo>
                      <a:pt x="91" y="1"/>
                    </a:lnTo>
                    <a:lnTo>
                      <a:pt x="92" y="1"/>
                    </a:lnTo>
                    <a:lnTo>
                      <a:pt x="93" y="1"/>
                    </a:lnTo>
                    <a:lnTo>
                      <a:pt x="93" y="1"/>
                    </a:lnTo>
                    <a:lnTo>
                      <a:pt x="94" y="0"/>
                    </a:lnTo>
                    <a:lnTo>
                      <a:pt x="95" y="0"/>
                    </a:lnTo>
                    <a:lnTo>
                      <a:pt x="96" y="0"/>
                    </a:lnTo>
                    <a:lnTo>
                      <a:pt x="96" y="0"/>
                    </a:lnTo>
                    <a:lnTo>
                      <a:pt x="98" y="0"/>
                    </a:lnTo>
                    <a:lnTo>
                      <a:pt x="99" y="0"/>
                    </a:lnTo>
                    <a:lnTo>
                      <a:pt x="102" y="1"/>
                    </a:lnTo>
                    <a:lnTo>
                      <a:pt x="104" y="2"/>
                    </a:lnTo>
                    <a:lnTo>
                      <a:pt x="106" y="3"/>
                    </a:lnTo>
                    <a:lnTo>
                      <a:pt x="106" y="3"/>
                    </a:lnTo>
                    <a:lnTo>
                      <a:pt x="109" y="4"/>
                    </a:lnTo>
                    <a:lnTo>
                      <a:pt x="112" y="6"/>
                    </a:lnTo>
                    <a:lnTo>
                      <a:pt x="114" y="9"/>
                    </a:lnTo>
                    <a:lnTo>
                      <a:pt x="114" y="9"/>
                    </a:lnTo>
                    <a:lnTo>
                      <a:pt x="114" y="9"/>
                    </a:lnTo>
                    <a:lnTo>
                      <a:pt x="116" y="9"/>
                    </a:lnTo>
                    <a:lnTo>
                      <a:pt x="117" y="10"/>
                    </a:lnTo>
                    <a:lnTo>
                      <a:pt x="119" y="11"/>
                    </a:lnTo>
                    <a:lnTo>
                      <a:pt x="123" y="12"/>
                    </a:lnTo>
                    <a:lnTo>
                      <a:pt x="125" y="13"/>
                    </a:lnTo>
                    <a:lnTo>
                      <a:pt x="126" y="14"/>
                    </a:lnTo>
                    <a:lnTo>
                      <a:pt x="128" y="15"/>
                    </a:lnTo>
                    <a:lnTo>
                      <a:pt x="130" y="15"/>
                    </a:lnTo>
                    <a:lnTo>
                      <a:pt x="131" y="16"/>
                    </a:lnTo>
                    <a:lnTo>
                      <a:pt x="132" y="16"/>
                    </a:lnTo>
                    <a:lnTo>
                      <a:pt x="132" y="17"/>
                    </a:lnTo>
                    <a:lnTo>
                      <a:pt x="132" y="17"/>
                    </a:lnTo>
                    <a:lnTo>
                      <a:pt x="133" y="17"/>
                    </a:lnTo>
                    <a:lnTo>
                      <a:pt x="134" y="18"/>
                    </a:lnTo>
                    <a:lnTo>
                      <a:pt x="135" y="18"/>
                    </a:lnTo>
                    <a:lnTo>
                      <a:pt x="136" y="19"/>
                    </a:lnTo>
                    <a:lnTo>
                      <a:pt x="137" y="19"/>
                    </a:lnTo>
                    <a:lnTo>
                      <a:pt x="138" y="19"/>
                    </a:lnTo>
                    <a:lnTo>
                      <a:pt x="138" y="20"/>
                    </a:lnTo>
                    <a:lnTo>
                      <a:pt x="139" y="20"/>
                    </a:lnTo>
                    <a:lnTo>
                      <a:pt x="140" y="21"/>
                    </a:lnTo>
                    <a:lnTo>
                      <a:pt x="141" y="21"/>
                    </a:lnTo>
                    <a:lnTo>
                      <a:pt x="142" y="22"/>
                    </a:lnTo>
                    <a:lnTo>
                      <a:pt x="143" y="22"/>
                    </a:lnTo>
                    <a:lnTo>
                      <a:pt x="144" y="23"/>
                    </a:lnTo>
                    <a:lnTo>
                      <a:pt x="144" y="23"/>
                    </a:lnTo>
                    <a:lnTo>
                      <a:pt x="145" y="24"/>
                    </a:lnTo>
                    <a:lnTo>
                      <a:pt x="146" y="24"/>
                    </a:lnTo>
                    <a:lnTo>
                      <a:pt x="147" y="24"/>
                    </a:lnTo>
                    <a:lnTo>
                      <a:pt x="148" y="25"/>
                    </a:lnTo>
                    <a:lnTo>
                      <a:pt x="149" y="25"/>
                    </a:lnTo>
                    <a:lnTo>
                      <a:pt x="150" y="26"/>
                    </a:lnTo>
                    <a:lnTo>
                      <a:pt x="151" y="26"/>
                    </a:lnTo>
                    <a:lnTo>
                      <a:pt x="152" y="27"/>
                    </a:lnTo>
                    <a:lnTo>
                      <a:pt x="153" y="27"/>
                    </a:lnTo>
                    <a:lnTo>
                      <a:pt x="154" y="28"/>
                    </a:lnTo>
                    <a:lnTo>
                      <a:pt x="155" y="28"/>
                    </a:lnTo>
                    <a:lnTo>
                      <a:pt x="155" y="28"/>
                    </a:lnTo>
                    <a:lnTo>
                      <a:pt x="156" y="29"/>
                    </a:lnTo>
                    <a:lnTo>
                      <a:pt x="157" y="29"/>
                    </a:lnTo>
                    <a:lnTo>
                      <a:pt x="158" y="30"/>
                    </a:lnTo>
                    <a:lnTo>
                      <a:pt x="159" y="30"/>
                    </a:lnTo>
                    <a:lnTo>
                      <a:pt x="160" y="31"/>
                    </a:lnTo>
                    <a:lnTo>
                      <a:pt x="161" y="31"/>
                    </a:lnTo>
                    <a:lnTo>
                      <a:pt x="161" y="32"/>
                    </a:lnTo>
                    <a:lnTo>
                      <a:pt x="162" y="32"/>
                    </a:lnTo>
                    <a:lnTo>
                      <a:pt x="163" y="32"/>
                    </a:lnTo>
                    <a:lnTo>
                      <a:pt x="164" y="33"/>
                    </a:lnTo>
                    <a:lnTo>
                      <a:pt x="165" y="33"/>
                    </a:lnTo>
                    <a:lnTo>
                      <a:pt x="166" y="33"/>
                    </a:lnTo>
                    <a:lnTo>
                      <a:pt x="167" y="33"/>
                    </a:lnTo>
                    <a:lnTo>
                      <a:pt x="168" y="33"/>
                    </a:lnTo>
                    <a:lnTo>
                      <a:pt x="169" y="34"/>
                    </a:lnTo>
                    <a:lnTo>
                      <a:pt x="170" y="34"/>
                    </a:lnTo>
                    <a:lnTo>
                      <a:pt x="172" y="35"/>
                    </a:lnTo>
                    <a:lnTo>
                      <a:pt x="174" y="36"/>
                    </a:lnTo>
                    <a:lnTo>
                      <a:pt x="176" y="37"/>
                    </a:lnTo>
                    <a:lnTo>
                      <a:pt x="178" y="37"/>
                    </a:lnTo>
                    <a:lnTo>
                      <a:pt x="180" y="38"/>
                    </a:lnTo>
                    <a:lnTo>
                      <a:pt x="182" y="39"/>
                    </a:lnTo>
                    <a:lnTo>
                      <a:pt x="184" y="40"/>
                    </a:lnTo>
                    <a:lnTo>
                      <a:pt x="186" y="40"/>
                    </a:lnTo>
                    <a:lnTo>
                      <a:pt x="188" y="41"/>
                    </a:lnTo>
                    <a:lnTo>
                      <a:pt x="190" y="42"/>
                    </a:lnTo>
                    <a:lnTo>
                      <a:pt x="191" y="43"/>
                    </a:lnTo>
                    <a:lnTo>
                      <a:pt x="193" y="43"/>
                    </a:lnTo>
                    <a:lnTo>
                      <a:pt x="195" y="44"/>
                    </a:lnTo>
                    <a:lnTo>
                      <a:pt x="197" y="45"/>
                    </a:lnTo>
                    <a:lnTo>
                      <a:pt x="199" y="45"/>
                    </a:lnTo>
                    <a:lnTo>
                      <a:pt x="200" y="46"/>
                    </a:lnTo>
                    <a:lnTo>
                      <a:pt x="202" y="46"/>
                    </a:lnTo>
                    <a:lnTo>
                      <a:pt x="204" y="47"/>
                    </a:lnTo>
                    <a:lnTo>
                      <a:pt x="205" y="47"/>
                    </a:lnTo>
                    <a:lnTo>
                      <a:pt x="207" y="48"/>
                    </a:lnTo>
                    <a:lnTo>
                      <a:pt x="208" y="48"/>
                    </a:lnTo>
                    <a:lnTo>
                      <a:pt x="210" y="49"/>
                    </a:lnTo>
                    <a:lnTo>
                      <a:pt x="212" y="49"/>
                    </a:lnTo>
                    <a:lnTo>
                      <a:pt x="213" y="50"/>
                    </a:lnTo>
                    <a:lnTo>
                      <a:pt x="215" y="50"/>
                    </a:lnTo>
                    <a:lnTo>
                      <a:pt x="216" y="51"/>
                    </a:lnTo>
                    <a:lnTo>
                      <a:pt x="218" y="51"/>
                    </a:lnTo>
                    <a:lnTo>
                      <a:pt x="219" y="52"/>
                    </a:lnTo>
                    <a:lnTo>
                      <a:pt x="220" y="52"/>
                    </a:lnTo>
                    <a:lnTo>
                      <a:pt x="222" y="53"/>
                    </a:lnTo>
                    <a:lnTo>
                      <a:pt x="224" y="53"/>
                    </a:lnTo>
                    <a:lnTo>
                      <a:pt x="225" y="53"/>
                    </a:lnTo>
                    <a:lnTo>
                      <a:pt x="227" y="54"/>
                    </a:lnTo>
                    <a:lnTo>
                      <a:pt x="228" y="54"/>
                    </a:lnTo>
                    <a:lnTo>
                      <a:pt x="230" y="55"/>
                    </a:lnTo>
                    <a:lnTo>
                      <a:pt x="232" y="55"/>
                    </a:lnTo>
                    <a:lnTo>
                      <a:pt x="233" y="55"/>
                    </a:lnTo>
                    <a:lnTo>
                      <a:pt x="235" y="56"/>
                    </a:lnTo>
                    <a:lnTo>
                      <a:pt x="236" y="56"/>
                    </a:lnTo>
                    <a:lnTo>
                      <a:pt x="238" y="57"/>
                    </a:lnTo>
                    <a:lnTo>
                      <a:pt x="240" y="57"/>
                    </a:lnTo>
                    <a:lnTo>
                      <a:pt x="241" y="57"/>
                    </a:lnTo>
                    <a:lnTo>
                      <a:pt x="243" y="58"/>
                    </a:lnTo>
                    <a:lnTo>
                      <a:pt x="245" y="58"/>
                    </a:lnTo>
                    <a:lnTo>
                      <a:pt x="246" y="58"/>
                    </a:lnTo>
                    <a:lnTo>
                      <a:pt x="248" y="59"/>
                    </a:lnTo>
                    <a:lnTo>
                      <a:pt x="248" y="59"/>
                    </a:lnTo>
                    <a:lnTo>
                      <a:pt x="250" y="59"/>
                    </a:lnTo>
                    <a:lnTo>
                      <a:pt x="252" y="60"/>
                    </a:lnTo>
                    <a:lnTo>
                      <a:pt x="253" y="60"/>
                    </a:lnTo>
                    <a:lnTo>
                      <a:pt x="255" y="60"/>
                    </a:lnTo>
                    <a:lnTo>
                      <a:pt x="257" y="61"/>
                    </a:lnTo>
                    <a:lnTo>
                      <a:pt x="258" y="61"/>
                    </a:lnTo>
                    <a:lnTo>
                      <a:pt x="260" y="61"/>
                    </a:lnTo>
                    <a:lnTo>
                      <a:pt x="262" y="61"/>
                    </a:lnTo>
                    <a:lnTo>
                      <a:pt x="263" y="62"/>
                    </a:lnTo>
                    <a:lnTo>
                      <a:pt x="265" y="62"/>
                    </a:lnTo>
                    <a:lnTo>
                      <a:pt x="266" y="62"/>
                    </a:lnTo>
                    <a:lnTo>
                      <a:pt x="268" y="62"/>
                    </a:lnTo>
                    <a:lnTo>
                      <a:pt x="270" y="62"/>
                    </a:lnTo>
                    <a:lnTo>
                      <a:pt x="271" y="62"/>
                    </a:lnTo>
                    <a:lnTo>
                      <a:pt x="273" y="62"/>
                    </a:lnTo>
                    <a:lnTo>
                      <a:pt x="273" y="62"/>
                    </a:lnTo>
                    <a:lnTo>
                      <a:pt x="275" y="63"/>
                    </a:lnTo>
                    <a:lnTo>
                      <a:pt x="276" y="63"/>
                    </a:lnTo>
                    <a:lnTo>
                      <a:pt x="277" y="63"/>
                    </a:lnTo>
                    <a:lnTo>
                      <a:pt x="279" y="63"/>
                    </a:lnTo>
                    <a:lnTo>
                      <a:pt x="280" y="64"/>
                    </a:lnTo>
                    <a:lnTo>
                      <a:pt x="282" y="64"/>
                    </a:lnTo>
                    <a:lnTo>
                      <a:pt x="284" y="64"/>
                    </a:lnTo>
                    <a:lnTo>
                      <a:pt x="285" y="64"/>
                    </a:lnTo>
                    <a:lnTo>
                      <a:pt x="287" y="65"/>
                    </a:lnTo>
                    <a:lnTo>
                      <a:pt x="289" y="65"/>
                    </a:lnTo>
                    <a:lnTo>
                      <a:pt x="290" y="65"/>
                    </a:lnTo>
                    <a:lnTo>
                      <a:pt x="292" y="65"/>
                    </a:lnTo>
                    <a:lnTo>
                      <a:pt x="294" y="66"/>
                    </a:lnTo>
                    <a:lnTo>
                      <a:pt x="295" y="66"/>
                    </a:lnTo>
                    <a:lnTo>
                      <a:pt x="297" y="66"/>
                    </a:lnTo>
                    <a:lnTo>
                      <a:pt x="299" y="66"/>
                    </a:lnTo>
                    <a:lnTo>
                      <a:pt x="300" y="66"/>
                    </a:lnTo>
                    <a:lnTo>
                      <a:pt x="302" y="67"/>
                    </a:lnTo>
                    <a:lnTo>
                      <a:pt x="304" y="67"/>
                    </a:lnTo>
                    <a:lnTo>
                      <a:pt x="306" y="67"/>
                    </a:lnTo>
                    <a:lnTo>
                      <a:pt x="309" y="68"/>
                    </a:lnTo>
                    <a:lnTo>
                      <a:pt x="313" y="68"/>
                    </a:lnTo>
                    <a:lnTo>
                      <a:pt x="316" y="68"/>
                    </a:lnTo>
                    <a:lnTo>
                      <a:pt x="320" y="69"/>
                    </a:lnTo>
                    <a:lnTo>
                      <a:pt x="323" y="69"/>
                    </a:lnTo>
                    <a:lnTo>
                      <a:pt x="326" y="69"/>
                    </a:lnTo>
                    <a:lnTo>
                      <a:pt x="330" y="70"/>
                    </a:lnTo>
                    <a:lnTo>
                      <a:pt x="333" y="70"/>
                    </a:lnTo>
                    <a:lnTo>
                      <a:pt x="336" y="70"/>
                    </a:lnTo>
                    <a:lnTo>
                      <a:pt x="339" y="71"/>
                    </a:lnTo>
                    <a:lnTo>
                      <a:pt x="342" y="71"/>
                    </a:lnTo>
                    <a:lnTo>
                      <a:pt x="346" y="71"/>
                    </a:lnTo>
                    <a:lnTo>
                      <a:pt x="349" y="72"/>
                    </a:lnTo>
                    <a:lnTo>
                      <a:pt x="353" y="72"/>
                    </a:lnTo>
                    <a:lnTo>
                      <a:pt x="360" y="72"/>
                    </a:lnTo>
                    <a:lnTo>
                      <a:pt x="366" y="73"/>
                    </a:lnTo>
                    <a:lnTo>
                      <a:pt x="373" y="74"/>
                    </a:lnTo>
                    <a:lnTo>
                      <a:pt x="380" y="74"/>
                    </a:lnTo>
                    <a:lnTo>
                      <a:pt x="383" y="75"/>
                    </a:lnTo>
                    <a:lnTo>
                      <a:pt x="387" y="75"/>
                    </a:lnTo>
                    <a:lnTo>
                      <a:pt x="390" y="75"/>
                    </a:lnTo>
                    <a:lnTo>
                      <a:pt x="393" y="75"/>
                    </a:lnTo>
                    <a:lnTo>
                      <a:pt x="396" y="76"/>
                    </a:lnTo>
                    <a:lnTo>
                      <a:pt x="400" y="76"/>
                    </a:lnTo>
                    <a:lnTo>
                      <a:pt x="403" y="76"/>
                    </a:lnTo>
                    <a:lnTo>
                      <a:pt x="407" y="77"/>
                    </a:lnTo>
                    <a:lnTo>
                      <a:pt x="409" y="77"/>
                    </a:lnTo>
                    <a:lnTo>
                      <a:pt x="412" y="77"/>
                    </a:lnTo>
                    <a:lnTo>
                      <a:pt x="414" y="77"/>
                    </a:lnTo>
                    <a:lnTo>
                      <a:pt x="417" y="78"/>
                    </a:lnTo>
                    <a:lnTo>
                      <a:pt x="419" y="78"/>
                    </a:lnTo>
                    <a:lnTo>
                      <a:pt x="422" y="78"/>
                    </a:lnTo>
                    <a:lnTo>
                      <a:pt x="423" y="78"/>
                    </a:lnTo>
                    <a:lnTo>
                      <a:pt x="426" y="79"/>
                    </a:lnTo>
                    <a:lnTo>
                      <a:pt x="428" y="79"/>
                    </a:lnTo>
                    <a:lnTo>
                      <a:pt x="431" y="79"/>
                    </a:lnTo>
                    <a:lnTo>
                      <a:pt x="433" y="79"/>
                    </a:lnTo>
                    <a:lnTo>
                      <a:pt x="436" y="79"/>
                    </a:lnTo>
                    <a:lnTo>
                      <a:pt x="438" y="79"/>
                    </a:lnTo>
                    <a:lnTo>
                      <a:pt x="441" y="80"/>
                    </a:lnTo>
                    <a:lnTo>
                      <a:pt x="443" y="80"/>
                    </a:lnTo>
                    <a:lnTo>
                      <a:pt x="446" y="80"/>
                    </a:lnTo>
                    <a:lnTo>
                      <a:pt x="448" y="80"/>
                    </a:lnTo>
                    <a:lnTo>
                      <a:pt x="451" y="80"/>
                    </a:lnTo>
                    <a:lnTo>
                      <a:pt x="452" y="80"/>
                    </a:lnTo>
                    <a:lnTo>
                      <a:pt x="455" y="81"/>
                    </a:lnTo>
                    <a:lnTo>
                      <a:pt x="457" y="81"/>
                    </a:lnTo>
                    <a:lnTo>
                      <a:pt x="460" y="81"/>
                    </a:lnTo>
                    <a:lnTo>
                      <a:pt x="462" y="81"/>
                    </a:lnTo>
                    <a:lnTo>
                      <a:pt x="465" y="81"/>
                    </a:lnTo>
                    <a:lnTo>
                      <a:pt x="467" y="81"/>
                    </a:lnTo>
                    <a:lnTo>
                      <a:pt x="470" y="81"/>
                    </a:lnTo>
                    <a:lnTo>
                      <a:pt x="472" y="81"/>
                    </a:lnTo>
                    <a:lnTo>
                      <a:pt x="475" y="82"/>
                    </a:lnTo>
                    <a:lnTo>
                      <a:pt x="477" y="82"/>
                    </a:lnTo>
                    <a:lnTo>
                      <a:pt x="480" y="82"/>
                    </a:lnTo>
                    <a:lnTo>
                      <a:pt x="481" y="82"/>
                    </a:lnTo>
                    <a:lnTo>
                      <a:pt x="484" y="82"/>
                    </a:lnTo>
                    <a:lnTo>
                      <a:pt x="487" y="82"/>
                    </a:lnTo>
                    <a:lnTo>
                      <a:pt x="489" y="82"/>
                    </a:lnTo>
                    <a:lnTo>
                      <a:pt x="492" y="82"/>
                    </a:lnTo>
                    <a:lnTo>
                      <a:pt x="494" y="82"/>
                    </a:lnTo>
                    <a:lnTo>
                      <a:pt x="497" y="82"/>
                    </a:lnTo>
                    <a:lnTo>
                      <a:pt x="499" y="82"/>
                    </a:lnTo>
                    <a:lnTo>
                      <a:pt x="502" y="83"/>
                    </a:lnTo>
                    <a:lnTo>
                      <a:pt x="504" y="83"/>
                    </a:lnTo>
                    <a:lnTo>
                      <a:pt x="507" y="83"/>
                    </a:lnTo>
                    <a:lnTo>
                      <a:pt x="509" y="83"/>
                    </a:lnTo>
                    <a:lnTo>
                      <a:pt x="511" y="83"/>
                    </a:lnTo>
                    <a:lnTo>
                      <a:pt x="513" y="83"/>
                    </a:lnTo>
                    <a:lnTo>
                      <a:pt x="516" y="83"/>
                    </a:lnTo>
                    <a:lnTo>
                      <a:pt x="518" y="83"/>
                    </a:lnTo>
                    <a:lnTo>
                      <a:pt x="521" y="83"/>
                    </a:lnTo>
                    <a:lnTo>
                      <a:pt x="523" y="83"/>
                    </a:lnTo>
                    <a:lnTo>
                      <a:pt x="526" y="83"/>
                    </a:lnTo>
                    <a:lnTo>
                      <a:pt x="528" y="83"/>
                    </a:lnTo>
                    <a:lnTo>
                      <a:pt x="531" y="83"/>
                    </a:lnTo>
                    <a:lnTo>
                      <a:pt x="534" y="83"/>
                    </a:lnTo>
                    <a:lnTo>
                      <a:pt x="536" y="83"/>
                    </a:lnTo>
                    <a:lnTo>
                      <a:pt x="537" y="83"/>
                    </a:lnTo>
                    <a:lnTo>
                      <a:pt x="538" y="83"/>
                    </a:lnTo>
                    <a:lnTo>
                      <a:pt x="540" y="83"/>
                    </a:lnTo>
                    <a:lnTo>
                      <a:pt x="543" y="83"/>
                    </a:lnTo>
                    <a:lnTo>
                      <a:pt x="545" y="83"/>
                    </a:lnTo>
                    <a:lnTo>
                      <a:pt x="548" y="83"/>
                    </a:lnTo>
                    <a:lnTo>
                      <a:pt x="550" y="83"/>
                    </a:lnTo>
                    <a:lnTo>
                      <a:pt x="553" y="83"/>
                    </a:lnTo>
                    <a:lnTo>
                      <a:pt x="555" y="83"/>
                    </a:lnTo>
                    <a:lnTo>
                      <a:pt x="558" y="83"/>
                    </a:lnTo>
                    <a:lnTo>
                      <a:pt x="561" y="83"/>
                    </a:lnTo>
                    <a:lnTo>
                      <a:pt x="563" y="83"/>
                    </a:lnTo>
                    <a:lnTo>
                      <a:pt x="566" y="83"/>
                    </a:lnTo>
                    <a:lnTo>
                      <a:pt x="567" y="83"/>
                    </a:lnTo>
                    <a:lnTo>
                      <a:pt x="570" y="83"/>
                    </a:lnTo>
                    <a:lnTo>
                      <a:pt x="572" y="83"/>
                    </a:lnTo>
                    <a:lnTo>
                      <a:pt x="575" y="83"/>
                    </a:lnTo>
                    <a:lnTo>
                      <a:pt x="577" y="83"/>
                    </a:lnTo>
                    <a:lnTo>
                      <a:pt x="582" y="83"/>
                    </a:lnTo>
                    <a:lnTo>
                      <a:pt x="588" y="83"/>
                    </a:lnTo>
                    <a:lnTo>
                      <a:pt x="593" y="82"/>
                    </a:lnTo>
                    <a:lnTo>
                      <a:pt x="597" y="82"/>
                    </a:lnTo>
                    <a:lnTo>
                      <a:pt x="602" y="82"/>
                    </a:lnTo>
                    <a:lnTo>
                      <a:pt x="607" y="82"/>
                    </a:lnTo>
                    <a:lnTo>
                      <a:pt x="612" y="82"/>
                    </a:lnTo>
                    <a:lnTo>
                      <a:pt x="617" y="82"/>
                    </a:lnTo>
                    <a:lnTo>
                      <a:pt x="622" y="82"/>
                    </a:lnTo>
                    <a:lnTo>
                      <a:pt x="626" y="81"/>
                    </a:lnTo>
                    <a:lnTo>
                      <a:pt x="632" y="81"/>
                    </a:lnTo>
                    <a:lnTo>
                      <a:pt x="637" y="81"/>
                    </a:lnTo>
                    <a:lnTo>
                      <a:pt x="642" y="81"/>
                    </a:lnTo>
                    <a:lnTo>
                      <a:pt x="647" y="81"/>
                    </a:lnTo>
                    <a:lnTo>
                      <a:pt x="647" y="81"/>
                    </a:lnTo>
                    <a:lnTo>
                      <a:pt x="652" y="80"/>
                    </a:lnTo>
                    <a:lnTo>
                      <a:pt x="656" y="80"/>
                    </a:lnTo>
                    <a:lnTo>
                      <a:pt x="661" y="80"/>
                    </a:lnTo>
                    <a:lnTo>
                      <a:pt x="666" y="80"/>
                    </a:lnTo>
                    <a:lnTo>
                      <a:pt x="672" y="79"/>
                    </a:lnTo>
                    <a:lnTo>
                      <a:pt x="677" y="79"/>
                    </a:lnTo>
                    <a:lnTo>
                      <a:pt x="682" y="79"/>
                    </a:lnTo>
                    <a:lnTo>
                      <a:pt x="686" y="79"/>
                    </a:lnTo>
                    <a:lnTo>
                      <a:pt x="691" y="78"/>
                    </a:lnTo>
                    <a:lnTo>
                      <a:pt x="696" y="78"/>
                    </a:lnTo>
                    <a:lnTo>
                      <a:pt x="701" y="78"/>
                    </a:lnTo>
                    <a:lnTo>
                      <a:pt x="707" y="77"/>
                    </a:lnTo>
                    <a:lnTo>
                      <a:pt x="711" y="77"/>
                    </a:lnTo>
                    <a:lnTo>
                      <a:pt x="716" y="77"/>
                    </a:lnTo>
                    <a:lnTo>
                      <a:pt x="721" y="77"/>
                    </a:lnTo>
                    <a:lnTo>
                      <a:pt x="726" y="76"/>
                    </a:lnTo>
                    <a:lnTo>
                      <a:pt x="731" y="76"/>
                    </a:lnTo>
                    <a:lnTo>
                      <a:pt x="737" y="76"/>
                    </a:lnTo>
                    <a:lnTo>
                      <a:pt x="741" y="76"/>
                    </a:lnTo>
                    <a:lnTo>
                      <a:pt x="746" y="76"/>
                    </a:lnTo>
                    <a:lnTo>
                      <a:pt x="751" y="76"/>
                    </a:lnTo>
                    <a:lnTo>
                      <a:pt x="761" y="76"/>
                    </a:lnTo>
                    <a:lnTo>
                      <a:pt x="771" y="76"/>
                    </a:lnTo>
                    <a:lnTo>
                      <a:pt x="771" y="76"/>
                    </a:lnTo>
                    <a:lnTo>
                      <a:pt x="781" y="76"/>
                    </a:lnTo>
                    <a:lnTo>
                      <a:pt x="801" y="76"/>
                    </a:lnTo>
                    <a:lnTo>
                      <a:pt x="805" y="76"/>
                    </a:lnTo>
                    <a:lnTo>
                      <a:pt x="811" y="76"/>
                    </a:lnTo>
                    <a:lnTo>
                      <a:pt x="821" y="75"/>
                    </a:lnTo>
                    <a:lnTo>
                      <a:pt x="831" y="75"/>
                    </a:lnTo>
                    <a:lnTo>
                      <a:pt x="841" y="74"/>
                    </a:lnTo>
                    <a:lnTo>
                      <a:pt x="846" y="74"/>
                    </a:lnTo>
                    <a:lnTo>
                      <a:pt x="851" y="74"/>
                    </a:lnTo>
                    <a:lnTo>
                      <a:pt x="856" y="74"/>
                    </a:lnTo>
                    <a:lnTo>
                      <a:pt x="861" y="73"/>
                    </a:lnTo>
                    <a:lnTo>
                      <a:pt x="866" y="73"/>
                    </a:lnTo>
                    <a:lnTo>
                      <a:pt x="871" y="73"/>
                    </a:lnTo>
                    <a:lnTo>
                      <a:pt x="876" y="73"/>
                    </a:lnTo>
                    <a:lnTo>
                      <a:pt x="881" y="73"/>
                    </a:lnTo>
                    <a:lnTo>
                      <a:pt x="886" y="72"/>
                    </a:lnTo>
                    <a:lnTo>
                      <a:pt x="891" y="72"/>
                    </a:lnTo>
                    <a:lnTo>
                      <a:pt x="896" y="72"/>
                    </a:lnTo>
                    <a:lnTo>
                      <a:pt x="900" y="72"/>
                    </a:lnTo>
                    <a:lnTo>
                      <a:pt x="901" y="72"/>
                    </a:lnTo>
                    <a:lnTo>
                      <a:pt x="906" y="72"/>
                    </a:lnTo>
                    <a:lnTo>
                      <a:pt x="911" y="72"/>
                    </a:lnTo>
                    <a:lnTo>
                      <a:pt x="915" y="72"/>
                    </a:lnTo>
                    <a:lnTo>
                      <a:pt x="921" y="71"/>
                    </a:lnTo>
                    <a:lnTo>
                      <a:pt x="926" y="71"/>
                    </a:lnTo>
                    <a:lnTo>
                      <a:pt x="931" y="71"/>
                    </a:lnTo>
                    <a:lnTo>
                      <a:pt x="936" y="71"/>
                    </a:lnTo>
                    <a:lnTo>
                      <a:pt x="941" y="71"/>
                    </a:lnTo>
                    <a:lnTo>
                      <a:pt x="945" y="71"/>
                    </a:lnTo>
                    <a:lnTo>
                      <a:pt x="950" y="71"/>
                    </a:lnTo>
                    <a:lnTo>
                      <a:pt x="956" y="71"/>
                    </a:lnTo>
                    <a:lnTo>
                      <a:pt x="959" y="71"/>
                    </a:lnTo>
                    <a:lnTo>
                      <a:pt x="961" y="71"/>
                    </a:lnTo>
                    <a:lnTo>
                      <a:pt x="966" y="71"/>
                    </a:lnTo>
                    <a:lnTo>
                      <a:pt x="971" y="71"/>
                    </a:lnTo>
                    <a:lnTo>
                      <a:pt x="975" y="71"/>
                    </a:lnTo>
                    <a:lnTo>
                      <a:pt x="980" y="71"/>
                    </a:lnTo>
                    <a:lnTo>
                      <a:pt x="985" y="71"/>
                    </a:lnTo>
                    <a:lnTo>
                      <a:pt x="990" y="71"/>
                    </a:lnTo>
                    <a:lnTo>
                      <a:pt x="996" y="71"/>
                    </a:lnTo>
                    <a:lnTo>
                      <a:pt x="1001" y="71"/>
                    </a:lnTo>
                    <a:lnTo>
                      <a:pt x="1005" y="71"/>
                    </a:lnTo>
                    <a:lnTo>
                      <a:pt x="1007" y="71"/>
                    </a:lnTo>
                    <a:lnTo>
                      <a:pt x="1010" y="71"/>
                    </a:lnTo>
                    <a:lnTo>
                      <a:pt x="1012" y="71"/>
                    </a:lnTo>
                    <a:lnTo>
                      <a:pt x="1015" y="71"/>
                    </a:lnTo>
                    <a:lnTo>
                      <a:pt x="1017" y="71"/>
                    </a:lnTo>
                    <a:lnTo>
                      <a:pt x="1018" y="71"/>
                    </a:lnTo>
                    <a:lnTo>
                      <a:pt x="1020" y="71"/>
                    </a:lnTo>
                    <a:lnTo>
                      <a:pt x="1023" y="71"/>
                    </a:lnTo>
                    <a:lnTo>
                      <a:pt x="1025" y="71"/>
                    </a:lnTo>
                    <a:lnTo>
                      <a:pt x="1028" y="70"/>
                    </a:lnTo>
                    <a:lnTo>
                      <a:pt x="1029" y="70"/>
                    </a:lnTo>
                    <a:lnTo>
                      <a:pt x="1032" y="70"/>
                    </a:lnTo>
                    <a:lnTo>
                      <a:pt x="1034" y="70"/>
                    </a:lnTo>
                    <a:lnTo>
                      <a:pt x="1037" y="70"/>
                    </a:lnTo>
                    <a:lnTo>
                      <a:pt x="1039" y="70"/>
                    </a:lnTo>
                    <a:lnTo>
                      <a:pt x="1039" y="70"/>
                    </a:lnTo>
                    <a:lnTo>
                      <a:pt x="1039" y="70"/>
                    </a:lnTo>
                    <a:close/>
                    <a:moveTo>
                      <a:pt x="91" y="46"/>
                    </a:moveTo>
                    <a:lnTo>
                      <a:pt x="89" y="47"/>
                    </a:lnTo>
                    <a:lnTo>
                      <a:pt x="88" y="47"/>
                    </a:lnTo>
                    <a:lnTo>
                      <a:pt x="87" y="48"/>
                    </a:lnTo>
                    <a:lnTo>
                      <a:pt x="86" y="48"/>
                    </a:lnTo>
                    <a:lnTo>
                      <a:pt x="85" y="48"/>
                    </a:lnTo>
                    <a:lnTo>
                      <a:pt x="84" y="49"/>
                    </a:lnTo>
                    <a:lnTo>
                      <a:pt x="83" y="49"/>
                    </a:lnTo>
                    <a:lnTo>
                      <a:pt x="82" y="49"/>
                    </a:lnTo>
                    <a:lnTo>
                      <a:pt x="81" y="49"/>
                    </a:lnTo>
                    <a:lnTo>
                      <a:pt x="80" y="50"/>
                    </a:lnTo>
                    <a:lnTo>
                      <a:pt x="79" y="50"/>
                    </a:lnTo>
                    <a:lnTo>
                      <a:pt x="77" y="50"/>
                    </a:lnTo>
                    <a:lnTo>
                      <a:pt x="75" y="51"/>
                    </a:lnTo>
                    <a:lnTo>
                      <a:pt x="74" y="52"/>
                    </a:lnTo>
                    <a:lnTo>
                      <a:pt x="73" y="52"/>
                    </a:lnTo>
                    <a:lnTo>
                      <a:pt x="72" y="52"/>
                    </a:lnTo>
                    <a:lnTo>
                      <a:pt x="71" y="52"/>
                    </a:lnTo>
                    <a:lnTo>
                      <a:pt x="70" y="53"/>
                    </a:lnTo>
                    <a:lnTo>
                      <a:pt x="68" y="53"/>
                    </a:lnTo>
                    <a:lnTo>
                      <a:pt x="67" y="53"/>
                    </a:lnTo>
                    <a:lnTo>
                      <a:pt x="66" y="54"/>
                    </a:lnTo>
                    <a:lnTo>
                      <a:pt x="65" y="54"/>
                    </a:lnTo>
                    <a:lnTo>
                      <a:pt x="64" y="55"/>
                    </a:lnTo>
                    <a:lnTo>
                      <a:pt x="63" y="55"/>
                    </a:lnTo>
                    <a:lnTo>
                      <a:pt x="61" y="55"/>
                    </a:lnTo>
                    <a:lnTo>
                      <a:pt x="60" y="56"/>
                    </a:lnTo>
                    <a:lnTo>
                      <a:pt x="59" y="56"/>
                    </a:lnTo>
                    <a:lnTo>
                      <a:pt x="58" y="56"/>
                    </a:lnTo>
                    <a:lnTo>
                      <a:pt x="58" y="57"/>
                    </a:lnTo>
                    <a:lnTo>
                      <a:pt x="57" y="57"/>
                    </a:lnTo>
                    <a:lnTo>
                      <a:pt x="57" y="57"/>
                    </a:lnTo>
                    <a:lnTo>
                      <a:pt x="56" y="57"/>
                    </a:lnTo>
                    <a:lnTo>
                      <a:pt x="56" y="57"/>
                    </a:lnTo>
                    <a:lnTo>
                      <a:pt x="55" y="58"/>
                    </a:lnTo>
                    <a:lnTo>
                      <a:pt x="54" y="58"/>
                    </a:lnTo>
                    <a:lnTo>
                      <a:pt x="54" y="58"/>
                    </a:lnTo>
                    <a:lnTo>
                      <a:pt x="53" y="58"/>
                    </a:lnTo>
                    <a:lnTo>
                      <a:pt x="53" y="58"/>
                    </a:lnTo>
                    <a:lnTo>
                      <a:pt x="52" y="59"/>
                    </a:lnTo>
                    <a:lnTo>
                      <a:pt x="52" y="59"/>
                    </a:lnTo>
                    <a:lnTo>
                      <a:pt x="51" y="59"/>
                    </a:lnTo>
                    <a:lnTo>
                      <a:pt x="51" y="59"/>
                    </a:lnTo>
                    <a:lnTo>
                      <a:pt x="50" y="60"/>
                    </a:lnTo>
                    <a:lnTo>
                      <a:pt x="50" y="60"/>
                    </a:lnTo>
                    <a:lnTo>
                      <a:pt x="49" y="60"/>
                    </a:lnTo>
                    <a:lnTo>
                      <a:pt x="49" y="60"/>
                    </a:lnTo>
                    <a:lnTo>
                      <a:pt x="48" y="61"/>
                    </a:lnTo>
                    <a:lnTo>
                      <a:pt x="48" y="61"/>
                    </a:lnTo>
                    <a:lnTo>
                      <a:pt x="47" y="61"/>
                    </a:lnTo>
                    <a:lnTo>
                      <a:pt x="47" y="61"/>
                    </a:lnTo>
                    <a:lnTo>
                      <a:pt x="46" y="61"/>
                    </a:lnTo>
                    <a:lnTo>
                      <a:pt x="46" y="62"/>
                    </a:lnTo>
                    <a:lnTo>
                      <a:pt x="46" y="62"/>
                    </a:lnTo>
                    <a:lnTo>
                      <a:pt x="45" y="62"/>
                    </a:lnTo>
                    <a:lnTo>
                      <a:pt x="45" y="62"/>
                    </a:lnTo>
                    <a:lnTo>
                      <a:pt x="45" y="62"/>
                    </a:lnTo>
                    <a:lnTo>
                      <a:pt x="45" y="62"/>
                    </a:lnTo>
                    <a:lnTo>
                      <a:pt x="46" y="62"/>
                    </a:lnTo>
                    <a:lnTo>
                      <a:pt x="46" y="62"/>
                    </a:lnTo>
                    <a:lnTo>
                      <a:pt x="46" y="62"/>
                    </a:lnTo>
                    <a:lnTo>
                      <a:pt x="47" y="62"/>
                    </a:lnTo>
                    <a:lnTo>
                      <a:pt x="47" y="63"/>
                    </a:lnTo>
                    <a:lnTo>
                      <a:pt x="47" y="63"/>
                    </a:lnTo>
                    <a:lnTo>
                      <a:pt x="48" y="63"/>
                    </a:lnTo>
                    <a:lnTo>
                      <a:pt x="48" y="63"/>
                    </a:lnTo>
                    <a:lnTo>
                      <a:pt x="48" y="64"/>
                    </a:lnTo>
                    <a:lnTo>
                      <a:pt x="49" y="64"/>
                    </a:lnTo>
                    <a:lnTo>
                      <a:pt x="49" y="64"/>
                    </a:lnTo>
                    <a:lnTo>
                      <a:pt x="50" y="64"/>
                    </a:lnTo>
                    <a:lnTo>
                      <a:pt x="50" y="64"/>
                    </a:lnTo>
                    <a:lnTo>
                      <a:pt x="50" y="65"/>
                    </a:lnTo>
                    <a:lnTo>
                      <a:pt x="51" y="65"/>
                    </a:lnTo>
                    <a:lnTo>
                      <a:pt x="51" y="65"/>
                    </a:lnTo>
                    <a:lnTo>
                      <a:pt x="52" y="65"/>
                    </a:lnTo>
                    <a:lnTo>
                      <a:pt x="52" y="66"/>
                    </a:lnTo>
                    <a:lnTo>
                      <a:pt x="53" y="66"/>
                    </a:lnTo>
                    <a:lnTo>
                      <a:pt x="53" y="66"/>
                    </a:lnTo>
                    <a:lnTo>
                      <a:pt x="54" y="66"/>
                    </a:lnTo>
                    <a:lnTo>
                      <a:pt x="54" y="66"/>
                    </a:lnTo>
                    <a:lnTo>
                      <a:pt x="55" y="67"/>
                    </a:lnTo>
                    <a:lnTo>
                      <a:pt x="55" y="67"/>
                    </a:lnTo>
                    <a:lnTo>
                      <a:pt x="56" y="67"/>
                    </a:lnTo>
                    <a:lnTo>
                      <a:pt x="56" y="67"/>
                    </a:lnTo>
                    <a:lnTo>
                      <a:pt x="57" y="67"/>
                    </a:lnTo>
                    <a:lnTo>
                      <a:pt x="57" y="68"/>
                    </a:lnTo>
                    <a:lnTo>
                      <a:pt x="58" y="68"/>
                    </a:lnTo>
                    <a:lnTo>
                      <a:pt x="59" y="68"/>
                    </a:lnTo>
                    <a:lnTo>
                      <a:pt x="59" y="68"/>
                    </a:lnTo>
                    <a:lnTo>
                      <a:pt x="60" y="68"/>
                    </a:lnTo>
                    <a:lnTo>
                      <a:pt x="60" y="69"/>
                    </a:lnTo>
                    <a:lnTo>
                      <a:pt x="61" y="69"/>
                    </a:lnTo>
                    <a:lnTo>
                      <a:pt x="62" y="69"/>
                    </a:lnTo>
                    <a:lnTo>
                      <a:pt x="62" y="69"/>
                    </a:lnTo>
                    <a:lnTo>
                      <a:pt x="63" y="69"/>
                    </a:lnTo>
                    <a:lnTo>
                      <a:pt x="63" y="69"/>
                    </a:lnTo>
                    <a:lnTo>
                      <a:pt x="64" y="70"/>
                    </a:lnTo>
                    <a:lnTo>
                      <a:pt x="65" y="70"/>
                    </a:lnTo>
                    <a:lnTo>
                      <a:pt x="65" y="70"/>
                    </a:lnTo>
                    <a:lnTo>
                      <a:pt x="66" y="70"/>
                    </a:lnTo>
                    <a:lnTo>
                      <a:pt x="67" y="70"/>
                    </a:lnTo>
                    <a:lnTo>
                      <a:pt x="68" y="70"/>
                    </a:lnTo>
                    <a:lnTo>
                      <a:pt x="68" y="70"/>
                    </a:lnTo>
                    <a:lnTo>
                      <a:pt x="69" y="71"/>
                    </a:lnTo>
                    <a:lnTo>
                      <a:pt x="70" y="71"/>
                    </a:lnTo>
                    <a:lnTo>
                      <a:pt x="70" y="71"/>
                    </a:lnTo>
                    <a:lnTo>
                      <a:pt x="71" y="71"/>
                    </a:lnTo>
                    <a:lnTo>
                      <a:pt x="72" y="71"/>
                    </a:lnTo>
                    <a:lnTo>
                      <a:pt x="73" y="71"/>
                    </a:lnTo>
                    <a:lnTo>
                      <a:pt x="73" y="71"/>
                    </a:lnTo>
                    <a:lnTo>
                      <a:pt x="74" y="71"/>
                    </a:lnTo>
                    <a:lnTo>
                      <a:pt x="74" y="72"/>
                    </a:lnTo>
                    <a:lnTo>
                      <a:pt x="75" y="72"/>
                    </a:lnTo>
                    <a:lnTo>
                      <a:pt x="76" y="72"/>
                    </a:lnTo>
                    <a:lnTo>
                      <a:pt x="76" y="72"/>
                    </a:lnTo>
                    <a:lnTo>
                      <a:pt x="77" y="72"/>
                    </a:lnTo>
                    <a:lnTo>
                      <a:pt x="78" y="72"/>
                    </a:lnTo>
                    <a:lnTo>
                      <a:pt x="79" y="72"/>
                    </a:lnTo>
                    <a:lnTo>
                      <a:pt x="80" y="72"/>
                    </a:lnTo>
                    <a:lnTo>
                      <a:pt x="80" y="72"/>
                    </a:lnTo>
                    <a:lnTo>
                      <a:pt x="81" y="72"/>
                    </a:lnTo>
                    <a:lnTo>
                      <a:pt x="82" y="72"/>
                    </a:lnTo>
                    <a:lnTo>
                      <a:pt x="83" y="73"/>
                    </a:lnTo>
                    <a:lnTo>
                      <a:pt x="84" y="73"/>
                    </a:lnTo>
                    <a:lnTo>
                      <a:pt x="85" y="73"/>
                    </a:lnTo>
                    <a:lnTo>
                      <a:pt x="85" y="73"/>
                    </a:lnTo>
                    <a:lnTo>
                      <a:pt x="86" y="73"/>
                    </a:lnTo>
                    <a:lnTo>
                      <a:pt x="87" y="73"/>
                    </a:lnTo>
                    <a:lnTo>
                      <a:pt x="88" y="73"/>
                    </a:lnTo>
                    <a:lnTo>
                      <a:pt x="89" y="73"/>
                    </a:lnTo>
                    <a:lnTo>
                      <a:pt x="90" y="73"/>
                    </a:lnTo>
                    <a:lnTo>
                      <a:pt x="91" y="73"/>
                    </a:lnTo>
                    <a:lnTo>
                      <a:pt x="92" y="73"/>
                    </a:lnTo>
                    <a:lnTo>
                      <a:pt x="93" y="73"/>
                    </a:lnTo>
                    <a:lnTo>
                      <a:pt x="93" y="73"/>
                    </a:lnTo>
                    <a:lnTo>
                      <a:pt x="94" y="73"/>
                    </a:lnTo>
                    <a:lnTo>
                      <a:pt x="95" y="73"/>
                    </a:lnTo>
                    <a:lnTo>
                      <a:pt x="96" y="73"/>
                    </a:lnTo>
                    <a:lnTo>
                      <a:pt x="97" y="73"/>
                    </a:lnTo>
                    <a:lnTo>
                      <a:pt x="98" y="73"/>
                    </a:lnTo>
                    <a:lnTo>
                      <a:pt x="99" y="73"/>
                    </a:lnTo>
                    <a:lnTo>
                      <a:pt x="100" y="73"/>
                    </a:lnTo>
                    <a:lnTo>
                      <a:pt x="101" y="73"/>
                    </a:lnTo>
                    <a:lnTo>
                      <a:pt x="102" y="73"/>
                    </a:lnTo>
                    <a:lnTo>
                      <a:pt x="103" y="73"/>
                    </a:lnTo>
                    <a:lnTo>
                      <a:pt x="103" y="73"/>
                    </a:lnTo>
                    <a:lnTo>
                      <a:pt x="104" y="73"/>
                    </a:lnTo>
                    <a:lnTo>
                      <a:pt x="104" y="73"/>
                    </a:lnTo>
                    <a:lnTo>
                      <a:pt x="105" y="73"/>
                    </a:lnTo>
                    <a:lnTo>
                      <a:pt x="106" y="73"/>
                    </a:lnTo>
                    <a:lnTo>
                      <a:pt x="107" y="73"/>
                    </a:lnTo>
                    <a:lnTo>
                      <a:pt x="108" y="73"/>
                    </a:lnTo>
                    <a:lnTo>
                      <a:pt x="109" y="73"/>
                    </a:lnTo>
                    <a:lnTo>
                      <a:pt x="110" y="73"/>
                    </a:lnTo>
                    <a:lnTo>
                      <a:pt x="111" y="73"/>
                    </a:lnTo>
                    <a:lnTo>
                      <a:pt x="112" y="73"/>
                    </a:lnTo>
                    <a:lnTo>
                      <a:pt x="113" y="73"/>
                    </a:lnTo>
                    <a:lnTo>
                      <a:pt x="114" y="73"/>
                    </a:lnTo>
                    <a:lnTo>
                      <a:pt x="115" y="73"/>
                    </a:lnTo>
                    <a:lnTo>
                      <a:pt x="116" y="73"/>
                    </a:lnTo>
                    <a:lnTo>
                      <a:pt x="118" y="72"/>
                    </a:lnTo>
                    <a:lnTo>
                      <a:pt x="120" y="72"/>
                    </a:lnTo>
                    <a:lnTo>
                      <a:pt x="122" y="72"/>
                    </a:lnTo>
                    <a:lnTo>
                      <a:pt x="124" y="72"/>
                    </a:lnTo>
                    <a:lnTo>
                      <a:pt x="126" y="72"/>
                    </a:lnTo>
                    <a:lnTo>
                      <a:pt x="128" y="72"/>
                    </a:lnTo>
                    <a:lnTo>
                      <a:pt x="130" y="72"/>
                    </a:lnTo>
                    <a:lnTo>
                      <a:pt x="132" y="71"/>
                    </a:lnTo>
                    <a:lnTo>
                      <a:pt x="133" y="71"/>
                    </a:lnTo>
                    <a:lnTo>
                      <a:pt x="135" y="71"/>
                    </a:lnTo>
                    <a:lnTo>
                      <a:pt x="137" y="71"/>
                    </a:lnTo>
                    <a:lnTo>
                      <a:pt x="139" y="70"/>
                    </a:lnTo>
                    <a:lnTo>
                      <a:pt x="141" y="70"/>
                    </a:lnTo>
                    <a:lnTo>
                      <a:pt x="143" y="70"/>
                    </a:lnTo>
                    <a:lnTo>
                      <a:pt x="145" y="70"/>
                    </a:lnTo>
                    <a:lnTo>
                      <a:pt x="145" y="70"/>
                    </a:lnTo>
                    <a:lnTo>
                      <a:pt x="143" y="69"/>
                    </a:lnTo>
                    <a:lnTo>
                      <a:pt x="142" y="69"/>
                    </a:lnTo>
                    <a:lnTo>
                      <a:pt x="141" y="68"/>
                    </a:lnTo>
                    <a:lnTo>
                      <a:pt x="140" y="68"/>
                    </a:lnTo>
                    <a:lnTo>
                      <a:pt x="139" y="67"/>
                    </a:lnTo>
                    <a:lnTo>
                      <a:pt x="138" y="67"/>
                    </a:lnTo>
                    <a:lnTo>
                      <a:pt x="137" y="66"/>
                    </a:lnTo>
                    <a:lnTo>
                      <a:pt x="136" y="66"/>
                    </a:lnTo>
                    <a:lnTo>
                      <a:pt x="135" y="65"/>
                    </a:lnTo>
                    <a:lnTo>
                      <a:pt x="134" y="65"/>
                    </a:lnTo>
                    <a:lnTo>
                      <a:pt x="133" y="64"/>
                    </a:lnTo>
                    <a:lnTo>
                      <a:pt x="132" y="64"/>
                    </a:lnTo>
                    <a:lnTo>
                      <a:pt x="132" y="63"/>
                    </a:lnTo>
                    <a:lnTo>
                      <a:pt x="130" y="63"/>
                    </a:lnTo>
                    <a:lnTo>
                      <a:pt x="129" y="62"/>
                    </a:lnTo>
                    <a:lnTo>
                      <a:pt x="128" y="62"/>
                    </a:lnTo>
                    <a:lnTo>
                      <a:pt x="127" y="62"/>
                    </a:lnTo>
                    <a:lnTo>
                      <a:pt x="126" y="62"/>
                    </a:lnTo>
                    <a:lnTo>
                      <a:pt x="125" y="61"/>
                    </a:lnTo>
                    <a:lnTo>
                      <a:pt x="124" y="60"/>
                    </a:lnTo>
                    <a:lnTo>
                      <a:pt x="123" y="60"/>
                    </a:lnTo>
                    <a:lnTo>
                      <a:pt x="122" y="59"/>
                    </a:lnTo>
                    <a:lnTo>
                      <a:pt x="121" y="59"/>
                    </a:lnTo>
                    <a:lnTo>
                      <a:pt x="120" y="58"/>
                    </a:lnTo>
                    <a:lnTo>
                      <a:pt x="119" y="58"/>
                    </a:lnTo>
                    <a:lnTo>
                      <a:pt x="119" y="58"/>
                    </a:lnTo>
                    <a:lnTo>
                      <a:pt x="118" y="57"/>
                    </a:lnTo>
                    <a:lnTo>
                      <a:pt x="118" y="57"/>
                    </a:lnTo>
                    <a:lnTo>
                      <a:pt x="118" y="57"/>
                    </a:lnTo>
                    <a:lnTo>
                      <a:pt x="117" y="57"/>
                    </a:lnTo>
                    <a:lnTo>
                      <a:pt x="117" y="56"/>
                    </a:lnTo>
                    <a:lnTo>
                      <a:pt x="116" y="56"/>
                    </a:lnTo>
                    <a:lnTo>
                      <a:pt x="115" y="56"/>
                    </a:lnTo>
                    <a:lnTo>
                      <a:pt x="115" y="56"/>
                    </a:lnTo>
                    <a:lnTo>
                      <a:pt x="114" y="55"/>
                    </a:lnTo>
                    <a:lnTo>
                      <a:pt x="113" y="55"/>
                    </a:lnTo>
                    <a:lnTo>
                      <a:pt x="112" y="55"/>
                    </a:lnTo>
                    <a:lnTo>
                      <a:pt x="111" y="54"/>
                    </a:lnTo>
                    <a:lnTo>
                      <a:pt x="109" y="53"/>
                    </a:lnTo>
                    <a:lnTo>
                      <a:pt x="107" y="53"/>
                    </a:lnTo>
                    <a:lnTo>
                      <a:pt x="106" y="52"/>
                    </a:lnTo>
                    <a:lnTo>
                      <a:pt x="103" y="50"/>
                    </a:lnTo>
                    <a:lnTo>
                      <a:pt x="101" y="49"/>
                    </a:lnTo>
                    <a:lnTo>
                      <a:pt x="99" y="49"/>
                    </a:lnTo>
                    <a:lnTo>
                      <a:pt x="98" y="48"/>
                    </a:lnTo>
                    <a:lnTo>
                      <a:pt x="96" y="47"/>
                    </a:lnTo>
                    <a:lnTo>
                      <a:pt x="95" y="47"/>
                    </a:lnTo>
                    <a:lnTo>
                      <a:pt x="94" y="46"/>
                    </a:lnTo>
                    <a:lnTo>
                      <a:pt x="93" y="46"/>
                    </a:lnTo>
                    <a:lnTo>
                      <a:pt x="92" y="46"/>
                    </a:lnTo>
                    <a:lnTo>
                      <a:pt x="92" y="46"/>
                    </a:lnTo>
                    <a:lnTo>
                      <a:pt x="91" y="46"/>
                    </a:lnTo>
                    <a:lnTo>
                      <a:pt x="91" y="4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1" name="Freeform 12">
                <a:extLst>
                  <a:ext uri="{FF2B5EF4-FFF2-40B4-BE49-F238E27FC236}">
                    <a16:creationId xmlns:a16="http://schemas.microsoft.com/office/drawing/2014/main" id="{FF2587C7-9495-1229-31F7-5F72FCD80319}"/>
                  </a:ext>
                </a:extLst>
              </p:cNvPr>
              <p:cNvSpPr>
                <a:spLocks/>
              </p:cNvSpPr>
              <p:nvPr/>
            </p:nvSpPr>
            <p:spPr bwMode="auto">
              <a:xfrm>
                <a:off x="10624145" y="4715985"/>
                <a:ext cx="135748" cy="92525"/>
              </a:xfrm>
              <a:custGeom>
                <a:avLst/>
                <a:gdLst>
                  <a:gd name="T0" fmla="*/ 37 w 201"/>
                  <a:gd name="T1" fmla="*/ 2 h 137"/>
                  <a:gd name="T2" fmla="*/ 43 w 201"/>
                  <a:gd name="T3" fmla="*/ 5 h 137"/>
                  <a:gd name="T4" fmla="*/ 48 w 201"/>
                  <a:gd name="T5" fmla="*/ 9 h 137"/>
                  <a:gd name="T6" fmla="*/ 52 w 201"/>
                  <a:gd name="T7" fmla="*/ 13 h 137"/>
                  <a:gd name="T8" fmla="*/ 55 w 201"/>
                  <a:gd name="T9" fmla="*/ 18 h 137"/>
                  <a:gd name="T10" fmla="*/ 61 w 201"/>
                  <a:gd name="T11" fmla="*/ 21 h 137"/>
                  <a:gd name="T12" fmla="*/ 71 w 201"/>
                  <a:gd name="T13" fmla="*/ 28 h 137"/>
                  <a:gd name="T14" fmla="*/ 81 w 201"/>
                  <a:gd name="T15" fmla="*/ 36 h 137"/>
                  <a:gd name="T16" fmla="*/ 92 w 201"/>
                  <a:gd name="T17" fmla="*/ 44 h 137"/>
                  <a:gd name="T18" fmla="*/ 110 w 201"/>
                  <a:gd name="T19" fmla="*/ 59 h 137"/>
                  <a:gd name="T20" fmla="*/ 124 w 201"/>
                  <a:gd name="T21" fmla="*/ 72 h 137"/>
                  <a:gd name="T22" fmla="*/ 134 w 201"/>
                  <a:gd name="T23" fmla="*/ 79 h 137"/>
                  <a:gd name="T24" fmla="*/ 142 w 201"/>
                  <a:gd name="T25" fmla="*/ 85 h 137"/>
                  <a:gd name="T26" fmla="*/ 151 w 201"/>
                  <a:gd name="T27" fmla="*/ 91 h 137"/>
                  <a:gd name="T28" fmla="*/ 158 w 201"/>
                  <a:gd name="T29" fmla="*/ 95 h 137"/>
                  <a:gd name="T30" fmla="*/ 161 w 201"/>
                  <a:gd name="T31" fmla="*/ 98 h 137"/>
                  <a:gd name="T32" fmla="*/ 165 w 201"/>
                  <a:gd name="T33" fmla="*/ 101 h 137"/>
                  <a:gd name="T34" fmla="*/ 167 w 201"/>
                  <a:gd name="T35" fmla="*/ 104 h 137"/>
                  <a:gd name="T36" fmla="*/ 171 w 201"/>
                  <a:gd name="T37" fmla="*/ 108 h 137"/>
                  <a:gd name="T38" fmla="*/ 176 w 201"/>
                  <a:gd name="T39" fmla="*/ 111 h 137"/>
                  <a:gd name="T40" fmla="*/ 179 w 201"/>
                  <a:gd name="T41" fmla="*/ 113 h 137"/>
                  <a:gd name="T42" fmla="*/ 184 w 201"/>
                  <a:gd name="T43" fmla="*/ 115 h 137"/>
                  <a:gd name="T44" fmla="*/ 189 w 201"/>
                  <a:gd name="T45" fmla="*/ 116 h 137"/>
                  <a:gd name="T46" fmla="*/ 197 w 201"/>
                  <a:gd name="T47" fmla="*/ 134 h 137"/>
                  <a:gd name="T48" fmla="*/ 186 w 201"/>
                  <a:gd name="T49" fmla="*/ 137 h 137"/>
                  <a:gd name="T50" fmla="*/ 179 w 201"/>
                  <a:gd name="T51" fmla="*/ 137 h 137"/>
                  <a:gd name="T52" fmla="*/ 172 w 201"/>
                  <a:gd name="T53" fmla="*/ 137 h 137"/>
                  <a:gd name="T54" fmla="*/ 167 w 201"/>
                  <a:gd name="T55" fmla="*/ 137 h 137"/>
                  <a:gd name="T56" fmla="*/ 160 w 201"/>
                  <a:gd name="T57" fmla="*/ 137 h 137"/>
                  <a:gd name="T58" fmla="*/ 153 w 201"/>
                  <a:gd name="T59" fmla="*/ 136 h 137"/>
                  <a:gd name="T60" fmla="*/ 146 w 201"/>
                  <a:gd name="T61" fmla="*/ 135 h 137"/>
                  <a:gd name="T62" fmla="*/ 140 w 201"/>
                  <a:gd name="T63" fmla="*/ 133 h 137"/>
                  <a:gd name="T64" fmla="*/ 135 w 201"/>
                  <a:gd name="T65" fmla="*/ 131 h 137"/>
                  <a:gd name="T66" fmla="*/ 129 w 201"/>
                  <a:gd name="T67" fmla="*/ 129 h 137"/>
                  <a:gd name="T68" fmla="*/ 121 w 201"/>
                  <a:gd name="T69" fmla="*/ 127 h 137"/>
                  <a:gd name="T70" fmla="*/ 113 w 201"/>
                  <a:gd name="T71" fmla="*/ 125 h 137"/>
                  <a:gd name="T72" fmla="*/ 106 w 201"/>
                  <a:gd name="T73" fmla="*/ 123 h 137"/>
                  <a:gd name="T74" fmla="*/ 98 w 201"/>
                  <a:gd name="T75" fmla="*/ 120 h 137"/>
                  <a:gd name="T76" fmla="*/ 87 w 201"/>
                  <a:gd name="T77" fmla="*/ 117 h 137"/>
                  <a:gd name="T78" fmla="*/ 74 w 201"/>
                  <a:gd name="T79" fmla="*/ 111 h 137"/>
                  <a:gd name="T80" fmla="*/ 59 w 201"/>
                  <a:gd name="T81" fmla="*/ 104 h 137"/>
                  <a:gd name="T82" fmla="*/ 52 w 201"/>
                  <a:gd name="T83" fmla="*/ 100 h 137"/>
                  <a:gd name="T84" fmla="*/ 46 w 201"/>
                  <a:gd name="T85" fmla="*/ 96 h 137"/>
                  <a:gd name="T86" fmla="*/ 39 w 201"/>
                  <a:gd name="T87" fmla="*/ 90 h 137"/>
                  <a:gd name="T88" fmla="*/ 33 w 201"/>
                  <a:gd name="T89" fmla="*/ 85 h 137"/>
                  <a:gd name="T90" fmla="*/ 27 w 201"/>
                  <a:gd name="T91" fmla="*/ 80 h 137"/>
                  <a:gd name="T92" fmla="*/ 22 w 201"/>
                  <a:gd name="T93" fmla="*/ 74 h 137"/>
                  <a:gd name="T94" fmla="*/ 17 w 201"/>
                  <a:gd name="T95" fmla="*/ 70 h 137"/>
                  <a:gd name="T96" fmla="*/ 12 w 201"/>
                  <a:gd name="T97" fmla="*/ 64 h 137"/>
                  <a:gd name="T98" fmla="*/ 8 w 201"/>
                  <a:gd name="T99" fmla="*/ 58 h 137"/>
                  <a:gd name="T100" fmla="*/ 4 w 201"/>
                  <a:gd name="T101" fmla="*/ 51 h 137"/>
                  <a:gd name="T102" fmla="*/ 2 w 201"/>
                  <a:gd name="T103" fmla="*/ 44 h 137"/>
                  <a:gd name="T104" fmla="*/ 0 w 201"/>
                  <a:gd name="T105" fmla="*/ 37 h 137"/>
                  <a:gd name="T106" fmla="*/ 0 w 201"/>
                  <a:gd name="T107" fmla="*/ 28 h 137"/>
                  <a:gd name="T108" fmla="*/ 1 w 201"/>
                  <a:gd name="T109" fmla="*/ 23 h 137"/>
                  <a:gd name="T110" fmla="*/ 3 w 201"/>
                  <a:gd name="T111" fmla="*/ 18 h 137"/>
                  <a:gd name="T112" fmla="*/ 5 w 201"/>
                  <a:gd name="T113" fmla="*/ 14 h 137"/>
                  <a:gd name="T114" fmla="*/ 8 w 201"/>
                  <a:gd name="T115" fmla="*/ 11 h 137"/>
                  <a:gd name="T116" fmla="*/ 11 w 201"/>
                  <a:gd name="T117" fmla="*/ 8 h 137"/>
                  <a:gd name="T118" fmla="*/ 18 w 201"/>
                  <a:gd name="T119" fmla="*/ 3 h 137"/>
                  <a:gd name="T120" fmla="*/ 27 w 201"/>
                  <a:gd name="T121" fmla="*/ 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1" h="137">
                    <a:moveTo>
                      <a:pt x="29" y="0"/>
                    </a:moveTo>
                    <a:lnTo>
                      <a:pt x="30" y="0"/>
                    </a:lnTo>
                    <a:lnTo>
                      <a:pt x="31" y="1"/>
                    </a:lnTo>
                    <a:lnTo>
                      <a:pt x="32" y="1"/>
                    </a:lnTo>
                    <a:lnTo>
                      <a:pt x="33" y="1"/>
                    </a:lnTo>
                    <a:lnTo>
                      <a:pt x="34" y="1"/>
                    </a:lnTo>
                    <a:lnTo>
                      <a:pt x="35" y="1"/>
                    </a:lnTo>
                    <a:lnTo>
                      <a:pt x="36" y="2"/>
                    </a:lnTo>
                    <a:lnTo>
                      <a:pt x="37" y="2"/>
                    </a:lnTo>
                    <a:lnTo>
                      <a:pt x="38" y="2"/>
                    </a:lnTo>
                    <a:lnTo>
                      <a:pt x="38" y="3"/>
                    </a:lnTo>
                    <a:lnTo>
                      <a:pt x="39" y="3"/>
                    </a:lnTo>
                    <a:lnTo>
                      <a:pt x="40" y="3"/>
                    </a:lnTo>
                    <a:lnTo>
                      <a:pt x="40" y="4"/>
                    </a:lnTo>
                    <a:lnTo>
                      <a:pt x="41" y="4"/>
                    </a:lnTo>
                    <a:lnTo>
                      <a:pt x="42" y="4"/>
                    </a:lnTo>
                    <a:lnTo>
                      <a:pt x="42" y="5"/>
                    </a:lnTo>
                    <a:lnTo>
                      <a:pt x="43" y="5"/>
                    </a:lnTo>
                    <a:lnTo>
                      <a:pt x="43" y="5"/>
                    </a:lnTo>
                    <a:lnTo>
                      <a:pt x="44" y="6"/>
                    </a:lnTo>
                    <a:lnTo>
                      <a:pt x="44" y="6"/>
                    </a:lnTo>
                    <a:lnTo>
                      <a:pt x="45" y="6"/>
                    </a:lnTo>
                    <a:lnTo>
                      <a:pt x="45" y="7"/>
                    </a:lnTo>
                    <a:lnTo>
                      <a:pt x="46" y="8"/>
                    </a:lnTo>
                    <a:lnTo>
                      <a:pt x="47" y="8"/>
                    </a:lnTo>
                    <a:lnTo>
                      <a:pt x="47" y="9"/>
                    </a:lnTo>
                    <a:lnTo>
                      <a:pt x="48" y="9"/>
                    </a:lnTo>
                    <a:lnTo>
                      <a:pt x="49" y="10"/>
                    </a:lnTo>
                    <a:lnTo>
                      <a:pt x="49" y="11"/>
                    </a:lnTo>
                    <a:lnTo>
                      <a:pt x="50" y="11"/>
                    </a:lnTo>
                    <a:lnTo>
                      <a:pt x="50" y="12"/>
                    </a:lnTo>
                    <a:lnTo>
                      <a:pt x="51" y="12"/>
                    </a:lnTo>
                    <a:lnTo>
                      <a:pt x="51" y="13"/>
                    </a:lnTo>
                    <a:lnTo>
                      <a:pt x="51" y="13"/>
                    </a:lnTo>
                    <a:lnTo>
                      <a:pt x="52" y="13"/>
                    </a:lnTo>
                    <a:lnTo>
                      <a:pt x="52" y="13"/>
                    </a:lnTo>
                    <a:lnTo>
                      <a:pt x="52" y="14"/>
                    </a:lnTo>
                    <a:lnTo>
                      <a:pt x="53" y="15"/>
                    </a:lnTo>
                    <a:lnTo>
                      <a:pt x="54" y="16"/>
                    </a:lnTo>
                    <a:lnTo>
                      <a:pt x="54" y="17"/>
                    </a:lnTo>
                    <a:lnTo>
                      <a:pt x="54" y="17"/>
                    </a:lnTo>
                    <a:lnTo>
                      <a:pt x="54" y="17"/>
                    </a:lnTo>
                    <a:lnTo>
                      <a:pt x="55" y="18"/>
                    </a:lnTo>
                    <a:lnTo>
                      <a:pt x="55" y="18"/>
                    </a:lnTo>
                    <a:lnTo>
                      <a:pt x="55" y="18"/>
                    </a:lnTo>
                    <a:lnTo>
                      <a:pt x="55" y="18"/>
                    </a:lnTo>
                    <a:lnTo>
                      <a:pt x="56" y="18"/>
                    </a:lnTo>
                    <a:lnTo>
                      <a:pt x="57" y="19"/>
                    </a:lnTo>
                    <a:lnTo>
                      <a:pt x="57" y="19"/>
                    </a:lnTo>
                    <a:lnTo>
                      <a:pt x="58" y="20"/>
                    </a:lnTo>
                    <a:lnTo>
                      <a:pt x="59" y="20"/>
                    </a:lnTo>
                    <a:lnTo>
                      <a:pt x="59" y="20"/>
                    </a:lnTo>
                    <a:lnTo>
                      <a:pt x="60" y="21"/>
                    </a:lnTo>
                    <a:lnTo>
                      <a:pt x="61" y="21"/>
                    </a:lnTo>
                    <a:lnTo>
                      <a:pt x="62" y="22"/>
                    </a:lnTo>
                    <a:lnTo>
                      <a:pt x="64" y="23"/>
                    </a:lnTo>
                    <a:lnTo>
                      <a:pt x="65" y="24"/>
                    </a:lnTo>
                    <a:lnTo>
                      <a:pt x="66" y="25"/>
                    </a:lnTo>
                    <a:lnTo>
                      <a:pt x="67" y="25"/>
                    </a:lnTo>
                    <a:lnTo>
                      <a:pt x="67" y="25"/>
                    </a:lnTo>
                    <a:lnTo>
                      <a:pt x="69" y="26"/>
                    </a:lnTo>
                    <a:lnTo>
                      <a:pt x="70" y="27"/>
                    </a:lnTo>
                    <a:lnTo>
                      <a:pt x="71" y="28"/>
                    </a:lnTo>
                    <a:lnTo>
                      <a:pt x="72" y="29"/>
                    </a:lnTo>
                    <a:lnTo>
                      <a:pt x="74" y="30"/>
                    </a:lnTo>
                    <a:lnTo>
                      <a:pt x="75" y="31"/>
                    </a:lnTo>
                    <a:lnTo>
                      <a:pt x="76" y="31"/>
                    </a:lnTo>
                    <a:lnTo>
                      <a:pt x="77" y="32"/>
                    </a:lnTo>
                    <a:lnTo>
                      <a:pt x="78" y="33"/>
                    </a:lnTo>
                    <a:lnTo>
                      <a:pt x="80" y="34"/>
                    </a:lnTo>
                    <a:lnTo>
                      <a:pt x="81" y="35"/>
                    </a:lnTo>
                    <a:lnTo>
                      <a:pt x="81" y="36"/>
                    </a:lnTo>
                    <a:lnTo>
                      <a:pt x="82" y="37"/>
                    </a:lnTo>
                    <a:lnTo>
                      <a:pt x="83" y="38"/>
                    </a:lnTo>
                    <a:lnTo>
                      <a:pt x="85" y="39"/>
                    </a:lnTo>
                    <a:lnTo>
                      <a:pt x="86" y="40"/>
                    </a:lnTo>
                    <a:lnTo>
                      <a:pt x="87" y="41"/>
                    </a:lnTo>
                    <a:lnTo>
                      <a:pt x="88" y="42"/>
                    </a:lnTo>
                    <a:lnTo>
                      <a:pt x="89" y="42"/>
                    </a:lnTo>
                    <a:lnTo>
                      <a:pt x="90" y="43"/>
                    </a:lnTo>
                    <a:lnTo>
                      <a:pt x="92" y="44"/>
                    </a:lnTo>
                    <a:lnTo>
                      <a:pt x="93" y="45"/>
                    </a:lnTo>
                    <a:lnTo>
                      <a:pt x="94" y="45"/>
                    </a:lnTo>
                    <a:lnTo>
                      <a:pt x="96" y="47"/>
                    </a:lnTo>
                    <a:lnTo>
                      <a:pt x="96" y="47"/>
                    </a:lnTo>
                    <a:lnTo>
                      <a:pt x="99" y="49"/>
                    </a:lnTo>
                    <a:lnTo>
                      <a:pt x="101" y="51"/>
                    </a:lnTo>
                    <a:lnTo>
                      <a:pt x="103" y="53"/>
                    </a:lnTo>
                    <a:lnTo>
                      <a:pt x="106" y="55"/>
                    </a:lnTo>
                    <a:lnTo>
                      <a:pt x="110" y="59"/>
                    </a:lnTo>
                    <a:lnTo>
                      <a:pt x="112" y="61"/>
                    </a:lnTo>
                    <a:lnTo>
                      <a:pt x="114" y="63"/>
                    </a:lnTo>
                    <a:lnTo>
                      <a:pt x="116" y="65"/>
                    </a:lnTo>
                    <a:lnTo>
                      <a:pt x="118" y="67"/>
                    </a:lnTo>
                    <a:lnTo>
                      <a:pt x="121" y="69"/>
                    </a:lnTo>
                    <a:lnTo>
                      <a:pt x="121" y="69"/>
                    </a:lnTo>
                    <a:lnTo>
                      <a:pt x="122" y="70"/>
                    </a:lnTo>
                    <a:lnTo>
                      <a:pt x="123" y="71"/>
                    </a:lnTo>
                    <a:lnTo>
                      <a:pt x="124" y="72"/>
                    </a:lnTo>
                    <a:lnTo>
                      <a:pt x="125" y="72"/>
                    </a:lnTo>
                    <a:lnTo>
                      <a:pt x="126" y="72"/>
                    </a:lnTo>
                    <a:lnTo>
                      <a:pt x="127" y="73"/>
                    </a:lnTo>
                    <a:lnTo>
                      <a:pt x="129" y="74"/>
                    </a:lnTo>
                    <a:lnTo>
                      <a:pt x="130" y="75"/>
                    </a:lnTo>
                    <a:lnTo>
                      <a:pt x="131" y="76"/>
                    </a:lnTo>
                    <a:lnTo>
                      <a:pt x="132" y="77"/>
                    </a:lnTo>
                    <a:lnTo>
                      <a:pt x="133" y="78"/>
                    </a:lnTo>
                    <a:lnTo>
                      <a:pt x="134" y="79"/>
                    </a:lnTo>
                    <a:lnTo>
                      <a:pt x="135" y="80"/>
                    </a:lnTo>
                    <a:lnTo>
                      <a:pt x="136" y="80"/>
                    </a:lnTo>
                    <a:lnTo>
                      <a:pt x="137" y="81"/>
                    </a:lnTo>
                    <a:lnTo>
                      <a:pt x="138" y="82"/>
                    </a:lnTo>
                    <a:lnTo>
                      <a:pt x="139" y="83"/>
                    </a:lnTo>
                    <a:lnTo>
                      <a:pt x="140" y="84"/>
                    </a:lnTo>
                    <a:lnTo>
                      <a:pt x="141" y="84"/>
                    </a:lnTo>
                    <a:lnTo>
                      <a:pt x="142" y="85"/>
                    </a:lnTo>
                    <a:lnTo>
                      <a:pt x="142" y="85"/>
                    </a:lnTo>
                    <a:lnTo>
                      <a:pt x="143" y="86"/>
                    </a:lnTo>
                    <a:lnTo>
                      <a:pt x="144" y="87"/>
                    </a:lnTo>
                    <a:lnTo>
                      <a:pt x="145" y="88"/>
                    </a:lnTo>
                    <a:lnTo>
                      <a:pt x="146" y="88"/>
                    </a:lnTo>
                    <a:lnTo>
                      <a:pt x="147" y="89"/>
                    </a:lnTo>
                    <a:lnTo>
                      <a:pt x="149" y="90"/>
                    </a:lnTo>
                    <a:lnTo>
                      <a:pt x="150" y="90"/>
                    </a:lnTo>
                    <a:lnTo>
                      <a:pt x="151" y="91"/>
                    </a:lnTo>
                    <a:lnTo>
                      <a:pt x="151" y="91"/>
                    </a:lnTo>
                    <a:lnTo>
                      <a:pt x="152" y="92"/>
                    </a:lnTo>
                    <a:lnTo>
                      <a:pt x="153" y="93"/>
                    </a:lnTo>
                    <a:lnTo>
                      <a:pt x="154" y="93"/>
                    </a:lnTo>
                    <a:lnTo>
                      <a:pt x="155" y="94"/>
                    </a:lnTo>
                    <a:lnTo>
                      <a:pt x="155" y="94"/>
                    </a:lnTo>
                    <a:lnTo>
                      <a:pt x="156" y="95"/>
                    </a:lnTo>
                    <a:lnTo>
                      <a:pt x="156" y="95"/>
                    </a:lnTo>
                    <a:lnTo>
                      <a:pt x="157" y="95"/>
                    </a:lnTo>
                    <a:lnTo>
                      <a:pt x="158" y="95"/>
                    </a:lnTo>
                    <a:lnTo>
                      <a:pt x="158" y="96"/>
                    </a:lnTo>
                    <a:lnTo>
                      <a:pt x="158" y="96"/>
                    </a:lnTo>
                    <a:lnTo>
                      <a:pt x="159" y="96"/>
                    </a:lnTo>
                    <a:lnTo>
                      <a:pt x="159" y="97"/>
                    </a:lnTo>
                    <a:lnTo>
                      <a:pt x="159" y="97"/>
                    </a:lnTo>
                    <a:lnTo>
                      <a:pt x="160" y="97"/>
                    </a:lnTo>
                    <a:lnTo>
                      <a:pt x="160" y="98"/>
                    </a:lnTo>
                    <a:lnTo>
                      <a:pt x="161" y="98"/>
                    </a:lnTo>
                    <a:lnTo>
                      <a:pt x="161" y="98"/>
                    </a:lnTo>
                    <a:lnTo>
                      <a:pt x="162" y="99"/>
                    </a:lnTo>
                    <a:lnTo>
                      <a:pt x="162" y="99"/>
                    </a:lnTo>
                    <a:lnTo>
                      <a:pt x="163" y="100"/>
                    </a:lnTo>
                    <a:lnTo>
                      <a:pt x="163" y="100"/>
                    </a:lnTo>
                    <a:lnTo>
                      <a:pt x="163" y="100"/>
                    </a:lnTo>
                    <a:lnTo>
                      <a:pt x="164" y="100"/>
                    </a:lnTo>
                    <a:lnTo>
                      <a:pt x="164" y="101"/>
                    </a:lnTo>
                    <a:lnTo>
                      <a:pt x="164" y="101"/>
                    </a:lnTo>
                    <a:lnTo>
                      <a:pt x="165" y="101"/>
                    </a:lnTo>
                    <a:lnTo>
                      <a:pt x="165" y="101"/>
                    </a:lnTo>
                    <a:lnTo>
                      <a:pt x="166" y="102"/>
                    </a:lnTo>
                    <a:lnTo>
                      <a:pt x="166" y="102"/>
                    </a:lnTo>
                    <a:lnTo>
                      <a:pt x="167" y="102"/>
                    </a:lnTo>
                    <a:lnTo>
                      <a:pt x="167" y="103"/>
                    </a:lnTo>
                    <a:lnTo>
                      <a:pt x="167" y="103"/>
                    </a:lnTo>
                    <a:lnTo>
                      <a:pt x="167" y="103"/>
                    </a:lnTo>
                    <a:lnTo>
                      <a:pt x="167" y="104"/>
                    </a:lnTo>
                    <a:lnTo>
                      <a:pt x="167" y="104"/>
                    </a:lnTo>
                    <a:lnTo>
                      <a:pt x="168" y="104"/>
                    </a:lnTo>
                    <a:lnTo>
                      <a:pt x="168" y="105"/>
                    </a:lnTo>
                    <a:lnTo>
                      <a:pt x="169" y="105"/>
                    </a:lnTo>
                    <a:lnTo>
                      <a:pt x="169" y="106"/>
                    </a:lnTo>
                    <a:lnTo>
                      <a:pt x="169" y="106"/>
                    </a:lnTo>
                    <a:lnTo>
                      <a:pt x="170" y="107"/>
                    </a:lnTo>
                    <a:lnTo>
                      <a:pt x="170" y="107"/>
                    </a:lnTo>
                    <a:lnTo>
                      <a:pt x="171" y="107"/>
                    </a:lnTo>
                    <a:lnTo>
                      <a:pt x="171" y="108"/>
                    </a:lnTo>
                    <a:lnTo>
                      <a:pt x="172" y="108"/>
                    </a:lnTo>
                    <a:lnTo>
                      <a:pt x="172" y="108"/>
                    </a:lnTo>
                    <a:lnTo>
                      <a:pt x="173" y="109"/>
                    </a:lnTo>
                    <a:lnTo>
                      <a:pt x="173" y="109"/>
                    </a:lnTo>
                    <a:lnTo>
                      <a:pt x="174" y="109"/>
                    </a:lnTo>
                    <a:lnTo>
                      <a:pt x="174" y="110"/>
                    </a:lnTo>
                    <a:lnTo>
                      <a:pt x="175" y="110"/>
                    </a:lnTo>
                    <a:lnTo>
                      <a:pt x="175" y="110"/>
                    </a:lnTo>
                    <a:lnTo>
                      <a:pt x="176" y="111"/>
                    </a:lnTo>
                    <a:lnTo>
                      <a:pt x="176" y="111"/>
                    </a:lnTo>
                    <a:lnTo>
                      <a:pt x="176" y="111"/>
                    </a:lnTo>
                    <a:lnTo>
                      <a:pt x="177" y="112"/>
                    </a:lnTo>
                    <a:lnTo>
                      <a:pt x="177" y="112"/>
                    </a:lnTo>
                    <a:lnTo>
                      <a:pt x="177" y="112"/>
                    </a:lnTo>
                    <a:lnTo>
                      <a:pt x="178" y="112"/>
                    </a:lnTo>
                    <a:lnTo>
                      <a:pt x="178" y="112"/>
                    </a:lnTo>
                    <a:lnTo>
                      <a:pt x="179" y="113"/>
                    </a:lnTo>
                    <a:lnTo>
                      <a:pt x="179" y="113"/>
                    </a:lnTo>
                    <a:lnTo>
                      <a:pt x="180" y="113"/>
                    </a:lnTo>
                    <a:lnTo>
                      <a:pt x="180" y="113"/>
                    </a:lnTo>
                    <a:lnTo>
                      <a:pt x="181" y="114"/>
                    </a:lnTo>
                    <a:lnTo>
                      <a:pt x="181" y="114"/>
                    </a:lnTo>
                    <a:lnTo>
                      <a:pt x="182" y="114"/>
                    </a:lnTo>
                    <a:lnTo>
                      <a:pt x="182" y="114"/>
                    </a:lnTo>
                    <a:lnTo>
                      <a:pt x="183" y="114"/>
                    </a:lnTo>
                    <a:lnTo>
                      <a:pt x="184" y="115"/>
                    </a:lnTo>
                    <a:lnTo>
                      <a:pt x="184" y="115"/>
                    </a:lnTo>
                    <a:lnTo>
                      <a:pt x="185" y="115"/>
                    </a:lnTo>
                    <a:lnTo>
                      <a:pt x="185" y="115"/>
                    </a:lnTo>
                    <a:lnTo>
                      <a:pt x="186" y="115"/>
                    </a:lnTo>
                    <a:lnTo>
                      <a:pt x="186" y="115"/>
                    </a:lnTo>
                    <a:lnTo>
                      <a:pt x="187" y="115"/>
                    </a:lnTo>
                    <a:lnTo>
                      <a:pt x="187" y="115"/>
                    </a:lnTo>
                    <a:lnTo>
                      <a:pt x="188" y="115"/>
                    </a:lnTo>
                    <a:lnTo>
                      <a:pt x="188" y="116"/>
                    </a:lnTo>
                    <a:lnTo>
                      <a:pt x="189" y="116"/>
                    </a:lnTo>
                    <a:lnTo>
                      <a:pt x="189" y="116"/>
                    </a:lnTo>
                    <a:lnTo>
                      <a:pt x="190" y="116"/>
                    </a:lnTo>
                    <a:lnTo>
                      <a:pt x="190" y="116"/>
                    </a:lnTo>
                    <a:lnTo>
                      <a:pt x="190" y="116"/>
                    </a:lnTo>
                    <a:lnTo>
                      <a:pt x="191" y="116"/>
                    </a:lnTo>
                    <a:lnTo>
                      <a:pt x="197" y="119"/>
                    </a:lnTo>
                    <a:lnTo>
                      <a:pt x="201" y="127"/>
                    </a:lnTo>
                    <a:lnTo>
                      <a:pt x="201" y="127"/>
                    </a:lnTo>
                    <a:lnTo>
                      <a:pt x="197" y="134"/>
                    </a:lnTo>
                    <a:lnTo>
                      <a:pt x="190" y="137"/>
                    </a:lnTo>
                    <a:lnTo>
                      <a:pt x="190" y="137"/>
                    </a:lnTo>
                    <a:lnTo>
                      <a:pt x="190" y="137"/>
                    </a:lnTo>
                    <a:lnTo>
                      <a:pt x="190" y="137"/>
                    </a:lnTo>
                    <a:lnTo>
                      <a:pt x="189" y="137"/>
                    </a:lnTo>
                    <a:lnTo>
                      <a:pt x="188" y="137"/>
                    </a:lnTo>
                    <a:lnTo>
                      <a:pt x="187" y="137"/>
                    </a:lnTo>
                    <a:lnTo>
                      <a:pt x="187" y="137"/>
                    </a:lnTo>
                    <a:lnTo>
                      <a:pt x="186" y="137"/>
                    </a:lnTo>
                    <a:lnTo>
                      <a:pt x="185" y="137"/>
                    </a:lnTo>
                    <a:lnTo>
                      <a:pt x="184" y="137"/>
                    </a:lnTo>
                    <a:lnTo>
                      <a:pt x="184" y="137"/>
                    </a:lnTo>
                    <a:lnTo>
                      <a:pt x="183" y="137"/>
                    </a:lnTo>
                    <a:lnTo>
                      <a:pt x="182" y="137"/>
                    </a:lnTo>
                    <a:lnTo>
                      <a:pt x="181" y="137"/>
                    </a:lnTo>
                    <a:lnTo>
                      <a:pt x="181" y="137"/>
                    </a:lnTo>
                    <a:lnTo>
                      <a:pt x="180" y="137"/>
                    </a:lnTo>
                    <a:lnTo>
                      <a:pt x="179" y="137"/>
                    </a:lnTo>
                    <a:lnTo>
                      <a:pt x="178" y="137"/>
                    </a:lnTo>
                    <a:lnTo>
                      <a:pt x="178" y="137"/>
                    </a:lnTo>
                    <a:lnTo>
                      <a:pt x="177" y="137"/>
                    </a:lnTo>
                    <a:lnTo>
                      <a:pt x="176" y="137"/>
                    </a:lnTo>
                    <a:lnTo>
                      <a:pt x="175" y="137"/>
                    </a:lnTo>
                    <a:lnTo>
                      <a:pt x="175" y="137"/>
                    </a:lnTo>
                    <a:lnTo>
                      <a:pt x="174" y="137"/>
                    </a:lnTo>
                    <a:lnTo>
                      <a:pt x="173" y="137"/>
                    </a:lnTo>
                    <a:lnTo>
                      <a:pt x="172" y="137"/>
                    </a:lnTo>
                    <a:lnTo>
                      <a:pt x="171" y="137"/>
                    </a:lnTo>
                    <a:lnTo>
                      <a:pt x="171" y="137"/>
                    </a:lnTo>
                    <a:lnTo>
                      <a:pt x="171" y="137"/>
                    </a:lnTo>
                    <a:lnTo>
                      <a:pt x="170" y="137"/>
                    </a:lnTo>
                    <a:lnTo>
                      <a:pt x="169" y="137"/>
                    </a:lnTo>
                    <a:lnTo>
                      <a:pt x="168" y="137"/>
                    </a:lnTo>
                    <a:lnTo>
                      <a:pt x="168" y="137"/>
                    </a:lnTo>
                    <a:lnTo>
                      <a:pt x="167" y="137"/>
                    </a:lnTo>
                    <a:lnTo>
                      <a:pt x="167" y="137"/>
                    </a:lnTo>
                    <a:lnTo>
                      <a:pt x="166" y="137"/>
                    </a:lnTo>
                    <a:lnTo>
                      <a:pt x="165" y="137"/>
                    </a:lnTo>
                    <a:lnTo>
                      <a:pt x="165" y="137"/>
                    </a:lnTo>
                    <a:lnTo>
                      <a:pt x="164" y="137"/>
                    </a:lnTo>
                    <a:lnTo>
                      <a:pt x="163" y="137"/>
                    </a:lnTo>
                    <a:lnTo>
                      <a:pt x="162" y="137"/>
                    </a:lnTo>
                    <a:lnTo>
                      <a:pt x="161" y="137"/>
                    </a:lnTo>
                    <a:lnTo>
                      <a:pt x="161" y="137"/>
                    </a:lnTo>
                    <a:lnTo>
                      <a:pt x="160" y="137"/>
                    </a:lnTo>
                    <a:lnTo>
                      <a:pt x="159" y="137"/>
                    </a:lnTo>
                    <a:lnTo>
                      <a:pt x="158" y="137"/>
                    </a:lnTo>
                    <a:lnTo>
                      <a:pt x="157" y="136"/>
                    </a:lnTo>
                    <a:lnTo>
                      <a:pt x="157" y="136"/>
                    </a:lnTo>
                    <a:lnTo>
                      <a:pt x="156" y="136"/>
                    </a:lnTo>
                    <a:lnTo>
                      <a:pt x="155" y="136"/>
                    </a:lnTo>
                    <a:lnTo>
                      <a:pt x="154" y="136"/>
                    </a:lnTo>
                    <a:lnTo>
                      <a:pt x="153" y="136"/>
                    </a:lnTo>
                    <a:lnTo>
                      <a:pt x="153" y="136"/>
                    </a:lnTo>
                    <a:lnTo>
                      <a:pt x="152" y="136"/>
                    </a:lnTo>
                    <a:lnTo>
                      <a:pt x="152" y="136"/>
                    </a:lnTo>
                    <a:lnTo>
                      <a:pt x="151" y="136"/>
                    </a:lnTo>
                    <a:lnTo>
                      <a:pt x="150" y="136"/>
                    </a:lnTo>
                    <a:lnTo>
                      <a:pt x="149" y="135"/>
                    </a:lnTo>
                    <a:lnTo>
                      <a:pt x="148" y="135"/>
                    </a:lnTo>
                    <a:lnTo>
                      <a:pt x="148" y="135"/>
                    </a:lnTo>
                    <a:lnTo>
                      <a:pt x="147" y="135"/>
                    </a:lnTo>
                    <a:lnTo>
                      <a:pt x="146" y="135"/>
                    </a:lnTo>
                    <a:lnTo>
                      <a:pt x="145" y="135"/>
                    </a:lnTo>
                    <a:lnTo>
                      <a:pt x="145" y="135"/>
                    </a:lnTo>
                    <a:lnTo>
                      <a:pt x="144" y="135"/>
                    </a:lnTo>
                    <a:lnTo>
                      <a:pt x="144" y="134"/>
                    </a:lnTo>
                    <a:lnTo>
                      <a:pt x="143" y="134"/>
                    </a:lnTo>
                    <a:lnTo>
                      <a:pt x="142" y="134"/>
                    </a:lnTo>
                    <a:lnTo>
                      <a:pt x="141" y="134"/>
                    </a:lnTo>
                    <a:lnTo>
                      <a:pt x="141" y="133"/>
                    </a:lnTo>
                    <a:lnTo>
                      <a:pt x="140" y="133"/>
                    </a:lnTo>
                    <a:lnTo>
                      <a:pt x="139" y="133"/>
                    </a:lnTo>
                    <a:lnTo>
                      <a:pt x="138" y="132"/>
                    </a:lnTo>
                    <a:lnTo>
                      <a:pt x="138" y="132"/>
                    </a:lnTo>
                    <a:lnTo>
                      <a:pt x="138" y="132"/>
                    </a:lnTo>
                    <a:lnTo>
                      <a:pt x="138" y="132"/>
                    </a:lnTo>
                    <a:lnTo>
                      <a:pt x="137" y="132"/>
                    </a:lnTo>
                    <a:lnTo>
                      <a:pt x="136" y="131"/>
                    </a:lnTo>
                    <a:lnTo>
                      <a:pt x="136" y="131"/>
                    </a:lnTo>
                    <a:lnTo>
                      <a:pt x="135" y="131"/>
                    </a:lnTo>
                    <a:lnTo>
                      <a:pt x="134" y="131"/>
                    </a:lnTo>
                    <a:lnTo>
                      <a:pt x="134" y="131"/>
                    </a:lnTo>
                    <a:lnTo>
                      <a:pt x="133" y="130"/>
                    </a:lnTo>
                    <a:lnTo>
                      <a:pt x="133" y="130"/>
                    </a:lnTo>
                    <a:lnTo>
                      <a:pt x="132" y="130"/>
                    </a:lnTo>
                    <a:lnTo>
                      <a:pt x="131" y="130"/>
                    </a:lnTo>
                    <a:lnTo>
                      <a:pt x="130" y="130"/>
                    </a:lnTo>
                    <a:lnTo>
                      <a:pt x="129" y="129"/>
                    </a:lnTo>
                    <a:lnTo>
                      <a:pt x="129" y="129"/>
                    </a:lnTo>
                    <a:lnTo>
                      <a:pt x="128" y="129"/>
                    </a:lnTo>
                    <a:lnTo>
                      <a:pt x="127" y="129"/>
                    </a:lnTo>
                    <a:lnTo>
                      <a:pt x="126" y="129"/>
                    </a:lnTo>
                    <a:lnTo>
                      <a:pt x="125" y="128"/>
                    </a:lnTo>
                    <a:lnTo>
                      <a:pt x="124" y="128"/>
                    </a:lnTo>
                    <a:lnTo>
                      <a:pt x="124" y="128"/>
                    </a:lnTo>
                    <a:lnTo>
                      <a:pt x="123" y="128"/>
                    </a:lnTo>
                    <a:lnTo>
                      <a:pt x="122" y="127"/>
                    </a:lnTo>
                    <a:lnTo>
                      <a:pt x="121" y="127"/>
                    </a:lnTo>
                    <a:lnTo>
                      <a:pt x="120" y="127"/>
                    </a:lnTo>
                    <a:lnTo>
                      <a:pt x="119" y="127"/>
                    </a:lnTo>
                    <a:lnTo>
                      <a:pt x="118" y="126"/>
                    </a:lnTo>
                    <a:lnTo>
                      <a:pt x="117" y="126"/>
                    </a:lnTo>
                    <a:lnTo>
                      <a:pt x="117" y="126"/>
                    </a:lnTo>
                    <a:lnTo>
                      <a:pt x="116" y="126"/>
                    </a:lnTo>
                    <a:lnTo>
                      <a:pt x="115" y="126"/>
                    </a:lnTo>
                    <a:lnTo>
                      <a:pt x="114" y="125"/>
                    </a:lnTo>
                    <a:lnTo>
                      <a:pt x="113" y="125"/>
                    </a:lnTo>
                    <a:lnTo>
                      <a:pt x="112" y="125"/>
                    </a:lnTo>
                    <a:lnTo>
                      <a:pt x="111" y="125"/>
                    </a:lnTo>
                    <a:lnTo>
                      <a:pt x="110" y="124"/>
                    </a:lnTo>
                    <a:lnTo>
                      <a:pt x="110" y="124"/>
                    </a:lnTo>
                    <a:lnTo>
                      <a:pt x="110" y="124"/>
                    </a:lnTo>
                    <a:lnTo>
                      <a:pt x="109" y="123"/>
                    </a:lnTo>
                    <a:lnTo>
                      <a:pt x="108" y="123"/>
                    </a:lnTo>
                    <a:lnTo>
                      <a:pt x="107" y="123"/>
                    </a:lnTo>
                    <a:lnTo>
                      <a:pt x="106" y="123"/>
                    </a:lnTo>
                    <a:lnTo>
                      <a:pt x="105" y="122"/>
                    </a:lnTo>
                    <a:lnTo>
                      <a:pt x="104" y="122"/>
                    </a:lnTo>
                    <a:lnTo>
                      <a:pt x="103" y="122"/>
                    </a:lnTo>
                    <a:lnTo>
                      <a:pt x="102" y="122"/>
                    </a:lnTo>
                    <a:lnTo>
                      <a:pt x="101" y="121"/>
                    </a:lnTo>
                    <a:lnTo>
                      <a:pt x="100" y="121"/>
                    </a:lnTo>
                    <a:lnTo>
                      <a:pt x="100" y="121"/>
                    </a:lnTo>
                    <a:lnTo>
                      <a:pt x="99" y="120"/>
                    </a:lnTo>
                    <a:lnTo>
                      <a:pt x="98" y="120"/>
                    </a:lnTo>
                    <a:lnTo>
                      <a:pt x="97" y="120"/>
                    </a:lnTo>
                    <a:lnTo>
                      <a:pt x="96" y="120"/>
                    </a:lnTo>
                    <a:lnTo>
                      <a:pt x="95" y="119"/>
                    </a:lnTo>
                    <a:lnTo>
                      <a:pt x="94" y="119"/>
                    </a:lnTo>
                    <a:lnTo>
                      <a:pt x="93" y="119"/>
                    </a:lnTo>
                    <a:lnTo>
                      <a:pt x="91" y="118"/>
                    </a:lnTo>
                    <a:lnTo>
                      <a:pt x="90" y="118"/>
                    </a:lnTo>
                    <a:lnTo>
                      <a:pt x="89" y="118"/>
                    </a:lnTo>
                    <a:lnTo>
                      <a:pt x="87" y="117"/>
                    </a:lnTo>
                    <a:lnTo>
                      <a:pt x="85" y="116"/>
                    </a:lnTo>
                    <a:lnTo>
                      <a:pt x="84" y="115"/>
                    </a:lnTo>
                    <a:lnTo>
                      <a:pt x="82" y="115"/>
                    </a:lnTo>
                    <a:lnTo>
                      <a:pt x="81" y="114"/>
                    </a:lnTo>
                    <a:lnTo>
                      <a:pt x="79" y="113"/>
                    </a:lnTo>
                    <a:lnTo>
                      <a:pt x="77" y="112"/>
                    </a:lnTo>
                    <a:lnTo>
                      <a:pt x="75" y="111"/>
                    </a:lnTo>
                    <a:lnTo>
                      <a:pt x="74" y="111"/>
                    </a:lnTo>
                    <a:lnTo>
                      <a:pt x="74" y="111"/>
                    </a:lnTo>
                    <a:lnTo>
                      <a:pt x="72" y="110"/>
                    </a:lnTo>
                    <a:lnTo>
                      <a:pt x="70" y="109"/>
                    </a:lnTo>
                    <a:lnTo>
                      <a:pt x="68" y="108"/>
                    </a:lnTo>
                    <a:lnTo>
                      <a:pt x="66" y="107"/>
                    </a:lnTo>
                    <a:lnTo>
                      <a:pt x="65" y="106"/>
                    </a:lnTo>
                    <a:lnTo>
                      <a:pt x="63" y="105"/>
                    </a:lnTo>
                    <a:lnTo>
                      <a:pt x="61" y="105"/>
                    </a:lnTo>
                    <a:lnTo>
                      <a:pt x="61" y="104"/>
                    </a:lnTo>
                    <a:lnTo>
                      <a:pt x="59" y="104"/>
                    </a:lnTo>
                    <a:lnTo>
                      <a:pt x="58" y="103"/>
                    </a:lnTo>
                    <a:lnTo>
                      <a:pt x="58" y="103"/>
                    </a:lnTo>
                    <a:lnTo>
                      <a:pt x="57" y="102"/>
                    </a:lnTo>
                    <a:lnTo>
                      <a:pt x="56" y="102"/>
                    </a:lnTo>
                    <a:lnTo>
                      <a:pt x="55" y="101"/>
                    </a:lnTo>
                    <a:lnTo>
                      <a:pt x="54" y="101"/>
                    </a:lnTo>
                    <a:lnTo>
                      <a:pt x="53" y="101"/>
                    </a:lnTo>
                    <a:lnTo>
                      <a:pt x="52" y="101"/>
                    </a:lnTo>
                    <a:lnTo>
                      <a:pt x="52" y="100"/>
                    </a:lnTo>
                    <a:lnTo>
                      <a:pt x="52" y="100"/>
                    </a:lnTo>
                    <a:lnTo>
                      <a:pt x="52" y="99"/>
                    </a:lnTo>
                    <a:lnTo>
                      <a:pt x="51" y="99"/>
                    </a:lnTo>
                    <a:lnTo>
                      <a:pt x="50" y="98"/>
                    </a:lnTo>
                    <a:lnTo>
                      <a:pt x="49" y="98"/>
                    </a:lnTo>
                    <a:lnTo>
                      <a:pt x="49" y="97"/>
                    </a:lnTo>
                    <a:lnTo>
                      <a:pt x="48" y="97"/>
                    </a:lnTo>
                    <a:lnTo>
                      <a:pt x="47" y="96"/>
                    </a:lnTo>
                    <a:lnTo>
                      <a:pt x="46" y="96"/>
                    </a:lnTo>
                    <a:lnTo>
                      <a:pt x="45" y="95"/>
                    </a:lnTo>
                    <a:lnTo>
                      <a:pt x="45" y="94"/>
                    </a:lnTo>
                    <a:lnTo>
                      <a:pt x="44" y="94"/>
                    </a:lnTo>
                    <a:lnTo>
                      <a:pt x="43" y="93"/>
                    </a:lnTo>
                    <a:lnTo>
                      <a:pt x="42" y="93"/>
                    </a:lnTo>
                    <a:lnTo>
                      <a:pt x="42" y="92"/>
                    </a:lnTo>
                    <a:lnTo>
                      <a:pt x="41" y="92"/>
                    </a:lnTo>
                    <a:lnTo>
                      <a:pt x="40" y="91"/>
                    </a:lnTo>
                    <a:lnTo>
                      <a:pt x="39" y="90"/>
                    </a:lnTo>
                    <a:lnTo>
                      <a:pt x="39" y="90"/>
                    </a:lnTo>
                    <a:lnTo>
                      <a:pt x="38" y="89"/>
                    </a:lnTo>
                    <a:lnTo>
                      <a:pt x="37" y="89"/>
                    </a:lnTo>
                    <a:lnTo>
                      <a:pt x="36" y="88"/>
                    </a:lnTo>
                    <a:lnTo>
                      <a:pt x="36" y="88"/>
                    </a:lnTo>
                    <a:lnTo>
                      <a:pt x="35" y="87"/>
                    </a:lnTo>
                    <a:lnTo>
                      <a:pt x="34" y="86"/>
                    </a:lnTo>
                    <a:lnTo>
                      <a:pt x="34" y="86"/>
                    </a:lnTo>
                    <a:lnTo>
                      <a:pt x="33" y="85"/>
                    </a:lnTo>
                    <a:lnTo>
                      <a:pt x="32" y="85"/>
                    </a:lnTo>
                    <a:lnTo>
                      <a:pt x="31" y="84"/>
                    </a:lnTo>
                    <a:lnTo>
                      <a:pt x="31" y="83"/>
                    </a:lnTo>
                    <a:lnTo>
                      <a:pt x="30" y="83"/>
                    </a:lnTo>
                    <a:lnTo>
                      <a:pt x="29" y="82"/>
                    </a:lnTo>
                    <a:lnTo>
                      <a:pt x="29" y="82"/>
                    </a:lnTo>
                    <a:lnTo>
                      <a:pt x="28" y="81"/>
                    </a:lnTo>
                    <a:lnTo>
                      <a:pt x="27" y="80"/>
                    </a:lnTo>
                    <a:lnTo>
                      <a:pt x="27" y="80"/>
                    </a:lnTo>
                    <a:lnTo>
                      <a:pt x="26" y="79"/>
                    </a:lnTo>
                    <a:lnTo>
                      <a:pt x="25" y="79"/>
                    </a:lnTo>
                    <a:lnTo>
                      <a:pt x="25" y="78"/>
                    </a:lnTo>
                    <a:lnTo>
                      <a:pt x="24" y="77"/>
                    </a:lnTo>
                    <a:lnTo>
                      <a:pt x="23" y="77"/>
                    </a:lnTo>
                    <a:lnTo>
                      <a:pt x="23" y="76"/>
                    </a:lnTo>
                    <a:lnTo>
                      <a:pt x="23" y="75"/>
                    </a:lnTo>
                    <a:lnTo>
                      <a:pt x="22" y="75"/>
                    </a:lnTo>
                    <a:lnTo>
                      <a:pt x="22" y="74"/>
                    </a:lnTo>
                    <a:lnTo>
                      <a:pt x="21" y="74"/>
                    </a:lnTo>
                    <a:lnTo>
                      <a:pt x="21" y="73"/>
                    </a:lnTo>
                    <a:lnTo>
                      <a:pt x="20" y="72"/>
                    </a:lnTo>
                    <a:lnTo>
                      <a:pt x="19" y="72"/>
                    </a:lnTo>
                    <a:lnTo>
                      <a:pt x="19" y="72"/>
                    </a:lnTo>
                    <a:lnTo>
                      <a:pt x="18" y="71"/>
                    </a:lnTo>
                    <a:lnTo>
                      <a:pt x="18" y="71"/>
                    </a:lnTo>
                    <a:lnTo>
                      <a:pt x="17" y="70"/>
                    </a:lnTo>
                    <a:lnTo>
                      <a:pt x="17" y="70"/>
                    </a:lnTo>
                    <a:lnTo>
                      <a:pt x="16" y="69"/>
                    </a:lnTo>
                    <a:lnTo>
                      <a:pt x="15" y="68"/>
                    </a:lnTo>
                    <a:lnTo>
                      <a:pt x="15" y="68"/>
                    </a:lnTo>
                    <a:lnTo>
                      <a:pt x="14" y="67"/>
                    </a:lnTo>
                    <a:lnTo>
                      <a:pt x="14" y="66"/>
                    </a:lnTo>
                    <a:lnTo>
                      <a:pt x="13" y="66"/>
                    </a:lnTo>
                    <a:lnTo>
                      <a:pt x="13" y="65"/>
                    </a:lnTo>
                    <a:lnTo>
                      <a:pt x="12" y="64"/>
                    </a:lnTo>
                    <a:lnTo>
                      <a:pt x="12" y="64"/>
                    </a:lnTo>
                    <a:lnTo>
                      <a:pt x="11" y="63"/>
                    </a:lnTo>
                    <a:lnTo>
                      <a:pt x="11" y="62"/>
                    </a:lnTo>
                    <a:lnTo>
                      <a:pt x="11" y="62"/>
                    </a:lnTo>
                    <a:lnTo>
                      <a:pt x="10" y="62"/>
                    </a:lnTo>
                    <a:lnTo>
                      <a:pt x="10" y="61"/>
                    </a:lnTo>
                    <a:lnTo>
                      <a:pt x="9" y="60"/>
                    </a:lnTo>
                    <a:lnTo>
                      <a:pt x="9" y="59"/>
                    </a:lnTo>
                    <a:lnTo>
                      <a:pt x="8" y="59"/>
                    </a:lnTo>
                    <a:lnTo>
                      <a:pt x="8" y="58"/>
                    </a:lnTo>
                    <a:lnTo>
                      <a:pt x="8" y="57"/>
                    </a:lnTo>
                    <a:lnTo>
                      <a:pt x="7" y="57"/>
                    </a:lnTo>
                    <a:lnTo>
                      <a:pt x="7" y="56"/>
                    </a:lnTo>
                    <a:lnTo>
                      <a:pt x="6" y="55"/>
                    </a:lnTo>
                    <a:lnTo>
                      <a:pt x="6" y="54"/>
                    </a:lnTo>
                    <a:lnTo>
                      <a:pt x="5" y="54"/>
                    </a:lnTo>
                    <a:lnTo>
                      <a:pt x="5" y="53"/>
                    </a:lnTo>
                    <a:lnTo>
                      <a:pt x="5" y="52"/>
                    </a:lnTo>
                    <a:lnTo>
                      <a:pt x="4" y="51"/>
                    </a:lnTo>
                    <a:lnTo>
                      <a:pt x="4" y="51"/>
                    </a:lnTo>
                    <a:lnTo>
                      <a:pt x="4" y="50"/>
                    </a:lnTo>
                    <a:lnTo>
                      <a:pt x="3" y="49"/>
                    </a:lnTo>
                    <a:lnTo>
                      <a:pt x="3" y="48"/>
                    </a:lnTo>
                    <a:lnTo>
                      <a:pt x="3" y="47"/>
                    </a:lnTo>
                    <a:lnTo>
                      <a:pt x="2" y="47"/>
                    </a:lnTo>
                    <a:lnTo>
                      <a:pt x="2" y="46"/>
                    </a:lnTo>
                    <a:lnTo>
                      <a:pt x="2" y="45"/>
                    </a:lnTo>
                    <a:lnTo>
                      <a:pt x="2" y="44"/>
                    </a:lnTo>
                    <a:lnTo>
                      <a:pt x="1" y="43"/>
                    </a:lnTo>
                    <a:lnTo>
                      <a:pt x="1" y="42"/>
                    </a:lnTo>
                    <a:lnTo>
                      <a:pt x="1" y="42"/>
                    </a:lnTo>
                    <a:lnTo>
                      <a:pt x="1" y="41"/>
                    </a:lnTo>
                    <a:lnTo>
                      <a:pt x="1" y="41"/>
                    </a:lnTo>
                    <a:lnTo>
                      <a:pt x="0" y="40"/>
                    </a:lnTo>
                    <a:lnTo>
                      <a:pt x="0" y="39"/>
                    </a:lnTo>
                    <a:lnTo>
                      <a:pt x="0" y="38"/>
                    </a:lnTo>
                    <a:lnTo>
                      <a:pt x="0" y="37"/>
                    </a:lnTo>
                    <a:lnTo>
                      <a:pt x="0" y="36"/>
                    </a:lnTo>
                    <a:lnTo>
                      <a:pt x="0" y="35"/>
                    </a:lnTo>
                    <a:lnTo>
                      <a:pt x="0" y="34"/>
                    </a:lnTo>
                    <a:lnTo>
                      <a:pt x="0" y="33"/>
                    </a:lnTo>
                    <a:lnTo>
                      <a:pt x="0" y="32"/>
                    </a:lnTo>
                    <a:lnTo>
                      <a:pt x="0" y="31"/>
                    </a:lnTo>
                    <a:lnTo>
                      <a:pt x="0" y="30"/>
                    </a:lnTo>
                    <a:lnTo>
                      <a:pt x="0" y="29"/>
                    </a:lnTo>
                    <a:lnTo>
                      <a:pt x="0" y="28"/>
                    </a:lnTo>
                    <a:lnTo>
                      <a:pt x="0" y="27"/>
                    </a:lnTo>
                    <a:lnTo>
                      <a:pt x="0" y="27"/>
                    </a:lnTo>
                    <a:lnTo>
                      <a:pt x="1" y="26"/>
                    </a:lnTo>
                    <a:lnTo>
                      <a:pt x="1" y="26"/>
                    </a:lnTo>
                    <a:lnTo>
                      <a:pt x="1" y="25"/>
                    </a:lnTo>
                    <a:lnTo>
                      <a:pt x="1" y="25"/>
                    </a:lnTo>
                    <a:lnTo>
                      <a:pt x="1" y="24"/>
                    </a:lnTo>
                    <a:lnTo>
                      <a:pt x="1" y="24"/>
                    </a:lnTo>
                    <a:lnTo>
                      <a:pt x="1" y="23"/>
                    </a:lnTo>
                    <a:lnTo>
                      <a:pt x="1" y="23"/>
                    </a:lnTo>
                    <a:lnTo>
                      <a:pt x="2" y="22"/>
                    </a:lnTo>
                    <a:lnTo>
                      <a:pt x="2" y="21"/>
                    </a:lnTo>
                    <a:lnTo>
                      <a:pt x="2" y="21"/>
                    </a:lnTo>
                    <a:lnTo>
                      <a:pt x="2" y="20"/>
                    </a:lnTo>
                    <a:lnTo>
                      <a:pt x="2" y="20"/>
                    </a:lnTo>
                    <a:lnTo>
                      <a:pt x="3" y="19"/>
                    </a:lnTo>
                    <a:lnTo>
                      <a:pt x="3" y="19"/>
                    </a:lnTo>
                    <a:lnTo>
                      <a:pt x="3" y="18"/>
                    </a:lnTo>
                    <a:lnTo>
                      <a:pt x="3" y="18"/>
                    </a:lnTo>
                    <a:lnTo>
                      <a:pt x="3" y="17"/>
                    </a:lnTo>
                    <a:lnTo>
                      <a:pt x="4" y="17"/>
                    </a:lnTo>
                    <a:lnTo>
                      <a:pt x="4" y="16"/>
                    </a:lnTo>
                    <a:lnTo>
                      <a:pt x="4" y="16"/>
                    </a:lnTo>
                    <a:lnTo>
                      <a:pt x="4" y="16"/>
                    </a:lnTo>
                    <a:lnTo>
                      <a:pt x="5" y="15"/>
                    </a:lnTo>
                    <a:lnTo>
                      <a:pt x="5" y="15"/>
                    </a:lnTo>
                    <a:lnTo>
                      <a:pt x="5" y="14"/>
                    </a:lnTo>
                    <a:lnTo>
                      <a:pt x="6" y="14"/>
                    </a:lnTo>
                    <a:lnTo>
                      <a:pt x="6" y="13"/>
                    </a:lnTo>
                    <a:lnTo>
                      <a:pt x="6" y="13"/>
                    </a:lnTo>
                    <a:lnTo>
                      <a:pt x="6" y="13"/>
                    </a:lnTo>
                    <a:lnTo>
                      <a:pt x="7" y="13"/>
                    </a:lnTo>
                    <a:lnTo>
                      <a:pt x="7" y="12"/>
                    </a:lnTo>
                    <a:lnTo>
                      <a:pt x="7" y="12"/>
                    </a:lnTo>
                    <a:lnTo>
                      <a:pt x="8" y="12"/>
                    </a:lnTo>
                    <a:lnTo>
                      <a:pt x="8" y="11"/>
                    </a:lnTo>
                    <a:lnTo>
                      <a:pt x="8" y="11"/>
                    </a:lnTo>
                    <a:lnTo>
                      <a:pt x="9" y="10"/>
                    </a:lnTo>
                    <a:lnTo>
                      <a:pt x="9" y="10"/>
                    </a:lnTo>
                    <a:lnTo>
                      <a:pt x="9" y="10"/>
                    </a:lnTo>
                    <a:lnTo>
                      <a:pt x="10" y="9"/>
                    </a:lnTo>
                    <a:lnTo>
                      <a:pt x="10" y="9"/>
                    </a:lnTo>
                    <a:lnTo>
                      <a:pt x="11" y="8"/>
                    </a:lnTo>
                    <a:lnTo>
                      <a:pt x="11" y="8"/>
                    </a:lnTo>
                    <a:lnTo>
                      <a:pt x="11" y="8"/>
                    </a:lnTo>
                    <a:lnTo>
                      <a:pt x="12" y="7"/>
                    </a:lnTo>
                    <a:lnTo>
                      <a:pt x="12" y="7"/>
                    </a:lnTo>
                    <a:lnTo>
                      <a:pt x="13" y="6"/>
                    </a:lnTo>
                    <a:lnTo>
                      <a:pt x="14" y="6"/>
                    </a:lnTo>
                    <a:lnTo>
                      <a:pt x="15" y="5"/>
                    </a:lnTo>
                    <a:lnTo>
                      <a:pt x="15" y="4"/>
                    </a:lnTo>
                    <a:lnTo>
                      <a:pt x="16" y="4"/>
                    </a:lnTo>
                    <a:lnTo>
                      <a:pt x="17" y="3"/>
                    </a:lnTo>
                    <a:lnTo>
                      <a:pt x="18" y="3"/>
                    </a:lnTo>
                    <a:lnTo>
                      <a:pt x="19" y="2"/>
                    </a:lnTo>
                    <a:lnTo>
                      <a:pt x="20" y="2"/>
                    </a:lnTo>
                    <a:lnTo>
                      <a:pt x="21" y="2"/>
                    </a:lnTo>
                    <a:lnTo>
                      <a:pt x="22" y="1"/>
                    </a:lnTo>
                    <a:lnTo>
                      <a:pt x="23" y="1"/>
                    </a:lnTo>
                    <a:lnTo>
                      <a:pt x="23" y="1"/>
                    </a:lnTo>
                    <a:lnTo>
                      <a:pt x="25" y="1"/>
                    </a:lnTo>
                    <a:lnTo>
                      <a:pt x="26" y="0"/>
                    </a:lnTo>
                    <a:lnTo>
                      <a:pt x="27" y="0"/>
                    </a:lnTo>
                    <a:lnTo>
                      <a:pt x="28" y="0"/>
                    </a:lnTo>
                    <a:lnTo>
                      <a:pt x="29" y="0"/>
                    </a:lnTo>
                    <a:lnTo>
                      <a:pt x="29"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2" name="Freeform 13">
                <a:extLst>
                  <a:ext uri="{FF2B5EF4-FFF2-40B4-BE49-F238E27FC236}">
                    <a16:creationId xmlns:a16="http://schemas.microsoft.com/office/drawing/2014/main" id="{2BE47568-5C82-7FF4-5A4B-A74BE3195C23}"/>
                  </a:ext>
                </a:extLst>
              </p:cNvPr>
              <p:cNvSpPr>
                <a:spLocks/>
              </p:cNvSpPr>
              <p:nvPr/>
            </p:nvSpPr>
            <p:spPr bwMode="auto">
              <a:xfrm>
                <a:off x="10755165" y="4700452"/>
                <a:ext cx="131020" cy="75641"/>
              </a:xfrm>
              <a:custGeom>
                <a:avLst/>
                <a:gdLst>
                  <a:gd name="T0" fmla="*/ 30 w 194"/>
                  <a:gd name="T1" fmla="*/ 1 h 112"/>
                  <a:gd name="T2" fmla="*/ 34 w 194"/>
                  <a:gd name="T3" fmla="*/ 3 h 112"/>
                  <a:gd name="T4" fmla="*/ 38 w 194"/>
                  <a:gd name="T5" fmla="*/ 5 h 112"/>
                  <a:gd name="T6" fmla="*/ 42 w 194"/>
                  <a:gd name="T7" fmla="*/ 7 h 112"/>
                  <a:gd name="T8" fmla="*/ 48 w 194"/>
                  <a:gd name="T9" fmla="*/ 11 h 112"/>
                  <a:gd name="T10" fmla="*/ 53 w 194"/>
                  <a:gd name="T11" fmla="*/ 15 h 112"/>
                  <a:gd name="T12" fmla="*/ 59 w 194"/>
                  <a:gd name="T13" fmla="*/ 19 h 112"/>
                  <a:gd name="T14" fmla="*/ 64 w 194"/>
                  <a:gd name="T15" fmla="*/ 24 h 112"/>
                  <a:gd name="T16" fmla="*/ 72 w 194"/>
                  <a:gd name="T17" fmla="*/ 29 h 112"/>
                  <a:gd name="T18" fmla="*/ 79 w 194"/>
                  <a:gd name="T19" fmla="*/ 34 h 112"/>
                  <a:gd name="T20" fmla="*/ 87 w 194"/>
                  <a:gd name="T21" fmla="*/ 37 h 112"/>
                  <a:gd name="T22" fmla="*/ 94 w 194"/>
                  <a:gd name="T23" fmla="*/ 42 h 112"/>
                  <a:gd name="T24" fmla="*/ 103 w 194"/>
                  <a:gd name="T25" fmla="*/ 47 h 112"/>
                  <a:gd name="T26" fmla="*/ 112 w 194"/>
                  <a:gd name="T27" fmla="*/ 51 h 112"/>
                  <a:gd name="T28" fmla="*/ 119 w 194"/>
                  <a:gd name="T29" fmla="*/ 55 h 112"/>
                  <a:gd name="T30" fmla="*/ 128 w 194"/>
                  <a:gd name="T31" fmla="*/ 59 h 112"/>
                  <a:gd name="T32" fmla="*/ 136 w 194"/>
                  <a:gd name="T33" fmla="*/ 63 h 112"/>
                  <a:gd name="T34" fmla="*/ 144 w 194"/>
                  <a:gd name="T35" fmla="*/ 65 h 112"/>
                  <a:gd name="T36" fmla="*/ 151 w 194"/>
                  <a:gd name="T37" fmla="*/ 67 h 112"/>
                  <a:gd name="T38" fmla="*/ 158 w 194"/>
                  <a:gd name="T39" fmla="*/ 69 h 112"/>
                  <a:gd name="T40" fmla="*/ 164 w 194"/>
                  <a:gd name="T41" fmla="*/ 73 h 112"/>
                  <a:gd name="T42" fmla="*/ 167 w 194"/>
                  <a:gd name="T43" fmla="*/ 75 h 112"/>
                  <a:gd name="T44" fmla="*/ 171 w 194"/>
                  <a:gd name="T45" fmla="*/ 76 h 112"/>
                  <a:gd name="T46" fmla="*/ 175 w 194"/>
                  <a:gd name="T47" fmla="*/ 78 h 112"/>
                  <a:gd name="T48" fmla="*/ 178 w 194"/>
                  <a:gd name="T49" fmla="*/ 80 h 112"/>
                  <a:gd name="T50" fmla="*/ 182 w 194"/>
                  <a:gd name="T51" fmla="*/ 82 h 112"/>
                  <a:gd name="T52" fmla="*/ 183 w 194"/>
                  <a:gd name="T53" fmla="*/ 104 h 112"/>
                  <a:gd name="T54" fmla="*/ 178 w 194"/>
                  <a:gd name="T55" fmla="*/ 104 h 112"/>
                  <a:gd name="T56" fmla="*/ 176 w 194"/>
                  <a:gd name="T57" fmla="*/ 103 h 112"/>
                  <a:gd name="T58" fmla="*/ 173 w 194"/>
                  <a:gd name="T59" fmla="*/ 102 h 112"/>
                  <a:gd name="T60" fmla="*/ 161 w 194"/>
                  <a:gd name="T61" fmla="*/ 106 h 112"/>
                  <a:gd name="T62" fmla="*/ 153 w 194"/>
                  <a:gd name="T63" fmla="*/ 111 h 112"/>
                  <a:gd name="T64" fmla="*/ 145 w 194"/>
                  <a:gd name="T65" fmla="*/ 110 h 112"/>
                  <a:gd name="T66" fmla="*/ 136 w 194"/>
                  <a:gd name="T67" fmla="*/ 107 h 112"/>
                  <a:gd name="T68" fmla="*/ 127 w 194"/>
                  <a:gd name="T69" fmla="*/ 104 h 112"/>
                  <a:gd name="T70" fmla="*/ 118 w 194"/>
                  <a:gd name="T71" fmla="*/ 101 h 112"/>
                  <a:gd name="T72" fmla="*/ 104 w 194"/>
                  <a:gd name="T73" fmla="*/ 101 h 112"/>
                  <a:gd name="T74" fmla="*/ 95 w 194"/>
                  <a:gd name="T75" fmla="*/ 101 h 112"/>
                  <a:gd name="T76" fmla="*/ 86 w 194"/>
                  <a:gd name="T77" fmla="*/ 101 h 112"/>
                  <a:gd name="T78" fmla="*/ 76 w 194"/>
                  <a:gd name="T79" fmla="*/ 100 h 112"/>
                  <a:gd name="T80" fmla="*/ 66 w 194"/>
                  <a:gd name="T81" fmla="*/ 98 h 112"/>
                  <a:gd name="T82" fmla="*/ 60 w 194"/>
                  <a:gd name="T83" fmla="*/ 96 h 112"/>
                  <a:gd name="T84" fmla="*/ 54 w 194"/>
                  <a:gd name="T85" fmla="*/ 95 h 112"/>
                  <a:gd name="T86" fmla="*/ 49 w 194"/>
                  <a:gd name="T87" fmla="*/ 94 h 112"/>
                  <a:gd name="T88" fmla="*/ 45 w 194"/>
                  <a:gd name="T89" fmla="*/ 92 h 112"/>
                  <a:gd name="T90" fmla="*/ 40 w 194"/>
                  <a:gd name="T91" fmla="*/ 89 h 112"/>
                  <a:gd name="T92" fmla="*/ 35 w 194"/>
                  <a:gd name="T93" fmla="*/ 87 h 112"/>
                  <a:gd name="T94" fmla="*/ 31 w 194"/>
                  <a:gd name="T95" fmla="*/ 84 h 112"/>
                  <a:gd name="T96" fmla="*/ 26 w 194"/>
                  <a:gd name="T97" fmla="*/ 79 h 112"/>
                  <a:gd name="T98" fmla="*/ 21 w 194"/>
                  <a:gd name="T99" fmla="*/ 73 h 112"/>
                  <a:gd name="T100" fmla="*/ 17 w 194"/>
                  <a:gd name="T101" fmla="*/ 67 h 112"/>
                  <a:gd name="T102" fmla="*/ 13 w 194"/>
                  <a:gd name="T103" fmla="*/ 62 h 112"/>
                  <a:gd name="T104" fmla="*/ 9 w 194"/>
                  <a:gd name="T105" fmla="*/ 56 h 112"/>
                  <a:gd name="T106" fmla="*/ 6 w 194"/>
                  <a:gd name="T107" fmla="*/ 49 h 112"/>
                  <a:gd name="T108" fmla="*/ 3 w 194"/>
                  <a:gd name="T109" fmla="*/ 43 h 112"/>
                  <a:gd name="T110" fmla="*/ 2 w 194"/>
                  <a:gd name="T111" fmla="*/ 36 h 112"/>
                  <a:gd name="T112" fmla="*/ 0 w 194"/>
                  <a:gd name="T113" fmla="*/ 30 h 112"/>
                  <a:gd name="T114" fmla="*/ 0 w 194"/>
                  <a:gd name="T115" fmla="*/ 25 h 112"/>
                  <a:gd name="T116" fmla="*/ 0 w 194"/>
                  <a:gd name="T117" fmla="*/ 19 h 112"/>
                  <a:gd name="T118" fmla="*/ 2 w 194"/>
                  <a:gd name="T119" fmla="*/ 13 h 112"/>
                  <a:gd name="T120" fmla="*/ 6 w 194"/>
                  <a:gd name="T121" fmla="*/ 7 h 112"/>
                  <a:gd name="T122" fmla="*/ 15 w 194"/>
                  <a:gd name="T123" fmla="*/ 1 h 112"/>
                  <a:gd name="T124" fmla="*/ 24 w 194"/>
                  <a:gd name="T125"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4" h="112">
                    <a:moveTo>
                      <a:pt x="25" y="0"/>
                    </a:moveTo>
                    <a:lnTo>
                      <a:pt x="25" y="0"/>
                    </a:lnTo>
                    <a:lnTo>
                      <a:pt x="26" y="0"/>
                    </a:lnTo>
                    <a:lnTo>
                      <a:pt x="27" y="0"/>
                    </a:lnTo>
                    <a:lnTo>
                      <a:pt x="28" y="0"/>
                    </a:lnTo>
                    <a:lnTo>
                      <a:pt x="29" y="0"/>
                    </a:lnTo>
                    <a:lnTo>
                      <a:pt x="30" y="1"/>
                    </a:lnTo>
                    <a:lnTo>
                      <a:pt x="30" y="1"/>
                    </a:lnTo>
                    <a:lnTo>
                      <a:pt x="31" y="1"/>
                    </a:lnTo>
                    <a:lnTo>
                      <a:pt x="31" y="1"/>
                    </a:lnTo>
                    <a:lnTo>
                      <a:pt x="31" y="1"/>
                    </a:lnTo>
                    <a:lnTo>
                      <a:pt x="32" y="2"/>
                    </a:lnTo>
                    <a:lnTo>
                      <a:pt x="33" y="2"/>
                    </a:lnTo>
                    <a:lnTo>
                      <a:pt x="33" y="2"/>
                    </a:lnTo>
                    <a:lnTo>
                      <a:pt x="34" y="2"/>
                    </a:lnTo>
                    <a:lnTo>
                      <a:pt x="34" y="3"/>
                    </a:lnTo>
                    <a:lnTo>
                      <a:pt x="35" y="3"/>
                    </a:lnTo>
                    <a:lnTo>
                      <a:pt x="35" y="3"/>
                    </a:lnTo>
                    <a:lnTo>
                      <a:pt x="36" y="3"/>
                    </a:lnTo>
                    <a:lnTo>
                      <a:pt x="36" y="4"/>
                    </a:lnTo>
                    <a:lnTo>
                      <a:pt x="37" y="4"/>
                    </a:lnTo>
                    <a:lnTo>
                      <a:pt x="38" y="4"/>
                    </a:lnTo>
                    <a:lnTo>
                      <a:pt x="38" y="4"/>
                    </a:lnTo>
                    <a:lnTo>
                      <a:pt x="38" y="5"/>
                    </a:lnTo>
                    <a:lnTo>
                      <a:pt x="39" y="5"/>
                    </a:lnTo>
                    <a:lnTo>
                      <a:pt x="39" y="5"/>
                    </a:lnTo>
                    <a:lnTo>
                      <a:pt x="40" y="5"/>
                    </a:lnTo>
                    <a:lnTo>
                      <a:pt x="40" y="6"/>
                    </a:lnTo>
                    <a:lnTo>
                      <a:pt x="41" y="6"/>
                    </a:lnTo>
                    <a:lnTo>
                      <a:pt x="41" y="6"/>
                    </a:lnTo>
                    <a:lnTo>
                      <a:pt x="42" y="7"/>
                    </a:lnTo>
                    <a:lnTo>
                      <a:pt x="42" y="7"/>
                    </a:lnTo>
                    <a:lnTo>
                      <a:pt x="43" y="7"/>
                    </a:lnTo>
                    <a:lnTo>
                      <a:pt x="43" y="7"/>
                    </a:lnTo>
                    <a:lnTo>
                      <a:pt x="44" y="7"/>
                    </a:lnTo>
                    <a:lnTo>
                      <a:pt x="44" y="8"/>
                    </a:lnTo>
                    <a:lnTo>
                      <a:pt x="45" y="8"/>
                    </a:lnTo>
                    <a:lnTo>
                      <a:pt x="46" y="9"/>
                    </a:lnTo>
                    <a:lnTo>
                      <a:pt x="47" y="10"/>
                    </a:lnTo>
                    <a:lnTo>
                      <a:pt x="48" y="11"/>
                    </a:lnTo>
                    <a:lnTo>
                      <a:pt x="49" y="11"/>
                    </a:lnTo>
                    <a:lnTo>
                      <a:pt x="49" y="12"/>
                    </a:lnTo>
                    <a:lnTo>
                      <a:pt x="50" y="12"/>
                    </a:lnTo>
                    <a:lnTo>
                      <a:pt x="51" y="13"/>
                    </a:lnTo>
                    <a:lnTo>
                      <a:pt x="51" y="13"/>
                    </a:lnTo>
                    <a:lnTo>
                      <a:pt x="52" y="14"/>
                    </a:lnTo>
                    <a:lnTo>
                      <a:pt x="52" y="14"/>
                    </a:lnTo>
                    <a:lnTo>
                      <a:pt x="53" y="15"/>
                    </a:lnTo>
                    <a:lnTo>
                      <a:pt x="54" y="15"/>
                    </a:lnTo>
                    <a:lnTo>
                      <a:pt x="55" y="16"/>
                    </a:lnTo>
                    <a:lnTo>
                      <a:pt x="55" y="17"/>
                    </a:lnTo>
                    <a:lnTo>
                      <a:pt x="56" y="17"/>
                    </a:lnTo>
                    <a:lnTo>
                      <a:pt x="57" y="18"/>
                    </a:lnTo>
                    <a:lnTo>
                      <a:pt x="57" y="18"/>
                    </a:lnTo>
                    <a:lnTo>
                      <a:pt x="58" y="19"/>
                    </a:lnTo>
                    <a:lnTo>
                      <a:pt x="59" y="19"/>
                    </a:lnTo>
                    <a:lnTo>
                      <a:pt x="60" y="20"/>
                    </a:lnTo>
                    <a:lnTo>
                      <a:pt x="60" y="21"/>
                    </a:lnTo>
                    <a:lnTo>
                      <a:pt x="60" y="21"/>
                    </a:lnTo>
                    <a:lnTo>
                      <a:pt x="61" y="22"/>
                    </a:lnTo>
                    <a:lnTo>
                      <a:pt x="62" y="22"/>
                    </a:lnTo>
                    <a:lnTo>
                      <a:pt x="63" y="23"/>
                    </a:lnTo>
                    <a:lnTo>
                      <a:pt x="64" y="24"/>
                    </a:lnTo>
                    <a:lnTo>
                      <a:pt x="64" y="24"/>
                    </a:lnTo>
                    <a:lnTo>
                      <a:pt x="65" y="25"/>
                    </a:lnTo>
                    <a:lnTo>
                      <a:pt x="66" y="25"/>
                    </a:lnTo>
                    <a:lnTo>
                      <a:pt x="67" y="26"/>
                    </a:lnTo>
                    <a:lnTo>
                      <a:pt x="68" y="27"/>
                    </a:lnTo>
                    <a:lnTo>
                      <a:pt x="69" y="27"/>
                    </a:lnTo>
                    <a:lnTo>
                      <a:pt x="70" y="28"/>
                    </a:lnTo>
                    <a:lnTo>
                      <a:pt x="71" y="28"/>
                    </a:lnTo>
                    <a:lnTo>
                      <a:pt x="72" y="29"/>
                    </a:lnTo>
                    <a:lnTo>
                      <a:pt x="73" y="30"/>
                    </a:lnTo>
                    <a:lnTo>
                      <a:pt x="73" y="30"/>
                    </a:lnTo>
                    <a:lnTo>
                      <a:pt x="74" y="31"/>
                    </a:lnTo>
                    <a:lnTo>
                      <a:pt x="75" y="31"/>
                    </a:lnTo>
                    <a:lnTo>
                      <a:pt x="76" y="32"/>
                    </a:lnTo>
                    <a:lnTo>
                      <a:pt x="77" y="33"/>
                    </a:lnTo>
                    <a:lnTo>
                      <a:pt x="78" y="33"/>
                    </a:lnTo>
                    <a:lnTo>
                      <a:pt x="79" y="34"/>
                    </a:lnTo>
                    <a:lnTo>
                      <a:pt x="80" y="35"/>
                    </a:lnTo>
                    <a:lnTo>
                      <a:pt x="81" y="35"/>
                    </a:lnTo>
                    <a:lnTo>
                      <a:pt x="81" y="35"/>
                    </a:lnTo>
                    <a:lnTo>
                      <a:pt x="82" y="36"/>
                    </a:lnTo>
                    <a:lnTo>
                      <a:pt x="83" y="36"/>
                    </a:lnTo>
                    <a:lnTo>
                      <a:pt x="84" y="36"/>
                    </a:lnTo>
                    <a:lnTo>
                      <a:pt x="85" y="37"/>
                    </a:lnTo>
                    <a:lnTo>
                      <a:pt x="87" y="37"/>
                    </a:lnTo>
                    <a:lnTo>
                      <a:pt x="88" y="38"/>
                    </a:lnTo>
                    <a:lnTo>
                      <a:pt x="89" y="38"/>
                    </a:lnTo>
                    <a:lnTo>
                      <a:pt x="89" y="39"/>
                    </a:lnTo>
                    <a:lnTo>
                      <a:pt x="90" y="40"/>
                    </a:lnTo>
                    <a:lnTo>
                      <a:pt x="91" y="40"/>
                    </a:lnTo>
                    <a:lnTo>
                      <a:pt x="92" y="41"/>
                    </a:lnTo>
                    <a:lnTo>
                      <a:pt x="93" y="41"/>
                    </a:lnTo>
                    <a:lnTo>
                      <a:pt x="94" y="42"/>
                    </a:lnTo>
                    <a:lnTo>
                      <a:pt x="95" y="43"/>
                    </a:lnTo>
                    <a:lnTo>
                      <a:pt x="96" y="43"/>
                    </a:lnTo>
                    <a:lnTo>
                      <a:pt x="97" y="44"/>
                    </a:lnTo>
                    <a:lnTo>
                      <a:pt x="98" y="44"/>
                    </a:lnTo>
                    <a:lnTo>
                      <a:pt x="99" y="45"/>
                    </a:lnTo>
                    <a:lnTo>
                      <a:pt x="101" y="46"/>
                    </a:lnTo>
                    <a:lnTo>
                      <a:pt x="102" y="46"/>
                    </a:lnTo>
                    <a:lnTo>
                      <a:pt x="103" y="47"/>
                    </a:lnTo>
                    <a:lnTo>
                      <a:pt x="104" y="47"/>
                    </a:lnTo>
                    <a:lnTo>
                      <a:pt x="105" y="48"/>
                    </a:lnTo>
                    <a:lnTo>
                      <a:pt x="106" y="48"/>
                    </a:lnTo>
                    <a:lnTo>
                      <a:pt x="107" y="49"/>
                    </a:lnTo>
                    <a:lnTo>
                      <a:pt x="108" y="50"/>
                    </a:lnTo>
                    <a:lnTo>
                      <a:pt x="109" y="50"/>
                    </a:lnTo>
                    <a:lnTo>
                      <a:pt x="111" y="51"/>
                    </a:lnTo>
                    <a:lnTo>
                      <a:pt x="112" y="51"/>
                    </a:lnTo>
                    <a:lnTo>
                      <a:pt x="113" y="52"/>
                    </a:lnTo>
                    <a:lnTo>
                      <a:pt x="114" y="52"/>
                    </a:lnTo>
                    <a:lnTo>
                      <a:pt x="114" y="52"/>
                    </a:lnTo>
                    <a:lnTo>
                      <a:pt x="115" y="53"/>
                    </a:lnTo>
                    <a:lnTo>
                      <a:pt x="116" y="53"/>
                    </a:lnTo>
                    <a:lnTo>
                      <a:pt x="117" y="54"/>
                    </a:lnTo>
                    <a:lnTo>
                      <a:pt x="118" y="55"/>
                    </a:lnTo>
                    <a:lnTo>
                      <a:pt x="119" y="55"/>
                    </a:lnTo>
                    <a:lnTo>
                      <a:pt x="120" y="56"/>
                    </a:lnTo>
                    <a:lnTo>
                      <a:pt x="121" y="56"/>
                    </a:lnTo>
                    <a:lnTo>
                      <a:pt x="122" y="57"/>
                    </a:lnTo>
                    <a:lnTo>
                      <a:pt x="123" y="57"/>
                    </a:lnTo>
                    <a:lnTo>
                      <a:pt x="124" y="58"/>
                    </a:lnTo>
                    <a:lnTo>
                      <a:pt x="125" y="58"/>
                    </a:lnTo>
                    <a:lnTo>
                      <a:pt x="126" y="59"/>
                    </a:lnTo>
                    <a:lnTo>
                      <a:pt x="128" y="59"/>
                    </a:lnTo>
                    <a:lnTo>
                      <a:pt x="129" y="59"/>
                    </a:lnTo>
                    <a:lnTo>
                      <a:pt x="130" y="60"/>
                    </a:lnTo>
                    <a:lnTo>
                      <a:pt x="131" y="60"/>
                    </a:lnTo>
                    <a:lnTo>
                      <a:pt x="132" y="61"/>
                    </a:lnTo>
                    <a:lnTo>
                      <a:pt x="133" y="61"/>
                    </a:lnTo>
                    <a:lnTo>
                      <a:pt x="134" y="62"/>
                    </a:lnTo>
                    <a:lnTo>
                      <a:pt x="135" y="62"/>
                    </a:lnTo>
                    <a:lnTo>
                      <a:pt x="136" y="63"/>
                    </a:lnTo>
                    <a:lnTo>
                      <a:pt x="137" y="63"/>
                    </a:lnTo>
                    <a:lnTo>
                      <a:pt x="139" y="63"/>
                    </a:lnTo>
                    <a:lnTo>
                      <a:pt x="140" y="64"/>
                    </a:lnTo>
                    <a:lnTo>
                      <a:pt x="141" y="64"/>
                    </a:lnTo>
                    <a:lnTo>
                      <a:pt x="142" y="65"/>
                    </a:lnTo>
                    <a:lnTo>
                      <a:pt x="142" y="65"/>
                    </a:lnTo>
                    <a:lnTo>
                      <a:pt x="143" y="65"/>
                    </a:lnTo>
                    <a:lnTo>
                      <a:pt x="144" y="65"/>
                    </a:lnTo>
                    <a:lnTo>
                      <a:pt x="145" y="65"/>
                    </a:lnTo>
                    <a:lnTo>
                      <a:pt x="146" y="65"/>
                    </a:lnTo>
                    <a:lnTo>
                      <a:pt x="147" y="66"/>
                    </a:lnTo>
                    <a:lnTo>
                      <a:pt x="147" y="66"/>
                    </a:lnTo>
                    <a:lnTo>
                      <a:pt x="148" y="66"/>
                    </a:lnTo>
                    <a:lnTo>
                      <a:pt x="149" y="67"/>
                    </a:lnTo>
                    <a:lnTo>
                      <a:pt x="150" y="67"/>
                    </a:lnTo>
                    <a:lnTo>
                      <a:pt x="151" y="67"/>
                    </a:lnTo>
                    <a:lnTo>
                      <a:pt x="152" y="68"/>
                    </a:lnTo>
                    <a:lnTo>
                      <a:pt x="153" y="68"/>
                    </a:lnTo>
                    <a:lnTo>
                      <a:pt x="153" y="68"/>
                    </a:lnTo>
                    <a:lnTo>
                      <a:pt x="154" y="68"/>
                    </a:lnTo>
                    <a:lnTo>
                      <a:pt x="155" y="68"/>
                    </a:lnTo>
                    <a:lnTo>
                      <a:pt x="156" y="69"/>
                    </a:lnTo>
                    <a:lnTo>
                      <a:pt x="157" y="69"/>
                    </a:lnTo>
                    <a:lnTo>
                      <a:pt x="158" y="69"/>
                    </a:lnTo>
                    <a:lnTo>
                      <a:pt x="159" y="70"/>
                    </a:lnTo>
                    <a:lnTo>
                      <a:pt x="160" y="70"/>
                    </a:lnTo>
                    <a:lnTo>
                      <a:pt x="161" y="70"/>
                    </a:lnTo>
                    <a:lnTo>
                      <a:pt x="162" y="70"/>
                    </a:lnTo>
                    <a:lnTo>
                      <a:pt x="162" y="70"/>
                    </a:lnTo>
                    <a:lnTo>
                      <a:pt x="162" y="71"/>
                    </a:lnTo>
                    <a:lnTo>
                      <a:pt x="163" y="72"/>
                    </a:lnTo>
                    <a:lnTo>
                      <a:pt x="164" y="73"/>
                    </a:lnTo>
                    <a:lnTo>
                      <a:pt x="164" y="73"/>
                    </a:lnTo>
                    <a:lnTo>
                      <a:pt x="164" y="74"/>
                    </a:lnTo>
                    <a:lnTo>
                      <a:pt x="164" y="74"/>
                    </a:lnTo>
                    <a:lnTo>
                      <a:pt x="165" y="74"/>
                    </a:lnTo>
                    <a:lnTo>
                      <a:pt x="165" y="74"/>
                    </a:lnTo>
                    <a:lnTo>
                      <a:pt x="166" y="74"/>
                    </a:lnTo>
                    <a:lnTo>
                      <a:pt x="167" y="74"/>
                    </a:lnTo>
                    <a:lnTo>
                      <a:pt x="167" y="75"/>
                    </a:lnTo>
                    <a:lnTo>
                      <a:pt x="168" y="75"/>
                    </a:lnTo>
                    <a:lnTo>
                      <a:pt x="168" y="75"/>
                    </a:lnTo>
                    <a:lnTo>
                      <a:pt x="169" y="75"/>
                    </a:lnTo>
                    <a:lnTo>
                      <a:pt x="169" y="75"/>
                    </a:lnTo>
                    <a:lnTo>
                      <a:pt x="170" y="75"/>
                    </a:lnTo>
                    <a:lnTo>
                      <a:pt x="170" y="76"/>
                    </a:lnTo>
                    <a:lnTo>
                      <a:pt x="171" y="76"/>
                    </a:lnTo>
                    <a:lnTo>
                      <a:pt x="171" y="76"/>
                    </a:lnTo>
                    <a:lnTo>
                      <a:pt x="172" y="76"/>
                    </a:lnTo>
                    <a:lnTo>
                      <a:pt x="172" y="77"/>
                    </a:lnTo>
                    <a:lnTo>
                      <a:pt x="173" y="77"/>
                    </a:lnTo>
                    <a:lnTo>
                      <a:pt x="173" y="77"/>
                    </a:lnTo>
                    <a:lnTo>
                      <a:pt x="174" y="77"/>
                    </a:lnTo>
                    <a:lnTo>
                      <a:pt x="174" y="77"/>
                    </a:lnTo>
                    <a:lnTo>
                      <a:pt x="175" y="78"/>
                    </a:lnTo>
                    <a:lnTo>
                      <a:pt x="175" y="78"/>
                    </a:lnTo>
                    <a:lnTo>
                      <a:pt x="176" y="78"/>
                    </a:lnTo>
                    <a:lnTo>
                      <a:pt x="176" y="78"/>
                    </a:lnTo>
                    <a:lnTo>
                      <a:pt x="176" y="79"/>
                    </a:lnTo>
                    <a:lnTo>
                      <a:pt x="176" y="79"/>
                    </a:lnTo>
                    <a:lnTo>
                      <a:pt x="177" y="79"/>
                    </a:lnTo>
                    <a:lnTo>
                      <a:pt x="177" y="79"/>
                    </a:lnTo>
                    <a:lnTo>
                      <a:pt x="178" y="80"/>
                    </a:lnTo>
                    <a:lnTo>
                      <a:pt x="178" y="80"/>
                    </a:lnTo>
                    <a:lnTo>
                      <a:pt x="179" y="80"/>
                    </a:lnTo>
                    <a:lnTo>
                      <a:pt x="179" y="81"/>
                    </a:lnTo>
                    <a:lnTo>
                      <a:pt x="180" y="81"/>
                    </a:lnTo>
                    <a:lnTo>
                      <a:pt x="180" y="81"/>
                    </a:lnTo>
                    <a:lnTo>
                      <a:pt x="181" y="81"/>
                    </a:lnTo>
                    <a:lnTo>
                      <a:pt x="181" y="82"/>
                    </a:lnTo>
                    <a:lnTo>
                      <a:pt x="182" y="82"/>
                    </a:lnTo>
                    <a:lnTo>
                      <a:pt x="182" y="82"/>
                    </a:lnTo>
                    <a:lnTo>
                      <a:pt x="183" y="83"/>
                    </a:lnTo>
                    <a:lnTo>
                      <a:pt x="183" y="83"/>
                    </a:lnTo>
                    <a:lnTo>
                      <a:pt x="183" y="83"/>
                    </a:lnTo>
                    <a:lnTo>
                      <a:pt x="190" y="86"/>
                    </a:lnTo>
                    <a:lnTo>
                      <a:pt x="194" y="94"/>
                    </a:lnTo>
                    <a:lnTo>
                      <a:pt x="194" y="94"/>
                    </a:lnTo>
                    <a:lnTo>
                      <a:pt x="190" y="101"/>
                    </a:lnTo>
                    <a:lnTo>
                      <a:pt x="183" y="104"/>
                    </a:lnTo>
                    <a:lnTo>
                      <a:pt x="183" y="104"/>
                    </a:lnTo>
                    <a:lnTo>
                      <a:pt x="182" y="104"/>
                    </a:lnTo>
                    <a:lnTo>
                      <a:pt x="181" y="104"/>
                    </a:lnTo>
                    <a:lnTo>
                      <a:pt x="181" y="104"/>
                    </a:lnTo>
                    <a:lnTo>
                      <a:pt x="180" y="104"/>
                    </a:lnTo>
                    <a:lnTo>
                      <a:pt x="179" y="104"/>
                    </a:lnTo>
                    <a:lnTo>
                      <a:pt x="179" y="104"/>
                    </a:lnTo>
                    <a:lnTo>
                      <a:pt x="178" y="104"/>
                    </a:lnTo>
                    <a:lnTo>
                      <a:pt x="178" y="104"/>
                    </a:lnTo>
                    <a:lnTo>
                      <a:pt x="177" y="104"/>
                    </a:lnTo>
                    <a:lnTo>
                      <a:pt x="177" y="104"/>
                    </a:lnTo>
                    <a:lnTo>
                      <a:pt x="177" y="104"/>
                    </a:lnTo>
                    <a:lnTo>
                      <a:pt x="176" y="104"/>
                    </a:lnTo>
                    <a:lnTo>
                      <a:pt x="176" y="104"/>
                    </a:lnTo>
                    <a:lnTo>
                      <a:pt x="176" y="103"/>
                    </a:lnTo>
                    <a:lnTo>
                      <a:pt x="176" y="103"/>
                    </a:lnTo>
                    <a:lnTo>
                      <a:pt x="175" y="103"/>
                    </a:lnTo>
                    <a:lnTo>
                      <a:pt x="175" y="103"/>
                    </a:lnTo>
                    <a:lnTo>
                      <a:pt x="175" y="103"/>
                    </a:lnTo>
                    <a:lnTo>
                      <a:pt x="174" y="103"/>
                    </a:lnTo>
                    <a:lnTo>
                      <a:pt x="174" y="102"/>
                    </a:lnTo>
                    <a:lnTo>
                      <a:pt x="173" y="102"/>
                    </a:lnTo>
                    <a:lnTo>
                      <a:pt x="173" y="102"/>
                    </a:lnTo>
                    <a:lnTo>
                      <a:pt x="173" y="102"/>
                    </a:lnTo>
                    <a:lnTo>
                      <a:pt x="173" y="102"/>
                    </a:lnTo>
                    <a:lnTo>
                      <a:pt x="166" y="104"/>
                    </a:lnTo>
                    <a:lnTo>
                      <a:pt x="166" y="104"/>
                    </a:lnTo>
                    <a:lnTo>
                      <a:pt x="166" y="104"/>
                    </a:lnTo>
                    <a:lnTo>
                      <a:pt x="165" y="104"/>
                    </a:lnTo>
                    <a:lnTo>
                      <a:pt x="163" y="105"/>
                    </a:lnTo>
                    <a:lnTo>
                      <a:pt x="162" y="105"/>
                    </a:lnTo>
                    <a:lnTo>
                      <a:pt x="161" y="106"/>
                    </a:lnTo>
                    <a:lnTo>
                      <a:pt x="161" y="106"/>
                    </a:lnTo>
                    <a:lnTo>
                      <a:pt x="159" y="107"/>
                    </a:lnTo>
                    <a:lnTo>
                      <a:pt x="158" y="108"/>
                    </a:lnTo>
                    <a:lnTo>
                      <a:pt x="157" y="109"/>
                    </a:lnTo>
                    <a:lnTo>
                      <a:pt x="156" y="110"/>
                    </a:lnTo>
                    <a:lnTo>
                      <a:pt x="155" y="110"/>
                    </a:lnTo>
                    <a:lnTo>
                      <a:pt x="154" y="111"/>
                    </a:lnTo>
                    <a:lnTo>
                      <a:pt x="153" y="111"/>
                    </a:lnTo>
                    <a:lnTo>
                      <a:pt x="151" y="112"/>
                    </a:lnTo>
                    <a:lnTo>
                      <a:pt x="151" y="112"/>
                    </a:lnTo>
                    <a:lnTo>
                      <a:pt x="150" y="112"/>
                    </a:lnTo>
                    <a:lnTo>
                      <a:pt x="149" y="111"/>
                    </a:lnTo>
                    <a:lnTo>
                      <a:pt x="148" y="111"/>
                    </a:lnTo>
                    <a:lnTo>
                      <a:pt x="147" y="111"/>
                    </a:lnTo>
                    <a:lnTo>
                      <a:pt x="146" y="110"/>
                    </a:lnTo>
                    <a:lnTo>
                      <a:pt x="145" y="110"/>
                    </a:lnTo>
                    <a:lnTo>
                      <a:pt x="144" y="110"/>
                    </a:lnTo>
                    <a:lnTo>
                      <a:pt x="143" y="109"/>
                    </a:lnTo>
                    <a:lnTo>
                      <a:pt x="141" y="109"/>
                    </a:lnTo>
                    <a:lnTo>
                      <a:pt x="141" y="109"/>
                    </a:lnTo>
                    <a:lnTo>
                      <a:pt x="140" y="109"/>
                    </a:lnTo>
                    <a:lnTo>
                      <a:pt x="139" y="108"/>
                    </a:lnTo>
                    <a:lnTo>
                      <a:pt x="138" y="108"/>
                    </a:lnTo>
                    <a:lnTo>
                      <a:pt x="136" y="107"/>
                    </a:lnTo>
                    <a:lnTo>
                      <a:pt x="135" y="107"/>
                    </a:lnTo>
                    <a:lnTo>
                      <a:pt x="134" y="107"/>
                    </a:lnTo>
                    <a:lnTo>
                      <a:pt x="133" y="106"/>
                    </a:lnTo>
                    <a:lnTo>
                      <a:pt x="131" y="106"/>
                    </a:lnTo>
                    <a:lnTo>
                      <a:pt x="130" y="105"/>
                    </a:lnTo>
                    <a:lnTo>
                      <a:pt x="129" y="105"/>
                    </a:lnTo>
                    <a:lnTo>
                      <a:pt x="128" y="104"/>
                    </a:lnTo>
                    <a:lnTo>
                      <a:pt x="127" y="104"/>
                    </a:lnTo>
                    <a:lnTo>
                      <a:pt x="127" y="104"/>
                    </a:lnTo>
                    <a:lnTo>
                      <a:pt x="125" y="104"/>
                    </a:lnTo>
                    <a:lnTo>
                      <a:pt x="124" y="103"/>
                    </a:lnTo>
                    <a:lnTo>
                      <a:pt x="123" y="103"/>
                    </a:lnTo>
                    <a:lnTo>
                      <a:pt x="122" y="102"/>
                    </a:lnTo>
                    <a:lnTo>
                      <a:pt x="120" y="102"/>
                    </a:lnTo>
                    <a:lnTo>
                      <a:pt x="119" y="101"/>
                    </a:lnTo>
                    <a:lnTo>
                      <a:pt x="118" y="101"/>
                    </a:lnTo>
                    <a:lnTo>
                      <a:pt x="117" y="100"/>
                    </a:lnTo>
                    <a:lnTo>
                      <a:pt x="116" y="100"/>
                    </a:lnTo>
                    <a:lnTo>
                      <a:pt x="113" y="100"/>
                    </a:lnTo>
                    <a:lnTo>
                      <a:pt x="111" y="101"/>
                    </a:lnTo>
                    <a:lnTo>
                      <a:pt x="111" y="101"/>
                    </a:lnTo>
                    <a:lnTo>
                      <a:pt x="109" y="101"/>
                    </a:lnTo>
                    <a:lnTo>
                      <a:pt x="107" y="101"/>
                    </a:lnTo>
                    <a:lnTo>
                      <a:pt x="104" y="101"/>
                    </a:lnTo>
                    <a:lnTo>
                      <a:pt x="103" y="101"/>
                    </a:lnTo>
                    <a:lnTo>
                      <a:pt x="102" y="101"/>
                    </a:lnTo>
                    <a:lnTo>
                      <a:pt x="101" y="101"/>
                    </a:lnTo>
                    <a:lnTo>
                      <a:pt x="100" y="101"/>
                    </a:lnTo>
                    <a:lnTo>
                      <a:pt x="99" y="101"/>
                    </a:lnTo>
                    <a:lnTo>
                      <a:pt x="97" y="101"/>
                    </a:lnTo>
                    <a:lnTo>
                      <a:pt x="96" y="101"/>
                    </a:lnTo>
                    <a:lnTo>
                      <a:pt x="95" y="101"/>
                    </a:lnTo>
                    <a:lnTo>
                      <a:pt x="94" y="101"/>
                    </a:lnTo>
                    <a:lnTo>
                      <a:pt x="93" y="101"/>
                    </a:lnTo>
                    <a:lnTo>
                      <a:pt x="91" y="101"/>
                    </a:lnTo>
                    <a:lnTo>
                      <a:pt x="90" y="101"/>
                    </a:lnTo>
                    <a:lnTo>
                      <a:pt x="89" y="101"/>
                    </a:lnTo>
                    <a:lnTo>
                      <a:pt x="89" y="101"/>
                    </a:lnTo>
                    <a:lnTo>
                      <a:pt x="88" y="101"/>
                    </a:lnTo>
                    <a:lnTo>
                      <a:pt x="86" y="101"/>
                    </a:lnTo>
                    <a:lnTo>
                      <a:pt x="85" y="100"/>
                    </a:lnTo>
                    <a:lnTo>
                      <a:pt x="84" y="100"/>
                    </a:lnTo>
                    <a:lnTo>
                      <a:pt x="83" y="100"/>
                    </a:lnTo>
                    <a:lnTo>
                      <a:pt x="81" y="100"/>
                    </a:lnTo>
                    <a:lnTo>
                      <a:pt x="80" y="100"/>
                    </a:lnTo>
                    <a:lnTo>
                      <a:pt x="79" y="100"/>
                    </a:lnTo>
                    <a:lnTo>
                      <a:pt x="78" y="100"/>
                    </a:lnTo>
                    <a:lnTo>
                      <a:pt x="76" y="100"/>
                    </a:lnTo>
                    <a:lnTo>
                      <a:pt x="75" y="99"/>
                    </a:lnTo>
                    <a:lnTo>
                      <a:pt x="74" y="99"/>
                    </a:lnTo>
                    <a:lnTo>
                      <a:pt x="73" y="99"/>
                    </a:lnTo>
                    <a:lnTo>
                      <a:pt x="71" y="99"/>
                    </a:lnTo>
                    <a:lnTo>
                      <a:pt x="70" y="99"/>
                    </a:lnTo>
                    <a:lnTo>
                      <a:pt x="69" y="98"/>
                    </a:lnTo>
                    <a:lnTo>
                      <a:pt x="68" y="98"/>
                    </a:lnTo>
                    <a:lnTo>
                      <a:pt x="66" y="98"/>
                    </a:lnTo>
                    <a:lnTo>
                      <a:pt x="65" y="98"/>
                    </a:lnTo>
                    <a:lnTo>
                      <a:pt x="64" y="97"/>
                    </a:lnTo>
                    <a:lnTo>
                      <a:pt x="62" y="97"/>
                    </a:lnTo>
                    <a:lnTo>
                      <a:pt x="61" y="97"/>
                    </a:lnTo>
                    <a:lnTo>
                      <a:pt x="60" y="97"/>
                    </a:lnTo>
                    <a:lnTo>
                      <a:pt x="60" y="96"/>
                    </a:lnTo>
                    <a:lnTo>
                      <a:pt x="60" y="96"/>
                    </a:lnTo>
                    <a:lnTo>
                      <a:pt x="60" y="96"/>
                    </a:lnTo>
                    <a:lnTo>
                      <a:pt x="59" y="96"/>
                    </a:lnTo>
                    <a:lnTo>
                      <a:pt x="58" y="96"/>
                    </a:lnTo>
                    <a:lnTo>
                      <a:pt x="58" y="96"/>
                    </a:lnTo>
                    <a:lnTo>
                      <a:pt x="57" y="95"/>
                    </a:lnTo>
                    <a:lnTo>
                      <a:pt x="56" y="95"/>
                    </a:lnTo>
                    <a:lnTo>
                      <a:pt x="56" y="95"/>
                    </a:lnTo>
                    <a:lnTo>
                      <a:pt x="55" y="95"/>
                    </a:lnTo>
                    <a:lnTo>
                      <a:pt x="54" y="95"/>
                    </a:lnTo>
                    <a:lnTo>
                      <a:pt x="54" y="95"/>
                    </a:lnTo>
                    <a:lnTo>
                      <a:pt x="53" y="95"/>
                    </a:lnTo>
                    <a:lnTo>
                      <a:pt x="52" y="95"/>
                    </a:lnTo>
                    <a:lnTo>
                      <a:pt x="52" y="95"/>
                    </a:lnTo>
                    <a:lnTo>
                      <a:pt x="51" y="94"/>
                    </a:lnTo>
                    <a:lnTo>
                      <a:pt x="51" y="94"/>
                    </a:lnTo>
                    <a:lnTo>
                      <a:pt x="50" y="94"/>
                    </a:lnTo>
                    <a:lnTo>
                      <a:pt x="49" y="94"/>
                    </a:lnTo>
                    <a:lnTo>
                      <a:pt x="49" y="93"/>
                    </a:lnTo>
                    <a:lnTo>
                      <a:pt x="48" y="93"/>
                    </a:lnTo>
                    <a:lnTo>
                      <a:pt x="47" y="93"/>
                    </a:lnTo>
                    <a:lnTo>
                      <a:pt x="47" y="93"/>
                    </a:lnTo>
                    <a:lnTo>
                      <a:pt x="46" y="93"/>
                    </a:lnTo>
                    <a:lnTo>
                      <a:pt x="46" y="92"/>
                    </a:lnTo>
                    <a:lnTo>
                      <a:pt x="45" y="92"/>
                    </a:lnTo>
                    <a:lnTo>
                      <a:pt x="45" y="92"/>
                    </a:lnTo>
                    <a:lnTo>
                      <a:pt x="44" y="92"/>
                    </a:lnTo>
                    <a:lnTo>
                      <a:pt x="43" y="91"/>
                    </a:lnTo>
                    <a:lnTo>
                      <a:pt x="43" y="91"/>
                    </a:lnTo>
                    <a:lnTo>
                      <a:pt x="42" y="91"/>
                    </a:lnTo>
                    <a:lnTo>
                      <a:pt x="42" y="90"/>
                    </a:lnTo>
                    <a:lnTo>
                      <a:pt x="41" y="90"/>
                    </a:lnTo>
                    <a:lnTo>
                      <a:pt x="40" y="90"/>
                    </a:lnTo>
                    <a:lnTo>
                      <a:pt x="40" y="89"/>
                    </a:lnTo>
                    <a:lnTo>
                      <a:pt x="39" y="89"/>
                    </a:lnTo>
                    <a:lnTo>
                      <a:pt x="38" y="89"/>
                    </a:lnTo>
                    <a:lnTo>
                      <a:pt x="38" y="88"/>
                    </a:lnTo>
                    <a:lnTo>
                      <a:pt x="37" y="88"/>
                    </a:lnTo>
                    <a:lnTo>
                      <a:pt x="36" y="88"/>
                    </a:lnTo>
                    <a:lnTo>
                      <a:pt x="36" y="87"/>
                    </a:lnTo>
                    <a:lnTo>
                      <a:pt x="36" y="87"/>
                    </a:lnTo>
                    <a:lnTo>
                      <a:pt x="35" y="87"/>
                    </a:lnTo>
                    <a:lnTo>
                      <a:pt x="35" y="87"/>
                    </a:lnTo>
                    <a:lnTo>
                      <a:pt x="34" y="86"/>
                    </a:lnTo>
                    <a:lnTo>
                      <a:pt x="34" y="86"/>
                    </a:lnTo>
                    <a:lnTo>
                      <a:pt x="33" y="86"/>
                    </a:lnTo>
                    <a:lnTo>
                      <a:pt x="33" y="85"/>
                    </a:lnTo>
                    <a:lnTo>
                      <a:pt x="32" y="85"/>
                    </a:lnTo>
                    <a:lnTo>
                      <a:pt x="32" y="85"/>
                    </a:lnTo>
                    <a:lnTo>
                      <a:pt x="31" y="84"/>
                    </a:lnTo>
                    <a:lnTo>
                      <a:pt x="31" y="83"/>
                    </a:lnTo>
                    <a:lnTo>
                      <a:pt x="31" y="83"/>
                    </a:lnTo>
                    <a:lnTo>
                      <a:pt x="30" y="82"/>
                    </a:lnTo>
                    <a:lnTo>
                      <a:pt x="29" y="82"/>
                    </a:lnTo>
                    <a:lnTo>
                      <a:pt x="28" y="81"/>
                    </a:lnTo>
                    <a:lnTo>
                      <a:pt x="28" y="80"/>
                    </a:lnTo>
                    <a:lnTo>
                      <a:pt x="27" y="80"/>
                    </a:lnTo>
                    <a:lnTo>
                      <a:pt x="26" y="79"/>
                    </a:lnTo>
                    <a:lnTo>
                      <a:pt x="26" y="78"/>
                    </a:lnTo>
                    <a:lnTo>
                      <a:pt x="25" y="77"/>
                    </a:lnTo>
                    <a:lnTo>
                      <a:pt x="24" y="77"/>
                    </a:lnTo>
                    <a:lnTo>
                      <a:pt x="24" y="76"/>
                    </a:lnTo>
                    <a:lnTo>
                      <a:pt x="23" y="75"/>
                    </a:lnTo>
                    <a:lnTo>
                      <a:pt x="22" y="75"/>
                    </a:lnTo>
                    <a:lnTo>
                      <a:pt x="22" y="74"/>
                    </a:lnTo>
                    <a:lnTo>
                      <a:pt x="21" y="73"/>
                    </a:lnTo>
                    <a:lnTo>
                      <a:pt x="21" y="73"/>
                    </a:lnTo>
                    <a:lnTo>
                      <a:pt x="20" y="72"/>
                    </a:lnTo>
                    <a:lnTo>
                      <a:pt x="20" y="71"/>
                    </a:lnTo>
                    <a:lnTo>
                      <a:pt x="19" y="70"/>
                    </a:lnTo>
                    <a:lnTo>
                      <a:pt x="18" y="70"/>
                    </a:lnTo>
                    <a:lnTo>
                      <a:pt x="18" y="69"/>
                    </a:lnTo>
                    <a:lnTo>
                      <a:pt x="17" y="68"/>
                    </a:lnTo>
                    <a:lnTo>
                      <a:pt x="17" y="67"/>
                    </a:lnTo>
                    <a:lnTo>
                      <a:pt x="16" y="66"/>
                    </a:lnTo>
                    <a:lnTo>
                      <a:pt x="16" y="66"/>
                    </a:lnTo>
                    <a:lnTo>
                      <a:pt x="15" y="65"/>
                    </a:lnTo>
                    <a:lnTo>
                      <a:pt x="15" y="65"/>
                    </a:lnTo>
                    <a:lnTo>
                      <a:pt x="14" y="64"/>
                    </a:lnTo>
                    <a:lnTo>
                      <a:pt x="14" y="64"/>
                    </a:lnTo>
                    <a:lnTo>
                      <a:pt x="13" y="63"/>
                    </a:lnTo>
                    <a:lnTo>
                      <a:pt x="13" y="62"/>
                    </a:lnTo>
                    <a:lnTo>
                      <a:pt x="12" y="61"/>
                    </a:lnTo>
                    <a:lnTo>
                      <a:pt x="12" y="60"/>
                    </a:lnTo>
                    <a:lnTo>
                      <a:pt x="11" y="60"/>
                    </a:lnTo>
                    <a:lnTo>
                      <a:pt x="11" y="59"/>
                    </a:lnTo>
                    <a:lnTo>
                      <a:pt x="10" y="58"/>
                    </a:lnTo>
                    <a:lnTo>
                      <a:pt x="10" y="57"/>
                    </a:lnTo>
                    <a:lnTo>
                      <a:pt x="9" y="56"/>
                    </a:lnTo>
                    <a:lnTo>
                      <a:pt x="9" y="56"/>
                    </a:lnTo>
                    <a:lnTo>
                      <a:pt x="8" y="55"/>
                    </a:lnTo>
                    <a:lnTo>
                      <a:pt x="8" y="54"/>
                    </a:lnTo>
                    <a:lnTo>
                      <a:pt x="8" y="53"/>
                    </a:lnTo>
                    <a:lnTo>
                      <a:pt x="7" y="52"/>
                    </a:lnTo>
                    <a:lnTo>
                      <a:pt x="7" y="52"/>
                    </a:lnTo>
                    <a:lnTo>
                      <a:pt x="6" y="51"/>
                    </a:lnTo>
                    <a:lnTo>
                      <a:pt x="6" y="50"/>
                    </a:lnTo>
                    <a:lnTo>
                      <a:pt x="6" y="49"/>
                    </a:lnTo>
                    <a:lnTo>
                      <a:pt x="5" y="48"/>
                    </a:lnTo>
                    <a:lnTo>
                      <a:pt x="5" y="48"/>
                    </a:lnTo>
                    <a:lnTo>
                      <a:pt x="4" y="47"/>
                    </a:lnTo>
                    <a:lnTo>
                      <a:pt x="4" y="46"/>
                    </a:lnTo>
                    <a:lnTo>
                      <a:pt x="4" y="45"/>
                    </a:lnTo>
                    <a:lnTo>
                      <a:pt x="3" y="44"/>
                    </a:lnTo>
                    <a:lnTo>
                      <a:pt x="3" y="44"/>
                    </a:lnTo>
                    <a:lnTo>
                      <a:pt x="3" y="43"/>
                    </a:lnTo>
                    <a:lnTo>
                      <a:pt x="2" y="42"/>
                    </a:lnTo>
                    <a:lnTo>
                      <a:pt x="2" y="41"/>
                    </a:lnTo>
                    <a:lnTo>
                      <a:pt x="2" y="40"/>
                    </a:lnTo>
                    <a:lnTo>
                      <a:pt x="2" y="40"/>
                    </a:lnTo>
                    <a:lnTo>
                      <a:pt x="2" y="39"/>
                    </a:lnTo>
                    <a:lnTo>
                      <a:pt x="2" y="38"/>
                    </a:lnTo>
                    <a:lnTo>
                      <a:pt x="2" y="37"/>
                    </a:lnTo>
                    <a:lnTo>
                      <a:pt x="2" y="36"/>
                    </a:lnTo>
                    <a:lnTo>
                      <a:pt x="1" y="36"/>
                    </a:lnTo>
                    <a:lnTo>
                      <a:pt x="1" y="36"/>
                    </a:lnTo>
                    <a:lnTo>
                      <a:pt x="1" y="35"/>
                    </a:lnTo>
                    <a:lnTo>
                      <a:pt x="1" y="34"/>
                    </a:lnTo>
                    <a:lnTo>
                      <a:pt x="0" y="33"/>
                    </a:lnTo>
                    <a:lnTo>
                      <a:pt x="0" y="32"/>
                    </a:lnTo>
                    <a:lnTo>
                      <a:pt x="0" y="31"/>
                    </a:lnTo>
                    <a:lnTo>
                      <a:pt x="0" y="30"/>
                    </a:lnTo>
                    <a:lnTo>
                      <a:pt x="0" y="29"/>
                    </a:lnTo>
                    <a:lnTo>
                      <a:pt x="0" y="28"/>
                    </a:lnTo>
                    <a:lnTo>
                      <a:pt x="0" y="27"/>
                    </a:lnTo>
                    <a:lnTo>
                      <a:pt x="0" y="27"/>
                    </a:lnTo>
                    <a:lnTo>
                      <a:pt x="0" y="26"/>
                    </a:lnTo>
                    <a:lnTo>
                      <a:pt x="0" y="26"/>
                    </a:lnTo>
                    <a:lnTo>
                      <a:pt x="0" y="25"/>
                    </a:lnTo>
                    <a:lnTo>
                      <a:pt x="0" y="25"/>
                    </a:lnTo>
                    <a:lnTo>
                      <a:pt x="0" y="24"/>
                    </a:lnTo>
                    <a:lnTo>
                      <a:pt x="0" y="23"/>
                    </a:lnTo>
                    <a:lnTo>
                      <a:pt x="0" y="23"/>
                    </a:lnTo>
                    <a:lnTo>
                      <a:pt x="0" y="22"/>
                    </a:lnTo>
                    <a:lnTo>
                      <a:pt x="0" y="22"/>
                    </a:lnTo>
                    <a:lnTo>
                      <a:pt x="0" y="21"/>
                    </a:lnTo>
                    <a:lnTo>
                      <a:pt x="0" y="20"/>
                    </a:lnTo>
                    <a:lnTo>
                      <a:pt x="0" y="19"/>
                    </a:lnTo>
                    <a:lnTo>
                      <a:pt x="0" y="19"/>
                    </a:lnTo>
                    <a:lnTo>
                      <a:pt x="0" y="18"/>
                    </a:lnTo>
                    <a:lnTo>
                      <a:pt x="1" y="17"/>
                    </a:lnTo>
                    <a:lnTo>
                      <a:pt x="1" y="16"/>
                    </a:lnTo>
                    <a:lnTo>
                      <a:pt x="1" y="16"/>
                    </a:lnTo>
                    <a:lnTo>
                      <a:pt x="1" y="15"/>
                    </a:lnTo>
                    <a:lnTo>
                      <a:pt x="2" y="14"/>
                    </a:lnTo>
                    <a:lnTo>
                      <a:pt x="2" y="13"/>
                    </a:lnTo>
                    <a:lnTo>
                      <a:pt x="2" y="12"/>
                    </a:lnTo>
                    <a:lnTo>
                      <a:pt x="2" y="11"/>
                    </a:lnTo>
                    <a:lnTo>
                      <a:pt x="3" y="10"/>
                    </a:lnTo>
                    <a:lnTo>
                      <a:pt x="3" y="9"/>
                    </a:lnTo>
                    <a:lnTo>
                      <a:pt x="4" y="8"/>
                    </a:lnTo>
                    <a:lnTo>
                      <a:pt x="5" y="7"/>
                    </a:lnTo>
                    <a:lnTo>
                      <a:pt x="5" y="7"/>
                    </a:lnTo>
                    <a:lnTo>
                      <a:pt x="6" y="7"/>
                    </a:lnTo>
                    <a:lnTo>
                      <a:pt x="7" y="6"/>
                    </a:lnTo>
                    <a:lnTo>
                      <a:pt x="8" y="5"/>
                    </a:lnTo>
                    <a:lnTo>
                      <a:pt x="9" y="4"/>
                    </a:lnTo>
                    <a:lnTo>
                      <a:pt x="10" y="4"/>
                    </a:lnTo>
                    <a:lnTo>
                      <a:pt x="11" y="3"/>
                    </a:lnTo>
                    <a:lnTo>
                      <a:pt x="13" y="2"/>
                    </a:lnTo>
                    <a:lnTo>
                      <a:pt x="14" y="2"/>
                    </a:lnTo>
                    <a:lnTo>
                      <a:pt x="15" y="1"/>
                    </a:lnTo>
                    <a:lnTo>
                      <a:pt x="16" y="1"/>
                    </a:lnTo>
                    <a:lnTo>
                      <a:pt x="17" y="1"/>
                    </a:lnTo>
                    <a:lnTo>
                      <a:pt x="18" y="0"/>
                    </a:lnTo>
                    <a:lnTo>
                      <a:pt x="19" y="0"/>
                    </a:lnTo>
                    <a:lnTo>
                      <a:pt x="21" y="0"/>
                    </a:lnTo>
                    <a:lnTo>
                      <a:pt x="22" y="0"/>
                    </a:lnTo>
                    <a:lnTo>
                      <a:pt x="23" y="0"/>
                    </a:lnTo>
                    <a:lnTo>
                      <a:pt x="24" y="0"/>
                    </a:lnTo>
                    <a:lnTo>
                      <a:pt x="25" y="0"/>
                    </a:lnTo>
                    <a:lnTo>
                      <a:pt x="25"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3" name="Freeform 14">
                <a:extLst>
                  <a:ext uri="{FF2B5EF4-FFF2-40B4-BE49-F238E27FC236}">
                    <a16:creationId xmlns:a16="http://schemas.microsoft.com/office/drawing/2014/main" id="{BDB29C6C-79F3-6DB2-7B34-0D722DF532B4}"/>
                  </a:ext>
                </a:extLst>
              </p:cNvPr>
              <p:cNvSpPr>
                <a:spLocks/>
              </p:cNvSpPr>
              <p:nvPr/>
            </p:nvSpPr>
            <p:spPr bwMode="auto">
              <a:xfrm>
                <a:off x="10510684" y="4815263"/>
                <a:ext cx="121565" cy="88473"/>
              </a:xfrm>
              <a:custGeom>
                <a:avLst/>
                <a:gdLst>
                  <a:gd name="T0" fmla="*/ 161 w 180"/>
                  <a:gd name="T1" fmla="*/ 25 h 131"/>
                  <a:gd name="T2" fmla="*/ 158 w 180"/>
                  <a:gd name="T3" fmla="*/ 27 h 131"/>
                  <a:gd name="T4" fmla="*/ 155 w 180"/>
                  <a:gd name="T5" fmla="*/ 30 h 131"/>
                  <a:gd name="T6" fmla="*/ 153 w 180"/>
                  <a:gd name="T7" fmla="*/ 34 h 131"/>
                  <a:gd name="T8" fmla="*/ 152 w 180"/>
                  <a:gd name="T9" fmla="*/ 39 h 131"/>
                  <a:gd name="T10" fmla="*/ 150 w 180"/>
                  <a:gd name="T11" fmla="*/ 43 h 131"/>
                  <a:gd name="T12" fmla="*/ 143 w 180"/>
                  <a:gd name="T13" fmla="*/ 50 h 131"/>
                  <a:gd name="T14" fmla="*/ 133 w 180"/>
                  <a:gd name="T15" fmla="*/ 59 h 131"/>
                  <a:gd name="T16" fmla="*/ 116 w 180"/>
                  <a:gd name="T17" fmla="*/ 75 h 131"/>
                  <a:gd name="T18" fmla="*/ 102 w 180"/>
                  <a:gd name="T19" fmla="*/ 91 h 131"/>
                  <a:gd name="T20" fmla="*/ 91 w 180"/>
                  <a:gd name="T21" fmla="*/ 101 h 131"/>
                  <a:gd name="T22" fmla="*/ 81 w 180"/>
                  <a:gd name="T23" fmla="*/ 108 h 131"/>
                  <a:gd name="T24" fmla="*/ 76 w 180"/>
                  <a:gd name="T25" fmla="*/ 113 h 131"/>
                  <a:gd name="T26" fmla="*/ 71 w 180"/>
                  <a:gd name="T27" fmla="*/ 117 h 131"/>
                  <a:gd name="T28" fmla="*/ 65 w 180"/>
                  <a:gd name="T29" fmla="*/ 121 h 131"/>
                  <a:gd name="T30" fmla="*/ 59 w 180"/>
                  <a:gd name="T31" fmla="*/ 124 h 131"/>
                  <a:gd name="T32" fmla="*/ 54 w 180"/>
                  <a:gd name="T33" fmla="*/ 127 h 131"/>
                  <a:gd name="T34" fmla="*/ 47 w 180"/>
                  <a:gd name="T35" fmla="*/ 129 h 131"/>
                  <a:gd name="T36" fmla="*/ 40 w 180"/>
                  <a:gd name="T37" fmla="*/ 131 h 131"/>
                  <a:gd name="T38" fmla="*/ 35 w 180"/>
                  <a:gd name="T39" fmla="*/ 131 h 131"/>
                  <a:gd name="T40" fmla="*/ 30 w 180"/>
                  <a:gd name="T41" fmla="*/ 131 h 131"/>
                  <a:gd name="T42" fmla="*/ 26 w 180"/>
                  <a:gd name="T43" fmla="*/ 130 h 131"/>
                  <a:gd name="T44" fmla="*/ 21 w 180"/>
                  <a:gd name="T45" fmla="*/ 128 h 131"/>
                  <a:gd name="T46" fmla="*/ 17 w 180"/>
                  <a:gd name="T47" fmla="*/ 126 h 131"/>
                  <a:gd name="T48" fmla="*/ 14 w 180"/>
                  <a:gd name="T49" fmla="*/ 123 h 131"/>
                  <a:gd name="T50" fmla="*/ 11 w 180"/>
                  <a:gd name="T51" fmla="*/ 120 h 131"/>
                  <a:gd name="T52" fmla="*/ 8 w 180"/>
                  <a:gd name="T53" fmla="*/ 117 h 131"/>
                  <a:gd name="T54" fmla="*/ 6 w 180"/>
                  <a:gd name="T55" fmla="*/ 113 h 131"/>
                  <a:gd name="T56" fmla="*/ 3 w 180"/>
                  <a:gd name="T57" fmla="*/ 109 h 131"/>
                  <a:gd name="T58" fmla="*/ 2 w 180"/>
                  <a:gd name="T59" fmla="*/ 104 h 131"/>
                  <a:gd name="T60" fmla="*/ 1 w 180"/>
                  <a:gd name="T61" fmla="*/ 101 h 131"/>
                  <a:gd name="T62" fmla="*/ 0 w 180"/>
                  <a:gd name="T63" fmla="*/ 96 h 131"/>
                  <a:gd name="T64" fmla="*/ 0 w 180"/>
                  <a:gd name="T65" fmla="*/ 91 h 131"/>
                  <a:gd name="T66" fmla="*/ 1 w 180"/>
                  <a:gd name="T67" fmla="*/ 87 h 131"/>
                  <a:gd name="T68" fmla="*/ 2 w 180"/>
                  <a:gd name="T69" fmla="*/ 83 h 131"/>
                  <a:gd name="T70" fmla="*/ 4 w 180"/>
                  <a:gd name="T71" fmla="*/ 77 h 131"/>
                  <a:gd name="T72" fmla="*/ 8 w 180"/>
                  <a:gd name="T73" fmla="*/ 72 h 131"/>
                  <a:gd name="T74" fmla="*/ 12 w 180"/>
                  <a:gd name="T75" fmla="*/ 66 h 131"/>
                  <a:gd name="T76" fmla="*/ 17 w 180"/>
                  <a:gd name="T77" fmla="*/ 60 h 131"/>
                  <a:gd name="T78" fmla="*/ 22 w 180"/>
                  <a:gd name="T79" fmla="*/ 55 h 131"/>
                  <a:gd name="T80" fmla="*/ 28 w 180"/>
                  <a:gd name="T81" fmla="*/ 50 h 131"/>
                  <a:gd name="T82" fmla="*/ 34 w 180"/>
                  <a:gd name="T83" fmla="*/ 45 h 131"/>
                  <a:gd name="T84" fmla="*/ 41 w 180"/>
                  <a:gd name="T85" fmla="*/ 41 h 131"/>
                  <a:gd name="T86" fmla="*/ 47 w 180"/>
                  <a:gd name="T87" fmla="*/ 37 h 131"/>
                  <a:gd name="T88" fmla="*/ 54 w 180"/>
                  <a:gd name="T89" fmla="*/ 33 h 131"/>
                  <a:gd name="T90" fmla="*/ 60 w 180"/>
                  <a:gd name="T91" fmla="*/ 29 h 131"/>
                  <a:gd name="T92" fmla="*/ 75 w 180"/>
                  <a:gd name="T93" fmla="*/ 21 h 131"/>
                  <a:gd name="T94" fmla="*/ 89 w 180"/>
                  <a:gd name="T95" fmla="*/ 15 h 131"/>
                  <a:gd name="T96" fmla="*/ 101 w 180"/>
                  <a:gd name="T97" fmla="*/ 12 h 131"/>
                  <a:gd name="T98" fmla="*/ 116 w 180"/>
                  <a:gd name="T99" fmla="*/ 9 h 131"/>
                  <a:gd name="T100" fmla="*/ 129 w 180"/>
                  <a:gd name="T101" fmla="*/ 6 h 131"/>
                  <a:gd name="T102" fmla="*/ 141 w 180"/>
                  <a:gd name="T103" fmla="*/ 3 h 131"/>
                  <a:gd name="T104" fmla="*/ 151 w 180"/>
                  <a:gd name="T105" fmla="*/ 2 h 131"/>
                  <a:gd name="T106" fmla="*/ 158 w 180"/>
                  <a:gd name="T107" fmla="*/ 1 h 131"/>
                  <a:gd name="T108" fmla="*/ 162 w 180"/>
                  <a:gd name="T109" fmla="*/ 0 h 131"/>
                  <a:gd name="T110" fmla="*/ 165 w 180"/>
                  <a:gd name="T111" fmla="*/ 0 h 131"/>
                  <a:gd name="T112" fmla="*/ 169 w 180"/>
                  <a:gd name="T113" fmla="*/ 0 h 131"/>
                  <a:gd name="T114" fmla="*/ 175 w 180"/>
                  <a:gd name="T115" fmla="*/ 2 h 131"/>
                  <a:gd name="T116" fmla="*/ 177 w 180"/>
                  <a:gd name="T117" fmla="*/ 19 h 131"/>
                  <a:gd name="T118" fmla="*/ 163 w 180"/>
                  <a:gd name="T119" fmla="*/ 23 h 131"/>
                  <a:gd name="T120" fmla="*/ 163 w 180"/>
                  <a:gd name="T121" fmla="*/ 24 h 131"/>
                  <a:gd name="T122" fmla="*/ 162 w 180"/>
                  <a:gd name="T123" fmla="*/ 2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0" h="131">
                    <a:moveTo>
                      <a:pt x="162" y="24"/>
                    </a:moveTo>
                    <a:lnTo>
                      <a:pt x="162" y="24"/>
                    </a:lnTo>
                    <a:lnTo>
                      <a:pt x="162" y="24"/>
                    </a:lnTo>
                    <a:lnTo>
                      <a:pt x="162" y="24"/>
                    </a:lnTo>
                    <a:lnTo>
                      <a:pt x="162" y="24"/>
                    </a:lnTo>
                    <a:lnTo>
                      <a:pt x="161" y="25"/>
                    </a:lnTo>
                    <a:lnTo>
                      <a:pt x="161" y="25"/>
                    </a:lnTo>
                    <a:lnTo>
                      <a:pt x="161" y="25"/>
                    </a:lnTo>
                    <a:lnTo>
                      <a:pt x="160" y="25"/>
                    </a:lnTo>
                    <a:lnTo>
                      <a:pt x="160" y="25"/>
                    </a:lnTo>
                    <a:lnTo>
                      <a:pt x="160" y="26"/>
                    </a:lnTo>
                    <a:lnTo>
                      <a:pt x="160" y="26"/>
                    </a:lnTo>
                    <a:lnTo>
                      <a:pt x="159" y="26"/>
                    </a:lnTo>
                    <a:lnTo>
                      <a:pt x="159" y="26"/>
                    </a:lnTo>
                    <a:lnTo>
                      <a:pt x="159" y="27"/>
                    </a:lnTo>
                    <a:lnTo>
                      <a:pt x="158" y="27"/>
                    </a:lnTo>
                    <a:lnTo>
                      <a:pt x="158" y="27"/>
                    </a:lnTo>
                    <a:lnTo>
                      <a:pt x="157" y="27"/>
                    </a:lnTo>
                    <a:lnTo>
                      <a:pt x="157" y="28"/>
                    </a:lnTo>
                    <a:lnTo>
                      <a:pt x="157" y="28"/>
                    </a:lnTo>
                    <a:lnTo>
                      <a:pt x="156" y="29"/>
                    </a:lnTo>
                    <a:lnTo>
                      <a:pt x="156" y="29"/>
                    </a:lnTo>
                    <a:lnTo>
                      <a:pt x="156" y="29"/>
                    </a:lnTo>
                    <a:lnTo>
                      <a:pt x="155" y="30"/>
                    </a:lnTo>
                    <a:lnTo>
                      <a:pt x="155" y="30"/>
                    </a:lnTo>
                    <a:lnTo>
                      <a:pt x="155" y="30"/>
                    </a:lnTo>
                    <a:lnTo>
                      <a:pt x="155" y="31"/>
                    </a:lnTo>
                    <a:lnTo>
                      <a:pt x="154" y="31"/>
                    </a:lnTo>
                    <a:lnTo>
                      <a:pt x="154" y="32"/>
                    </a:lnTo>
                    <a:lnTo>
                      <a:pt x="154" y="32"/>
                    </a:lnTo>
                    <a:lnTo>
                      <a:pt x="154" y="33"/>
                    </a:lnTo>
                    <a:lnTo>
                      <a:pt x="153" y="34"/>
                    </a:lnTo>
                    <a:lnTo>
                      <a:pt x="153" y="34"/>
                    </a:lnTo>
                    <a:lnTo>
                      <a:pt x="153" y="35"/>
                    </a:lnTo>
                    <a:lnTo>
                      <a:pt x="153" y="36"/>
                    </a:lnTo>
                    <a:lnTo>
                      <a:pt x="152" y="37"/>
                    </a:lnTo>
                    <a:lnTo>
                      <a:pt x="152" y="38"/>
                    </a:lnTo>
                    <a:lnTo>
                      <a:pt x="152" y="38"/>
                    </a:lnTo>
                    <a:lnTo>
                      <a:pt x="152" y="38"/>
                    </a:lnTo>
                    <a:lnTo>
                      <a:pt x="152" y="39"/>
                    </a:lnTo>
                    <a:lnTo>
                      <a:pt x="151" y="40"/>
                    </a:lnTo>
                    <a:lnTo>
                      <a:pt x="151" y="40"/>
                    </a:lnTo>
                    <a:lnTo>
                      <a:pt x="151" y="41"/>
                    </a:lnTo>
                    <a:lnTo>
                      <a:pt x="151" y="42"/>
                    </a:lnTo>
                    <a:lnTo>
                      <a:pt x="150" y="43"/>
                    </a:lnTo>
                    <a:lnTo>
                      <a:pt x="150" y="43"/>
                    </a:lnTo>
                    <a:lnTo>
                      <a:pt x="150" y="43"/>
                    </a:lnTo>
                    <a:lnTo>
                      <a:pt x="150" y="43"/>
                    </a:lnTo>
                    <a:lnTo>
                      <a:pt x="149" y="43"/>
                    </a:lnTo>
                    <a:lnTo>
                      <a:pt x="148" y="45"/>
                    </a:lnTo>
                    <a:lnTo>
                      <a:pt x="148" y="45"/>
                    </a:lnTo>
                    <a:lnTo>
                      <a:pt x="147" y="46"/>
                    </a:lnTo>
                    <a:lnTo>
                      <a:pt x="146" y="47"/>
                    </a:lnTo>
                    <a:lnTo>
                      <a:pt x="145" y="48"/>
                    </a:lnTo>
                    <a:lnTo>
                      <a:pt x="144" y="49"/>
                    </a:lnTo>
                    <a:lnTo>
                      <a:pt x="143" y="50"/>
                    </a:lnTo>
                    <a:lnTo>
                      <a:pt x="141" y="51"/>
                    </a:lnTo>
                    <a:lnTo>
                      <a:pt x="140" y="52"/>
                    </a:lnTo>
                    <a:lnTo>
                      <a:pt x="139" y="53"/>
                    </a:lnTo>
                    <a:lnTo>
                      <a:pt x="138" y="54"/>
                    </a:lnTo>
                    <a:lnTo>
                      <a:pt x="136" y="56"/>
                    </a:lnTo>
                    <a:lnTo>
                      <a:pt x="135" y="57"/>
                    </a:lnTo>
                    <a:lnTo>
                      <a:pt x="134" y="58"/>
                    </a:lnTo>
                    <a:lnTo>
                      <a:pt x="133" y="59"/>
                    </a:lnTo>
                    <a:lnTo>
                      <a:pt x="132" y="60"/>
                    </a:lnTo>
                    <a:lnTo>
                      <a:pt x="131" y="62"/>
                    </a:lnTo>
                    <a:lnTo>
                      <a:pt x="130" y="63"/>
                    </a:lnTo>
                    <a:lnTo>
                      <a:pt x="128" y="64"/>
                    </a:lnTo>
                    <a:lnTo>
                      <a:pt x="127" y="66"/>
                    </a:lnTo>
                    <a:lnTo>
                      <a:pt x="124" y="68"/>
                    </a:lnTo>
                    <a:lnTo>
                      <a:pt x="122" y="71"/>
                    </a:lnTo>
                    <a:lnTo>
                      <a:pt x="116" y="75"/>
                    </a:lnTo>
                    <a:lnTo>
                      <a:pt x="113" y="78"/>
                    </a:lnTo>
                    <a:lnTo>
                      <a:pt x="111" y="81"/>
                    </a:lnTo>
                    <a:lnTo>
                      <a:pt x="108" y="84"/>
                    </a:lnTo>
                    <a:lnTo>
                      <a:pt x="106" y="85"/>
                    </a:lnTo>
                    <a:lnTo>
                      <a:pt x="105" y="86"/>
                    </a:lnTo>
                    <a:lnTo>
                      <a:pt x="104" y="88"/>
                    </a:lnTo>
                    <a:lnTo>
                      <a:pt x="103" y="89"/>
                    </a:lnTo>
                    <a:lnTo>
                      <a:pt x="102" y="91"/>
                    </a:lnTo>
                    <a:lnTo>
                      <a:pt x="100" y="92"/>
                    </a:lnTo>
                    <a:lnTo>
                      <a:pt x="99" y="93"/>
                    </a:lnTo>
                    <a:lnTo>
                      <a:pt x="98" y="95"/>
                    </a:lnTo>
                    <a:lnTo>
                      <a:pt x="96" y="96"/>
                    </a:lnTo>
                    <a:lnTo>
                      <a:pt x="95" y="97"/>
                    </a:lnTo>
                    <a:lnTo>
                      <a:pt x="93" y="98"/>
                    </a:lnTo>
                    <a:lnTo>
                      <a:pt x="92" y="100"/>
                    </a:lnTo>
                    <a:lnTo>
                      <a:pt x="91" y="101"/>
                    </a:lnTo>
                    <a:lnTo>
                      <a:pt x="89" y="102"/>
                    </a:lnTo>
                    <a:lnTo>
                      <a:pt x="88" y="103"/>
                    </a:lnTo>
                    <a:lnTo>
                      <a:pt x="86" y="104"/>
                    </a:lnTo>
                    <a:lnTo>
                      <a:pt x="85" y="105"/>
                    </a:lnTo>
                    <a:lnTo>
                      <a:pt x="84" y="106"/>
                    </a:lnTo>
                    <a:lnTo>
                      <a:pt x="83" y="107"/>
                    </a:lnTo>
                    <a:lnTo>
                      <a:pt x="82" y="108"/>
                    </a:lnTo>
                    <a:lnTo>
                      <a:pt x="81" y="108"/>
                    </a:lnTo>
                    <a:lnTo>
                      <a:pt x="81" y="109"/>
                    </a:lnTo>
                    <a:lnTo>
                      <a:pt x="80" y="109"/>
                    </a:lnTo>
                    <a:lnTo>
                      <a:pt x="79" y="110"/>
                    </a:lnTo>
                    <a:lnTo>
                      <a:pt x="79" y="110"/>
                    </a:lnTo>
                    <a:lnTo>
                      <a:pt x="78" y="111"/>
                    </a:lnTo>
                    <a:lnTo>
                      <a:pt x="77" y="112"/>
                    </a:lnTo>
                    <a:lnTo>
                      <a:pt x="76" y="112"/>
                    </a:lnTo>
                    <a:lnTo>
                      <a:pt x="76" y="113"/>
                    </a:lnTo>
                    <a:lnTo>
                      <a:pt x="75" y="113"/>
                    </a:lnTo>
                    <a:lnTo>
                      <a:pt x="75" y="114"/>
                    </a:lnTo>
                    <a:lnTo>
                      <a:pt x="75" y="114"/>
                    </a:lnTo>
                    <a:lnTo>
                      <a:pt x="74" y="115"/>
                    </a:lnTo>
                    <a:lnTo>
                      <a:pt x="73" y="115"/>
                    </a:lnTo>
                    <a:lnTo>
                      <a:pt x="72" y="116"/>
                    </a:lnTo>
                    <a:lnTo>
                      <a:pt x="72" y="116"/>
                    </a:lnTo>
                    <a:lnTo>
                      <a:pt x="71" y="117"/>
                    </a:lnTo>
                    <a:lnTo>
                      <a:pt x="70" y="117"/>
                    </a:lnTo>
                    <a:lnTo>
                      <a:pt x="70" y="118"/>
                    </a:lnTo>
                    <a:lnTo>
                      <a:pt x="69" y="118"/>
                    </a:lnTo>
                    <a:lnTo>
                      <a:pt x="68" y="119"/>
                    </a:lnTo>
                    <a:lnTo>
                      <a:pt x="67" y="119"/>
                    </a:lnTo>
                    <a:lnTo>
                      <a:pt x="67" y="120"/>
                    </a:lnTo>
                    <a:lnTo>
                      <a:pt x="66" y="120"/>
                    </a:lnTo>
                    <a:lnTo>
                      <a:pt x="65" y="121"/>
                    </a:lnTo>
                    <a:lnTo>
                      <a:pt x="64" y="121"/>
                    </a:lnTo>
                    <a:lnTo>
                      <a:pt x="64" y="122"/>
                    </a:lnTo>
                    <a:lnTo>
                      <a:pt x="63" y="122"/>
                    </a:lnTo>
                    <a:lnTo>
                      <a:pt x="62" y="123"/>
                    </a:lnTo>
                    <a:lnTo>
                      <a:pt x="61" y="123"/>
                    </a:lnTo>
                    <a:lnTo>
                      <a:pt x="61" y="124"/>
                    </a:lnTo>
                    <a:lnTo>
                      <a:pt x="60" y="124"/>
                    </a:lnTo>
                    <a:lnTo>
                      <a:pt x="59" y="124"/>
                    </a:lnTo>
                    <a:lnTo>
                      <a:pt x="58" y="125"/>
                    </a:lnTo>
                    <a:lnTo>
                      <a:pt x="58" y="125"/>
                    </a:lnTo>
                    <a:lnTo>
                      <a:pt x="57" y="126"/>
                    </a:lnTo>
                    <a:lnTo>
                      <a:pt x="56" y="126"/>
                    </a:lnTo>
                    <a:lnTo>
                      <a:pt x="55" y="126"/>
                    </a:lnTo>
                    <a:lnTo>
                      <a:pt x="55" y="126"/>
                    </a:lnTo>
                    <a:lnTo>
                      <a:pt x="54" y="127"/>
                    </a:lnTo>
                    <a:lnTo>
                      <a:pt x="54" y="127"/>
                    </a:lnTo>
                    <a:lnTo>
                      <a:pt x="53" y="127"/>
                    </a:lnTo>
                    <a:lnTo>
                      <a:pt x="52" y="128"/>
                    </a:lnTo>
                    <a:lnTo>
                      <a:pt x="51" y="128"/>
                    </a:lnTo>
                    <a:lnTo>
                      <a:pt x="50" y="128"/>
                    </a:lnTo>
                    <a:lnTo>
                      <a:pt x="49" y="129"/>
                    </a:lnTo>
                    <a:lnTo>
                      <a:pt x="49" y="129"/>
                    </a:lnTo>
                    <a:lnTo>
                      <a:pt x="48" y="129"/>
                    </a:lnTo>
                    <a:lnTo>
                      <a:pt x="47" y="129"/>
                    </a:lnTo>
                    <a:lnTo>
                      <a:pt x="46" y="130"/>
                    </a:lnTo>
                    <a:lnTo>
                      <a:pt x="46" y="130"/>
                    </a:lnTo>
                    <a:lnTo>
                      <a:pt x="45" y="130"/>
                    </a:lnTo>
                    <a:lnTo>
                      <a:pt x="44" y="130"/>
                    </a:lnTo>
                    <a:lnTo>
                      <a:pt x="43" y="130"/>
                    </a:lnTo>
                    <a:lnTo>
                      <a:pt x="42" y="131"/>
                    </a:lnTo>
                    <a:lnTo>
                      <a:pt x="41" y="131"/>
                    </a:lnTo>
                    <a:lnTo>
                      <a:pt x="40" y="131"/>
                    </a:lnTo>
                    <a:lnTo>
                      <a:pt x="39" y="131"/>
                    </a:lnTo>
                    <a:lnTo>
                      <a:pt x="38" y="131"/>
                    </a:lnTo>
                    <a:lnTo>
                      <a:pt x="37" y="131"/>
                    </a:lnTo>
                    <a:lnTo>
                      <a:pt x="37" y="131"/>
                    </a:lnTo>
                    <a:lnTo>
                      <a:pt x="36" y="131"/>
                    </a:lnTo>
                    <a:lnTo>
                      <a:pt x="36" y="131"/>
                    </a:lnTo>
                    <a:lnTo>
                      <a:pt x="35" y="131"/>
                    </a:lnTo>
                    <a:lnTo>
                      <a:pt x="35" y="131"/>
                    </a:lnTo>
                    <a:lnTo>
                      <a:pt x="34" y="131"/>
                    </a:lnTo>
                    <a:lnTo>
                      <a:pt x="34" y="131"/>
                    </a:lnTo>
                    <a:lnTo>
                      <a:pt x="33" y="131"/>
                    </a:lnTo>
                    <a:lnTo>
                      <a:pt x="32" y="131"/>
                    </a:lnTo>
                    <a:lnTo>
                      <a:pt x="32" y="131"/>
                    </a:lnTo>
                    <a:lnTo>
                      <a:pt x="31" y="131"/>
                    </a:lnTo>
                    <a:lnTo>
                      <a:pt x="31" y="131"/>
                    </a:lnTo>
                    <a:lnTo>
                      <a:pt x="30" y="131"/>
                    </a:lnTo>
                    <a:lnTo>
                      <a:pt x="30" y="131"/>
                    </a:lnTo>
                    <a:lnTo>
                      <a:pt x="29" y="131"/>
                    </a:lnTo>
                    <a:lnTo>
                      <a:pt x="29" y="130"/>
                    </a:lnTo>
                    <a:lnTo>
                      <a:pt x="28" y="130"/>
                    </a:lnTo>
                    <a:lnTo>
                      <a:pt x="28" y="130"/>
                    </a:lnTo>
                    <a:lnTo>
                      <a:pt x="27" y="130"/>
                    </a:lnTo>
                    <a:lnTo>
                      <a:pt x="26" y="130"/>
                    </a:lnTo>
                    <a:lnTo>
                      <a:pt x="26" y="130"/>
                    </a:lnTo>
                    <a:lnTo>
                      <a:pt x="25" y="130"/>
                    </a:lnTo>
                    <a:lnTo>
                      <a:pt x="25" y="129"/>
                    </a:lnTo>
                    <a:lnTo>
                      <a:pt x="24" y="129"/>
                    </a:lnTo>
                    <a:lnTo>
                      <a:pt x="24" y="129"/>
                    </a:lnTo>
                    <a:lnTo>
                      <a:pt x="23" y="129"/>
                    </a:lnTo>
                    <a:lnTo>
                      <a:pt x="23" y="129"/>
                    </a:lnTo>
                    <a:lnTo>
                      <a:pt x="22" y="128"/>
                    </a:lnTo>
                    <a:lnTo>
                      <a:pt x="21" y="128"/>
                    </a:lnTo>
                    <a:lnTo>
                      <a:pt x="21" y="128"/>
                    </a:lnTo>
                    <a:lnTo>
                      <a:pt x="20" y="128"/>
                    </a:lnTo>
                    <a:lnTo>
                      <a:pt x="20" y="127"/>
                    </a:lnTo>
                    <a:lnTo>
                      <a:pt x="19" y="127"/>
                    </a:lnTo>
                    <a:lnTo>
                      <a:pt x="19" y="127"/>
                    </a:lnTo>
                    <a:lnTo>
                      <a:pt x="18" y="127"/>
                    </a:lnTo>
                    <a:lnTo>
                      <a:pt x="18" y="126"/>
                    </a:lnTo>
                    <a:lnTo>
                      <a:pt x="17" y="126"/>
                    </a:lnTo>
                    <a:lnTo>
                      <a:pt x="17" y="126"/>
                    </a:lnTo>
                    <a:lnTo>
                      <a:pt x="17" y="125"/>
                    </a:lnTo>
                    <a:lnTo>
                      <a:pt x="17" y="125"/>
                    </a:lnTo>
                    <a:lnTo>
                      <a:pt x="16" y="125"/>
                    </a:lnTo>
                    <a:lnTo>
                      <a:pt x="16" y="124"/>
                    </a:lnTo>
                    <a:lnTo>
                      <a:pt x="15" y="124"/>
                    </a:lnTo>
                    <a:lnTo>
                      <a:pt x="15" y="124"/>
                    </a:lnTo>
                    <a:lnTo>
                      <a:pt x="14" y="123"/>
                    </a:lnTo>
                    <a:lnTo>
                      <a:pt x="14" y="123"/>
                    </a:lnTo>
                    <a:lnTo>
                      <a:pt x="13" y="123"/>
                    </a:lnTo>
                    <a:lnTo>
                      <a:pt x="13" y="122"/>
                    </a:lnTo>
                    <a:lnTo>
                      <a:pt x="13" y="122"/>
                    </a:lnTo>
                    <a:lnTo>
                      <a:pt x="12" y="121"/>
                    </a:lnTo>
                    <a:lnTo>
                      <a:pt x="12" y="121"/>
                    </a:lnTo>
                    <a:lnTo>
                      <a:pt x="11" y="121"/>
                    </a:lnTo>
                    <a:lnTo>
                      <a:pt x="11" y="120"/>
                    </a:lnTo>
                    <a:lnTo>
                      <a:pt x="11" y="120"/>
                    </a:lnTo>
                    <a:lnTo>
                      <a:pt x="10" y="119"/>
                    </a:lnTo>
                    <a:lnTo>
                      <a:pt x="10" y="119"/>
                    </a:lnTo>
                    <a:lnTo>
                      <a:pt x="9" y="118"/>
                    </a:lnTo>
                    <a:lnTo>
                      <a:pt x="9" y="118"/>
                    </a:lnTo>
                    <a:lnTo>
                      <a:pt x="9" y="118"/>
                    </a:lnTo>
                    <a:lnTo>
                      <a:pt x="8" y="117"/>
                    </a:lnTo>
                    <a:lnTo>
                      <a:pt x="8" y="117"/>
                    </a:lnTo>
                    <a:lnTo>
                      <a:pt x="8" y="116"/>
                    </a:lnTo>
                    <a:lnTo>
                      <a:pt x="7" y="116"/>
                    </a:lnTo>
                    <a:lnTo>
                      <a:pt x="7" y="115"/>
                    </a:lnTo>
                    <a:lnTo>
                      <a:pt x="7" y="115"/>
                    </a:lnTo>
                    <a:lnTo>
                      <a:pt x="6" y="115"/>
                    </a:lnTo>
                    <a:lnTo>
                      <a:pt x="6" y="114"/>
                    </a:lnTo>
                    <a:lnTo>
                      <a:pt x="6" y="114"/>
                    </a:lnTo>
                    <a:lnTo>
                      <a:pt x="6" y="113"/>
                    </a:lnTo>
                    <a:lnTo>
                      <a:pt x="5" y="113"/>
                    </a:lnTo>
                    <a:lnTo>
                      <a:pt x="5" y="112"/>
                    </a:lnTo>
                    <a:lnTo>
                      <a:pt x="5" y="112"/>
                    </a:lnTo>
                    <a:lnTo>
                      <a:pt x="4" y="111"/>
                    </a:lnTo>
                    <a:lnTo>
                      <a:pt x="4" y="111"/>
                    </a:lnTo>
                    <a:lnTo>
                      <a:pt x="4" y="110"/>
                    </a:lnTo>
                    <a:lnTo>
                      <a:pt x="4" y="109"/>
                    </a:lnTo>
                    <a:lnTo>
                      <a:pt x="3" y="109"/>
                    </a:lnTo>
                    <a:lnTo>
                      <a:pt x="3" y="108"/>
                    </a:lnTo>
                    <a:lnTo>
                      <a:pt x="3" y="108"/>
                    </a:lnTo>
                    <a:lnTo>
                      <a:pt x="3" y="107"/>
                    </a:lnTo>
                    <a:lnTo>
                      <a:pt x="2" y="107"/>
                    </a:lnTo>
                    <a:lnTo>
                      <a:pt x="2" y="106"/>
                    </a:lnTo>
                    <a:lnTo>
                      <a:pt x="2" y="106"/>
                    </a:lnTo>
                    <a:lnTo>
                      <a:pt x="2" y="105"/>
                    </a:lnTo>
                    <a:lnTo>
                      <a:pt x="2" y="104"/>
                    </a:lnTo>
                    <a:lnTo>
                      <a:pt x="1" y="104"/>
                    </a:lnTo>
                    <a:lnTo>
                      <a:pt x="1" y="103"/>
                    </a:lnTo>
                    <a:lnTo>
                      <a:pt x="1" y="103"/>
                    </a:lnTo>
                    <a:lnTo>
                      <a:pt x="1" y="102"/>
                    </a:lnTo>
                    <a:lnTo>
                      <a:pt x="1" y="102"/>
                    </a:lnTo>
                    <a:lnTo>
                      <a:pt x="1" y="102"/>
                    </a:lnTo>
                    <a:lnTo>
                      <a:pt x="1" y="101"/>
                    </a:lnTo>
                    <a:lnTo>
                      <a:pt x="1" y="101"/>
                    </a:lnTo>
                    <a:lnTo>
                      <a:pt x="0" y="100"/>
                    </a:lnTo>
                    <a:lnTo>
                      <a:pt x="0" y="99"/>
                    </a:lnTo>
                    <a:lnTo>
                      <a:pt x="0" y="99"/>
                    </a:lnTo>
                    <a:lnTo>
                      <a:pt x="0" y="98"/>
                    </a:lnTo>
                    <a:lnTo>
                      <a:pt x="0" y="98"/>
                    </a:lnTo>
                    <a:lnTo>
                      <a:pt x="0" y="97"/>
                    </a:lnTo>
                    <a:lnTo>
                      <a:pt x="0" y="97"/>
                    </a:lnTo>
                    <a:lnTo>
                      <a:pt x="0" y="96"/>
                    </a:lnTo>
                    <a:lnTo>
                      <a:pt x="0" y="95"/>
                    </a:lnTo>
                    <a:lnTo>
                      <a:pt x="0" y="95"/>
                    </a:lnTo>
                    <a:lnTo>
                      <a:pt x="0" y="94"/>
                    </a:lnTo>
                    <a:lnTo>
                      <a:pt x="0" y="94"/>
                    </a:lnTo>
                    <a:lnTo>
                      <a:pt x="0" y="93"/>
                    </a:lnTo>
                    <a:lnTo>
                      <a:pt x="0" y="92"/>
                    </a:lnTo>
                    <a:lnTo>
                      <a:pt x="0" y="92"/>
                    </a:lnTo>
                    <a:lnTo>
                      <a:pt x="0" y="91"/>
                    </a:lnTo>
                    <a:lnTo>
                      <a:pt x="0" y="91"/>
                    </a:lnTo>
                    <a:lnTo>
                      <a:pt x="0" y="90"/>
                    </a:lnTo>
                    <a:lnTo>
                      <a:pt x="0" y="90"/>
                    </a:lnTo>
                    <a:lnTo>
                      <a:pt x="0" y="89"/>
                    </a:lnTo>
                    <a:lnTo>
                      <a:pt x="1" y="88"/>
                    </a:lnTo>
                    <a:lnTo>
                      <a:pt x="1" y="88"/>
                    </a:lnTo>
                    <a:lnTo>
                      <a:pt x="1" y="87"/>
                    </a:lnTo>
                    <a:lnTo>
                      <a:pt x="1" y="87"/>
                    </a:lnTo>
                    <a:lnTo>
                      <a:pt x="1" y="86"/>
                    </a:lnTo>
                    <a:lnTo>
                      <a:pt x="1" y="86"/>
                    </a:lnTo>
                    <a:lnTo>
                      <a:pt x="1" y="85"/>
                    </a:lnTo>
                    <a:lnTo>
                      <a:pt x="1" y="85"/>
                    </a:lnTo>
                    <a:lnTo>
                      <a:pt x="2" y="84"/>
                    </a:lnTo>
                    <a:lnTo>
                      <a:pt x="2" y="84"/>
                    </a:lnTo>
                    <a:lnTo>
                      <a:pt x="2" y="83"/>
                    </a:lnTo>
                    <a:lnTo>
                      <a:pt x="2" y="83"/>
                    </a:lnTo>
                    <a:lnTo>
                      <a:pt x="2" y="82"/>
                    </a:lnTo>
                    <a:lnTo>
                      <a:pt x="2" y="82"/>
                    </a:lnTo>
                    <a:lnTo>
                      <a:pt x="3" y="81"/>
                    </a:lnTo>
                    <a:lnTo>
                      <a:pt x="3" y="81"/>
                    </a:lnTo>
                    <a:lnTo>
                      <a:pt x="3" y="80"/>
                    </a:lnTo>
                    <a:lnTo>
                      <a:pt x="3" y="79"/>
                    </a:lnTo>
                    <a:lnTo>
                      <a:pt x="4" y="78"/>
                    </a:lnTo>
                    <a:lnTo>
                      <a:pt x="4" y="77"/>
                    </a:lnTo>
                    <a:lnTo>
                      <a:pt x="4" y="77"/>
                    </a:lnTo>
                    <a:lnTo>
                      <a:pt x="5" y="76"/>
                    </a:lnTo>
                    <a:lnTo>
                      <a:pt x="5" y="75"/>
                    </a:lnTo>
                    <a:lnTo>
                      <a:pt x="6" y="74"/>
                    </a:lnTo>
                    <a:lnTo>
                      <a:pt x="6" y="73"/>
                    </a:lnTo>
                    <a:lnTo>
                      <a:pt x="7" y="72"/>
                    </a:lnTo>
                    <a:lnTo>
                      <a:pt x="7" y="72"/>
                    </a:lnTo>
                    <a:lnTo>
                      <a:pt x="8" y="72"/>
                    </a:lnTo>
                    <a:lnTo>
                      <a:pt x="8" y="71"/>
                    </a:lnTo>
                    <a:lnTo>
                      <a:pt x="9" y="70"/>
                    </a:lnTo>
                    <a:lnTo>
                      <a:pt x="9" y="69"/>
                    </a:lnTo>
                    <a:lnTo>
                      <a:pt x="10" y="69"/>
                    </a:lnTo>
                    <a:lnTo>
                      <a:pt x="11" y="68"/>
                    </a:lnTo>
                    <a:lnTo>
                      <a:pt x="11" y="67"/>
                    </a:lnTo>
                    <a:lnTo>
                      <a:pt x="12" y="66"/>
                    </a:lnTo>
                    <a:lnTo>
                      <a:pt x="12" y="66"/>
                    </a:lnTo>
                    <a:lnTo>
                      <a:pt x="13" y="65"/>
                    </a:lnTo>
                    <a:lnTo>
                      <a:pt x="14" y="64"/>
                    </a:lnTo>
                    <a:lnTo>
                      <a:pt x="14" y="63"/>
                    </a:lnTo>
                    <a:lnTo>
                      <a:pt x="15" y="63"/>
                    </a:lnTo>
                    <a:lnTo>
                      <a:pt x="15" y="62"/>
                    </a:lnTo>
                    <a:lnTo>
                      <a:pt x="16" y="61"/>
                    </a:lnTo>
                    <a:lnTo>
                      <a:pt x="17" y="61"/>
                    </a:lnTo>
                    <a:lnTo>
                      <a:pt x="17" y="60"/>
                    </a:lnTo>
                    <a:lnTo>
                      <a:pt x="17" y="59"/>
                    </a:lnTo>
                    <a:lnTo>
                      <a:pt x="18" y="59"/>
                    </a:lnTo>
                    <a:lnTo>
                      <a:pt x="18" y="58"/>
                    </a:lnTo>
                    <a:lnTo>
                      <a:pt x="19" y="57"/>
                    </a:lnTo>
                    <a:lnTo>
                      <a:pt x="20" y="57"/>
                    </a:lnTo>
                    <a:lnTo>
                      <a:pt x="20" y="56"/>
                    </a:lnTo>
                    <a:lnTo>
                      <a:pt x="21" y="55"/>
                    </a:lnTo>
                    <a:lnTo>
                      <a:pt x="22" y="55"/>
                    </a:lnTo>
                    <a:lnTo>
                      <a:pt x="23" y="54"/>
                    </a:lnTo>
                    <a:lnTo>
                      <a:pt x="23" y="54"/>
                    </a:lnTo>
                    <a:lnTo>
                      <a:pt x="24" y="53"/>
                    </a:lnTo>
                    <a:lnTo>
                      <a:pt x="25" y="52"/>
                    </a:lnTo>
                    <a:lnTo>
                      <a:pt x="26" y="52"/>
                    </a:lnTo>
                    <a:lnTo>
                      <a:pt x="26" y="51"/>
                    </a:lnTo>
                    <a:lnTo>
                      <a:pt x="27" y="50"/>
                    </a:lnTo>
                    <a:lnTo>
                      <a:pt x="28" y="50"/>
                    </a:lnTo>
                    <a:lnTo>
                      <a:pt x="29" y="49"/>
                    </a:lnTo>
                    <a:lnTo>
                      <a:pt x="29" y="49"/>
                    </a:lnTo>
                    <a:lnTo>
                      <a:pt x="30" y="48"/>
                    </a:lnTo>
                    <a:lnTo>
                      <a:pt x="31" y="47"/>
                    </a:lnTo>
                    <a:lnTo>
                      <a:pt x="32" y="47"/>
                    </a:lnTo>
                    <a:lnTo>
                      <a:pt x="32" y="46"/>
                    </a:lnTo>
                    <a:lnTo>
                      <a:pt x="33" y="46"/>
                    </a:lnTo>
                    <a:lnTo>
                      <a:pt x="34" y="45"/>
                    </a:lnTo>
                    <a:lnTo>
                      <a:pt x="35" y="44"/>
                    </a:lnTo>
                    <a:lnTo>
                      <a:pt x="36" y="44"/>
                    </a:lnTo>
                    <a:lnTo>
                      <a:pt x="37" y="43"/>
                    </a:lnTo>
                    <a:lnTo>
                      <a:pt x="37" y="43"/>
                    </a:lnTo>
                    <a:lnTo>
                      <a:pt x="38" y="43"/>
                    </a:lnTo>
                    <a:lnTo>
                      <a:pt x="39" y="43"/>
                    </a:lnTo>
                    <a:lnTo>
                      <a:pt x="40" y="42"/>
                    </a:lnTo>
                    <a:lnTo>
                      <a:pt x="41" y="41"/>
                    </a:lnTo>
                    <a:lnTo>
                      <a:pt x="42" y="41"/>
                    </a:lnTo>
                    <a:lnTo>
                      <a:pt x="42" y="40"/>
                    </a:lnTo>
                    <a:lnTo>
                      <a:pt x="43" y="40"/>
                    </a:lnTo>
                    <a:lnTo>
                      <a:pt x="44" y="39"/>
                    </a:lnTo>
                    <a:lnTo>
                      <a:pt x="45" y="39"/>
                    </a:lnTo>
                    <a:lnTo>
                      <a:pt x="46" y="38"/>
                    </a:lnTo>
                    <a:lnTo>
                      <a:pt x="46" y="37"/>
                    </a:lnTo>
                    <a:lnTo>
                      <a:pt x="47" y="37"/>
                    </a:lnTo>
                    <a:lnTo>
                      <a:pt x="48" y="36"/>
                    </a:lnTo>
                    <a:lnTo>
                      <a:pt x="49" y="36"/>
                    </a:lnTo>
                    <a:lnTo>
                      <a:pt x="49" y="35"/>
                    </a:lnTo>
                    <a:lnTo>
                      <a:pt x="50" y="35"/>
                    </a:lnTo>
                    <a:lnTo>
                      <a:pt x="51" y="34"/>
                    </a:lnTo>
                    <a:lnTo>
                      <a:pt x="52" y="34"/>
                    </a:lnTo>
                    <a:lnTo>
                      <a:pt x="53" y="33"/>
                    </a:lnTo>
                    <a:lnTo>
                      <a:pt x="54" y="33"/>
                    </a:lnTo>
                    <a:lnTo>
                      <a:pt x="55" y="32"/>
                    </a:lnTo>
                    <a:lnTo>
                      <a:pt x="56" y="32"/>
                    </a:lnTo>
                    <a:lnTo>
                      <a:pt x="57" y="31"/>
                    </a:lnTo>
                    <a:lnTo>
                      <a:pt x="57" y="31"/>
                    </a:lnTo>
                    <a:lnTo>
                      <a:pt x="58" y="30"/>
                    </a:lnTo>
                    <a:lnTo>
                      <a:pt x="59" y="30"/>
                    </a:lnTo>
                    <a:lnTo>
                      <a:pt x="60" y="29"/>
                    </a:lnTo>
                    <a:lnTo>
                      <a:pt x="60" y="29"/>
                    </a:lnTo>
                    <a:lnTo>
                      <a:pt x="62" y="28"/>
                    </a:lnTo>
                    <a:lnTo>
                      <a:pt x="64" y="27"/>
                    </a:lnTo>
                    <a:lnTo>
                      <a:pt x="66" y="26"/>
                    </a:lnTo>
                    <a:lnTo>
                      <a:pt x="68" y="25"/>
                    </a:lnTo>
                    <a:lnTo>
                      <a:pt x="70" y="24"/>
                    </a:lnTo>
                    <a:lnTo>
                      <a:pt x="72" y="23"/>
                    </a:lnTo>
                    <a:lnTo>
                      <a:pt x="74" y="22"/>
                    </a:lnTo>
                    <a:lnTo>
                      <a:pt x="75" y="21"/>
                    </a:lnTo>
                    <a:lnTo>
                      <a:pt x="77" y="20"/>
                    </a:lnTo>
                    <a:lnTo>
                      <a:pt x="79" y="19"/>
                    </a:lnTo>
                    <a:lnTo>
                      <a:pt x="79" y="19"/>
                    </a:lnTo>
                    <a:lnTo>
                      <a:pt x="81" y="18"/>
                    </a:lnTo>
                    <a:lnTo>
                      <a:pt x="83" y="18"/>
                    </a:lnTo>
                    <a:lnTo>
                      <a:pt x="85" y="17"/>
                    </a:lnTo>
                    <a:lnTo>
                      <a:pt x="87" y="16"/>
                    </a:lnTo>
                    <a:lnTo>
                      <a:pt x="89" y="15"/>
                    </a:lnTo>
                    <a:lnTo>
                      <a:pt x="90" y="15"/>
                    </a:lnTo>
                    <a:lnTo>
                      <a:pt x="91" y="15"/>
                    </a:lnTo>
                    <a:lnTo>
                      <a:pt x="93" y="14"/>
                    </a:lnTo>
                    <a:lnTo>
                      <a:pt x="95" y="13"/>
                    </a:lnTo>
                    <a:lnTo>
                      <a:pt x="97" y="13"/>
                    </a:lnTo>
                    <a:lnTo>
                      <a:pt x="99" y="13"/>
                    </a:lnTo>
                    <a:lnTo>
                      <a:pt x="100" y="13"/>
                    </a:lnTo>
                    <a:lnTo>
                      <a:pt x="101" y="12"/>
                    </a:lnTo>
                    <a:lnTo>
                      <a:pt x="103" y="12"/>
                    </a:lnTo>
                    <a:lnTo>
                      <a:pt x="104" y="11"/>
                    </a:lnTo>
                    <a:lnTo>
                      <a:pt x="106" y="11"/>
                    </a:lnTo>
                    <a:lnTo>
                      <a:pt x="108" y="10"/>
                    </a:lnTo>
                    <a:lnTo>
                      <a:pt x="110" y="10"/>
                    </a:lnTo>
                    <a:lnTo>
                      <a:pt x="112" y="10"/>
                    </a:lnTo>
                    <a:lnTo>
                      <a:pt x="114" y="9"/>
                    </a:lnTo>
                    <a:lnTo>
                      <a:pt x="116" y="9"/>
                    </a:lnTo>
                    <a:lnTo>
                      <a:pt x="118" y="8"/>
                    </a:lnTo>
                    <a:lnTo>
                      <a:pt x="119" y="8"/>
                    </a:lnTo>
                    <a:lnTo>
                      <a:pt x="120" y="8"/>
                    </a:lnTo>
                    <a:lnTo>
                      <a:pt x="122" y="7"/>
                    </a:lnTo>
                    <a:lnTo>
                      <a:pt x="123" y="7"/>
                    </a:lnTo>
                    <a:lnTo>
                      <a:pt x="125" y="7"/>
                    </a:lnTo>
                    <a:lnTo>
                      <a:pt x="127" y="6"/>
                    </a:lnTo>
                    <a:lnTo>
                      <a:pt x="129" y="6"/>
                    </a:lnTo>
                    <a:lnTo>
                      <a:pt x="131" y="6"/>
                    </a:lnTo>
                    <a:lnTo>
                      <a:pt x="132" y="5"/>
                    </a:lnTo>
                    <a:lnTo>
                      <a:pt x="133" y="5"/>
                    </a:lnTo>
                    <a:lnTo>
                      <a:pt x="135" y="5"/>
                    </a:lnTo>
                    <a:lnTo>
                      <a:pt x="136" y="4"/>
                    </a:lnTo>
                    <a:lnTo>
                      <a:pt x="138" y="4"/>
                    </a:lnTo>
                    <a:lnTo>
                      <a:pt x="140" y="4"/>
                    </a:lnTo>
                    <a:lnTo>
                      <a:pt x="141" y="3"/>
                    </a:lnTo>
                    <a:lnTo>
                      <a:pt x="143" y="3"/>
                    </a:lnTo>
                    <a:lnTo>
                      <a:pt x="144" y="3"/>
                    </a:lnTo>
                    <a:lnTo>
                      <a:pt x="145" y="3"/>
                    </a:lnTo>
                    <a:lnTo>
                      <a:pt x="146" y="2"/>
                    </a:lnTo>
                    <a:lnTo>
                      <a:pt x="147" y="2"/>
                    </a:lnTo>
                    <a:lnTo>
                      <a:pt x="149" y="2"/>
                    </a:lnTo>
                    <a:lnTo>
                      <a:pt x="150" y="2"/>
                    </a:lnTo>
                    <a:lnTo>
                      <a:pt x="151" y="2"/>
                    </a:lnTo>
                    <a:lnTo>
                      <a:pt x="153" y="2"/>
                    </a:lnTo>
                    <a:lnTo>
                      <a:pt x="154" y="1"/>
                    </a:lnTo>
                    <a:lnTo>
                      <a:pt x="155" y="1"/>
                    </a:lnTo>
                    <a:lnTo>
                      <a:pt x="155" y="1"/>
                    </a:lnTo>
                    <a:lnTo>
                      <a:pt x="156" y="1"/>
                    </a:lnTo>
                    <a:lnTo>
                      <a:pt x="156" y="1"/>
                    </a:lnTo>
                    <a:lnTo>
                      <a:pt x="157" y="1"/>
                    </a:lnTo>
                    <a:lnTo>
                      <a:pt x="158" y="1"/>
                    </a:lnTo>
                    <a:lnTo>
                      <a:pt x="158" y="1"/>
                    </a:lnTo>
                    <a:lnTo>
                      <a:pt x="159" y="1"/>
                    </a:lnTo>
                    <a:lnTo>
                      <a:pt x="159" y="1"/>
                    </a:lnTo>
                    <a:lnTo>
                      <a:pt x="160" y="1"/>
                    </a:lnTo>
                    <a:lnTo>
                      <a:pt x="160" y="1"/>
                    </a:lnTo>
                    <a:lnTo>
                      <a:pt x="161" y="0"/>
                    </a:lnTo>
                    <a:lnTo>
                      <a:pt x="161" y="0"/>
                    </a:lnTo>
                    <a:lnTo>
                      <a:pt x="162" y="0"/>
                    </a:lnTo>
                    <a:lnTo>
                      <a:pt x="162" y="0"/>
                    </a:lnTo>
                    <a:lnTo>
                      <a:pt x="162" y="0"/>
                    </a:lnTo>
                    <a:lnTo>
                      <a:pt x="163" y="0"/>
                    </a:lnTo>
                    <a:lnTo>
                      <a:pt x="163" y="0"/>
                    </a:lnTo>
                    <a:lnTo>
                      <a:pt x="164" y="0"/>
                    </a:lnTo>
                    <a:lnTo>
                      <a:pt x="164" y="0"/>
                    </a:lnTo>
                    <a:lnTo>
                      <a:pt x="165" y="0"/>
                    </a:lnTo>
                    <a:lnTo>
                      <a:pt x="165" y="0"/>
                    </a:lnTo>
                    <a:lnTo>
                      <a:pt x="166" y="0"/>
                    </a:lnTo>
                    <a:lnTo>
                      <a:pt x="166" y="0"/>
                    </a:lnTo>
                    <a:lnTo>
                      <a:pt x="166" y="0"/>
                    </a:lnTo>
                    <a:lnTo>
                      <a:pt x="167" y="0"/>
                    </a:lnTo>
                    <a:lnTo>
                      <a:pt x="167" y="0"/>
                    </a:lnTo>
                    <a:lnTo>
                      <a:pt x="168" y="0"/>
                    </a:lnTo>
                    <a:lnTo>
                      <a:pt x="169" y="0"/>
                    </a:lnTo>
                    <a:lnTo>
                      <a:pt x="169" y="0"/>
                    </a:lnTo>
                    <a:lnTo>
                      <a:pt x="170" y="1"/>
                    </a:lnTo>
                    <a:lnTo>
                      <a:pt x="170" y="1"/>
                    </a:lnTo>
                    <a:lnTo>
                      <a:pt x="171" y="1"/>
                    </a:lnTo>
                    <a:lnTo>
                      <a:pt x="172" y="1"/>
                    </a:lnTo>
                    <a:lnTo>
                      <a:pt x="173" y="2"/>
                    </a:lnTo>
                    <a:lnTo>
                      <a:pt x="174" y="2"/>
                    </a:lnTo>
                    <a:lnTo>
                      <a:pt x="174" y="2"/>
                    </a:lnTo>
                    <a:lnTo>
                      <a:pt x="175" y="2"/>
                    </a:lnTo>
                    <a:lnTo>
                      <a:pt x="175" y="3"/>
                    </a:lnTo>
                    <a:lnTo>
                      <a:pt x="175" y="3"/>
                    </a:lnTo>
                    <a:lnTo>
                      <a:pt x="176" y="3"/>
                    </a:lnTo>
                    <a:lnTo>
                      <a:pt x="176" y="4"/>
                    </a:lnTo>
                    <a:lnTo>
                      <a:pt x="176" y="4"/>
                    </a:lnTo>
                    <a:lnTo>
                      <a:pt x="180" y="12"/>
                    </a:lnTo>
                    <a:lnTo>
                      <a:pt x="177" y="19"/>
                    </a:lnTo>
                    <a:lnTo>
                      <a:pt x="177" y="19"/>
                    </a:lnTo>
                    <a:lnTo>
                      <a:pt x="169" y="22"/>
                    </a:lnTo>
                    <a:lnTo>
                      <a:pt x="168" y="22"/>
                    </a:lnTo>
                    <a:lnTo>
                      <a:pt x="163" y="23"/>
                    </a:lnTo>
                    <a:lnTo>
                      <a:pt x="163" y="23"/>
                    </a:lnTo>
                    <a:lnTo>
                      <a:pt x="163" y="23"/>
                    </a:lnTo>
                    <a:lnTo>
                      <a:pt x="163" y="23"/>
                    </a:lnTo>
                    <a:lnTo>
                      <a:pt x="163" y="23"/>
                    </a:lnTo>
                    <a:lnTo>
                      <a:pt x="163" y="23"/>
                    </a:lnTo>
                    <a:lnTo>
                      <a:pt x="163" y="23"/>
                    </a:lnTo>
                    <a:lnTo>
                      <a:pt x="163" y="23"/>
                    </a:lnTo>
                    <a:lnTo>
                      <a:pt x="163" y="23"/>
                    </a:lnTo>
                    <a:lnTo>
                      <a:pt x="163" y="24"/>
                    </a:lnTo>
                    <a:lnTo>
                      <a:pt x="163" y="24"/>
                    </a:lnTo>
                    <a:lnTo>
                      <a:pt x="163" y="24"/>
                    </a:lnTo>
                    <a:lnTo>
                      <a:pt x="163" y="24"/>
                    </a:lnTo>
                    <a:lnTo>
                      <a:pt x="163" y="24"/>
                    </a:lnTo>
                    <a:lnTo>
                      <a:pt x="163" y="24"/>
                    </a:lnTo>
                    <a:lnTo>
                      <a:pt x="163" y="24"/>
                    </a:lnTo>
                    <a:lnTo>
                      <a:pt x="163" y="24"/>
                    </a:lnTo>
                    <a:lnTo>
                      <a:pt x="162" y="24"/>
                    </a:lnTo>
                    <a:lnTo>
                      <a:pt x="163" y="24"/>
                    </a:lnTo>
                    <a:lnTo>
                      <a:pt x="162" y="24"/>
                    </a:lnTo>
                    <a:lnTo>
                      <a:pt x="162" y="24"/>
                    </a:lnTo>
                    <a:lnTo>
                      <a:pt x="162" y="24"/>
                    </a:lnTo>
                    <a:lnTo>
                      <a:pt x="162" y="24"/>
                    </a:lnTo>
                    <a:lnTo>
                      <a:pt x="162" y="24"/>
                    </a:lnTo>
                    <a:lnTo>
                      <a:pt x="162" y="24"/>
                    </a:lnTo>
                    <a:lnTo>
                      <a:pt x="162" y="24"/>
                    </a:lnTo>
                    <a:lnTo>
                      <a:pt x="162" y="24"/>
                    </a:lnTo>
                    <a:lnTo>
                      <a:pt x="162" y="24"/>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4" name="Freeform 15">
                <a:extLst>
                  <a:ext uri="{FF2B5EF4-FFF2-40B4-BE49-F238E27FC236}">
                    <a16:creationId xmlns:a16="http://schemas.microsoft.com/office/drawing/2014/main" id="{56AB37E1-68B7-A4AA-2614-51C1B41085AF}"/>
                  </a:ext>
                </a:extLst>
              </p:cNvPr>
              <p:cNvSpPr>
                <a:spLocks noEditPoints="1"/>
              </p:cNvSpPr>
              <p:nvPr/>
            </p:nvSpPr>
            <p:spPr bwMode="auto">
              <a:xfrm>
                <a:off x="10985464" y="4616031"/>
                <a:ext cx="75641" cy="110760"/>
              </a:xfrm>
              <a:custGeom>
                <a:avLst/>
                <a:gdLst>
                  <a:gd name="T0" fmla="*/ 45 w 112"/>
                  <a:gd name="T1" fmla="*/ 3 h 164"/>
                  <a:gd name="T2" fmla="*/ 52 w 112"/>
                  <a:gd name="T3" fmla="*/ 7 h 164"/>
                  <a:gd name="T4" fmla="*/ 59 w 112"/>
                  <a:gd name="T5" fmla="*/ 13 h 164"/>
                  <a:gd name="T6" fmla="*/ 64 w 112"/>
                  <a:gd name="T7" fmla="*/ 19 h 164"/>
                  <a:gd name="T8" fmla="*/ 69 w 112"/>
                  <a:gd name="T9" fmla="*/ 26 h 164"/>
                  <a:gd name="T10" fmla="*/ 78 w 112"/>
                  <a:gd name="T11" fmla="*/ 41 h 164"/>
                  <a:gd name="T12" fmla="*/ 88 w 112"/>
                  <a:gd name="T13" fmla="*/ 58 h 164"/>
                  <a:gd name="T14" fmla="*/ 95 w 112"/>
                  <a:gd name="T15" fmla="*/ 77 h 164"/>
                  <a:gd name="T16" fmla="*/ 110 w 112"/>
                  <a:gd name="T17" fmla="*/ 119 h 164"/>
                  <a:gd name="T18" fmla="*/ 109 w 112"/>
                  <a:gd name="T19" fmla="*/ 138 h 164"/>
                  <a:gd name="T20" fmla="*/ 111 w 112"/>
                  <a:gd name="T21" fmla="*/ 147 h 164"/>
                  <a:gd name="T22" fmla="*/ 93 w 112"/>
                  <a:gd name="T23" fmla="*/ 160 h 164"/>
                  <a:gd name="T24" fmla="*/ 89 w 112"/>
                  <a:gd name="T25" fmla="*/ 156 h 164"/>
                  <a:gd name="T26" fmla="*/ 82 w 112"/>
                  <a:gd name="T27" fmla="*/ 158 h 164"/>
                  <a:gd name="T28" fmla="*/ 75 w 112"/>
                  <a:gd name="T29" fmla="*/ 157 h 164"/>
                  <a:gd name="T30" fmla="*/ 68 w 112"/>
                  <a:gd name="T31" fmla="*/ 153 h 164"/>
                  <a:gd name="T32" fmla="*/ 63 w 112"/>
                  <a:gd name="T33" fmla="*/ 149 h 164"/>
                  <a:gd name="T34" fmla="*/ 56 w 112"/>
                  <a:gd name="T35" fmla="*/ 143 h 164"/>
                  <a:gd name="T36" fmla="*/ 49 w 112"/>
                  <a:gd name="T37" fmla="*/ 136 h 164"/>
                  <a:gd name="T38" fmla="*/ 42 w 112"/>
                  <a:gd name="T39" fmla="*/ 129 h 164"/>
                  <a:gd name="T40" fmla="*/ 35 w 112"/>
                  <a:gd name="T41" fmla="*/ 120 h 164"/>
                  <a:gd name="T42" fmla="*/ 28 w 112"/>
                  <a:gd name="T43" fmla="*/ 110 h 164"/>
                  <a:gd name="T44" fmla="*/ 21 w 112"/>
                  <a:gd name="T45" fmla="*/ 102 h 164"/>
                  <a:gd name="T46" fmla="*/ 14 w 112"/>
                  <a:gd name="T47" fmla="*/ 91 h 164"/>
                  <a:gd name="T48" fmla="*/ 9 w 112"/>
                  <a:gd name="T49" fmla="*/ 80 h 164"/>
                  <a:gd name="T50" fmla="*/ 5 w 112"/>
                  <a:gd name="T51" fmla="*/ 70 h 164"/>
                  <a:gd name="T52" fmla="*/ 2 w 112"/>
                  <a:gd name="T53" fmla="*/ 58 h 164"/>
                  <a:gd name="T54" fmla="*/ 0 w 112"/>
                  <a:gd name="T55" fmla="*/ 47 h 164"/>
                  <a:gd name="T56" fmla="*/ 0 w 112"/>
                  <a:gd name="T57" fmla="*/ 36 h 164"/>
                  <a:gd name="T58" fmla="*/ 1 w 112"/>
                  <a:gd name="T59" fmla="*/ 30 h 164"/>
                  <a:gd name="T60" fmla="*/ 3 w 112"/>
                  <a:gd name="T61" fmla="*/ 24 h 164"/>
                  <a:gd name="T62" fmla="*/ 6 w 112"/>
                  <a:gd name="T63" fmla="*/ 18 h 164"/>
                  <a:gd name="T64" fmla="*/ 9 w 112"/>
                  <a:gd name="T65" fmla="*/ 14 h 164"/>
                  <a:gd name="T66" fmla="*/ 14 w 112"/>
                  <a:gd name="T67" fmla="*/ 9 h 164"/>
                  <a:gd name="T68" fmla="*/ 20 w 112"/>
                  <a:gd name="T69" fmla="*/ 6 h 164"/>
                  <a:gd name="T70" fmla="*/ 26 w 112"/>
                  <a:gd name="T71" fmla="*/ 3 h 164"/>
                  <a:gd name="T72" fmla="*/ 32 w 112"/>
                  <a:gd name="T73" fmla="*/ 1 h 164"/>
                  <a:gd name="T74" fmla="*/ 74 w 112"/>
                  <a:gd name="T75" fmla="*/ 140 h 164"/>
                  <a:gd name="T76" fmla="*/ 73 w 112"/>
                  <a:gd name="T77" fmla="*/ 142 h 164"/>
                  <a:gd name="T78" fmla="*/ 34 w 112"/>
                  <a:gd name="T79" fmla="*/ 34 h 164"/>
                  <a:gd name="T80" fmla="*/ 33 w 112"/>
                  <a:gd name="T81" fmla="*/ 35 h 164"/>
                  <a:gd name="T82" fmla="*/ 32 w 112"/>
                  <a:gd name="T83" fmla="*/ 36 h 164"/>
                  <a:gd name="T84" fmla="*/ 32 w 112"/>
                  <a:gd name="T85" fmla="*/ 38 h 164"/>
                  <a:gd name="T86" fmla="*/ 31 w 112"/>
                  <a:gd name="T87" fmla="*/ 40 h 164"/>
                  <a:gd name="T88" fmla="*/ 31 w 112"/>
                  <a:gd name="T89" fmla="*/ 43 h 164"/>
                  <a:gd name="T90" fmla="*/ 31 w 112"/>
                  <a:gd name="T91" fmla="*/ 49 h 164"/>
                  <a:gd name="T92" fmla="*/ 33 w 112"/>
                  <a:gd name="T93" fmla="*/ 56 h 164"/>
                  <a:gd name="T94" fmla="*/ 35 w 112"/>
                  <a:gd name="T95" fmla="*/ 65 h 164"/>
                  <a:gd name="T96" fmla="*/ 38 w 112"/>
                  <a:gd name="T97" fmla="*/ 73 h 164"/>
                  <a:gd name="T98" fmla="*/ 42 w 112"/>
                  <a:gd name="T99" fmla="*/ 83 h 164"/>
                  <a:gd name="T100" fmla="*/ 48 w 112"/>
                  <a:gd name="T101" fmla="*/ 93 h 164"/>
                  <a:gd name="T102" fmla="*/ 53 w 112"/>
                  <a:gd name="T103" fmla="*/ 102 h 164"/>
                  <a:gd name="T104" fmla="*/ 59 w 112"/>
                  <a:gd name="T105" fmla="*/ 110 h 164"/>
                  <a:gd name="T106" fmla="*/ 65 w 112"/>
                  <a:gd name="T107" fmla="*/ 118 h 164"/>
                  <a:gd name="T108" fmla="*/ 56 w 112"/>
                  <a:gd name="T109" fmla="*/ 92 h 164"/>
                  <a:gd name="T110" fmla="*/ 49 w 112"/>
                  <a:gd name="T111" fmla="*/ 73 h 164"/>
                  <a:gd name="T112" fmla="*/ 44 w 112"/>
                  <a:gd name="T113" fmla="*/ 56 h 164"/>
                  <a:gd name="T114" fmla="*/ 39 w 112"/>
                  <a:gd name="T115" fmla="*/ 43 h 164"/>
                  <a:gd name="T116" fmla="*/ 37 w 112"/>
                  <a:gd name="T117" fmla="*/ 38 h 164"/>
                  <a:gd name="T118" fmla="*/ 35 w 112"/>
                  <a:gd name="T119" fmla="*/ 3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2" h="164">
                    <a:moveTo>
                      <a:pt x="36" y="0"/>
                    </a:moveTo>
                    <a:lnTo>
                      <a:pt x="37" y="0"/>
                    </a:lnTo>
                    <a:lnTo>
                      <a:pt x="37" y="1"/>
                    </a:lnTo>
                    <a:lnTo>
                      <a:pt x="38" y="1"/>
                    </a:lnTo>
                    <a:lnTo>
                      <a:pt x="38" y="1"/>
                    </a:lnTo>
                    <a:lnTo>
                      <a:pt x="39" y="1"/>
                    </a:lnTo>
                    <a:lnTo>
                      <a:pt x="40" y="1"/>
                    </a:lnTo>
                    <a:lnTo>
                      <a:pt x="41" y="1"/>
                    </a:lnTo>
                    <a:lnTo>
                      <a:pt x="42" y="1"/>
                    </a:lnTo>
                    <a:lnTo>
                      <a:pt x="42" y="2"/>
                    </a:lnTo>
                    <a:lnTo>
                      <a:pt x="43" y="2"/>
                    </a:lnTo>
                    <a:lnTo>
                      <a:pt x="44" y="2"/>
                    </a:lnTo>
                    <a:lnTo>
                      <a:pt x="45" y="3"/>
                    </a:lnTo>
                    <a:lnTo>
                      <a:pt x="45" y="3"/>
                    </a:lnTo>
                    <a:lnTo>
                      <a:pt x="46" y="3"/>
                    </a:lnTo>
                    <a:lnTo>
                      <a:pt x="47" y="4"/>
                    </a:lnTo>
                    <a:lnTo>
                      <a:pt x="48" y="4"/>
                    </a:lnTo>
                    <a:lnTo>
                      <a:pt x="48" y="4"/>
                    </a:lnTo>
                    <a:lnTo>
                      <a:pt x="48" y="5"/>
                    </a:lnTo>
                    <a:lnTo>
                      <a:pt x="49" y="5"/>
                    </a:lnTo>
                    <a:lnTo>
                      <a:pt x="49" y="5"/>
                    </a:lnTo>
                    <a:lnTo>
                      <a:pt x="50" y="6"/>
                    </a:lnTo>
                    <a:lnTo>
                      <a:pt x="51" y="6"/>
                    </a:lnTo>
                    <a:lnTo>
                      <a:pt x="51" y="6"/>
                    </a:lnTo>
                    <a:lnTo>
                      <a:pt x="52" y="7"/>
                    </a:lnTo>
                    <a:lnTo>
                      <a:pt x="52" y="7"/>
                    </a:lnTo>
                    <a:lnTo>
                      <a:pt x="53" y="8"/>
                    </a:lnTo>
                    <a:lnTo>
                      <a:pt x="53" y="8"/>
                    </a:lnTo>
                    <a:lnTo>
                      <a:pt x="54" y="9"/>
                    </a:lnTo>
                    <a:lnTo>
                      <a:pt x="55" y="9"/>
                    </a:lnTo>
                    <a:lnTo>
                      <a:pt x="55" y="9"/>
                    </a:lnTo>
                    <a:lnTo>
                      <a:pt x="56" y="10"/>
                    </a:lnTo>
                    <a:lnTo>
                      <a:pt x="56" y="10"/>
                    </a:lnTo>
                    <a:lnTo>
                      <a:pt x="57" y="11"/>
                    </a:lnTo>
                    <a:lnTo>
                      <a:pt x="57" y="11"/>
                    </a:lnTo>
                    <a:lnTo>
                      <a:pt x="57" y="12"/>
                    </a:lnTo>
                    <a:lnTo>
                      <a:pt x="58" y="12"/>
                    </a:lnTo>
                    <a:lnTo>
                      <a:pt x="58" y="13"/>
                    </a:lnTo>
                    <a:lnTo>
                      <a:pt x="59" y="13"/>
                    </a:lnTo>
                    <a:lnTo>
                      <a:pt x="59" y="14"/>
                    </a:lnTo>
                    <a:lnTo>
                      <a:pt x="60" y="14"/>
                    </a:lnTo>
                    <a:lnTo>
                      <a:pt x="60" y="14"/>
                    </a:lnTo>
                    <a:lnTo>
                      <a:pt x="61" y="14"/>
                    </a:lnTo>
                    <a:lnTo>
                      <a:pt x="61" y="15"/>
                    </a:lnTo>
                    <a:lnTo>
                      <a:pt x="62" y="15"/>
                    </a:lnTo>
                    <a:lnTo>
                      <a:pt x="62" y="16"/>
                    </a:lnTo>
                    <a:lnTo>
                      <a:pt x="62" y="17"/>
                    </a:lnTo>
                    <a:lnTo>
                      <a:pt x="63" y="17"/>
                    </a:lnTo>
                    <a:lnTo>
                      <a:pt x="63" y="18"/>
                    </a:lnTo>
                    <a:lnTo>
                      <a:pt x="64" y="18"/>
                    </a:lnTo>
                    <a:lnTo>
                      <a:pt x="64" y="19"/>
                    </a:lnTo>
                    <a:lnTo>
                      <a:pt x="64" y="19"/>
                    </a:lnTo>
                    <a:lnTo>
                      <a:pt x="65" y="20"/>
                    </a:lnTo>
                    <a:lnTo>
                      <a:pt x="65" y="20"/>
                    </a:lnTo>
                    <a:lnTo>
                      <a:pt x="66" y="21"/>
                    </a:lnTo>
                    <a:lnTo>
                      <a:pt x="66" y="21"/>
                    </a:lnTo>
                    <a:lnTo>
                      <a:pt x="66" y="22"/>
                    </a:lnTo>
                    <a:lnTo>
                      <a:pt x="67" y="22"/>
                    </a:lnTo>
                    <a:lnTo>
                      <a:pt x="67" y="23"/>
                    </a:lnTo>
                    <a:lnTo>
                      <a:pt x="67" y="23"/>
                    </a:lnTo>
                    <a:lnTo>
                      <a:pt x="67" y="24"/>
                    </a:lnTo>
                    <a:lnTo>
                      <a:pt x="67" y="25"/>
                    </a:lnTo>
                    <a:lnTo>
                      <a:pt x="68" y="25"/>
                    </a:lnTo>
                    <a:lnTo>
                      <a:pt x="68" y="26"/>
                    </a:lnTo>
                    <a:lnTo>
                      <a:pt x="69" y="26"/>
                    </a:lnTo>
                    <a:lnTo>
                      <a:pt x="69" y="27"/>
                    </a:lnTo>
                    <a:lnTo>
                      <a:pt x="70" y="28"/>
                    </a:lnTo>
                    <a:lnTo>
                      <a:pt x="70" y="29"/>
                    </a:lnTo>
                    <a:lnTo>
                      <a:pt x="71" y="30"/>
                    </a:lnTo>
                    <a:lnTo>
                      <a:pt x="72" y="31"/>
                    </a:lnTo>
                    <a:lnTo>
                      <a:pt x="73" y="33"/>
                    </a:lnTo>
                    <a:lnTo>
                      <a:pt x="74" y="34"/>
                    </a:lnTo>
                    <a:lnTo>
                      <a:pt x="75" y="35"/>
                    </a:lnTo>
                    <a:lnTo>
                      <a:pt x="76" y="37"/>
                    </a:lnTo>
                    <a:lnTo>
                      <a:pt x="76" y="38"/>
                    </a:lnTo>
                    <a:lnTo>
                      <a:pt x="76" y="38"/>
                    </a:lnTo>
                    <a:lnTo>
                      <a:pt x="77" y="39"/>
                    </a:lnTo>
                    <a:lnTo>
                      <a:pt x="78" y="41"/>
                    </a:lnTo>
                    <a:lnTo>
                      <a:pt x="79" y="42"/>
                    </a:lnTo>
                    <a:lnTo>
                      <a:pt x="80" y="43"/>
                    </a:lnTo>
                    <a:lnTo>
                      <a:pt x="81" y="44"/>
                    </a:lnTo>
                    <a:lnTo>
                      <a:pt x="82" y="46"/>
                    </a:lnTo>
                    <a:lnTo>
                      <a:pt x="83" y="47"/>
                    </a:lnTo>
                    <a:lnTo>
                      <a:pt x="83" y="49"/>
                    </a:lnTo>
                    <a:lnTo>
                      <a:pt x="84" y="50"/>
                    </a:lnTo>
                    <a:lnTo>
                      <a:pt x="85" y="52"/>
                    </a:lnTo>
                    <a:lnTo>
                      <a:pt x="86" y="53"/>
                    </a:lnTo>
                    <a:lnTo>
                      <a:pt x="87" y="55"/>
                    </a:lnTo>
                    <a:lnTo>
                      <a:pt x="87" y="55"/>
                    </a:lnTo>
                    <a:lnTo>
                      <a:pt x="88" y="56"/>
                    </a:lnTo>
                    <a:lnTo>
                      <a:pt x="88" y="58"/>
                    </a:lnTo>
                    <a:lnTo>
                      <a:pt x="89" y="60"/>
                    </a:lnTo>
                    <a:lnTo>
                      <a:pt x="90" y="61"/>
                    </a:lnTo>
                    <a:lnTo>
                      <a:pt x="90" y="63"/>
                    </a:lnTo>
                    <a:lnTo>
                      <a:pt x="91" y="64"/>
                    </a:lnTo>
                    <a:lnTo>
                      <a:pt x="92" y="66"/>
                    </a:lnTo>
                    <a:lnTo>
                      <a:pt x="92" y="68"/>
                    </a:lnTo>
                    <a:lnTo>
                      <a:pt x="93" y="69"/>
                    </a:lnTo>
                    <a:lnTo>
                      <a:pt x="93" y="69"/>
                    </a:lnTo>
                    <a:lnTo>
                      <a:pt x="94" y="71"/>
                    </a:lnTo>
                    <a:lnTo>
                      <a:pt x="94" y="73"/>
                    </a:lnTo>
                    <a:lnTo>
                      <a:pt x="95" y="73"/>
                    </a:lnTo>
                    <a:lnTo>
                      <a:pt x="95" y="75"/>
                    </a:lnTo>
                    <a:lnTo>
                      <a:pt x="95" y="77"/>
                    </a:lnTo>
                    <a:lnTo>
                      <a:pt x="96" y="80"/>
                    </a:lnTo>
                    <a:lnTo>
                      <a:pt x="98" y="83"/>
                    </a:lnTo>
                    <a:lnTo>
                      <a:pt x="99" y="87"/>
                    </a:lnTo>
                    <a:lnTo>
                      <a:pt x="99" y="88"/>
                    </a:lnTo>
                    <a:lnTo>
                      <a:pt x="100" y="90"/>
                    </a:lnTo>
                    <a:lnTo>
                      <a:pt x="101" y="93"/>
                    </a:lnTo>
                    <a:lnTo>
                      <a:pt x="102" y="96"/>
                    </a:lnTo>
                    <a:lnTo>
                      <a:pt x="103" y="99"/>
                    </a:lnTo>
                    <a:lnTo>
                      <a:pt x="105" y="105"/>
                    </a:lnTo>
                    <a:lnTo>
                      <a:pt x="108" y="111"/>
                    </a:lnTo>
                    <a:lnTo>
                      <a:pt x="109" y="114"/>
                    </a:lnTo>
                    <a:lnTo>
                      <a:pt x="110" y="116"/>
                    </a:lnTo>
                    <a:lnTo>
                      <a:pt x="110" y="119"/>
                    </a:lnTo>
                    <a:lnTo>
                      <a:pt x="111" y="119"/>
                    </a:lnTo>
                    <a:lnTo>
                      <a:pt x="111" y="122"/>
                    </a:lnTo>
                    <a:lnTo>
                      <a:pt x="111" y="123"/>
                    </a:lnTo>
                    <a:lnTo>
                      <a:pt x="111" y="125"/>
                    </a:lnTo>
                    <a:lnTo>
                      <a:pt x="110" y="128"/>
                    </a:lnTo>
                    <a:lnTo>
                      <a:pt x="109" y="131"/>
                    </a:lnTo>
                    <a:lnTo>
                      <a:pt x="109" y="132"/>
                    </a:lnTo>
                    <a:lnTo>
                      <a:pt x="109" y="132"/>
                    </a:lnTo>
                    <a:lnTo>
                      <a:pt x="109" y="134"/>
                    </a:lnTo>
                    <a:lnTo>
                      <a:pt x="109" y="135"/>
                    </a:lnTo>
                    <a:lnTo>
                      <a:pt x="109" y="136"/>
                    </a:lnTo>
                    <a:lnTo>
                      <a:pt x="109" y="137"/>
                    </a:lnTo>
                    <a:lnTo>
                      <a:pt x="109" y="138"/>
                    </a:lnTo>
                    <a:lnTo>
                      <a:pt x="109" y="139"/>
                    </a:lnTo>
                    <a:lnTo>
                      <a:pt x="109" y="140"/>
                    </a:lnTo>
                    <a:lnTo>
                      <a:pt x="109" y="141"/>
                    </a:lnTo>
                    <a:lnTo>
                      <a:pt x="109" y="142"/>
                    </a:lnTo>
                    <a:lnTo>
                      <a:pt x="109" y="143"/>
                    </a:lnTo>
                    <a:lnTo>
                      <a:pt x="110" y="143"/>
                    </a:lnTo>
                    <a:lnTo>
                      <a:pt x="110" y="144"/>
                    </a:lnTo>
                    <a:lnTo>
                      <a:pt x="110" y="145"/>
                    </a:lnTo>
                    <a:lnTo>
                      <a:pt x="110" y="145"/>
                    </a:lnTo>
                    <a:lnTo>
                      <a:pt x="110" y="146"/>
                    </a:lnTo>
                    <a:lnTo>
                      <a:pt x="110" y="146"/>
                    </a:lnTo>
                    <a:lnTo>
                      <a:pt x="111" y="147"/>
                    </a:lnTo>
                    <a:lnTo>
                      <a:pt x="111" y="147"/>
                    </a:lnTo>
                    <a:lnTo>
                      <a:pt x="111" y="147"/>
                    </a:lnTo>
                    <a:lnTo>
                      <a:pt x="111" y="147"/>
                    </a:lnTo>
                    <a:lnTo>
                      <a:pt x="111" y="147"/>
                    </a:lnTo>
                    <a:lnTo>
                      <a:pt x="111" y="147"/>
                    </a:lnTo>
                    <a:lnTo>
                      <a:pt x="111" y="148"/>
                    </a:lnTo>
                    <a:lnTo>
                      <a:pt x="111" y="148"/>
                    </a:lnTo>
                    <a:lnTo>
                      <a:pt x="111" y="148"/>
                    </a:lnTo>
                    <a:lnTo>
                      <a:pt x="112" y="156"/>
                    </a:lnTo>
                    <a:lnTo>
                      <a:pt x="108" y="162"/>
                    </a:lnTo>
                    <a:lnTo>
                      <a:pt x="108" y="162"/>
                    </a:lnTo>
                    <a:lnTo>
                      <a:pt x="99" y="164"/>
                    </a:lnTo>
                    <a:lnTo>
                      <a:pt x="93" y="160"/>
                    </a:lnTo>
                    <a:lnTo>
                      <a:pt x="93" y="160"/>
                    </a:lnTo>
                    <a:lnTo>
                      <a:pt x="93" y="160"/>
                    </a:lnTo>
                    <a:lnTo>
                      <a:pt x="93" y="159"/>
                    </a:lnTo>
                    <a:lnTo>
                      <a:pt x="92" y="159"/>
                    </a:lnTo>
                    <a:lnTo>
                      <a:pt x="92" y="158"/>
                    </a:lnTo>
                    <a:lnTo>
                      <a:pt x="92" y="158"/>
                    </a:lnTo>
                    <a:lnTo>
                      <a:pt x="92" y="158"/>
                    </a:lnTo>
                    <a:lnTo>
                      <a:pt x="91" y="157"/>
                    </a:lnTo>
                    <a:lnTo>
                      <a:pt x="91" y="156"/>
                    </a:lnTo>
                    <a:lnTo>
                      <a:pt x="90" y="155"/>
                    </a:lnTo>
                    <a:lnTo>
                      <a:pt x="90" y="155"/>
                    </a:lnTo>
                    <a:lnTo>
                      <a:pt x="90" y="155"/>
                    </a:lnTo>
                    <a:lnTo>
                      <a:pt x="89" y="155"/>
                    </a:lnTo>
                    <a:lnTo>
                      <a:pt x="89" y="156"/>
                    </a:lnTo>
                    <a:lnTo>
                      <a:pt x="88" y="156"/>
                    </a:lnTo>
                    <a:lnTo>
                      <a:pt x="88" y="156"/>
                    </a:lnTo>
                    <a:lnTo>
                      <a:pt x="87" y="156"/>
                    </a:lnTo>
                    <a:lnTo>
                      <a:pt x="87" y="157"/>
                    </a:lnTo>
                    <a:lnTo>
                      <a:pt x="86" y="157"/>
                    </a:lnTo>
                    <a:lnTo>
                      <a:pt x="86" y="157"/>
                    </a:lnTo>
                    <a:lnTo>
                      <a:pt x="85" y="157"/>
                    </a:lnTo>
                    <a:lnTo>
                      <a:pt x="85" y="157"/>
                    </a:lnTo>
                    <a:lnTo>
                      <a:pt x="84" y="157"/>
                    </a:lnTo>
                    <a:lnTo>
                      <a:pt x="84" y="158"/>
                    </a:lnTo>
                    <a:lnTo>
                      <a:pt x="83" y="158"/>
                    </a:lnTo>
                    <a:lnTo>
                      <a:pt x="83" y="158"/>
                    </a:lnTo>
                    <a:lnTo>
                      <a:pt x="82" y="158"/>
                    </a:lnTo>
                    <a:lnTo>
                      <a:pt x="82" y="158"/>
                    </a:lnTo>
                    <a:lnTo>
                      <a:pt x="82" y="158"/>
                    </a:lnTo>
                    <a:lnTo>
                      <a:pt x="81" y="158"/>
                    </a:lnTo>
                    <a:lnTo>
                      <a:pt x="81" y="158"/>
                    </a:lnTo>
                    <a:lnTo>
                      <a:pt x="80" y="158"/>
                    </a:lnTo>
                    <a:lnTo>
                      <a:pt x="80" y="158"/>
                    </a:lnTo>
                    <a:lnTo>
                      <a:pt x="79" y="158"/>
                    </a:lnTo>
                    <a:lnTo>
                      <a:pt x="79" y="158"/>
                    </a:lnTo>
                    <a:lnTo>
                      <a:pt x="78" y="158"/>
                    </a:lnTo>
                    <a:lnTo>
                      <a:pt x="77" y="157"/>
                    </a:lnTo>
                    <a:lnTo>
                      <a:pt x="77" y="157"/>
                    </a:lnTo>
                    <a:lnTo>
                      <a:pt x="76" y="157"/>
                    </a:lnTo>
                    <a:lnTo>
                      <a:pt x="75" y="157"/>
                    </a:lnTo>
                    <a:lnTo>
                      <a:pt x="75" y="157"/>
                    </a:lnTo>
                    <a:lnTo>
                      <a:pt x="74" y="156"/>
                    </a:lnTo>
                    <a:lnTo>
                      <a:pt x="74" y="156"/>
                    </a:lnTo>
                    <a:lnTo>
                      <a:pt x="73" y="156"/>
                    </a:lnTo>
                    <a:lnTo>
                      <a:pt x="73" y="156"/>
                    </a:lnTo>
                    <a:lnTo>
                      <a:pt x="72" y="156"/>
                    </a:lnTo>
                    <a:lnTo>
                      <a:pt x="71" y="155"/>
                    </a:lnTo>
                    <a:lnTo>
                      <a:pt x="71" y="155"/>
                    </a:lnTo>
                    <a:lnTo>
                      <a:pt x="70" y="155"/>
                    </a:lnTo>
                    <a:lnTo>
                      <a:pt x="70" y="154"/>
                    </a:lnTo>
                    <a:lnTo>
                      <a:pt x="69" y="154"/>
                    </a:lnTo>
                    <a:lnTo>
                      <a:pt x="69" y="154"/>
                    </a:lnTo>
                    <a:lnTo>
                      <a:pt x="68" y="153"/>
                    </a:lnTo>
                    <a:lnTo>
                      <a:pt x="68" y="153"/>
                    </a:lnTo>
                    <a:lnTo>
                      <a:pt x="67" y="153"/>
                    </a:lnTo>
                    <a:lnTo>
                      <a:pt x="67" y="152"/>
                    </a:lnTo>
                    <a:lnTo>
                      <a:pt x="67" y="152"/>
                    </a:lnTo>
                    <a:lnTo>
                      <a:pt x="67" y="152"/>
                    </a:lnTo>
                    <a:lnTo>
                      <a:pt x="66" y="151"/>
                    </a:lnTo>
                    <a:lnTo>
                      <a:pt x="66" y="151"/>
                    </a:lnTo>
                    <a:lnTo>
                      <a:pt x="66" y="151"/>
                    </a:lnTo>
                    <a:lnTo>
                      <a:pt x="65" y="151"/>
                    </a:lnTo>
                    <a:lnTo>
                      <a:pt x="65" y="150"/>
                    </a:lnTo>
                    <a:lnTo>
                      <a:pt x="64" y="150"/>
                    </a:lnTo>
                    <a:lnTo>
                      <a:pt x="64" y="149"/>
                    </a:lnTo>
                    <a:lnTo>
                      <a:pt x="63" y="149"/>
                    </a:lnTo>
                    <a:lnTo>
                      <a:pt x="63" y="149"/>
                    </a:lnTo>
                    <a:lnTo>
                      <a:pt x="62" y="148"/>
                    </a:lnTo>
                    <a:lnTo>
                      <a:pt x="62" y="148"/>
                    </a:lnTo>
                    <a:lnTo>
                      <a:pt x="61" y="147"/>
                    </a:lnTo>
                    <a:lnTo>
                      <a:pt x="61" y="147"/>
                    </a:lnTo>
                    <a:lnTo>
                      <a:pt x="60" y="146"/>
                    </a:lnTo>
                    <a:lnTo>
                      <a:pt x="60" y="146"/>
                    </a:lnTo>
                    <a:lnTo>
                      <a:pt x="59" y="145"/>
                    </a:lnTo>
                    <a:lnTo>
                      <a:pt x="59" y="145"/>
                    </a:lnTo>
                    <a:lnTo>
                      <a:pt x="58" y="145"/>
                    </a:lnTo>
                    <a:lnTo>
                      <a:pt x="58" y="144"/>
                    </a:lnTo>
                    <a:lnTo>
                      <a:pt x="57" y="144"/>
                    </a:lnTo>
                    <a:lnTo>
                      <a:pt x="56" y="143"/>
                    </a:lnTo>
                    <a:lnTo>
                      <a:pt x="56" y="143"/>
                    </a:lnTo>
                    <a:lnTo>
                      <a:pt x="55" y="142"/>
                    </a:lnTo>
                    <a:lnTo>
                      <a:pt x="55" y="142"/>
                    </a:lnTo>
                    <a:lnTo>
                      <a:pt x="54" y="141"/>
                    </a:lnTo>
                    <a:lnTo>
                      <a:pt x="54" y="140"/>
                    </a:lnTo>
                    <a:lnTo>
                      <a:pt x="53" y="140"/>
                    </a:lnTo>
                    <a:lnTo>
                      <a:pt x="53" y="139"/>
                    </a:lnTo>
                    <a:lnTo>
                      <a:pt x="52" y="139"/>
                    </a:lnTo>
                    <a:lnTo>
                      <a:pt x="51" y="138"/>
                    </a:lnTo>
                    <a:lnTo>
                      <a:pt x="51" y="138"/>
                    </a:lnTo>
                    <a:lnTo>
                      <a:pt x="50" y="137"/>
                    </a:lnTo>
                    <a:lnTo>
                      <a:pt x="50" y="137"/>
                    </a:lnTo>
                    <a:lnTo>
                      <a:pt x="49" y="136"/>
                    </a:lnTo>
                    <a:lnTo>
                      <a:pt x="48" y="135"/>
                    </a:lnTo>
                    <a:lnTo>
                      <a:pt x="48" y="135"/>
                    </a:lnTo>
                    <a:lnTo>
                      <a:pt x="47" y="134"/>
                    </a:lnTo>
                    <a:lnTo>
                      <a:pt x="47" y="134"/>
                    </a:lnTo>
                    <a:lnTo>
                      <a:pt x="46" y="133"/>
                    </a:lnTo>
                    <a:lnTo>
                      <a:pt x="46" y="133"/>
                    </a:lnTo>
                    <a:lnTo>
                      <a:pt x="45" y="132"/>
                    </a:lnTo>
                    <a:lnTo>
                      <a:pt x="45" y="132"/>
                    </a:lnTo>
                    <a:lnTo>
                      <a:pt x="44" y="132"/>
                    </a:lnTo>
                    <a:lnTo>
                      <a:pt x="44" y="131"/>
                    </a:lnTo>
                    <a:lnTo>
                      <a:pt x="43" y="131"/>
                    </a:lnTo>
                    <a:lnTo>
                      <a:pt x="43" y="130"/>
                    </a:lnTo>
                    <a:lnTo>
                      <a:pt x="42" y="129"/>
                    </a:lnTo>
                    <a:lnTo>
                      <a:pt x="41" y="129"/>
                    </a:lnTo>
                    <a:lnTo>
                      <a:pt x="41" y="128"/>
                    </a:lnTo>
                    <a:lnTo>
                      <a:pt x="40" y="127"/>
                    </a:lnTo>
                    <a:lnTo>
                      <a:pt x="40" y="127"/>
                    </a:lnTo>
                    <a:lnTo>
                      <a:pt x="39" y="126"/>
                    </a:lnTo>
                    <a:lnTo>
                      <a:pt x="38" y="125"/>
                    </a:lnTo>
                    <a:lnTo>
                      <a:pt x="38" y="125"/>
                    </a:lnTo>
                    <a:lnTo>
                      <a:pt x="38" y="124"/>
                    </a:lnTo>
                    <a:lnTo>
                      <a:pt x="38" y="123"/>
                    </a:lnTo>
                    <a:lnTo>
                      <a:pt x="37" y="122"/>
                    </a:lnTo>
                    <a:lnTo>
                      <a:pt x="37" y="122"/>
                    </a:lnTo>
                    <a:lnTo>
                      <a:pt x="36" y="121"/>
                    </a:lnTo>
                    <a:lnTo>
                      <a:pt x="35" y="120"/>
                    </a:lnTo>
                    <a:lnTo>
                      <a:pt x="35" y="120"/>
                    </a:lnTo>
                    <a:lnTo>
                      <a:pt x="34" y="119"/>
                    </a:lnTo>
                    <a:lnTo>
                      <a:pt x="34" y="118"/>
                    </a:lnTo>
                    <a:lnTo>
                      <a:pt x="33" y="117"/>
                    </a:lnTo>
                    <a:lnTo>
                      <a:pt x="32" y="117"/>
                    </a:lnTo>
                    <a:lnTo>
                      <a:pt x="32" y="116"/>
                    </a:lnTo>
                    <a:lnTo>
                      <a:pt x="31" y="115"/>
                    </a:lnTo>
                    <a:lnTo>
                      <a:pt x="31" y="114"/>
                    </a:lnTo>
                    <a:lnTo>
                      <a:pt x="30" y="113"/>
                    </a:lnTo>
                    <a:lnTo>
                      <a:pt x="30" y="113"/>
                    </a:lnTo>
                    <a:lnTo>
                      <a:pt x="29" y="112"/>
                    </a:lnTo>
                    <a:lnTo>
                      <a:pt x="28" y="111"/>
                    </a:lnTo>
                    <a:lnTo>
                      <a:pt x="28" y="110"/>
                    </a:lnTo>
                    <a:lnTo>
                      <a:pt x="27" y="110"/>
                    </a:lnTo>
                    <a:lnTo>
                      <a:pt x="27" y="109"/>
                    </a:lnTo>
                    <a:lnTo>
                      <a:pt x="27" y="109"/>
                    </a:lnTo>
                    <a:lnTo>
                      <a:pt x="26" y="108"/>
                    </a:lnTo>
                    <a:lnTo>
                      <a:pt x="26" y="107"/>
                    </a:lnTo>
                    <a:lnTo>
                      <a:pt x="25" y="106"/>
                    </a:lnTo>
                    <a:lnTo>
                      <a:pt x="24" y="106"/>
                    </a:lnTo>
                    <a:lnTo>
                      <a:pt x="24" y="105"/>
                    </a:lnTo>
                    <a:lnTo>
                      <a:pt x="23" y="104"/>
                    </a:lnTo>
                    <a:lnTo>
                      <a:pt x="23" y="103"/>
                    </a:lnTo>
                    <a:lnTo>
                      <a:pt x="22" y="102"/>
                    </a:lnTo>
                    <a:lnTo>
                      <a:pt x="22" y="102"/>
                    </a:lnTo>
                    <a:lnTo>
                      <a:pt x="21" y="102"/>
                    </a:lnTo>
                    <a:lnTo>
                      <a:pt x="21" y="101"/>
                    </a:lnTo>
                    <a:lnTo>
                      <a:pt x="20" y="100"/>
                    </a:lnTo>
                    <a:lnTo>
                      <a:pt x="20" y="99"/>
                    </a:lnTo>
                    <a:lnTo>
                      <a:pt x="19" y="98"/>
                    </a:lnTo>
                    <a:lnTo>
                      <a:pt x="18" y="97"/>
                    </a:lnTo>
                    <a:lnTo>
                      <a:pt x="18" y="97"/>
                    </a:lnTo>
                    <a:lnTo>
                      <a:pt x="17" y="96"/>
                    </a:lnTo>
                    <a:lnTo>
                      <a:pt x="17" y="95"/>
                    </a:lnTo>
                    <a:lnTo>
                      <a:pt x="16" y="94"/>
                    </a:lnTo>
                    <a:lnTo>
                      <a:pt x="16" y="93"/>
                    </a:lnTo>
                    <a:lnTo>
                      <a:pt x="15" y="92"/>
                    </a:lnTo>
                    <a:lnTo>
                      <a:pt x="15" y="92"/>
                    </a:lnTo>
                    <a:lnTo>
                      <a:pt x="14" y="91"/>
                    </a:lnTo>
                    <a:lnTo>
                      <a:pt x="14" y="90"/>
                    </a:lnTo>
                    <a:lnTo>
                      <a:pt x="13" y="89"/>
                    </a:lnTo>
                    <a:lnTo>
                      <a:pt x="13" y="88"/>
                    </a:lnTo>
                    <a:lnTo>
                      <a:pt x="13" y="87"/>
                    </a:lnTo>
                    <a:lnTo>
                      <a:pt x="12" y="86"/>
                    </a:lnTo>
                    <a:lnTo>
                      <a:pt x="12" y="85"/>
                    </a:lnTo>
                    <a:lnTo>
                      <a:pt x="11" y="85"/>
                    </a:lnTo>
                    <a:lnTo>
                      <a:pt x="11" y="84"/>
                    </a:lnTo>
                    <a:lnTo>
                      <a:pt x="10" y="83"/>
                    </a:lnTo>
                    <a:lnTo>
                      <a:pt x="10" y="82"/>
                    </a:lnTo>
                    <a:lnTo>
                      <a:pt x="9" y="81"/>
                    </a:lnTo>
                    <a:lnTo>
                      <a:pt x="9" y="81"/>
                    </a:lnTo>
                    <a:lnTo>
                      <a:pt x="9" y="80"/>
                    </a:lnTo>
                    <a:lnTo>
                      <a:pt x="9" y="79"/>
                    </a:lnTo>
                    <a:lnTo>
                      <a:pt x="9" y="78"/>
                    </a:lnTo>
                    <a:lnTo>
                      <a:pt x="9" y="78"/>
                    </a:lnTo>
                    <a:lnTo>
                      <a:pt x="8" y="77"/>
                    </a:lnTo>
                    <a:lnTo>
                      <a:pt x="8" y="76"/>
                    </a:lnTo>
                    <a:lnTo>
                      <a:pt x="8" y="75"/>
                    </a:lnTo>
                    <a:lnTo>
                      <a:pt x="7" y="74"/>
                    </a:lnTo>
                    <a:lnTo>
                      <a:pt x="7" y="73"/>
                    </a:lnTo>
                    <a:lnTo>
                      <a:pt x="6" y="73"/>
                    </a:lnTo>
                    <a:lnTo>
                      <a:pt x="6" y="72"/>
                    </a:lnTo>
                    <a:lnTo>
                      <a:pt x="6" y="71"/>
                    </a:lnTo>
                    <a:lnTo>
                      <a:pt x="5" y="70"/>
                    </a:lnTo>
                    <a:lnTo>
                      <a:pt x="5" y="70"/>
                    </a:lnTo>
                    <a:lnTo>
                      <a:pt x="5" y="69"/>
                    </a:lnTo>
                    <a:lnTo>
                      <a:pt x="5" y="68"/>
                    </a:lnTo>
                    <a:lnTo>
                      <a:pt x="4" y="67"/>
                    </a:lnTo>
                    <a:lnTo>
                      <a:pt x="4" y="66"/>
                    </a:lnTo>
                    <a:lnTo>
                      <a:pt x="4" y="65"/>
                    </a:lnTo>
                    <a:lnTo>
                      <a:pt x="3" y="64"/>
                    </a:lnTo>
                    <a:lnTo>
                      <a:pt x="3" y="63"/>
                    </a:lnTo>
                    <a:lnTo>
                      <a:pt x="3" y="62"/>
                    </a:lnTo>
                    <a:lnTo>
                      <a:pt x="3" y="61"/>
                    </a:lnTo>
                    <a:lnTo>
                      <a:pt x="2" y="61"/>
                    </a:lnTo>
                    <a:lnTo>
                      <a:pt x="2" y="60"/>
                    </a:lnTo>
                    <a:lnTo>
                      <a:pt x="2" y="59"/>
                    </a:lnTo>
                    <a:lnTo>
                      <a:pt x="2" y="58"/>
                    </a:lnTo>
                    <a:lnTo>
                      <a:pt x="1" y="57"/>
                    </a:lnTo>
                    <a:lnTo>
                      <a:pt x="1" y="56"/>
                    </a:lnTo>
                    <a:lnTo>
                      <a:pt x="1" y="56"/>
                    </a:lnTo>
                    <a:lnTo>
                      <a:pt x="1" y="55"/>
                    </a:lnTo>
                    <a:lnTo>
                      <a:pt x="1" y="54"/>
                    </a:lnTo>
                    <a:lnTo>
                      <a:pt x="1" y="53"/>
                    </a:lnTo>
                    <a:lnTo>
                      <a:pt x="1" y="52"/>
                    </a:lnTo>
                    <a:lnTo>
                      <a:pt x="1" y="51"/>
                    </a:lnTo>
                    <a:lnTo>
                      <a:pt x="0" y="50"/>
                    </a:lnTo>
                    <a:lnTo>
                      <a:pt x="0" y="49"/>
                    </a:lnTo>
                    <a:lnTo>
                      <a:pt x="0" y="49"/>
                    </a:lnTo>
                    <a:lnTo>
                      <a:pt x="0" y="48"/>
                    </a:lnTo>
                    <a:lnTo>
                      <a:pt x="0" y="47"/>
                    </a:lnTo>
                    <a:lnTo>
                      <a:pt x="0" y="46"/>
                    </a:lnTo>
                    <a:lnTo>
                      <a:pt x="0" y="45"/>
                    </a:lnTo>
                    <a:lnTo>
                      <a:pt x="0" y="44"/>
                    </a:lnTo>
                    <a:lnTo>
                      <a:pt x="0" y="43"/>
                    </a:lnTo>
                    <a:lnTo>
                      <a:pt x="0" y="43"/>
                    </a:lnTo>
                    <a:lnTo>
                      <a:pt x="0" y="42"/>
                    </a:lnTo>
                    <a:lnTo>
                      <a:pt x="0" y="41"/>
                    </a:lnTo>
                    <a:lnTo>
                      <a:pt x="0" y="40"/>
                    </a:lnTo>
                    <a:lnTo>
                      <a:pt x="0" y="39"/>
                    </a:lnTo>
                    <a:lnTo>
                      <a:pt x="0" y="38"/>
                    </a:lnTo>
                    <a:lnTo>
                      <a:pt x="0" y="37"/>
                    </a:lnTo>
                    <a:lnTo>
                      <a:pt x="0" y="37"/>
                    </a:lnTo>
                    <a:lnTo>
                      <a:pt x="0" y="36"/>
                    </a:lnTo>
                    <a:lnTo>
                      <a:pt x="0" y="36"/>
                    </a:lnTo>
                    <a:lnTo>
                      <a:pt x="0" y="35"/>
                    </a:lnTo>
                    <a:lnTo>
                      <a:pt x="0" y="35"/>
                    </a:lnTo>
                    <a:lnTo>
                      <a:pt x="1" y="34"/>
                    </a:lnTo>
                    <a:lnTo>
                      <a:pt x="1" y="34"/>
                    </a:lnTo>
                    <a:lnTo>
                      <a:pt x="1" y="33"/>
                    </a:lnTo>
                    <a:lnTo>
                      <a:pt x="1" y="33"/>
                    </a:lnTo>
                    <a:lnTo>
                      <a:pt x="1" y="32"/>
                    </a:lnTo>
                    <a:lnTo>
                      <a:pt x="1" y="32"/>
                    </a:lnTo>
                    <a:lnTo>
                      <a:pt x="1" y="31"/>
                    </a:lnTo>
                    <a:lnTo>
                      <a:pt x="1" y="31"/>
                    </a:lnTo>
                    <a:lnTo>
                      <a:pt x="1" y="30"/>
                    </a:lnTo>
                    <a:lnTo>
                      <a:pt x="1" y="30"/>
                    </a:lnTo>
                    <a:lnTo>
                      <a:pt x="2" y="29"/>
                    </a:lnTo>
                    <a:lnTo>
                      <a:pt x="2" y="29"/>
                    </a:lnTo>
                    <a:lnTo>
                      <a:pt x="2" y="28"/>
                    </a:lnTo>
                    <a:lnTo>
                      <a:pt x="2" y="28"/>
                    </a:lnTo>
                    <a:lnTo>
                      <a:pt x="2" y="28"/>
                    </a:lnTo>
                    <a:lnTo>
                      <a:pt x="2" y="27"/>
                    </a:lnTo>
                    <a:lnTo>
                      <a:pt x="2" y="27"/>
                    </a:lnTo>
                    <a:lnTo>
                      <a:pt x="3" y="26"/>
                    </a:lnTo>
                    <a:lnTo>
                      <a:pt x="3" y="26"/>
                    </a:lnTo>
                    <a:lnTo>
                      <a:pt x="3" y="25"/>
                    </a:lnTo>
                    <a:lnTo>
                      <a:pt x="3" y="25"/>
                    </a:lnTo>
                    <a:lnTo>
                      <a:pt x="3" y="25"/>
                    </a:lnTo>
                    <a:lnTo>
                      <a:pt x="3" y="24"/>
                    </a:lnTo>
                    <a:lnTo>
                      <a:pt x="3" y="24"/>
                    </a:lnTo>
                    <a:lnTo>
                      <a:pt x="4" y="23"/>
                    </a:lnTo>
                    <a:lnTo>
                      <a:pt x="4" y="23"/>
                    </a:lnTo>
                    <a:lnTo>
                      <a:pt x="4" y="22"/>
                    </a:lnTo>
                    <a:lnTo>
                      <a:pt x="4" y="22"/>
                    </a:lnTo>
                    <a:lnTo>
                      <a:pt x="5" y="22"/>
                    </a:lnTo>
                    <a:lnTo>
                      <a:pt x="5" y="21"/>
                    </a:lnTo>
                    <a:lnTo>
                      <a:pt x="5" y="21"/>
                    </a:lnTo>
                    <a:lnTo>
                      <a:pt x="5" y="20"/>
                    </a:lnTo>
                    <a:lnTo>
                      <a:pt x="6" y="20"/>
                    </a:lnTo>
                    <a:lnTo>
                      <a:pt x="6" y="19"/>
                    </a:lnTo>
                    <a:lnTo>
                      <a:pt x="6" y="19"/>
                    </a:lnTo>
                    <a:lnTo>
                      <a:pt x="6" y="18"/>
                    </a:lnTo>
                    <a:lnTo>
                      <a:pt x="7" y="18"/>
                    </a:lnTo>
                    <a:lnTo>
                      <a:pt x="7" y="18"/>
                    </a:lnTo>
                    <a:lnTo>
                      <a:pt x="7" y="17"/>
                    </a:lnTo>
                    <a:lnTo>
                      <a:pt x="7" y="17"/>
                    </a:lnTo>
                    <a:lnTo>
                      <a:pt x="8" y="16"/>
                    </a:lnTo>
                    <a:lnTo>
                      <a:pt x="8" y="16"/>
                    </a:lnTo>
                    <a:lnTo>
                      <a:pt x="8" y="16"/>
                    </a:lnTo>
                    <a:lnTo>
                      <a:pt x="9" y="15"/>
                    </a:lnTo>
                    <a:lnTo>
                      <a:pt x="9" y="15"/>
                    </a:lnTo>
                    <a:lnTo>
                      <a:pt x="9" y="14"/>
                    </a:lnTo>
                    <a:lnTo>
                      <a:pt x="9" y="14"/>
                    </a:lnTo>
                    <a:lnTo>
                      <a:pt x="9" y="14"/>
                    </a:lnTo>
                    <a:lnTo>
                      <a:pt x="9" y="14"/>
                    </a:lnTo>
                    <a:lnTo>
                      <a:pt x="10" y="14"/>
                    </a:lnTo>
                    <a:lnTo>
                      <a:pt x="10" y="13"/>
                    </a:lnTo>
                    <a:lnTo>
                      <a:pt x="10" y="13"/>
                    </a:lnTo>
                    <a:lnTo>
                      <a:pt x="11" y="13"/>
                    </a:lnTo>
                    <a:lnTo>
                      <a:pt x="11" y="12"/>
                    </a:lnTo>
                    <a:lnTo>
                      <a:pt x="12" y="12"/>
                    </a:lnTo>
                    <a:lnTo>
                      <a:pt x="12" y="12"/>
                    </a:lnTo>
                    <a:lnTo>
                      <a:pt x="12" y="11"/>
                    </a:lnTo>
                    <a:lnTo>
                      <a:pt x="13" y="11"/>
                    </a:lnTo>
                    <a:lnTo>
                      <a:pt x="13" y="10"/>
                    </a:lnTo>
                    <a:lnTo>
                      <a:pt x="13" y="10"/>
                    </a:lnTo>
                    <a:lnTo>
                      <a:pt x="14" y="10"/>
                    </a:lnTo>
                    <a:lnTo>
                      <a:pt x="14" y="9"/>
                    </a:lnTo>
                    <a:lnTo>
                      <a:pt x="15" y="9"/>
                    </a:lnTo>
                    <a:lnTo>
                      <a:pt x="15" y="9"/>
                    </a:lnTo>
                    <a:lnTo>
                      <a:pt x="16" y="8"/>
                    </a:lnTo>
                    <a:lnTo>
                      <a:pt x="16" y="8"/>
                    </a:lnTo>
                    <a:lnTo>
                      <a:pt x="16" y="8"/>
                    </a:lnTo>
                    <a:lnTo>
                      <a:pt x="17" y="8"/>
                    </a:lnTo>
                    <a:lnTo>
                      <a:pt x="17" y="7"/>
                    </a:lnTo>
                    <a:lnTo>
                      <a:pt x="18" y="7"/>
                    </a:lnTo>
                    <a:lnTo>
                      <a:pt x="18" y="7"/>
                    </a:lnTo>
                    <a:lnTo>
                      <a:pt x="19" y="6"/>
                    </a:lnTo>
                    <a:lnTo>
                      <a:pt x="19" y="6"/>
                    </a:lnTo>
                    <a:lnTo>
                      <a:pt x="20" y="6"/>
                    </a:lnTo>
                    <a:lnTo>
                      <a:pt x="20" y="6"/>
                    </a:lnTo>
                    <a:lnTo>
                      <a:pt x="20" y="5"/>
                    </a:lnTo>
                    <a:lnTo>
                      <a:pt x="21" y="5"/>
                    </a:lnTo>
                    <a:lnTo>
                      <a:pt x="21" y="5"/>
                    </a:lnTo>
                    <a:lnTo>
                      <a:pt x="22" y="5"/>
                    </a:lnTo>
                    <a:lnTo>
                      <a:pt x="22" y="4"/>
                    </a:lnTo>
                    <a:lnTo>
                      <a:pt x="23" y="4"/>
                    </a:lnTo>
                    <a:lnTo>
                      <a:pt x="23" y="4"/>
                    </a:lnTo>
                    <a:lnTo>
                      <a:pt x="24" y="4"/>
                    </a:lnTo>
                    <a:lnTo>
                      <a:pt x="24" y="3"/>
                    </a:lnTo>
                    <a:lnTo>
                      <a:pt x="25" y="3"/>
                    </a:lnTo>
                    <a:lnTo>
                      <a:pt x="25" y="3"/>
                    </a:lnTo>
                    <a:lnTo>
                      <a:pt x="26" y="3"/>
                    </a:lnTo>
                    <a:lnTo>
                      <a:pt x="26" y="3"/>
                    </a:lnTo>
                    <a:lnTo>
                      <a:pt x="27" y="2"/>
                    </a:lnTo>
                    <a:lnTo>
                      <a:pt x="27" y="2"/>
                    </a:lnTo>
                    <a:lnTo>
                      <a:pt x="28" y="2"/>
                    </a:lnTo>
                    <a:lnTo>
                      <a:pt x="28" y="2"/>
                    </a:lnTo>
                    <a:lnTo>
                      <a:pt x="29" y="2"/>
                    </a:lnTo>
                    <a:lnTo>
                      <a:pt x="29" y="1"/>
                    </a:lnTo>
                    <a:lnTo>
                      <a:pt x="30" y="1"/>
                    </a:lnTo>
                    <a:lnTo>
                      <a:pt x="30" y="1"/>
                    </a:lnTo>
                    <a:lnTo>
                      <a:pt x="31" y="1"/>
                    </a:lnTo>
                    <a:lnTo>
                      <a:pt x="31" y="1"/>
                    </a:lnTo>
                    <a:lnTo>
                      <a:pt x="32" y="1"/>
                    </a:lnTo>
                    <a:lnTo>
                      <a:pt x="32" y="1"/>
                    </a:lnTo>
                    <a:lnTo>
                      <a:pt x="32" y="1"/>
                    </a:lnTo>
                    <a:lnTo>
                      <a:pt x="33" y="1"/>
                    </a:lnTo>
                    <a:lnTo>
                      <a:pt x="33" y="1"/>
                    </a:lnTo>
                    <a:lnTo>
                      <a:pt x="34" y="1"/>
                    </a:lnTo>
                    <a:lnTo>
                      <a:pt x="34" y="1"/>
                    </a:lnTo>
                    <a:lnTo>
                      <a:pt x="35" y="0"/>
                    </a:lnTo>
                    <a:lnTo>
                      <a:pt x="35" y="0"/>
                    </a:lnTo>
                    <a:lnTo>
                      <a:pt x="36" y="0"/>
                    </a:lnTo>
                    <a:lnTo>
                      <a:pt x="36" y="0"/>
                    </a:lnTo>
                    <a:lnTo>
                      <a:pt x="36" y="0"/>
                    </a:lnTo>
                    <a:close/>
                    <a:moveTo>
                      <a:pt x="74" y="139"/>
                    </a:moveTo>
                    <a:lnTo>
                      <a:pt x="74" y="139"/>
                    </a:lnTo>
                    <a:lnTo>
                      <a:pt x="74" y="139"/>
                    </a:lnTo>
                    <a:lnTo>
                      <a:pt x="74" y="140"/>
                    </a:lnTo>
                    <a:lnTo>
                      <a:pt x="73" y="140"/>
                    </a:lnTo>
                    <a:lnTo>
                      <a:pt x="73" y="140"/>
                    </a:lnTo>
                    <a:lnTo>
                      <a:pt x="73" y="140"/>
                    </a:lnTo>
                    <a:lnTo>
                      <a:pt x="73" y="141"/>
                    </a:lnTo>
                    <a:lnTo>
                      <a:pt x="73" y="141"/>
                    </a:lnTo>
                    <a:lnTo>
                      <a:pt x="73" y="141"/>
                    </a:lnTo>
                    <a:lnTo>
                      <a:pt x="73" y="141"/>
                    </a:lnTo>
                    <a:lnTo>
                      <a:pt x="73" y="141"/>
                    </a:lnTo>
                    <a:lnTo>
                      <a:pt x="73" y="141"/>
                    </a:lnTo>
                    <a:lnTo>
                      <a:pt x="73" y="142"/>
                    </a:lnTo>
                    <a:lnTo>
                      <a:pt x="73" y="142"/>
                    </a:lnTo>
                    <a:lnTo>
                      <a:pt x="73" y="142"/>
                    </a:lnTo>
                    <a:lnTo>
                      <a:pt x="73" y="142"/>
                    </a:lnTo>
                    <a:lnTo>
                      <a:pt x="73" y="142"/>
                    </a:lnTo>
                    <a:lnTo>
                      <a:pt x="74" y="139"/>
                    </a:lnTo>
                    <a:lnTo>
                      <a:pt x="74" y="139"/>
                    </a:lnTo>
                    <a:lnTo>
                      <a:pt x="74" y="139"/>
                    </a:lnTo>
                    <a:close/>
                    <a:moveTo>
                      <a:pt x="35" y="33"/>
                    </a:moveTo>
                    <a:lnTo>
                      <a:pt x="34" y="33"/>
                    </a:lnTo>
                    <a:lnTo>
                      <a:pt x="34" y="34"/>
                    </a:lnTo>
                    <a:lnTo>
                      <a:pt x="34" y="34"/>
                    </a:lnTo>
                    <a:lnTo>
                      <a:pt x="34" y="34"/>
                    </a:lnTo>
                    <a:lnTo>
                      <a:pt x="34" y="34"/>
                    </a:lnTo>
                    <a:lnTo>
                      <a:pt x="34" y="34"/>
                    </a:lnTo>
                    <a:lnTo>
                      <a:pt x="34" y="34"/>
                    </a:lnTo>
                    <a:lnTo>
                      <a:pt x="34" y="34"/>
                    </a:lnTo>
                    <a:lnTo>
                      <a:pt x="34" y="34"/>
                    </a:lnTo>
                    <a:lnTo>
                      <a:pt x="34" y="34"/>
                    </a:lnTo>
                    <a:lnTo>
                      <a:pt x="34" y="34"/>
                    </a:lnTo>
                    <a:lnTo>
                      <a:pt x="33" y="34"/>
                    </a:lnTo>
                    <a:lnTo>
                      <a:pt x="33" y="34"/>
                    </a:lnTo>
                    <a:lnTo>
                      <a:pt x="33" y="35"/>
                    </a:lnTo>
                    <a:lnTo>
                      <a:pt x="33" y="35"/>
                    </a:lnTo>
                    <a:lnTo>
                      <a:pt x="33" y="35"/>
                    </a:lnTo>
                    <a:lnTo>
                      <a:pt x="33" y="35"/>
                    </a:lnTo>
                    <a:lnTo>
                      <a:pt x="33" y="35"/>
                    </a:lnTo>
                    <a:lnTo>
                      <a:pt x="33" y="35"/>
                    </a:lnTo>
                    <a:lnTo>
                      <a:pt x="33" y="35"/>
                    </a:lnTo>
                    <a:lnTo>
                      <a:pt x="33" y="35"/>
                    </a:lnTo>
                    <a:lnTo>
                      <a:pt x="33" y="35"/>
                    </a:lnTo>
                    <a:lnTo>
                      <a:pt x="33" y="35"/>
                    </a:lnTo>
                    <a:lnTo>
                      <a:pt x="33" y="35"/>
                    </a:lnTo>
                    <a:lnTo>
                      <a:pt x="33" y="35"/>
                    </a:lnTo>
                    <a:lnTo>
                      <a:pt x="33" y="36"/>
                    </a:lnTo>
                    <a:lnTo>
                      <a:pt x="33" y="36"/>
                    </a:lnTo>
                    <a:lnTo>
                      <a:pt x="33" y="36"/>
                    </a:lnTo>
                    <a:lnTo>
                      <a:pt x="32" y="36"/>
                    </a:lnTo>
                    <a:lnTo>
                      <a:pt x="32" y="36"/>
                    </a:lnTo>
                    <a:lnTo>
                      <a:pt x="32" y="36"/>
                    </a:lnTo>
                    <a:lnTo>
                      <a:pt x="32" y="36"/>
                    </a:lnTo>
                    <a:lnTo>
                      <a:pt x="32" y="36"/>
                    </a:lnTo>
                    <a:lnTo>
                      <a:pt x="32" y="36"/>
                    </a:lnTo>
                    <a:lnTo>
                      <a:pt x="32" y="36"/>
                    </a:lnTo>
                    <a:lnTo>
                      <a:pt x="32" y="37"/>
                    </a:lnTo>
                    <a:lnTo>
                      <a:pt x="32" y="37"/>
                    </a:lnTo>
                    <a:lnTo>
                      <a:pt x="32" y="37"/>
                    </a:lnTo>
                    <a:lnTo>
                      <a:pt x="32" y="37"/>
                    </a:lnTo>
                    <a:lnTo>
                      <a:pt x="32" y="37"/>
                    </a:lnTo>
                    <a:lnTo>
                      <a:pt x="32" y="37"/>
                    </a:lnTo>
                    <a:lnTo>
                      <a:pt x="32" y="37"/>
                    </a:lnTo>
                    <a:lnTo>
                      <a:pt x="32" y="37"/>
                    </a:lnTo>
                    <a:lnTo>
                      <a:pt x="32" y="37"/>
                    </a:lnTo>
                    <a:lnTo>
                      <a:pt x="32" y="37"/>
                    </a:lnTo>
                    <a:lnTo>
                      <a:pt x="32" y="38"/>
                    </a:lnTo>
                    <a:lnTo>
                      <a:pt x="32" y="38"/>
                    </a:lnTo>
                    <a:lnTo>
                      <a:pt x="32" y="38"/>
                    </a:lnTo>
                    <a:lnTo>
                      <a:pt x="32" y="38"/>
                    </a:lnTo>
                    <a:lnTo>
                      <a:pt x="32" y="38"/>
                    </a:lnTo>
                    <a:lnTo>
                      <a:pt x="31" y="38"/>
                    </a:lnTo>
                    <a:lnTo>
                      <a:pt x="31" y="38"/>
                    </a:lnTo>
                    <a:lnTo>
                      <a:pt x="31" y="38"/>
                    </a:lnTo>
                    <a:lnTo>
                      <a:pt x="31" y="39"/>
                    </a:lnTo>
                    <a:lnTo>
                      <a:pt x="31" y="39"/>
                    </a:lnTo>
                    <a:lnTo>
                      <a:pt x="31" y="39"/>
                    </a:lnTo>
                    <a:lnTo>
                      <a:pt x="31" y="39"/>
                    </a:lnTo>
                    <a:lnTo>
                      <a:pt x="31" y="39"/>
                    </a:lnTo>
                    <a:lnTo>
                      <a:pt x="31" y="39"/>
                    </a:lnTo>
                    <a:lnTo>
                      <a:pt x="31" y="40"/>
                    </a:lnTo>
                    <a:lnTo>
                      <a:pt x="31" y="40"/>
                    </a:lnTo>
                    <a:lnTo>
                      <a:pt x="31" y="40"/>
                    </a:lnTo>
                    <a:lnTo>
                      <a:pt x="31" y="40"/>
                    </a:lnTo>
                    <a:lnTo>
                      <a:pt x="31" y="40"/>
                    </a:lnTo>
                    <a:lnTo>
                      <a:pt x="31" y="40"/>
                    </a:lnTo>
                    <a:lnTo>
                      <a:pt x="31" y="41"/>
                    </a:lnTo>
                    <a:lnTo>
                      <a:pt x="31" y="41"/>
                    </a:lnTo>
                    <a:lnTo>
                      <a:pt x="31" y="41"/>
                    </a:lnTo>
                    <a:lnTo>
                      <a:pt x="31" y="42"/>
                    </a:lnTo>
                    <a:lnTo>
                      <a:pt x="31" y="42"/>
                    </a:lnTo>
                    <a:lnTo>
                      <a:pt x="31" y="43"/>
                    </a:lnTo>
                    <a:lnTo>
                      <a:pt x="31" y="43"/>
                    </a:lnTo>
                    <a:lnTo>
                      <a:pt x="31" y="43"/>
                    </a:lnTo>
                    <a:lnTo>
                      <a:pt x="31" y="43"/>
                    </a:lnTo>
                    <a:lnTo>
                      <a:pt x="31" y="43"/>
                    </a:lnTo>
                    <a:lnTo>
                      <a:pt x="31" y="44"/>
                    </a:lnTo>
                    <a:lnTo>
                      <a:pt x="31" y="44"/>
                    </a:lnTo>
                    <a:lnTo>
                      <a:pt x="31" y="45"/>
                    </a:lnTo>
                    <a:lnTo>
                      <a:pt x="31" y="45"/>
                    </a:lnTo>
                    <a:lnTo>
                      <a:pt x="31" y="46"/>
                    </a:lnTo>
                    <a:lnTo>
                      <a:pt x="31" y="46"/>
                    </a:lnTo>
                    <a:lnTo>
                      <a:pt x="31" y="47"/>
                    </a:lnTo>
                    <a:lnTo>
                      <a:pt x="31" y="47"/>
                    </a:lnTo>
                    <a:lnTo>
                      <a:pt x="31" y="48"/>
                    </a:lnTo>
                    <a:lnTo>
                      <a:pt x="31" y="48"/>
                    </a:lnTo>
                    <a:lnTo>
                      <a:pt x="31" y="49"/>
                    </a:lnTo>
                    <a:lnTo>
                      <a:pt x="31" y="50"/>
                    </a:lnTo>
                    <a:lnTo>
                      <a:pt x="31" y="50"/>
                    </a:lnTo>
                    <a:lnTo>
                      <a:pt x="31" y="50"/>
                    </a:lnTo>
                    <a:lnTo>
                      <a:pt x="31" y="51"/>
                    </a:lnTo>
                    <a:lnTo>
                      <a:pt x="31" y="51"/>
                    </a:lnTo>
                    <a:lnTo>
                      <a:pt x="32" y="52"/>
                    </a:lnTo>
                    <a:lnTo>
                      <a:pt x="32" y="53"/>
                    </a:lnTo>
                    <a:lnTo>
                      <a:pt x="32" y="53"/>
                    </a:lnTo>
                    <a:lnTo>
                      <a:pt x="32" y="54"/>
                    </a:lnTo>
                    <a:lnTo>
                      <a:pt x="32" y="55"/>
                    </a:lnTo>
                    <a:lnTo>
                      <a:pt x="32" y="55"/>
                    </a:lnTo>
                    <a:lnTo>
                      <a:pt x="32" y="56"/>
                    </a:lnTo>
                    <a:lnTo>
                      <a:pt x="33" y="56"/>
                    </a:lnTo>
                    <a:lnTo>
                      <a:pt x="33" y="57"/>
                    </a:lnTo>
                    <a:lnTo>
                      <a:pt x="33" y="58"/>
                    </a:lnTo>
                    <a:lnTo>
                      <a:pt x="33" y="58"/>
                    </a:lnTo>
                    <a:lnTo>
                      <a:pt x="33" y="59"/>
                    </a:lnTo>
                    <a:lnTo>
                      <a:pt x="33" y="60"/>
                    </a:lnTo>
                    <a:lnTo>
                      <a:pt x="34" y="61"/>
                    </a:lnTo>
                    <a:lnTo>
                      <a:pt x="34" y="61"/>
                    </a:lnTo>
                    <a:lnTo>
                      <a:pt x="34" y="62"/>
                    </a:lnTo>
                    <a:lnTo>
                      <a:pt x="34" y="63"/>
                    </a:lnTo>
                    <a:lnTo>
                      <a:pt x="35" y="63"/>
                    </a:lnTo>
                    <a:lnTo>
                      <a:pt x="35" y="64"/>
                    </a:lnTo>
                    <a:lnTo>
                      <a:pt x="35" y="65"/>
                    </a:lnTo>
                    <a:lnTo>
                      <a:pt x="35" y="65"/>
                    </a:lnTo>
                    <a:lnTo>
                      <a:pt x="36" y="66"/>
                    </a:lnTo>
                    <a:lnTo>
                      <a:pt x="36" y="67"/>
                    </a:lnTo>
                    <a:lnTo>
                      <a:pt x="36" y="68"/>
                    </a:lnTo>
                    <a:lnTo>
                      <a:pt x="36" y="68"/>
                    </a:lnTo>
                    <a:lnTo>
                      <a:pt x="37" y="69"/>
                    </a:lnTo>
                    <a:lnTo>
                      <a:pt x="37" y="70"/>
                    </a:lnTo>
                    <a:lnTo>
                      <a:pt x="37" y="70"/>
                    </a:lnTo>
                    <a:lnTo>
                      <a:pt x="37" y="71"/>
                    </a:lnTo>
                    <a:lnTo>
                      <a:pt x="38" y="71"/>
                    </a:lnTo>
                    <a:lnTo>
                      <a:pt x="38" y="72"/>
                    </a:lnTo>
                    <a:lnTo>
                      <a:pt x="38" y="73"/>
                    </a:lnTo>
                    <a:lnTo>
                      <a:pt x="38" y="73"/>
                    </a:lnTo>
                    <a:lnTo>
                      <a:pt x="38" y="73"/>
                    </a:lnTo>
                    <a:lnTo>
                      <a:pt x="38" y="74"/>
                    </a:lnTo>
                    <a:lnTo>
                      <a:pt x="39" y="75"/>
                    </a:lnTo>
                    <a:lnTo>
                      <a:pt x="39" y="76"/>
                    </a:lnTo>
                    <a:lnTo>
                      <a:pt x="39" y="76"/>
                    </a:lnTo>
                    <a:lnTo>
                      <a:pt x="40" y="77"/>
                    </a:lnTo>
                    <a:lnTo>
                      <a:pt x="40" y="78"/>
                    </a:lnTo>
                    <a:lnTo>
                      <a:pt x="40" y="79"/>
                    </a:lnTo>
                    <a:lnTo>
                      <a:pt x="41" y="80"/>
                    </a:lnTo>
                    <a:lnTo>
                      <a:pt x="41" y="80"/>
                    </a:lnTo>
                    <a:lnTo>
                      <a:pt x="41" y="81"/>
                    </a:lnTo>
                    <a:lnTo>
                      <a:pt x="42" y="82"/>
                    </a:lnTo>
                    <a:lnTo>
                      <a:pt x="42" y="83"/>
                    </a:lnTo>
                    <a:lnTo>
                      <a:pt x="42" y="83"/>
                    </a:lnTo>
                    <a:lnTo>
                      <a:pt x="43" y="84"/>
                    </a:lnTo>
                    <a:lnTo>
                      <a:pt x="43" y="85"/>
                    </a:lnTo>
                    <a:lnTo>
                      <a:pt x="44" y="86"/>
                    </a:lnTo>
                    <a:lnTo>
                      <a:pt x="44" y="86"/>
                    </a:lnTo>
                    <a:lnTo>
                      <a:pt x="44" y="87"/>
                    </a:lnTo>
                    <a:lnTo>
                      <a:pt x="45" y="88"/>
                    </a:lnTo>
                    <a:lnTo>
                      <a:pt x="45" y="89"/>
                    </a:lnTo>
                    <a:lnTo>
                      <a:pt x="46" y="89"/>
                    </a:lnTo>
                    <a:lnTo>
                      <a:pt x="46" y="90"/>
                    </a:lnTo>
                    <a:lnTo>
                      <a:pt x="47" y="91"/>
                    </a:lnTo>
                    <a:lnTo>
                      <a:pt x="47" y="92"/>
                    </a:lnTo>
                    <a:lnTo>
                      <a:pt x="47" y="93"/>
                    </a:lnTo>
                    <a:lnTo>
                      <a:pt x="48" y="93"/>
                    </a:lnTo>
                    <a:lnTo>
                      <a:pt x="48" y="94"/>
                    </a:lnTo>
                    <a:lnTo>
                      <a:pt x="49" y="95"/>
                    </a:lnTo>
                    <a:lnTo>
                      <a:pt x="49" y="95"/>
                    </a:lnTo>
                    <a:lnTo>
                      <a:pt x="49" y="96"/>
                    </a:lnTo>
                    <a:lnTo>
                      <a:pt x="50" y="96"/>
                    </a:lnTo>
                    <a:lnTo>
                      <a:pt x="50" y="97"/>
                    </a:lnTo>
                    <a:lnTo>
                      <a:pt x="50" y="98"/>
                    </a:lnTo>
                    <a:lnTo>
                      <a:pt x="51" y="99"/>
                    </a:lnTo>
                    <a:lnTo>
                      <a:pt x="51" y="99"/>
                    </a:lnTo>
                    <a:lnTo>
                      <a:pt x="52" y="100"/>
                    </a:lnTo>
                    <a:lnTo>
                      <a:pt x="52" y="101"/>
                    </a:lnTo>
                    <a:lnTo>
                      <a:pt x="53" y="101"/>
                    </a:lnTo>
                    <a:lnTo>
                      <a:pt x="53" y="102"/>
                    </a:lnTo>
                    <a:lnTo>
                      <a:pt x="54" y="102"/>
                    </a:lnTo>
                    <a:lnTo>
                      <a:pt x="54" y="103"/>
                    </a:lnTo>
                    <a:lnTo>
                      <a:pt x="55" y="103"/>
                    </a:lnTo>
                    <a:lnTo>
                      <a:pt x="55" y="104"/>
                    </a:lnTo>
                    <a:lnTo>
                      <a:pt x="56" y="105"/>
                    </a:lnTo>
                    <a:lnTo>
                      <a:pt x="56" y="105"/>
                    </a:lnTo>
                    <a:lnTo>
                      <a:pt x="56" y="106"/>
                    </a:lnTo>
                    <a:lnTo>
                      <a:pt x="57" y="107"/>
                    </a:lnTo>
                    <a:lnTo>
                      <a:pt x="57" y="107"/>
                    </a:lnTo>
                    <a:lnTo>
                      <a:pt x="58" y="108"/>
                    </a:lnTo>
                    <a:lnTo>
                      <a:pt x="58" y="109"/>
                    </a:lnTo>
                    <a:lnTo>
                      <a:pt x="59" y="110"/>
                    </a:lnTo>
                    <a:lnTo>
                      <a:pt x="59" y="110"/>
                    </a:lnTo>
                    <a:lnTo>
                      <a:pt x="60" y="111"/>
                    </a:lnTo>
                    <a:lnTo>
                      <a:pt x="60" y="111"/>
                    </a:lnTo>
                    <a:lnTo>
                      <a:pt x="61" y="112"/>
                    </a:lnTo>
                    <a:lnTo>
                      <a:pt x="61" y="113"/>
                    </a:lnTo>
                    <a:lnTo>
                      <a:pt x="62" y="113"/>
                    </a:lnTo>
                    <a:lnTo>
                      <a:pt x="62" y="114"/>
                    </a:lnTo>
                    <a:lnTo>
                      <a:pt x="63" y="115"/>
                    </a:lnTo>
                    <a:lnTo>
                      <a:pt x="63" y="115"/>
                    </a:lnTo>
                    <a:lnTo>
                      <a:pt x="64" y="116"/>
                    </a:lnTo>
                    <a:lnTo>
                      <a:pt x="64" y="117"/>
                    </a:lnTo>
                    <a:lnTo>
                      <a:pt x="65" y="117"/>
                    </a:lnTo>
                    <a:lnTo>
                      <a:pt x="65" y="118"/>
                    </a:lnTo>
                    <a:lnTo>
                      <a:pt x="65" y="118"/>
                    </a:lnTo>
                    <a:lnTo>
                      <a:pt x="65" y="118"/>
                    </a:lnTo>
                    <a:lnTo>
                      <a:pt x="66" y="119"/>
                    </a:lnTo>
                    <a:lnTo>
                      <a:pt x="66" y="119"/>
                    </a:lnTo>
                    <a:lnTo>
                      <a:pt x="66" y="119"/>
                    </a:lnTo>
                    <a:lnTo>
                      <a:pt x="64" y="113"/>
                    </a:lnTo>
                    <a:lnTo>
                      <a:pt x="63" y="110"/>
                    </a:lnTo>
                    <a:lnTo>
                      <a:pt x="62" y="107"/>
                    </a:lnTo>
                    <a:lnTo>
                      <a:pt x="61" y="104"/>
                    </a:lnTo>
                    <a:lnTo>
                      <a:pt x="60" y="102"/>
                    </a:lnTo>
                    <a:lnTo>
                      <a:pt x="59" y="102"/>
                    </a:lnTo>
                    <a:lnTo>
                      <a:pt x="58" y="98"/>
                    </a:lnTo>
                    <a:lnTo>
                      <a:pt x="57" y="95"/>
                    </a:lnTo>
                    <a:lnTo>
                      <a:pt x="56" y="92"/>
                    </a:lnTo>
                    <a:lnTo>
                      <a:pt x="55" y="90"/>
                    </a:lnTo>
                    <a:lnTo>
                      <a:pt x="55" y="89"/>
                    </a:lnTo>
                    <a:lnTo>
                      <a:pt x="54" y="87"/>
                    </a:lnTo>
                    <a:lnTo>
                      <a:pt x="54" y="86"/>
                    </a:lnTo>
                    <a:lnTo>
                      <a:pt x="53" y="84"/>
                    </a:lnTo>
                    <a:lnTo>
                      <a:pt x="53" y="83"/>
                    </a:lnTo>
                    <a:lnTo>
                      <a:pt x="52" y="82"/>
                    </a:lnTo>
                    <a:lnTo>
                      <a:pt x="52" y="81"/>
                    </a:lnTo>
                    <a:lnTo>
                      <a:pt x="51" y="79"/>
                    </a:lnTo>
                    <a:lnTo>
                      <a:pt x="51" y="78"/>
                    </a:lnTo>
                    <a:lnTo>
                      <a:pt x="50" y="76"/>
                    </a:lnTo>
                    <a:lnTo>
                      <a:pt x="50" y="75"/>
                    </a:lnTo>
                    <a:lnTo>
                      <a:pt x="49" y="73"/>
                    </a:lnTo>
                    <a:lnTo>
                      <a:pt x="48" y="73"/>
                    </a:lnTo>
                    <a:lnTo>
                      <a:pt x="48" y="71"/>
                    </a:lnTo>
                    <a:lnTo>
                      <a:pt x="48" y="71"/>
                    </a:lnTo>
                    <a:lnTo>
                      <a:pt x="47" y="70"/>
                    </a:lnTo>
                    <a:lnTo>
                      <a:pt x="47" y="68"/>
                    </a:lnTo>
                    <a:lnTo>
                      <a:pt x="47" y="67"/>
                    </a:lnTo>
                    <a:lnTo>
                      <a:pt x="46" y="65"/>
                    </a:lnTo>
                    <a:lnTo>
                      <a:pt x="46" y="64"/>
                    </a:lnTo>
                    <a:lnTo>
                      <a:pt x="45" y="62"/>
                    </a:lnTo>
                    <a:lnTo>
                      <a:pt x="45" y="61"/>
                    </a:lnTo>
                    <a:lnTo>
                      <a:pt x="44" y="59"/>
                    </a:lnTo>
                    <a:lnTo>
                      <a:pt x="44" y="58"/>
                    </a:lnTo>
                    <a:lnTo>
                      <a:pt x="44" y="56"/>
                    </a:lnTo>
                    <a:lnTo>
                      <a:pt x="43" y="55"/>
                    </a:lnTo>
                    <a:lnTo>
                      <a:pt x="43" y="54"/>
                    </a:lnTo>
                    <a:lnTo>
                      <a:pt x="43" y="53"/>
                    </a:lnTo>
                    <a:lnTo>
                      <a:pt x="42" y="52"/>
                    </a:lnTo>
                    <a:lnTo>
                      <a:pt x="42" y="51"/>
                    </a:lnTo>
                    <a:lnTo>
                      <a:pt x="41" y="50"/>
                    </a:lnTo>
                    <a:lnTo>
                      <a:pt x="41" y="48"/>
                    </a:lnTo>
                    <a:lnTo>
                      <a:pt x="41" y="47"/>
                    </a:lnTo>
                    <a:lnTo>
                      <a:pt x="40" y="46"/>
                    </a:lnTo>
                    <a:lnTo>
                      <a:pt x="40" y="45"/>
                    </a:lnTo>
                    <a:lnTo>
                      <a:pt x="39" y="44"/>
                    </a:lnTo>
                    <a:lnTo>
                      <a:pt x="39" y="43"/>
                    </a:lnTo>
                    <a:lnTo>
                      <a:pt x="39" y="43"/>
                    </a:lnTo>
                    <a:lnTo>
                      <a:pt x="39" y="43"/>
                    </a:lnTo>
                    <a:lnTo>
                      <a:pt x="38" y="43"/>
                    </a:lnTo>
                    <a:lnTo>
                      <a:pt x="38" y="42"/>
                    </a:lnTo>
                    <a:lnTo>
                      <a:pt x="38" y="42"/>
                    </a:lnTo>
                    <a:lnTo>
                      <a:pt x="38" y="41"/>
                    </a:lnTo>
                    <a:lnTo>
                      <a:pt x="38" y="41"/>
                    </a:lnTo>
                    <a:lnTo>
                      <a:pt x="38" y="40"/>
                    </a:lnTo>
                    <a:lnTo>
                      <a:pt x="38" y="40"/>
                    </a:lnTo>
                    <a:lnTo>
                      <a:pt x="38" y="39"/>
                    </a:lnTo>
                    <a:lnTo>
                      <a:pt x="38" y="39"/>
                    </a:lnTo>
                    <a:lnTo>
                      <a:pt x="38" y="39"/>
                    </a:lnTo>
                    <a:lnTo>
                      <a:pt x="37" y="38"/>
                    </a:lnTo>
                    <a:lnTo>
                      <a:pt x="37" y="38"/>
                    </a:lnTo>
                    <a:lnTo>
                      <a:pt x="37" y="37"/>
                    </a:lnTo>
                    <a:lnTo>
                      <a:pt x="37" y="37"/>
                    </a:lnTo>
                    <a:lnTo>
                      <a:pt x="37" y="37"/>
                    </a:lnTo>
                    <a:lnTo>
                      <a:pt x="36" y="36"/>
                    </a:lnTo>
                    <a:lnTo>
                      <a:pt x="36" y="36"/>
                    </a:lnTo>
                    <a:lnTo>
                      <a:pt x="36" y="36"/>
                    </a:lnTo>
                    <a:lnTo>
                      <a:pt x="36" y="35"/>
                    </a:lnTo>
                    <a:lnTo>
                      <a:pt x="36" y="35"/>
                    </a:lnTo>
                    <a:lnTo>
                      <a:pt x="35" y="35"/>
                    </a:lnTo>
                    <a:lnTo>
                      <a:pt x="35" y="34"/>
                    </a:lnTo>
                    <a:lnTo>
                      <a:pt x="35" y="34"/>
                    </a:lnTo>
                    <a:lnTo>
                      <a:pt x="35" y="34"/>
                    </a:lnTo>
                    <a:lnTo>
                      <a:pt x="35" y="33"/>
                    </a:lnTo>
                    <a:lnTo>
                      <a:pt x="35" y="33"/>
                    </a:lnTo>
                    <a:lnTo>
                      <a:pt x="35" y="33"/>
                    </a:lnTo>
                    <a:close/>
                    <a:moveTo>
                      <a:pt x="33" y="31"/>
                    </a:moveTo>
                    <a:lnTo>
                      <a:pt x="33" y="31"/>
                    </a:lnTo>
                    <a:lnTo>
                      <a:pt x="32" y="31"/>
                    </a:lnTo>
                    <a:lnTo>
                      <a:pt x="33" y="31"/>
                    </a:lnTo>
                    <a:lnTo>
                      <a:pt x="33" y="31"/>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5" name="Freeform 21">
                <a:extLst>
                  <a:ext uri="{FF2B5EF4-FFF2-40B4-BE49-F238E27FC236}">
                    <a16:creationId xmlns:a16="http://schemas.microsoft.com/office/drawing/2014/main" id="{60BEE990-4457-4371-F6EF-BD6AB62BC69C}"/>
                  </a:ext>
                </a:extLst>
              </p:cNvPr>
              <p:cNvSpPr>
                <a:spLocks noEditPoints="1"/>
              </p:cNvSpPr>
              <p:nvPr/>
            </p:nvSpPr>
            <p:spPr bwMode="auto">
              <a:xfrm>
                <a:off x="10584298" y="4505947"/>
                <a:ext cx="621334" cy="301887"/>
              </a:xfrm>
              <a:custGeom>
                <a:avLst/>
                <a:gdLst>
                  <a:gd name="T0" fmla="*/ 40 w 920"/>
                  <a:gd name="T1" fmla="*/ 6 h 447"/>
                  <a:gd name="T2" fmla="*/ 57 w 920"/>
                  <a:gd name="T3" fmla="*/ 18 h 447"/>
                  <a:gd name="T4" fmla="*/ 83 w 920"/>
                  <a:gd name="T5" fmla="*/ 37 h 447"/>
                  <a:gd name="T6" fmla="*/ 126 w 920"/>
                  <a:gd name="T7" fmla="*/ 71 h 447"/>
                  <a:gd name="T8" fmla="*/ 200 w 920"/>
                  <a:gd name="T9" fmla="*/ 132 h 447"/>
                  <a:gd name="T10" fmla="*/ 225 w 920"/>
                  <a:gd name="T11" fmla="*/ 151 h 447"/>
                  <a:gd name="T12" fmla="*/ 249 w 920"/>
                  <a:gd name="T13" fmla="*/ 166 h 447"/>
                  <a:gd name="T14" fmla="*/ 317 w 920"/>
                  <a:gd name="T15" fmla="*/ 184 h 447"/>
                  <a:gd name="T16" fmla="*/ 388 w 920"/>
                  <a:gd name="T17" fmla="*/ 206 h 447"/>
                  <a:gd name="T18" fmla="*/ 455 w 920"/>
                  <a:gd name="T19" fmla="*/ 227 h 447"/>
                  <a:gd name="T20" fmla="*/ 525 w 920"/>
                  <a:gd name="T21" fmla="*/ 251 h 447"/>
                  <a:gd name="T22" fmla="*/ 596 w 920"/>
                  <a:gd name="T23" fmla="*/ 277 h 447"/>
                  <a:gd name="T24" fmla="*/ 661 w 920"/>
                  <a:gd name="T25" fmla="*/ 302 h 447"/>
                  <a:gd name="T26" fmla="*/ 719 w 920"/>
                  <a:gd name="T27" fmla="*/ 329 h 447"/>
                  <a:gd name="T28" fmla="*/ 782 w 920"/>
                  <a:gd name="T29" fmla="*/ 358 h 447"/>
                  <a:gd name="T30" fmla="*/ 828 w 920"/>
                  <a:gd name="T31" fmla="*/ 380 h 447"/>
                  <a:gd name="T32" fmla="*/ 838 w 920"/>
                  <a:gd name="T33" fmla="*/ 386 h 447"/>
                  <a:gd name="T34" fmla="*/ 869 w 920"/>
                  <a:gd name="T35" fmla="*/ 407 h 447"/>
                  <a:gd name="T36" fmla="*/ 888 w 920"/>
                  <a:gd name="T37" fmla="*/ 417 h 447"/>
                  <a:gd name="T38" fmla="*/ 897 w 920"/>
                  <a:gd name="T39" fmla="*/ 423 h 447"/>
                  <a:gd name="T40" fmla="*/ 906 w 920"/>
                  <a:gd name="T41" fmla="*/ 426 h 447"/>
                  <a:gd name="T42" fmla="*/ 909 w 920"/>
                  <a:gd name="T43" fmla="*/ 426 h 447"/>
                  <a:gd name="T44" fmla="*/ 904 w 920"/>
                  <a:gd name="T45" fmla="*/ 447 h 447"/>
                  <a:gd name="T46" fmla="*/ 892 w 920"/>
                  <a:gd name="T47" fmla="*/ 444 h 447"/>
                  <a:gd name="T48" fmla="*/ 880 w 920"/>
                  <a:gd name="T49" fmla="*/ 439 h 447"/>
                  <a:gd name="T50" fmla="*/ 865 w 920"/>
                  <a:gd name="T51" fmla="*/ 431 h 447"/>
                  <a:gd name="T52" fmla="*/ 834 w 920"/>
                  <a:gd name="T53" fmla="*/ 411 h 447"/>
                  <a:gd name="T54" fmla="*/ 819 w 920"/>
                  <a:gd name="T55" fmla="*/ 402 h 447"/>
                  <a:gd name="T56" fmla="*/ 793 w 920"/>
                  <a:gd name="T57" fmla="*/ 391 h 447"/>
                  <a:gd name="T58" fmla="*/ 729 w 920"/>
                  <a:gd name="T59" fmla="*/ 368 h 447"/>
                  <a:gd name="T60" fmla="*/ 665 w 920"/>
                  <a:gd name="T61" fmla="*/ 347 h 447"/>
                  <a:gd name="T62" fmla="*/ 603 w 920"/>
                  <a:gd name="T63" fmla="*/ 324 h 447"/>
                  <a:gd name="T64" fmla="*/ 533 w 920"/>
                  <a:gd name="T65" fmla="*/ 299 h 447"/>
                  <a:gd name="T66" fmla="*/ 463 w 920"/>
                  <a:gd name="T67" fmla="*/ 275 h 447"/>
                  <a:gd name="T68" fmla="*/ 398 w 920"/>
                  <a:gd name="T69" fmla="*/ 253 h 447"/>
                  <a:gd name="T70" fmla="*/ 327 w 920"/>
                  <a:gd name="T71" fmla="*/ 232 h 447"/>
                  <a:gd name="T72" fmla="*/ 257 w 920"/>
                  <a:gd name="T73" fmla="*/ 211 h 447"/>
                  <a:gd name="T74" fmla="*/ 191 w 920"/>
                  <a:gd name="T75" fmla="*/ 194 h 447"/>
                  <a:gd name="T76" fmla="*/ 154 w 920"/>
                  <a:gd name="T77" fmla="*/ 183 h 447"/>
                  <a:gd name="T78" fmla="*/ 127 w 920"/>
                  <a:gd name="T79" fmla="*/ 174 h 447"/>
                  <a:gd name="T80" fmla="*/ 100 w 920"/>
                  <a:gd name="T81" fmla="*/ 163 h 447"/>
                  <a:gd name="T82" fmla="*/ 74 w 920"/>
                  <a:gd name="T83" fmla="*/ 151 h 447"/>
                  <a:gd name="T84" fmla="*/ 49 w 920"/>
                  <a:gd name="T85" fmla="*/ 137 h 447"/>
                  <a:gd name="T86" fmla="*/ 35 w 920"/>
                  <a:gd name="T87" fmla="*/ 128 h 447"/>
                  <a:gd name="T88" fmla="*/ 25 w 920"/>
                  <a:gd name="T89" fmla="*/ 118 h 447"/>
                  <a:gd name="T90" fmla="*/ 19 w 920"/>
                  <a:gd name="T91" fmla="*/ 110 h 447"/>
                  <a:gd name="T92" fmla="*/ 12 w 920"/>
                  <a:gd name="T93" fmla="*/ 100 h 447"/>
                  <a:gd name="T94" fmla="*/ 8 w 920"/>
                  <a:gd name="T95" fmla="*/ 89 h 447"/>
                  <a:gd name="T96" fmla="*/ 4 w 920"/>
                  <a:gd name="T97" fmla="*/ 69 h 447"/>
                  <a:gd name="T98" fmla="*/ 1 w 920"/>
                  <a:gd name="T99" fmla="*/ 45 h 447"/>
                  <a:gd name="T100" fmla="*/ 0 w 920"/>
                  <a:gd name="T101" fmla="*/ 27 h 447"/>
                  <a:gd name="T102" fmla="*/ 3 w 920"/>
                  <a:gd name="T103" fmla="*/ 14 h 447"/>
                  <a:gd name="T104" fmla="*/ 26 w 920"/>
                  <a:gd name="T105" fmla="*/ 0 h 447"/>
                  <a:gd name="T106" fmla="*/ 49 w 920"/>
                  <a:gd name="T107" fmla="*/ 78 h 447"/>
                  <a:gd name="T108" fmla="*/ 53 w 920"/>
                  <a:gd name="T109" fmla="*/ 84 h 447"/>
                  <a:gd name="T110" fmla="*/ 57 w 920"/>
                  <a:gd name="T111" fmla="*/ 89 h 447"/>
                  <a:gd name="T112" fmla="*/ 62 w 920"/>
                  <a:gd name="T113" fmla="*/ 95 h 447"/>
                  <a:gd name="T114" fmla="*/ 68 w 920"/>
                  <a:gd name="T115" fmla="*/ 99 h 447"/>
                  <a:gd name="T116" fmla="*/ 89 w 920"/>
                  <a:gd name="T117" fmla="*/ 112 h 447"/>
                  <a:gd name="T118" fmla="*/ 113 w 920"/>
                  <a:gd name="T119" fmla="*/ 122 h 447"/>
                  <a:gd name="T120" fmla="*/ 108 w 920"/>
                  <a:gd name="T121" fmla="*/ 112 h 447"/>
                  <a:gd name="T122" fmla="*/ 61 w 920"/>
                  <a:gd name="T123" fmla="*/ 74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20" h="447">
                    <a:moveTo>
                      <a:pt x="26" y="0"/>
                    </a:moveTo>
                    <a:lnTo>
                      <a:pt x="28" y="1"/>
                    </a:lnTo>
                    <a:lnTo>
                      <a:pt x="30" y="1"/>
                    </a:lnTo>
                    <a:lnTo>
                      <a:pt x="32" y="2"/>
                    </a:lnTo>
                    <a:lnTo>
                      <a:pt x="33" y="2"/>
                    </a:lnTo>
                    <a:lnTo>
                      <a:pt x="34" y="3"/>
                    </a:lnTo>
                    <a:lnTo>
                      <a:pt x="34" y="3"/>
                    </a:lnTo>
                    <a:lnTo>
                      <a:pt x="35" y="3"/>
                    </a:lnTo>
                    <a:lnTo>
                      <a:pt x="35" y="4"/>
                    </a:lnTo>
                    <a:lnTo>
                      <a:pt x="36" y="4"/>
                    </a:lnTo>
                    <a:lnTo>
                      <a:pt x="37" y="4"/>
                    </a:lnTo>
                    <a:lnTo>
                      <a:pt x="37" y="5"/>
                    </a:lnTo>
                    <a:lnTo>
                      <a:pt x="38" y="5"/>
                    </a:lnTo>
                    <a:lnTo>
                      <a:pt x="39" y="6"/>
                    </a:lnTo>
                    <a:lnTo>
                      <a:pt x="39" y="6"/>
                    </a:lnTo>
                    <a:lnTo>
                      <a:pt x="40" y="6"/>
                    </a:lnTo>
                    <a:lnTo>
                      <a:pt x="41" y="7"/>
                    </a:lnTo>
                    <a:lnTo>
                      <a:pt x="42" y="7"/>
                    </a:lnTo>
                    <a:lnTo>
                      <a:pt x="42" y="8"/>
                    </a:lnTo>
                    <a:lnTo>
                      <a:pt x="43" y="8"/>
                    </a:lnTo>
                    <a:lnTo>
                      <a:pt x="44" y="8"/>
                    </a:lnTo>
                    <a:lnTo>
                      <a:pt x="44" y="9"/>
                    </a:lnTo>
                    <a:lnTo>
                      <a:pt x="45" y="9"/>
                    </a:lnTo>
                    <a:lnTo>
                      <a:pt x="46" y="10"/>
                    </a:lnTo>
                    <a:lnTo>
                      <a:pt x="47" y="11"/>
                    </a:lnTo>
                    <a:lnTo>
                      <a:pt x="49" y="12"/>
                    </a:lnTo>
                    <a:lnTo>
                      <a:pt x="50" y="13"/>
                    </a:lnTo>
                    <a:lnTo>
                      <a:pt x="52" y="14"/>
                    </a:lnTo>
                    <a:lnTo>
                      <a:pt x="53" y="15"/>
                    </a:lnTo>
                    <a:lnTo>
                      <a:pt x="54" y="16"/>
                    </a:lnTo>
                    <a:lnTo>
                      <a:pt x="55" y="17"/>
                    </a:lnTo>
                    <a:lnTo>
                      <a:pt x="57" y="18"/>
                    </a:lnTo>
                    <a:lnTo>
                      <a:pt x="59" y="19"/>
                    </a:lnTo>
                    <a:lnTo>
                      <a:pt x="60" y="21"/>
                    </a:lnTo>
                    <a:lnTo>
                      <a:pt x="62" y="22"/>
                    </a:lnTo>
                    <a:lnTo>
                      <a:pt x="64" y="23"/>
                    </a:lnTo>
                    <a:lnTo>
                      <a:pt x="66" y="24"/>
                    </a:lnTo>
                    <a:lnTo>
                      <a:pt x="67" y="26"/>
                    </a:lnTo>
                    <a:lnTo>
                      <a:pt x="69" y="27"/>
                    </a:lnTo>
                    <a:lnTo>
                      <a:pt x="71" y="28"/>
                    </a:lnTo>
                    <a:lnTo>
                      <a:pt x="73" y="29"/>
                    </a:lnTo>
                    <a:lnTo>
                      <a:pt x="75" y="30"/>
                    </a:lnTo>
                    <a:lnTo>
                      <a:pt x="76" y="31"/>
                    </a:lnTo>
                    <a:lnTo>
                      <a:pt x="78" y="33"/>
                    </a:lnTo>
                    <a:lnTo>
                      <a:pt x="80" y="34"/>
                    </a:lnTo>
                    <a:lnTo>
                      <a:pt x="80" y="34"/>
                    </a:lnTo>
                    <a:lnTo>
                      <a:pt x="82" y="36"/>
                    </a:lnTo>
                    <a:lnTo>
                      <a:pt x="83" y="37"/>
                    </a:lnTo>
                    <a:lnTo>
                      <a:pt x="85" y="39"/>
                    </a:lnTo>
                    <a:lnTo>
                      <a:pt x="87" y="40"/>
                    </a:lnTo>
                    <a:lnTo>
                      <a:pt x="89" y="42"/>
                    </a:lnTo>
                    <a:lnTo>
                      <a:pt x="91" y="44"/>
                    </a:lnTo>
                    <a:lnTo>
                      <a:pt x="93" y="45"/>
                    </a:lnTo>
                    <a:lnTo>
                      <a:pt x="95" y="47"/>
                    </a:lnTo>
                    <a:lnTo>
                      <a:pt x="97" y="48"/>
                    </a:lnTo>
                    <a:lnTo>
                      <a:pt x="99" y="50"/>
                    </a:lnTo>
                    <a:lnTo>
                      <a:pt x="102" y="52"/>
                    </a:lnTo>
                    <a:lnTo>
                      <a:pt x="104" y="53"/>
                    </a:lnTo>
                    <a:lnTo>
                      <a:pt x="106" y="55"/>
                    </a:lnTo>
                    <a:lnTo>
                      <a:pt x="110" y="59"/>
                    </a:lnTo>
                    <a:lnTo>
                      <a:pt x="113" y="61"/>
                    </a:lnTo>
                    <a:lnTo>
                      <a:pt x="118" y="64"/>
                    </a:lnTo>
                    <a:lnTo>
                      <a:pt x="122" y="68"/>
                    </a:lnTo>
                    <a:lnTo>
                      <a:pt x="126" y="71"/>
                    </a:lnTo>
                    <a:lnTo>
                      <a:pt x="131" y="75"/>
                    </a:lnTo>
                    <a:lnTo>
                      <a:pt x="135" y="79"/>
                    </a:lnTo>
                    <a:lnTo>
                      <a:pt x="139" y="82"/>
                    </a:lnTo>
                    <a:lnTo>
                      <a:pt x="143" y="86"/>
                    </a:lnTo>
                    <a:lnTo>
                      <a:pt x="147" y="88"/>
                    </a:lnTo>
                    <a:lnTo>
                      <a:pt x="155" y="95"/>
                    </a:lnTo>
                    <a:lnTo>
                      <a:pt x="164" y="102"/>
                    </a:lnTo>
                    <a:lnTo>
                      <a:pt x="169" y="107"/>
                    </a:lnTo>
                    <a:lnTo>
                      <a:pt x="171" y="109"/>
                    </a:lnTo>
                    <a:lnTo>
                      <a:pt x="179" y="115"/>
                    </a:lnTo>
                    <a:lnTo>
                      <a:pt x="183" y="118"/>
                    </a:lnTo>
                    <a:lnTo>
                      <a:pt x="187" y="121"/>
                    </a:lnTo>
                    <a:lnTo>
                      <a:pt x="190" y="124"/>
                    </a:lnTo>
                    <a:lnTo>
                      <a:pt x="194" y="127"/>
                    </a:lnTo>
                    <a:lnTo>
                      <a:pt x="197" y="130"/>
                    </a:lnTo>
                    <a:lnTo>
                      <a:pt x="200" y="132"/>
                    </a:lnTo>
                    <a:lnTo>
                      <a:pt x="203" y="135"/>
                    </a:lnTo>
                    <a:lnTo>
                      <a:pt x="203" y="135"/>
                    </a:lnTo>
                    <a:lnTo>
                      <a:pt x="206" y="138"/>
                    </a:lnTo>
                    <a:lnTo>
                      <a:pt x="210" y="140"/>
                    </a:lnTo>
                    <a:lnTo>
                      <a:pt x="211" y="141"/>
                    </a:lnTo>
                    <a:lnTo>
                      <a:pt x="212" y="142"/>
                    </a:lnTo>
                    <a:lnTo>
                      <a:pt x="214" y="143"/>
                    </a:lnTo>
                    <a:lnTo>
                      <a:pt x="215" y="145"/>
                    </a:lnTo>
                    <a:lnTo>
                      <a:pt x="216" y="146"/>
                    </a:lnTo>
                    <a:lnTo>
                      <a:pt x="218" y="147"/>
                    </a:lnTo>
                    <a:lnTo>
                      <a:pt x="219" y="147"/>
                    </a:lnTo>
                    <a:lnTo>
                      <a:pt x="220" y="148"/>
                    </a:lnTo>
                    <a:lnTo>
                      <a:pt x="221" y="148"/>
                    </a:lnTo>
                    <a:lnTo>
                      <a:pt x="223" y="149"/>
                    </a:lnTo>
                    <a:lnTo>
                      <a:pt x="224" y="150"/>
                    </a:lnTo>
                    <a:lnTo>
                      <a:pt x="225" y="151"/>
                    </a:lnTo>
                    <a:lnTo>
                      <a:pt x="226" y="152"/>
                    </a:lnTo>
                    <a:lnTo>
                      <a:pt x="226" y="152"/>
                    </a:lnTo>
                    <a:lnTo>
                      <a:pt x="226" y="153"/>
                    </a:lnTo>
                    <a:lnTo>
                      <a:pt x="227" y="154"/>
                    </a:lnTo>
                    <a:lnTo>
                      <a:pt x="228" y="154"/>
                    </a:lnTo>
                    <a:lnTo>
                      <a:pt x="229" y="155"/>
                    </a:lnTo>
                    <a:lnTo>
                      <a:pt x="229" y="155"/>
                    </a:lnTo>
                    <a:lnTo>
                      <a:pt x="230" y="155"/>
                    </a:lnTo>
                    <a:lnTo>
                      <a:pt x="230" y="155"/>
                    </a:lnTo>
                    <a:lnTo>
                      <a:pt x="229" y="158"/>
                    </a:lnTo>
                    <a:lnTo>
                      <a:pt x="228" y="159"/>
                    </a:lnTo>
                    <a:lnTo>
                      <a:pt x="228" y="160"/>
                    </a:lnTo>
                    <a:lnTo>
                      <a:pt x="229" y="160"/>
                    </a:lnTo>
                    <a:lnTo>
                      <a:pt x="236" y="162"/>
                    </a:lnTo>
                    <a:lnTo>
                      <a:pt x="242" y="164"/>
                    </a:lnTo>
                    <a:lnTo>
                      <a:pt x="249" y="166"/>
                    </a:lnTo>
                    <a:lnTo>
                      <a:pt x="255" y="167"/>
                    </a:lnTo>
                    <a:lnTo>
                      <a:pt x="258" y="168"/>
                    </a:lnTo>
                    <a:lnTo>
                      <a:pt x="262" y="169"/>
                    </a:lnTo>
                    <a:lnTo>
                      <a:pt x="265" y="170"/>
                    </a:lnTo>
                    <a:lnTo>
                      <a:pt x="268" y="171"/>
                    </a:lnTo>
                    <a:lnTo>
                      <a:pt x="273" y="172"/>
                    </a:lnTo>
                    <a:lnTo>
                      <a:pt x="277" y="173"/>
                    </a:lnTo>
                    <a:lnTo>
                      <a:pt x="282" y="175"/>
                    </a:lnTo>
                    <a:lnTo>
                      <a:pt x="286" y="176"/>
                    </a:lnTo>
                    <a:lnTo>
                      <a:pt x="290" y="177"/>
                    </a:lnTo>
                    <a:lnTo>
                      <a:pt x="295" y="178"/>
                    </a:lnTo>
                    <a:lnTo>
                      <a:pt x="299" y="179"/>
                    </a:lnTo>
                    <a:lnTo>
                      <a:pt x="304" y="180"/>
                    </a:lnTo>
                    <a:lnTo>
                      <a:pt x="308" y="182"/>
                    </a:lnTo>
                    <a:lnTo>
                      <a:pt x="313" y="183"/>
                    </a:lnTo>
                    <a:lnTo>
                      <a:pt x="317" y="184"/>
                    </a:lnTo>
                    <a:lnTo>
                      <a:pt x="321" y="185"/>
                    </a:lnTo>
                    <a:lnTo>
                      <a:pt x="326" y="187"/>
                    </a:lnTo>
                    <a:lnTo>
                      <a:pt x="330" y="188"/>
                    </a:lnTo>
                    <a:lnTo>
                      <a:pt x="335" y="190"/>
                    </a:lnTo>
                    <a:lnTo>
                      <a:pt x="340" y="191"/>
                    </a:lnTo>
                    <a:lnTo>
                      <a:pt x="343" y="192"/>
                    </a:lnTo>
                    <a:lnTo>
                      <a:pt x="348" y="194"/>
                    </a:lnTo>
                    <a:lnTo>
                      <a:pt x="352" y="195"/>
                    </a:lnTo>
                    <a:lnTo>
                      <a:pt x="357" y="196"/>
                    </a:lnTo>
                    <a:lnTo>
                      <a:pt x="362" y="198"/>
                    </a:lnTo>
                    <a:lnTo>
                      <a:pt x="366" y="199"/>
                    </a:lnTo>
                    <a:lnTo>
                      <a:pt x="371" y="201"/>
                    </a:lnTo>
                    <a:lnTo>
                      <a:pt x="374" y="202"/>
                    </a:lnTo>
                    <a:lnTo>
                      <a:pt x="379" y="203"/>
                    </a:lnTo>
                    <a:lnTo>
                      <a:pt x="383" y="205"/>
                    </a:lnTo>
                    <a:lnTo>
                      <a:pt x="388" y="206"/>
                    </a:lnTo>
                    <a:lnTo>
                      <a:pt x="393" y="207"/>
                    </a:lnTo>
                    <a:lnTo>
                      <a:pt x="397" y="208"/>
                    </a:lnTo>
                    <a:lnTo>
                      <a:pt x="401" y="210"/>
                    </a:lnTo>
                    <a:lnTo>
                      <a:pt x="405" y="211"/>
                    </a:lnTo>
                    <a:lnTo>
                      <a:pt x="410" y="212"/>
                    </a:lnTo>
                    <a:lnTo>
                      <a:pt x="415" y="214"/>
                    </a:lnTo>
                    <a:lnTo>
                      <a:pt x="419" y="215"/>
                    </a:lnTo>
                    <a:lnTo>
                      <a:pt x="424" y="217"/>
                    </a:lnTo>
                    <a:lnTo>
                      <a:pt x="428" y="218"/>
                    </a:lnTo>
                    <a:lnTo>
                      <a:pt x="432" y="220"/>
                    </a:lnTo>
                    <a:lnTo>
                      <a:pt x="437" y="221"/>
                    </a:lnTo>
                    <a:lnTo>
                      <a:pt x="441" y="223"/>
                    </a:lnTo>
                    <a:lnTo>
                      <a:pt x="446" y="224"/>
                    </a:lnTo>
                    <a:lnTo>
                      <a:pt x="450" y="226"/>
                    </a:lnTo>
                    <a:lnTo>
                      <a:pt x="453" y="227"/>
                    </a:lnTo>
                    <a:lnTo>
                      <a:pt x="455" y="227"/>
                    </a:lnTo>
                    <a:lnTo>
                      <a:pt x="459" y="229"/>
                    </a:lnTo>
                    <a:lnTo>
                      <a:pt x="463" y="230"/>
                    </a:lnTo>
                    <a:lnTo>
                      <a:pt x="468" y="232"/>
                    </a:lnTo>
                    <a:lnTo>
                      <a:pt x="472" y="234"/>
                    </a:lnTo>
                    <a:lnTo>
                      <a:pt x="477" y="235"/>
                    </a:lnTo>
                    <a:lnTo>
                      <a:pt x="481" y="236"/>
                    </a:lnTo>
                    <a:lnTo>
                      <a:pt x="486" y="237"/>
                    </a:lnTo>
                    <a:lnTo>
                      <a:pt x="490" y="239"/>
                    </a:lnTo>
                    <a:lnTo>
                      <a:pt x="494" y="240"/>
                    </a:lnTo>
                    <a:lnTo>
                      <a:pt x="499" y="242"/>
                    </a:lnTo>
                    <a:lnTo>
                      <a:pt x="503" y="243"/>
                    </a:lnTo>
                    <a:lnTo>
                      <a:pt x="508" y="245"/>
                    </a:lnTo>
                    <a:lnTo>
                      <a:pt x="512" y="247"/>
                    </a:lnTo>
                    <a:lnTo>
                      <a:pt x="516" y="248"/>
                    </a:lnTo>
                    <a:lnTo>
                      <a:pt x="521" y="250"/>
                    </a:lnTo>
                    <a:lnTo>
                      <a:pt x="525" y="251"/>
                    </a:lnTo>
                    <a:lnTo>
                      <a:pt x="530" y="253"/>
                    </a:lnTo>
                    <a:lnTo>
                      <a:pt x="534" y="255"/>
                    </a:lnTo>
                    <a:lnTo>
                      <a:pt x="539" y="256"/>
                    </a:lnTo>
                    <a:lnTo>
                      <a:pt x="543" y="258"/>
                    </a:lnTo>
                    <a:lnTo>
                      <a:pt x="547" y="260"/>
                    </a:lnTo>
                    <a:lnTo>
                      <a:pt x="552" y="261"/>
                    </a:lnTo>
                    <a:lnTo>
                      <a:pt x="556" y="263"/>
                    </a:lnTo>
                    <a:lnTo>
                      <a:pt x="561" y="265"/>
                    </a:lnTo>
                    <a:lnTo>
                      <a:pt x="565" y="265"/>
                    </a:lnTo>
                    <a:lnTo>
                      <a:pt x="570" y="267"/>
                    </a:lnTo>
                    <a:lnTo>
                      <a:pt x="574" y="268"/>
                    </a:lnTo>
                    <a:lnTo>
                      <a:pt x="578" y="270"/>
                    </a:lnTo>
                    <a:lnTo>
                      <a:pt x="582" y="272"/>
                    </a:lnTo>
                    <a:lnTo>
                      <a:pt x="587" y="274"/>
                    </a:lnTo>
                    <a:lnTo>
                      <a:pt x="591" y="275"/>
                    </a:lnTo>
                    <a:lnTo>
                      <a:pt x="596" y="277"/>
                    </a:lnTo>
                    <a:lnTo>
                      <a:pt x="600" y="279"/>
                    </a:lnTo>
                    <a:lnTo>
                      <a:pt x="604" y="280"/>
                    </a:lnTo>
                    <a:lnTo>
                      <a:pt x="609" y="282"/>
                    </a:lnTo>
                    <a:lnTo>
                      <a:pt x="613" y="284"/>
                    </a:lnTo>
                    <a:lnTo>
                      <a:pt x="618" y="285"/>
                    </a:lnTo>
                    <a:lnTo>
                      <a:pt x="622" y="287"/>
                    </a:lnTo>
                    <a:lnTo>
                      <a:pt x="627" y="289"/>
                    </a:lnTo>
                    <a:lnTo>
                      <a:pt x="631" y="290"/>
                    </a:lnTo>
                    <a:lnTo>
                      <a:pt x="635" y="292"/>
                    </a:lnTo>
                    <a:lnTo>
                      <a:pt x="639" y="294"/>
                    </a:lnTo>
                    <a:lnTo>
                      <a:pt x="643" y="295"/>
                    </a:lnTo>
                    <a:lnTo>
                      <a:pt x="644" y="295"/>
                    </a:lnTo>
                    <a:lnTo>
                      <a:pt x="648" y="297"/>
                    </a:lnTo>
                    <a:lnTo>
                      <a:pt x="652" y="299"/>
                    </a:lnTo>
                    <a:lnTo>
                      <a:pt x="657" y="301"/>
                    </a:lnTo>
                    <a:lnTo>
                      <a:pt x="661" y="302"/>
                    </a:lnTo>
                    <a:lnTo>
                      <a:pt x="665" y="304"/>
                    </a:lnTo>
                    <a:lnTo>
                      <a:pt x="669" y="306"/>
                    </a:lnTo>
                    <a:lnTo>
                      <a:pt x="673" y="308"/>
                    </a:lnTo>
                    <a:lnTo>
                      <a:pt x="678" y="310"/>
                    </a:lnTo>
                    <a:lnTo>
                      <a:pt x="680" y="311"/>
                    </a:lnTo>
                    <a:lnTo>
                      <a:pt x="682" y="312"/>
                    </a:lnTo>
                    <a:lnTo>
                      <a:pt x="687" y="314"/>
                    </a:lnTo>
                    <a:lnTo>
                      <a:pt x="690" y="316"/>
                    </a:lnTo>
                    <a:lnTo>
                      <a:pt x="694" y="318"/>
                    </a:lnTo>
                    <a:lnTo>
                      <a:pt x="699" y="320"/>
                    </a:lnTo>
                    <a:lnTo>
                      <a:pt x="703" y="322"/>
                    </a:lnTo>
                    <a:lnTo>
                      <a:pt x="707" y="324"/>
                    </a:lnTo>
                    <a:lnTo>
                      <a:pt x="708" y="324"/>
                    </a:lnTo>
                    <a:lnTo>
                      <a:pt x="712" y="325"/>
                    </a:lnTo>
                    <a:lnTo>
                      <a:pt x="716" y="327"/>
                    </a:lnTo>
                    <a:lnTo>
                      <a:pt x="719" y="329"/>
                    </a:lnTo>
                    <a:lnTo>
                      <a:pt x="724" y="331"/>
                    </a:lnTo>
                    <a:lnTo>
                      <a:pt x="728" y="333"/>
                    </a:lnTo>
                    <a:lnTo>
                      <a:pt x="733" y="335"/>
                    </a:lnTo>
                    <a:lnTo>
                      <a:pt x="737" y="337"/>
                    </a:lnTo>
                    <a:lnTo>
                      <a:pt x="741" y="339"/>
                    </a:lnTo>
                    <a:lnTo>
                      <a:pt x="746" y="341"/>
                    </a:lnTo>
                    <a:lnTo>
                      <a:pt x="749" y="343"/>
                    </a:lnTo>
                    <a:lnTo>
                      <a:pt x="753" y="345"/>
                    </a:lnTo>
                    <a:lnTo>
                      <a:pt x="756" y="346"/>
                    </a:lnTo>
                    <a:lnTo>
                      <a:pt x="758" y="347"/>
                    </a:lnTo>
                    <a:lnTo>
                      <a:pt x="762" y="349"/>
                    </a:lnTo>
                    <a:lnTo>
                      <a:pt x="766" y="351"/>
                    </a:lnTo>
                    <a:lnTo>
                      <a:pt x="770" y="353"/>
                    </a:lnTo>
                    <a:lnTo>
                      <a:pt x="775" y="354"/>
                    </a:lnTo>
                    <a:lnTo>
                      <a:pt x="778" y="356"/>
                    </a:lnTo>
                    <a:lnTo>
                      <a:pt x="782" y="358"/>
                    </a:lnTo>
                    <a:lnTo>
                      <a:pt x="787" y="360"/>
                    </a:lnTo>
                    <a:lnTo>
                      <a:pt x="791" y="362"/>
                    </a:lnTo>
                    <a:lnTo>
                      <a:pt x="795" y="364"/>
                    </a:lnTo>
                    <a:lnTo>
                      <a:pt x="799" y="366"/>
                    </a:lnTo>
                    <a:lnTo>
                      <a:pt x="804" y="368"/>
                    </a:lnTo>
                    <a:lnTo>
                      <a:pt x="807" y="370"/>
                    </a:lnTo>
                    <a:lnTo>
                      <a:pt x="811" y="372"/>
                    </a:lnTo>
                    <a:lnTo>
                      <a:pt x="815" y="374"/>
                    </a:lnTo>
                    <a:lnTo>
                      <a:pt x="820" y="376"/>
                    </a:lnTo>
                    <a:lnTo>
                      <a:pt x="824" y="378"/>
                    </a:lnTo>
                    <a:lnTo>
                      <a:pt x="824" y="378"/>
                    </a:lnTo>
                    <a:lnTo>
                      <a:pt x="825" y="379"/>
                    </a:lnTo>
                    <a:lnTo>
                      <a:pt x="826" y="379"/>
                    </a:lnTo>
                    <a:lnTo>
                      <a:pt x="826" y="379"/>
                    </a:lnTo>
                    <a:lnTo>
                      <a:pt x="827" y="380"/>
                    </a:lnTo>
                    <a:lnTo>
                      <a:pt x="828" y="380"/>
                    </a:lnTo>
                    <a:lnTo>
                      <a:pt x="828" y="380"/>
                    </a:lnTo>
                    <a:lnTo>
                      <a:pt x="829" y="381"/>
                    </a:lnTo>
                    <a:lnTo>
                      <a:pt x="829" y="381"/>
                    </a:lnTo>
                    <a:lnTo>
                      <a:pt x="830" y="381"/>
                    </a:lnTo>
                    <a:lnTo>
                      <a:pt x="831" y="382"/>
                    </a:lnTo>
                    <a:lnTo>
                      <a:pt x="831" y="382"/>
                    </a:lnTo>
                    <a:lnTo>
                      <a:pt x="831" y="382"/>
                    </a:lnTo>
                    <a:lnTo>
                      <a:pt x="832" y="382"/>
                    </a:lnTo>
                    <a:lnTo>
                      <a:pt x="833" y="383"/>
                    </a:lnTo>
                    <a:lnTo>
                      <a:pt x="833" y="383"/>
                    </a:lnTo>
                    <a:lnTo>
                      <a:pt x="834" y="383"/>
                    </a:lnTo>
                    <a:lnTo>
                      <a:pt x="834" y="383"/>
                    </a:lnTo>
                    <a:lnTo>
                      <a:pt x="834" y="383"/>
                    </a:lnTo>
                    <a:lnTo>
                      <a:pt x="836" y="384"/>
                    </a:lnTo>
                    <a:lnTo>
                      <a:pt x="837" y="385"/>
                    </a:lnTo>
                    <a:lnTo>
                      <a:pt x="838" y="386"/>
                    </a:lnTo>
                    <a:lnTo>
                      <a:pt x="840" y="387"/>
                    </a:lnTo>
                    <a:lnTo>
                      <a:pt x="841" y="388"/>
                    </a:lnTo>
                    <a:lnTo>
                      <a:pt x="843" y="389"/>
                    </a:lnTo>
                    <a:lnTo>
                      <a:pt x="844" y="390"/>
                    </a:lnTo>
                    <a:lnTo>
                      <a:pt x="846" y="391"/>
                    </a:lnTo>
                    <a:lnTo>
                      <a:pt x="847" y="392"/>
                    </a:lnTo>
                    <a:lnTo>
                      <a:pt x="849" y="393"/>
                    </a:lnTo>
                    <a:lnTo>
                      <a:pt x="850" y="394"/>
                    </a:lnTo>
                    <a:lnTo>
                      <a:pt x="854" y="396"/>
                    </a:lnTo>
                    <a:lnTo>
                      <a:pt x="857" y="398"/>
                    </a:lnTo>
                    <a:lnTo>
                      <a:pt x="860" y="400"/>
                    </a:lnTo>
                    <a:lnTo>
                      <a:pt x="863" y="403"/>
                    </a:lnTo>
                    <a:lnTo>
                      <a:pt x="864" y="404"/>
                    </a:lnTo>
                    <a:lnTo>
                      <a:pt x="866" y="405"/>
                    </a:lnTo>
                    <a:lnTo>
                      <a:pt x="867" y="406"/>
                    </a:lnTo>
                    <a:lnTo>
                      <a:pt x="869" y="407"/>
                    </a:lnTo>
                    <a:lnTo>
                      <a:pt x="870" y="408"/>
                    </a:lnTo>
                    <a:lnTo>
                      <a:pt x="872" y="409"/>
                    </a:lnTo>
                    <a:lnTo>
                      <a:pt x="874" y="410"/>
                    </a:lnTo>
                    <a:lnTo>
                      <a:pt x="875" y="411"/>
                    </a:lnTo>
                    <a:lnTo>
                      <a:pt x="877" y="412"/>
                    </a:lnTo>
                    <a:lnTo>
                      <a:pt x="879" y="412"/>
                    </a:lnTo>
                    <a:lnTo>
                      <a:pt x="880" y="413"/>
                    </a:lnTo>
                    <a:lnTo>
                      <a:pt x="882" y="414"/>
                    </a:lnTo>
                    <a:lnTo>
                      <a:pt x="883" y="414"/>
                    </a:lnTo>
                    <a:lnTo>
                      <a:pt x="883" y="415"/>
                    </a:lnTo>
                    <a:lnTo>
                      <a:pt x="884" y="415"/>
                    </a:lnTo>
                    <a:lnTo>
                      <a:pt x="885" y="416"/>
                    </a:lnTo>
                    <a:lnTo>
                      <a:pt x="886" y="416"/>
                    </a:lnTo>
                    <a:lnTo>
                      <a:pt x="886" y="417"/>
                    </a:lnTo>
                    <a:lnTo>
                      <a:pt x="887" y="417"/>
                    </a:lnTo>
                    <a:lnTo>
                      <a:pt x="888" y="417"/>
                    </a:lnTo>
                    <a:lnTo>
                      <a:pt x="888" y="417"/>
                    </a:lnTo>
                    <a:lnTo>
                      <a:pt x="889" y="418"/>
                    </a:lnTo>
                    <a:lnTo>
                      <a:pt x="889" y="418"/>
                    </a:lnTo>
                    <a:lnTo>
                      <a:pt x="890" y="419"/>
                    </a:lnTo>
                    <a:lnTo>
                      <a:pt x="891" y="419"/>
                    </a:lnTo>
                    <a:lnTo>
                      <a:pt x="892" y="419"/>
                    </a:lnTo>
                    <a:lnTo>
                      <a:pt x="892" y="420"/>
                    </a:lnTo>
                    <a:lnTo>
                      <a:pt x="892" y="420"/>
                    </a:lnTo>
                    <a:lnTo>
                      <a:pt x="893" y="420"/>
                    </a:lnTo>
                    <a:lnTo>
                      <a:pt x="893" y="421"/>
                    </a:lnTo>
                    <a:lnTo>
                      <a:pt x="894" y="421"/>
                    </a:lnTo>
                    <a:lnTo>
                      <a:pt x="895" y="421"/>
                    </a:lnTo>
                    <a:lnTo>
                      <a:pt x="895" y="422"/>
                    </a:lnTo>
                    <a:lnTo>
                      <a:pt x="896" y="422"/>
                    </a:lnTo>
                    <a:lnTo>
                      <a:pt x="897" y="422"/>
                    </a:lnTo>
                    <a:lnTo>
                      <a:pt x="897" y="423"/>
                    </a:lnTo>
                    <a:lnTo>
                      <a:pt x="898" y="423"/>
                    </a:lnTo>
                    <a:lnTo>
                      <a:pt x="899" y="423"/>
                    </a:lnTo>
                    <a:lnTo>
                      <a:pt x="899" y="423"/>
                    </a:lnTo>
                    <a:lnTo>
                      <a:pt x="900" y="424"/>
                    </a:lnTo>
                    <a:lnTo>
                      <a:pt x="900" y="424"/>
                    </a:lnTo>
                    <a:lnTo>
                      <a:pt x="901" y="424"/>
                    </a:lnTo>
                    <a:lnTo>
                      <a:pt x="902" y="424"/>
                    </a:lnTo>
                    <a:lnTo>
                      <a:pt x="902" y="424"/>
                    </a:lnTo>
                    <a:lnTo>
                      <a:pt x="903" y="425"/>
                    </a:lnTo>
                    <a:lnTo>
                      <a:pt x="903" y="425"/>
                    </a:lnTo>
                    <a:lnTo>
                      <a:pt x="904" y="425"/>
                    </a:lnTo>
                    <a:lnTo>
                      <a:pt x="904" y="425"/>
                    </a:lnTo>
                    <a:lnTo>
                      <a:pt x="905" y="425"/>
                    </a:lnTo>
                    <a:lnTo>
                      <a:pt x="905" y="425"/>
                    </a:lnTo>
                    <a:lnTo>
                      <a:pt x="905" y="425"/>
                    </a:lnTo>
                    <a:lnTo>
                      <a:pt x="906" y="426"/>
                    </a:lnTo>
                    <a:lnTo>
                      <a:pt x="906" y="426"/>
                    </a:lnTo>
                    <a:lnTo>
                      <a:pt x="907" y="426"/>
                    </a:lnTo>
                    <a:lnTo>
                      <a:pt x="907" y="426"/>
                    </a:lnTo>
                    <a:lnTo>
                      <a:pt x="907" y="426"/>
                    </a:lnTo>
                    <a:lnTo>
                      <a:pt x="907" y="426"/>
                    </a:lnTo>
                    <a:lnTo>
                      <a:pt x="907" y="426"/>
                    </a:lnTo>
                    <a:lnTo>
                      <a:pt x="908" y="426"/>
                    </a:lnTo>
                    <a:lnTo>
                      <a:pt x="908" y="426"/>
                    </a:lnTo>
                    <a:lnTo>
                      <a:pt x="908" y="426"/>
                    </a:lnTo>
                    <a:lnTo>
                      <a:pt x="908" y="426"/>
                    </a:lnTo>
                    <a:lnTo>
                      <a:pt x="908" y="426"/>
                    </a:lnTo>
                    <a:lnTo>
                      <a:pt x="908" y="426"/>
                    </a:lnTo>
                    <a:lnTo>
                      <a:pt x="908" y="426"/>
                    </a:lnTo>
                    <a:lnTo>
                      <a:pt x="908" y="426"/>
                    </a:lnTo>
                    <a:lnTo>
                      <a:pt x="909" y="426"/>
                    </a:lnTo>
                    <a:lnTo>
                      <a:pt x="909" y="426"/>
                    </a:lnTo>
                    <a:lnTo>
                      <a:pt x="917" y="429"/>
                    </a:lnTo>
                    <a:lnTo>
                      <a:pt x="920" y="437"/>
                    </a:lnTo>
                    <a:lnTo>
                      <a:pt x="920" y="437"/>
                    </a:lnTo>
                    <a:lnTo>
                      <a:pt x="916" y="444"/>
                    </a:lnTo>
                    <a:lnTo>
                      <a:pt x="908" y="447"/>
                    </a:lnTo>
                    <a:lnTo>
                      <a:pt x="908" y="447"/>
                    </a:lnTo>
                    <a:lnTo>
                      <a:pt x="908" y="447"/>
                    </a:lnTo>
                    <a:lnTo>
                      <a:pt x="908" y="447"/>
                    </a:lnTo>
                    <a:lnTo>
                      <a:pt x="907" y="447"/>
                    </a:lnTo>
                    <a:lnTo>
                      <a:pt x="907" y="447"/>
                    </a:lnTo>
                    <a:lnTo>
                      <a:pt x="906" y="447"/>
                    </a:lnTo>
                    <a:lnTo>
                      <a:pt x="906" y="447"/>
                    </a:lnTo>
                    <a:lnTo>
                      <a:pt x="906" y="447"/>
                    </a:lnTo>
                    <a:lnTo>
                      <a:pt x="905" y="447"/>
                    </a:lnTo>
                    <a:lnTo>
                      <a:pt x="905" y="447"/>
                    </a:lnTo>
                    <a:lnTo>
                      <a:pt x="904" y="447"/>
                    </a:lnTo>
                    <a:lnTo>
                      <a:pt x="904" y="447"/>
                    </a:lnTo>
                    <a:lnTo>
                      <a:pt x="904" y="447"/>
                    </a:lnTo>
                    <a:lnTo>
                      <a:pt x="903" y="447"/>
                    </a:lnTo>
                    <a:lnTo>
                      <a:pt x="902" y="447"/>
                    </a:lnTo>
                    <a:lnTo>
                      <a:pt x="901" y="447"/>
                    </a:lnTo>
                    <a:lnTo>
                      <a:pt x="900" y="446"/>
                    </a:lnTo>
                    <a:lnTo>
                      <a:pt x="900" y="446"/>
                    </a:lnTo>
                    <a:lnTo>
                      <a:pt x="899" y="446"/>
                    </a:lnTo>
                    <a:lnTo>
                      <a:pt x="898" y="446"/>
                    </a:lnTo>
                    <a:lnTo>
                      <a:pt x="897" y="446"/>
                    </a:lnTo>
                    <a:lnTo>
                      <a:pt x="896" y="445"/>
                    </a:lnTo>
                    <a:lnTo>
                      <a:pt x="896" y="445"/>
                    </a:lnTo>
                    <a:lnTo>
                      <a:pt x="895" y="445"/>
                    </a:lnTo>
                    <a:lnTo>
                      <a:pt x="894" y="445"/>
                    </a:lnTo>
                    <a:lnTo>
                      <a:pt x="893" y="444"/>
                    </a:lnTo>
                    <a:lnTo>
                      <a:pt x="892" y="444"/>
                    </a:lnTo>
                    <a:lnTo>
                      <a:pt x="892" y="444"/>
                    </a:lnTo>
                    <a:lnTo>
                      <a:pt x="892" y="443"/>
                    </a:lnTo>
                    <a:lnTo>
                      <a:pt x="891" y="443"/>
                    </a:lnTo>
                    <a:lnTo>
                      <a:pt x="890" y="443"/>
                    </a:lnTo>
                    <a:lnTo>
                      <a:pt x="889" y="442"/>
                    </a:lnTo>
                    <a:lnTo>
                      <a:pt x="889" y="442"/>
                    </a:lnTo>
                    <a:lnTo>
                      <a:pt x="888" y="442"/>
                    </a:lnTo>
                    <a:lnTo>
                      <a:pt x="887" y="442"/>
                    </a:lnTo>
                    <a:lnTo>
                      <a:pt x="886" y="442"/>
                    </a:lnTo>
                    <a:lnTo>
                      <a:pt x="885" y="442"/>
                    </a:lnTo>
                    <a:lnTo>
                      <a:pt x="885" y="441"/>
                    </a:lnTo>
                    <a:lnTo>
                      <a:pt x="884" y="441"/>
                    </a:lnTo>
                    <a:lnTo>
                      <a:pt x="883" y="440"/>
                    </a:lnTo>
                    <a:lnTo>
                      <a:pt x="882" y="440"/>
                    </a:lnTo>
                    <a:lnTo>
                      <a:pt x="881" y="440"/>
                    </a:lnTo>
                    <a:lnTo>
                      <a:pt x="880" y="439"/>
                    </a:lnTo>
                    <a:lnTo>
                      <a:pt x="880" y="439"/>
                    </a:lnTo>
                    <a:lnTo>
                      <a:pt x="879" y="438"/>
                    </a:lnTo>
                    <a:lnTo>
                      <a:pt x="878" y="438"/>
                    </a:lnTo>
                    <a:lnTo>
                      <a:pt x="877" y="437"/>
                    </a:lnTo>
                    <a:lnTo>
                      <a:pt x="877" y="437"/>
                    </a:lnTo>
                    <a:lnTo>
                      <a:pt x="876" y="437"/>
                    </a:lnTo>
                    <a:lnTo>
                      <a:pt x="875" y="436"/>
                    </a:lnTo>
                    <a:lnTo>
                      <a:pt x="875" y="436"/>
                    </a:lnTo>
                    <a:lnTo>
                      <a:pt x="874" y="436"/>
                    </a:lnTo>
                    <a:lnTo>
                      <a:pt x="873" y="435"/>
                    </a:lnTo>
                    <a:lnTo>
                      <a:pt x="872" y="435"/>
                    </a:lnTo>
                    <a:lnTo>
                      <a:pt x="871" y="434"/>
                    </a:lnTo>
                    <a:lnTo>
                      <a:pt x="870" y="434"/>
                    </a:lnTo>
                    <a:lnTo>
                      <a:pt x="869" y="433"/>
                    </a:lnTo>
                    <a:lnTo>
                      <a:pt x="867" y="432"/>
                    </a:lnTo>
                    <a:lnTo>
                      <a:pt x="865" y="431"/>
                    </a:lnTo>
                    <a:lnTo>
                      <a:pt x="863" y="430"/>
                    </a:lnTo>
                    <a:lnTo>
                      <a:pt x="863" y="428"/>
                    </a:lnTo>
                    <a:lnTo>
                      <a:pt x="861" y="427"/>
                    </a:lnTo>
                    <a:lnTo>
                      <a:pt x="859" y="426"/>
                    </a:lnTo>
                    <a:lnTo>
                      <a:pt x="858" y="425"/>
                    </a:lnTo>
                    <a:lnTo>
                      <a:pt x="856" y="424"/>
                    </a:lnTo>
                    <a:lnTo>
                      <a:pt x="854" y="423"/>
                    </a:lnTo>
                    <a:lnTo>
                      <a:pt x="852" y="422"/>
                    </a:lnTo>
                    <a:lnTo>
                      <a:pt x="851" y="421"/>
                    </a:lnTo>
                    <a:lnTo>
                      <a:pt x="847" y="419"/>
                    </a:lnTo>
                    <a:lnTo>
                      <a:pt x="844" y="417"/>
                    </a:lnTo>
                    <a:lnTo>
                      <a:pt x="841" y="415"/>
                    </a:lnTo>
                    <a:lnTo>
                      <a:pt x="838" y="413"/>
                    </a:lnTo>
                    <a:lnTo>
                      <a:pt x="836" y="412"/>
                    </a:lnTo>
                    <a:lnTo>
                      <a:pt x="835" y="412"/>
                    </a:lnTo>
                    <a:lnTo>
                      <a:pt x="834" y="411"/>
                    </a:lnTo>
                    <a:lnTo>
                      <a:pt x="833" y="410"/>
                    </a:lnTo>
                    <a:lnTo>
                      <a:pt x="831" y="409"/>
                    </a:lnTo>
                    <a:lnTo>
                      <a:pt x="830" y="408"/>
                    </a:lnTo>
                    <a:lnTo>
                      <a:pt x="828" y="407"/>
                    </a:lnTo>
                    <a:lnTo>
                      <a:pt x="827" y="407"/>
                    </a:lnTo>
                    <a:lnTo>
                      <a:pt x="826" y="406"/>
                    </a:lnTo>
                    <a:lnTo>
                      <a:pt x="824" y="405"/>
                    </a:lnTo>
                    <a:lnTo>
                      <a:pt x="823" y="404"/>
                    </a:lnTo>
                    <a:lnTo>
                      <a:pt x="822" y="404"/>
                    </a:lnTo>
                    <a:lnTo>
                      <a:pt x="822" y="404"/>
                    </a:lnTo>
                    <a:lnTo>
                      <a:pt x="821" y="403"/>
                    </a:lnTo>
                    <a:lnTo>
                      <a:pt x="821" y="403"/>
                    </a:lnTo>
                    <a:lnTo>
                      <a:pt x="820" y="403"/>
                    </a:lnTo>
                    <a:lnTo>
                      <a:pt x="819" y="402"/>
                    </a:lnTo>
                    <a:lnTo>
                      <a:pt x="819" y="402"/>
                    </a:lnTo>
                    <a:lnTo>
                      <a:pt x="819" y="402"/>
                    </a:lnTo>
                    <a:lnTo>
                      <a:pt x="818" y="402"/>
                    </a:lnTo>
                    <a:lnTo>
                      <a:pt x="818" y="402"/>
                    </a:lnTo>
                    <a:lnTo>
                      <a:pt x="817" y="401"/>
                    </a:lnTo>
                    <a:lnTo>
                      <a:pt x="817" y="401"/>
                    </a:lnTo>
                    <a:lnTo>
                      <a:pt x="816" y="401"/>
                    </a:lnTo>
                    <a:lnTo>
                      <a:pt x="816" y="401"/>
                    </a:lnTo>
                    <a:lnTo>
                      <a:pt x="816" y="401"/>
                    </a:lnTo>
                    <a:lnTo>
                      <a:pt x="815" y="400"/>
                    </a:lnTo>
                    <a:lnTo>
                      <a:pt x="815" y="400"/>
                    </a:lnTo>
                    <a:lnTo>
                      <a:pt x="814" y="400"/>
                    </a:lnTo>
                    <a:lnTo>
                      <a:pt x="814" y="400"/>
                    </a:lnTo>
                    <a:lnTo>
                      <a:pt x="810" y="398"/>
                    </a:lnTo>
                    <a:lnTo>
                      <a:pt x="805" y="396"/>
                    </a:lnTo>
                    <a:lnTo>
                      <a:pt x="802" y="395"/>
                    </a:lnTo>
                    <a:lnTo>
                      <a:pt x="798" y="393"/>
                    </a:lnTo>
                    <a:lnTo>
                      <a:pt x="793" y="391"/>
                    </a:lnTo>
                    <a:lnTo>
                      <a:pt x="789" y="390"/>
                    </a:lnTo>
                    <a:lnTo>
                      <a:pt x="784" y="388"/>
                    </a:lnTo>
                    <a:lnTo>
                      <a:pt x="780" y="387"/>
                    </a:lnTo>
                    <a:lnTo>
                      <a:pt x="776" y="385"/>
                    </a:lnTo>
                    <a:lnTo>
                      <a:pt x="772" y="383"/>
                    </a:lnTo>
                    <a:lnTo>
                      <a:pt x="768" y="383"/>
                    </a:lnTo>
                    <a:lnTo>
                      <a:pt x="763" y="381"/>
                    </a:lnTo>
                    <a:lnTo>
                      <a:pt x="759" y="380"/>
                    </a:lnTo>
                    <a:lnTo>
                      <a:pt x="754" y="378"/>
                    </a:lnTo>
                    <a:lnTo>
                      <a:pt x="750" y="376"/>
                    </a:lnTo>
                    <a:lnTo>
                      <a:pt x="747" y="375"/>
                    </a:lnTo>
                    <a:lnTo>
                      <a:pt x="745" y="374"/>
                    </a:lnTo>
                    <a:lnTo>
                      <a:pt x="742" y="373"/>
                    </a:lnTo>
                    <a:lnTo>
                      <a:pt x="738" y="372"/>
                    </a:lnTo>
                    <a:lnTo>
                      <a:pt x="733" y="370"/>
                    </a:lnTo>
                    <a:lnTo>
                      <a:pt x="729" y="368"/>
                    </a:lnTo>
                    <a:lnTo>
                      <a:pt x="724" y="367"/>
                    </a:lnTo>
                    <a:lnTo>
                      <a:pt x="720" y="365"/>
                    </a:lnTo>
                    <a:lnTo>
                      <a:pt x="716" y="363"/>
                    </a:lnTo>
                    <a:lnTo>
                      <a:pt x="712" y="362"/>
                    </a:lnTo>
                    <a:lnTo>
                      <a:pt x="708" y="360"/>
                    </a:lnTo>
                    <a:lnTo>
                      <a:pt x="703" y="359"/>
                    </a:lnTo>
                    <a:lnTo>
                      <a:pt x="699" y="357"/>
                    </a:lnTo>
                    <a:lnTo>
                      <a:pt x="695" y="356"/>
                    </a:lnTo>
                    <a:lnTo>
                      <a:pt x="694" y="355"/>
                    </a:lnTo>
                    <a:lnTo>
                      <a:pt x="690" y="354"/>
                    </a:lnTo>
                    <a:lnTo>
                      <a:pt x="686" y="353"/>
                    </a:lnTo>
                    <a:lnTo>
                      <a:pt x="682" y="352"/>
                    </a:lnTo>
                    <a:lnTo>
                      <a:pt x="677" y="350"/>
                    </a:lnTo>
                    <a:lnTo>
                      <a:pt x="673" y="349"/>
                    </a:lnTo>
                    <a:lnTo>
                      <a:pt x="668" y="347"/>
                    </a:lnTo>
                    <a:lnTo>
                      <a:pt x="665" y="347"/>
                    </a:lnTo>
                    <a:lnTo>
                      <a:pt x="664" y="346"/>
                    </a:lnTo>
                    <a:lnTo>
                      <a:pt x="660" y="344"/>
                    </a:lnTo>
                    <a:lnTo>
                      <a:pt x="655" y="343"/>
                    </a:lnTo>
                    <a:lnTo>
                      <a:pt x="651" y="341"/>
                    </a:lnTo>
                    <a:lnTo>
                      <a:pt x="646" y="340"/>
                    </a:lnTo>
                    <a:lnTo>
                      <a:pt x="642" y="338"/>
                    </a:lnTo>
                    <a:lnTo>
                      <a:pt x="637" y="337"/>
                    </a:lnTo>
                    <a:lnTo>
                      <a:pt x="633" y="335"/>
                    </a:lnTo>
                    <a:lnTo>
                      <a:pt x="629" y="334"/>
                    </a:lnTo>
                    <a:lnTo>
                      <a:pt x="629" y="334"/>
                    </a:lnTo>
                    <a:lnTo>
                      <a:pt x="625" y="332"/>
                    </a:lnTo>
                    <a:lnTo>
                      <a:pt x="620" y="330"/>
                    </a:lnTo>
                    <a:lnTo>
                      <a:pt x="616" y="329"/>
                    </a:lnTo>
                    <a:lnTo>
                      <a:pt x="611" y="327"/>
                    </a:lnTo>
                    <a:lnTo>
                      <a:pt x="607" y="325"/>
                    </a:lnTo>
                    <a:lnTo>
                      <a:pt x="603" y="324"/>
                    </a:lnTo>
                    <a:lnTo>
                      <a:pt x="599" y="323"/>
                    </a:lnTo>
                    <a:lnTo>
                      <a:pt x="594" y="321"/>
                    </a:lnTo>
                    <a:lnTo>
                      <a:pt x="590" y="320"/>
                    </a:lnTo>
                    <a:lnTo>
                      <a:pt x="585" y="318"/>
                    </a:lnTo>
                    <a:lnTo>
                      <a:pt x="581" y="316"/>
                    </a:lnTo>
                    <a:lnTo>
                      <a:pt x="576" y="315"/>
                    </a:lnTo>
                    <a:lnTo>
                      <a:pt x="573" y="313"/>
                    </a:lnTo>
                    <a:lnTo>
                      <a:pt x="568" y="312"/>
                    </a:lnTo>
                    <a:lnTo>
                      <a:pt x="564" y="310"/>
                    </a:lnTo>
                    <a:lnTo>
                      <a:pt x="559" y="308"/>
                    </a:lnTo>
                    <a:lnTo>
                      <a:pt x="555" y="307"/>
                    </a:lnTo>
                    <a:lnTo>
                      <a:pt x="550" y="305"/>
                    </a:lnTo>
                    <a:lnTo>
                      <a:pt x="546" y="303"/>
                    </a:lnTo>
                    <a:lnTo>
                      <a:pt x="542" y="302"/>
                    </a:lnTo>
                    <a:lnTo>
                      <a:pt x="538" y="300"/>
                    </a:lnTo>
                    <a:lnTo>
                      <a:pt x="533" y="299"/>
                    </a:lnTo>
                    <a:lnTo>
                      <a:pt x="529" y="297"/>
                    </a:lnTo>
                    <a:lnTo>
                      <a:pt x="524" y="295"/>
                    </a:lnTo>
                    <a:lnTo>
                      <a:pt x="520" y="295"/>
                    </a:lnTo>
                    <a:lnTo>
                      <a:pt x="516" y="293"/>
                    </a:lnTo>
                    <a:lnTo>
                      <a:pt x="512" y="292"/>
                    </a:lnTo>
                    <a:lnTo>
                      <a:pt x="507" y="290"/>
                    </a:lnTo>
                    <a:lnTo>
                      <a:pt x="503" y="289"/>
                    </a:lnTo>
                    <a:lnTo>
                      <a:pt x="498" y="287"/>
                    </a:lnTo>
                    <a:lnTo>
                      <a:pt x="494" y="285"/>
                    </a:lnTo>
                    <a:lnTo>
                      <a:pt x="489" y="284"/>
                    </a:lnTo>
                    <a:lnTo>
                      <a:pt x="486" y="282"/>
                    </a:lnTo>
                    <a:lnTo>
                      <a:pt x="481" y="281"/>
                    </a:lnTo>
                    <a:lnTo>
                      <a:pt x="476" y="279"/>
                    </a:lnTo>
                    <a:lnTo>
                      <a:pt x="472" y="278"/>
                    </a:lnTo>
                    <a:lnTo>
                      <a:pt x="467" y="276"/>
                    </a:lnTo>
                    <a:lnTo>
                      <a:pt x="463" y="275"/>
                    </a:lnTo>
                    <a:lnTo>
                      <a:pt x="458" y="273"/>
                    </a:lnTo>
                    <a:lnTo>
                      <a:pt x="455" y="272"/>
                    </a:lnTo>
                    <a:lnTo>
                      <a:pt x="450" y="270"/>
                    </a:lnTo>
                    <a:lnTo>
                      <a:pt x="446" y="269"/>
                    </a:lnTo>
                    <a:lnTo>
                      <a:pt x="441" y="267"/>
                    </a:lnTo>
                    <a:lnTo>
                      <a:pt x="440" y="267"/>
                    </a:lnTo>
                    <a:lnTo>
                      <a:pt x="437" y="266"/>
                    </a:lnTo>
                    <a:lnTo>
                      <a:pt x="432" y="265"/>
                    </a:lnTo>
                    <a:lnTo>
                      <a:pt x="428" y="264"/>
                    </a:lnTo>
                    <a:lnTo>
                      <a:pt x="424" y="262"/>
                    </a:lnTo>
                    <a:lnTo>
                      <a:pt x="419" y="261"/>
                    </a:lnTo>
                    <a:lnTo>
                      <a:pt x="415" y="259"/>
                    </a:lnTo>
                    <a:lnTo>
                      <a:pt x="410" y="258"/>
                    </a:lnTo>
                    <a:lnTo>
                      <a:pt x="406" y="256"/>
                    </a:lnTo>
                    <a:lnTo>
                      <a:pt x="401" y="255"/>
                    </a:lnTo>
                    <a:lnTo>
                      <a:pt x="398" y="253"/>
                    </a:lnTo>
                    <a:lnTo>
                      <a:pt x="393" y="252"/>
                    </a:lnTo>
                    <a:lnTo>
                      <a:pt x="389" y="251"/>
                    </a:lnTo>
                    <a:lnTo>
                      <a:pt x="384" y="249"/>
                    </a:lnTo>
                    <a:lnTo>
                      <a:pt x="380" y="248"/>
                    </a:lnTo>
                    <a:lnTo>
                      <a:pt x="375" y="246"/>
                    </a:lnTo>
                    <a:lnTo>
                      <a:pt x="371" y="245"/>
                    </a:lnTo>
                    <a:lnTo>
                      <a:pt x="367" y="243"/>
                    </a:lnTo>
                    <a:lnTo>
                      <a:pt x="362" y="242"/>
                    </a:lnTo>
                    <a:lnTo>
                      <a:pt x="358" y="241"/>
                    </a:lnTo>
                    <a:lnTo>
                      <a:pt x="353" y="239"/>
                    </a:lnTo>
                    <a:lnTo>
                      <a:pt x="349" y="238"/>
                    </a:lnTo>
                    <a:lnTo>
                      <a:pt x="344" y="236"/>
                    </a:lnTo>
                    <a:lnTo>
                      <a:pt x="341" y="236"/>
                    </a:lnTo>
                    <a:lnTo>
                      <a:pt x="336" y="235"/>
                    </a:lnTo>
                    <a:lnTo>
                      <a:pt x="332" y="233"/>
                    </a:lnTo>
                    <a:lnTo>
                      <a:pt x="327" y="232"/>
                    </a:lnTo>
                    <a:lnTo>
                      <a:pt x="323" y="231"/>
                    </a:lnTo>
                    <a:lnTo>
                      <a:pt x="318" y="229"/>
                    </a:lnTo>
                    <a:lnTo>
                      <a:pt x="313" y="228"/>
                    </a:lnTo>
                    <a:lnTo>
                      <a:pt x="310" y="227"/>
                    </a:lnTo>
                    <a:lnTo>
                      <a:pt x="305" y="225"/>
                    </a:lnTo>
                    <a:lnTo>
                      <a:pt x="301" y="224"/>
                    </a:lnTo>
                    <a:lnTo>
                      <a:pt x="296" y="223"/>
                    </a:lnTo>
                    <a:lnTo>
                      <a:pt x="292" y="222"/>
                    </a:lnTo>
                    <a:lnTo>
                      <a:pt x="287" y="220"/>
                    </a:lnTo>
                    <a:lnTo>
                      <a:pt x="284" y="219"/>
                    </a:lnTo>
                    <a:lnTo>
                      <a:pt x="279" y="218"/>
                    </a:lnTo>
                    <a:lnTo>
                      <a:pt x="275" y="216"/>
                    </a:lnTo>
                    <a:lnTo>
                      <a:pt x="270" y="215"/>
                    </a:lnTo>
                    <a:lnTo>
                      <a:pt x="266" y="214"/>
                    </a:lnTo>
                    <a:lnTo>
                      <a:pt x="261" y="213"/>
                    </a:lnTo>
                    <a:lnTo>
                      <a:pt x="257" y="211"/>
                    </a:lnTo>
                    <a:lnTo>
                      <a:pt x="254" y="211"/>
                    </a:lnTo>
                    <a:lnTo>
                      <a:pt x="251" y="210"/>
                    </a:lnTo>
                    <a:lnTo>
                      <a:pt x="248" y="209"/>
                    </a:lnTo>
                    <a:lnTo>
                      <a:pt x="245" y="208"/>
                    </a:lnTo>
                    <a:lnTo>
                      <a:pt x="238" y="206"/>
                    </a:lnTo>
                    <a:lnTo>
                      <a:pt x="231" y="205"/>
                    </a:lnTo>
                    <a:lnTo>
                      <a:pt x="225" y="203"/>
                    </a:lnTo>
                    <a:lnTo>
                      <a:pt x="218" y="202"/>
                    </a:lnTo>
                    <a:lnTo>
                      <a:pt x="215" y="201"/>
                    </a:lnTo>
                    <a:lnTo>
                      <a:pt x="211" y="200"/>
                    </a:lnTo>
                    <a:lnTo>
                      <a:pt x="208" y="199"/>
                    </a:lnTo>
                    <a:lnTo>
                      <a:pt x="204" y="198"/>
                    </a:lnTo>
                    <a:lnTo>
                      <a:pt x="201" y="197"/>
                    </a:lnTo>
                    <a:lnTo>
                      <a:pt x="197" y="196"/>
                    </a:lnTo>
                    <a:lnTo>
                      <a:pt x="195" y="195"/>
                    </a:lnTo>
                    <a:lnTo>
                      <a:pt x="191" y="194"/>
                    </a:lnTo>
                    <a:lnTo>
                      <a:pt x="187" y="193"/>
                    </a:lnTo>
                    <a:lnTo>
                      <a:pt x="184" y="192"/>
                    </a:lnTo>
                    <a:lnTo>
                      <a:pt x="180" y="191"/>
                    </a:lnTo>
                    <a:lnTo>
                      <a:pt x="177" y="190"/>
                    </a:lnTo>
                    <a:lnTo>
                      <a:pt x="173" y="189"/>
                    </a:lnTo>
                    <a:lnTo>
                      <a:pt x="170" y="188"/>
                    </a:lnTo>
                    <a:lnTo>
                      <a:pt x="169" y="187"/>
                    </a:lnTo>
                    <a:lnTo>
                      <a:pt x="167" y="186"/>
                    </a:lnTo>
                    <a:lnTo>
                      <a:pt x="166" y="186"/>
                    </a:lnTo>
                    <a:lnTo>
                      <a:pt x="165" y="186"/>
                    </a:lnTo>
                    <a:lnTo>
                      <a:pt x="163" y="185"/>
                    </a:lnTo>
                    <a:lnTo>
                      <a:pt x="162" y="185"/>
                    </a:lnTo>
                    <a:lnTo>
                      <a:pt x="160" y="184"/>
                    </a:lnTo>
                    <a:lnTo>
                      <a:pt x="158" y="184"/>
                    </a:lnTo>
                    <a:lnTo>
                      <a:pt x="156" y="183"/>
                    </a:lnTo>
                    <a:lnTo>
                      <a:pt x="154" y="183"/>
                    </a:lnTo>
                    <a:lnTo>
                      <a:pt x="153" y="182"/>
                    </a:lnTo>
                    <a:lnTo>
                      <a:pt x="151" y="181"/>
                    </a:lnTo>
                    <a:lnTo>
                      <a:pt x="149" y="181"/>
                    </a:lnTo>
                    <a:lnTo>
                      <a:pt x="147" y="180"/>
                    </a:lnTo>
                    <a:lnTo>
                      <a:pt x="145" y="180"/>
                    </a:lnTo>
                    <a:lnTo>
                      <a:pt x="144" y="179"/>
                    </a:lnTo>
                    <a:lnTo>
                      <a:pt x="142" y="178"/>
                    </a:lnTo>
                    <a:lnTo>
                      <a:pt x="140" y="178"/>
                    </a:lnTo>
                    <a:lnTo>
                      <a:pt x="139" y="177"/>
                    </a:lnTo>
                    <a:lnTo>
                      <a:pt x="138" y="177"/>
                    </a:lnTo>
                    <a:lnTo>
                      <a:pt x="136" y="177"/>
                    </a:lnTo>
                    <a:lnTo>
                      <a:pt x="134" y="176"/>
                    </a:lnTo>
                    <a:lnTo>
                      <a:pt x="132" y="176"/>
                    </a:lnTo>
                    <a:lnTo>
                      <a:pt x="130" y="175"/>
                    </a:lnTo>
                    <a:lnTo>
                      <a:pt x="129" y="175"/>
                    </a:lnTo>
                    <a:lnTo>
                      <a:pt x="127" y="174"/>
                    </a:lnTo>
                    <a:lnTo>
                      <a:pt x="125" y="173"/>
                    </a:lnTo>
                    <a:lnTo>
                      <a:pt x="123" y="173"/>
                    </a:lnTo>
                    <a:lnTo>
                      <a:pt x="122" y="172"/>
                    </a:lnTo>
                    <a:lnTo>
                      <a:pt x="120" y="171"/>
                    </a:lnTo>
                    <a:lnTo>
                      <a:pt x="118" y="171"/>
                    </a:lnTo>
                    <a:lnTo>
                      <a:pt x="116" y="170"/>
                    </a:lnTo>
                    <a:lnTo>
                      <a:pt x="114" y="169"/>
                    </a:lnTo>
                    <a:lnTo>
                      <a:pt x="113" y="169"/>
                    </a:lnTo>
                    <a:lnTo>
                      <a:pt x="111" y="168"/>
                    </a:lnTo>
                    <a:lnTo>
                      <a:pt x="110" y="167"/>
                    </a:lnTo>
                    <a:lnTo>
                      <a:pt x="108" y="167"/>
                    </a:lnTo>
                    <a:lnTo>
                      <a:pt x="107" y="166"/>
                    </a:lnTo>
                    <a:lnTo>
                      <a:pt x="105" y="165"/>
                    </a:lnTo>
                    <a:lnTo>
                      <a:pt x="103" y="164"/>
                    </a:lnTo>
                    <a:lnTo>
                      <a:pt x="101" y="164"/>
                    </a:lnTo>
                    <a:lnTo>
                      <a:pt x="100" y="163"/>
                    </a:lnTo>
                    <a:lnTo>
                      <a:pt x="98" y="162"/>
                    </a:lnTo>
                    <a:lnTo>
                      <a:pt x="96" y="162"/>
                    </a:lnTo>
                    <a:lnTo>
                      <a:pt x="95" y="161"/>
                    </a:lnTo>
                    <a:lnTo>
                      <a:pt x="93" y="160"/>
                    </a:lnTo>
                    <a:lnTo>
                      <a:pt x="91" y="159"/>
                    </a:lnTo>
                    <a:lnTo>
                      <a:pt x="89" y="159"/>
                    </a:lnTo>
                    <a:lnTo>
                      <a:pt x="88" y="158"/>
                    </a:lnTo>
                    <a:lnTo>
                      <a:pt x="86" y="157"/>
                    </a:lnTo>
                    <a:lnTo>
                      <a:pt x="84" y="156"/>
                    </a:lnTo>
                    <a:lnTo>
                      <a:pt x="83" y="155"/>
                    </a:lnTo>
                    <a:lnTo>
                      <a:pt x="82" y="155"/>
                    </a:lnTo>
                    <a:lnTo>
                      <a:pt x="80" y="154"/>
                    </a:lnTo>
                    <a:lnTo>
                      <a:pt x="79" y="153"/>
                    </a:lnTo>
                    <a:lnTo>
                      <a:pt x="77" y="152"/>
                    </a:lnTo>
                    <a:lnTo>
                      <a:pt x="75" y="151"/>
                    </a:lnTo>
                    <a:lnTo>
                      <a:pt x="74" y="151"/>
                    </a:lnTo>
                    <a:lnTo>
                      <a:pt x="72" y="150"/>
                    </a:lnTo>
                    <a:lnTo>
                      <a:pt x="70" y="149"/>
                    </a:lnTo>
                    <a:lnTo>
                      <a:pt x="69" y="148"/>
                    </a:lnTo>
                    <a:lnTo>
                      <a:pt x="67" y="147"/>
                    </a:lnTo>
                    <a:lnTo>
                      <a:pt x="65" y="147"/>
                    </a:lnTo>
                    <a:lnTo>
                      <a:pt x="64" y="146"/>
                    </a:lnTo>
                    <a:lnTo>
                      <a:pt x="62" y="146"/>
                    </a:lnTo>
                    <a:lnTo>
                      <a:pt x="61" y="145"/>
                    </a:lnTo>
                    <a:lnTo>
                      <a:pt x="59" y="144"/>
                    </a:lnTo>
                    <a:lnTo>
                      <a:pt x="57" y="143"/>
                    </a:lnTo>
                    <a:lnTo>
                      <a:pt x="56" y="142"/>
                    </a:lnTo>
                    <a:lnTo>
                      <a:pt x="54" y="141"/>
                    </a:lnTo>
                    <a:lnTo>
                      <a:pt x="53" y="140"/>
                    </a:lnTo>
                    <a:lnTo>
                      <a:pt x="52" y="139"/>
                    </a:lnTo>
                    <a:lnTo>
                      <a:pt x="50" y="138"/>
                    </a:lnTo>
                    <a:lnTo>
                      <a:pt x="49" y="137"/>
                    </a:lnTo>
                    <a:lnTo>
                      <a:pt x="47" y="136"/>
                    </a:lnTo>
                    <a:lnTo>
                      <a:pt x="46" y="135"/>
                    </a:lnTo>
                    <a:lnTo>
                      <a:pt x="44" y="134"/>
                    </a:lnTo>
                    <a:lnTo>
                      <a:pt x="43" y="134"/>
                    </a:lnTo>
                    <a:lnTo>
                      <a:pt x="43" y="133"/>
                    </a:lnTo>
                    <a:lnTo>
                      <a:pt x="42" y="133"/>
                    </a:lnTo>
                    <a:lnTo>
                      <a:pt x="41" y="132"/>
                    </a:lnTo>
                    <a:lnTo>
                      <a:pt x="40" y="132"/>
                    </a:lnTo>
                    <a:lnTo>
                      <a:pt x="40" y="131"/>
                    </a:lnTo>
                    <a:lnTo>
                      <a:pt x="39" y="131"/>
                    </a:lnTo>
                    <a:lnTo>
                      <a:pt x="38" y="130"/>
                    </a:lnTo>
                    <a:lnTo>
                      <a:pt x="38" y="130"/>
                    </a:lnTo>
                    <a:lnTo>
                      <a:pt x="37" y="129"/>
                    </a:lnTo>
                    <a:lnTo>
                      <a:pt x="36" y="129"/>
                    </a:lnTo>
                    <a:lnTo>
                      <a:pt x="36" y="128"/>
                    </a:lnTo>
                    <a:lnTo>
                      <a:pt x="35" y="128"/>
                    </a:lnTo>
                    <a:lnTo>
                      <a:pt x="34" y="127"/>
                    </a:lnTo>
                    <a:lnTo>
                      <a:pt x="34" y="127"/>
                    </a:lnTo>
                    <a:lnTo>
                      <a:pt x="33" y="126"/>
                    </a:lnTo>
                    <a:lnTo>
                      <a:pt x="32" y="125"/>
                    </a:lnTo>
                    <a:lnTo>
                      <a:pt x="32" y="125"/>
                    </a:lnTo>
                    <a:lnTo>
                      <a:pt x="31" y="124"/>
                    </a:lnTo>
                    <a:lnTo>
                      <a:pt x="31" y="124"/>
                    </a:lnTo>
                    <a:lnTo>
                      <a:pt x="30" y="123"/>
                    </a:lnTo>
                    <a:lnTo>
                      <a:pt x="29" y="122"/>
                    </a:lnTo>
                    <a:lnTo>
                      <a:pt x="29" y="122"/>
                    </a:lnTo>
                    <a:lnTo>
                      <a:pt x="28" y="121"/>
                    </a:lnTo>
                    <a:lnTo>
                      <a:pt x="28" y="121"/>
                    </a:lnTo>
                    <a:lnTo>
                      <a:pt x="27" y="120"/>
                    </a:lnTo>
                    <a:lnTo>
                      <a:pt x="27" y="119"/>
                    </a:lnTo>
                    <a:lnTo>
                      <a:pt x="26" y="119"/>
                    </a:lnTo>
                    <a:lnTo>
                      <a:pt x="25" y="118"/>
                    </a:lnTo>
                    <a:lnTo>
                      <a:pt x="25" y="118"/>
                    </a:lnTo>
                    <a:lnTo>
                      <a:pt x="24" y="118"/>
                    </a:lnTo>
                    <a:lnTo>
                      <a:pt x="24" y="117"/>
                    </a:lnTo>
                    <a:lnTo>
                      <a:pt x="24" y="117"/>
                    </a:lnTo>
                    <a:lnTo>
                      <a:pt x="24" y="116"/>
                    </a:lnTo>
                    <a:lnTo>
                      <a:pt x="24" y="116"/>
                    </a:lnTo>
                    <a:lnTo>
                      <a:pt x="23" y="116"/>
                    </a:lnTo>
                    <a:lnTo>
                      <a:pt x="23" y="115"/>
                    </a:lnTo>
                    <a:lnTo>
                      <a:pt x="22" y="114"/>
                    </a:lnTo>
                    <a:lnTo>
                      <a:pt x="22" y="114"/>
                    </a:lnTo>
                    <a:lnTo>
                      <a:pt x="21" y="113"/>
                    </a:lnTo>
                    <a:lnTo>
                      <a:pt x="21" y="112"/>
                    </a:lnTo>
                    <a:lnTo>
                      <a:pt x="20" y="112"/>
                    </a:lnTo>
                    <a:lnTo>
                      <a:pt x="20" y="111"/>
                    </a:lnTo>
                    <a:lnTo>
                      <a:pt x="19" y="110"/>
                    </a:lnTo>
                    <a:lnTo>
                      <a:pt x="19" y="110"/>
                    </a:lnTo>
                    <a:lnTo>
                      <a:pt x="19" y="109"/>
                    </a:lnTo>
                    <a:lnTo>
                      <a:pt x="18" y="109"/>
                    </a:lnTo>
                    <a:lnTo>
                      <a:pt x="18" y="108"/>
                    </a:lnTo>
                    <a:lnTo>
                      <a:pt x="17" y="107"/>
                    </a:lnTo>
                    <a:lnTo>
                      <a:pt x="17" y="107"/>
                    </a:lnTo>
                    <a:lnTo>
                      <a:pt x="16" y="106"/>
                    </a:lnTo>
                    <a:lnTo>
                      <a:pt x="16" y="105"/>
                    </a:lnTo>
                    <a:lnTo>
                      <a:pt x="16" y="105"/>
                    </a:lnTo>
                    <a:lnTo>
                      <a:pt x="15" y="104"/>
                    </a:lnTo>
                    <a:lnTo>
                      <a:pt x="15" y="103"/>
                    </a:lnTo>
                    <a:lnTo>
                      <a:pt x="14" y="103"/>
                    </a:lnTo>
                    <a:lnTo>
                      <a:pt x="14" y="102"/>
                    </a:lnTo>
                    <a:lnTo>
                      <a:pt x="14" y="102"/>
                    </a:lnTo>
                    <a:lnTo>
                      <a:pt x="13" y="101"/>
                    </a:lnTo>
                    <a:lnTo>
                      <a:pt x="13" y="100"/>
                    </a:lnTo>
                    <a:lnTo>
                      <a:pt x="12" y="100"/>
                    </a:lnTo>
                    <a:lnTo>
                      <a:pt x="12" y="99"/>
                    </a:lnTo>
                    <a:lnTo>
                      <a:pt x="12" y="98"/>
                    </a:lnTo>
                    <a:lnTo>
                      <a:pt x="11" y="98"/>
                    </a:lnTo>
                    <a:lnTo>
                      <a:pt x="11" y="97"/>
                    </a:lnTo>
                    <a:lnTo>
                      <a:pt x="10" y="96"/>
                    </a:lnTo>
                    <a:lnTo>
                      <a:pt x="10" y="95"/>
                    </a:lnTo>
                    <a:lnTo>
                      <a:pt x="10" y="94"/>
                    </a:lnTo>
                    <a:lnTo>
                      <a:pt x="9" y="93"/>
                    </a:lnTo>
                    <a:lnTo>
                      <a:pt x="9" y="93"/>
                    </a:lnTo>
                    <a:lnTo>
                      <a:pt x="9" y="92"/>
                    </a:lnTo>
                    <a:lnTo>
                      <a:pt x="9" y="91"/>
                    </a:lnTo>
                    <a:lnTo>
                      <a:pt x="9" y="91"/>
                    </a:lnTo>
                    <a:lnTo>
                      <a:pt x="8" y="90"/>
                    </a:lnTo>
                    <a:lnTo>
                      <a:pt x="8" y="90"/>
                    </a:lnTo>
                    <a:lnTo>
                      <a:pt x="8" y="89"/>
                    </a:lnTo>
                    <a:lnTo>
                      <a:pt x="8" y="89"/>
                    </a:lnTo>
                    <a:lnTo>
                      <a:pt x="8" y="88"/>
                    </a:lnTo>
                    <a:lnTo>
                      <a:pt x="7" y="88"/>
                    </a:lnTo>
                    <a:lnTo>
                      <a:pt x="7" y="87"/>
                    </a:lnTo>
                    <a:lnTo>
                      <a:pt x="7" y="85"/>
                    </a:lnTo>
                    <a:lnTo>
                      <a:pt x="7" y="84"/>
                    </a:lnTo>
                    <a:lnTo>
                      <a:pt x="7" y="83"/>
                    </a:lnTo>
                    <a:lnTo>
                      <a:pt x="6" y="82"/>
                    </a:lnTo>
                    <a:lnTo>
                      <a:pt x="6" y="80"/>
                    </a:lnTo>
                    <a:lnTo>
                      <a:pt x="6" y="79"/>
                    </a:lnTo>
                    <a:lnTo>
                      <a:pt x="6" y="78"/>
                    </a:lnTo>
                    <a:lnTo>
                      <a:pt x="5" y="76"/>
                    </a:lnTo>
                    <a:lnTo>
                      <a:pt x="5" y="75"/>
                    </a:lnTo>
                    <a:lnTo>
                      <a:pt x="5" y="74"/>
                    </a:lnTo>
                    <a:lnTo>
                      <a:pt x="5" y="72"/>
                    </a:lnTo>
                    <a:lnTo>
                      <a:pt x="5" y="71"/>
                    </a:lnTo>
                    <a:lnTo>
                      <a:pt x="4" y="69"/>
                    </a:lnTo>
                    <a:lnTo>
                      <a:pt x="4" y="68"/>
                    </a:lnTo>
                    <a:lnTo>
                      <a:pt x="4" y="66"/>
                    </a:lnTo>
                    <a:lnTo>
                      <a:pt x="4" y="64"/>
                    </a:lnTo>
                    <a:lnTo>
                      <a:pt x="3" y="63"/>
                    </a:lnTo>
                    <a:lnTo>
                      <a:pt x="3" y="61"/>
                    </a:lnTo>
                    <a:lnTo>
                      <a:pt x="3" y="60"/>
                    </a:lnTo>
                    <a:lnTo>
                      <a:pt x="3" y="59"/>
                    </a:lnTo>
                    <a:lnTo>
                      <a:pt x="3" y="57"/>
                    </a:lnTo>
                    <a:lnTo>
                      <a:pt x="2" y="56"/>
                    </a:lnTo>
                    <a:lnTo>
                      <a:pt x="2" y="54"/>
                    </a:lnTo>
                    <a:lnTo>
                      <a:pt x="2" y="53"/>
                    </a:lnTo>
                    <a:lnTo>
                      <a:pt x="2" y="51"/>
                    </a:lnTo>
                    <a:lnTo>
                      <a:pt x="2" y="49"/>
                    </a:lnTo>
                    <a:lnTo>
                      <a:pt x="2" y="48"/>
                    </a:lnTo>
                    <a:lnTo>
                      <a:pt x="2" y="46"/>
                    </a:lnTo>
                    <a:lnTo>
                      <a:pt x="1" y="45"/>
                    </a:lnTo>
                    <a:lnTo>
                      <a:pt x="1" y="43"/>
                    </a:lnTo>
                    <a:lnTo>
                      <a:pt x="1" y="42"/>
                    </a:lnTo>
                    <a:lnTo>
                      <a:pt x="1" y="40"/>
                    </a:lnTo>
                    <a:lnTo>
                      <a:pt x="1" y="39"/>
                    </a:lnTo>
                    <a:lnTo>
                      <a:pt x="1" y="37"/>
                    </a:lnTo>
                    <a:lnTo>
                      <a:pt x="1" y="36"/>
                    </a:lnTo>
                    <a:lnTo>
                      <a:pt x="1" y="34"/>
                    </a:lnTo>
                    <a:lnTo>
                      <a:pt x="1" y="33"/>
                    </a:lnTo>
                    <a:lnTo>
                      <a:pt x="1" y="32"/>
                    </a:lnTo>
                    <a:lnTo>
                      <a:pt x="0" y="30"/>
                    </a:lnTo>
                    <a:lnTo>
                      <a:pt x="0" y="29"/>
                    </a:lnTo>
                    <a:lnTo>
                      <a:pt x="0" y="29"/>
                    </a:lnTo>
                    <a:lnTo>
                      <a:pt x="0" y="29"/>
                    </a:lnTo>
                    <a:lnTo>
                      <a:pt x="0" y="28"/>
                    </a:lnTo>
                    <a:lnTo>
                      <a:pt x="0" y="28"/>
                    </a:lnTo>
                    <a:lnTo>
                      <a:pt x="0" y="27"/>
                    </a:lnTo>
                    <a:lnTo>
                      <a:pt x="0" y="26"/>
                    </a:lnTo>
                    <a:lnTo>
                      <a:pt x="1" y="26"/>
                    </a:lnTo>
                    <a:lnTo>
                      <a:pt x="1" y="25"/>
                    </a:lnTo>
                    <a:lnTo>
                      <a:pt x="1" y="24"/>
                    </a:lnTo>
                    <a:lnTo>
                      <a:pt x="1" y="24"/>
                    </a:lnTo>
                    <a:lnTo>
                      <a:pt x="1" y="23"/>
                    </a:lnTo>
                    <a:lnTo>
                      <a:pt x="1" y="22"/>
                    </a:lnTo>
                    <a:lnTo>
                      <a:pt x="1" y="22"/>
                    </a:lnTo>
                    <a:lnTo>
                      <a:pt x="1" y="21"/>
                    </a:lnTo>
                    <a:lnTo>
                      <a:pt x="1" y="20"/>
                    </a:lnTo>
                    <a:lnTo>
                      <a:pt x="1" y="19"/>
                    </a:lnTo>
                    <a:lnTo>
                      <a:pt x="1" y="18"/>
                    </a:lnTo>
                    <a:lnTo>
                      <a:pt x="2" y="17"/>
                    </a:lnTo>
                    <a:lnTo>
                      <a:pt x="2" y="16"/>
                    </a:lnTo>
                    <a:lnTo>
                      <a:pt x="2" y="15"/>
                    </a:lnTo>
                    <a:lnTo>
                      <a:pt x="3" y="14"/>
                    </a:lnTo>
                    <a:lnTo>
                      <a:pt x="3" y="13"/>
                    </a:lnTo>
                    <a:lnTo>
                      <a:pt x="4" y="12"/>
                    </a:lnTo>
                    <a:lnTo>
                      <a:pt x="4" y="11"/>
                    </a:lnTo>
                    <a:lnTo>
                      <a:pt x="5" y="10"/>
                    </a:lnTo>
                    <a:lnTo>
                      <a:pt x="5" y="9"/>
                    </a:lnTo>
                    <a:lnTo>
                      <a:pt x="6" y="8"/>
                    </a:lnTo>
                    <a:lnTo>
                      <a:pt x="7" y="7"/>
                    </a:lnTo>
                    <a:lnTo>
                      <a:pt x="9" y="6"/>
                    </a:lnTo>
                    <a:lnTo>
                      <a:pt x="10" y="4"/>
                    </a:lnTo>
                    <a:lnTo>
                      <a:pt x="12" y="3"/>
                    </a:lnTo>
                    <a:lnTo>
                      <a:pt x="14" y="2"/>
                    </a:lnTo>
                    <a:lnTo>
                      <a:pt x="17" y="1"/>
                    </a:lnTo>
                    <a:lnTo>
                      <a:pt x="19" y="0"/>
                    </a:lnTo>
                    <a:lnTo>
                      <a:pt x="22" y="0"/>
                    </a:lnTo>
                    <a:lnTo>
                      <a:pt x="24" y="0"/>
                    </a:lnTo>
                    <a:lnTo>
                      <a:pt x="26" y="0"/>
                    </a:lnTo>
                    <a:lnTo>
                      <a:pt x="26" y="0"/>
                    </a:lnTo>
                    <a:close/>
                    <a:moveTo>
                      <a:pt x="47" y="63"/>
                    </a:moveTo>
                    <a:lnTo>
                      <a:pt x="47" y="64"/>
                    </a:lnTo>
                    <a:lnTo>
                      <a:pt x="47" y="66"/>
                    </a:lnTo>
                    <a:lnTo>
                      <a:pt x="47" y="67"/>
                    </a:lnTo>
                    <a:lnTo>
                      <a:pt x="48" y="68"/>
                    </a:lnTo>
                    <a:lnTo>
                      <a:pt x="48" y="70"/>
                    </a:lnTo>
                    <a:lnTo>
                      <a:pt x="48" y="71"/>
                    </a:lnTo>
                    <a:lnTo>
                      <a:pt x="48" y="72"/>
                    </a:lnTo>
                    <a:lnTo>
                      <a:pt x="48" y="73"/>
                    </a:lnTo>
                    <a:lnTo>
                      <a:pt x="49" y="74"/>
                    </a:lnTo>
                    <a:lnTo>
                      <a:pt x="49" y="75"/>
                    </a:lnTo>
                    <a:lnTo>
                      <a:pt x="49" y="76"/>
                    </a:lnTo>
                    <a:lnTo>
                      <a:pt x="49" y="77"/>
                    </a:lnTo>
                    <a:lnTo>
                      <a:pt x="49" y="77"/>
                    </a:lnTo>
                    <a:lnTo>
                      <a:pt x="49" y="78"/>
                    </a:lnTo>
                    <a:lnTo>
                      <a:pt x="49" y="78"/>
                    </a:lnTo>
                    <a:lnTo>
                      <a:pt x="49" y="78"/>
                    </a:lnTo>
                    <a:lnTo>
                      <a:pt x="50" y="79"/>
                    </a:lnTo>
                    <a:lnTo>
                      <a:pt x="50" y="79"/>
                    </a:lnTo>
                    <a:lnTo>
                      <a:pt x="50" y="80"/>
                    </a:lnTo>
                    <a:lnTo>
                      <a:pt x="51" y="80"/>
                    </a:lnTo>
                    <a:lnTo>
                      <a:pt x="51" y="81"/>
                    </a:lnTo>
                    <a:lnTo>
                      <a:pt x="51" y="81"/>
                    </a:lnTo>
                    <a:lnTo>
                      <a:pt x="51" y="82"/>
                    </a:lnTo>
                    <a:lnTo>
                      <a:pt x="52" y="82"/>
                    </a:lnTo>
                    <a:lnTo>
                      <a:pt x="52" y="82"/>
                    </a:lnTo>
                    <a:lnTo>
                      <a:pt x="52" y="83"/>
                    </a:lnTo>
                    <a:lnTo>
                      <a:pt x="52" y="83"/>
                    </a:lnTo>
                    <a:lnTo>
                      <a:pt x="53" y="84"/>
                    </a:lnTo>
                    <a:lnTo>
                      <a:pt x="53" y="84"/>
                    </a:lnTo>
                    <a:lnTo>
                      <a:pt x="53" y="84"/>
                    </a:lnTo>
                    <a:lnTo>
                      <a:pt x="53" y="85"/>
                    </a:lnTo>
                    <a:lnTo>
                      <a:pt x="53" y="85"/>
                    </a:lnTo>
                    <a:lnTo>
                      <a:pt x="53" y="86"/>
                    </a:lnTo>
                    <a:lnTo>
                      <a:pt x="53" y="86"/>
                    </a:lnTo>
                    <a:lnTo>
                      <a:pt x="54" y="86"/>
                    </a:lnTo>
                    <a:lnTo>
                      <a:pt x="54" y="87"/>
                    </a:lnTo>
                    <a:lnTo>
                      <a:pt x="54" y="87"/>
                    </a:lnTo>
                    <a:lnTo>
                      <a:pt x="55" y="88"/>
                    </a:lnTo>
                    <a:lnTo>
                      <a:pt x="55" y="88"/>
                    </a:lnTo>
                    <a:lnTo>
                      <a:pt x="55" y="88"/>
                    </a:lnTo>
                    <a:lnTo>
                      <a:pt x="56" y="88"/>
                    </a:lnTo>
                    <a:lnTo>
                      <a:pt x="56" y="88"/>
                    </a:lnTo>
                    <a:lnTo>
                      <a:pt x="56" y="88"/>
                    </a:lnTo>
                    <a:lnTo>
                      <a:pt x="56" y="89"/>
                    </a:lnTo>
                    <a:lnTo>
                      <a:pt x="56" y="89"/>
                    </a:lnTo>
                    <a:lnTo>
                      <a:pt x="57" y="89"/>
                    </a:lnTo>
                    <a:lnTo>
                      <a:pt x="57" y="90"/>
                    </a:lnTo>
                    <a:lnTo>
                      <a:pt x="57" y="90"/>
                    </a:lnTo>
                    <a:lnTo>
                      <a:pt x="58" y="90"/>
                    </a:lnTo>
                    <a:lnTo>
                      <a:pt x="58" y="91"/>
                    </a:lnTo>
                    <a:lnTo>
                      <a:pt x="58" y="91"/>
                    </a:lnTo>
                    <a:lnTo>
                      <a:pt x="59" y="91"/>
                    </a:lnTo>
                    <a:lnTo>
                      <a:pt x="59" y="92"/>
                    </a:lnTo>
                    <a:lnTo>
                      <a:pt x="59" y="92"/>
                    </a:lnTo>
                    <a:lnTo>
                      <a:pt x="60" y="92"/>
                    </a:lnTo>
                    <a:lnTo>
                      <a:pt x="60" y="93"/>
                    </a:lnTo>
                    <a:lnTo>
                      <a:pt x="60" y="93"/>
                    </a:lnTo>
                    <a:lnTo>
                      <a:pt x="61" y="93"/>
                    </a:lnTo>
                    <a:lnTo>
                      <a:pt x="61" y="94"/>
                    </a:lnTo>
                    <a:lnTo>
                      <a:pt x="61" y="94"/>
                    </a:lnTo>
                    <a:lnTo>
                      <a:pt x="62" y="94"/>
                    </a:lnTo>
                    <a:lnTo>
                      <a:pt x="62" y="95"/>
                    </a:lnTo>
                    <a:lnTo>
                      <a:pt x="62" y="95"/>
                    </a:lnTo>
                    <a:lnTo>
                      <a:pt x="63" y="95"/>
                    </a:lnTo>
                    <a:lnTo>
                      <a:pt x="63" y="95"/>
                    </a:lnTo>
                    <a:lnTo>
                      <a:pt x="63" y="96"/>
                    </a:lnTo>
                    <a:lnTo>
                      <a:pt x="64" y="96"/>
                    </a:lnTo>
                    <a:lnTo>
                      <a:pt x="64" y="96"/>
                    </a:lnTo>
                    <a:lnTo>
                      <a:pt x="64" y="97"/>
                    </a:lnTo>
                    <a:lnTo>
                      <a:pt x="65" y="97"/>
                    </a:lnTo>
                    <a:lnTo>
                      <a:pt x="65" y="97"/>
                    </a:lnTo>
                    <a:lnTo>
                      <a:pt x="65" y="97"/>
                    </a:lnTo>
                    <a:lnTo>
                      <a:pt x="66" y="97"/>
                    </a:lnTo>
                    <a:lnTo>
                      <a:pt x="66" y="98"/>
                    </a:lnTo>
                    <a:lnTo>
                      <a:pt x="66" y="98"/>
                    </a:lnTo>
                    <a:lnTo>
                      <a:pt x="67" y="98"/>
                    </a:lnTo>
                    <a:lnTo>
                      <a:pt x="67" y="98"/>
                    </a:lnTo>
                    <a:lnTo>
                      <a:pt x="68" y="99"/>
                    </a:lnTo>
                    <a:lnTo>
                      <a:pt x="69" y="100"/>
                    </a:lnTo>
                    <a:lnTo>
                      <a:pt x="71" y="101"/>
                    </a:lnTo>
                    <a:lnTo>
                      <a:pt x="72" y="102"/>
                    </a:lnTo>
                    <a:lnTo>
                      <a:pt x="74" y="102"/>
                    </a:lnTo>
                    <a:lnTo>
                      <a:pt x="75" y="103"/>
                    </a:lnTo>
                    <a:lnTo>
                      <a:pt x="76" y="104"/>
                    </a:lnTo>
                    <a:lnTo>
                      <a:pt x="78" y="105"/>
                    </a:lnTo>
                    <a:lnTo>
                      <a:pt x="79" y="106"/>
                    </a:lnTo>
                    <a:lnTo>
                      <a:pt x="80" y="106"/>
                    </a:lnTo>
                    <a:lnTo>
                      <a:pt x="82" y="107"/>
                    </a:lnTo>
                    <a:lnTo>
                      <a:pt x="82" y="108"/>
                    </a:lnTo>
                    <a:lnTo>
                      <a:pt x="84" y="109"/>
                    </a:lnTo>
                    <a:lnTo>
                      <a:pt x="85" y="110"/>
                    </a:lnTo>
                    <a:lnTo>
                      <a:pt x="86" y="110"/>
                    </a:lnTo>
                    <a:lnTo>
                      <a:pt x="88" y="111"/>
                    </a:lnTo>
                    <a:lnTo>
                      <a:pt x="89" y="112"/>
                    </a:lnTo>
                    <a:lnTo>
                      <a:pt x="91" y="113"/>
                    </a:lnTo>
                    <a:lnTo>
                      <a:pt x="92" y="113"/>
                    </a:lnTo>
                    <a:lnTo>
                      <a:pt x="94" y="114"/>
                    </a:lnTo>
                    <a:lnTo>
                      <a:pt x="95" y="115"/>
                    </a:lnTo>
                    <a:lnTo>
                      <a:pt x="97" y="115"/>
                    </a:lnTo>
                    <a:lnTo>
                      <a:pt x="98" y="116"/>
                    </a:lnTo>
                    <a:lnTo>
                      <a:pt x="100" y="117"/>
                    </a:lnTo>
                    <a:lnTo>
                      <a:pt x="101" y="118"/>
                    </a:lnTo>
                    <a:lnTo>
                      <a:pt x="103" y="118"/>
                    </a:lnTo>
                    <a:lnTo>
                      <a:pt x="104" y="118"/>
                    </a:lnTo>
                    <a:lnTo>
                      <a:pt x="106" y="119"/>
                    </a:lnTo>
                    <a:lnTo>
                      <a:pt x="107" y="119"/>
                    </a:lnTo>
                    <a:lnTo>
                      <a:pt x="109" y="120"/>
                    </a:lnTo>
                    <a:lnTo>
                      <a:pt x="111" y="121"/>
                    </a:lnTo>
                    <a:lnTo>
                      <a:pt x="111" y="121"/>
                    </a:lnTo>
                    <a:lnTo>
                      <a:pt x="113" y="122"/>
                    </a:lnTo>
                    <a:lnTo>
                      <a:pt x="114" y="123"/>
                    </a:lnTo>
                    <a:lnTo>
                      <a:pt x="116" y="123"/>
                    </a:lnTo>
                    <a:lnTo>
                      <a:pt x="117" y="124"/>
                    </a:lnTo>
                    <a:lnTo>
                      <a:pt x="119" y="125"/>
                    </a:lnTo>
                    <a:lnTo>
                      <a:pt x="121" y="125"/>
                    </a:lnTo>
                    <a:lnTo>
                      <a:pt x="122" y="126"/>
                    </a:lnTo>
                    <a:lnTo>
                      <a:pt x="124" y="127"/>
                    </a:lnTo>
                    <a:lnTo>
                      <a:pt x="125" y="127"/>
                    </a:lnTo>
                    <a:lnTo>
                      <a:pt x="127" y="128"/>
                    </a:lnTo>
                    <a:lnTo>
                      <a:pt x="129" y="129"/>
                    </a:lnTo>
                    <a:lnTo>
                      <a:pt x="129" y="129"/>
                    </a:lnTo>
                    <a:lnTo>
                      <a:pt x="128" y="128"/>
                    </a:lnTo>
                    <a:lnTo>
                      <a:pt x="120" y="121"/>
                    </a:lnTo>
                    <a:lnTo>
                      <a:pt x="116" y="118"/>
                    </a:lnTo>
                    <a:lnTo>
                      <a:pt x="111" y="115"/>
                    </a:lnTo>
                    <a:lnTo>
                      <a:pt x="108" y="112"/>
                    </a:lnTo>
                    <a:lnTo>
                      <a:pt x="104" y="108"/>
                    </a:lnTo>
                    <a:lnTo>
                      <a:pt x="99" y="105"/>
                    </a:lnTo>
                    <a:lnTo>
                      <a:pt x="95" y="101"/>
                    </a:lnTo>
                    <a:lnTo>
                      <a:pt x="91" y="98"/>
                    </a:lnTo>
                    <a:lnTo>
                      <a:pt x="87" y="94"/>
                    </a:lnTo>
                    <a:lnTo>
                      <a:pt x="82" y="91"/>
                    </a:lnTo>
                    <a:lnTo>
                      <a:pt x="79" y="88"/>
                    </a:lnTo>
                    <a:lnTo>
                      <a:pt x="77" y="87"/>
                    </a:lnTo>
                    <a:lnTo>
                      <a:pt x="75" y="85"/>
                    </a:lnTo>
                    <a:lnTo>
                      <a:pt x="73" y="84"/>
                    </a:lnTo>
                    <a:lnTo>
                      <a:pt x="71" y="82"/>
                    </a:lnTo>
                    <a:lnTo>
                      <a:pt x="69" y="80"/>
                    </a:lnTo>
                    <a:lnTo>
                      <a:pt x="67" y="79"/>
                    </a:lnTo>
                    <a:lnTo>
                      <a:pt x="65" y="77"/>
                    </a:lnTo>
                    <a:lnTo>
                      <a:pt x="63" y="76"/>
                    </a:lnTo>
                    <a:lnTo>
                      <a:pt x="61" y="74"/>
                    </a:lnTo>
                    <a:lnTo>
                      <a:pt x="59" y="73"/>
                    </a:lnTo>
                    <a:lnTo>
                      <a:pt x="57" y="71"/>
                    </a:lnTo>
                    <a:lnTo>
                      <a:pt x="55" y="70"/>
                    </a:lnTo>
                    <a:lnTo>
                      <a:pt x="54" y="68"/>
                    </a:lnTo>
                    <a:lnTo>
                      <a:pt x="53" y="68"/>
                    </a:lnTo>
                    <a:lnTo>
                      <a:pt x="53" y="67"/>
                    </a:lnTo>
                    <a:lnTo>
                      <a:pt x="51" y="66"/>
                    </a:lnTo>
                    <a:lnTo>
                      <a:pt x="49" y="64"/>
                    </a:lnTo>
                    <a:lnTo>
                      <a:pt x="47" y="63"/>
                    </a:lnTo>
                    <a:lnTo>
                      <a:pt x="47" y="62"/>
                    </a:lnTo>
                    <a:lnTo>
                      <a:pt x="47" y="63"/>
                    </a:lnTo>
                    <a:lnTo>
                      <a:pt x="47" y="6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grpSp>
        <p:grpSp>
          <p:nvGrpSpPr>
            <p:cNvPr id="35" name="组合 34">
              <a:extLst>
                <a:ext uri="{FF2B5EF4-FFF2-40B4-BE49-F238E27FC236}">
                  <a16:creationId xmlns:a16="http://schemas.microsoft.com/office/drawing/2014/main" id="{9D47B7A6-7DB2-6123-26A4-3E0C2B7E8F59}"/>
                </a:ext>
              </a:extLst>
            </p:cNvPr>
            <p:cNvGrpSpPr/>
            <p:nvPr/>
          </p:nvGrpSpPr>
          <p:grpSpPr>
            <a:xfrm flipV="1">
              <a:off x="6106800" y="4836245"/>
              <a:ext cx="850282" cy="397789"/>
              <a:chOff x="13179043" y="4505947"/>
              <a:chExt cx="850282" cy="397789"/>
            </a:xfrm>
            <a:solidFill>
              <a:srgbClr val="D5AC59"/>
            </a:solidFill>
          </p:grpSpPr>
          <p:sp>
            <p:nvSpPr>
              <p:cNvPr id="36" name="Freeform 16">
                <a:extLst>
                  <a:ext uri="{FF2B5EF4-FFF2-40B4-BE49-F238E27FC236}">
                    <a16:creationId xmlns:a16="http://schemas.microsoft.com/office/drawing/2014/main" id="{AB2CC1C4-2F06-3739-C844-3EFE632C1C5A}"/>
                  </a:ext>
                </a:extLst>
              </p:cNvPr>
              <p:cNvSpPr>
                <a:spLocks noEditPoints="1"/>
              </p:cNvSpPr>
              <p:nvPr/>
            </p:nvSpPr>
            <p:spPr bwMode="auto">
              <a:xfrm>
                <a:off x="13319518" y="4742324"/>
                <a:ext cx="709807" cy="84421"/>
              </a:xfrm>
              <a:custGeom>
                <a:avLst/>
                <a:gdLst>
                  <a:gd name="T0" fmla="*/ 76 w 1051"/>
                  <a:gd name="T1" fmla="*/ 71 h 125"/>
                  <a:gd name="T2" fmla="*/ 160 w 1051"/>
                  <a:gd name="T3" fmla="*/ 72 h 125"/>
                  <a:gd name="T4" fmla="*/ 290 w 1051"/>
                  <a:gd name="T5" fmla="*/ 76 h 125"/>
                  <a:gd name="T6" fmla="*/ 385 w 1051"/>
                  <a:gd name="T7" fmla="*/ 80 h 125"/>
                  <a:gd name="T8" fmla="*/ 474 w 1051"/>
                  <a:gd name="T9" fmla="*/ 83 h 125"/>
                  <a:gd name="T10" fmla="*/ 517 w 1051"/>
                  <a:gd name="T11" fmla="*/ 83 h 125"/>
                  <a:gd name="T12" fmla="*/ 565 w 1051"/>
                  <a:gd name="T13" fmla="*/ 82 h 125"/>
                  <a:gd name="T14" fmla="*/ 610 w 1051"/>
                  <a:gd name="T15" fmla="*/ 80 h 125"/>
                  <a:gd name="T16" fmla="*/ 661 w 1051"/>
                  <a:gd name="T17" fmla="*/ 75 h 125"/>
                  <a:gd name="T18" fmla="*/ 738 w 1051"/>
                  <a:gd name="T19" fmla="*/ 68 h 125"/>
                  <a:gd name="T20" fmla="*/ 774 w 1051"/>
                  <a:gd name="T21" fmla="*/ 63 h 125"/>
                  <a:gd name="T22" fmla="*/ 803 w 1051"/>
                  <a:gd name="T23" fmla="*/ 59 h 125"/>
                  <a:gd name="T24" fmla="*/ 832 w 1051"/>
                  <a:gd name="T25" fmla="*/ 52 h 125"/>
                  <a:gd name="T26" fmla="*/ 863 w 1051"/>
                  <a:gd name="T27" fmla="*/ 41 h 125"/>
                  <a:gd name="T28" fmla="*/ 891 w 1051"/>
                  <a:gd name="T29" fmla="*/ 31 h 125"/>
                  <a:gd name="T30" fmla="*/ 907 w 1051"/>
                  <a:gd name="T31" fmla="*/ 23 h 125"/>
                  <a:gd name="T32" fmla="*/ 925 w 1051"/>
                  <a:gd name="T33" fmla="*/ 14 h 125"/>
                  <a:gd name="T34" fmla="*/ 956 w 1051"/>
                  <a:gd name="T35" fmla="*/ 0 h 125"/>
                  <a:gd name="T36" fmla="*/ 979 w 1051"/>
                  <a:gd name="T37" fmla="*/ 8 h 125"/>
                  <a:gd name="T38" fmla="*/ 1002 w 1051"/>
                  <a:gd name="T39" fmla="*/ 14 h 125"/>
                  <a:gd name="T40" fmla="*/ 1018 w 1051"/>
                  <a:gd name="T41" fmla="*/ 21 h 125"/>
                  <a:gd name="T42" fmla="*/ 1033 w 1051"/>
                  <a:gd name="T43" fmla="*/ 29 h 125"/>
                  <a:gd name="T44" fmla="*/ 1043 w 1051"/>
                  <a:gd name="T45" fmla="*/ 38 h 125"/>
                  <a:gd name="T46" fmla="*/ 1048 w 1051"/>
                  <a:gd name="T47" fmla="*/ 47 h 125"/>
                  <a:gd name="T48" fmla="*/ 1051 w 1051"/>
                  <a:gd name="T49" fmla="*/ 60 h 125"/>
                  <a:gd name="T50" fmla="*/ 1049 w 1051"/>
                  <a:gd name="T51" fmla="*/ 71 h 125"/>
                  <a:gd name="T52" fmla="*/ 1044 w 1051"/>
                  <a:gd name="T53" fmla="*/ 82 h 125"/>
                  <a:gd name="T54" fmla="*/ 1032 w 1051"/>
                  <a:gd name="T55" fmla="*/ 94 h 125"/>
                  <a:gd name="T56" fmla="*/ 1016 w 1051"/>
                  <a:gd name="T57" fmla="*/ 104 h 125"/>
                  <a:gd name="T58" fmla="*/ 999 w 1051"/>
                  <a:gd name="T59" fmla="*/ 111 h 125"/>
                  <a:gd name="T60" fmla="*/ 980 w 1051"/>
                  <a:gd name="T61" fmla="*/ 114 h 125"/>
                  <a:gd name="T62" fmla="*/ 961 w 1051"/>
                  <a:gd name="T63" fmla="*/ 116 h 125"/>
                  <a:gd name="T64" fmla="*/ 941 w 1051"/>
                  <a:gd name="T65" fmla="*/ 116 h 125"/>
                  <a:gd name="T66" fmla="*/ 909 w 1051"/>
                  <a:gd name="T67" fmla="*/ 113 h 125"/>
                  <a:gd name="T68" fmla="*/ 869 w 1051"/>
                  <a:gd name="T69" fmla="*/ 107 h 125"/>
                  <a:gd name="T70" fmla="*/ 842 w 1051"/>
                  <a:gd name="T71" fmla="*/ 93 h 125"/>
                  <a:gd name="T72" fmla="*/ 812 w 1051"/>
                  <a:gd name="T73" fmla="*/ 100 h 125"/>
                  <a:gd name="T74" fmla="*/ 781 w 1051"/>
                  <a:gd name="T75" fmla="*/ 105 h 125"/>
                  <a:gd name="T76" fmla="*/ 746 w 1051"/>
                  <a:gd name="T77" fmla="*/ 110 h 125"/>
                  <a:gd name="T78" fmla="*/ 668 w 1051"/>
                  <a:gd name="T79" fmla="*/ 118 h 125"/>
                  <a:gd name="T80" fmla="*/ 616 w 1051"/>
                  <a:gd name="T81" fmla="*/ 121 h 125"/>
                  <a:gd name="T82" fmla="*/ 569 w 1051"/>
                  <a:gd name="T83" fmla="*/ 124 h 125"/>
                  <a:gd name="T84" fmla="*/ 520 w 1051"/>
                  <a:gd name="T85" fmla="*/ 125 h 125"/>
                  <a:gd name="T86" fmla="*/ 476 w 1051"/>
                  <a:gd name="T87" fmla="*/ 125 h 125"/>
                  <a:gd name="T88" fmla="*/ 388 w 1051"/>
                  <a:gd name="T89" fmla="*/ 121 h 125"/>
                  <a:gd name="T90" fmla="*/ 297 w 1051"/>
                  <a:gd name="T91" fmla="*/ 115 h 125"/>
                  <a:gd name="T92" fmla="*/ 164 w 1051"/>
                  <a:gd name="T93" fmla="*/ 101 h 125"/>
                  <a:gd name="T94" fmla="*/ 80 w 1051"/>
                  <a:gd name="T95" fmla="*/ 94 h 125"/>
                  <a:gd name="T96" fmla="*/ 19 w 1051"/>
                  <a:gd name="T97" fmla="*/ 92 h 125"/>
                  <a:gd name="T98" fmla="*/ 953 w 1051"/>
                  <a:gd name="T99" fmla="*/ 48 h 125"/>
                  <a:gd name="T100" fmla="*/ 932 w 1051"/>
                  <a:gd name="T101" fmla="*/ 58 h 125"/>
                  <a:gd name="T102" fmla="*/ 914 w 1051"/>
                  <a:gd name="T103" fmla="*/ 66 h 125"/>
                  <a:gd name="T104" fmla="*/ 927 w 1051"/>
                  <a:gd name="T105" fmla="*/ 72 h 125"/>
                  <a:gd name="T106" fmla="*/ 949 w 1051"/>
                  <a:gd name="T107" fmla="*/ 73 h 125"/>
                  <a:gd name="T108" fmla="*/ 966 w 1051"/>
                  <a:gd name="T109" fmla="*/ 73 h 125"/>
                  <a:gd name="T110" fmla="*/ 980 w 1051"/>
                  <a:gd name="T111" fmla="*/ 71 h 125"/>
                  <a:gd name="T112" fmla="*/ 993 w 1051"/>
                  <a:gd name="T113" fmla="*/ 68 h 125"/>
                  <a:gd name="T114" fmla="*/ 1002 w 1051"/>
                  <a:gd name="T115" fmla="*/ 64 h 125"/>
                  <a:gd name="T116" fmla="*/ 1004 w 1051"/>
                  <a:gd name="T117" fmla="*/ 61 h 125"/>
                  <a:gd name="T118" fmla="*/ 994 w 1051"/>
                  <a:gd name="T119" fmla="*/ 57 h 125"/>
                  <a:gd name="T120" fmla="*/ 972 w 1051"/>
                  <a:gd name="T121" fmla="*/ 5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51" h="125">
                    <a:moveTo>
                      <a:pt x="19" y="70"/>
                    </a:moveTo>
                    <a:lnTo>
                      <a:pt x="22" y="70"/>
                    </a:lnTo>
                    <a:lnTo>
                      <a:pt x="24" y="70"/>
                    </a:lnTo>
                    <a:lnTo>
                      <a:pt x="26" y="71"/>
                    </a:lnTo>
                    <a:lnTo>
                      <a:pt x="28" y="71"/>
                    </a:lnTo>
                    <a:lnTo>
                      <a:pt x="31" y="71"/>
                    </a:lnTo>
                    <a:lnTo>
                      <a:pt x="33" y="71"/>
                    </a:lnTo>
                    <a:lnTo>
                      <a:pt x="34" y="71"/>
                    </a:lnTo>
                    <a:lnTo>
                      <a:pt x="36" y="71"/>
                    </a:lnTo>
                    <a:lnTo>
                      <a:pt x="39" y="71"/>
                    </a:lnTo>
                    <a:lnTo>
                      <a:pt x="41" y="71"/>
                    </a:lnTo>
                    <a:lnTo>
                      <a:pt x="44" y="71"/>
                    </a:lnTo>
                    <a:lnTo>
                      <a:pt x="46" y="71"/>
                    </a:lnTo>
                    <a:lnTo>
                      <a:pt x="51" y="71"/>
                    </a:lnTo>
                    <a:lnTo>
                      <a:pt x="56" y="71"/>
                    </a:lnTo>
                    <a:lnTo>
                      <a:pt x="61" y="71"/>
                    </a:lnTo>
                    <a:lnTo>
                      <a:pt x="66" y="71"/>
                    </a:lnTo>
                    <a:lnTo>
                      <a:pt x="71" y="71"/>
                    </a:lnTo>
                    <a:lnTo>
                      <a:pt x="76" y="71"/>
                    </a:lnTo>
                    <a:lnTo>
                      <a:pt x="81" y="71"/>
                    </a:lnTo>
                    <a:lnTo>
                      <a:pt x="85" y="71"/>
                    </a:lnTo>
                    <a:lnTo>
                      <a:pt x="90" y="71"/>
                    </a:lnTo>
                    <a:lnTo>
                      <a:pt x="92" y="71"/>
                    </a:lnTo>
                    <a:lnTo>
                      <a:pt x="95" y="71"/>
                    </a:lnTo>
                    <a:lnTo>
                      <a:pt x="101" y="71"/>
                    </a:lnTo>
                    <a:lnTo>
                      <a:pt x="106" y="71"/>
                    </a:lnTo>
                    <a:lnTo>
                      <a:pt x="111" y="71"/>
                    </a:lnTo>
                    <a:lnTo>
                      <a:pt x="115" y="71"/>
                    </a:lnTo>
                    <a:lnTo>
                      <a:pt x="120" y="71"/>
                    </a:lnTo>
                    <a:lnTo>
                      <a:pt x="125" y="71"/>
                    </a:lnTo>
                    <a:lnTo>
                      <a:pt x="130" y="71"/>
                    </a:lnTo>
                    <a:lnTo>
                      <a:pt x="136" y="72"/>
                    </a:lnTo>
                    <a:lnTo>
                      <a:pt x="141" y="72"/>
                    </a:lnTo>
                    <a:lnTo>
                      <a:pt x="145" y="72"/>
                    </a:lnTo>
                    <a:lnTo>
                      <a:pt x="150" y="72"/>
                    </a:lnTo>
                    <a:lnTo>
                      <a:pt x="151" y="72"/>
                    </a:lnTo>
                    <a:lnTo>
                      <a:pt x="155" y="72"/>
                    </a:lnTo>
                    <a:lnTo>
                      <a:pt x="160" y="72"/>
                    </a:lnTo>
                    <a:lnTo>
                      <a:pt x="165" y="72"/>
                    </a:lnTo>
                    <a:lnTo>
                      <a:pt x="170" y="73"/>
                    </a:lnTo>
                    <a:lnTo>
                      <a:pt x="175" y="73"/>
                    </a:lnTo>
                    <a:lnTo>
                      <a:pt x="180" y="73"/>
                    </a:lnTo>
                    <a:lnTo>
                      <a:pt x="185" y="73"/>
                    </a:lnTo>
                    <a:lnTo>
                      <a:pt x="190" y="73"/>
                    </a:lnTo>
                    <a:lnTo>
                      <a:pt x="195" y="74"/>
                    </a:lnTo>
                    <a:lnTo>
                      <a:pt x="200" y="74"/>
                    </a:lnTo>
                    <a:lnTo>
                      <a:pt x="205" y="74"/>
                    </a:lnTo>
                    <a:lnTo>
                      <a:pt x="210" y="74"/>
                    </a:lnTo>
                    <a:lnTo>
                      <a:pt x="220" y="75"/>
                    </a:lnTo>
                    <a:lnTo>
                      <a:pt x="230" y="75"/>
                    </a:lnTo>
                    <a:lnTo>
                      <a:pt x="240" y="76"/>
                    </a:lnTo>
                    <a:lnTo>
                      <a:pt x="246" y="76"/>
                    </a:lnTo>
                    <a:lnTo>
                      <a:pt x="250" y="76"/>
                    </a:lnTo>
                    <a:lnTo>
                      <a:pt x="270" y="76"/>
                    </a:lnTo>
                    <a:lnTo>
                      <a:pt x="280" y="76"/>
                    </a:lnTo>
                    <a:lnTo>
                      <a:pt x="280" y="76"/>
                    </a:lnTo>
                    <a:lnTo>
                      <a:pt x="290" y="76"/>
                    </a:lnTo>
                    <a:lnTo>
                      <a:pt x="300" y="76"/>
                    </a:lnTo>
                    <a:lnTo>
                      <a:pt x="305" y="76"/>
                    </a:lnTo>
                    <a:lnTo>
                      <a:pt x="310" y="76"/>
                    </a:lnTo>
                    <a:lnTo>
                      <a:pt x="315" y="76"/>
                    </a:lnTo>
                    <a:lnTo>
                      <a:pt x="320" y="76"/>
                    </a:lnTo>
                    <a:lnTo>
                      <a:pt x="325" y="76"/>
                    </a:lnTo>
                    <a:lnTo>
                      <a:pt x="325" y="76"/>
                    </a:lnTo>
                    <a:lnTo>
                      <a:pt x="330" y="77"/>
                    </a:lnTo>
                    <a:lnTo>
                      <a:pt x="335" y="77"/>
                    </a:lnTo>
                    <a:lnTo>
                      <a:pt x="340" y="77"/>
                    </a:lnTo>
                    <a:lnTo>
                      <a:pt x="344" y="77"/>
                    </a:lnTo>
                    <a:lnTo>
                      <a:pt x="350" y="78"/>
                    </a:lnTo>
                    <a:lnTo>
                      <a:pt x="355" y="78"/>
                    </a:lnTo>
                    <a:lnTo>
                      <a:pt x="360" y="78"/>
                    </a:lnTo>
                    <a:lnTo>
                      <a:pt x="365" y="79"/>
                    </a:lnTo>
                    <a:lnTo>
                      <a:pt x="370" y="79"/>
                    </a:lnTo>
                    <a:lnTo>
                      <a:pt x="374" y="79"/>
                    </a:lnTo>
                    <a:lnTo>
                      <a:pt x="379" y="79"/>
                    </a:lnTo>
                    <a:lnTo>
                      <a:pt x="385" y="80"/>
                    </a:lnTo>
                    <a:lnTo>
                      <a:pt x="390" y="80"/>
                    </a:lnTo>
                    <a:lnTo>
                      <a:pt x="395" y="80"/>
                    </a:lnTo>
                    <a:lnTo>
                      <a:pt x="400" y="80"/>
                    </a:lnTo>
                    <a:lnTo>
                      <a:pt x="404" y="81"/>
                    </a:lnTo>
                    <a:lnTo>
                      <a:pt x="404" y="81"/>
                    </a:lnTo>
                    <a:lnTo>
                      <a:pt x="409" y="81"/>
                    </a:lnTo>
                    <a:lnTo>
                      <a:pt x="414" y="81"/>
                    </a:lnTo>
                    <a:lnTo>
                      <a:pt x="419" y="81"/>
                    </a:lnTo>
                    <a:lnTo>
                      <a:pt x="425" y="81"/>
                    </a:lnTo>
                    <a:lnTo>
                      <a:pt x="429" y="82"/>
                    </a:lnTo>
                    <a:lnTo>
                      <a:pt x="434" y="82"/>
                    </a:lnTo>
                    <a:lnTo>
                      <a:pt x="439" y="82"/>
                    </a:lnTo>
                    <a:lnTo>
                      <a:pt x="444" y="82"/>
                    </a:lnTo>
                    <a:lnTo>
                      <a:pt x="449" y="82"/>
                    </a:lnTo>
                    <a:lnTo>
                      <a:pt x="454" y="82"/>
                    </a:lnTo>
                    <a:lnTo>
                      <a:pt x="458" y="82"/>
                    </a:lnTo>
                    <a:lnTo>
                      <a:pt x="463" y="83"/>
                    </a:lnTo>
                    <a:lnTo>
                      <a:pt x="469" y="83"/>
                    </a:lnTo>
                    <a:lnTo>
                      <a:pt x="474" y="83"/>
                    </a:lnTo>
                    <a:lnTo>
                      <a:pt x="476" y="83"/>
                    </a:lnTo>
                    <a:lnTo>
                      <a:pt x="479" y="83"/>
                    </a:lnTo>
                    <a:lnTo>
                      <a:pt x="481" y="83"/>
                    </a:lnTo>
                    <a:lnTo>
                      <a:pt x="484" y="83"/>
                    </a:lnTo>
                    <a:lnTo>
                      <a:pt x="486" y="83"/>
                    </a:lnTo>
                    <a:lnTo>
                      <a:pt x="488" y="83"/>
                    </a:lnTo>
                    <a:lnTo>
                      <a:pt x="491" y="83"/>
                    </a:lnTo>
                    <a:lnTo>
                      <a:pt x="493" y="83"/>
                    </a:lnTo>
                    <a:lnTo>
                      <a:pt x="496" y="83"/>
                    </a:lnTo>
                    <a:lnTo>
                      <a:pt x="498" y="83"/>
                    </a:lnTo>
                    <a:lnTo>
                      <a:pt x="501" y="83"/>
                    </a:lnTo>
                    <a:lnTo>
                      <a:pt x="503" y="83"/>
                    </a:lnTo>
                    <a:lnTo>
                      <a:pt x="506" y="83"/>
                    </a:lnTo>
                    <a:lnTo>
                      <a:pt x="508" y="83"/>
                    </a:lnTo>
                    <a:lnTo>
                      <a:pt x="511" y="83"/>
                    </a:lnTo>
                    <a:lnTo>
                      <a:pt x="513" y="83"/>
                    </a:lnTo>
                    <a:lnTo>
                      <a:pt x="514" y="83"/>
                    </a:lnTo>
                    <a:lnTo>
                      <a:pt x="516" y="83"/>
                    </a:lnTo>
                    <a:lnTo>
                      <a:pt x="517" y="83"/>
                    </a:lnTo>
                    <a:lnTo>
                      <a:pt x="520" y="83"/>
                    </a:lnTo>
                    <a:lnTo>
                      <a:pt x="523" y="83"/>
                    </a:lnTo>
                    <a:lnTo>
                      <a:pt x="525" y="83"/>
                    </a:lnTo>
                    <a:lnTo>
                      <a:pt x="528" y="83"/>
                    </a:lnTo>
                    <a:lnTo>
                      <a:pt x="530" y="83"/>
                    </a:lnTo>
                    <a:lnTo>
                      <a:pt x="533" y="83"/>
                    </a:lnTo>
                    <a:lnTo>
                      <a:pt x="535" y="83"/>
                    </a:lnTo>
                    <a:lnTo>
                      <a:pt x="538" y="83"/>
                    </a:lnTo>
                    <a:lnTo>
                      <a:pt x="540" y="83"/>
                    </a:lnTo>
                    <a:lnTo>
                      <a:pt x="543" y="83"/>
                    </a:lnTo>
                    <a:lnTo>
                      <a:pt x="545" y="83"/>
                    </a:lnTo>
                    <a:lnTo>
                      <a:pt x="547" y="83"/>
                    </a:lnTo>
                    <a:lnTo>
                      <a:pt x="549" y="83"/>
                    </a:lnTo>
                    <a:lnTo>
                      <a:pt x="552" y="82"/>
                    </a:lnTo>
                    <a:lnTo>
                      <a:pt x="554" y="82"/>
                    </a:lnTo>
                    <a:lnTo>
                      <a:pt x="557" y="82"/>
                    </a:lnTo>
                    <a:lnTo>
                      <a:pt x="559" y="82"/>
                    </a:lnTo>
                    <a:lnTo>
                      <a:pt x="562" y="82"/>
                    </a:lnTo>
                    <a:lnTo>
                      <a:pt x="565" y="82"/>
                    </a:lnTo>
                    <a:lnTo>
                      <a:pt x="567" y="82"/>
                    </a:lnTo>
                    <a:lnTo>
                      <a:pt x="570" y="82"/>
                    </a:lnTo>
                    <a:lnTo>
                      <a:pt x="572" y="82"/>
                    </a:lnTo>
                    <a:lnTo>
                      <a:pt x="574" y="82"/>
                    </a:lnTo>
                    <a:lnTo>
                      <a:pt x="576" y="82"/>
                    </a:lnTo>
                    <a:lnTo>
                      <a:pt x="579" y="81"/>
                    </a:lnTo>
                    <a:lnTo>
                      <a:pt x="581" y="81"/>
                    </a:lnTo>
                    <a:lnTo>
                      <a:pt x="584" y="81"/>
                    </a:lnTo>
                    <a:lnTo>
                      <a:pt x="586" y="81"/>
                    </a:lnTo>
                    <a:lnTo>
                      <a:pt x="589" y="81"/>
                    </a:lnTo>
                    <a:lnTo>
                      <a:pt x="591" y="81"/>
                    </a:lnTo>
                    <a:lnTo>
                      <a:pt x="594" y="81"/>
                    </a:lnTo>
                    <a:lnTo>
                      <a:pt x="596" y="81"/>
                    </a:lnTo>
                    <a:lnTo>
                      <a:pt x="599" y="80"/>
                    </a:lnTo>
                    <a:lnTo>
                      <a:pt x="601" y="80"/>
                    </a:lnTo>
                    <a:lnTo>
                      <a:pt x="603" y="80"/>
                    </a:lnTo>
                    <a:lnTo>
                      <a:pt x="605" y="80"/>
                    </a:lnTo>
                    <a:lnTo>
                      <a:pt x="608" y="80"/>
                    </a:lnTo>
                    <a:lnTo>
                      <a:pt x="610" y="80"/>
                    </a:lnTo>
                    <a:lnTo>
                      <a:pt x="613" y="79"/>
                    </a:lnTo>
                    <a:lnTo>
                      <a:pt x="615" y="79"/>
                    </a:lnTo>
                    <a:lnTo>
                      <a:pt x="618" y="79"/>
                    </a:lnTo>
                    <a:lnTo>
                      <a:pt x="620" y="79"/>
                    </a:lnTo>
                    <a:lnTo>
                      <a:pt x="623" y="79"/>
                    </a:lnTo>
                    <a:lnTo>
                      <a:pt x="625" y="79"/>
                    </a:lnTo>
                    <a:lnTo>
                      <a:pt x="628" y="78"/>
                    </a:lnTo>
                    <a:lnTo>
                      <a:pt x="630" y="78"/>
                    </a:lnTo>
                    <a:lnTo>
                      <a:pt x="632" y="78"/>
                    </a:lnTo>
                    <a:lnTo>
                      <a:pt x="634" y="78"/>
                    </a:lnTo>
                    <a:lnTo>
                      <a:pt x="637" y="77"/>
                    </a:lnTo>
                    <a:lnTo>
                      <a:pt x="639" y="77"/>
                    </a:lnTo>
                    <a:lnTo>
                      <a:pt x="642" y="77"/>
                    </a:lnTo>
                    <a:lnTo>
                      <a:pt x="644" y="77"/>
                    </a:lnTo>
                    <a:lnTo>
                      <a:pt x="648" y="76"/>
                    </a:lnTo>
                    <a:lnTo>
                      <a:pt x="651" y="76"/>
                    </a:lnTo>
                    <a:lnTo>
                      <a:pt x="655" y="76"/>
                    </a:lnTo>
                    <a:lnTo>
                      <a:pt x="658" y="75"/>
                    </a:lnTo>
                    <a:lnTo>
                      <a:pt x="661" y="75"/>
                    </a:lnTo>
                    <a:lnTo>
                      <a:pt x="664" y="75"/>
                    </a:lnTo>
                    <a:lnTo>
                      <a:pt x="668" y="75"/>
                    </a:lnTo>
                    <a:lnTo>
                      <a:pt x="671" y="74"/>
                    </a:lnTo>
                    <a:lnTo>
                      <a:pt x="678" y="74"/>
                    </a:lnTo>
                    <a:lnTo>
                      <a:pt x="685" y="73"/>
                    </a:lnTo>
                    <a:lnTo>
                      <a:pt x="691" y="72"/>
                    </a:lnTo>
                    <a:lnTo>
                      <a:pt x="698" y="72"/>
                    </a:lnTo>
                    <a:lnTo>
                      <a:pt x="702" y="72"/>
                    </a:lnTo>
                    <a:lnTo>
                      <a:pt x="705" y="71"/>
                    </a:lnTo>
                    <a:lnTo>
                      <a:pt x="709" y="71"/>
                    </a:lnTo>
                    <a:lnTo>
                      <a:pt x="712" y="71"/>
                    </a:lnTo>
                    <a:lnTo>
                      <a:pt x="715" y="70"/>
                    </a:lnTo>
                    <a:lnTo>
                      <a:pt x="718" y="70"/>
                    </a:lnTo>
                    <a:lnTo>
                      <a:pt x="721" y="70"/>
                    </a:lnTo>
                    <a:lnTo>
                      <a:pt x="725" y="69"/>
                    </a:lnTo>
                    <a:lnTo>
                      <a:pt x="728" y="69"/>
                    </a:lnTo>
                    <a:lnTo>
                      <a:pt x="731" y="69"/>
                    </a:lnTo>
                    <a:lnTo>
                      <a:pt x="735" y="68"/>
                    </a:lnTo>
                    <a:lnTo>
                      <a:pt x="738" y="68"/>
                    </a:lnTo>
                    <a:lnTo>
                      <a:pt x="742" y="68"/>
                    </a:lnTo>
                    <a:lnTo>
                      <a:pt x="745" y="67"/>
                    </a:lnTo>
                    <a:lnTo>
                      <a:pt x="747" y="67"/>
                    </a:lnTo>
                    <a:lnTo>
                      <a:pt x="749" y="67"/>
                    </a:lnTo>
                    <a:lnTo>
                      <a:pt x="751" y="66"/>
                    </a:lnTo>
                    <a:lnTo>
                      <a:pt x="752" y="66"/>
                    </a:lnTo>
                    <a:lnTo>
                      <a:pt x="754" y="66"/>
                    </a:lnTo>
                    <a:lnTo>
                      <a:pt x="756" y="66"/>
                    </a:lnTo>
                    <a:lnTo>
                      <a:pt x="757" y="66"/>
                    </a:lnTo>
                    <a:lnTo>
                      <a:pt x="759" y="65"/>
                    </a:lnTo>
                    <a:lnTo>
                      <a:pt x="761" y="65"/>
                    </a:lnTo>
                    <a:lnTo>
                      <a:pt x="762" y="65"/>
                    </a:lnTo>
                    <a:lnTo>
                      <a:pt x="764" y="65"/>
                    </a:lnTo>
                    <a:lnTo>
                      <a:pt x="766" y="64"/>
                    </a:lnTo>
                    <a:lnTo>
                      <a:pt x="767" y="64"/>
                    </a:lnTo>
                    <a:lnTo>
                      <a:pt x="769" y="64"/>
                    </a:lnTo>
                    <a:lnTo>
                      <a:pt x="771" y="64"/>
                    </a:lnTo>
                    <a:lnTo>
                      <a:pt x="772" y="63"/>
                    </a:lnTo>
                    <a:lnTo>
                      <a:pt x="774" y="63"/>
                    </a:lnTo>
                    <a:lnTo>
                      <a:pt x="776" y="63"/>
                    </a:lnTo>
                    <a:lnTo>
                      <a:pt x="776" y="63"/>
                    </a:lnTo>
                    <a:lnTo>
                      <a:pt x="778" y="62"/>
                    </a:lnTo>
                    <a:lnTo>
                      <a:pt x="778" y="62"/>
                    </a:lnTo>
                    <a:lnTo>
                      <a:pt x="780" y="62"/>
                    </a:lnTo>
                    <a:lnTo>
                      <a:pt x="781" y="62"/>
                    </a:lnTo>
                    <a:lnTo>
                      <a:pt x="783" y="62"/>
                    </a:lnTo>
                    <a:lnTo>
                      <a:pt x="785" y="62"/>
                    </a:lnTo>
                    <a:lnTo>
                      <a:pt x="786" y="62"/>
                    </a:lnTo>
                    <a:lnTo>
                      <a:pt x="788" y="62"/>
                    </a:lnTo>
                    <a:lnTo>
                      <a:pt x="790" y="61"/>
                    </a:lnTo>
                    <a:lnTo>
                      <a:pt x="791" y="61"/>
                    </a:lnTo>
                    <a:lnTo>
                      <a:pt x="793" y="61"/>
                    </a:lnTo>
                    <a:lnTo>
                      <a:pt x="794" y="61"/>
                    </a:lnTo>
                    <a:lnTo>
                      <a:pt x="796" y="60"/>
                    </a:lnTo>
                    <a:lnTo>
                      <a:pt x="798" y="60"/>
                    </a:lnTo>
                    <a:lnTo>
                      <a:pt x="799" y="60"/>
                    </a:lnTo>
                    <a:lnTo>
                      <a:pt x="801" y="59"/>
                    </a:lnTo>
                    <a:lnTo>
                      <a:pt x="803" y="59"/>
                    </a:lnTo>
                    <a:lnTo>
                      <a:pt x="804" y="59"/>
                    </a:lnTo>
                    <a:lnTo>
                      <a:pt x="805" y="58"/>
                    </a:lnTo>
                    <a:lnTo>
                      <a:pt x="806" y="58"/>
                    </a:lnTo>
                    <a:lnTo>
                      <a:pt x="808" y="58"/>
                    </a:lnTo>
                    <a:lnTo>
                      <a:pt x="810" y="57"/>
                    </a:lnTo>
                    <a:lnTo>
                      <a:pt x="811" y="57"/>
                    </a:lnTo>
                    <a:lnTo>
                      <a:pt x="813" y="57"/>
                    </a:lnTo>
                    <a:lnTo>
                      <a:pt x="815" y="56"/>
                    </a:lnTo>
                    <a:lnTo>
                      <a:pt x="816" y="56"/>
                    </a:lnTo>
                    <a:lnTo>
                      <a:pt x="818" y="55"/>
                    </a:lnTo>
                    <a:lnTo>
                      <a:pt x="819" y="55"/>
                    </a:lnTo>
                    <a:lnTo>
                      <a:pt x="821" y="55"/>
                    </a:lnTo>
                    <a:lnTo>
                      <a:pt x="823" y="54"/>
                    </a:lnTo>
                    <a:lnTo>
                      <a:pt x="824" y="54"/>
                    </a:lnTo>
                    <a:lnTo>
                      <a:pt x="826" y="53"/>
                    </a:lnTo>
                    <a:lnTo>
                      <a:pt x="828" y="53"/>
                    </a:lnTo>
                    <a:lnTo>
                      <a:pt x="829" y="53"/>
                    </a:lnTo>
                    <a:lnTo>
                      <a:pt x="831" y="52"/>
                    </a:lnTo>
                    <a:lnTo>
                      <a:pt x="832" y="52"/>
                    </a:lnTo>
                    <a:lnTo>
                      <a:pt x="834" y="51"/>
                    </a:lnTo>
                    <a:lnTo>
                      <a:pt x="835" y="51"/>
                    </a:lnTo>
                    <a:lnTo>
                      <a:pt x="836" y="50"/>
                    </a:lnTo>
                    <a:lnTo>
                      <a:pt x="838" y="50"/>
                    </a:lnTo>
                    <a:lnTo>
                      <a:pt x="839" y="49"/>
                    </a:lnTo>
                    <a:lnTo>
                      <a:pt x="841" y="49"/>
                    </a:lnTo>
                    <a:lnTo>
                      <a:pt x="843" y="48"/>
                    </a:lnTo>
                    <a:lnTo>
                      <a:pt x="844" y="48"/>
                    </a:lnTo>
                    <a:lnTo>
                      <a:pt x="846" y="47"/>
                    </a:lnTo>
                    <a:lnTo>
                      <a:pt x="847" y="47"/>
                    </a:lnTo>
                    <a:lnTo>
                      <a:pt x="849" y="46"/>
                    </a:lnTo>
                    <a:lnTo>
                      <a:pt x="851" y="46"/>
                    </a:lnTo>
                    <a:lnTo>
                      <a:pt x="852" y="45"/>
                    </a:lnTo>
                    <a:lnTo>
                      <a:pt x="854" y="45"/>
                    </a:lnTo>
                    <a:lnTo>
                      <a:pt x="856" y="44"/>
                    </a:lnTo>
                    <a:lnTo>
                      <a:pt x="858" y="43"/>
                    </a:lnTo>
                    <a:lnTo>
                      <a:pt x="860" y="43"/>
                    </a:lnTo>
                    <a:lnTo>
                      <a:pt x="862" y="42"/>
                    </a:lnTo>
                    <a:lnTo>
                      <a:pt x="863" y="41"/>
                    </a:lnTo>
                    <a:lnTo>
                      <a:pt x="865" y="40"/>
                    </a:lnTo>
                    <a:lnTo>
                      <a:pt x="867" y="40"/>
                    </a:lnTo>
                    <a:lnTo>
                      <a:pt x="869" y="39"/>
                    </a:lnTo>
                    <a:lnTo>
                      <a:pt x="871" y="38"/>
                    </a:lnTo>
                    <a:lnTo>
                      <a:pt x="873" y="37"/>
                    </a:lnTo>
                    <a:lnTo>
                      <a:pt x="875" y="37"/>
                    </a:lnTo>
                    <a:lnTo>
                      <a:pt x="877" y="36"/>
                    </a:lnTo>
                    <a:lnTo>
                      <a:pt x="879" y="35"/>
                    </a:lnTo>
                    <a:lnTo>
                      <a:pt x="881" y="34"/>
                    </a:lnTo>
                    <a:lnTo>
                      <a:pt x="882" y="34"/>
                    </a:lnTo>
                    <a:lnTo>
                      <a:pt x="883" y="33"/>
                    </a:lnTo>
                    <a:lnTo>
                      <a:pt x="884" y="33"/>
                    </a:lnTo>
                    <a:lnTo>
                      <a:pt x="885" y="33"/>
                    </a:lnTo>
                    <a:lnTo>
                      <a:pt x="886" y="33"/>
                    </a:lnTo>
                    <a:lnTo>
                      <a:pt x="887" y="33"/>
                    </a:lnTo>
                    <a:lnTo>
                      <a:pt x="888" y="32"/>
                    </a:lnTo>
                    <a:lnTo>
                      <a:pt x="889" y="32"/>
                    </a:lnTo>
                    <a:lnTo>
                      <a:pt x="890" y="32"/>
                    </a:lnTo>
                    <a:lnTo>
                      <a:pt x="891" y="31"/>
                    </a:lnTo>
                    <a:lnTo>
                      <a:pt x="892" y="31"/>
                    </a:lnTo>
                    <a:lnTo>
                      <a:pt x="892" y="30"/>
                    </a:lnTo>
                    <a:lnTo>
                      <a:pt x="893" y="30"/>
                    </a:lnTo>
                    <a:lnTo>
                      <a:pt x="894" y="29"/>
                    </a:lnTo>
                    <a:lnTo>
                      <a:pt x="895" y="29"/>
                    </a:lnTo>
                    <a:lnTo>
                      <a:pt x="896" y="28"/>
                    </a:lnTo>
                    <a:lnTo>
                      <a:pt x="896" y="28"/>
                    </a:lnTo>
                    <a:lnTo>
                      <a:pt x="897" y="28"/>
                    </a:lnTo>
                    <a:lnTo>
                      <a:pt x="898" y="27"/>
                    </a:lnTo>
                    <a:lnTo>
                      <a:pt x="899" y="27"/>
                    </a:lnTo>
                    <a:lnTo>
                      <a:pt x="900" y="26"/>
                    </a:lnTo>
                    <a:lnTo>
                      <a:pt x="901" y="26"/>
                    </a:lnTo>
                    <a:lnTo>
                      <a:pt x="902" y="25"/>
                    </a:lnTo>
                    <a:lnTo>
                      <a:pt x="903" y="25"/>
                    </a:lnTo>
                    <a:lnTo>
                      <a:pt x="904" y="24"/>
                    </a:lnTo>
                    <a:lnTo>
                      <a:pt x="905" y="24"/>
                    </a:lnTo>
                    <a:lnTo>
                      <a:pt x="906" y="24"/>
                    </a:lnTo>
                    <a:lnTo>
                      <a:pt x="907" y="23"/>
                    </a:lnTo>
                    <a:lnTo>
                      <a:pt x="907" y="23"/>
                    </a:lnTo>
                    <a:lnTo>
                      <a:pt x="908" y="22"/>
                    </a:lnTo>
                    <a:lnTo>
                      <a:pt x="909" y="22"/>
                    </a:lnTo>
                    <a:lnTo>
                      <a:pt x="910" y="21"/>
                    </a:lnTo>
                    <a:lnTo>
                      <a:pt x="911" y="21"/>
                    </a:lnTo>
                    <a:lnTo>
                      <a:pt x="912" y="20"/>
                    </a:lnTo>
                    <a:lnTo>
                      <a:pt x="913" y="20"/>
                    </a:lnTo>
                    <a:lnTo>
                      <a:pt x="914" y="19"/>
                    </a:lnTo>
                    <a:lnTo>
                      <a:pt x="914" y="19"/>
                    </a:lnTo>
                    <a:lnTo>
                      <a:pt x="915" y="19"/>
                    </a:lnTo>
                    <a:lnTo>
                      <a:pt x="916" y="18"/>
                    </a:lnTo>
                    <a:lnTo>
                      <a:pt x="917" y="18"/>
                    </a:lnTo>
                    <a:lnTo>
                      <a:pt x="918" y="17"/>
                    </a:lnTo>
                    <a:lnTo>
                      <a:pt x="919" y="17"/>
                    </a:lnTo>
                    <a:lnTo>
                      <a:pt x="919" y="17"/>
                    </a:lnTo>
                    <a:lnTo>
                      <a:pt x="920" y="16"/>
                    </a:lnTo>
                    <a:lnTo>
                      <a:pt x="921" y="16"/>
                    </a:lnTo>
                    <a:lnTo>
                      <a:pt x="921" y="15"/>
                    </a:lnTo>
                    <a:lnTo>
                      <a:pt x="923" y="15"/>
                    </a:lnTo>
                    <a:lnTo>
                      <a:pt x="925" y="14"/>
                    </a:lnTo>
                    <a:lnTo>
                      <a:pt x="926" y="13"/>
                    </a:lnTo>
                    <a:lnTo>
                      <a:pt x="928" y="12"/>
                    </a:lnTo>
                    <a:lnTo>
                      <a:pt x="932" y="11"/>
                    </a:lnTo>
                    <a:lnTo>
                      <a:pt x="934" y="10"/>
                    </a:lnTo>
                    <a:lnTo>
                      <a:pt x="935" y="9"/>
                    </a:lnTo>
                    <a:lnTo>
                      <a:pt x="937" y="9"/>
                    </a:lnTo>
                    <a:lnTo>
                      <a:pt x="937" y="9"/>
                    </a:lnTo>
                    <a:lnTo>
                      <a:pt x="937" y="9"/>
                    </a:lnTo>
                    <a:lnTo>
                      <a:pt x="939" y="6"/>
                    </a:lnTo>
                    <a:lnTo>
                      <a:pt x="942" y="4"/>
                    </a:lnTo>
                    <a:lnTo>
                      <a:pt x="945" y="3"/>
                    </a:lnTo>
                    <a:lnTo>
                      <a:pt x="945" y="3"/>
                    </a:lnTo>
                    <a:lnTo>
                      <a:pt x="947" y="2"/>
                    </a:lnTo>
                    <a:lnTo>
                      <a:pt x="950" y="1"/>
                    </a:lnTo>
                    <a:lnTo>
                      <a:pt x="952" y="0"/>
                    </a:lnTo>
                    <a:lnTo>
                      <a:pt x="953" y="0"/>
                    </a:lnTo>
                    <a:lnTo>
                      <a:pt x="955" y="0"/>
                    </a:lnTo>
                    <a:lnTo>
                      <a:pt x="955" y="0"/>
                    </a:lnTo>
                    <a:lnTo>
                      <a:pt x="956" y="0"/>
                    </a:lnTo>
                    <a:lnTo>
                      <a:pt x="957" y="0"/>
                    </a:lnTo>
                    <a:lnTo>
                      <a:pt x="958" y="1"/>
                    </a:lnTo>
                    <a:lnTo>
                      <a:pt x="958" y="1"/>
                    </a:lnTo>
                    <a:lnTo>
                      <a:pt x="959" y="1"/>
                    </a:lnTo>
                    <a:lnTo>
                      <a:pt x="960" y="1"/>
                    </a:lnTo>
                    <a:lnTo>
                      <a:pt x="961" y="1"/>
                    </a:lnTo>
                    <a:lnTo>
                      <a:pt x="963" y="2"/>
                    </a:lnTo>
                    <a:lnTo>
                      <a:pt x="964" y="2"/>
                    </a:lnTo>
                    <a:lnTo>
                      <a:pt x="966" y="3"/>
                    </a:lnTo>
                    <a:lnTo>
                      <a:pt x="968" y="3"/>
                    </a:lnTo>
                    <a:lnTo>
                      <a:pt x="969" y="4"/>
                    </a:lnTo>
                    <a:lnTo>
                      <a:pt x="971" y="4"/>
                    </a:lnTo>
                    <a:lnTo>
                      <a:pt x="973" y="5"/>
                    </a:lnTo>
                    <a:lnTo>
                      <a:pt x="975" y="6"/>
                    </a:lnTo>
                    <a:lnTo>
                      <a:pt x="977" y="6"/>
                    </a:lnTo>
                    <a:lnTo>
                      <a:pt x="978" y="7"/>
                    </a:lnTo>
                    <a:lnTo>
                      <a:pt x="978" y="7"/>
                    </a:lnTo>
                    <a:lnTo>
                      <a:pt x="979" y="7"/>
                    </a:lnTo>
                    <a:lnTo>
                      <a:pt x="979" y="8"/>
                    </a:lnTo>
                    <a:lnTo>
                      <a:pt x="980" y="8"/>
                    </a:lnTo>
                    <a:lnTo>
                      <a:pt x="981" y="8"/>
                    </a:lnTo>
                    <a:lnTo>
                      <a:pt x="981" y="8"/>
                    </a:lnTo>
                    <a:lnTo>
                      <a:pt x="982" y="8"/>
                    </a:lnTo>
                    <a:lnTo>
                      <a:pt x="982" y="9"/>
                    </a:lnTo>
                    <a:lnTo>
                      <a:pt x="982" y="9"/>
                    </a:lnTo>
                    <a:lnTo>
                      <a:pt x="984" y="9"/>
                    </a:lnTo>
                    <a:lnTo>
                      <a:pt x="986" y="10"/>
                    </a:lnTo>
                    <a:lnTo>
                      <a:pt x="988" y="10"/>
                    </a:lnTo>
                    <a:lnTo>
                      <a:pt x="990" y="11"/>
                    </a:lnTo>
                    <a:lnTo>
                      <a:pt x="991" y="11"/>
                    </a:lnTo>
                    <a:lnTo>
                      <a:pt x="992" y="11"/>
                    </a:lnTo>
                    <a:lnTo>
                      <a:pt x="993" y="12"/>
                    </a:lnTo>
                    <a:lnTo>
                      <a:pt x="995" y="12"/>
                    </a:lnTo>
                    <a:lnTo>
                      <a:pt x="996" y="12"/>
                    </a:lnTo>
                    <a:lnTo>
                      <a:pt x="998" y="13"/>
                    </a:lnTo>
                    <a:lnTo>
                      <a:pt x="999" y="13"/>
                    </a:lnTo>
                    <a:lnTo>
                      <a:pt x="1000" y="14"/>
                    </a:lnTo>
                    <a:lnTo>
                      <a:pt x="1002" y="14"/>
                    </a:lnTo>
                    <a:lnTo>
                      <a:pt x="1003" y="15"/>
                    </a:lnTo>
                    <a:lnTo>
                      <a:pt x="1005" y="15"/>
                    </a:lnTo>
                    <a:lnTo>
                      <a:pt x="1006" y="16"/>
                    </a:lnTo>
                    <a:lnTo>
                      <a:pt x="1007" y="16"/>
                    </a:lnTo>
                    <a:lnTo>
                      <a:pt x="1008" y="16"/>
                    </a:lnTo>
                    <a:lnTo>
                      <a:pt x="1008" y="17"/>
                    </a:lnTo>
                    <a:lnTo>
                      <a:pt x="1008" y="17"/>
                    </a:lnTo>
                    <a:lnTo>
                      <a:pt x="1009" y="17"/>
                    </a:lnTo>
                    <a:lnTo>
                      <a:pt x="1010" y="17"/>
                    </a:lnTo>
                    <a:lnTo>
                      <a:pt x="1011" y="18"/>
                    </a:lnTo>
                    <a:lnTo>
                      <a:pt x="1012" y="18"/>
                    </a:lnTo>
                    <a:lnTo>
                      <a:pt x="1012" y="18"/>
                    </a:lnTo>
                    <a:lnTo>
                      <a:pt x="1013" y="19"/>
                    </a:lnTo>
                    <a:lnTo>
                      <a:pt x="1014" y="19"/>
                    </a:lnTo>
                    <a:lnTo>
                      <a:pt x="1015" y="19"/>
                    </a:lnTo>
                    <a:lnTo>
                      <a:pt x="1015" y="20"/>
                    </a:lnTo>
                    <a:lnTo>
                      <a:pt x="1016" y="20"/>
                    </a:lnTo>
                    <a:lnTo>
                      <a:pt x="1017" y="20"/>
                    </a:lnTo>
                    <a:lnTo>
                      <a:pt x="1018" y="21"/>
                    </a:lnTo>
                    <a:lnTo>
                      <a:pt x="1019" y="21"/>
                    </a:lnTo>
                    <a:lnTo>
                      <a:pt x="1019" y="21"/>
                    </a:lnTo>
                    <a:lnTo>
                      <a:pt x="1020" y="22"/>
                    </a:lnTo>
                    <a:lnTo>
                      <a:pt x="1021" y="22"/>
                    </a:lnTo>
                    <a:lnTo>
                      <a:pt x="1022" y="22"/>
                    </a:lnTo>
                    <a:lnTo>
                      <a:pt x="1023" y="23"/>
                    </a:lnTo>
                    <a:lnTo>
                      <a:pt x="1023" y="23"/>
                    </a:lnTo>
                    <a:lnTo>
                      <a:pt x="1024" y="24"/>
                    </a:lnTo>
                    <a:lnTo>
                      <a:pt x="1025" y="24"/>
                    </a:lnTo>
                    <a:lnTo>
                      <a:pt x="1026" y="25"/>
                    </a:lnTo>
                    <a:lnTo>
                      <a:pt x="1026" y="25"/>
                    </a:lnTo>
                    <a:lnTo>
                      <a:pt x="1027" y="25"/>
                    </a:lnTo>
                    <a:lnTo>
                      <a:pt x="1028" y="26"/>
                    </a:lnTo>
                    <a:lnTo>
                      <a:pt x="1029" y="26"/>
                    </a:lnTo>
                    <a:lnTo>
                      <a:pt x="1030" y="27"/>
                    </a:lnTo>
                    <a:lnTo>
                      <a:pt x="1030" y="27"/>
                    </a:lnTo>
                    <a:lnTo>
                      <a:pt x="1031" y="28"/>
                    </a:lnTo>
                    <a:lnTo>
                      <a:pt x="1032" y="28"/>
                    </a:lnTo>
                    <a:lnTo>
                      <a:pt x="1033" y="29"/>
                    </a:lnTo>
                    <a:lnTo>
                      <a:pt x="1033" y="29"/>
                    </a:lnTo>
                    <a:lnTo>
                      <a:pt x="1034" y="30"/>
                    </a:lnTo>
                    <a:lnTo>
                      <a:pt x="1035" y="31"/>
                    </a:lnTo>
                    <a:lnTo>
                      <a:pt x="1036" y="31"/>
                    </a:lnTo>
                    <a:lnTo>
                      <a:pt x="1036" y="32"/>
                    </a:lnTo>
                    <a:lnTo>
                      <a:pt x="1037" y="32"/>
                    </a:lnTo>
                    <a:lnTo>
                      <a:pt x="1037" y="33"/>
                    </a:lnTo>
                    <a:lnTo>
                      <a:pt x="1038" y="33"/>
                    </a:lnTo>
                    <a:lnTo>
                      <a:pt x="1038" y="33"/>
                    </a:lnTo>
                    <a:lnTo>
                      <a:pt x="1039" y="34"/>
                    </a:lnTo>
                    <a:lnTo>
                      <a:pt x="1040" y="35"/>
                    </a:lnTo>
                    <a:lnTo>
                      <a:pt x="1040" y="35"/>
                    </a:lnTo>
                    <a:lnTo>
                      <a:pt x="1041" y="36"/>
                    </a:lnTo>
                    <a:lnTo>
                      <a:pt x="1041" y="36"/>
                    </a:lnTo>
                    <a:lnTo>
                      <a:pt x="1041" y="36"/>
                    </a:lnTo>
                    <a:lnTo>
                      <a:pt x="1042" y="37"/>
                    </a:lnTo>
                    <a:lnTo>
                      <a:pt x="1042" y="37"/>
                    </a:lnTo>
                    <a:lnTo>
                      <a:pt x="1042" y="38"/>
                    </a:lnTo>
                    <a:lnTo>
                      <a:pt x="1043" y="38"/>
                    </a:lnTo>
                    <a:lnTo>
                      <a:pt x="1043" y="38"/>
                    </a:lnTo>
                    <a:lnTo>
                      <a:pt x="1043" y="39"/>
                    </a:lnTo>
                    <a:lnTo>
                      <a:pt x="1044" y="39"/>
                    </a:lnTo>
                    <a:lnTo>
                      <a:pt x="1044" y="40"/>
                    </a:lnTo>
                    <a:lnTo>
                      <a:pt x="1044" y="40"/>
                    </a:lnTo>
                    <a:lnTo>
                      <a:pt x="1045" y="41"/>
                    </a:lnTo>
                    <a:lnTo>
                      <a:pt x="1045" y="41"/>
                    </a:lnTo>
                    <a:lnTo>
                      <a:pt x="1045" y="42"/>
                    </a:lnTo>
                    <a:lnTo>
                      <a:pt x="1046" y="42"/>
                    </a:lnTo>
                    <a:lnTo>
                      <a:pt x="1046" y="43"/>
                    </a:lnTo>
                    <a:lnTo>
                      <a:pt x="1046" y="43"/>
                    </a:lnTo>
                    <a:lnTo>
                      <a:pt x="1046" y="44"/>
                    </a:lnTo>
                    <a:lnTo>
                      <a:pt x="1047" y="44"/>
                    </a:lnTo>
                    <a:lnTo>
                      <a:pt x="1047" y="45"/>
                    </a:lnTo>
                    <a:lnTo>
                      <a:pt x="1047" y="45"/>
                    </a:lnTo>
                    <a:lnTo>
                      <a:pt x="1047" y="46"/>
                    </a:lnTo>
                    <a:lnTo>
                      <a:pt x="1048" y="46"/>
                    </a:lnTo>
                    <a:lnTo>
                      <a:pt x="1048" y="47"/>
                    </a:lnTo>
                    <a:lnTo>
                      <a:pt x="1048" y="47"/>
                    </a:lnTo>
                    <a:lnTo>
                      <a:pt x="1048" y="48"/>
                    </a:lnTo>
                    <a:lnTo>
                      <a:pt x="1049" y="49"/>
                    </a:lnTo>
                    <a:lnTo>
                      <a:pt x="1049" y="49"/>
                    </a:lnTo>
                    <a:lnTo>
                      <a:pt x="1049" y="50"/>
                    </a:lnTo>
                    <a:lnTo>
                      <a:pt x="1049" y="50"/>
                    </a:lnTo>
                    <a:lnTo>
                      <a:pt x="1050" y="51"/>
                    </a:lnTo>
                    <a:lnTo>
                      <a:pt x="1050" y="52"/>
                    </a:lnTo>
                    <a:lnTo>
                      <a:pt x="1050" y="52"/>
                    </a:lnTo>
                    <a:lnTo>
                      <a:pt x="1050" y="53"/>
                    </a:lnTo>
                    <a:lnTo>
                      <a:pt x="1050" y="54"/>
                    </a:lnTo>
                    <a:lnTo>
                      <a:pt x="1050" y="54"/>
                    </a:lnTo>
                    <a:lnTo>
                      <a:pt x="1050" y="55"/>
                    </a:lnTo>
                    <a:lnTo>
                      <a:pt x="1051" y="56"/>
                    </a:lnTo>
                    <a:lnTo>
                      <a:pt x="1051" y="56"/>
                    </a:lnTo>
                    <a:lnTo>
                      <a:pt x="1051" y="57"/>
                    </a:lnTo>
                    <a:lnTo>
                      <a:pt x="1051" y="58"/>
                    </a:lnTo>
                    <a:lnTo>
                      <a:pt x="1051" y="58"/>
                    </a:lnTo>
                    <a:lnTo>
                      <a:pt x="1051" y="59"/>
                    </a:lnTo>
                    <a:lnTo>
                      <a:pt x="1051" y="60"/>
                    </a:lnTo>
                    <a:lnTo>
                      <a:pt x="1051" y="60"/>
                    </a:lnTo>
                    <a:lnTo>
                      <a:pt x="1051" y="61"/>
                    </a:lnTo>
                    <a:lnTo>
                      <a:pt x="1051" y="62"/>
                    </a:lnTo>
                    <a:lnTo>
                      <a:pt x="1051" y="62"/>
                    </a:lnTo>
                    <a:lnTo>
                      <a:pt x="1051" y="62"/>
                    </a:lnTo>
                    <a:lnTo>
                      <a:pt x="1051" y="63"/>
                    </a:lnTo>
                    <a:lnTo>
                      <a:pt x="1051" y="63"/>
                    </a:lnTo>
                    <a:lnTo>
                      <a:pt x="1051" y="64"/>
                    </a:lnTo>
                    <a:lnTo>
                      <a:pt x="1051" y="65"/>
                    </a:lnTo>
                    <a:lnTo>
                      <a:pt x="1051" y="65"/>
                    </a:lnTo>
                    <a:lnTo>
                      <a:pt x="1050" y="66"/>
                    </a:lnTo>
                    <a:lnTo>
                      <a:pt x="1050" y="67"/>
                    </a:lnTo>
                    <a:lnTo>
                      <a:pt x="1050" y="67"/>
                    </a:lnTo>
                    <a:lnTo>
                      <a:pt x="1050" y="68"/>
                    </a:lnTo>
                    <a:lnTo>
                      <a:pt x="1050" y="69"/>
                    </a:lnTo>
                    <a:lnTo>
                      <a:pt x="1050" y="69"/>
                    </a:lnTo>
                    <a:lnTo>
                      <a:pt x="1050" y="70"/>
                    </a:lnTo>
                    <a:lnTo>
                      <a:pt x="1049" y="71"/>
                    </a:lnTo>
                    <a:lnTo>
                      <a:pt x="1049" y="71"/>
                    </a:lnTo>
                    <a:lnTo>
                      <a:pt x="1049" y="72"/>
                    </a:lnTo>
                    <a:lnTo>
                      <a:pt x="1049" y="72"/>
                    </a:lnTo>
                    <a:lnTo>
                      <a:pt x="1048" y="73"/>
                    </a:lnTo>
                    <a:lnTo>
                      <a:pt x="1048" y="74"/>
                    </a:lnTo>
                    <a:lnTo>
                      <a:pt x="1048" y="74"/>
                    </a:lnTo>
                    <a:lnTo>
                      <a:pt x="1048" y="75"/>
                    </a:lnTo>
                    <a:lnTo>
                      <a:pt x="1047" y="75"/>
                    </a:lnTo>
                    <a:lnTo>
                      <a:pt x="1047" y="76"/>
                    </a:lnTo>
                    <a:lnTo>
                      <a:pt x="1047" y="77"/>
                    </a:lnTo>
                    <a:lnTo>
                      <a:pt x="1047" y="77"/>
                    </a:lnTo>
                    <a:lnTo>
                      <a:pt x="1046" y="78"/>
                    </a:lnTo>
                    <a:lnTo>
                      <a:pt x="1046" y="78"/>
                    </a:lnTo>
                    <a:lnTo>
                      <a:pt x="1046" y="79"/>
                    </a:lnTo>
                    <a:lnTo>
                      <a:pt x="1045" y="79"/>
                    </a:lnTo>
                    <a:lnTo>
                      <a:pt x="1045" y="80"/>
                    </a:lnTo>
                    <a:lnTo>
                      <a:pt x="1045" y="80"/>
                    </a:lnTo>
                    <a:lnTo>
                      <a:pt x="1044" y="81"/>
                    </a:lnTo>
                    <a:lnTo>
                      <a:pt x="1044" y="82"/>
                    </a:lnTo>
                    <a:lnTo>
                      <a:pt x="1044" y="82"/>
                    </a:lnTo>
                    <a:lnTo>
                      <a:pt x="1043" y="83"/>
                    </a:lnTo>
                    <a:lnTo>
                      <a:pt x="1043" y="83"/>
                    </a:lnTo>
                    <a:lnTo>
                      <a:pt x="1043" y="84"/>
                    </a:lnTo>
                    <a:lnTo>
                      <a:pt x="1042" y="84"/>
                    </a:lnTo>
                    <a:lnTo>
                      <a:pt x="1042" y="85"/>
                    </a:lnTo>
                    <a:lnTo>
                      <a:pt x="1041" y="86"/>
                    </a:lnTo>
                    <a:lnTo>
                      <a:pt x="1040" y="87"/>
                    </a:lnTo>
                    <a:lnTo>
                      <a:pt x="1040" y="87"/>
                    </a:lnTo>
                    <a:lnTo>
                      <a:pt x="1039" y="88"/>
                    </a:lnTo>
                    <a:lnTo>
                      <a:pt x="1038" y="89"/>
                    </a:lnTo>
                    <a:lnTo>
                      <a:pt x="1038" y="90"/>
                    </a:lnTo>
                    <a:lnTo>
                      <a:pt x="1037" y="90"/>
                    </a:lnTo>
                    <a:lnTo>
                      <a:pt x="1037" y="91"/>
                    </a:lnTo>
                    <a:lnTo>
                      <a:pt x="1036" y="92"/>
                    </a:lnTo>
                    <a:lnTo>
                      <a:pt x="1036" y="92"/>
                    </a:lnTo>
                    <a:lnTo>
                      <a:pt x="1035" y="92"/>
                    </a:lnTo>
                    <a:lnTo>
                      <a:pt x="1034" y="93"/>
                    </a:lnTo>
                    <a:lnTo>
                      <a:pt x="1033" y="94"/>
                    </a:lnTo>
                    <a:lnTo>
                      <a:pt x="1032" y="94"/>
                    </a:lnTo>
                    <a:lnTo>
                      <a:pt x="1032" y="95"/>
                    </a:lnTo>
                    <a:lnTo>
                      <a:pt x="1031" y="96"/>
                    </a:lnTo>
                    <a:lnTo>
                      <a:pt x="1030" y="96"/>
                    </a:lnTo>
                    <a:lnTo>
                      <a:pt x="1029" y="97"/>
                    </a:lnTo>
                    <a:lnTo>
                      <a:pt x="1028" y="97"/>
                    </a:lnTo>
                    <a:lnTo>
                      <a:pt x="1027" y="98"/>
                    </a:lnTo>
                    <a:lnTo>
                      <a:pt x="1027" y="99"/>
                    </a:lnTo>
                    <a:lnTo>
                      <a:pt x="1026" y="99"/>
                    </a:lnTo>
                    <a:lnTo>
                      <a:pt x="1025" y="100"/>
                    </a:lnTo>
                    <a:lnTo>
                      <a:pt x="1024" y="100"/>
                    </a:lnTo>
                    <a:lnTo>
                      <a:pt x="1023" y="101"/>
                    </a:lnTo>
                    <a:lnTo>
                      <a:pt x="1022" y="101"/>
                    </a:lnTo>
                    <a:lnTo>
                      <a:pt x="1021" y="102"/>
                    </a:lnTo>
                    <a:lnTo>
                      <a:pt x="1021" y="102"/>
                    </a:lnTo>
                    <a:lnTo>
                      <a:pt x="1020" y="103"/>
                    </a:lnTo>
                    <a:lnTo>
                      <a:pt x="1019" y="103"/>
                    </a:lnTo>
                    <a:lnTo>
                      <a:pt x="1018" y="103"/>
                    </a:lnTo>
                    <a:lnTo>
                      <a:pt x="1017" y="104"/>
                    </a:lnTo>
                    <a:lnTo>
                      <a:pt x="1016" y="104"/>
                    </a:lnTo>
                    <a:lnTo>
                      <a:pt x="1015" y="105"/>
                    </a:lnTo>
                    <a:lnTo>
                      <a:pt x="1014" y="105"/>
                    </a:lnTo>
                    <a:lnTo>
                      <a:pt x="1013" y="106"/>
                    </a:lnTo>
                    <a:lnTo>
                      <a:pt x="1012" y="106"/>
                    </a:lnTo>
                    <a:lnTo>
                      <a:pt x="1011" y="106"/>
                    </a:lnTo>
                    <a:lnTo>
                      <a:pt x="1011" y="107"/>
                    </a:lnTo>
                    <a:lnTo>
                      <a:pt x="1010" y="107"/>
                    </a:lnTo>
                    <a:lnTo>
                      <a:pt x="1009" y="107"/>
                    </a:lnTo>
                    <a:lnTo>
                      <a:pt x="1008" y="108"/>
                    </a:lnTo>
                    <a:lnTo>
                      <a:pt x="1008" y="108"/>
                    </a:lnTo>
                    <a:lnTo>
                      <a:pt x="1007" y="108"/>
                    </a:lnTo>
                    <a:lnTo>
                      <a:pt x="1006" y="109"/>
                    </a:lnTo>
                    <a:lnTo>
                      <a:pt x="1005" y="109"/>
                    </a:lnTo>
                    <a:lnTo>
                      <a:pt x="1004" y="109"/>
                    </a:lnTo>
                    <a:lnTo>
                      <a:pt x="1003" y="110"/>
                    </a:lnTo>
                    <a:lnTo>
                      <a:pt x="1002" y="110"/>
                    </a:lnTo>
                    <a:lnTo>
                      <a:pt x="1001" y="110"/>
                    </a:lnTo>
                    <a:lnTo>
                      <a:pt x="1000" y="110"/>
                    </a:lnTo>
                    <a:lnTo>
                      <a:pt x="999" y="111"/>
                    </a:lnTo>
                    <a:lnTo>
                      <a:pt x="998" y="111"/>
                    </a:lnTo>
                    <a:lnTo>
                      <a:pt x="997" y="111"/>
                    </a:lnTo>
                    <a:lnTo>
                      <a:pt x="996" y="111"/>
                    </a:lnTo>
                    <a:lnTo>
                      <a:pt x="995" y="112"/>
                    </a:lnTo>
                    <a:lnTo>
                      <a:pt x="994" y="112"/>
                    </a:lnTo>
                    <a:lnTo>
                      <a:pt x="993" y="112"/>
                    </a:lnTo>
                    <a:lnTo>
                      <a:pt x="992" y="112"/>
                    </a:lnTo>
                    <a:lnTo>
                      <a:pt x="991" y="112"/>
                    </a:lnTo>
                    <a:lnTo>
                      <a:pt x="990" y="113"/>
                    </a:lnTo>
                    <a:lnTo>
                      <a:pt x="989" y="113"/>
                    </a:lnTo>
                    <a:lnTo>
                      <a:pt x="988" y="113"/>
                    </a:lnTo>
                    <a:lnTo>
                      <a:pt x="987" y="113"/>
                    </a:lnTo>
                    <a:lnTo>
                      <a:pt x="986" y="113"/>
                    </a:lnTo>
                    <a:lnTo>
                      <a:pt x="985" y="113"/>
                    </a:lnTo>
                    <a:lnTo>
                      <a:pt x="984" y="114"/>
                    </a:lnTo>
                    <a:lnTo>
                      <a:pt x="983" y="114"/>
                    </a:lnTo>
                    <a:lnTo>
                      <a:pt x="982" y="114"/>
                    </a:lnTo>
                    <a:lnTo>
                      <a:pt x="981" y="114"/>
                    </a:lnTo>
                    <a:lnTo>
                      <a:pt x="980" y="114"/>
                    </a:lnTo>
                    <a:lnTo>
                      <a:pt x="979" y="114"/>
                    </a:lnTo>
                    <a:lnTo>
                      <a:pt x="979" y="114"/>
                    </a:lnTo>
                    <a:lnTo>
                      <a:pt x="978" y="115"/>
                    </a:lnTo>
                    <a:lnTo>
                      <a:pt x="977" y="115"/>
                    </a:lnTo>
                    <a:lnTo>
                      <a:pt x="976" y="115"/>
                    </a:lnTo>
                    <a:lnTo>
                      <a:pt x="975" y="115"/>
                    </a:lnTo>
                    <a:lnTo>
                      <a:pt x="974" y="115"/>
                    </a:lnTo>
                    <a:lnTo>
                      <a:pt x="973" y="115"/>
                    </a:lnTo>
                    <a:lnTo>
                      <a:pt x="972" y="115"/>
                    </a:lnTo>
                    <a:lnTo>
                      <a:pt x="971" y="115"/>
                    </a:lnTo>
                    <a:lnTo>
                      <a:pt x="969" y="115"/>
                    </a:lnTo>
                    <a:lnTo>
                      <a:pt x="968" y="115"/>
                    </a:lnTo>
                    <a:lnTo>
                      <a:pt x="967" y="115"/>
                    </a:lnTo>
                    <a:lnTo>
                      <a:pt x="966" y="115"/>
                    </a:lnTo>
                    <a:lnTo>
                      <a:pt x="965" y="116"/>
                    </a:lnTo>
                    <a:lnTo>
                      <a:pt x="964" y="116"/>
                    </a:lnTo>
                    <a:lnTo>
                      <a:pt x="963" y="116"/>
                    </a:lnTo>
                    <a:lnTo>
                      <a:pt x="962" y="116"/>
                    </a:lnTo>
                    <a:lnTo>
                      <a:pt x="961" y="116"/>
                    </a:lnTo>
                    <a:lnTo>
                      <a:pt x="960" y="116"/>
                    </a:lnTo>
                    <a:lnTo>
                      <a:pt x="959" y="116"/>
                    </a:lnTo>
                    <a:lnTo>
                      <a:pt x="958" y="116"/>
                    </a:lnTo>
                    <a:lnTo>
                      <a:pt x="957" y="116"/>
                    </a:lnTo>
                    <a:lnTo>
                      <a:pt x="956" y="116"/>
                    </a:lnTo>
                    <a:lnTo>
                      <a:pt x="954" y="116"/>
                    </a:lnTo>
                    <a:lnTo>
                      <a:pt x="953" y="116"/>
                    </a:lnTo>
                    <a:lnTo>
                      <a:pt x="952" y="116"/>
                    </a:lnTo>
                    <a:lnTo>
                      <a:pt x="951" y="116"/>
                    </a:lnTo>
                    <a:lnTo>
                      <a:pt x="950" y="116"/>
                    </a:lnTo>
                    <a:lnTo>
                      <a:pt x="950" y="116"/>
                    </a:lnTo>
                    <a:lnTo>
                      <a:pt x="949" y="116"/>
                    </a:lnTo>
                    <a:lnTo>
                      <a:pt x="948" y="116"/>
                    </a:lnTo>
                    <a:lnTo>
                      <a:pt x="947" y="116"/>
                    </a:lnTo>
                    <a:lnTo>
                      <a:pt x="946" y="116"/>
                    </a:lnTo>
                    <a:lnTo>
                      <a:pt x="945" y="116"/>
                    </a:lnTo>
                    <a:lnTo>
                      <a:pt x="943" y="116"/>
                    </a:lnTo>
                    <a:lnTo>
                      <a:pt x="942" y="116"/>
                    </a:lnTo>
                    <a:lnTo>
                      <a:pt x="941" y="116"/>
                    </a:lnTo>
                    <a:lnTo>
                      <a:pt x="940" y="116"/>
                    </a:lnTo>
                    <a:lnTo>
                      <a:pt x="939" y="116"/>
                    </a:lnTo>
                    <a:lnTo>
                      <a:pt x="938" y="116"/>
                    </a:lnTo>
                    <a:lnTo>
                      <a:pt x="937" y="115"/>
                    </a:lnTo>
                    <a:lnTo>
                      <a:pt x="936" y="115"/>
                    </a:lnTo>
                    <a:lnTo>
                      <a:pt x="935" y="115"/>
                    </a:lnTo>
                    <a:lnTo>
                      <a:pt x="934" y="115"/>
                    </a:lnTo>
                    <a:lnTo>
                      <a:pt x="932" y="115"/>
                    </a:lnTo>
                    <a:lnTo>
                      <a:pt x="930" y="115"/>
                    </a:lnTo>
                    <a:lnTo>
                      <a:pt x="928" y="115"/>
                    </a:lnTo>
                    <a:lnTo>
                      <a:pt x="926" y="115"/>
                    </a:lnTo>
                    <a:lnTo>
                      <a:pt x="924" y="115"/>
                    </a:lnTo>
                    <a:lnTo>
                      <a:pt x="921" y="114"/>
                    </a:lnTo>
                    <a:lnTo>
                      <a:pt x="920" y="114"/>
                    </a:lnTo>
                    <a:lnTo>
                      <a:pt x="918" y="114"/>
                    </a:lnTo>
                    <a:lnTo>
                      <a:pt x="916" y="114"/>
                    </a:lnTo>
                    <a:lnTo>
                      <a:pt x="913" y="114"/>
                    </a:lnTo>
                    <a:lnTo>
                      <a:pt x="911" y="113"/>
                    </a:lnTo>
                    <a:lnTo>
                      <a:pt x="909" y="113"/>
                    </a:lnTo>
                    <a:lnTo>
                      <a:pt x="907" y="113"/>
                    </a:lnTo>
                    <a:lnTo>
                      <a:pt x="905" y="113"/>
                    </a:lnTo>
                    <a:lnTo>
                      <a:pt x="902" y="112"/>
                    </a:lnTo>
                    <a:lnTo>
                      <a:pt x="900" y="112"/>
                    </a:lnTo>
                    <a:lnTo>
                      <a:pt x="898" y="112"/>
                    </a:lnTo>
                    <a:lnTo>
                      <a:pt x="896" y="111"/>
                    </a:lnTo>
                    <a:lnTo>
                      <a:pt x="894" y="111"/>
                    </a:lnTo>
                    <a:lnTo>
                      <a:pt x="892" y="111"/>
                    </a:lnTo>
                    <a:lnTo>
                      <a:pt x="890" y="111"/>
                    </a:lnTo>
                    <a:lnTo>
                      <a:pt x="888" y="110"/>
                    </a:lnTo>
                    <a:lnTo>
                      <a:pt x="886" y="110"/>
                    </a:lnTo>
                    <a:lnTo>
                      <a:pt x="884" y="110"/>
                    </a:lnTo>
                    <a:lnTo>
                      <a:pt x="882" y="109"/>
                    </a:lnTo>
                    <a:lnTo>
                      <a:pt x="880" y="109"/>
                    </a:lnTo>
                    <a:lnTo>
                      <a:pt x="878" y="108"/>
                    </a:lnTo>
                    <a:lnTo>
                      <a:pt x="876" y="108"/>
                    </a:lnTo>
                    <a:lnTo>
                      <a:pt x="874" y="108"/>
                    </a:lnTo>
                    <a:lnTo>
                      <a:pt x="871" y="107"/>
                    </a:lnTo>
                    <a:lnTo>
                      <a:pt x="869" y="107"/>
                    </a:lnTo>
                    <a:lnTo>
                      <a:pt x="868" y="107"/>
                    </a:lnTo>
                    <a:lnTo>
                      <a:pt x="867" y="107"/>
                    </a:lnTo>
                    <a:lnTo>
                      <a:pt x="866" y="106"/>
                    </a:lnTo>
                    <a:lnTo>
                      <a:pt x="865" y="106"/>
                    </a:lnTo>
                    <a:lnTo>
                      <a:pt x="864" y="104"/>
                    </a:lnTo>
                    <a:lnTo>
                      <a:pt x="863" y="102"/>
                    </a:lnTo>
                    <a:lnTo>
                      <a:pt x="861" y="101"/>
                    </a:lnTo>
                    <a:lnTo>
                      <a:pt x="860" y="100"/>
                    </a:lnTo>
                    <a:lnTo>
                      <a:pt x="859" y="99"/>
                    </a:lnTo>
                    <a:lnTo>
                      <a:pt x="858" y="99"/>
                    </a:lnTo>
                    <a:lnTo>
                      <a:pt x="856" y="98"/>
                    </a:lnTo>
                    <a:lnTo>
                      <a:pt x="854" y="97"/>
                    </a:lnTo>
                    <a:lnTo>
                      <a:pt x="852" y="97"/>
                    </a:lnTo>
                    <a:lnTo>
                      <a:pt x="850" y="96"/>
                    </a:lnTo>
                    <a:lnTo>
                      <a:pt x="849" y="95"/>
                    </a:lnTo>
                    <a:lnTo>
                      <a:pt x="847" y="95"/>
                    </a:lnTo>
                    <a:lnTo>
                      <a:pt x="845" y="94"/>
                    </a:lnTo>
                    <a:lnTo>
                      <a:pt x="843" y="93"/>
                    </a:lnTo>
                    <a:lnTo>
                      <a:pt x="842" y="93"/>
                    </a:lnTo>
                    <a:lnTo>
                      <a:pt x="841" y="92"/>
                    </a:lnTo>
                    <a:lnTo>
                      <a:pt x="841" y="92"/>
                    </a:lnTo>
                    <a:lnTo>
                      <a:pt x="840" y="93"/>
                    </a:lnTo>
                    <a:lnTo>
                      <a:pt x="838" y="93"/>
                    </a:lnTo>
                    <a:lnTo>
                      <a:pt x="836" y="94"/>
                    </a:lnTo>
                    <a:lnTo>
                      <a:pt x="834" y="94"/>
                    </a:lnTo>
                    <a:lnTo>
                      <a:pt x="833" y="95"/>
                    </a:lnTo>
                    <a:lnTo>
                      <a:pt x="832" y="95"/>
                    </a:lnTo>
                    <a:lnTo>
                      <a:pt x="830" y="96"/>
                    </a:lnTo>
                    <a:lnTo>
                      <a:pt x="828" y="96"/>
                    </a:lnTo>
                    <a:lnTo>
                      <a:pt x="826" y="97"/>
                    </a:lnTo>
                    <a:lnTo>
                      <a:pt x="825" y="97"/>
                    </a:lnTo>
                    <a:lnTo>
                      <a:pt x="823" y="97"/>
                    </a:lnTo>
                    <a:lnTo>
                      <a:pt x="821" y="98"/>
                    </a:lnTo>
                    <a:lnTo>
                      <a:pt x="819" y="98"/>
                    </a:lnTo>
                    <a:lnTo>
                      <a:pt x="817" y="99"/>
                    </a:lnTo>
                    <a:lnTo>
                      <a:pt x="816" y="99"/>
                    </a:lnTo>
                    <a:lnTo>
                      <a:pt x="814" y="99"/>
                    </a:lnTo>
                    <a:lnTo>
                      <a:pt x="812" y="100"/>
                    </a:lnTo>
                    <a:lnTo>
                      <a:pt x="810" y="100"/>
                    </a:lnTo>
                    <a:lnTo>
                      <a:pt x="809" y="100"/>
                    </a:lnTo>
                    <a:lnTo>
                      <a:pt x="807" y="101"/>
                    </a:lnTo>
                    <a:lnTo>
                      <a:pt x="805" y="101"/>
                    </a:lnTo>
                    <a:lnTo>
                      <a:pt x="804" y="101"/>
                    </a:lnTo>
                    <a:lnTo>
                      <a:pt x="803" y="102"/>
                    </a:lnTo>
                    <a:lnTo>
                      <a:pt x="801" y="102"/>
                    </a:lnTo>
                    <a:lnTo>
                      <a:pt x="799" y="102"/>
                    </a:lnTo>
                    <a:lnTo>
                      <a:pt x="797" y="103"/>
                    </a:lnTo>
                    <a:lnTo>
                      <a:pt x="796" y="103"/>
                    </a:lnTo>
                    <a:lnTo>
                      <a:pt x="794" y="103"/>
                    </a:lnTo>
                    <a:lnTo>
                      <a:pt x="792" y="104"/>
                    </a:lnTo>
                    <a:lnTo>
                      <a:pt x="790" y="104"/>
                    </a:lnTo>
                    <a:lnTo>
                      <a:pt x="788" y="104"/>
                    </a:lnTo>
                    <a:lnTo>
                      <a:pt x="787" y="105"/>
                    </a:lnTo>
                    <a:lnTo>
                      <a:pt x="785" y="105"/>
                    </a:lnTo>
                    <a:lnTo>
                      <a:pt x="785" y="105"/>
                    </a:lnTo>
                    <a:lnTo>
                      <a:pt x="783" y="105"/>
                    </a:lnTo>
                    <a:lnTo>
                      <a:pt x="781" y="105"/>
                    </a:lnTo>
                    <a:lnTo>
                      <a:pt x="780" y="106"/>
                    </a:lnTo>
                    <a:lnTo>
                      <a:pt x="778" y="106"/>
                    </a:lnTo>
                    <a:lnTo>
                      <a:pt x="776" y="106"/>
                    </a:lnTo>
                    <a:lnTo>
                      <a:pt x="775" y="106"/>
                    </a:lnTo>
                    <a:lnTo>
                      <a:pt x="774" y="107"/>
                    </a:lnTo>
                    <a:lnTo>
                      <a:pt x="772" y="107"/>
                    </a:lnTo>
                    <a:lnTo>
                      <a:pt x="770" y="107"/>
                    </a:lnTo>
                    <a:lnTo>
                      <a:pt x="768" y="107"/>
                    </a:lnTo>
                    <a:lnTo>
                      <a:pt x="767" y="108"/>
                    </a:lnTo>
                    <a:lnTo>
                      <a:pt x="765" y="108"/>
                    </a:lnTo>
                    <a:lnTo>
                      <a:pt x="763" y="108"/>
                    </a:lnTo>
                    <a:lnTo>
                      <a:pt x="761" y="108"/>
                    </a:lnTo>
                    <a:lnTo>
                      <a:pt x="760" y="109"/>
                    </a:lnTo>
                    <a:lnTo>
                      <a:pt x="758" y="109"/>
                    </a:lnTo>
                    <a:lnTo>
                      <a:pt x="756" y="109"/>
                    </a:lnTo>
                    <a:lnTo>
                      <a:pt x="754" y="109"/>
                    </a:lnTo>
                    <a:lnTo>
                      <a:pt x="752" y="109"/>
                    </a:lnTo>
                    <a:lnTo>
                      <a:pt x="749" y="110"/>
                    </a:lnTo>
                    <a:lnTo>
                      <a:pt x="746" y="110"/>
                    </a:lnTo>
                    <a:lnTo>
                      <a:pt x="743" y="111"/>
                    </a:lnTo>
                    <a:lnTo>
                      <a:pt x="739" y="111"/>
                    </a:lnTo>
                    <a:lnTo>
                      <a:pt x="736" y="111"/>
                    </a:lnTo>
                    <a:lnTo>
                      <a:pt x="732" y="112"/>
                    </a:lnTo>
                    <a:lnTo>
                      <a:pt x="729" y="112"/>
                    </a:lnTo>
                    <a:lnTo>
                      <a:pt x="725" y="112"/>
                    </a:lnTo>
                    <a:lnTo>
                      <a:pt x="722" y="113"/>
                    </a:lnTo>
                    <a:lnTo>
                      <a:pt x="718" y="113"/>
                    </a:lnTo>
                    <a:lnTo>
                      <a:pt x="716" y="113"/>
                    </a:lnTo>
                    <a:lnTo>
                      <a:pt x="712" y="114"/>
                    </a:lnTo>
                    <a:lnTo>
                      <a:pt x="709" y="114"/>
                    </a:lnTo>
                    <a:lnTo>
                      <a:pt x="706" y="114"/>
                    </a:lnTo>
                    <a:lnTo>
                      <a:pt x="702" y="115"/>
                    </a:lnTo>
                    <a:lnTo>
                      <a:pt x="695" y="115"/>
                    </a:lnTo>
                    <a:lnTo>
                      <a:pt x="689" y="116"/>
                    </a:lnTo>
                    <a:lnTo>
                      <a:pt x="682" y="116"/>
                    </a:lnTo>
                    <a:lnTo>
                      <a:pt x="675" y="117"/>
                    </a:lnTo>
                    <a:lnTo>
                      <a:pt x="672" y="117"/>
                    </a:lnTo>
                    <a:lnTo>
                      <a:pt x="668" y="118"/>
                    </a:lnTo>
                    <a:lnTo>
                      <a:pt x="665" y="118"/>
                    </a:lnTo>
                    <a:lnTo>
                      <a:pt x="661" y="118"/>
                    </a:lnTo>
                    <a:lnTo>
                      <a:pt x="659" y="119"/>
                    </a:lnTo>
                    <a:lnTo>
                      <a:pt x="655" y="119"/>
                    </a:lnTo>
                    <a:lnTo>
                      <a:pt x="652" y="119"/>
                    </a:lnTo>
                    <a:lnTo>
                      <a:pt x="648" y="120"/>
                    </a:lnTo>
                    <a:lnTo>
                      <a:pt x="646" y="120"/>
                    </a:lnTo>
                    <a:lnTo>
                      <a:pt x="643" y="120"/>
                    </a:lnTo>
                    <a:lnTo>
                      <a:pt x="641" y="120"/>
                    </a:lnTo>
                    <a:lnTo>
                      <a:pt x="638" y="121"/>
                    </a:lnTo>
                    <a:lnTo>
                      <a:pt x="636" y="121"/>
                    </a:lnTo>
                    <a:lnTo>
                      <a:pt x="633" y="121"/>
                    </a:lnTo>
                    <a:lnTo>
                      <a:pt x="631" y="121"/>
                    </a:lnTo>
                    <a:lnTo>
                      <a:pt x="629" y="121"/>
                    </a:lnTo>
                    <a:lnTo>
                      <a:pt x="626" y="121"/>
                    </a:lnTo>
                    <a:lnTo>
                      <a:pt x="624" y="121"/>
                    </a:lnTo>
                    <a:lnTo>
                      <a:pt x="621" y="121"/>
                    </a:lnTo>
                    <a:lnTo>
                      <a:pt x="618" y="121"/>
                    </a:lnTo>
                    <a:lnTo>
                      <a:pt x="616" y="121"/>
                    </a:lnTo>
                    <a:lnTo>
                      <a:pt x="613" y="122"/>
                    </a:lnTo>
                    <a:lnTo>
                      <a:pt x="611" y="122"/>
                    </a:lnTo>
                    <a:lnTo>
                      <a:pt x="608" y="122"/>
                    </a:lnTo>
                    <a:lnTo>
                      <a:pt x="606" y="122"/>
                    </a:lnTo>
                    <a:lnTo>
                      <a:pt x="603" y="122"/>
                    </a:lnTo>
                    <a:lnTo>
                      <a:pt x="601" y="122"/>
                    </a:lnTo>
                    <a:lnTo>
                      <a:pt x="599" y="122"/>
                    </a:lnTo>
                    <a:lnTo>
                      <a:pt x="596" y="123"/>
                    </a:lnTo>
                    <a:lnTo>
                      <a:pt x="594" y="123"/>
                    </a:lnTo>
                    <a:lnTo>
                      <a:pt x="591" y="123"/>
                    </a:lnTo>
                    <a:lnTo>
                      <a:pt x="588" y="123"/>
                    </a:lnTo>
                    <a:lnTo>
                      <a:pt x="586" y="123"/>
                    </a:lnTo>
                    <a:lnTo>
                      <a:pt x="583" y="123"/>
                    </a:lnTo>
                    <a:lnTo>
                      <a:pt x="581" y="123"/>
                    </a:lnTo>
                    <a:lnTo>
                      <a:pt x="578" y="124"/>
                    </a:lnTo>
                    <a:lnTo>
                      <a:pt x="575" y="124"/>
                    </a:lnTo>
                    <a:lnTo>
                      <a:pt x="574" y="124"/>
                    </a:lnTo>
                    <a:lnTo>
                      <a:pt x="571" y="124"/>
                    </a:lnTo>
                    <a:lnTo>
                      <a:pt x="569" y="124"/>
                    </a:lnTo>
                    <a:lnTo>
                      <a:pt x="566" y="124"/>
                    </a:lnTo>
                    <a:lnTo>
                      <a:pt x="563" y="124"/>
                    </a:lnTo>
                    <a:lnTo>
                      <a:pt x="561" y="124"/>
                    </a:lnTo>
                    <a:lnTo>
                      <a:pt x="558" y="124"/>
                    </a:lnTo>
                    <a:lnTo>
                      <a:pt x="556" y="124"/>
                    </a:lnTo>
                    <a:lnTo>
                      <a:pt x="553" y="124"/>
                    </a:lnTo>
                    <a:lnTo>
                      <a:pt x="550" y="124"/>
                    </a:lnTo>
                    <a:lnTo>
                      <a:pt x="548" y="125"/>
                    </a:lnTo>
                    <a:lnTo>
                      <a:pt x="545" y="125"/>
                    </a:lnTo>
                    <a:lnTo>
                      <a:pt x="544" y="125"/>
                    </a:lnTo>
                    <a:lnTo>
                      <a:pt x="541" y="125"/>
                    </a:lnTo>
                    <a:lnTo>
                      <a:pt x="538" y="125"/>
                    </a:lnTo>
                    <a:lnTo>
                      <a:pt x="536" y="125"/>
                    </a:lnTo>
                    <a:lnTo>
                      <a:pt x="533" y="125"/>
                    </a:lnTo>
                    <a:lnTo>
                      <a:pt x="531" y="125"/>
                    </a:lnTo>
                    <a:lnTo>
                      <a:pt x="528" y="125"/>
                    </a:lnTo>
                    <a:lnTo>
                      <a:pt x="525" y="125"/>
                    </a:lnTo>
                    <a:lnTo>
                      <a:pt x="523" y="125"/>
                    </a:lnTo>
                    <a:lnTo>
                      <a:pt x="520" y="125"/>
                    </a:lnTo>
                    <a:lnTo>
                      <a:pt x="518" y="125"/>
                    </a:lnTo>
                    <a:lnTo>
                      <a:pt x="516" y="125"/>
                    </a:lnTo>
                    <a:lnTo>
                      <a:pt x="514" y="125"/>
                    </a:lnTo>
                    <a:lnTo>
                      <a:pt x="513" y="125"/>
                    </a:lnTo>
                    <a:lnTo>
                      <a:pt x="511" y="125"/>
                    </a:lnTo>
                    <a:lnTo>
                      <a:pt x="508" y="125"/>
                    </a:lnTo>
                    <a:lnTo>
                      <a:pt x="506" y="125"/>
                    </a:lnTo>
                    <a:lnTo>
                      <a:pt x="503" y="125"/>
                    </a:lnTo>
                    <a:lnTo>
                      <a:pt x="500" y="125"/>
                    </a:lnTo>
                    <a:lnTo>
                      <a:pt x="498" y="125"/>
                    </a:lnTo>
                    <a:lnTo>
                      <a:pt x="495" y="125"/>
                    </a:lnTo>
                    <a:lnTo>
                      <a:pt x="493" y="125"/>
                    </a:lnTo>
                    <a:lnTo>
                      <a:pt x="490" y="125"/>
                    </a:lnTo>
                    <a:lnTo>
                      <a:pt x="487" y="125"/>
                    </a:lnTo>
                    <a:lnTo>
                      <a:pt x="486" y="125"/>
                    </a:lnTo>
                    <a:lnTo>
                      <a:pt x="483" y="125"/>
                    </a:lnTo>
                    <a:lnTo>
                      <a:pt x="481" y="125"/>
                    </a:lnTo>
                    <a:lnTo>
                      <a:pt x="478" y="125"/>
                    </a:lnTo>
                    <a:lnTo>
                      <a:pt x="476" y="125"/>
                    </a:lnTo>
                    <a:lnTo>
                      <a:pt x="473" y="125"/>
                    </a:lnTo>
                    <a:lnTo>
                      <a:pt x="468" y="124"/>
                    </a:lnTo>
                    <a:lnTo>
                      <a:pt x="463" y="124"/>
                    </a:lnTo>
                    <a:lnTo>
                      <a:pt x="458" y="124"/>
                    </a:lnTo>
                    <a:lnTo>
                      <a:pt x="453" y="124"/>
                    </a:lnTo>
                    <a:lnTo>
                      <a:pt x="448" y="124"/>
                    </a:lnTo>
                    <a:lnTo>
                      <a:pt x="443" y="124"/>
                    </a:lnTo>
                    <a:lnTo>
                      <a:pt x="438" y="124"/>
                    </a:lnTo>
                    <a:lnTo>
                      <a:pt x="432" y="123"/>
                    </a:lnTo>
                    <a:lnTo>
                      <a:pt x="428" y="123"/>
                    </a:lnTo>
                    <a:lnTo>
                      <a:pt x="423" y="123"/>
                    </a:lnTo>
                    <a:lnTo>
                      <a:pt x="418" y="123"/>
                    </a:lnTo>
                    <a:lnTo>
                      <a:pt x="413" y="123"/>
                    </a:lnTo>
                    <a:lnTo>
                      <a:pt x="407" y="122"/>
                    </a:lnTo>
                    <a:lnTo>
                      <a:pt x="402" y="122"/>
                    </a:lnTo>
                    <a:lnTo>
                      <a:pt x="402" y="122"/>
                    </a:lnTo>
                    <a:lnTo>
                      <a:pt x="398" y="122"/>
                    </a:lnTo>
                    <a:lnTo>
                      <a:pt x="393" y="122"/>
                    </a:lnTo>
                    <a:lnTo>
                      <a:pt x="388" y="121"/>
                    </a:lnTo>
                    <a:lnTo>
                      <a:pt x="382" y="121"/>
                    </a:lnTo>
                    <a:lnTo>
                      <a:pt x="377" y="121"/>
                    </a:lnTo>
                    <a:lnTo>
                      <a:pt x="373" y="121"/>
                    </a:lnTo>
                    <a:lnTo>
                      <a:pt x="368" y="121"/>
                    </a:lnTo>
                    <a:lnTo>
                      <a:pt x="363" y="121"/>
                    </a:lnTo>
                    <a:lnTo>
                      <a:pt x="357" y="121"/>
                    </a:lnTo>
                    <a:lnTo>
                      <a:pt x="352" y="120"/>
                    </a:lnTo>
                    <a:lnTo>
                      <a:pt x="347" y="120"/>
                    </a:lnTo>
                    <a:lnTo>
                      <a:pt x="343" y="120"/>
                    </a:lnTo>
                    <a:lnTo>
                      <a:pt x="338" y="119"/>
                    </a:lnTo>
                    <a:lnTo>
                      <a:pt x="333" y="119"/>
                    </a:lnTo>
                    <a:lnTo>
                      <a:pt x="327" y="119"/>
                    </a:lnTo>
                    <a:lnTo>
                      <a:pt x="322" y="118"/>
                    </a:lnTo>
                    <a:lnTo>
                      <a:pt x="322" y="118"/>
                    </a:lnTo>
                    <a:lnTo>
                      <a:pt x="317" y="118"/>
                    </a:lnTo>
                    <a:lnTo>
                      <a:pt x="313" y="117"/>
                    </a:lnTo>
                    <a:lnTo>
                      <a:pt x="308" y="117"/>
                    </a:lnTo>
                    <a:lnTo>
                      <a:pt x="302" y="116"/>
                    </a:lnTo>
                    <a:lnTo>
                      <a:pt x="297" y="115"/>
                    </a:lnTo>
                    <a:lnTo>
                      <a:pt x="287" y="114"/>
                    </a:lnTo>
                    <a:lnTo>
                      <a:pt x="278" y="113"/>
                    </a:lnTo>
                    <a:lnTo>
                      <a:pt x="278" y="113"/>
                    </a:lnTo>
                    <a:lnTo>
                      <a:pt x="268" y="111"/>
                    </a:lnTo>
                    <a:lnTo>
                      <a:pt x="248" y="108"/>
                    </a:lnTo>
                    <a:lnTo>
                      <a:pt x="244" y="108"/>
                    </a:lnTo>
                    <a:lnTo>
                      <a:pt x="238" y="107"/>
                    </a:lnTo>
                    <a:lnTo>
                      <a:pt x="228" y="106"/>
                    </a:lnTo>
                    <a:lnTo>
                      <a:pt x="218" y="105"/>
                    </a:lnTo>
                    <a:lnTo>
                      <a:pt x="208" y="105"/>
                    </a:lnTo>
                    <a:lnTo>
                      <a:pt x="203" y="104"/>
                    </a:lnTo>
                    <a:lnTo>
                      <a:pt x="199" y="104"/>
                    </a:lnTo>
                    <a:lnTo>
                      <a:pt x="194" y="103"/>
                    </a:lnTo>
                    <a:lnTo>
                      <a:pt x="188" y="103"/>
                    </a:lnTo>
                    <a:lnTo>
                      <a:pt x="183" y="102"/>
                    </a:lnTo>
                    <a:lnTo>
                      <a:pt x="178" y="102"/>
                    </a:lnTo>
                    <a:lnTo>
                      <a:pt x="173" y="101"/>
                    </a:lnTo>
                    <a:lnTo>
                      <a:pt x="169" y="101"/>
                    </a:lnTo>
                    <a:lnTo>
                      <a:pt x="164" y="101"/>
                    </a:lnTo>
                    <a:lnTo>
                      <a:pt x="159" y="100"/>
                    </a:lnTo>
                    <a:lnTo>
                      <a:pt x="154" y="100"/>
                    </a:lnTo>
                    <a:lnTo>
                      <a:pt x="149" y="100"/>
                    </a:lnTo>
                    <a:lnTo>
                      <a:pt x="148" y="99"/>
                    </a:lnTo>
                    <a:lnTo>
                      <a:pt x="143" y="99"/>
                    </a:lnTo>
                    <a:lnTo>
                      <a:pt x="139" y="99"/>
                    </a:lnTo>
                    <a:lnTo>
                      <a:pt x="134" y="98"/>
                    </a:lnTo>
                    <a:lnTo>
                      <a:pt x="129" y="98"/>
                    </a:lnTo>
                    <a:lnTo>
                      <a:pt x="124" y="97"/>
                    </a:lnTo>
                    <a:lnTo>
                      <a:pt x="119" y="97"/>
                    </a:lnTo>
                    <a:lnTo>
                      <a:pt x="114" y="97"/>
                    </a:lnTo>
                    <a:lnTo>
                      <a:pt x="110" y="96"/>
                    </a:lnTo>
                    <a:lnTo>
                      <a:pt x="105" y="96"/>
                    </a:lnTo>
                    <a:lnTo>
                      <a:pt x="100" y="96"/>
                    </a:lnTo>
                    <a:lnTo>
                      <a:pt x="95" y="95"/>
                    </a:lnTo>
                    <a:lnTo>
                      <a:pt x="91" y="95"/>
                    </a:lnTo>
                    <a:lnTo>
                      <a:pt x="89" y="95"/>
                    </a:lnTo>
                    <a:lnTo>
                      <a:pt x="84" y="95"/>
                    </a:lnTo>
                    <a:lnTo>
                      <a:pt x="80" y="94"/>
                    </a:lnTo>
                    <a:lnTo>
                      <a:pt x="75" y="94"/>
                    </a:lnTo>
                    <a:lnTo>
                      <a:pt x="70" y="94"/>
                    </a:lnTo>
                    <a:lnTo>
                      <a:pt x="65" y="93"/>
                    </a:lnTo>
                    <a:lnTo>
                      <a:pt x="60" y="93"/>
                    </a:lnTo>
                    <a:lnTo>
                      <a:pt x="55" y="93"/>
                    </a:lnTo>
                    <a:lnTo>
                      <a:pt x="51" y="93"/>
                    </a:lnTo>
                    <a:lnTo>
                      <a:pt x="46" y="93"/>
                    </a:lnTo>
                    <a:lnTo>
                      <a:pt x="43" y="92"/>
                    </a:lnTo>
                    <a:lnTo>
                      <a:pt x="41" y="92"/>
                    </a:lnTo>
                    <a:lnTo>
                      <a:pt x="38" y="92"/>
                    </a:lnTo>
                    <a:lnTo>
                      <a:pt x="36" y="92"/>
                    </a:lnTo>
                    <a:lnTo>
                      <a:pt x="33" y="92"/>
                    </a:lnTo>
                    <a:lnTo>
                      <a:pt x="32" y="92"/>
                    </a:lnTo>
                    <a:lnTo>
                      <a:pt x="31" y="92"/>
                    </a:lnTo>
                    <a:lnTo>
                      <a:pt x="28" y="92"/>
                    </a:lnTo>
                    <a:lnTo>
                      <a:pt x="26" y="92"/>
                    </a:lnTo>
                    <a:lnTo>
                      <a:pt x="24" y="92"/>
                    </a:lnTo>
                    <a:lnTo>
                      <a:pt x="22" y="92"/>
                    </a:lnTo>
                    <a:lnTo>
                      <a:pt x="19" y="92"/>
                    </a:lnTo>
                    <a:lnTo>
                      <a:pt x="17" y="92"/>
                    </a:lnTo>
                    <a:lnTo>
                      <a:pt x="14" y="92"/>
                    </a:lnTo>
                    <a:lnTo>
                      <a:pt x="12" y="92"/>
                    </a:lnTo>
                    <a:lnTo>
                      <a:pt x="12" y="92"/>
                    </a:lnTo>
                    <a:lnTo>
                      <a:pt x="4" y="90"/>
                    </a:lnTo>
                    <a:lnTo>
                      <a:pt x="0" y="82"/>
                    </a:lnTo>
                    <a:lnTo>
                      <a:pt x="0" y="82"/>
                    </a:lnTo>
                    <a:lnTo>
                      <a:pt x="4" y="74"/>
                    </a:lnTo>
                    <a:lnTo>
                      <a:pt x="12" y="70"/>
                    </a:lnTo>
                    <a:lnTo>
                      <a:pt x="14" y="70"/>
                    </a:lnTo>
                    <a:lnTo>
                      <a:pt x="17" y="70"/>
                    </a:lnTo>
                    <a:lnTo>
                      <a:pt x="19" y="70"/>
                    </a:lnTo>
                    <a:lnTo>
                      <a:pt x="19" y="70"/>
                    </a:lnTo>
                    <a:close/>
                    <a:moveTo>
                      <a:pt x="959" y="46"/>
                    </a:moveTo>
                    <a:lnTo>
                      <a:pt x="958" y="46"/>
                    </a:lnTo>
                    <a:lnTo>
                      <a:pt x="957" y="46"/>
                    </a:lnTo>
                    <a:lnTo>
                      <a:pt x="956" y="47"/>
                    </a:lnTo>
                    <a:lnTo>
                      <a:pt x="955" y="47"/>
                    </a:lnTo>
                    <a:lnTo>
                      <a:pt x="953" y="48"/>
                    </a:lnTo>
                    <a:lnTo>
                      <a:pt x="952" y="49"/>
                    </a:lnTo>
                    <a:lnTo>
                      <a:pt x="950" y="49"/>
                    </a:lnTo>
                    <a:lnTo>
                      <a:pt x="949" y="50"/>
                    </a:lnTo>
                    <a:lnTo>
                      <a:pt x="945" y="52"/>
                    </a:lnTo>
                    <a:lnTo>
                      <a:pt x="944" y="53"/>
                    </a:lnTo>
                    <a:lnTo>
                      <a:pt x="942" y="53"/>
                    </a:lnTo>
                    <a:lnTo>
                      <a:pt x="940" y="54"/>
                    </a:lnTo>
                    <a:lnTo>
                      <a:pt x="939" y="55"/>
                    </a:lnTo>
                    <a:lnTo>
                      <a:pt x="938" y="55"/>
                    </a:lnTo>
                    <a:lnTo>
                      <a:pt x="937" y="55"/>
                    </a:lnTo>
                    <a:lnTo>
                      <a:pt x="936" y="56"/>
                    </a:lnTo>
                    <a:lnTo>
                      <a:pt x="936" y="56"/>
                    </a:lnTo>
                    <a:lnTo>
                      <a:pt x="935" y="56"/>
                    </a:lnTo>
                    <a:lnTo>
                      <a:pt x="935" y="56"/>
                    </a:lnTo>
                    <a:lnTo>
                      <a:pt x="934" y="57"/>
                    </a:lnTo>
                    <a:lnTo>
                      <a:pt x="933" y="57"/>
                    </a:lnTo>
                    <a:lnTo>
                      <a:pt x="933" y="57"/>
                    </a:lnTo>
                    <a:lnTo>
                      <a:pt x="933" y="57"/>
                    </a:lnTo>
                    <a:lnTo>
                      <a:pt x="932" y="58"/>
                    </a:lnTo>
                    <a:lnTo>
                      <a:pt x="932" y="58"/>
                    </a:lnTo>
                    <a:lnTo>
                      <a:pt x="931" y="58"/>
                    </a:lnTo>
                    <a:lnTo>
                      <a:pt x="930" y="59"/>
                    </a:lnTo>
                    <a:lnTo>
                      <a:pt x="929" y="59"/>
                    </a:lnTo>
                    <a:lnTo>
                      <a:pt x="928" y="60"/>
                    </a:lnTo>
                    <a:lnTo>
                      <a:pt x="927" y="60"/>
                    </a:lnTo>
                    <a:lnTo>
                      <a:pt x="926" y="61"/>
                    </a:lnTo>
                    <a:lnTo>
                      <a:pt x="925" y="62"/>
                    </a:lnTo>
                    <a:lnTo>
                      <a:pt x="924" y="62"/>
                    </a:lnTo>
                    <a:lnTo>
                      <a:pt x="923" y="62"/>
                    </a:lnTo>
                    <a:lnTo>
                      <a:pt x="922" y="62"/>
                    </a:lnTo>
                    <a:lnTo>
                      <a:pt x="921" y="63"/>
                    </a:lnTo>
                    <a:lnTo>
                      <a:pt x="920" y="63"/>
                    </a:lnTo>
                    <a:lnTo>
                      <a:pt x="919" y="64"/>
                    </a:lnTo>
                    <a:lnTo>
                      <a:pt x="918" y="64"/>
                    </a:lnTo>
                    <a:lnTo>
                      <a:pt x="917" y="65"/>
                    </a:lnTo>
                    <a:lnTo>
                      <a:pt x="916" y="65"/>
                    </a:lnTo>
                    <a:lnTo>
                      <a:pt x="915" y="66"/>
                    </a:lnTo>
                    <a:lnTo>
                      <a:pt x="914" y="66"/>
                    </a:lnTo>
                    <a:lnTo>
                      <a:pt x="913" y="67"/>
                    </a:lnTo>
                    <a:lnTo>
                      <a:pt x="912" y="67"/>
                    </a:lnTo>
                    <a:lnTo>
                      <a:pt x="911" y="68"/>
                    </a:lnTo>
                    <a:lnTo>
                      <a:pt x="910" y="68"/>
                    </a:lnTo>
                    <a:lnTo>
                      <a:pt x="909" y="69"/>
                    </a:lnTo>
                    <a:lnTo>
                      <a:pt x="908" y="69"/>
                    </a:lnTo>
                    <a:lnTo>
                      <a:pt x="907" y="70"/>
                    </a:lnTo>
                    <a:lnTo>
                      <a:pt x="906" y="70"/>
                    </a:lnTo>
                    <a:lnTo>
                      <a:pt x="908" y="70"/>
                    </a:lnTo>
                    <a:lnTo>
                      <a:pt x="910" y="70"/>
                    </a:lnTo>
                    <a:lnTo>
                      <a:pt x="912" y="70"/>
                    </a:lnTo>
                    <a:lnTo>
                      <a:pt x="914" y="71"/>
                    </a:lnTo>
                    <a:lnTo>
                      <a:pt x="916" y="71"/>
                    </a:lnTo>
                    <a:lnTo>
                      <a:pt x="918" y="71"/>
                    </a:lnTo>
                    <a:lnTo>
                      <a:pt x="920" y="71"/>
                    </a:lnTo>
                    <a:lnTo>
                      <a:pt x="921" y="72"/>
                    </a:lnTo>
                    <a:lnTo>
                      <a:pt x="923" y="72"/>
                    </a:lnTo>
                    <a:lnTo>
                      <a:pt x="925" y="72"/>
                    </a:lnTo>
                    <a:lnTo>
                      <a:pt x="927" y="72"/>
                    </a:lnTo>
                    <a:lnTo>
                      <a:pt x="929" y="72"/>
                    </a:lnTo>
                    <a:lnTo>
                      <a:pt x="931" y="72"/>
                    </a:lnTo>
                    <a:lnTo>
                      <a:pt x="933" y="72"/>
                    </a:lnTo>
                    <a:lnTo>
                      <a:pt x="935" y="73"/>
                    </a:lnTo>
                    <a:lnTo>
                      <a:pt x="936" y="73"/>
                    </a:lnTo>
                    <a:lnTo>
                      <a:pt x="937" y="73"/>
                    </a:lnTo>
                    <a:lnTo>
                      <a:pt x="938" y="73"/>
                    </a:lnTo>
                    <a:lnTo>
                      <a:pt x="939" y="73"/>
                    </a:lnTo>
                    <a:lnTo>
                      <a:pt x="940" y="73"/>
                    </a:lnTo>
                    <a:lnTo>
                      <a:pt x="941" y="73"/>
                    </a:lnTo>
                    <a:lnTo>
                      <a:pt x="942" y="73"/>
                    </a:lnTo>
                    <a:lnTo>
                      <a:pt x="943" y="73"/>
                    </a:lnTo>
                    <a:lnTo>
                      <a:pt x="944" y="73"/>
                    </a:lnTo>
                    <a:lnTo>
                      <a:pt x="945" y="73"/>
                    </a:lnTo>
                    <a:lnTo>
                      <a:pt x="946" y="73"/>
                    </a:lnTo>
                    <a:lnTo>
                      <a:pt x="947" y="73"/>
                    </a:lnTo>
                    <a:lnTo>
                      <a:pt x="948" y="73"/>
                    </a:lnTo>
                    <a:lnTo>
                      <a:pt x="948" y="73"/>
                    </a:lnTo>
                    <a:lnTo>
                      <a:pt x="949" y="73"/>
                    </a:lnTo>
                    <a:lnTo>
                      <a:pt x="950" y="73"/>
                    </a:lnTo>
                    <a:lnTo>
                      <a:pt x="950" y="73"/>
                    </a:lnTo>
                    <a:lnTo>
                      <a:pt x="951" y="73"/>
                    </a:lnTo>
                    <a:lnTo>
                      <a:pt x="952" y="73"/>
                    </a:lnTo>
                    <a:lnTo>
                      <a:pt x="953" y="73"/>
                    </a:lnTo>
                    <a:lnTo>
                      <a:pt x="954" y="73"/>
                    </a:lnTo>
                    <a:lnTo>
                      <a:pt x="955" y="73"/>
                    </a:lnTo>
                    <a:lnTo>
                      <a:pt x="956" y="73"/>
                    </a:lnTo>
                    <a:lnTo>
                      <a:pt x="957" y="73"/>
                    </a:lnTo>
                    <a:lnTo>
                      <a:pt x="958" y="73"/>
                    </a:lnTo>
                    <a:lnTo>
                      <a:pt x="959" y="73"/>
                    </a:lnTo>
                    <a:lnTo>
                      <a:pt x="959" y="73"/>
                    </a:lnTo>
                    <a:lnTo>
                      <a:pt x="960" y="73"/>
                    </a:lnTo>
                    <a:lnTo>
                      <a:pt x="961" y="73"/>
                    </a:lnTo>
                    <a:lnTo>
                      <a:pt x="962" y="73"/>
                    </a:lnTo>
                    <a:lnTo>
                      <a:pt x="963" y="73"/>
                    </a:lnTo>
                    <a:lnTo>
                      <a:pt x="964" y="73"/>
                    </a:lnTo>
                    <a:lnTo>
                      <a:pt x="965" y="73"/>
                    </a:lnTo>
                    <a:lnTo>
                      <a:pt x="966" y="73"/>
                    </a:lnTo>
                    <a:lnTo>
                      <a:pt x="966" y="73"/>
                    </a:lnTo>
                    <a:lnTo>
                      <a:pt x="967" y="73"/>
                    </a:lnTo>
                    <a:lnTo>
                      <a:pt x="968" y="73"/>
                    </a:lnTo>
                    <a:lnTo>
                      <a:pt x="969" y="72"/>
                    </a:lnTo>
                    <a:lnTo>
                      <a:pt x="970" y="72"/>
                    </a:lnTo>
                    <a:lnTo>
                      <a:pt x="971" y="72"/>
                    </a:lnTo>
                    <a:lnTo>
                      <a:pt x="971" y="72"/>
                    </a:lnTo>
                    <a:lnTo>
                      <a:pt x="972" y="72"/>
                    </a:lnTo>
                    <a:lnTo>
                      <a:pt x="973" y="72"/>
                    </a:lnTo>
                    <a:lnTo>
                      <a:pt x="974" y="72"/>
                    </a:lnTo>
                    <a:lnTo>
                      <a:pt x="975" y="72"/>
                    </a:lnTo>
                    <a:lnTo>
                      <a:pt x="975" y="72"/>
                    </a:lnTo>
                    <a:lnTo>
                      <a:pt x="976" y="72"/>
                    </a:lnTo>
                    <a:lnTo>
                      <a:pt x="977" y="72"/>
                    </a:lnTo>
                    <a:lnTo>
                      <a:pt x="978" y="71"/>
                    </a:lnTo>
                    <a:lnTo>
                      <a:pt x="979" y="71"/>
                    </a:lnTo>
                    <a:lnTo>
                      <a:pt x="979" y="71"/>
                    </a:lnTo>
                    <a:lnTo>
                      <a:pt x="979" y="71"/>
                    </a:lnTo>
                    <a:lnTo>
                      <a:pt x="980" y="71"/>
                    </a:lnTo>
                    <a:lnTo>
                      <a:pt x="981" y="71"/>
                    </a:lnTo>
                    <a:lnTo>
                      <a:pt x="981" y="71"/>
                    </a:lnTo>
                    <a:lnTo>
                      <a:pt x="982" y="71"/>
                    </a:lnTo>
                    <a:lnTo>
                      <a:pt x="983" y="70"/>
                    </a:lnTo>
                    <a:lnTo>
                      <a:pt x="983" y="70"/>
                    </a:lnTo>
                    <a:lnTo>
                      <a:pt x="984" y="70"/>
                    </a:lnTo>
                    <a:lnTo>
                      <a:pt x="985" y="70"/>
                    </a:lnTo>
                    <a:lnTo>
                      <a:pt x="986" y="70"/>
                    </a:lnTo>
                    <a:lnTo>
                      <a:pt x="986" y="70"/>
                    </a:lnTo>
                    <a:lnTo>
                      <a:pt x="987" y="70"/>
                    </a:lnTo>
                    <a:lnTo>
                      <a:pt x="988" y="69"/>
                    </a:lnTo>
                    <a:lnTo>
                      <a:pt x="988" y="69"/>
                    </a:lnTo>
                    <a:lnTo>
                      <a:pt x="989" y="69"/>
                    </a:lnTo>
                    <a:lnTo>
                      <a:pt x="989" y="69"/>
                    </a:lnTo>
                    <a:lnTo>
                      <a:pt x="990" y="69"/>
                    </a:lnTo>
                    <a:lnTo>
                      <a:pt x="991" y="69"/>
                    </a:lnTo>
                    <a:lnTo>
                      <a:pt x="991" y="68"/>
                    </a:lnTo>
                    <a:lnTo>
                      <a:pt x="992" y="68"/>
                    </a:lnTo>
                    <a:lnTo>
                      <a:pt x="993" y="68"/>
                    </a:lnTo>
                    <a:lnTo>
                      <a:pt x="993" y="68"/>
                    </a:lnTo>
                    <a:lnTo>
                      <a:pt x="994" y="68"/>
                    </a:lnTo>
                    <a:lnTo>
                      <a:pt x="994" y="67"/>
                    </a:lnTo>
                    <a:lnTo>
                      <a:pt x="995" y="67"/>
                    </a:lnTo>
                    <a:lnTo>
                      <a:pt x="995" y="67"/>
                    </a:lnTo>
                    <a:lnTo>
                      <a:pt x="996" y="67"/>
                    </a:lnTo>
                    <a:lnTo>
                      <a:pt x="996" y="67"/>
                    </a:lnTo>
                    <a:lnTo>
                      <a:pt x="997" y="66"/>
                    </a:lnTo>
                    <a:lnTo>
                      <a:pt x="997" y="66"/>
                    </a:lnTo>
                    <a:lnTo>
                      <a:pt x="998" y="66"/>
                    </a:lnTo>
                    <a:lnTo>
                      <a:pt x="998" y="66"/>
                    </a:lnTo>
                    <a:lnTo>
                      <a:pt x="999" y="66"/>
                    </a:lnTo>
                    <a:lnTo>
                      <a:pt x="999" y="65"/>
                    </a:lnTo>
                    <a:lnTo>
                      <a:pt x="1000" y="65"/>
                    </a:lnTo>
                    <a:lnTo>
                      <a:pt x="1000" y="65"/>
                    </a:lnTo>
                    <a:lnTo>
                      <a:pt x="1001" y="65"/>
                    </a:lnTo>
                    <a:lnTo>
                      <a:pt x="1001" y="64"/>
                    </a:lnTo>
                    <a:lnTo>
                      <a:pt x="1001" y="64"/>
                    </a:lnTo>
                    <a:lnTo>
                      <a:pt x="1002" y="64"/>
                    </a:lnTo>
                    <a:lnTo>
                      <a:pt x="1002" y="64"/>
                    </a:lnTo>
                    <a:lnTo>
                      <a:pt x="1003" y="64"/>
                    </a:lnTo>
                    <a:lnTo>
                      <a:pt x="1003" y="63"/>
                    </a:lnTo>
                    <a:lnTo>
                      <a:pt x="1003" y="63"/>
                    </a:lnTo>
                    <a:lnTo>
                      <a:pt x="1004" y="63"/>
                    </a:lnTo>
                    <a:lnTo>
                      <a:pt x="1004" y="63"/>
                    </a:lnTo>
                    <a:lnTo>
                      <a:pt x="1004" y="62"/>
                    </a:lnTo>
                    <a:lnTo>
                      <a:pt x="1005" y="62"/>
                    </a:lnTo>
                    <a:lnTo>
                      <a:pt x="1005" y="62"/>
                    </a:lnTo>
                    <a:lnTo>
                      <a:pt x="1005" y="62"/>
                    </a:lnTo>
                    <a:lnTo>
                      <a:pt x="1006" y="62"/>
                    </a:lnTo>
                    <a:lnTo>
                      <a:pt x="1006" y="62"/>
                    </a:lnTo>
                    <a:lnTo>
                      <a:pt x="1006" y="62"/>
                    </a:lnTo>
                    <a:lnTo>
                      <a:pt x="1006" y="62"/>
                    </a:lnTo>
                    <a:lnTo>
                      <a:pt x="1005" y="62"/>
                    </a:lnTo>
                    <a:lnTo>
                      <a:pt x="1005" y="62"/>
                    </a:lnTo>
                    <a:lnTo>
                      <a:pt x="1005" y="61"/>
                    </a:lnTo>
                    <a:lnTo>
                      <a:pt x="1004" y="61"/>
                    </a:lnTo>
                    <a:lnTo>
                      <a:pt x="1004" y="61"/>
                    </a:lnTo>
                    <a:lnTo>
                      <a:pt x="1003" y="61"/>
                    </a:lnTo>
                    <a:lnTo>
                      <a:pt x="1003" y="61"/>
                    </a:lnTo>
                    <a:lnTo>
                      <a:pt x="1002" y="60"/>
                    </a:lnTo>
                    <a:lnTo>
                      <a:pt x="1002" y="60"/>
                    </a:lnTo>
                    <a:lnTo>
                      <a:pt x="1001" y="60"/>
                    </a:lnTo>
                    <a:lnTo>
                      <a:pt x="1001" y="60"/>
                    </a:lnTo>
                    <a:lnTo>
                      <a:pt x="1000" y="59"/>
                    </a:lnTo>
                    <a:lnTo>
                      <a:pt x="1000" y="59"/>
                    </a:lnTo>
                    <a:lnTo>
                      <a:pt x="999" y="59"/>
                    </a:lnTo>
                    <a:lnTo>
                      <a:pt x="999" y="59"/>
                    </a:lnTo>
                    <a:lnTo>
                      <a:pt x="998" y="58"/>
                    </a:lnTo>
                    <a:lnTo>
                      <a:pt x="998" y="58"/>
                    </a:lnTo>
                    <a:lnTo>
                      <a:pt x="997" y="58"/>
                    </a:lnTo>
                    <a:lnTo>
                      <a:pt x="997" y="58"/>
                    </a:lnTo>
                    <a:lnTo>
                      <a:pt x="996" y="58"/>
                    </a:lnTo>
                    <a:lnTo>
                      <a:pt x="996" y="57"/>
                    </a:lnTo>
                    <a:lnTo>
                      <a:pt x="995" y="57"/>
                    </a:lnTo>
                    <a:lnTo>
                      <a:pt x="994" y="57"/>
                    </a:lnTo>
                    <a:lnTo>
                      <a:pt x="994" y="57"/>
                    </a:lnTo>
                    <a:lnTo>
                      <a:pt x="993" y="57"/>
                    </a:lnTo>
                    <a:lnTo>
                      <a:pt x="993" y="56"/>
                    </a:lnTo>
                    <a:lnTo>
                      <a:pt x="992" y="56"/>
                    </a:lnTo>
                    <a:lnTo>
                      <a:pt x="991" y="56"/>
                    </a:lnTo>
                    <a:lnTo>
                      <a:pt x="990" y="55"/>
                    </a:lnTo>
                    <a:lnTo>
                      <a:pt x="989" y="55"/>
                    </a:lnTo>
                    <a:lnTo>
                      <a:pt x="987" y="55"/>
                    </a:lnTo>
                    <a:lnTo>
                      <a:pt x="986" y="54"/>
                    </a:lnTo>
                    <a:lnTo>
                      <a:pt x="985" y="54"/>
                    </a:lnTo>
                    <a:lnTo>
                      <a:pt x="984" y="53"/>
                    </a:lnTo>
                    <a:lnTo>
                      <a:pt x="983" y="53"/>
                    </a:lnTo>
                    <a:lnTo>
                      <a:pt x="981" y="53"/>
                    </a:lnTo>
                    <a:lnTo>
                      <a:pt x="980" y="52"/>
                    </a:lnTo>
                    <a:lnTo>
                      <a:pt x="979" y="52"/>
                    </a:lnTo>
                    <a:lnTo>
                      <a:pt x="979" y="52"/>
                    </a:lnTo>
                    <a:lnTo>
                      <a:pt x="978" y="52"/>
                    </a:lnTo>
                    <a:lnTo>
                      <a:pt x="976" y="51"/>
                    </a:lnTo>
                    <a:lnTo>
                      <a:pt x="974" y="50"/>
                    </a:lnTo>
                    <a:lnTo>
                      <a:pt x="972" y="50"/>
                    </a:lnTo>
                    <a:lnTo>
                      <a:pt x="971" y="50"/>
                    </a:lnTo>
                    <a:lnTo>
                      <a:pt x="970" y="49"/>
                    </a:lnTo>
                    <a:lnTo>
                      <a:pt x="969" y="49"/>
                    </a:lnTo>
                    <a:lnTo>
                      <a:pt x="968" y="49"/>
                    </a:lnTo>
                    <a:lnTo>
                      <a:pt x="967" y="49"/>
                    </a:lnTo>
                    <a:lnTo>
                      <a:pt x="966" y="48"/>
                    </a:lnTo>
                    <a:lnTo>
                      <a:pt x="965" y="48"/>
                    </a:lnTo>
                    <a:lnTo>
                      <a:pt x="964" y="48"/>
                    </a:lnTo>
                    <a:lnTo>
                      <a:pt x="963" y="47"/>
                    </a:lnTo>
                    <a:lnTo>
                      <a:pt x="962" y="47"/>
                    </a:lnTo>
                    <a:lnTo>
                      <a:pt x="960" y="46"/>
                    </a:lnTo>
                    <a:lnTo>
                      <a:pt x="959" y="46"/>
                    </a:lnTo>
                    <a:lnTo>
                      <a:pt x="959" y="46"/>
                    </a:lnTo>
                    <a:lnTo>
                      <a:pt x="959" y="4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37" name="Freeform 17">
                <a:extLst>
                  <a:ext uri="{FF2B5EF4-FFF2-40B4-BE49-F238E27FC236}">
                    <a16:creationId xmlns:a16="http://schemas.microsoft.com/office/drawing/2014/main" id="{E75FF60A-FD1A-0F8E-1E77-880D1A3560B5}"/>
                  </a:ext>
                </a:extLst>
              </p:cNvPr>
              <p:cNvSpPr>
                <a:spLocks/>
              </p:cNvSpPr>
              <p:nvPr/>
            </p:nvSpPr>
            <p:spPr bwMode="auto">
              <a:xfrm>
                <a:off x="13624107" y="4715985"/>
                <a:ext cx="135748" cy="92525"/>
              </a:xfrm>
              <a:custGeom>
                <a:avLst/>
                <a:gdLst>
                  <a:gd name="T0" fmla="*/ 182 w 201"/>
                  <a:gd name="T1" fmla="*/ 2 h 137"/>
                  <a:gd name="T2" fmla="*/ 189 w 201"/>
                  <a:gd name="T3" fmla="*/ 7 h 137"/>
                  <a:gd name="T4" fmla="*/ 193 w 201"/>
                  <a:gd name="T5" fmla="*/ 11 h 137"/>
                  <a:gd name="T6" fmla="*/ 196 w 201"/>
                  <a:gd name="T7" fmla="*/ 14 h 137"/>
                  <a:gd name="T8" fmla="*/ 198 w 201"/>
                  <a:gd name="T9" fmla="*/ 18 h 137"/>
                  <a:gd name="T10" fmla="*/ 200 w 201"/>
                  <a:gd name="T11" fmla="*/ 23 h 137"/>
                  <a:gd name="T12" fmla="*/ 201 w 201"/>
                  <a:gd name="T13" fmla="*/ 27 h 137"/>
                  <a:gd name="T14" fmla="*/ 201 w 201"/>
                  <a:gd name="T15" fmla="*/ 36 h 137"/>
                  <a:gd name="T16" fmla="*/ 200 w 201"/>
                  <a:gd name="T17" fmla="*/ 43 h 137"/>
                  <a:gd name="T18" fmla="*/ 197 w 201"/>
                  <a:gd name="T19" fmla="*/ 51 h 137"/>
                  <a:gd name="T20" fmla="*/ 194 w 201"/>
                  <a:gd name="T21" fmla="*/ 57 h 137"/>
                  <a:gd name="T22" fmla="*/ 190 w 201"/>
                  <a:gd name="T23" fmla="*/ 63 h 137"/>
                  <a:gd name="T24" fmla="*/ 185 w 201"/>
                  <a:gd name="T25" fmla="*/ 69 h 137"/>
                  <a:gd name="T26" fmla="*/ 180 w 201"/>
                  <a:gd name="T27" fmla="*/ 74 h 137"/>
                  <a:gd name="T28" fmla="*/ 175 w 201"/>
                  <a:gd name="T29" fmla="*/ 79 h 137"/>
                  <a:gd name="T30" fmla="*/ 169 w 201"/>
                  <a:gd name="T31" fmla="*/ 85 h 137"/>
                  <a:gd name="T32" fmla="*/ 162 w 201"/>
                  <a:gd name="T33" fmla="*/ 90 h 137"/>
                  <a:gd name="T34" fmla="*/ 156 w 201"/>
                  <a:gd name="T35" fmla="*/ 95 h 137"/>
                  <a:gd name="T36" fmla="*/ 149 w 201"/>
                  <a:gd name="T37" fmla="*/ 100 h 137"/>
                  <a:gd name="T38" fmla="*/ 143 w 201"/>
                  <a:gd name="T39" fmla="*/ 103 h 137"/>
                  <a:gd name="T40" fmla="*/ 129 w 201"/>
                  <a:gd name="T41" fmla="*/ 110 h 137"/>
                  <a:gd name="T42" fmla="*/ 116 w 201"/>
                  <a:gd name="T43" fmla="*/ 116 h 137"/>
                  <a:gd name="T44" fmla="*/ 104 w 201"/>
                  <a:gd name="T45" fmla="*/ 120 h 137"/>
                  <a:gd name="T46" fmla="*/ 96 w 201"/>
                  <a:gd name="T47" fmla="*/ 122 h 137"/>
                  <a:gd name="T48" fmla="*/ 89 w 201"/>
                  <a:gd name="T49" fmla="*/ 125 h 137"/>
                  <a:gd name="T50" fmla="*/ 81 w 201"/>
                  <a:gd name="T51" fmla="*/ 127 h 137"/>
                  <a:gd name="T52" fmla="*/ 73 w 201"/>
                  <a:gd name="T53" fmla="*/ 129 h 137"/>
                  <a:gd name="T54" fmla="*/ 67 w 201"/>
                  <a:gd name="T55" fmla="*/ 131 h 137"/>
                  <a:gd name="T56" fmla="*/ 62 w 201"/>
                  <a:gd name="T57" fmla="*/ 133 h 137"/>
                  <a:gd name="T58" fmla="*/ 56 w 201"/>
                  <a:gd name="T59" fmla="*/ 135 h 137"/>
                  <a:gd name="T60" fmla="*/ 49 w 201"/>
                  <a:gd name="T61" fmla="*/ 136 h 137"/>
                  <a:gd name="T62" fmla="*/ 42 w 201"/>
                  <a:gd name="T63" fmla="*/ 137 h 137"/>
                  <a:gd name="T64" fmla="*/ 36 w 201"/>
                  <a:gd name="T65" fmla="*/ 137 h 137"/>
                  <a:gd name="T66" fmla="*/ 30 w 201"/>
                  <a:gd name="T67" fmla="*/ 137 h 137"/>
                  <a:gd name="T68" fmla="*/ 23 w 201"/>
                  <a:gd name="T69" fmla="*/ 137 h 137"/>
                  <a:gd name="T70" fmla="*/ 16 w 201"/>
                  <a:gd name="T71" fmla="*/ 137 h 137"/>
                  <a:gd name="T72" fmla="*/ 11 w 201"/>
                  <a:gd name="T73" fmla="*/ 137 h 137"/>
                  <a:gd name="T74" fmla="*/ 12 w 201"/>
                  <a:gd name="T75" fmla="*/ 116 h 137"/>
                  <a:gd name="T76" fmla="*/ 17 w 201"/>
                  <a:gd name="T77" fmla="*/ 115 h 137"/>
                  <a:gd name="T78" fmla="*/ 22 w 201"/>
                  <a:gd name="T79" fmla="*/ 113 h 137"/>
                  <a:gd name="T80" fmla="*/ 26 w 201"/>
                  <a:gd name="T81" fmla="*/ 111 h 137"/>
                  <a:gd name="T82" fmla="*/ 30 w 201"/>
                  <a:gd name="T83" fmla="*/ 108 h 137"/>
                  <a:gd name="T84" fmla="*/ 34 w 201"/>
                  <a:gd name="T85" fmla="*/ 104 h 137"/>
                  <a:gd name="T86" fmla="*/ 36 w 201"/>
                  <a:gd name="T87" fmla="*/ 101 h 137"/>
                  <a:gd name="T88" fmla="*/ 40 w 201"/>
                  <a:gd name="T89" fmla="*/ 98 h 137"/>
                  <a:gd name="T90" fmla="*/ 44 w 201"/>
                  <a:gd name="T91" fmla="*/ 95 h 137"/>
                  <a:gd name="T92" fmla="*/ 50 w 201"/>
                  <a:gd name="T93" fmla="*/ 91 h 137"/>
                  <a:gd name="T94" fmla="*/ 59 w 201"/>
                  <a:gd name="T95" fmla="*/ 85 h 137"/>
                  <a:gd name="T96" fmla="*/ 68 w 201"/>
                  <a:gd name="T97" fmla="*/ 78 h 137"/>
                  <a:gd name="T98" fmla="*/ 78 w 201"/>
                  <a:gd name="T99" fmla="*/ 71 h 137"/>
                  <a:gd name="T100" fmla="*/ 98 w 201"/>
                  <a:gd name="T101" fmla="*/ 53 h 137"/>
                  <a:gd name="T102" fmla="*/ 113 w 201"/>
                  <a:gd name="T103" fmla="*/ 42 h 137"/>
                  <a:gd name="T104" fmla="*/ 123 w 201"/>
                  <a:gd name="T105" fmla="*/ 33 h 137"/>
                  <a:gd name="T106" fmla="*/ 134 w 201"/>
                  <a:gd name="T107" fmla="*/ 25 h 137"/>
                  <a:gd name="T108" fmla="*/ 142 w 201"/>
                  <a:gd name="T109" fmla="*/ 20 h 137"/>
                  <a:gd name="T110" fmla="*/ 147 w 201"/>
                  <a:gd name="T111" fmla="*/ 17 h 137"/>
                  <a:gd name="T112" fmla="*/ 151 w 201"/>
                  <a:gd name="T113" fmla="*/ 13 h 137"/>
                  <a:gd name="T114" fmla="*/ 155 w 201"/>
                  <a:gd name="T115" fmla="*/ 8 h 137"/>
                  <a:gd name="T116" fmla="*/ 160 w 201"/>
                  <a:gd name="T117" fmla="*/ 4 h 137"/>
                  <a:gd name="T118" fmla="*/ 167 w 201"/>
                  <a:gd name="T119" fmla="*/ 1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1" h="137">
                    <a:moveTo>
                      <a:pt x="174" y="0"/>
                    </a:moveTo>
                    <a:lnTo>
                      <a:pt x="175" y="0"/>
                    </a:lnTo>
                    <a:lnTo>
                      <a:pt x="176" y="1"/>
                    </a:lnTo>
                    <a:lnTo>
                      <a:pt x="178" y="1"/>
                    </a:lnTo>
                    <a:lnTo>
                      <a:pt x="179" y="1"/>
                    </a:lnTo>
                    <a:lnTo>
                      <a:pt x="180" y="1"/>
                    </a:lnTo>
                    <a:lnTo>
                      <a:pt x="180" y="2"/>
                    </a:lnTo>
                    <a:lnTo>
                      <a:pt x="181" y="2"/>
                    </a:lnTo>
                    <a:lnTo>
                      <a:pt x="182" y="2"/>
                    </a:lnTo>
                    <a:lnTo>
                      <a:pt x="183" y="3"/>
                    </a:lnTo>
                    <a:lnTo>
                      <a:pt x="184" y="3"/>
                    </a:lnTo>
                    <a:lnTo>
                      <a:pt x="185" y="4"/>
                    </a:lnTo>
                    <a:lnTo>
                      <a:pt x="186" y="4"/>
                    </a:lnTo>
                    <a:lnTo>
                      <a:pt x="186" y="5"/>
                    </a:lnTo>
                    <a:lnTo>
                      <a:pt x="187" y="6"/>
                    </a:lnTo>
                    <a:lnTo>
                      <a:pt x="188" y="6"/>
                    </a:lnTo>
                    <a:lnTo>
                      <a:pt x="189" y="7"/>
                    </a:lnTo>
                    <a:lnTo>
                      <a:pt x="189" y="7"/>
                    </a:lnTo>
                    <a:lnTo>
                      <a:pt x="190" y="8"/>
                    </a:lnTo>
                    <a:lnTo>
                      <a:pt x="190" y="8"/>
                    </a:lnTo>
                    <a:lnTo>
                      <a:pt x="190" y="8"/>
                    </a:lnTo>
                    <a:lnTo>
                      <a:pt x="191" y="9"/>
                    </a:lnTo>
                    <a:lnTo>
                      <a:pt x="191" y="9"/>
                    </a:lnTo>
                    <a:lnTo>
                      <a:pt x="192" y="10"/>
                    </a:lnTo>
                    <a:lnTo>
                      <a:pt x="192" y="10"/>
                    </a:lnTo>
                    <a:lnTo>
                      <a:pt x="192" y="10"/>
                    </a:lnTo>
                    <a:lnTo>
                      <a:pt x="193" y="11"/>
                    </a:lnTo>
                    <a:lnTo>
                      <a:pt x="193" y="11"/>
                    </a:lnTo>
                    <a:lnTo>
                      <a:pt x="193" y="12"/>
                    </a:lnTo>
                    <a:lnTo>
                      <a:pt x="194" y="12"/>
                    </a:lnTo>
                    <a:lnTo>
                      <a:pt x="194" y="12"/>
                    </a:lnTo>
                    <a:lnTo>
                      <a:pt x="194" y="13"/>
                    </a:lnTo>
                    <a:lnTo>
                      <a:pt x="195" y="13"/>
                    </a:lnTo>
                    <a:lnTo>
                      <a:pt x="195" y="13"/>
                    </a:lnTo>
                    <a:lnTo>
                      <a:pt x="195" y="13"/>
                    </a:lnTo>
                    <a:lnTo>
                      <a:pt x="196" y="14"/>
                    </a:lnTo>
                    <a:lnTo>
                      <a:pt x="196" y="14"/>
                    </a:lnTo>
                    <a:lnTo>
                      <a:pt x="196" y="15"/>
                    </a:lnTo>
                    <a:lnTo>
                      <a:pt x="196" y="15"/>
                    </a:lnTo>
                    <a:lnTo>
                      <a:pt x="197" y="16"/>
                    </a:lnTo>
                    <a:lnTo>
                      <a:pt x="197" y="16"/>
                    </a:lnTo>
                    <a:lnTo>
                      <a:pt x="197" y="16"/>
                    </a:lnTo>
                    <a:lnTo>
                      <a:pt x="197" y="17"/>
                    </a:lnTo>
                    <a:lnTo>
                      <a:pt x="198" y="17"/>
                    </a:lnTo>
                    <a:lnTo>
                      <a:pt x="198" y="18"/>
                    </a:lnTo>
                    <a:lnTo>
                      <a:pt x="198" y="18"/>
                    </a:lnTo>
                    <a:lnTo>
                      <a:pt x="198" y="19"/>
                    </a:lnTo>
                    <a:lnTo>
                      <a:pt x="199" y="19"/>
                    </a:lnTo>
                    <a:lnTo>
                      <a:pt x="199" y="20"/>
                    </a:lnTo>
                    <a:lnTo>
                      <a:pt x="199" y="20"/>
                    </a:lnTo>
                    <a:lnTo>
                      <a:pt x="199" y="21"/>
                    </a:lnTo>
                    <a:lnTo>
                      <a:pt x="199" y="21"/>
                    </a:lnTo>
                    <a:lnTo>
                      <a:pt x="199" y="22"/>
                    </a:lnTo>
                    <a:lnTo>
                      <a:pt x="200" y="23"/>
                    </a:lnTo>
                    <a:lnTo>
                      <a:pt x="200" y="23"/>
                    </a:lnTo>
                    <a:lnTo>
                      <a:pt x="200" y="24"/>
                    </a:lnTo>
                    <a:lnTo>
                      <a:pt x="200" y="24"/>
                    </a:lnTo>
                    <a:lnTo>
                      <a:pt x="200" y="25"/>
                    </a:lnTo>
                    <a:lnTo>
                      <a:pt x="200" y="25"/>
                    </a:lnTo>
                    <a:lnTo>
                      <a:pt x="200" y="26"/>
                    </a:lnTo>
                    <a:lnTo>
                      <a:pt x="201" y="26"/>
                    </a:lnTo>
                    <a:lnTo>
                      <a:pt x="201" y="27"/>
                    </a:lnTo>
                    <a:lnTo>
                      <a:pt x="201" y="27"/>
                    </a:lnTo>
                    <a:lnTo>
                      <a:pt x="201" y="28"/>
                    </a:lnTo>
                    <a:lnTo>
                      <a:pt x="201" y="29"/>
                    </a:lnTo>
                    <a:lnTo>
                      <a:pt x="201" y="30"/>
                    </a:lnTo>
                    <a:lnTo>
                      <a:pt x="201" y="31"/>
                    </a:lnTo>
                    <a:lnTo>
                      <a:pt x="201" y="32"/>
                    </a:lnTo>
                    <a:lnTo>
                      <a:pt x="201" y="33"/>
                    </a:lnTo>
                    <a:lnTo>
                      <a:pt x="201" y="34"/>
                    </a:lnTo>
                    <a:lnTo>
                      <a:pt x="201" y="35"/>
                    </a:lnTo>
                    <a:lnTo>
                      <a:pt x="201" y="36"/>
                    </a:lnTo>
                    <a:lnTo>
                      <a:pt x="201" y="37"/>
                    </a:lnTo>
                    <a:lnTo>
                      <a:pt x="201" y="38"/>
                    </a:lnTo>
                    <a:lnTo>
                      <a:pt x="201" y="39"/>
                    </a:lnTo>
                    <a:lnTo>
                      <a:pt x="201" y="40"/>
                    </a:lnTo>
                    <a:lnTo>
                      <a:pt x="200" y="41"/>
                    </a:lnTo>
                    <a:lnTo>
                      <a:pt x="200" y="41"/>
                    </a:lnTo>
                    <a:lnTo>
                      <a:pt x="200" y="42"/>
                    </a:lnTo>
                    <a:lnTo>
                      <a:pt x="200" y="42"/>
                    </a:lnTo>
                    <a:lnTo>
                      <a:pt x="200" y="43"/>
                    </a:lnTo>
                    <a:lnTo>
                      <a:pt x="199" y="44"/>
                    </a:lnTo>
                    <a:lnTo>
                      <a:pt x="199" y="45"/>
                    </a:lnTo>
                    <a:lnTo>
                      <a:pt x="199" y="46"/>
                    </a:lnTo>
                    <a:lnTo>
                      <a:pt x="199" y="47"/>
                    </a:lnTo>
                    <a:lnTo>
                      <a:pt x="198" y="47"/>
                    </a:lnTo>
                    <a:lnTo>
                      <a:pt x="198" y="48"/>
                    </a:lnTo>
                    <a:lnTo>
                      <a:pt x="198" y="49"/>
                    </a:lnTo>
                    <a:lnTo>
                      <a:pt x="197" y="50"/>
                    </a:lnTo>
                    <a:lnTo>
                      <a:pt x="197" y="51"/>
                    </a:lnTo>
                    <a:lnTo>
                      <a:pt x="197" y="51"/>
                    </a:lnTo>
                    <a:lnTo>
                      <a:pt x="196" y="52"/>
                    </a:lnTo>
                    <a:lnTo>
                      <a:pt x="196" y="53"/>
                    </a:lnTo>
                    <a:lnTo>
                      <a:pt x="196" y="54"/>
                    </a:lnTo>
                    <a:lnTo>
                      <a:pt x="195" y="54"/>
                    </a:lnTo>
                    <a:lnTo>
                      <a:pt x="195" y="55"/>
                    </a:lnTo>
                    <a:lnTo>
                      <a:pt x="194" y="56"/>
                    </a:lnTo>
                    <a:lnTo>
                      <a:pt x="194" y="57"/>
                    </a:lnTo>
                    <a:lnTo>
                      <a:pt x="194" y="57"/>
                    </a:lnTo>
                    <a:lnTo>
                      <a:pt x="193" y="58"/>
                    </a:lnTo>
                    <a:lnTo>
                      <a:pt x="193" y="59"/>
                    </a:lnTo>
                    <a:lnTo>
                      <a:pt x="192" y="59"/>
                    </a:lnTo>
                    <a:lnTo>
                      <a:pt x="192" y="60"/>
                    </a:lnTo>
                    <a:lnTo>
                      <a:pt x="191" y="61"/>
                    </a:lnTo>
                    <a:lnTo>
                      <a:pt x="191" y="62"/>
                    </a:lnTo>
                    <a:lnTo>
                      <a:pt x="190" y="62"/>
                    </a:lnTo>
                    <a:lnTo>
                      <a:pt x="190" y="62"/>
                    </a:lnTo>
                    <a:lnTo>
                      <a:pt x="190" y="63"/>
                    </a:lnTo>
                    <a:lnTo>
                      <a:pt x="189" y="64"/>
                    </a:lnTo>
                    <a:lnTo>
                      <a:pt x="189" y="64"/>
                    </a:lnTo>
                    <a:lnTo>
                      <a:pt x="188" y="65"/>
                    </a:lnTo>
                    <a:lnTo>
                      <a:pt x="188" y="66"/>
                    </a:lnTo>
                    <a:lnTo>
                      <a:pt x="187" y="66"/>
                    </a:lnTo>
                    <a:lnTo>
                      <a:pt x="187" y="67"/>
                    </a:lnTo>
                    <a:lnTo>
                      <a:pt x="186" y="68"/>
                    </a:lnTo>
                    <a:lnTo>
                      <a:pt x="186" y="68"/>
                    </a:lnTo>
                    <a:lnTo>
                      <a:pt x="185" y="69"/>
                    </a:lnTo>
                    <a:lnTo>
                      <a:pt x="185" y="70"/>
                    </a:lnTo>
                    <a:lnTo>
                      <a:pt x="184" y="70"/>
                    </a:lnTo>
                    <a:lnTo>
                      <a:pt x="183" y="71"/>
                    </a:lnTo>
                    <a:lnTo>
                      <a:pt x="183" y="71"/>
                    </a:lnTo>
                    <a:lnTo>
                      <a:pt x="182" y="72"/>
                    </a:lnTo>
                    <a:lnTo>
                      <a:pt x="182" y="72"/>
                    </a:lnTo>
                    <a:lnTo>
                      <a:pt x="181" y="72"/>
                    </a:lnTo>
                    <a:lnTo>
                      <a:pt x="180" y="73"/>
                    </a:lnTo>
                    <a:lnTo>
                      <a:pt x="180" y="74"/>
                    </a:lnTo>
                    <a:lnTo>
                      <a:pt x="180" y="74"/>
                    </a:lnTo>
                    <a:lnTo>
                      <a:pt x="180" y="75"/>
                    </a:lnTo>
                    <a:lnTo>
                      <a:pt x="179" y="75"/>
                    </a:lnTo>
                    <a:lnTo>
                      <a:pt x="178" y="76"/>
                    </a:lnTo>
                    <a:lnTo>
                      <a:pt x="178" y="77"/>
                    </a:lnTo>
                    <a:lnTo>
                      <a:pt x="177" y="77"/>
                    </a:lnTo>
                    <a:lnTo>
                      <a:pt x="176" y="78"/>
                    </a:lnTo>
                    <a:lnTo>
                      <a:pt x="176" y="79"/>
                    </a:lnTo>
                    <a:lnTo>
                      <a:pt x="175" y="79"/>
                    </a:lnTo>
                    <a:lnTo>
                      <a:pt x="174" y="80"/>
                    </a:lnTo>
                    <a:lnTo>
                      <a:pt x="174" y="80"/>
                    </a:lnTo>
                    <a:lnTo>
                      <a:pt x="173" y="81"/>
                    </a:lnTo>
                    <a:lnTo>
                      <a:pt x="172" y="82"/>
                    </a:lnTo>
                    <a:lnTo>
                      <a:pt x="172" y="82"/>
                    </a:lnTo>
                    <a:lnTo>
                      <a:pt x="171" y="83"/>
                    </a:lnTo>
                    <a:lnTo>
                      <a:pt x="170" y="83"/>
                    </a:lnTo>
                    <a:lnTo>
                      <a:pt x="170" y="84"/>
                    </a:lnTo>
                    <a:lnTo>
                      <a:pt x="169" y="85"/>
                    </a:lnTo>
                    <a:lnTo>
                      <a:pt x="168" y="85"/>
                    </a:lnTo>
                    <a:lnTo>
                      <a:pt x="168" y="86"/>
                    </a:lnTo>
                    <a:lnTo>
                      <a:pt x="167" y="86"/>
                    </a:lnTo>
                    <a:lnTo>
                      <a:pt x="166" y="87"/>
                    </a:lnTo>
                    <a:lnTo>
                      <a:pt x="165" y="88"/>
                    </a:lnTo>
                    <a:lnTo>
                      <a:pt x="165" y="88"/>
                    </a:lnTo>
                    <a:lnTo>
                      <a:pt x="164" y="89"/>
                    </a:lnTo>
                    <a:lnTo>
                      <a:pt x="163" y="89"/>
                    </a:lnTo>
                    <a:lnTo>
                      <a:pt x="162" y="90"/>
                    </a:lnTo>
                    <a:lnTo>
                      <a:pt x="162" y="90"/>
                    </a:lnTo>
                    <a:lnTo>
                      <a:pt x="161" y="91"/>
                    </a:lnTo>
                    <a:lnTo>
                      <a:pt x="160" y="92"/>
                    </a:lnTo>
                    <a:lnTo>
                      <a:pt x="159" y="92"/>
                    </a:lnTo>
                    <a:lnTo>
                      <a:pt x="159" y="93"/>
                    </a:lnTo>
                    <a:lnTo>
                      <a:pt x="158" y="93"/>
                    </a:lnTo>
                    <a:lnTo>
                      <a:pt x="157" y="94"/>
                    </a:lnTo>
                    <a:lnTo>
                      <a:pt x="156" y="94"/>
                    </a:lnTo>
                    <a:lnTo>
                      <a:pt x="156" y="95"/>
                    </a:lnTo>
                    <a:lnTo>
                      <a:pt x="155" y="96"/>
                    </a:lnTo>
                    <a:lnTo>
                      <a:pt x="154" y="96"/>
                    </a:lnTo>
                    <a:lnTo>
                      <a:pt x="153" y="97"/>
                    </a:lnTo>
                    <a:lnTo>
                      <a:pt x="152" y="97"/>
                    </a:lnTo>
                    <a:lnTo>
                      <a:pt x="152" y="98"/>
                    </a:lnTo>
                    <a:lnTo>
                      <a:pt x="152" y="98"/>
                    </a:lnTo>
                    <a:lnTo>
                      <a:pt x="151" y="99"/>
                    </a:lnTo>
                    <a:lnTo>
                      <a:pt x="150" y="99"/>
                    </a:lnTo>
                    <a:lnTo>
                      <a:pt x="149" y="100"/>
                    </a:lnTo>
                    <a:lnTo>
                      <a:pt x="149" y="100"/>
                    </a:lnTo>
                    <a:lnTo>
                      <a:pt x="149" y="101"/>
                    </a:lnTo>
                    <a:lnTo>
                      <a:pt x="148" y="101"/>
                    </a:lnTo>
                    <a:lnTo>
                      <a:pt x="147" y="101"/>
                    </a:lnTo>
                    <a:lnTo>
                      <a:pt x="146" y="101"/>
                    </a:lnTo>
                    <a:lnTo>
                      <a:pt x="145" y="102"/>
                    </a:lnTo>
                    <a:lnTo>
                      <a:pt x="144" y="102"/>
                    </a:lnTo>
                    <a:lnTo>
                      <a:pt x="143" y="103"/>
                    </a:lnTo>
                    <a:lnTo>
                      <a:pt x="143" y="103"/>
                    </a:lnTo>
                    <a:lnTo>
                      <a:pt x="142" y="104"/>
                    </a:lnTo>
                    <a:lnTo>
                      <a:pt x="140" y="104"/>
                    </a:lnTo>
                    <a:lnTo>
                      <a:pt x="140" y="105"/>
                    </a:lnTo>
                    <a:lnTo>
                      <a:pt x="138" y="105"/>
                    </a:lnTo>
                    <a:lnTo>
                      <a:pt x="136" y="106"/>
                    </a:lnTo>
                    <a:lnTo>
                      <a:pt x="135" y="107"/>
                    </a:lnTo>
                    <a:lnTo>
                      <a:pt x="133" y="108"/>
                    </a:lnTo>
                    <a:lnTo>
                      <a:pt x="131" y="109"/>
                    </a:lnTo>
                    <a:lnTo>
                      <a:pt x="129" y="110"/>
                    </a:lnTo>
                    <a:lnTo>
                      <a:pt x="128" y="111"/>
                    </a:lnTo>
                    <a:lnTo>
                      <a:pt x="127" y="111"/>
                    </a:lnTo>
                    <a:lnTo>
                      <a:pt x="126" y="111"/>
                    </a:lnTo>
                    <a:lnTo>
                      <a:pt x="124" y="112"/>
                    </a:lnTo>
                    <a:lnTo>
                      <a:pt x="123" y="113"/>
                    </a:lnTo>
                    <a:lnTo>
                      <a:pt x="121" y="114"/>
                    </a:lnTo>
                    <a:lnTo>
                      <a:pt x="119" y="115"/>
                    </a:lnTo>
                    <a:lnTo>
                      <a:pt x="117" y="115"/>
                    </a:lnTo>
                    <a:lnTo>
                      <a:pt x="116" y="116"/>
                    </a:lnTo>
                    <a:lnTo>
                      <a:pt x="114" y="117"/>
                    </a:lnTo>
                    <a:lnTo>
                      <a:pt x="112" y="118"/>
                    </a:lnTo>
                    <a:lnTo>
                      <a:pt x="111" y="118"/>
                    </a:lnTo>
                    <a:lnTo>
                      <a:pt x="110" y="118"/>
                    </a:lnTo>
                    <a:lnTo>
                      <a:pt x="108" y="119"/>
                    </a:lnTo>
                    <a:lnTo>
                      <a:pt x="107" y="119"/>
                    </a:lnTo>
                    <a:lnTo>
                      <a:pt x="106" y="119"/>
                    </a:lnTo>
                    <a:lnTo>
                      <a:pt x="105" y="120"/>
                    </a:lnTo>
                    <a:lnTo>
                      <a:pt x="104" y="120"/>
                    </a:lnTo>
                    <a:lnTo>
                      <a:pt x="103" y="120"/>
                    </a:lnTo>
                    <a:lnTo>
                      <a:pt x="102" y="120"/>
                    </a:lnTo>
                    <a:lnTo>
                      <a:pt x="102" y="121"/>
                    </a:lnTo>
                    <a:lnTo>
                      <a:pt x="101" y="121"/>
                    </a:lnTo>
                    <a:lnTo>
                      <a:pt x="100" y="121"/>
                    </a:lnTo>
                    <a:lnTo>
                      <a:pt x="99" y="122"/>
                    </a:lnTo>
                    <a:lnTo>
                      <a:pt x="98" y="122"/>
                    </a:lnTo>
                    <a:lnTo>
                      <a:pt x="97" y="122"/>
                    </a:lnTo>
                    <a:lnTo>
                      <a:pt x="96" y="122"/>
                    </a:lnTo>
                    <a:lnTo>
                      <a:pt x="95" y="123"/>
                    </a:lnTo>
                    <a:lnTo>
                      <a:pt x="94" y="123"/>
                    </a:lnTo>
                    <a:lnTo>
                      <a:pt x="94" y="123"/>
                    </a:lnTo>
                    <a:lnTo>
                      <a:pt x="93" y="123"/>
                    </a:lnTo>
                    <a:lnTo>
                      <a:pt x="92" y="124"/>
                    </a:lnTo>
                    <a:lnTo>
                      <a:pt x="92" y="124"/>
                    </a:lnTo>
                    <a:lnTo>
                      <a:pt x="91" y="124"/>
                    </a:lnTo>
                    <a:lnTo>
                      <a:pt x="90" y="125"/>
                    </a:lnTo>
                    <a:lnTo>
                      <a:pt x="89" y="125"/>
                    </a:lnTo>
                    <a:lnTo>
                      <a:pt x="88" y="125"/>
                    </a:lnTo>
                    <a:lnTo>
                      <a:pt x="87" y="125"/>
                    </a:lnTo>
                    <a:lnTo>
                      <a:pt x="86" y="126"/>
                    </a:lnTo>
                    <a:lnTo>
                      <a:pt x="85" y="126"/>
                    </a:lnTo>
                    <a:lnTo>
                      <a:pt x="84" y="126"/>
                    </a:lnTo>
                    <a:lnTo>
                      <a:pt x="84" y="126"/>
                    </a:lnTo>
                    <a:lnTo>
                      <a:pt x="83" y="126"/>
                    </a:lnTo>
                    <a:lnTo>
                      <a:pt x="82" y="127"/>
                    </a:lnTo>
                    <a:lnTo>
                      <a:pt x="81" y="127"/>
                    </a:lnTo>
                    <a:lnTo>
                      <a:pt x="80" y="127"/>
                    </a:lnTo>
                    <a:lnTo>
                      <a:pt x="79" y="127"/>
                    </a:lnTo>
                    <a:lnTo>
                      <a:pt x="78" y="128"/>
                    </a:lnTo>
                    <a:lnTo>
                      <a:pt x="78" y="128"/>
                    </a:lnTo>
                    <a:lnTo>
                      <a:pt x="77" y="128"/>
                    </a:lnTo>
                    <a:lnTo>
                      <a:pt x="76" y="128"/>
                    </a:lnTo>
                    <a:lnTo>
                      <a:pt x="75" y="129"/>
                    </a:lnTo>
                    <a:lnTo>
                      <a:pt x="74" y="129"/>
                    </a:lnTo>
                    <a:lnTo>
                      <a:pt x="73" y="129"/>
                    </a:lnTo>
                    <a:lnTo>
                      <a:pt x="72" y="129"/>
                    </a:lnTo>
                    <a:lnTo>
                      <a:pt x="72" y="129"/>
                    </a:lnTo>
                    <a:lnTo>
                      <a:pt x="71" y="130"/>
                    </a:lnTo>
                    <a:lnTo>
                      <a:pt x="70" y="130"/>
                    </a:lnTo>
                    <a:lnTo>
                      <a:pt x="69" y="130"/>
                    </a:lnTo>
                    <a:lnTo>
                      <a:pt x="68" y="130"/>
                    </a:lnTo>
                    <a:lnTo>
                      <a:pt x="68" y="130"/>
                    </a:lnTo>
                    <a:lnTo>
                      <a:pt x="67" y="131"/>
                    </a:lnTo>
                    <a:lnTo>
                      <a:pt x="67" y="131"/>
                    </a:lnTo>
                    <a:lnTo>
                      <a:pt x="66" y="131"/>
                    </a:lnTo>
                    <a:lnTo>
                      <a:pt x="65" y="131"/>
                    </a:lnTo>
                    <a:lnTo>
                      <a:pt x="65" y="131"/>
                    </a:lnTo>
                    <a:lnTo>
                      <a:pt x="65" y="132"/>
                    </a:lnTo>
                    <a:lnTo>
                      <a:pt x="64" y="132"/>
                    </a:lnTo>
                    <a:lnTo>
                      <a:pt x="64" y="132"/>
                    </a:lnTo>
                    <a:lnTo>
                      <a:pt x="64" y="132"/>
                    </a:lnTo>
                    <a:lnTo>
                      <a:pt x="63" y="132"/>
                    </a:lnTo>
                    <a:lnTo>
                      <a:pt x="62" y="133"/>
                    </a:lnTo>
                    <a:lnTo>
                      <a:pt x="61" y="133"/>
                    </a:lnTo>
                    <a:lnTo>
                      <a:pt x="60" y="133"/>
                    </a:lnTo>
                    <a:lnTo>
                      <a:pt x="60" y="134"/>
                    </a:lnTo>
                    <a:lnTo>
                      <a:pt x="59" y="134"/>
                    </a:lnTo>
                    <a:lnTo>
                      <a:pt x="58" y="134"/>
                    </a:lnTo>
                    <a:lnTo>
                      <a:pt x="57" y="134"/>
                    </a:lnTo>
                    <a:lnTo>
                      <a:pt x="57" y="135"/>
                    </a:lnTo>
                    <a:lnTo>
                      <a:pt x="57" y="135"/>
                    </a:lnTo>
                    <a:lnTo>
                      <a:pt x="56" y="135"/>
                    </a:lnTo>
                    <a:lnTo>
                      <a:pt x="55" y="135"/>
                    </a:lnTo>
                    <a:lnTo>
                      <a:pt x="54" y="135"/>
                    </a:lnTo>
                    <a:lnTo>
                      <a:pt x="53" y="135"/>
                    </a:lnTo>
                    <a:lnTo>
                      <a:pt x="53" y="135"/>
                    </a:lnTo>
                    <a:lnTo>
                      <a:pt x="52" y="135"/>
                    </a:lnTo>
                    <a:lnTo>
                      <a:pt x="51" y="136"/>
                    </a:lnTo>
                    <a:lnTo>
                      <a:pt x="50" y="136"/>
                    </a:lnTo>
                    <a:lnTo>
                      <a:pt x="49" y="136"/>
                    </a:lnTo>
                    <a:lnTo>
                      <a:pt x="49" y="136"/>
                    </a:lnTo>
                    <a:lnTo>
                      <a:pt x="48" y="136"/>
                    </a:lnTo>
                    <a:lnTo>
                      <a:pt x="48" y="136"/>
                    </a:lnTo>
                    <a:lnTo>
                      <a:pt x="47" y="136"/>
                    </a:lnTo>
                    <a:lnTo>
                      <a:pt x="46" y="136"/>
                    </a:lnTo>
                    <a:lnTo>
                      <a:pt x="45" y="136"/>
                    </a:lnTo>
                    <a:lnTo>
                      <a:pt x="44" y="136"/>
                    </a:lnTo>
                    <a:lnTo>
                      <a:pt x="44" y="136"/>
                    </a:lnTo>
                    <a:lnTo>
                      <a:pt x="43" y="137"/>
                    </a:lnTo>
                    <a:lnTo>
                      <a:pt x="42" y="137"/>
                    </a:lnTo>
                    <a:lnTo>
                      <a:pt x="41" y="137"/>
                    </a:lnTo>
                    <a:lnTo>
                      <a:pt x="40" y="137"/>
                    </a:lnTo>
                    <a:lnTo>
                      <a:pt x="40" y="137"/>
                    </a:lnTo>
                    <a:lnTo>
                      <a:pt x="39" y="137"/>
                    </a:lnTo>
                    <a:lnTo>
                      <a:pt x="38" y="137"/>
                    </a:lnTo>
                    <a:lnTo>
                      <a:pt x="37" y="137"/>
                    </a:lnTo>
                    <a:lnTo>
                      <a:pt x="36" y="137"/>
                    </a:lnTo>
                    <a:lnTo>
                      <a:pt x="36" y="137"/>
                    </a:lnTo>
                    <a:lnTo>
                      <a:pt x="36" y="137"/>
                    </a:lnTo>
                    <a:lnTo>
                      <a:pt x="35" y="137"/>
                    </a:lnTo>
                    <a:lnTo>
                      <a:pt x="34" y="137"/>
                    </a:lnTo>
                    <a:lnTo>
                      <a:pt x="33" y="137"/>
                    </a:lnTo>
                    <a:lnTo>
                      <a:pt x="33" y="137"/>
                    </a:lnTo>
                    <a:lnTo>
                      <a:pt x="32" y="137"/>
                    </a:lnTo>
                    <a:lnTo>
                      <a:pt x="31" y="137"/>
                    </a:lnTo>
                    <a:lnTo>
                      <a:pt x="30" y="137"/>
                    </a:lnTo>
                    <a:lnTo>
                      <a:pt x="30" y="137"/>
                    </a:lnTo>
                    <a:lnTo>
                      <a:pt x="30" y="137"/>
                    </a:lnTo>
                    <a:lnTo>
                      <a:pt x="29" y="137"/>
                    </a:lnTo>
                    <a:lnTo>
                      <a:pt x="28" y="137"/>
                    </a:lnTo>
                    <a:lnTo>
                      <a:pt x="27" y="137"/>
                    </a:lnTo>
                    <a:lnTo>
                      <a:pt x="27" y="137"/>
                    </a:lnTo>
                    <a:lnTo>
                      <a:pt x="26" y="137"/>
                    </a:lnTo>
                    <a:lnTo>
                      <a:pt x="25" y="137"/>
                    </a:lnTo>
                    <a:lnTo>
                      <a:pt x="24" y="137"/>
                    </a:lnTo>
                    <a:lnTo>
                      <a:pt x="23" y="137"/>
                    </a:lnTo>
                    <a:lnTo>
                      <a:pt x="23" y="137"/>
                    </a:lnTo>
                    <a:lnTo>
                      <a:pt x="22" y="137"/>
                    </a:lnTo>
                    <a:lnTo>
                      <a:pt x="21" y="137"/>
                    </a:lnTo>
                    <a:lnTo>
                      <a:pt x="20" y="137"/>
                    </a:lnTo>
                    <a:lnTo>
                      <a:pt x="20" y="137"/>
                    </a:lnTo>
                    <a:lnTo>
                      <a:pt x="19" y="137"/>
                    </a:lnTo>
                    <a:lnTo>
                      <a:pt x="18" y="137"/>
                    </a:lnTo>
                    <a:lnTo>
                      <a:pt x="17" y="137"/>
                    </a:lnTo>
                    <a:lnTo>
                      <a:pt x="17" y="137"/>
                    </a:lnTo>
                    <a:lnTo>
                      <a:pt x="16" y="137"/>
                    </a:lnTo>
                    <a:lnTo>
                      <a:pt x="15" y="137"/>
                    </a:lnTo>
                    <a:lnTo>
                      <a:pt x="14" y="137"/>
                    </a:lnTo>
                    <a:lnTo>
                      <a:pt x="14" y="137"/>
                    </a:lnTo>
                    <a:lnTo>
                      <a:pt x="13" y="137"/>
                    </a:lnTo>
                    <a:lnTo>
                      <a:pt x="12" y="137"/>
                    </a:lnTo>
                    <a:lnTo>
                      <a:pt x="11" y="137"/>
                    </a:lnTo>
                    <a:lnTo>
                      <a:pt x="11" y="137"/>
                    </a:lnTo>
                    <a:lnTo>
                      <a:pt x="11" y="137"/>
                    </a:lnTo>
                    <a:lnTo>
                      <a:pt x="11" y="137"/>
                    </a:lnTo>
                    <a:lnTo>
                      <a:pt x="4" y="134"/>
                    </a:lnTo>
                    <a:lnTo>
                      <a:pt x="0" y="127"/>
                    </a:lnTo>
                    <a:lnTo>
                      <a:pt x="0" y="127"/>
                    </a:lnTo>
                    <a:lnTo>
                      <a:pt x="4" y="119"/>
                    </a:lnTo>
                    <a:lnTo>
                      <a:pt x="11" y="116"/>
                    </a:lnTo>
                    <a:lnTo>
                      <a:pt x="11" y="116"/>
                    </a:lnTo>
                    <a:lnTo>
                      <a:pt x="11" y="116"/>
                    </a:lnTo>
                    <a:lnTo>
                      <a:pt x="12" y="116"/>
                    </a:lnTo>
                    <a:lnTo>
                      <a:pt x="12" y="116"/>
                    </a:lnTo>
                    <a:lnTo>
                      <a:pt x="13" y="116"/>
                    </a:lnTo>
                    <a:lnTo>
                      <a:pt x="13" y="115"/>
                    </a:lnTo>
                    <a:lnTo>
                      <a:pt x="14" y="115"/>
                    </a:lnTo>
                    <a:lnTo>
                      <a:pt x="14" y="115"/>
                    </a:lnTo>
                    <a:lnTo>
                      <a:pt x="15" y="115"/>
                    </a:lnTo>
                    <a:lnTo>
                      <a:pt x="15" y="115"/>
                    </a:lnTo>
                    <a:lnTo>
                      <a:pt x="16" y="115"/>
                    </a:lnTo>
                    <a:lnTo>
                      <a:pt x="16" y="115"/>
                    </a:lnTo>
                    <a:lnTo>
                      <a:pt x="17" y="115"/>
                    </a:lnTo>
                    <a:lnTo>
                      <a:pt x="18" y="115"/>
                    </a:lnTo>
                    <a:lnTo>
                      <a:pt x="18" y="114"/>
                    </a:lnTo>
                    <a:lnTo>
                      <a:pt x="19" y="114"/>
                    </a:lnTo>
                    <a:lnTo>
                      <a:pt x="19" y="114"/>
                    </a:lnTo>
                    <a:lnTo>
                      <a:pt x="20" y="114"/>
                    </a:lnTo>
                    <a:lnTo>
                      <a:pt x="20" y="114"/>
                    </a:lnTo>
                    <a:lnTo>
                      <a:pt x="21" y="113"/>
                    </a:lnTo>
                    <a:lnTo>
                      <a:pt x="21" y="113"/>
                    </a:lnTo>
                    <a:lnTo>
                      <a:pt x="22" y="113"/>
                    </a:lnTo>
                    <a:lnTo>
                      <a:pt x="22" y="113"/>
                    </a:lnTo>
                    <a:lnTo>
                      <a:pt x="23" y="112"/>
                    </a:lnTo>
                    <a:lnTo>
                      <a:pt x="23" y="112"/>
                    </a:lnTo>
                    <a:lnTo>
                      <a:pt x="24" y="112"/>
                    </a:lnTo>
                    <a:lnTo>
                      <a:pt x="24" y="112"/>
                    </a:lnTo>
                    <a:lnTo>
                      <a:pt x="24" y="112"/>
                    </a:lnTo>
                    <a:lnTo>
                      <a:pt x="25" y="111"/>
                    </a:lnTo>
                    <a:lnTo>
                      <a:pt x="25" y="111"/>
                    </a:lnTo>
                    <a:lnTo>
                      <a:pt x="26" y="111"/>
                    </a:lnTo>
                    <a:lnTo>
                      <a:pt x="26" y="110"/>
                    </a:lnTo>
                    <a:lnTo>
                      <a:pt x="26" y="110"/>
                    </a:lnTo>
                    <a:lnTo>
                      <a:pt x="27" y="110"/>
                    </a:lnTo>
                    <a:lnTo>
                      <a:pt x="27" y="109"/>
                    </a:lnTo>
                    <a:lnTo>
                      <a:pt x="28" y="109"/>
                    </a:lnTo>
                    <a:lnTo>
                      <a:pt x="28" y="109"/>
                    </a:lnTo>
                    <a:lnTo>
                      <a:pt x="29" y="108"/>
                    </a:lnTo>
                    <a:lnTo>
                      <a:pt x="29" y="108"/>
                    </a:lnTo>
                    <a:lnTo>
                      <a:pt x="30" y="108"/>
                    </a:lnTo>
                    <a:lnTo>
                      <a:pt x="30" y="107"/>
                    </a:lnTo>
                    <a:lnTo>
                      <a:pt x="31" y="107"/>
                    </a:lnTo>
                    <a:lnTo>
                      <a:pt x="31" y="107"/>
                    </a:lnTo>
                    <a:lnTo>
                      <a:pt x="32" y="106"/>
                    </a:lnTo>
                    <a:lnTo>
                      <a:pt x="32" y="106"/>
                    </a:lnTo>
                    <a:lnTo>
                      <a:pt x="32" y="105"/>
                    </a:lnTo>
                    <a:lnTo>
                      <a:pt x="33" y="105"/>
                    </a:lnTo>
                    <a:lnTo>
                      <a:pt x="33" y="104"/>
                    </a:lnTo>
                    <a:lnTo>
                      <a:pt x="34" y="104"/>
                    </a:lnTo>
                    <a:lnTo>
                      <a:pt x="34" y="104"/>
                    </a:lnTo>
                    <a:lnTo>
                      <a:pt x="34" y="103"/>
                    </a:lnTo>
                    <a:lnTo>
                      <a:pt x="35" y="103"/>
                    </a:lnTo>
                    <a:lnTo>
                      <a:pt x="35" y="103"/>
                    </a:lnTo>
                    <a:lnTo>
                      <a:pt x="35" y="102"/>
                    </a:lnTo>
                    <a:lnTo>
                      <a:pt x="36" y="102"/>
                    </a:lnTo>
                    <a:lnTo>
                      <a:pt x="36" y="102"/>
                    </a:lnTo>
                    <a:lnTo>
                      <a:pt x="36" y="101"/>
                    </a:lnTo>
                    <a:lnTo>
                      <a:pt x="36" y="101"/>
                    </a:lnTo>
                    <a:lnTo>
                      <a:pt x="37" y="101"/>
                    </a:lnTo>
                    <a:lnTo>
                      <a:pt x="37" y="101"/>
                    </a:lnTo>
                    <a:lnTo>
                      <a:pt x="37" y="100"/>
                    </a:lnTo>
                    <a:lnTo>
                      <a:pt x="38" y="100"/>
                    </a:lnTo>
                    <a:lnTo>
                      <a:pt x="38" y="100"/>
                    </a:lnTo>
                    <a:lnTo>
                      <a:pt x="38" y="100"/>
                    </a:lnTo>
                    <a:lnTo>
                      <a:pt x="39" y="99"/>
                    </a:lnTo>
                    <a:lnTo>
                      <a:pt x="39" y="99"/>
                    </a:lnTo>
                    <a:lnTo>
                      <a:pt x="40" y="98"/>
                    </a:lnTo>
                    <a:lnTo>
                      <a:pt x="40" y="98"/>
                    </a:lnTo>
                    <a:lnTo>
                      <a:pt x="41" y="98"/>
                    </a:lnTo>
                    <a:lnTo>
                      <a:pt x="41" y="97"/>
                    </a:lnTo>
                    <a:lnTo>
                      <a:pt x="42" y="97"/>
                    </a:lnTo>
                    <a:lnTo>
                      <a:pt x="42" y="97"/>
                    </a:lnTo>
                    <a:lnTo>
                      <a:pt x="43" y="96"/>
                    </a:lnTo>
                    <a:lnTo>
                      <a:pt x="43" y="96"/>
                    </a:lnTo>
                    <a:lnTo>
                      <a:pt x="43" y="96"/>
                    </a:lnTo>
                    <a:lnTo>
                      <a:pt x="44" y="95"/>
                    </a:lnTo>
                    <a:lnTo>
                      <a:pt x="44" y="95"/>
                    </a:lnTo>
                    <a:lnTo>
                      <a:pt x="45" y="95"/>
                    </a:lnTo>
                    <a:lnTo>
                      <a:pt x="45" y="95"/>
                    </a:lnTo>
                    <a:lnTo>
                      <a:pt x="46" y="94"/>
                    </a:lnTo>
                    <a:lnTo>
                      <a:pt x="46" y="94"/>
                    </a:lnTo>
                    <a:lnTo>
                      <a:pt x="47" y="93"/>
                    </a:lnTo>
                    <a:lnTo>
                      <a:pt x="48" y="93"/>
                    </a:lnTo>
                    <a:lnTo>
                      <a:pt x="49" y="92"/>
                    </a:lnTo>
                    <a:lnTo>
                      <a:pt x="50" y="91"/>
                    </a:lnTo>
                    <a:lnTo>
                      <a:pt x="50" y="91"/>
                    </a:lnTo>
                    <a:lnTo>
                      <a:pt x="51" y="90"/>
                    </a:lnTo>
                    <a:lnTo>
                      <a:pt x="52" y="90"/>
                    </a:lnTo>
                    <a:lnTo>
                      <a:pt x="54" y="89"/>
                    </a:lnTo>
                    <a:lnTo>
                      <a:pt x="55" y="88"/>
                    </a:lnTo>
                    <a:lnTo>
                      <a:pt x="56" y="88"/>
                    </a:lnTo>
                    <a:lnTo>
                      <a:pt x="57" y="87"/>
                    </a:lnTo>
                    <a:lnTo>
                      <a:pt x="58" y="86"/>
                    </a:lnTo>
                    <a:lnTo>
                      <a:pt x="59" y="85"/>
                    </a:lnTo>
                    <a:lnTo>
                      <a:pt x="60" y="84"/>
                    </a:lnTo>
                    <a:lnTo>
                      <a:pt x="61" y="84"/>
                    </a:lnTo>
                    <a:lnTo>
                      <a:pt x="62" y="83"/>
                    </a:lnTo>
                    <a:lnTo>
                      <a:pt x="63" y="82"/>
                    </a:lnTo>
                    <a:lnTo>
                      <a:pt x="65" y="81"/>
                    </a:lnTo>
                    <a:lnTo>
                      <a:pt x="65" y="80"/>
                    </a:lnTo>
                    <a:lnTo>
                      <a:pt x="66" y="80"/>
                    </a:lnTo>
                    <a:lnTo>
                      <a:pt x="67" y="79"/>
                    </a:lnTo>
                    <a:lnTo>
                      <a:pt x="68" y="78"/>
                    </a:lnTo>
                    <a:lnTo>
                      <a:pt x="69" y="77"/>
                    </a:lnTo>
                    <a:lnTo>
                      <a:pt x="70" y="76"/>
                    </a:lnTo>
                    <a:lnTo>
                      <a:pt x="71" y="75"/>
                    </a:lnTo>
                    <a:lnTo>
                      <a:pt x="72" y="74"/>
                    </a:lnTo>
                    <a:lnTo>
                      <a:pt x="74" y="73"/>
                    </a:lnTo>
                    <a:lnTo>
                      <a:pt x="75" y="72"/>
                    </a:lnTo>
                    <a:lnTo>
                      <a:pt x="76" y="72"/>
                    </a:lnTo>
                    <a:lnTo>
                      <a:pt x="77" y="72"/>
                    </a:lnTo>
                    <a:lnTo>
                      <a:pt x="78" y="71"/>
                    </a:lnTo>
                    <a:lnTo>
                      <a:pt x="79" y="70"/>
                    </a:lnTo>
                    <a:lnTo>
                      <a:pt x="80" y="69"/>
                    </a:lnTo>
                    <a:lnTo>
                      <a:pt x="83" y="67"/>
                    </a:lnTo>
                    <a:lnTo>
                      <a:pt x="85" y="65"/>
                    </a:lnTo>
                    <a:lnTo>
                      <a:pt x="87" y="63"/>
                    </a:lnTo>
                    <a:lnTo>
                      <a:pt x="90" y="61"/>
                    </a:lnTo>
                    <a:lnTo>
                      <a:pt x="92" y="59"/>
                    </a:lnTo>
                    <a:lnTo>
                      <a:pt x="95" y="55"/>
                    </a:lnTo>
                    <a:lnTo>
                      <a:pt x="98" y="53"/>
                    </a:lnTo>
                    <a:lnTo>
                      <a:pt x="100" y="51"/>
                    </a:lnTo>
                    <a:lnTo>
                      <a:pt x="102" y="49"/>
                    </a:lnTo>
                    <a:lnTo>
                      <a:pt x="105" y="47"/>
                    </a:lnTo>
                    <a:lnTo>
                      <a:pt x="107" y="45"/>
                    </a:lnTo>
                    <a:lnTo>
                      <a:pt x="108" y="45"/>
                    </a:lnTo>
                    <a:lnTo>
                      <a:pt x="109" y="44"/>
                    </a:lnTo>
                    <a:lnTo>
                      <a:pt x="111" y="43"/>
                    </a:lnTo>
                    <a:lnTo>
                      <a:pt x="112" y="42"/>
                    </a:lnTo>
                    <a:lnTo>
                      <a:pt x="113" y="42"/>
                    </a:lnTo>
                    <a:lnTo>
                      <a:pt x="114" y="41"/>
                    </a:lnTo>
                    <a:lnTo>
                      <a:pt x="115" y="40"/>
                    </a:lnTo>
                    <a:lnTo>
                      <a:pt x="116" y="39"/>
                    </a:lnTo>
                    <a:lnTo>
                      <a:pt x="118" y="38"/>
                    </a:lnTo>
                    <a:lnTo>
                      <a:pt x="119" y="37"/>
                    </a:lnTo>
                    <a:lnTo>
                      <a:pt x="120" y="36"/>
                    </a:lnTo>
                    <a:lnTo>
                      <a:pt x="121" y="35"/>
                    </a:lnTo>
                    <a:lnTo>
                      <a:pt x="122" y="34"/>
                    </a:lnTo>
                    <a:lnTo>
                      <a:pt x="123" y="33"/>
                    </a:lnTo>
                    <a:lnTo>
                      <a:pt x="124" y="32"/>
                    </a:lnTo>
                    <a:lnTo>
                      <a:pt x="125" y="31"/>
                    </a:lnTo>
                    <a:lnTo>
                      <a:pt x="126" y="31"/>
                    </a:lnTo>
                    <a:lnTo>
                      <a:pt x="127" y="30"/>
                    </a:lnTo>
                    <a:lnTo>
                      <a:pt x="129" y="29"/>
                    </a:lnTo>
                    <a:lnTo>
                      <a:pt x="130" y="28"/>
                    </a:lnTo>
                    <a:lnTo>
                      <a:pt x="131" y="27"/>
                    </a:lnTo>
                    <a:lnTo>
                      <a:pt x="132" y="26"/>
                    </a:lnTo>
                    <a:lnTo>
                      <a:pt x="134" y="25"/>
                    </a:lnTo>
                    <a:lnTo>
                      <a:pt x="135" y="25"/>
                    </a:lnTo>
                    <a:lnTo>
                      <a:pt x="135" y="25"/>
                    </a:lnTo>
                    <a:lnTo>
                      <a:pt x="136" y="24"/>
                    </a:lnTo>
                    <a:lnTo>
                      <a:pt x="137" y="23"/>
                    </a:lnTo>
                    <a:lnTo>
                      <a:pt x="139" y="22"/>
                    </a:lnTo>
                    <a:lnTo>
                      <a:pt x="140" y="21"/>
                    </a:lnTo>
                    <a:lnTo>
                      <a:pt x="141" y="21"/>
                    </a:lnTo>
                    <a:lnTo>
                      <a:pt x="142" y="20"/>
                    </a:lnTo>
                    <a:lnTo>
                      <a:pt x="142" y="20"/>
                    </a:lnTo>
                    <a:lnTo>
                      <a:pt x="143" y="20"/>
                    </a:lnTo>
                    <a:lnTo>
                      <a:pt x="144" y="19"/>
                    </a:lnTo>
                    <a:lnTo>
                      <a:pt x="144" y="19"/>
                    </a:lnTo>
                    <a:lnTo>
                      <a:pt x="145" y="18"/>
                    </a:lnTo>
                    <a:lnTo>
                      <a:pt x="146" y="18"/>
                    </a:lnTo>
                    <a:lnTo>
                      <a:pt x="146" y="18"/>
                    </a:lnTo>
                    <a:lnTo>
                      <a:pt x="146" y="18"/>
                    </a:lnTo>
                    <a:lnTo>
                      <a:pt x="146" y="18"/>
                    </a:lnTo>
                    <a:lnTo>
                      <a:pt x="147" y="17"/>
                    </a:lnTo>
                    <a:lnTo>
                      <a:pt x="147" y="17"/>
                    </a:lnTo>
                    <a:lnTo>
                      <a:pt x="147" y="17"/>
                    </a:lnTo>
                    <a:lnTo>
                      <a:pt x="148" y="16"/>
                    </a:lnTo>
                    <a:lnTo>
                      <a:pt x="148" y="15"/>
                    </a:lnTo>
                    <a:lnTo>
                      <a:pt x="149" y="14"/>
                    </a:lnTo>
                    <a:lnTo>
                      <a:pt x="150" y="13"/>
                    </a:lnTo>
                    <a:lnTo>
                      <a:pt x="150" y="13"/>
                    </a:lnTo>
                    <a:lnTo>
                      <a:pt x="151" y="13"/>
                    </a:lnTo>
                    <a:lnTo>
                      <a:pt x="151" y="13"/>
                    </a:lnTo>
                    <a:lnTo>
                      <a:pt x="152" y="12"/>
                    </a:lnTo>
                    <a:lnTo>
                      <a:pt x="152" y="12"/>
                    </a:lnTo>
                    <a:lnTo>
                      <a:pt x="152" y="11"/>
                    </a:lnTo>
                    <a:lnTo>
                      <a:pt x="152" y="11"/>
                    </a:lnTo>
                    <a:lnTo>
                      <a:pt x="152" y="10"/>
                    </a:lnTo>
                    <a:lnTo>
                      <a:pt x="153" y="9"/>
                    </a:lnTo>
                    <a:lnTo>
                      <a:pt x="154" y="9"/>
                    </a:lnTo>
                    <a:lnTo>
                      <a:pt x="154" y="8"/>
                    </a:lnTo>
                    <a:lnTo>
                      <a:pt x="155" y="8"/>
                    </a:lnTo>
                    <a:lnTo>
                      <a:pt x="156" y="7"/>
                    </a:lnTo>
                    <a:lnTo>
                      <a:pt x="156" y="6"/>
                    </a:lnTo>
                    <a:lnTo>
                      <a:pt x="157" y="6"/>
                    </a:lnTo>
                    <a:lnTo>
                      <a:pt x="157" y="6"/>
                    </a:lnTo>
                    <a:lnTo>
                      <a:pt x="158" y="5"/>
                    </a:lnTo>
                    <a:lnTo>
                      <a:pt x="158" y="5"/>
                    </a:lnTo>
                    <a:lnTo>
                      <a:pt x="159" y="5"/>
                    </a:lnTo>
                    <a:lnTo>
                      <a:pt x="159" y="4"/>
                    </a:lnTo>
                    <a:lnTo>
                      <a:pt x="160" y="4"/>
                    </a:lnTo>
                    <a:lnTo>
                      <a:pt x="161" y="4"/>
                    </a:lnTo>
                    <a:lnTo>
                      <a:pt x="161" y="3"/>
                    </a:lnTo>
                    <a:lnTo>
                      <a:pt x="162" y="3"/>
                    </a:lnTo>
                    <a:lnTo>
                      <a:pt x="163" y="3"/>
                    </a:lnTo>
                    <a:lnTo>
                      <a:pt x="164" y="2"/>
                    </a:lnTo>
                    <a:lnTo>
                      <a:pt x="164" y="2"/>
                    </a:lnTo>
                    <a:lnTo>
                      <a:pt x="165" y="2"/>
                    </a:lnTo>
                    <a:lnTo>
                      <a:pt x="166" y="1"/>
                    </a:lnTo>
                    <a:lnTo>
                      <a:pt x="167" y="1"/>
                    </a:lnTo>
                    <a:lnTo>
                      <a:pt x="168" y="1"/>
                    </a:lnTo>
                    <a:lnTo>
                      <a:pt x="169" y="1"/>
                    </a:lnTo>
                    <a:lnTo>
                      <a:pt x="170" y="1"/>
                    </a:lnTo>
                    <a:lnTo>
                      <a:pt x="171" y="0"/>
                    </a:lnTo>
                    <a:lnTo>
                      <a:pt x="172" y="0"/>
                    </a:lnTo>
                    <a:lnTo>
                      <a:pt x="173" y="0"/>
                    </a:lnTo>
                    <a:lnTo>
                      <a:pt x="174" y="0"/>
                    </a:lnTo>
                    <a:lnTo>
                      <a:pt x="174"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38" name="Freeform 18">
                <a:extLst>
                  <a:ext uri="{FF2B5EF4-FFF2-40B4-BE49-F238E27FC236}">
                    <a16:creationId xmlns:a16="http://schemas.microsoft.com/office/drawing/2014/main" id="{14A68947-CD3F-A79C-969E-BDC86CDAFC0B}"/>
                  </a:ext>
                </a:extLst>
              </p:cNvPr>
              <p:cNvSpPr>
                <a:spLocks/>
              </p:cNvSpPr>
              <p:nvPr/>
            </p:nvSpPr>
            <p:spPr bwMode="auto">
              <a:xfrm>
                <a:off x="13497814" y="4700452"/>
                <a:ext cx="131696" cy="75641"/>
              </a:xfrm>
              <a:custGeom>
                <a:avLst/>
                <a:gdLst>
                  <a:gd name="T0" fmla="*/ 179 w 195"/>
                  <a:gd name="T1" fmla="*/ 1 h 112"/>
                  <a:gd name="T2" fmla="*/ 188 w 195"/>
                  <a:gd name="T3" fmla="*/ 7 h 112"/>
                  <a:gd name="T4" fmla="*/ 193 w 195"/>
                  <a:gd name="T5" fmla="*/ 13 h 112"/>
                  <a:gd name="T6" fmla="*/ 194 w 195"/>
                  <a:gd name="T7" fmla="*/ 19 h 112"/>
                  <a:gd name="T8" fmla="*/ 195 w 195"/>
                  <a:gd name="T9" fmla="*/ 25 h 112"/>
                  <a:gd name="T10" fmla="*/ 194 w 195"/>
                  <a:gd name="T11" fmla="*/ 30 h 112"/>
                  <a:gd name="T12" fmla="*/ 194 w 195"/>
                  <a:gd name="T13" fmla="*/ 36 h 112"/>
                  <a:gd name="T14" fmla="*/ 191 w 195"/>
                  <a:gd name="T15" fmla="*/ 43 h 112"/>
                  <a:gd name="T16" fmla="*/ 188 w 195"/>
                  <a:gd name="T17" fmla="*/ 49 h 112"/>
                  <a:gd name="T18" fmla="*/ 185 w 195"/>
                  <a:gd name="T19" fmla="*/ 56 h 112"/>
                  <a:gd name="T20" fmla="*/ 181 w 195"/>
                  <a:gd name="T21" fmla="*/ 62 h 112"/>
                  <a:gd name="T22" fmla="*/ 177 w 195"/>
                  <a:gd name="T23" fmla="*/ 67 h 112"/>
                  <a:gd name="T24" fmla="*/ 173 w 195"/>
                  <a:gd name="T25" fmla="*/ 73 h 112"/>
                  <a:gd name="T26" fmla="*/ 168 w 195"/>
                  <a:gd name="T27" fmla="*/ 79 h 112"/>
                  <a:gd name="T28" fmla="*/ 163 w 195"/>
                  <a:gd name="T29" fmla="*/ 84 h 112"/>
                  <a:gd name="T30" fmla="*/ 159 w 195"/>
                  <a:gd name="T31" fmla="*/ 87 h 112"/>
                  <a:gd name="T32" fmla="*/ 154 w 195"/>
                  <a:gd name="T33" fmla="*/ 89 h 112"/>
                  <a:gd name="T34" fmla="*/ 149 w 195"/>
                  <a:gd name="T35" fmla="*/ 92 h 112"/>
                  <a:gd name="T36" fmla="*/ 145 w 195"/>
                  <a:gd name="T37" fmla="*/ 94 h 112"/>
                  <a:gd name="T38" fmla="*/ 140 w 195"/>
                  <a:gd name="T39" fmla="*/ 95 h 112"/>
                  <a:gd name="T40" fmla="*/ 135 w 195"/>
                  <a:gd name="T41" fmla="*/ 96 h 112"/>
                  <a:gd name="T42" fmla="*/ 128 w 195"/>
                  <a:gd name="T43" fmla="*/ 98 h 112"/>
                  <a:gd name="T44" fmla="*/ 118 w 195"/>
                  <a:gd name="T45" fmla="*/ 100 h 112"/>
                  <a:gd name="T46" fmla="*/ 109 w 195"/>
                  <a:gd name="T47" fmla="*/ 101 h 112"/>
                  <a:gd name="T48" fmla="*/ 99 w 195"/>
                  <a:gd name="T49" fmla="*/ 101 h 112"/>
                  <a:gd name="T50" fmla="*/ 90 w 195"/>
                  <a:gd name="T51" fmla="*/ 101 h 112"/>
                  <a:gd name="T52" fmla="*/ 76 w 195"/>
                  <a:gd name="T53" fmla="*/ 101 h 112"/>
                  <a:gd name="T54" fmla="*/ 67 w 195"/>
                  <a:gd name="T55" fmla="*/ 104 h 112"/>
                  <a:gd name="T56" fmla="*/ 58 w 195"/>
                  <a:gd name="T57" fmla="*/ 107 h 112"/>
                  <a:gd name="T58" fmla="*/ 50 w 195"/>
                  <a:gd name="T59" fmla="*/ 110 h 112"/>
                  <a:gd name="T60" fmla="*/ 41 w 195"/>
                  <a:gd name="T61" fmla="*/ 111 h 112"/>
                  <a:gd name="T62" fmla="*/ 33 w 195"/>
                  <a:gd name="T63" fmla="*/ 106 h 112"/>
                  <a:gd name="T64" fmla="*/ 22 w 195"/>
                  <a:gd name="T65" fmla="*/ 102 h 112"/>
                  <a:gd name="T66" fmla="*/ 19 w 195"/>
                  <a:gd name="T67" fmla="*/ 103 h 112"/>
                  <a:gd name="T68" fmla="*/ 16 w 195"/>
                  <a:gd name="T69" fmla="*/ 104 h 112"/>
                  <a:gd name="T70" fmla="*/ 11 w 195"/>
                  <a:gd name="T71" fmla="*/ 104 h 112"/>
                  <a:gd name="T72" fmla="*/ 12 w 195"/>
                  <a:gd name="T73" fmla="*/ 82 h 112"/>
                  <a:gd name="T74" fmla="*/ 16 w 195"/>
                  <a:gd name="T75" fmla="*/ 80 h 112"/>
                  <a:gd name="T76" fmla="*/ 20 w 195"/>
                  <a:gd name="T77" fmla="*/ 78 h 112"/>
                  <a:gd name="T78" fmla="*/ 23 w 195"/>
                  <a:gd name="T79" fmla="*/ 76 h 112"/>
                  <a:gd name="T80" fmla="*/ 27 w 195"/>
                  <a:gd name="T81" fmla="*/ 75 h 112"/>
                  <a:gd name="T82" fmla="*/ 30 w 195"/>
                  <a:gd name="T83" fmla="*/ 73 h 112"/>
                  <a:gd name="T84" fmla="*/ 36 w 195"/>
                  <a:gd name="T85" fmla="*/ 69 h 112"/>
                  <a:gd name="T86" fmla="*/ 43 w 195"/>
                  <a:gd name="T87" fmla="*/ 67 h 112"/>
                  <a:gd name="T88" fmla="*/ 51 w 195"/>
                  <a:gd name="T89" fmla="*/ 65 h 112"/>
                  <a:gd name="T90" fmla="*/ 59 w 195"/>
                  <a:gd name="T91" fmla="*/ 62 h 112"/>
                  <a:gd name="T92" fmla="*/ 68 w 195"/>
                  <a:gd name="T93" fmla="*/ 59 h 112"/>
                  <a:gd name="T94" fmla="*/ 77 w 195"/>
                  <a:gd name="T95" fmla="*/ 55 h 112"/>
                  <a:gd name="T96" fmla="*/ 85 w 195"/>
                  <a:gd name="T97" fmla="*/ 50 h 112"/>
                  <a:gd name="T98" fmla="*/ 93 w 195"/>
                  <a:gd name="T99" fmla="*/ 46 h 112"/>
                  <a:gd name="T100" fmla="*/ 102 w 195"/>
                  <a:gd name="T101" fmla="*/ 41 h 112"/>
                  <a:gd name="T102" fmla="*/ 110 w 195"/>
                  <a:gd name="T103" fmla="*/ 36 h 112"/>
                  <a:gd name="T104" fmla="*/ 118 w 195"/>
                  <a:gd name="T105" fmla="*/ 32 h 112"/>
                  <a:gd name="T106" fmla="*/ 125 w 195"/>
                  <a:gd name="T107" fmla="*/ 27 h 112"/>
                  <a:gd name="T108" fmla="*/ 132 w 195"/>
                  <a:gd name="T109" fmla="*/ 22 h 112"/>
                  <a:gd name="T110" fmla="*/ 138 w 195"/>
                  <a:gd name="T111" fmla="*/ 18 h 112"/>
                  <a:gd name="T112" fmla="*/ 143 w 195"/>
                  <a:gd name="T113" fmla="*/ 13 h 112"/>
                  <a:gd name="T114" fmla="*/ 149 w 195"/>
                  <a:gd name="T115" fmla="*/ 8 h 112"/>
                  <a:gd name="T116" fmla="*/ 153 w 195"/>
                  <a:gd name="T117" fmla="*/ 6 h 112"/>
                  <a:gd name="T118" fmla="*/ 157 w 195"/>
                  <a:gd name="T119" fmla="*/ 4 h 112"/>
                  <a:gd name="T120" fmla="*/ 161 w 195"/>
                  <a:gd name="T121" fmla="*/ 2 h 112"/>
                  <a:gd name="T122" fmla="*/ 166 w 195"/>
                  <a:gd name="T123"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95" h="112">
                    <a:moveTo>
                      <a:pt x="171" y="0"/>
                    </a:moveTo>
                    <a:lnTo>
                      <a:pt x="172" y="0"/>
                    </a:lnTo>
                    <a:lnTo>
                      <a:pt x="174" y="0"/>
                    </a:lnTo>
                    <a:lnTo>
                      <a:pt x="175" y="0"/>
                    </a:lnTo>
                    <a:lnTo>
                      <a:pt x="176" y="0"/>
                    </a:lnTo>
                    <a:lnTo>
                      <a:pt x="177" y="1"/>
                    </a:lnTo>
                    <a:lnTo>
                      <a:pt x="178" y="1"/>
                    </a:lnTo>
                    <a:lnTo>
                      <a:pt x="179" y="1"/>
                    </a:lnTo>
                    <a:lnTo>
                      <a:pt x="180" y="2"/>
                    </a:lnTo>
                    <a:lnTo>
                      <a:pt x="181" y="2"/>
                    </a:lnTo>
                    <a:lnTo>
                      <a:pt x="183" y="3"/>
                    </a:lnTo>
                    <a:lnTo>
                      <a:pt x="184" y="4"/>
                    </a:lnTo>
                    <a:lnTo>
                      <a:pt x="185" y="4"/>
                    </a:lnTo>
                    <a:lnTo>
                      <a:pt x="186" y="5"/>
                    </a:lnTo>
                    <a:lnTo>
                      <a:pt x="187" y="6"/>
                    </a:lnTo>
                    <a:lnTo>
                      <a:pt x="188" y="7"/>
                    </a:lnTo>
                    <a:lnTo>
                      <a:pt x="189" y="7"/>
                    </a:lnTo>
                    <a:lnTo>
                      <a:pt x="189" y="7"/>
                    </a:lnTo>
                    <a:lnTo>
                      <a:pt x="190" y="8"/>
                    </a:lnTo>
                    <a:lnTo>
                      <a:pt x="191" y="9"/>
                    </a:lnTo>
                    <a:lnTo>
                      <a:pt x="191" y="10"/>
                    </a:lnTo>
                    <a:lnTo>
                      <a:pt x="192" y="11"/>
                    </a:lnTo>
                    <a:lnTo>
                      <a:pt x="193" y="12"/>
                    </a:lnTo>
                    <a:lnTo>
                      <a:pt x="193" y="13"/>
                    </a:lnTo>
                    <a:lnTo>
                      <a:pt x="193" y="14"/>
                    </a:lnTo>
                    <a:lnTo>
                      <a:pt x="194" y="15"/>
                    </a:lnTo>
                    <a:lnTo>
                      <a:pt x="194" y="16"/>
                    </a:lnTo>
                    <a:lnTo>
                      <a:pt x="194" y="16"/>
                    </a:lnTo>
                    <a:lnTo>
                      <a:pt x="194" y="17"/>
                    </a:lnTo>
                    <a:lnTo>
                      <a:pt x="194" y="18"/>
                    </a:lnTo>
                    <a:lnTo>
                      <a:pt x="194" y="19"/>
                    </a:lnTo>
                    <a:lnTo>
                      <a:pt x="194" y="19"/>
                    </a:lnTo>
                    <a:lnTo>
                      <a:pt x="194" y="20"/>
                    </a:lnTo>
                    <a:lnTo>
                      <a:pt x="194" y="21"/>
                    </a:lnTo>
                    <a:lnTo>
                      <a:pt x="194" y="22"/>
                    </a:lnTo>
                    <a:lnTo>
                      <a:pt x="194" y="22"/>
                    </a:lnTo>
                    <a:lnTo>
                      <a:pt x="194" y="23"/>
                    </a:lnTo>
                    <a:lnTo>
                      <a:pt x="194" y="23"/>
                    </a:lnTo>
                    <a:lnTo>
                      <a:pt x="195" y="24"/>
                    </a:lnTo>
                    <a:lnTo>
                      <a:pt x="195" y="25"/>
                    </a:lnTo>
                    <a:lnTo>
                      <a:pt x="195" y="25"/>
                    </a:lnTo>
                    <a:lnTo>
                      <a:pt x="195" y="26"/>
                    </a:lnTo>
                    <a:lnTo>
                      <a:pt x="194" y="26"/>
                    </a:lnTo>
                    <a:lnTo>
                      <a:pt x="194" y="27"/>
                    </a:lnTo>
                    <a:lnTo>
                      <a:pt x="194" y="27"/>
                    </a:lnTo>
                    <a:lnTo>
                      <a:pt x="194" y="28"/>
                    </a:lnTo>
                    <a:lnTo>
                      <a:pt x="194" y="29"/>
                    </a:lnTo>
                    <a:lnTo>
                      <a:pt x="194" y="30"/>
                    </a:lnTo>
                    <a:lnTo>
                      <a:pt x="194" y="31"/>
                    </a:lnTo>
                    <a:lnTo>
                      <a:pt x="194" y="32"/>
                    </a:lnTo>
                    <a:lnTo>
                      <a:pt x="194" y="33"/>
                    </a:lnTo>
                    <a:lnTo>
                      <a:pt x="194" y="34"/>
                    </a:lnTo>
                    <a:lnTo>
                      <a:pt x="194" y="35"/>
                    </a:lnTo>
                    <a:lnTo>
                      <a:pt x="194" y="36"/>
                    </a:lnTo>
                    <a:lnTo>
                      <a:pt x="194" y="36"/>
                    </a:lnTo>
                    <a:lnTo>
                      <a:pt x="194" y="36"/>
                    </a:lnTo>
                    <a:lnTo>
                      <a:pt x="193" y="37"/>
                    </a:lnTo>
                    <a:lnTo>
                      <a:pt x="193" y="38"/>
                    </a:lnTo>
                    <a:lnTo>
                      <a:pt x="193" y="39"/>
                    </a:lnTo>
                    <a:lnTo>
                      <a:pt x="192" y="40"/>
                    </a:lnTo>
                    <a:lnTo>
                      <a:pt x="192" y="40"/>
                    </a:lnTo>
                    <a:lnTo>
                      <a:pt x="192" y="41"/>
                    </a:lnTo>
                    <a:lnTo>
                      <a:pt x="192" y="42"/>
                    </a:lnTo>
                    <a:lnTo>
                      <a:pt x="191" y="43"/>
                    </a:lnTo>
                    <a:lnTo>
                      <a:pt x="191" y="44"/>
                    </a:lnTo>
                    <a:lnTo>
                      <a:pt x="191" y="44"/>
                    </a:lnTo>
                    <a:lnTo>
                      <a:pt x="190" y="45"/>
                    </a:lnTo>
                    <a:lnTo>
                      <a:pt x="190" y="46"/>
                    </a:lnTo>
                    <a:lnTo>
                      <a:pt x="190" y="47"/>
                    </a:lnTo>
                    <a:lnTo>
                      <a:pt x="189" y="48"/>
                    </a:lnTo>
                    <a:lnTo>
                      <a:pt x="189" y="48"/>
                    </a:lnTo>
                    <a:lnTo>
                      <a:pt x="188" y="49"/>
                    </a:lnTo>
                    <a:lnTo>
                      <a:pt x="188" y="50"/>
                    </a:lnTo>
                    <a:lnTo>
                      <a:pt x="188" y="51"/>
                    </a:lnTo>
                    <a:lnTo>
                      <a:pt x="187" y="52"/>
                    </a:lnTo>
                    <a:lnTo>
                      <a:pt x="187" y="52"/>
                    </a:lnTo>
                    <a:lnTo>
                      <a:pt x="186" y="53"/>
                    </a:lnTo>
                    <a:lnTo>
                      <a:pt x="186" y="54"/>
                    </a:lnTo>
                    <a:lnTo>
                      <a:pt x="186" y="55"/>
                    </a:lnTo>
                    <a:lnTo>
                      <a:pt x="185" y="56"/>
                    </a:lnTo>
                    <a:lnTo>
                      <a:pt x="185" y="56"/>
                    </a:lnTo>
                    <a:lnTo>
                      <a:pt x="184" y="57"/>
                    </a:lnTo>
                    <a:lnTo>
                      <a:pt x="184" y="58"/>
                    </a:lnTo>
                    <a:lnTo>
                      <a:pt x="183" y="59"/>
                    </a:lnTo>
                    <a:lnTo>
                      <a:pt x="183" y="60"/>
                    </a:lnTo>
                    <a:lnTo>
                      <a:pt x="182" y="60"/>
                    </a:lnTo>
                    <a:lnTo>
                      <a:pt x="182" y="61"/>
                    </a:lnTo>
                    <a:lnTo>
                      <a:pt x="181" y="62"/>
                    </a:lnTo>
                    <a:lnTo>
                      <a:pt x="181" y="63"/>
                    </a:lnTo>
                    <a:lnTo>
                      <a:pt x="180" y="64"/>
                    </a:lnTo>
                    <a:lnTo>
                      <a:pt x="180" y="64"/>
                    </a:lnTo>
                    <a:lnTo>
                      <a:pt x="179" y="65"/>
                    </a:lnTo>
                    <a:lnTo>
                      <a:pt x="179" y="65"/>
                    </a:lnTo>
                    <a:lnTo>
                      <a:pt x="178" y="66"/>
                    </a:lnTo>
                    <a:lnTo>
                      <a:pt x="178" y="66"/>
                    </a:lnTo>
                    <a:lnTo>
                      <a:pt x="177" y="67"/>
                    </a:lnTo>
                    <a:lnTo>
                      <a:pt x="177" y="68"/>
                    </a:lnTo>
                    <a:lnTo>
                      <a:pt x="176" y="69"/>
                    </a:lnTo>
                    <a:lnTo>
                      <a:pt x="176" y="70"/>
                    </a:lnTo>
                    <a:lnTo>
                      <a:pt x="175" y="70"/>
                    </a:lnTo>
                    <a:lnTo>
                      <a:pt x="175" y="71"/>
                    </a:lnTo>
                    <a:lnTo>
                      <a:pt x="174" y="72"/>
                    </a:lnTo>
                    <a:lnTo>
                      <a:pt x="173" y="73"/>
                    </a:lnTo>
                    <a:lnTo>
                      <a:pt x="173" y="73"/>
                    </a:lnTo>
                    <a:lnTo>
                      <a:pt x="172" y="74"/>
                    </a:lnTo>
                    <a:lnTo>
                      <a:pt x="172" y="75"/>
                    </a:lnTo>
                    <a:lnTo>
                      <a:pt x="171" y="75"/>
                    </a:lnTo>
                    <a:lnTo>
                      <a:pt x="170" y="76"/>
                    </a:lnTo>
                    <a:lnTo>
                      <a:pt x="170" y="77"/>
                    </a:lnTo>
                    <a:lnTo>
                      <a:pt x="169" y="77"/>
                    </a:lnTo>
                    <a:lnTo>
                      <a:pt x="168" y="78"/>
                    </a:lnTo>
                    <a:lnTo>
                      <a:pt x="168" y="79"/>
                    </a:lnTo>
                    <a:lnTo>
                      <a:pt x="167" y="80"/>
                    </a:lnTo>
                    <a:lnTo>
                      <a:pt x="166" y="80"/>
                    </a:lnTo>
                    <a:lnTo>
                      <a:pt x="166" y="81"/>
                    </a:lnTo>
                    <a:lnTo>
                      <a:pt x="165" y="82"/>
                    </a:lnTo>
                    <a:lnTo>
                      <a:pt x="165" y="82"/>
                    </a:lnTo>
                    <a:lnTo>
                      <a:pt x="164" y="83"/>
                    </a:lnTo>
                    <a:lnTo>
                      <a:pt x="164" y="83"/>
                    </a:lnTo>
                    <a:lnTo>
                      <a:pt x="163" y="84"/>
                    </a:lnTo>
                    <a:lnTo>
                      <a:pt x="162" y="85"/>
                    </a:lnTo>
                    <a:lnTo>
                      <a:pt x="162" y="85"/>
                    </a:lnTo>
                    <a:lnTo>
                      <a:pt x="161" y="85"/>
                    </a:lnTo>
                    <a:lnTo>
                      <a:pt x="161" y="86"/>
                    </a:lnTo>
                    <a:lnTo>
                      <a:pt x="160" y="86"/>
                    </a:lnTo>
                    <a:lnTo>
                      <a:pt x="160" y="86"/>
                    </a:lnTo>
                    <a:lnTo>
                      <a:pt x="159" y="87"/>
                    </a:lnTo>
                    <a:lnTo>
                      <a:pt x="159" y="87"/>
                    </a:lnTo>
                    <a:lnTo>
                      <a:pt x="159" y="87"/>
                    </a:lnTo>
                    <a:lnTo>
                      <a:pt x="158" y="87"/>
                    </a:lnTo>
                    <a:lnTo>
                      <a:pt x="158" y="88"/>
                    </a:lnTo>
                    <a:lnTo>
                      <a:pt x="157" y="88"/>
                    </a:lnTo>
                    <a:lnTo>
                      <a:pt x="156" y="88"/>
                    </a:lnTo>
                    <a:lnTo>
                      <a:pt x="156" y="89"/>
                    </a:lnTo>
                    <a:lnTo>
                      <a:pt x="155" y="89"/>
                    </a:lnTo>
                    <a:lnTo>
                      <a:pt x="154" y="89"/>
                    </a:lnTo>
                    <a:lnTo>
                      <a:pt x="154" y="90"/>
                    </a:lnTo>
                    <a:lnTo>
                      <a:pt x="153" y="90"/>
                    </a:lnTo>
                    <a:lnTo>
                      <a:pt x="152" y="90"/>
                    </a:lnTo>
                    <a:lnTo>
                      <a:pt x="152" y="91"/>
                    </a:lnTo>
                    <a:lnTo>
                      <a:pt x="151" y="91"/>
                    </a:lnTo>
                    <a:lnTo>
                      <a:pt x="151" y="91"/>
                    </a:lnTo>
                    <a:lnTo>
                      <a:pt x="150" y="92"/>
                    </a:lnTo>
                    <a:lnTo>
                      <a:pt x="149" y="92"/>
                    </a:lnTo>
                    <a:lnTo>
                      <a:pt x="149" y="92"/>
                    </a:lnTo>
                    <a:lnTo>
                      <a:pt x="148" y="92"/>
                    </a:lnTo>
                    <a:lnTo>
                      <a:pt x="148" y="93"/>
                    </a:lnTo>
                    <a:lnTo>
                      <a:pt x="147" y="93"/>
                    </a:lnTo>
                    <a:lnTo>
                      <a:pt x="147" y="93"/>
                    </a:lnTo>
                    <a:lnTo>
                      <a:pt x="146" y="93"/>
                    </a:lnTo>
                    <a:lnTo>
                      <a:pt x="145" y="93"/>
                    </a:lnTo>
                    <a:lnTo>
                      <a:pt x="145" y="94"/>
                    </a:lnTo>
                    <a:lnTo>
                      <a:pt x="144" y="94"/>
                    </a:lnTo>
                    <a:lnTo>
                      <a:pt x="144" y="94"/>
                    </a:lnTo>
                    <a:lnTo>
                      <a:pt x="143" y="94"/>
                    </a:lnTo>
                    <a:lnTo>
                      <a:pt x="142" y="95"/>
                    </a:lnTo>
                    <a:lnTo>
                      <a:pt x="142" y="95"/>
                    </a:lnTo>
                    <a:lnTo>
                      <a:pt x="141" y="95"/>
                    </a:lnTo>
                    <a:lnTo>
                      <a:pt x="140" y="95"/>
                    </a:lnTo>
                    <a:lnTo>
                      <a:pt x="140" y="95"/>
                    </a:lnTo>
                    <a:lnTo>
                      <a:pt x="139" y="95"/>
                    </a:lnTo>
                    <a:lnTo>
                      <a:pt x="138" y="95"/>
                    </a:lnTo>
                    <a:lnTo>
                      <a:pt x="138" y="95"/>
                    </a:lnTo>
                    <a:lnTo>
                      <a:pt x="138" y="95"/>
                    </a:lnTo>
                    <a:lnTo>
                      <a:pt x="137" y="96"/>
                    </a:lnTo>
                    <a:lnTo>
                      <a:pt x="137" y="96"/>
                    </a:lnTo>
                    <a:lnTo>
                      <a:pt x="136" y="96"/>
                    </a:lnTo>
                    <a:lnTo>
                      <a:pt x="135" y="96"/>
                    </a:lnTo>
                    <a:lnTo>
                      <a:pt x="135" y="96"/>
                    </a:lnTo>
                    <a:lnTo>
                      <a:pt x="134" y="96"/>
                    </a:lnTo>
                    <a:lnTo>
                      <a:pt x="134" y="97"/>
                    </a:lnTo>
                    <a:lnTo>
                      <a:pt x="133" y="97"/>
                    </a:lnTo>
                    <a:lnTo>
                      <a:pt x="132" y="97"/>
                    </a:lnTo>
                    <a:lnTo>
                      <a:pt x="130" y="97"/>
                    </a:lnTo>
                    <a:lnTo>
                      <a:pt x="129" y="98"/>
                    </a:lnTo>
                    <a:lnTo>
                      <a:pt x="128" y="98"/>
                    </a:lnTo>
                    <a:lnTo>
                      <a:pt x="126" y="98"/>
                    </a:lnTo>
                    <a:lnTo>
                      <a:pt x="125" y="98"/>
                    </a:lnTo>
                    <a:lnTo>
                      <a:pt x="124" y="99"/>
                    </a:lnTo>
                    <a:lnTo>
                      <a:pt x="123" y="99"/>
                    </a:lnTo>
                    <a:lnTo>
                      <a:pt x="121" y="99"/>
                    </a:lnTo>
                    <a:lnTo>
                      <a:pt x="120" y="99"/>
                    </a:lnTo>
                    <a:lnTo>
                      <a:pt x="119" y="99"/>
                    </a:lnTo>
                    <a:lnTo>
                      <a:pt x="118" y="100"/>
                    </a:lnTo>
                    <a:lnTo>
                      <a:pt x="116" y="100"/>
                    </a:lnTo>
                    <a:lnTo>
                      <a:pt x="115" y="100"/>
                    </a:lnTo>
                    <a:lnTo>
                      <a:pt x="114" y="100"/>
                    </a:lnTo>
                    <a:lnTo>
                      <a:pt x="113" y="100"/>
                    </a:lnTo>
                    <a:lnTo>
                      <a:pt x="111" y="100"/>
                    </a:lnTo>
                    <a:lnTo>
                      <a:pt x="110" y="100"/>
                    </a:lnTo>
                    <a:lnTo>
                      <a:pt x="109" y="100"/>
                    </a:lnTo>
                    <a:lnTo>
                      <a:pt x="109" y="101"/>
                    </a:lnTo>
                    <a:lnTo>
                      <a:pt x="107" y="101"/>
                    </a:lnTo>
                    <a:lnTo>
                      <a:pt x="106" y="101"/>
                    </a:lnTo>
                    <a:lnTo>
                      <a:pt x="105" y="101"/>
                    </a:lnTo>
                    <a:lnTo>
                      <a:pt x="104" y="101"/>
                    </a:lnTo>
                    <a:lnTo>
                      <a:pt x="103" y="101"/>
                    </a:lnTo>
                    <a:lnTo>
                      <a:pt x="101" y="101"/>
                    </a:lnTo>
                    <a:lnTo>
                      <a:pt x="100" y="101"/>
                    </a:lnTo>
                    <a:lnTo>
                      <a:pt x="99" y="101"/>
                    </a:lnTo>
                    <a:lnTo>
                      <a:pt x="98" y="101"/>
                    </a:lnTo>
                    <a:lnTo>
                      <a:pt x="97" y="101"/>
                    </a:lnTo>
                    <a:lnTo>
                      <a:pt x="96" y="101"/>
                    </a:lnTo>
                    <a:lnTo>
                      <a:pt x="94" y="101"/>
                    </a:lnTo>
                    <a:lnTo>
                      <a:pt x="93" y="101"/>
                    </a:lnTo>
                    <a:lnTo>
                      <a:pt x="92" y="101"/>
                    </a:lnTo>
                    <a:lnTo>
                      <a:pt x="91" y="101"/>
                    </a:lnTo>
                    <a:lnTo>
                      <a:pt x="90" y="101"/>
                    </a:lnTo>
                    <a:lnTo>
                      <a:pt x="87" y="101"/>
                    </a:lnTo>
                    <a:lnTo>
                      <a:pt x="85" y="101"/>
                    </a:lnTo>
                    <a:lnTo>
                      <a:pt x="83" y="101"/>
                    </a:lnTo>
                    <a:lnTo>
                      <a:pt x="83" y="101"/>
                    </a:lnTo>
                    <a:lnTo>
                      <a:pt x="81" y="100"/>
                    </a:lnTo>
                    <a:lnTo>
                      <a:pt x="79" y="100"/>
                    </a:lnTo>
                    <a:lnTo>
                      <a:pt x="78" y="100"/>
                    </a:lnTo>
                    <a:lnTo>
                      <a:pt x="76" y="101"/>
                    </a:lnTo>
                    <a:lnTo>
                      <a:pt x="75" y="101"/>
                    </a:lnTo>
                    <a:lnTo>
                      <a:pt x="74" y="102"/>
                    </a:lnTo>
                    <a:lnTo>
                      <a:pt x="73" y="102"/>
                    </a:lnTo>
                    <a:lnTo>
                      <a:pt x="71" y="103"/>
                    </a:lnTo>
                    <a:lnTo>
                      <a:pt x="70" y="103"/>
                    </a:lnTo>
                    <a:lnTo>
                      <a:pt x="69" y="104"/>
                    </a:lnTo>
                    <a:lnTo>
                      <a:pt x="68" y="104"/>
                    </a:lnTo>
                    <a:lnTo>
                      <a:pt x="67" y="104"/>
                    </a:lnTo>
                    <a:lnTo>
                      <a:pt x="66" y="104"/>
                    </a:lnTo>
                    <a:lnTo>
                      <a:pt x="65" y="105"/>
                    </a:lnTo>
                    <a:lnTo>
                      <a:pt x="64" y="105"/>
                    </a:lnTo>
                    <a:lnTo>
                      <a:pt x="63" y="106"/>
                    </a:lnTo>
                    <a:lnTo>
                      <a:pt x="61" y="106"/>
                    </a:lnTo>
                    <a:lnTo>
                      <a:pt x="60" y="107"/>
                    </a:lnTo>
                    <a:lnTo>
                      <a:pt x="59" y="107"/>
                    </a:lnTo>
                    <a:lnTo>
                      <a:pt x="58" y="107"/>
                    </a:lnTo>
                    <a:lnTo>
                      <a:pt x="56" y="108"/>
                    </a:lnTo>
                    <a:lnTo>
                      <a:pt x="55" y="108"/>
                    </a:lnTo>
                    <a:lnTo>
                      <a:pt x="54" y="109"/>
                    </a:lnTo>
                    <a:lnTo>
                      <a:pt x="53" y="109"/>
                    </a:lnTo>
                    <a:lnTo>
                      <a:pt x="53" y="109"/>
                    </a:lnTo>
                    <a:lnTo>
                      <a:pt x="51" y="109"/>
                    </a:lnTo>
                    <a:lnTo>
                      <a:pt x="51" y="110"/>
                    </a:lnTo>
                    <a:lnTo>
                      <a:pt x="50" y="110"/>
                    </a:lnTo>
                    <a:lnTo>
                      <a:pt x="49" y="110"/>
                    </a:lnTo>
                    <a:lnTo>
                      <a:pt x="48" y="111"/>
                    </a:lnTo>
                    <a:lnTo>
                      <a:pt x="46" y="111"/>
                    </a:lnTo>
                    <a:lnTo>
                      <a:pt x="45" y="111"/>
                    </a:lnTo>
                    <a:lnTo>
                      <a:pt x="44" y="112"/>
                    </a:lnTo>
                    <a:lnTo>
                      <a:pt x="43" y="112"/>
                    </a:lnTo>
                    <a:lnTo>
                      <a:pt x="43" y="112"/>
                    </a:lnTo>
                    <a:lnTo>
                      <a:pt x="41" y="111"/>
                    </a:lnTo>
                    <a:lnTo>
                      <a:pt x="40" y="111"/>
                    </a:lnTo>
                    <a:lnTo>
                      <a:pt x="39" y="110"/>
                    </a:lnTo>
                    <a:lnTo>
                      <a:pt x="38" y="110"/>
                    </a:lnTo>
                    <a:lnTo>
                      <a:pt x="37" y="109"/>
                    </a:lnTo>
                    <a:lnTo>
                      <a:pt x="36" y="108"/>
                    </a:lnTo>
                    <a:lnTo>
                      <a:pt x="35" y="107"/>
                    </a:lnTo>
                    <a:lnTo>
                      <a:pt x="33" y="106"/>
                    </a:lnTo>
                    <a:lnTo>
                      <a:pt x="33" y="106"/>
                    </a:lnTo>
                    <a:lnTo>
                      <a:pt x="32" y="105"/>
                    </a:lnTo>
                    <a:lnTo>
                      <a:pt x="31" y="105"/>
                    </a:lnTo>
                    <a:lnTo>
                      <a:pt x="29" y="104"/>
                    </a:lnTo>
                    <a:lnTo>
                      <a:pt x="28" y="104"/>
                    </a:lnTo>
                    <a:lnTo>
                      <a:pt x="28" y="104"/>
                    </a:lnTo>
                    <a:lnTo>
                      <a:pt x="28" y="104"/>
                    </a:lnTo>
                    <a:lnTo>
                      <a:pt x="22" y="102"/>
                    </a:lnTo>
                    <a:lnTo>
                      <a:pt x="22" y="102"/>
                    </a:lnTo>
                    <a:lnTo>
                      <a:pt x="22" y="102"/>
                    </a:lnTo>
                    <a:lnTo>
                      <a:pt x="22" y="102"/>
                    </a:lnTo>
                    <a:lnTo>
                      <a:pt x="21" y="102"/>
                    </a:lnTo>
                    <a:lnTo>
                      <a:pt x="21" y="103"/>
                    </a:lnTo>
                    <a:lnTo>
                      <a:pt x="21" y="103"/>
                    </a:lnTo>
                    <a:lnTo>
                      <a:pt x="20" y="103"/>
                    </a:lnTo>
                    <a:lnTo>
                      <a:pt x="20" y="103"/>
                    </a:lnTo>
                    <a:lnTo>
                      <a:pt x="19" y="103"/>
                    </a:lnTo>
                    <a:lnTo>
                      <a:pt x="19" y="103"/>
                    </a:lnTo>
                    <a:lnTo>
                      <a:pt x="18" y="104"/>
                    </a:lnTo>
                    <a:lnTo>
                      <a:pt x="18" y="104"/>
                    </a:lnTo>
                    <a:lnTo>
                      <a:pt x="17" y="104"/>
                    </a:lnTo>
                    <a:lnTo>
                      <a:pt x="17" y="104"/>
                    </a:lnTo>
                    <a:lnTo>
                      <a:pt x="17" y="104"/>
                    </a:lnTo>
                    <a:lnTo>
                      <a:pt x="16" y="104"/>
                    </a:lnTo>
                    <a:lnTo>
                      <a:pt x="16" y="104"/>
                    </a:lnTo>
                    <a:lnTo>
                      <a:pt x="15" y="104"/>
                    </a:lnTo>
                    <a:lnTo>
                      <a:pt x="15" y="104"/>
                    </a:lnTo>
                    <a:lnTo>
                      <a:pt x="14" y="104"/>
                    </a:lnTo>
                    <a:lnTo>
                      <a:pt x="13" y="104"/>
                    </a:lnTo>
                    <a:lnTo>
                      <a:pt x="13" y="104"/>
                    </a:lnTo>
                    <a:lnTo>
                      <a:pt x="12" y="104"/>
                    </a:lnTo>
                    <a:lnTo>
                      <a:pt x="12" y="104"/>
                    </a:lnTo>
                    <a:lnTo>
                      <a:pt x="11" y="104"/>
                    </a:lnTo>
                    <a:lnTo>
                      <a:pt x="4" y="101"/>
                    </a:lnTo>
                    <a:lnTo>
                      <a:pt x="0" y="94"/>
                    </a:lnTo>
                    <a:lnTo>
                      <a:pt x="0" y="94"/>
                    </a:lnTo>
                    <a:lnTo>
                      <a:pt x="4" y="86"/>
                    </a:lnTo>
                    <a:lnTo>
                      <a:pt x="11" y="83"/>
                    </a:lnTo>
                    <a:lnTo>
                      <a:pt x="11" y="83"/>
                    </a:lnTo>
                    <a:lnTo>
                      <a:pt x="11" y="83"/>
                    </a:lnTo>
                    <a:lnTo>
                      <a:pt x="12" y="82"/>
                    </a:lnTo>
                    <a:lnTo>
                      <a:pt x="12" y="82"/>
                    </a:lnTo>
                    <a:lnTo>
                      <a:pt x="13" y="82"/>
                    </a:lnTo>
                    <a:lnTo>
                      <a:pt x="13" y="81"/>
                    </a:lnTo>
                    <a:lnTo>
                      <a:pt x="14" y="81"/>
                    </a:lnTo>
                    <a:lnTo>
                      <a:pt x="14" y="81"/>
                    </a:lnTo>
                    <a:lnTo>
                      <a:pt x="15" y="81"/>
                    </a:lnTo>
                    <a:lnTo>
                      <a:pt x="15" y="80"/>
                    </a:lnTo>
                    <a:lnTo>
                      <a:pt x="16" y="80"/>
                    </a:lnTo>
                    <a:lnTo>
                      <a:pt x="16" y="80"/>
                    </a:lnTo>
                    <a:lnTo>
                      <a:pt x="17" y="79"/>
                    </a:lnTo>
                    <a:lnTo>
                      <a:pt x="17" y="79"/>
                    </a:lnTo>
                    <a:lnTo>
                      <a:pt x="18" y="79"/>
                    </a:lnTo>
                    <a:lnTo>
                      <a:pt x="18" y="79"/>
                    </a:lnTo>
                    <a:lnTo>
                      <a:pt x="19" y="78"/>
                    </a:lnTo>
                    <a:lnTo>
                      <a:pt x="19" y="78"/>
                    </a:lnTo>
                    <a:lnTo>
                      <a:pt x="20" y="78"/>
                    </a:lnTo>
                    <a:lnTo>
                      <a:pt x="20" y="78"/>
                    </a:lnTo>
                    <a:lnTo>
                      <a:pt x="21" y="77"/>
                    </a:lnTo>
                    <a:lnTo>
                      <a:pt x="21" y="77"/>
                    </a:lnTo>
                    <a:lnTo>
                      <a:pt x="22" y="77"/>
                    </a:lnTo>
                    <a:lnTo>
                      <a:pt x="22" y="77"/>
                    </a:lnTo>
                    <a:lnTo>
                      <a:pt x="22" y="77"/>
                    </a:lnTo>
                    <a:lnTo>
                      <a:pt x="22" y="76"/>
                    </a:lnTo>
                    <a:lnTo>
                      <a:pt x="23" y="76"/>
                    </a:lnTo>
                    <a:lnTo>
                      <a:pt x="23" y="76"/>
                    </a:lnTo>
                    <a:lnTo>
                      <a:pt x="24" y="76"/>
                    </a:lnTo>
                    <a:lnTo>
                      <a:pt x="24" y="75"/>
                    </a:lnTo>
                    <a:lnTo>
                      <a:pt x="25" y="75"/>
                    </a:lnTo>
                    <a:lnTo>
                      <a:pt x="25" y="75"/>
                    </a:lnTo>
                    <a:lnTo>
                      <a:pt x="26" y="75"/>
                    </a:lnTo>
                    <a:lnTo>
                      <a:pt x="26" y="75"/>
                    </a:lnTo>
                    <a:lnTo>
                      <a:pt x="27" y="75"/>
                    </a:lnTo>
                    <a:lnTo>
                      <a:pt x="27" y="74"/>
                    </a:lnTo>
                    <a:lnTo>
                      <a:pt x="28" y="74"/>
                    </a:lnTo>
                    <a:lnTo>
                      <a:pt x="29" y="74"/>
                    </a:lnTo>
                    <a:lnTo>
                      <a:pt x="29" y="74"/>
                    </a:lnTo>
                    <a:lnTo>
                      <a:pt x="30" y="74"/>
                    </a:lnTo>
                    <a:lnTo>
                      <a:pt x="30" y="74"/>
                    </a:lnTo>
                    <a:lnTo>
                      <a:pt x="30" y="73"/>
                    </a:lnTo>
                    <a:lnTo>
                      <a:pt x="30" y="73"/>
                    </a:lnTo>
                    <a:lnTo>
                      <a:pt x="31" y="72"/>
                    </a:lnTo>
                    <a:lnTo>
                      <a:pt x="32" y="71"/>
                    </a:lnTo>
                    <a:lnTo>
                      <a:pt x="32" y="70"/>
                    </a:lnTo>
                    <a:lnTo>
                      <a:pt x="32" y="70"/>
                    </a:lnTo>
                    <a:lnTo>
                      <a:pt x="33" y="70"/>
                    </a:lnTo>
                    <a:lnTo>
                      <a:pt x="34" y="70"/>
                    </a:lnTo>
                    <a:lnTo>
                      <a:pt x="35" y="70"/>
                    </a:lnTo>
                    <a:lnTo>
                      <a:pt x="36" y="69"/>
                    </a:lnTo>
                    <a:lnTo>
                      <a:pt x="37" y="69"/>
                    </a:lnTo>
                    <a:lnTo>
                      <a:pt x="38" y="69"/>
                    </a:lnTo>
                    <a:lnTo>
                      <a:pt x="39" y="68"/>
                    </a:lnTo>
                    <a:lnTo>
                      <a:pt x="40" y="68"/>
                    </a:lnTo>
                    <a:lnTo>
                      <a:pt x="41" y="68"/>
                    </a:lnTo>
                    <a:lnTo>
                      <a:pt x="41" y="68"/>
                    </a:lnTo>
                    <a:lnTo>
                      <a:pt x="42" y="68"/>
                    </a:lnTo>
                    <a:lnTo>
                      <a:pt x="43" y="67"/>
                    </a:lnTo>
                    <a:lnTo>
                      <a:pt x="44" y="67"/>
                    </a:lnTo>
                    <a:lnTo>
                      <a:pt x="45" y="67"/>
                    </a:lnTo>
                    <a:lnTo>
                      <a:pt x="46" y="66"/>
                    </a:lnTo>
                    <a:lnTo>
                      <a:pt x="47" y="66"/>
                    </a:lnTo>
                    <a:lnTo>
                      <a:pt x="48" y="66"/>
                    </a:lnTo>
                    <a:lnTo>
                      <a:pt x="49" y="65"/>
                    </a:lnTo>
                    <a:lnTo>
                      <a:pt x="50" y="65"/>
                    </a:lnTo>
                    <a:lnTo>
                      <a:pt x="51" y="65"/>
                    </a:lnTo>
                    <a:lnTo>
                      <a:pt x="51" y="65"/>
                    </a:lnTo>
                    <a:lnTo>
                      <a:pt x="52" y="65"/>
                    </a:lnTo>
                    <a:lnTo>
                      <a:pt x="53" y="64"/>
                    </a:lnTo>
                    <a:lnTo>
                      <a:pt x="54" y="64"/>
                    </a:lnTo>
                    <a:lnTo>
                      <a:pt x="56" y="63"/>
                    </a:lnTo>
                    <a:lnTo>
                      <a:pt x="57" y="63"/>
                    </a:lnTo>
                    <a:lnTo>
                      <a:pt x="58" y="63"/>
                    </a:lnTo>
                    <a:lnTo>
                      <a:pt x="59" y="62"/>
                    </a:lnTo>
                    <a:lnTo>
                      <a:pt x="60" y="62"/>
                    </a:lnTo>
                    <a:lnTo>
                      <a:pt x="61" y="61"/>
                    </a:lnTo>
                    <a:lnTo>
                      <a:pt x="62" y="61"/>
                    </a:lnTo>
                    <a:lnTo>
                      <a:pt x="63" y="60"/>
                    </a:lnTo>
                    <a:lnTo>
                      <a:pt x="64" y="60"/>
                    </a:lnTo>
                    <a:lnTo>
                      <a:pt x="65" y="59"/>
                    </a:lnTo>
                    <a:lnTo>
                      <a:pt x="67" y="59"/>
                    </a:lnTo>
                    <a:lnTo>
                      <a:pt x="68" y="59"/>
                    </a:lnTo>
                    <a:lnTo>
                      <a:pt x="69" y="58"/>
                    </a:lnTo>
                    <a:lnTo>
                      <a:pt x="70" y="58"/>
                    </a:lnTo>
                    <a:lnTo>
                      <a:pt x="71" y="57"/>
                    </a:lnTo>
                    <a:lnTo>
                      <a:pt x="72" y="57"/>
                    </a:lnTo>
                    <a:lnTo>
                      <a:pt x="73" y="56"/>
                    </a:lnTo>
                    <a:lnTo>
                      <a:pt x="74" y="56"/>
                    </a:lnTo>
                    <a:lnTo>
                      <a:pt x="75" y="55"/>
                    </a:lnTo>
                    <a:lnTo>
                      <a:pt x="77" y="55"/>
                    </a:lnTo>
                    <a:lnTo>
                      <a:pt x="78" y="54"/>
                    </a:lnTo>
                    <a:lnTo>
                      <a:pt x="79" y="53"/>
                    </a:lnTo>
                    <a:lnTo>
                      <a:pt x="80" y="53"/>
                    </a:lnTo>
                    <a:lnTo>
                      <a:pt x="80" y="52"/>
                    </a:lnTo>
                    <a:lnTo>
                      <a:pt x="81" y="52"/>
                    </a:lnTo>
                    <a:lnTo>
                      <a:pt x="82" y="51"/>
                    </a:lnTo>
                    <a:lnTo>
                      <a:pt x="83" y="51"/>
                    </a:lnTo>
                    <a:lnTo>
                      <a:pt x="85" y="50"/>
                    </a:lnTo>
                    <a:lnTo>
                      <a:pt x="86" y="50"/>
                    </a:lnTo>
                    <a:lnTo>
                      <a:pt x="87" y="49"/>
                    </a:lnTo>
                    <a:lnTo>
                      <a:pt x="88" y="48"/>
                    </a:lnTo>
                    <a:lnTo>
                      <a:pt x="89" y="48"/>
                    </a:lnTo>
                    <a:lnTo>
                      <a:pt x="90" y="47"/>
                    </a:lnTo>
                    <a:lnTo>
                      <a:pt x="91" y="47"/>
                    </a:lnTo>
                    <a:lnTo>
                      <a:pt x="92" y="46"/>
                    </a:lnTo>
                    <a:lnTo>
                      <a:pt x="93" y="46"/>
                    </a:lnTo>
                    <a:lnTo>
                      <a:pt x="95" y="45"/>
                    </a:lnTo>
                    <a:lnTo>
                      <a:pt x="96" y="44"/>
                    </a:lnTo>
                    <a:lnTo>
                      <a:pt x="97" y="44"/>
                    </a:lnTo>
                    <a:lnTo>
                      <a:pt x="98" y="43"/>
                    </a:lnTo>
                    <a:lnTo>
                      <a:pt x="99" y="43"/>
                    </a:lnTo>
                    <a:lnTo>
                      <a:pt x="100" y="42"/>
                    </a:lnTo>
                    <a:lnTo>
                      <a:pt x="101" y="41"/>
                    </a:lnTo>
                    <a:lnTo>
                      <a:pt x="102" y="41"/>
                    </a:lnTo>
                    <a:lnTo>
                      <a:pt x="103" y="40"/>
                    </a:lnTo>
                    <a:lnTo>
                      <a:pt x="104" y="40"/>
                    </a:lnTo>
                    <a:lnTo>
                      <a:pt x="105" y="39"/>
                    </a:lnTo>
                    <a:lnTo>
                      <a:pt x="106" y="38"/>
                    </a:lnTo>
                    <a:lnTo>
                      <a:pt x="107" y="38"/>
                    </a:lnTo>
                    <a:lnTo>
                      <a:pt x="109" y="37"/>
                    </a:lnTo>
                    <a:lnTo>
                      <a:pt x="109" y="37"/>
                    </a:lnTo>
                    <a:lnTo>
                      <a:pt x="110" y="36"/>
                    </a:lnTo>
                    <a:lnTo>
                      <a:pt x="111" y="36"/>
                    </a:lnTo>
                    <a:lnTo>
                      <a:pt x="112" y="36"/>
                    </a:lnTo>
                    <a:lnTo>
                      <a:pt x="113" y="35"/>
                    </a:lnTo>
                    <a:lnTo>
                      <a:pt x="114" y="35"/>
                    </a:lnTo>
                    <a:lnTo>
                      <a:pt x="115" y="34"/>
                    </a:lnTo>
                    <a:lnTo>
                      <a:pt x="116" y="33"/>
                    </a:lnTo>
                    <a:lnTo>
                      <a:pt x="117" y="33"/>
                    </a:lnTo>
                    <a:lnTo>
                      <a:pt x="118" y="32"/>
                    </a:lnTo>
                    <a:lnTo>
                      <a:pt x="119" y="31"/>
                    </a:lnTo>
                    <a:lnTo>
                      <a:pt x="120" y="31"/>
                    </a:lnTo>
                    <a:lnTo>
                      <a:pt x="121" y="30"/>
                    </a:lnTo>
                    <a:lnTo>
                      <a:pt x="121" y="30"/>
                    </a:lnTo>
                    <a:lnTo>
                      <a:pt x="122" y="29"/>
                    </a:lnTo>
                    <a:lnTo>
                      <a:pt x="123" y="28"/>
                    </a:lnTo>
                    <a:lnTo>
                      <a:pt x="124" y="28"/>
                    </a:lnTo>
                    <a:lnTo>
                      <a:pt x="125" y="27"/>
                    </a:lnTo>
                    <a:lnTo>
                      <a:pt x="126" y="27"/>
                    </a:lnTo>
                    <a:lnTo>
                      <a:pt x="127" y="26"/>
                    </a:lnTo>
                    <a:lnTo>
                      <a:pt x="128" y="25"/>
                    </a:lnTo>
                    <a:lnTo>
                      <a:pt x="129" y="25"/>
                    </a:lnTo>
                    <a:lnTo>
                      <a:pt x="130" y="24"/>
                    </a:lnTo>
                    <a:lnTo>
                      <a:pt x="130" y="24"/>
                    </a:lnTo>
                    <a:lnTo>
                      <a:pt x="131" y="23"/>
                    </a:lnTo>
                    <a:lnTo>
                      <a:pt x="132" y="22"/>
                    </a:lnTo>
                    <a:lnTo>
                      <a:pt x="133" y="22"/>
                    </a:lnTo>
                    <a:lnTo>
                      <a:pt x="134" y="21"/>
                    </a:lnTo>
                    <a:lnTo>
                      <a:pt x="135" y="21"/>
                    </a:lnTo>
                    <a:lnTo>
                      <a:pt x="135" y="20"/>
                    </a:lnTo>
                    <a:lnTo>
                      <a:pt x="136" y="19"/>
                    </a:lnTo>
                    <a:lnTo>
                      <a:pt x="137" y="19"/>
                    </a:lnTo>
                    <a:lnTo>
                      <a:pt x="138" y="18"/>
                    </a:lnTo>
                    <a:lnTo>
                      <a:pt x="138" y="18"/>
                    </a:lnTo>
                    <a:lnTo>
                      <a:pt x="138" y="17"/>
                    </a:lnTo>
                    <a:lnTo>
                      <a:pt x="139" y="17"/>
                    </a:lnTo>
                    <a:lnTo>
                      <a:pt x="140" y="16"/>
                    </a:lnTo>
                    <a:lnTo>
                      <a:pt x="140" y="15"/>
                    </a:lnTo>
                    <a:lnTo>
                      <a:pt x="141" y="15"/>
                    </a:lnTo>
                    <a:lnTo>
                      <a:pt x="142" y="14"/>
                    </a:lnTo>
                    <a:lnTo>
                      <a:pt x="142" y="14"/>
                    </a:lnTo>
                    <a:lnTo>
                      <a:pt x="143" y="13"/>
                    </a:lnTo>
                    <a:lnTo>
                      <a:pt x="143" y="13"/>
                    </a:lnTo>
                    <a:lnTo>
                      <a:pt x="144" y="12"/>
                    </a:lnTo>
                    <a:lnTo>
                      <a:pt x="145" y="12"/>
                    </a:lnTo>
                    <a:lnTo>
                      <a:pt x="145" y="11"/>
                    </a:lnTo>
                    <a:lnTo>
                      <a:pt x="146" y="11"/>
                    </a:lnTo>
                    <a:lnTo>
                      <a:pt x="147" y="10"/>
                    </a:lnTo>
                    <a:lnTo>
                      <a:pt x="148" y="9"/>
                    </a:lnTo>
                    <a:lnTo>
                      <a:pt x="149" y="8"/>
                    </a:lnTo>
                    <a:lnTo>
                      <a:pt x="150" y="8"/>
                    </a:lnTo>
                    <a:lnTo>
                      <a:pt x="150" y="7"/>
                    </a:lnTo>
                    <a:lnTo>
                      <a:pt x="151" y="7"/>
                    </a:lnTo>
                    <a:lnTo>
                      <a:pt x="151" y="7"/>
                    </a:lnTo>
                    <a:lnTo>
                      <a:pt x="152" y="7"/>
                    </a:lnTo>
                    <a:lnTo>
                      <a:pt x="152" y="7"/>
                    </a:lnTo>
                    <a:lnTo>
                      <a:pt x="153" y="6"/>
                    </a:lnTo>
                    <a:lnTo>
                      <a:pt x="153" y="6"/>
                    </a:lnTo>
                    <a:lnTo>
                      <a:pt x="154" y="6"/>
                    </a:lnTo>
                    <a:lnTo>
                      <a:pt x="154" y="5"/>
                    </a:lnTo>
                    <a:lnTo>
                      <a:pt x="155" y="5"/>
                    </a:lnTo>
                    <a:lnTo>
                      <a:pt x="155" y="5"/>
                    </a:lnTo>
                    <a:lnTo>
                      <a:pt x="156" y="5"/>
                    </a:lnTo>
                    <a:lnTo>
                      <a:pt x="156" y="4"/>
                    </a:lnTo>
                    <a:lnTo>
                      <a:pt x="157" y="4"/>
                    </a:lnTo>
                    <a:lnTo>
                      <a:pt x="157" y="4"/>
                    </a:lnTo>
                    <a:lnTo>
                      <a:pt x="158" y="4"/>
                    </a:lnTo>
                    <a:lnTo>
                      <a:pt x="158" y="3"/>
                    </a:lnTo>
                    <a:lnTo>
                      <a:pt x="159" y="3"/>
                    </a:lnTo>
                    <a:lnTo>
                      <a:pt x="159" y="3"/>
                    </a:lnTo>
                    <a:lnTo>
                      <a:pt x="160" y="3"/>
                    </a:lnTo>
                    <a:lnTo>
                      <a:pt x="160" y="2"/>
                    </a:lnTo>
                    <a:lnTo>
                      <a:pt x="161" y="2"/>
                    </a:lnTo>
                    <a:lnTo>
                      <a:pt x="161" y="2"/>
                    </a:lnTo>
                    <a:lnTo>
                      <a:pt x="162" y="2"/>
                    </a:lnTo>
                    <a:lnTo>
                      <a:pt x="163" y="1"/>
                    </a:lnTo>
                    <a:lnTo>
                      <a:pt x="163" y="1"/>
                    </a:lnTo>
                    <a:lnTo>
                      <a:pt x="164" y="1"/>
                    </a:lnTo>
                    <a:lnTo>
                      <a:pt x="165" y="1"/>
                    </a:lnTo>
                    <a:lnTo>
                      <a:pt x="165" y="1"/>
                    </a:lnTo>
                    <a:lnTo>
                      <a:pt x="165" y="0"/>
                    </a:lnTo>
                    <a:lnTo>
                      <a:pt x="166" y="0"/>
                    </a:lnTo>
                    <a:lnTo>
                      <a:pt x="167" y="0"/>
                    </a:lnTo>
                    <a:lnTo>
                      <a:pt x="168" y="0"/>
                    </a:lnTo>
                    <a:lnTo>
                      <a:pt x="169" y="0"/>
                    </a:lnTo>
                    <a:lnTo>
                      <a:pt x="169" y="0"/>
                    </a:lnTo>
                    <a:lnTo>
                      <a:pt x="170" y="0"/>
                    </a:lnTo>
                    <a:lnTo>
                      <a:pt x="171" y="0"/>
                    </a:lnTo>
                    <a:lnTo>
                      <a:pt x="171"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39" name="Freeform 19">
                <a:extLst>
                  <a:ext uri="{FF2B5EF4-FFF2-40B4-BE49-F238E27FC236}">
                    <a16:creationId xmlns:a16="http://schemas.microsoft.com/office/drawing/2014/main" id="{E7A13F68-57D0-C2E2-B73B-5195A358C43B}"/>
                  </a:ext>
                </a:extLst>
              </p:cNvPr>
              <p:cNvSpPr>
                <a:spLocks/>
              </p:cNvSpPr>
              <p:nvPr/>
            </p:nvSpPr>
            <p:spPr bwMode="auto">
              <a:xfrm>
                <a:off x="13751751" y="4815263"/>
                <a:ext cx="121565" cy="88473"/>
              </a:xfrm>
              <a:custGeom>
                <a:avLst/>
                <a:gdLst>
                  <a:gd name="T0" fmla="*/ 17 w 180"/>
                  <a:gd name="T1" fmla="*/ 24 h 131"/>
                  <a:gd name="T2" fmla="*/ 17 w 180"/>
                  <a:gd name="T3" fmla="*/ 23 h 131"/>
                  <a:gd name="T4" fmla="*/ 4 w 180"/>
                  <a:gd name="T5" fmla="*/ 3 h 131"/>
                  <a:gd name="T6" fmla="*/ 9 w 180"/>
                  <a:gd name="T7" fmla="*/ 1 h 131"/>
                  <a:gd name="T8" fmla="*/ 14 w 180"/>
                  <a:gd name="T9" fmla="*/ 0 h 131"/>
                  <a:gd name="T10" fmla="*/ 17 w 180"/>
                  <a:gd name="T11" fmla="*/ 0 h 131"/>
                  <a:gd name="T12" fmla="*/ 21 w 180"/>
                  <a:gd name="T13" fmla="*/ 1 h 131"/>
                  <a:gd name="T14" fmla="*/ 26 w 180"/>
                  <a:gd name="T15" fmla="*/ 1 h 131"/>
                  <a:gd name="T16" fmla="*/ 35 w 180"/>
                  <a:gd name="T17" fmla="*/ 3 h 131"/>
                  <a:gd name="T18" fmla="*/ 47 w 180"/>
                  <a:gd name="T19" fmla="*/ 5 h 131"/>
                  <a:gd name="T20" fmla="*/ 60 w 180"/>
                  <a:gd name="T21" fmla="*/ 8 h 131"/>
                  <a:gd name="T22" fmla="*/ 74 w 180"/>
                  <a:gd name="T23" fmla="*/ 11 h 131"/>
                  <a:gd name="T24" fmla="*/ 87 w 180"/>
                  <a:gd name="T25" fmla="*/ 14 h 131"/>
                  <a:gd name="T26" fmla="*/ 101 w 180"/>
                  <a:gd name="T27" fmla="*/ 19 h 131"/>
                  <a:gd name="T28" fmla="*/ 114 w 180"/>
                  <a:gd name="T29" fmla="*/ 26 h 131"/>
                  <a:gd name="T30" fmla="*/ 123 w 180"/>
                  <a:gd name="T31" fmla="*/ 31 h 131"/>
                  <a:gd name="T32" fmla="*/ 131 w 180"/>
                  <a:gd name="T33" fmla="*/ 35 h 131"/>
                  <a:gd name="T34" fmla="*/ 137 w 180"/>
                  <a:gd name="T35" fmla="*/ 40 h 131"/>
                  <a:gd name="T36" fmla="*/ 143 w 180"/>
                  <a:gd name="T37" fmla="*/ 43 h 131"/>
                  <a:gd name="T38" fmla="*/ 150 w 180"/>
                  <a:gd name="T39" fmla="*/ 48 h 131"/>
                  <a:gd name="T40" fmla="*/ 155 w 180"/>
                  <a:gd name="T41" fmla="*/ 52 h 131"/>
                  <a:gd name="T42" fmla="*/ 161 w 180"/>
                  <a:gd name="T43" fmla="*/ 57 h 131"/>
                  <a:gd name="T44" fmla="*/ 165 w 180"/>
                  <a:gd name="T45" fmla="*/ 63 h 131"/>
                  <a:gd name="T46" fmla="*/ 170 w 180"/>
                  <a:gd name="T47" fmla="*/ 69 h 131"/>
                  <a:gd name="T48" fmla="*/ 174 w 180"/>
                  <a:gd name="T49" fmla="*/ 74 h 131"/>
                  <a:gd name="T50" fmla="*/ 177 w 180"/>
                  <a:gd name="T51" fmla="*/ 81 h 131"/>
                  <a:gd name="T52" fmla="*/ 179 w 180"/>
                  <a:gd name="T53" fmla="*/ 85 h 131"/>
                  <a:gd name="T54" fmla="*/ 179 w 180"/>
                  <a:gd name="T55" fmla="*/ 89 h 131"/>
                  <a:gd name="T56" fmla="*/ 180 w 180"/>
                  <a:gd name="T57" fmla="*/ 93 h 131"/>
                  <a:gd name="T58" fmla="*/ 180 w 180"/>
                  <a:gd name="T59" fmla="*/ 98 h 131"/>
                  <a:gd name="T60" fmla="*/ 179 w 180"/>
                  <a:gd name="T61" fmla="*/ 102 h 131"/>
                  <a:gd name="T62" fmla="*/ 178 w 180"/>
                  <a:gd name="T63" fmla="*/ 106 h 131"/>
                  <a:gd name="T64" fmla="*/ 176 w 180"/>
                  <a:gd name="T65" fmla="*/ 111 h 131"/>
                  <a:gd name="T66" fmla="*/ 174 w 180"/>
                  <a:gd name="T67" fmla="*/ 115 h 131"/>
                  <a:gd name="T68" fmla="*/ 171 w 180"/>
                  <a:gd name="T69" fmla="*/ 118 h 131"/>
                  <a:gd name="T70" fmla="*/ 168 w 180"/>
                  <a:gd name="T71" fmla="*/ 121 h 131"/>
                  <a:gd name="T72" fmla="*/ 165 w 180"/>
                  <a:gd name="T73" fmla="*/ 124 h 131"/>
                  <a:gd name="T74" fmla="*/ 161 w 180"/>
                  <a:gd name="T75" fmla="*/ 127 h 131"/>
                  <a:gd name="T76" fmla="*/ 157 w 180"/>
                  <a:gd name="T77" fmla="*/ 129 h 131"/>
                  <a:gd name="T78" fmla="*/ 153 w 180"/>
                  <a:gd name="T79" fmla="*/ 130 h 131"/>
                  <a:gd name="T80" fmla="*/ 148 w 180"/>
                  <a:gd name="T81" fmla="*/ 131 h 131"/>
                  <a:gd name="T82" fmla="*/ 144 w 180"/>
                  <a:gd name="T83" fmla="*/ 131 h 131"/>
                  <a:gd name="T84" fmla="*/ 137 w 180"/>
                  <a:gd name="T85" fmla="*/ 130 h 131"/>
                  <a:gd name="T86" fmla="*/ 131 w 180"/>
                  <a:gd name="T87" fmla="*/ 129 h 131"/>
                  <a:gd name="T88" fmla="*/ 125 w 180"/>
                  <a:gd name="T89" fmla="*/ 126 h 131"/>
                  <a:gd name="T90" fmla="*/ 119 w 180"/>
                  <a:gd name="T91" fmla="*/ 123 h 131"/>
                  <a:gd name="T92" fmla="*/ 113 w 180"/>
                  <a:gd name="T93" fmla="*/ 119 h 131"/>
                  <a:gd name="T94" fmla="*/ 107 w 180"/>
                  <a:gd name="T95" fmla="*/ 115 h 131"/>
                  <a:gd name="T96" fmla="*/ 102 w 180"/>
                  <a:gd name="T97" fmla="*/ 111 h 131"/>
                  <a:gd name="T98" fmla="*/ 96 w 180"/>
                  <a:gd name="T99" fmla="*/ 106 h 131"/>
                  <a:gd name="T100" fmla="*/ 85 w 180"/>
                  <a:gd name="T101" fmla="*/ 97 h 131"/>
                  <a:gd name="T102" fmla="*/ 75 w 180"/>
                  <a:gd name="T103" fmla="*/ 86 h 131"/>
                  <a:gd name="T104" fmla="*/ 53 w 180"/>
                  <a:gd name="T105" fmla="*/ 66 h 131"/>
                  <a:gd name="T106" fmla="*/ 44 w 180"/>
                  <a:gd name="T107" fmla="*/ 56 h 131"/>
                  <a:gd name="T108" fmla="*/ 34 w 180"/>
                  <a:gd name="T109" fmla="*/ 47 h 131"/>
                  <a:gd name="T110" fmla="*/ 30 w 180"/>
                  <a:gd name="T111" fmla="*/ 43 h 131"/>
                  <a:gd name="T112" fmla="*/ 28 w 180"/>
                  <a:gd name="T113" fmla="*/ 38 h 131"/>
                  <a:gd name="T114" fmla="*/ 26 w 180"/>
                  <a:gd name="T115" fmla="*/ 32 h 131"/>
                  <a:gd name="T116" fmla="*/ 24 w 180"/>
                  <a:gd name="T117" fmla="*/ 29 h 131"/>
                  <a:gd name="T118" fmla="*/ 21 w 180"/>
                  <a:gd name="T119" fmla="*/ 26 h 131"/>
                  <a:gd name="T120" fmla="*/ 19 w 180"/>
                  <a:gd name="T121" fmla="*/ 24 h 131"/>
                  <a:gd name="T122" fmla="*/ 18 w 180"/>
                  <a:gd name="T123" fmla="*/ 2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0" h="131">
                    <a:moveTo>
                      <a:pt x="17" y="24"/>
                    </a:moveTo>
                    <a:lnTo>
                      <a:pt x="17" y="24"/>
                    </a:lnTo>
                    <a:lnTo>
                      <a:pt x="17" y="24"/>
                    </a:lnTo>
                    <a:lnTo>
                      <a:pt x="17" y="24"/>
                    </a:lnTo>
                    <a:lnTo>
                      <a:pt x="17" y="24"/>
                    </a:lnTo>
                    <a:lnTo>
                      <a:pt x="17" y="24"/>
                    </a:lnTo>
                    <a:lnTo>
                      <a:pt x="17" y="24"/>
                    </a:lnTo>
                    <a:lnTo>
                      <a:pt x="17" y="24"/>
                    </a:lnTo>
                    <a:lnTo>
                      <a:pt x="17" y="23"/>
                    </a:lnTo>
                    <a:lnTo>
                      <a:pt x="17" y="23"/>
                    </a:lnTo>
                    <a:lnTo>
                      <a:pt x="17" y="23"/>
                    </a:lnTo>
                    <a:lnTo>
                      <a:pt x="17" y="23"/>
                    </a:lnTo>
                    <a:lnTo>
                      <a:pt x="17" y="23"/>
                    </a:lnTo>
                    <a:lnTo>
                      <a:pt x="17" y="23"/>
                    </a:lnTo>
                    <a:lnTo>
                      <a:pt x="17" y="23"/>
                    </a:lnTo>
                    <a:lnTo>
                      <a:pt x="17" y="23"/>
                    </a:lnTo>
                    <a:lnTo>
                      <a:pt x="17" y="23"/>
                    </a:lnTo>
                    <a:lnTo>
                      <a:pt x="12" y="22"/>
                    </a:lnTo>
                    <a:lnTo>
                      <a:pt x="11" y="22"/>
                    </a:lnTo>
                    <a:lnTo>
                      <a:pt x="3" y="19"/>
                    </a:lnTo>
                    <a:lnTo>
                      <a:pt x="3" y="19"/>
                    </a:lnTo>
                    <a:lnTo>
                      <a:pt x="0" y="12"/>
                    </a:lnTo>
                    <a:lnTo>
                      <a:pt x="4" y="4"/>
                    </a:lnTo>
                    <a:lnTo>
                      <a:pt x="4" y="3"/>
                    </a:lnTo>
                    <a:lnTo>
                      <a:pt x="5" y="3"/>
                    </a:lnTo>
                    <a:lnTo>
                      <a:pt x="5" y="3"/>
                    </a:lnTo>
                    <a:lnTo>
                      <a:pt x="6" y="2"/>
                    </a:lnTo>
                    <a:lnTo>
                      <a:pt x="6" y="2"/>
                    </a:lnTo>
                    <a:lnTo>
                      <a:pt x="7" y="2"/>
                    </a:lnTo>
                    <a:lnTo>
                      <a:pt x="7" y="2"/>
                    </a:lnTo>
                    <a:lnTo>
                      <a:pt x="8" y="1"/>
                    </a:lnTo>
                    <a:lnTo>
                      <a:pt x="9" y="1"/>
                    </a:lnTo>
                    <a:lnTo>
                      <a:pt x="10" y="1"/>
                    </a:lnTo>
                    <a:lnTo>
                      <a:pt x="10" y="1"/>
                    </a:lnTo>
                    <a:lnTo>
                      <a:pt x="11" y="0"/>
                    </a:lnTo>
                    <a:lnTo>
                      <a:pt x="12" y="0"/>
                    </a:lnTo>
                    <a:lnTo>
                      <a:pt x="12" y="0"/>
                    </a:lnTo>
                    <a:lnTo>
                      <a:pt x="13" y="0"/>
                    </a:lnTo>
                    <a:lnTo>
                      <a:pt x="13" y="0"/>
                    </a:lnTo>
                    <a:lnTo>
                      <a:pt x="14" y="0"/>
                    </a:lnTo>
                    <a:lnTo>
                      <a:pt x="14" y="0"/>
                    </a:lnTo>
                    <a:lnTo>
                      <a:pt x="14" y="0"/>
                    </a:lnTo>
                    <a:lnTo>
                      <a:pt x="15" y="0"/>
                    </a:lnTo>
                    <a:lnTo>
                      <a:pt x="15" y="0"/>
                    </a:lnTo>
                    <a:lnTo>
                      <a:pt x="16" y="0"/>
                    </a:lnTo>
                    <a:lnTo>
                      <a:pt x="16" y="0"/>
                    </a:lnTo>
                    <a:lnTo>
                      <a:pt x="17" y="0"/>
                    </a:lnTo>
                    <a:lnTo>
                      <a:pt x="17" y="0"/>
                    </a:lnTo>
                    <a:lnTo>
                      <a:pt x="18" y="0"/>
                    </a:lnTo>
                    <a:lnTo>
                      <a:pt x="19" y="0"/>
                    </a:lnTo>
                    <a:lnTo>
                      <a:pt x="19" y="0"/>
                    </a:lnTo>
                    <a:lnTo>
                      <a:pt x="20" y="0"/>
                    </a:lnTo>
                    <a:lnTo>
                      <a:pt x="20" y="0"/>
                    </a:lnTo>
                    <a:lnTo>
                      <a:pt x="20" y="1"/>
                    </a:lnTo>
                    <a:lnTo>
                      <a:pt x="20" y="1"/>
                    </a:lnTo>
                    <a:lnTo>
                      <a:pt x="21" y="1"/>
                    </a:lnTo>
                    <a:lnTo>
                      <a:pt x="21" y="1"/>
                    </a:lnTo>
                    <a:lnTo>
                      <a:pt x="22" y="1"/>
                    </a:lnTo>
                    <a:lnTo>
                      <a:pt x="23" y="1"/>
                    </a:lnTo>
                    <a:lnTo>
                      <a:pt x="23" y="1"/>
                    </a:lnTo>
                    <a:lnTo>
                      <a:pt x="24" y="1"/>
                    </a:lnTo>
                    <a:lnTo>
                      <a:pt x="24" y="1"/>
                    </a:lnTo>
                    <a:lnTo>
                      <a:pt x="25" y="1"/>
                    </a:lnTo>
                    <a:lnTo>
                      <a:pt x="26" y="1"/>
                    </a:lnTo>
                    <a:lnTo>
                      <a:pt x="26" y="1"/>
                    </a:lnTo>
                    <a:lnTo>
                      <a:pt x="27" y="2"/>
                    </a:lnTo>
                    <a:lnTo>
                      <a:pt x="29" y="2"/>
                    </a:lnTo>
                    <a:lnTo>
                      <a:pt x="30" y="2"/>
                    </a:lnTo>
                    <a:lnTo>
                      <a:pt x="31" y="2"/>
                    </a:lnTo>
                    <a:lnTo>
                      <a:pt x="33" y="2"/>
                    </a:lnTo>
                    <a:lnTo>
                      <a:pt x="34" y="2"/>
                    </a:lnTo>
                    <a:lnTo>
                      <a:pt x="35" y="3"/>
                    </a:lnTo>
                    <a:lnTo>
                      <a:pt x="36" y="3"/>
                    </a:lnTo>
                    <a:lnTo>
                      <a:pt x="37" y="3"/>
                    </a:lnTo>
                    <a:lnTo>
                      <a:pt x="39" y="3"/>
                    </a:lnTo>
                    <a:lnTo>
                      <a:pt x="40" y="4"/>
                    </a:lnTo>
                    <a:lnTo>
                      <a:pt x="42" y="4"/>
                    </a:lnTo>
                    <a:lnTo>
                      <a:pt x="44" y="4"/>
                    </a:lnTo>
                    <a:lnTo>
                      <a:pt x="45" y="5"/>
                    </a:lnTo>
                    <a:lnTo>
                      <a:pt x="47" y="5"/>
                    </a:lnTo>
                    <a:lnTo>
                      <a:pt x="49" y="5"/>
                    </a:lnTo>
                    <a:lnTo>
                      <a:pt x="49" y="6"/>
                    </a:lnTo>
                    <a:lnTo>
                      <a:pt x="51" y="6"/>
                    </a:lnTo>
                    <a:lnTo>
                      <a:pt x="53" y="6"/>
                    </a:lnTo>
                    <a:lnTo>
                      <a:pt x="55" y="7"/>
                    </a:lnTo>
                    <a:lnTo>
                      <a:pt x="57" y="7"/>
                    </a:lnTo>
                    <a:lnTo>
                      <a:pt x="58" y="7"/>
                    </a:lnTo>
                    <a:lnTo>
                      <a:pt x="60" y="8"/>
                    </a:lnTo>
                    <a:lnTo>
                      <a:pt x="61" y="8"/>
                    </a:lnTo>
                    <a:lnTo>
                      <a:pt x="62" y="8"/>
                    </a:lnTo>
                    <a:lnTo>
                      <a:pt x="64" y="9"/>
                    </a:lnTo>
                    <a:lnTo>
                      <a:pt x="66" y="9"/>
                    </a:lnTo>
                    <a:lnTo>
                      <a:pt x="68" y="10"/>
                    </a:lnTo>
                    <a:lnTo>
                      <a:pt x="70" y="10"/>
                    </a:lnTo>
                    <a:lnTo>
                      <a:pt x="72" y="10"/>
                    </a:lnTo>
                    <a:lnTo>
                      <a:pt x="74" y="11"/>
                    </a:lnTo>
                    <a:lnTo>
                      <a:pt x="76" y="11"/>
                    </a:lnTo>
                    <a:lnTo>
                      <a:pt x="78" y="12"/>
                    </a:lnTo>
                    <a:lnTo>
                      <a:pt x="79" y="12"/>
                    </a:lnTo>
                    <a:lnTo>
                      <a:pt x="80" y="13"/>
                    </a:lnTo>
                    <a:lnTo>
                      <a:pt x="81" y="13"/>
                    </a:lnTo>
                    <a:lnTo>
                      <a:pt x="83" y="13"/>
                    </a:lnTo>
                    <a:lnTo>
                      <a:pt x="85" y="13"/>
                    </a:lnTo>
                    <a:lnTo>
                      <a:pt x="87" y="14"/>
                    </a:lnTo>
                    <a:lnTo>
                      <a:pt x="89" y="15"/>
                    </a:lnTo>
                    <a:lnTo>
                      <a:pt x="90" y="15"/>
                    </a:lnTo>
                    <a:lnTo>
                      <a:pt x="91" y="15"/>
                    </a:lnTo>
                    <a:lnTo>
                      <a:pt x="93" y="16"/>
                    </a:lnTo>
                    <a:lnTo>
                      <a:pt x="95" y="17"/>
                    </a:lnTo>
                    <a:lnTo>
                      <a:pt x="97" y="18"/>
                    </a:lnTo>
                    <a:lnTo>
                      <a:pt x="99" y="18"/>
                    </a:lnTo>
                    <a:lnTo>
                      <a:pt x="101" y="19"/>
                    </a:lnTo>
                    <a:lnTo>
                      <a:pt x="101" y="19"/>
                    </a:lnTo>
                    <a:lnTo>
                      <a:pt x="103" y="20"/>
                    </a:lnTo>
                    <a:lnTo>
                      <a:pt x="105" y="21"/>
                    </a:lnTo>
                    <a:lnTo>
                      <a:pt x="107" y="22"/>
                    </a:lnTo>
                    <a:lnTo>
                      <a:pt x="108" y="23"/>
                    </a:lnTo>
                    <a:lnTo>
                      <a:pt x="110" y="24"/>
                    </a:lnTo>
                    <a:lnTo>
                      <a:pt x="112" y="25"/>
                    </a:lnTo>
                    <a:lnTo>
                      <a:pt x="114" y="26"/>
                    </a:lnTo>
                    <a:lnTo>
                      <a:pt x="116" y="27"/>
                    </a:lnTo>
                    <a:lnTo>
                      <a:pt x="118" y="28"/>
                    </a:lnTo>
                    <a:lnTo>
                      <a:pt x="120" y="29"/>
                    </a:lnTo>
                    <a:lnTo>
                      <a:pt x="121" y="29"/>
                    </a:lnTo>
                    <a:lnTo>
                      <a:pt x="121" y="30"/>
                    </a:lnTo>
                    <a:lnTo>
                      <a:pt x="122" y="30"/>
                    </a:lnTo>
                    <a:lnTo>
                      <a:pt x="123" y="31"/>
                    </a:lnTo>
                    <a:lnTo>
                      <a:pt x="123" y="31"/>
                    </a:lnTo>
                    <a:lnTo>
                      <a:pt x="124" y="32"/>
                    </a:lnTo>
                    <a:lnTo>
                      <a:pt x="125" y="32"/>
                    </a:lnTo>
                    <a:lnTo>
                      <a:pt x="126" y="33"/>
                    </a:lnTo>
                    <a:lnTo>
                      <a:pt x="127" y="33"/>
                    </a:lnTo>
                    <a:lnTo>
                      <a:pt x="128" y="34"/>
                    </a:lnTo>
                    <a:lnTo>
                      <a:pt x="129" y="34"/>
                    </a:lnTo>
                    <a:lnTo>
                      <a:pt x="130" y="35"/>
                    </a:lnTo>
                    <a:lnTo>
                      <a:pt x="131" y="35"/>
                    </a:lnTo>
                    <a:lnTo>
                      <a:pt x="132" y="36"/>
                    </a:lnTo>
                    <a:lnTo>
                      <a:pt x="132" y="36"/>
                    </a:lnTo>
                    <a:lnTo>
                      <a:pt x="133" y="37"/>
                    </a:lnTo>
                    <a:lnTo>
                      <a:pt x="134" y="37"/>
                    </a:lnTo>
                    <a:lnTo>
                      <a:pt x="135" y="38"/>
                    </a:lnTo>
                    <a:lnTo>
                      <a:pt x="136" y="39"/>
                    </a:lnTo>
                    <a:lnTo>
                      <a:pt x="136" y="39"/>
                    </a:lnTo>
                    <a:lnTo>
                      <a:pt x="137" y="40"/>
                    </a:lnTo>
                    <a:lnTo>
                      <a:pt x="138" y="40"/>
                    </a:lnTo>
                    <a:lnTo>
                      <a:pt x="138" y="41"/>
                    </a:lnTo>
                    <a:lnTo>
                      <a:pt x="139" y="41"/>
                    </a:lnTo>
                    <a:lnTo>
                      <a:pt x="140" y="42"/>
                    </a:lnTo>
                    <a:lnTo>
                      <a:pt x="141" y="43"/>
                    </a:lnTo>
                    <a:lnTo>
                      <a:pt x="142" y="43"/>
                    </a:lnTo>
                    <a:lnTo>
                      <a:pt x="143" y="43"/>
                    </a:lnTo>
                    <a:lnTo>
                      <a:pt x="143" y="43"/>
                    </a:lnTo>
                    <a:lnTo>
                      <a:pt x="144" y="44"/>
                    </a:lnTo>
                    <a:lnTo>
                      <a:pt x="145" y="44"/>
                    </a:lnTo>
                    <a:lnTo>
                      <a:pt x="146" y="45"/>
                    </a:lnTo>
                    <a:lnTo>
                      <a:pt x="147" y="46"/>
                    </a:lnTo>
                    <a:lnTo>
                      <a:pt x="148" y="46"/>
                    </a:lnTo>
                    <a:lnTo>
                      <a:pt x="148" y="47"/>
                    </a:lnTo>
                    <a:lnTo>
                      <a:pt x="149" y="47"/>
                    </a:lnTo>
                    <a:lnTo>
                      <a:pt x="150" y="48"/>
                    </a:lnTo>
                    <a:lnTo>
                      <a:pt x="150" y="48"/>
                    </a:lnTo>
                    <a:lnTo>
                      <a:pt x="151" y="49"/>
                    </a:lnTo>
                    <a:lnTo>
                      <a:pt x="151" y="49"/>
                    </a:lnTo>
                    <a:lnTo>
                      <a:pt x="152" y="50"/>
                    </a:lnTo>
                    <a:lnTo>
                      <a:pt x="153" y="50"/>
                    </a:lnTo>
                    <a:lnTo>
                      <a:pt x="154" y="51"/>
                    </a:lnTo>
                    <a:lnTo>
                      <a:pt x="155" y="52"/>
                    </a:lnTo>
                    <a:lnTo>
                      <a:pt x="155" y="52"/>
                    </a:lnTo>
                    <a:lnTo>
                      <a:pt x="156" y="53"/>
                    </a:lnTo>
                    <a:lnTo>
                      <a:pt x="157" y="54"/>
                    </a:lnTo>
                    <a:lnTo>
                      <a:pt x="157" y="54"/>
                    </a:lnTo>
                    <a:lnTo>
                      <a:pt x="158" y="55"/>
                    </a:lnTo>
                    <a:lnTo>
                      <a:pt x="159" y="55"/>
                    </a:lnTo>
                    <a:lnTo>
                      <a:pt x="160" y="56"/>
                    </a:lnTo>
                    <a:lnTo>
                      <a:pt x="160" y="57"/>
                    </a:lnTo>
                    <a:lnTo>
                      <a:pt x="161" y="57"/>
                    </a:lnTo>
                    <a:lnTo>
                      <a:pt x="162" y="58"/>
                    </a:lnTo>
                    <a:lnTo>
                      <a:pt x="162" y="59"/>
                    </a:lnTo>
                    <a:lnTo>
                      <a:pt x="163" y="59"/>
                    </a:lnTo>
                    <a:lnTo>
                      <a:pt x="164" y="60"/>
                    </a:lnTo>
                    <a:lnTo>
                      <a:pt x="164" y="61"/>
                    </a:lnTo>
                    <a:lnTo>
                      <a:pt x="165" y="61"/>
                    </a:lnTo>
                    <a:lnTo>
                      <a:pt x="165" y="62"/>
                    </a:lnTo>
                    <a:lnTo>
                      <a:pt x="165" y="63"/>
                    </a:lnTo>
                    <a:lnTo>
                      <a:pt x="166" y="63"/>
                    </a:lnTo>
                    <a:lnTo>
                      <a:pt x="166" y="64"/>
                    </a:lnTo>
                    <a:lnTo>
                      <a:pt x="167" y="65"/>
                    </a:lnTo>
                    <a:lnTo>
                      <a:pt x="168" y="66"/>
                    </a:lnTo>
                    <a:lnTo>
                      <a:pt x="168" y="66"/>
                    </a:lnTo>
                    <a:lnTo>
                      <a:pt x="169" y="67"/>
                    </a:lnTo>
                    <a:lnTo>
                      <a:pt x="169" y="68"/>
                    </a:lnTo>
                    <a:lnTo>
                      <a:pt x="170" y="69"/>
                    </a:lnTo>
                    <a:lnTo>
                      <a:pt x="171" y="69"/>
                    </a:lnTo>
                    <a:lnTo>
                      <a:pt x="171" y="70"/>
                    </a:lnTo>
                    <a:lnTo>
                      <a:pt x="172" y="71"/>
                    </a:lnTo>
                    <a:lnTo>
                      <a:pt x="172" y="72"/>
                    </a:lnTo>
                    <a:lnTo>
                      <a:pt x="173" y="72"/>
                    </a:lnTo>
                    <a:lnTo>
                      <a:pt x="173" y="72"/>
                    </a:lnTo>
                    <a:lnTo>
                      <a:pt x="174" y="73"/>
                    </a:lnTo>
                    <a:lnTo>
                      <a:pt x="174" y="74"/>
                    </a:lnTo>
                    <a:lnTo>
                      <a:pt x="175" y="75"/>
                    </a:lnTo>
                    <a:lnTo>
                      <a:pt x="175" y="76"/>
                    </a:lnTo>
                    <a:lnTo>
                      <a:pt x="176" y="77"/>
                    </a:lnTo>
                    <a:lnTo>
                      <a:pt x="176" y="77"/>
                    </a:lnTo>
                    <a:lnTo>
                      <a:pt x="176" y="78"/>
                    </a:lnTo>
                    <a:lnTo>
                      <a:pt x="177" y="79"/>
                    </a:lnTo>
                    <a:lnTo>
                      <a:pt x="177" y="80"/>
                    </a:lnTo>
                    <a:lnTo>
                      <a:pt x="177" y="81"/>
                    </a:lnTo>
                    <a:lnTo>
                      <a:pt x="178" y="81"/>
                    </a:lnTo>
                    <a:lnTo>
                      <a:pt x="178" y="82"/>
                    </a:lnTo>
                    <a:lnTo>
                      <a:pt x="178" y="82"/>
                    </a:lnTo>
                    <a:lnTo>
                      <a:pt x="178" y="83"/>
                    </a:lnTo>
                    <a:lnTo>
                      <a:pt x="178" y="83"/>
                    </a:lnTo>
                    <a:lnTo>
                      <a:pt x="178" y="84"/>
                    </a:lnTo>
                    <a:lnTo>
                      <a:pt x="179" y="84"/>
                    </a:lnTo>
                    <a:lnTo>
                      <a:pt x="179" y="85"/>
                    </a:lnTo>
                    <a:lnTo>
                      <a:pt x="179" y="85"/>
                    </a:lnTo>
                    <a:lnTo>
                      <a:pt x="179" y="86"/>
                    </a:lnTo>
                    <a:lnTo>
                      <a:pt x="179" y="86"/>
                    </a:lnTo>
                    <a:lnTo>
                      <a:pt x="179" y="87"/>
                    </a:lnTo>
                    <a:lnTo>
                      <a:pt x="179" y="87"/>
                    </a:lnTo>
                    <a:lnTo>
                      <a:pt x="179" y="88"/>
                    </a:lnTo>
                    <a:lnTo>
                      <a:pt x="179" y="88"/>
                    </a:lnTo>
                    <a:lnTo>
                      <a:pt x="179" y="89"/>
                    </a:lnTo>
                    <a:lnTo>
                      <a:pt x="180" y="89"/>
                    </a:lnTo>
                    <a:lnTo>
                      <a:pt x="180" y="90"/>
                    </a:lnTo>
                    <a:lnTo>
                      <a:pt x="180" y="90"/>
                    </a:lnTo>
                    <a:lnTo>
                      <a:pt x="180" y="91"/>
                    </a:lnTo>
                    <a:lnTo>
                      <a:pt x="180" y="91"/>
                    </a:lnTo>
                    <a:lnTo>
                      <a:pt x="180" y="92"/>
                    </a:lnTo>
                    <a:lnTo>
                      <a:pt x="180" y="92"/>
                    </a:lnTo>
                    <a:lnTo>
                      <a:pt x="180" y="93"/>
                    </a:lnTo>
                    <a:lnTo>
                      <a:pt x="180" y="94"/>
                    </a:lnTo>
                    <a:lnTo>
                      <a:pt x="180" y="94"/>
                    </a:lnTo>
                    <a:lnTo>
                      <a:pt x="180" y="95"/>
                    </a:lnTo>
                    <a:lnTo>
                      <a:pt x="180" y="95"/>
                    </a:lnTo>
                    <a:lnTo>
                      <a:pt x="180" y="96"/>
                    </a:lnTo>
                    <a:lnTo>
                      <a:pt x="180" y="97"/>
                    </a:lnTo>
                    <a:lnTo>
                      <a:pt x="180" y="97"/>
                    </a:lnTo>
                    <a:lnTo>
                      <a:pt x="180" y="98"/>
                    </a:lnTo>
                    <a:lnTo>
                      <a:pt x="180" y="98"/>
                    </a:lnTo>
                    <a:lnTo>
                      <a:pt x="180" y="99"/>
                    </a:lnTo>
                    <a:lnTo>
                      <a:pt x="180" y="99"/>
                    </a:lnTo>
                    <a:lnTo>
                      <a:pt x="180" y="100"/>
                    </a:lnTo>
                    <a:lnTo>
                      <a:pt x="180" y="101"/>
                    </a:lnTo>
                    <a:lnTo>
                      <a:pt x="179" y="101"/>
                    </a:lnTo>
                    <a:lnTo>
                      <a:pt x="179" y="102"/>
                    </a:lnTo>
                    <a:lnTo>
                      <a:pt x="179" y="102"/>
                    </a:lnTo>
                    <a:lnTo>
                      <a:pt x="179" y="102"/>
                    </a:lnTo>
                    <a:lnTo>
                      <a:pt x="179" y="103"/>
                    </a:lnTo>
                    <a:lnTo>
                      <a:pt x="179" y="103"/>
                    </a:lnTo>
                    <a:lnTo>
                      <a:pt x="179" y="104"/>
                    </a:lnTo>
                    <a:lnTo>
                      <a:pt x="178" y="104"/>
                    </a:lnTo>
                    <a:lnTo>
                      <a:pt x="178" y="105"/>
                    </a:lnTo>
                    <a:lnTo>
                      <a:pt x="178" y="106"/>
                    </a:lnTo>
                    <a:lnTo>
                      <a:pt x="178" y="106"/>
                    </a:lnTo>
                    <a:lnTo>
                      <a:pt x="178" y="107"/>
                    </a:lnTo>
                    <a:lnTo>
                      <a:pt x="177" y="107"/>
                    </a:lnTo>
                    <a:lnTo>
                      <a:pt x="177" y="108"/>
                    </a:lnTo>
                    <a:lnTo>
                      <a:pt x="177" y="108"/>
                    </a:lnTo>
                    <a:lnTo>
                      <a:pt x="177" y="109"/>
                    </a:lnTo>
                    <a:lnTo>
                      <a:pt x="176" y="109"/>
                    </a:lnTo>
                    <a:lnTo>
                      <a:pt x="176" y="110"/>
                    </a:lnTo>
                    <a:lnTo>
                      <a:pt x="176" y="111"/>
                    </a:lnTo>
                    <a:lnTo>
                      <a:pt x="176" y="111"/>
                    </a:lnTo>
                    <a:lnTo>
                      <a:pt x="175" y="112"/>
                    </a:lnTo>
                    <a:lnTo>
                      <a:pt x="175" y="112"/>
                    </a:lnTo>
                    <a:lnTo>
                      <a:pt x="175" y="113"/>
                    </a:lnTo>
                    <a:lnTo>
                      <a:pt x="174" y="113"/>
                    </a:lnTo>
                    <a:lnTo>
                      <a:pt x="174" y="114"/>
                    </a:lnTo>
                    <a:lnTo>
                      <a:pt x="174" y="114"/>
                    </a:lnTo>
                    <a:lnTo>
                      <a:pt x="174" y="115"/>
                    </a:lnTo>
                    <a:lnTo>
                      <a:pt x="173" y="115"/>
                    </a:lnTo>
                    <a:lnTo>
                      <a:pt x="173" y="115"/>
                    </a:lnTo>
                    <a:lnTo>
                      <a:pt x="173" y="116"/>
                    </a:lnTo>
                    <a:lnTo>
                      <a:pt x="172" y="116"/>
                    </a:lnTo>
                    <a:lnTo>
                      <a:pt x="172" y="117"/>
                    </a:lnTo>
                    <a:lnTo>
                      <a:pt x="172" y="117"/>
                    </a:lnTo>
                    <a:lnTo>
                      <a:pt x="171" y="118"/>
                    </a:lnTo>
                    <a:lnTo>
                      <a:pt x="171" y="118"/>
                    </a:lnTo>
                    <a:lnTo>
                      <a:pt x="171" y="118"/>
                    </a:lnTo>
                    <a:lnTo>
                      <a:pt x="170" y="119"/>
                    </a:lnTo>
                    <a:lnTo>
                      <a:pt x="170" y="119"/>
                    </a:lnTo>
                    <a:lnTo>
                      <a:pt x="169" y="120"/>
                    </a:lnTo>
                    <a:lnTo>
                      <a:pt x="169" y="120"/>
                    </a:lnTo>
                    <a:lnTo>
                      <a:pt x="169" y="121"/>
                    </a:lnTo>
                    <a:lnTo>
                      <a:pt x="168" y="121"/>
                    </a:lnTo>
                    <a:lnTo>
                      <a:pt x="168" y="121"/>
                    </a:lnTo>
                    <a:lnTo>
                      <a:pt x="167" y="122"/>
                    </a:lnTo>
                    <a:lnTo>
                      <a:pt x="167" y="122"/>
                    </a:lnTo>
                    <a:lnTo>
                      <a:pt x="167" y="123"/>
                    </a:lnTo>
                    <a:lnTo>
                      <a:pt x="166" y="123"/>
                    </a:lnTo>
                    <a:lnTo>
                      <a:pt x="166" y="123"/>
                    </a:lnTo>
                    <a:lnTo>
                      <a:pt x="165" y="124"/>
                    </a:lnTo>
                    <a:lnTo>
                      <a:pt x="165" y="124"/>
                    </a:lnTo>
                    <a:lnTo>
                      <a:pt x="165" y="124"/>
                    </a:lnTo>
                    <a:lnTo>
                      <a:pt x="165" y="125"/>
                    </a:lnTo>
                    <a:lnTo>
                      <a:pt x="164" y="125"/>
                    </a:lnTo>
                    <a:lnTo>
                      <a:pt x="164" y="125"/>
                    </a:lnTo>
                    <a:lnTo>
                      <a:pt x="163" y="126"/>
                    </a:lnTo>
                    <a:lnTo>
                      <a:pt x="163" y="126"/>
                    </a:lnTo>
                    <a:lnTo>
                      <a:pt x="162" y="126"/>
                    </a:lnTo>
                    <a:lnTo>
                      <a:pt x="162" y="127"/>
                    </a:lnTo>
                    <a:lnTo>
                      <a:pt x="161" y="127"/>
                    </a:lnTo>
                    <a:lnTo>
                      <a:pt x="161" y="127"/>
                    </a:lnTo>
                    <a:lnTo>
                      <a:pt x="160" y="127"/>
                    </a:lnTo>
                    <a:lnTo>
                      <a:pt x="160" y="128"/>
                    </a:lnTo>
                    <a:lnTo>
                      <a:pt x="159" y="128"/>
                    </a:lnTo>
                    <a:lnTo>
                      <a:pt x="159" y="128"/>
                    </a:lnTo>
                    <a:lnTo>
                      <a:pt x="158" y="128"/>
                    </a:lnTo>
                    <a:lnTo>
                      <a:pt x="158" y="129"/>
                    </a:lnTo>
                    <a:lnTo>
                      <a:pt x="157" y="129"/>
                    </a:lnTo>
                    <a:lnTo>
                      <a:pt x="156" y="129"/>
                    </a:lnTo>
                    <a:lnTo>
                      <a:pt x="156" y="129"/>
                    </a:lnTo>
                    <a:lnTo>
                      <a:pt x="155" y="129"/>
                    </a:lnTo>
                    <a:lnTo>
                      <a:pt x="155" y="130"/>
                    </a:lnTo>
                    <a:lnTo>
                      <a:pt x="154" y="130"/>
                    </a:lnTo>
                    <a:lnTo>
                      <a:pt x="154" y="130"/>
                    </a:lnTo>
                    <a:lnTo>
                      <a:pt x="153" y="130"/>
                    </a:lnTo>
                    <a:lnTo>
                      <a:pt x="153" y="130"/>
                    </a:lnTo>
                    <a:lnTo>
                      <a:pt x="152" y="130"/>
                    </a:lnTo>
                    <a:lnTo>
                      <a:pt x="151" y="130"/>
                    </a:lnTo>
                    <a:lnTo>
                      <a:pt x="151" y="131"/>
                    </a:lnTo>
                    <a:lnTo>
                      <a:pt x="150" y="131"/>
                    </a:lnTo>
                    <a:lnTo>
                      <a:pt x="150" y="131"/>
                    </a:lnTo>
                    <a:lnTo>
                      <a:pt x="149" y="131"/>
                    </a:lnTo>
                    <a:lnTo>
                      <a:pt x="149" y="131"/>
                    </a:lnTo>
                    <a:lnTo>
                      <a:pt x="148" y="131"/>
                    </a:lnTo>
                    <a:lnTo>
                      <a:pt x="148" y="131"/>
                    </a:lnTo>
                    <a:lnTo>
                      <a:pt x="147" y="131"/>
                    </a:lnTo>
                    <a:lnTo>
                      <a:pt x="146" y="131"/>
                    </a:lnTo>
                    <a:lnTo>
                      <a:pt x="146" y="131"/>
                    </a:lnTo>
                    <a:lnTo>
                      <a:pt x="145" y="131"/>
                    </a:lnTo>
                    <a:lnTo>
                      <a:pt x="145" y="131"/>
                    </a:lnTo>
                    <a:lnTo>
                      <a:pt x="144" y="131"/>
                    </a:lnTo>
                    <a:lnTo>
                      <a:pt x="144" y="131"/>
                    </a:lnTo>
                    <a:lnTo>
                      <a:pt x="143" y="131"/>
                    </a:lnTo>
                    <a:lnTo>
                      <a:pt x="143" y="131"/>
                    </a:lnTo>
                    <a:lnTo>
                      <a:pt x="142" y="131"/>
                    </a:lnTo>
                    <a:lnTo>
                      <a:pt x="141" y="131"/>
                    </a:lnTo>
                    <a:lnTo>
                      <a:pt x="140" y="131"/>
                    </a:lnTo>
                    <a:lnTo>
                      <a:pt x="139" y="131"/>
                    </a:lnTo>
                    <a:lnTo>
                      <a:pt x="138" y="131"/>
                    </a:lnTo>
                    <a:lnTo>
                      <a:pt x="137" y="130"/>
                    </a:lnTo>
                    <a:lnTo>
                      <a:pt x="136" y="130"/>
                    </a:lnTo>
                    <a:lnTo>
                      <a:pt x="136" y="130"/>
                    </a:lnTo>
                    <a:lnTo>
                      <a:pt x="135" y="130"/>
                    </a:lnTo>
                    <a:lnTo>
                      <a:pt x="134" y="130"/>
                    </a:lnTo>
                    <a:lnTo>
                      <a:pt x="133" y="129"/>
                    </a:lnTo>
                    <a:lnTo>
                      <a:pt x="132" y="129"/>
                    </a:lnTo>
                    <a:lnTo>
                      <a:pt x="131" y="129"/>
                    </a:lnTo>
                    <a:lnTo>
                      <a:pt x="131" y="129"/>
                    </a:lnTo>
                    <a:lnTo>
                      <a:pt x="130" y="128"/>
                    </a:lnTo>
                    <a:lnTo>
                      <a:pt x="129" y="128"/>
                    </a:lnTo>
                    <a:lnTo>
                      <a:pt x="128" y="128"/>
                    </a:lnTo>
                    <a:lnTo>
                      <a:pt x="127" y="127"/>
                    </a:lnTo>
                    <a:lnTo>
                      <a:pt x="126" y="127"/>
                    </a:lnTo>
                    <a:lnTo>
                      <a:pt x="126" y="127"/>
                    </a:lnTo>
                    <a:lnTo>
                      <a:pt x="125" y="126"/>
                    </a:lnTo>
                    <a:lnTo>
                      <a:pt x="125" y="126"/>
                    </a:lnTo>
                    <a:lnTo>
                      <a:pt x="124" y="126"/>
                    </a:lnTo>
                    <a:lnTo>
                      <a:pt x="123" y="126"/>
                    </a:lnTo>
                    <a:lnTo>
                      <a:pt x="122" y="125"/>
                    </a:lnTo>
                    <a:lnTo>
                      <a:pt x="122" y="125"/>
                    </a:lnTo>
                    <a:lnTo>
                      <a:pt x="121" y="124"/>
                    </a:lnTo>
                    <a:lnTo>
                      <a:pt x="120" y="124"/>
                    </a:lnTo>
                    <a:lnTo>
                      <a:pt x="119" y="124"/>
                    </a:lnTo>
                    <a:lnTo>
                      <a:pt x="119" y="123"/>
                    </a:lnTo>
                    <a:lnTo>
                      <a:pt x="118" y="123"/>
                    </a:lnTo>
                    <a:lnTo>
                      <a:pt x="117" y="122"/>
                    </a:lnTo>
                    <a:lnTo>
                      <a:pt x="116" y="122"/>
                    </a:lnTo>
                    <a:lnTo>
                      <a:pt x="116" y="121"/>
                    </a:lnTo>
                    <a:lnTo>
                      <a:pt x="115" y="121"/>
                    </a:lnTo>
                    <a:lnTo>
                      <a:pt x="114" y="120"/>
                    </a:lnTo>
                    <a:lnTo>
                      <a:pt x="113" y="120"/>
                    </a:lnTo>
                    <a:lnTo>
                      <a:pt x="113" y="119"/>
                    </a:lnTo>
                    <a:lnTo>
                      <a:pt x="112" y="119"/>
                    </a:lnTo>
                    <a:lnTo>
                      <a:pt x="111" y="118"/>
                    </a:lnTo>
                    <a:lnTo>
                      <a:pt x="110" y="118"/>
                    </a:lnTo>
                    <a:lnTo>
                      <a:pt x="110" y="117"/>
                    </a:lnTo>
                    <a:lnTo>
                      <a:pt x="109" y="117"/>
                    </a:lnTo>
                    <a:lnTo>
                      <a:pt x="108" y="116"/>
                    </a:lnTo>
                    <a:lnTo>
                      <a:pt x="108" y="116"/>
                    </a:lnTo>
                    <a:lnTo>
                      <a:pt x="107" y="115"/>
                    </a:lnTo>
                    <a:lnTo>
                      <a:pt x="107" y="115"/>
                    </a:lnTo>
                    <a:lnTo>
                      <a:pt x="106" y="114"/>
                    </a:lnTo>
                    <a:lnTo>
                      <a:pt x="106" y="114"/>
                    </a:lnTo>
                    <a:lnTo>
                      <a:pt x="105" y="113"/>
                    </a:lnTo>
                    <a:lnTo>
                      <a:pt x="104" y="113"/>
                    </a:lnTo>
                    <a:lnTo>
                      <a:pt x="104" y="112"/>
                    </a:lnTo>
                    <a:lnTo>
                      <a:pt x="103" y="112"/>
                    </a:lnTo>
                    <a:lnTo>
                      <a:pt x="102" y="111"/>
                    </a:lnTo>
                    <a:lnTo>
                      <a:pt x="101" y="110"/>
                    </a:lnTo>
                    <a:lnTo>
                      <a:pt x="101" y="110"/>
                    </a:lnTo>
                    <a:lnTo>
                      <a:pt x="100" y="109"/>
                    </a:lnTo>
                    <a:lnTo>
                      <a:pt x="99" y="109"/>
                    </a:lnTo>
                    <a:lnTo>
                      <a:pt x="99" y="108"/>
                    </a:lnTo>
                    <a:lnTo>
                      <a:pt x="98" y="108"/>
                    </a:lnTo>
                    <a:lnTo>
                      <a:pt x="97" y="107"/>
                    </a:lnTo>
                    <a:lnTo>
                      <a:pt x="96" y="106"/>
                    </a:lnTo>
                    <a:lnTo>
                      <a:pt x="95" y="105"/>
                    </a:lnTo>
                    <a:lnTo>
                      <a:pt x="94" y="104"/>
                    </a:lnTo>
                    <a:lnTo>
                      <a:pt x="92" y="103"/>
                    </a:lnTo>
                    <a:lnTo>
                      <a:pt x="91" y="102"/>
                    </a:lnTo>
                    <a:lnTo>
                      <a:pt x="89" y="101"/>
                    </a:lnTo>
                    <a:lnTo>
                      <a:pt x="88" y="100"/>
                    </a:lnTo>
                    <a:lnTo>
                      <a:pt x="87" y="98"/>
                    </a:lnTo>
                    <a:lnTo>
                      <a:pt x="85" y="97"/>
                    </a:lnTo>
                    <a:lnTo>
                      <a:pt x="84" y="96"/>
                    </a:lnTo>
                    <a:lnTo>
                      <a:pt x="82" y="95"/>
                    </a:lnTo>
                    <a:lnTo>
                      <a:pt x="81" y="93"/>
                    </a:lnTo>
                    <a:lnTo>
                      <a:pt x="80" y="92"/>
                    </a:lnTo>
                    <a:lnTo>
                      <a:pt x="78" y="91"/>
                    </a:lnTo>
                    <a:lnTo>
                      <a:pt x="78" y="89"/>
                    </a:lnTo>
                    <a:lnTo>
                      <a:pt x="76" y="88"/>
                    </a:lnTo>
                    <a:lnTo>
                      <a:pt x="75" y="86"/>
                    </a:lnTo>
                    <a:lnTo>
                      <a:pt x="74" y="85"/>
                    </a:lnTo>
                    <a:lnTo>
                      <a:pt x="72" y="84"/>
                    </a:lnTo>
                    <a:lnTo>
                      <a:pt x="69" y="81"/>
                    </a:lnTo>
                    <a:lnTo>
                      <a:pt x="67" y="78"/>
                    </a:lnTo>
                    <a:lnTo>
                      <a:pt x="64" y="75"/>
                    </a:lnTo>
                    <a:lnTo>
                      <a:pt x="58" y="71"/>
                    </a:lnTo>
                    <a:lnTo>
                      <a:pt x="56" y="68"/>
                    </a:lnTo>
                    <a:lnTo>
                      <a:pt x="53" y="66"/>
                    </a:lnTo>
                    <a:lnTo>
                      <a:pt x="52" y="64"/>
                    </a:lnTo>
                    <a:lnTo>
                      <a:pt x="50" y="63"/>
                    </a:lnTo>
                    <a:lnTo>
                      <a:pt x="49" y="62"/>
                    </a:lnTo>
                    <a:lnTo>
                      <a:pt x="49" y="60"/>
                    </a:lnTo>
                    <a:lnTo>
                      <a:pt x="47" y="59"/>
                    </a:lnTo>
                    <a:lnTo>
                      <a:pt x="46" y="58"/>
                    </a:lnTo>
                    <a:lnTo>
                      <a:pt x="45" y="57"/>
                    </a:lnTo>
                    <a:lnTo>
                      <a:pt x="44" y="56"/>
                    </a:lnTo>
                    <a:lnTo>
                      <a:pt x="42" y="54"/>
                    </a:lnTo>
                    <a:lnTo>
                      <a:pt x="41" y="53"/>
                    </a:lnTo>
                    <a:lnTo>
                      <a:pt x="40" y="52"/>
                    </a:lnTo>
                    <a:lnTo>
                      <a:pt x="39" y="51"/>
                    </a:lnTo>
                    <a:lnTo>
                      <a:pt x="38" y="50"/>
                    </a:lnTo>
                    <a:lnTo>
                      <a:pt x="36" y="49"/>
                    </a:lnTo>
                    <a:lnTo>
                      <a:pt x="35" y="48"/>
                    </a:lnTo>
                    <a:lnTo>
                      <a:pt x="34" y="47"/>
                    </a:lnTo>
                    <a:lnTo>
                      <a:pt x="33" y="46"/>
                    </a:lnTo>
                    <a:lnTo>
                      <a:pt x="32" y="45"/>
                    </a:lnTo>
                    <a:lnTo>
                      <a:pt x="32" y="45"/>
                    </a:lnTo>
                    <a:lnTo>
                      <a:pt x="31" y="43"/>
                    </a:lnTo>
                    <a:lnTo>
                      <a:pt x="30" y="43"/>
                    </a:lnTo>
                    <a:lnTo>
                      <a:pt x="30" y="43"/>
                    </a:lnTo>
                    <a:lnTo>
                      <a:pt x="30" y="43"/>
                    </a:lnTo>
                    <a:lnTo>
                      <a:pt x="30" y="43"/>
                    </a:lnTo>
                    <a:lnTo>
                      <a:pt x="29" y="42"/>
                    </a:lnTo>
                    <a:lnTo>
                      <a:pt x="29" y="41"/>
                    </a:lnTo>
                    <a:lnTo>
                      <a:pt x="29" y="40"/>
                    </a:lnTo>
                    <a:lnTo>
                      <a:pt x="29" y="40"/>
                    </a:lnTo>
                    <a:lnTo>
                      <a:pt x="28" y="39"/>
                    </a:lnTo>
                    <a:lnTo>
                      <a:pt x="28" y="38"/>
                    </a:lnTo>
                    <a:lnTo>
                      <a:pt x="28" y="38"/>
                    </a:lnTo>
                    <a:lnTo>
                      <a:pt x="28" y="38"/>
                    </a:lnTo>
                    <a:lnTo>
                      <a:pt x="28" y="37"/>
                    </a:lnTo>
                    <a:lnTo>
                      <a:pt x="27" y="36"/>
                    </a:lnTo>
                    <a:lnTo>
                      <a:pt x="27" y="35"/>
                    </a:lnTo>
                    <a:lnTo>
                      <a:pt x="27" y="34"/>
                    </a:lnTo>
                    <a:lnTo>
                      <a:pt x="27" y="34"/>
                    </a:lnTo>
                    <a:lnTo>
                      <a:pt x="27" y="33"/>
                    </a:lnTo>
                    <a:lnTo>
                      <a:pt x="26" y="32"/>
                    </a:lnTo>
                    <a:lnTo>
                      <a:pt x="26" y="32"/>
                    </a:lnTo>
                    <a:lnTo>
                      <a:pt x="26" y="31"/>
                    </a:lnTo>
                    <a:lnTo>
                      <a:pt x="25" y="31"/>
                    </a:lnTo>
                    <a:lnTo>
                      <a:pt x="25" y="30"/>
                    </a:lnTo>
                    <a:lnTo>
                      <a:pt x="25" y="30"/>
                    </a:lnTo>
                    <a:lnTo>
                      <a:pt x="25" y="30"/>
                    </a:lnTo>
                    <a:lnTo>
                      <a:pt x="24" y="29"/>
                    </a:lnTo>
                    <a:lnTo>
                      <a:pt x="24" y="29"/>
                    </a:lnTo>
                    <a:lnTo>
                      <a:pt x="24" y="29"/>
                    </a:lnTo>
                    <a:lnTo>
                      <a:pt x="23" y="28"/>
                    </a:lnTo>
                    <a:lnTo>
                      <a:pt x="23" y="28"/>
                    </a:lnTo>
                    <a:lnTo>
                      <a:pt x="23" y="27"/>
                    </a:lnTo>
                    <a:lnTo>
                      <a:pt x="22" y="27"/>
                    </a:lnTo>
                    <a:lnTo>
                      <a:pt x="22" y="27"/>
                    </a:lnTo>
                    <a:lnTo>
                      <a:pt x="21" y="27"/>
                    </a:lnTo>
                    <a:lnTo>
                      <a:pt x="21" y="26"/>
                    </a:lnTo>
                    <a:lnTo>
                      <a:pt x="21" y="26"/>
                    </a:lnTo>
                    <a:lnTo>
                      <a:pt x="20" y="26"/>
                    </a:lnTo>
                    <a:lnTo>
                      <a:pt x="20" y="26"/>
                    </a:lnTo>
                    <a:lnTo>
                      <a:pt x="20" y="25"/>
                    </a:lnTo>
                    <a:lnTo>
                      <a:pt x="20" y="25"/>
                    </a:lnTo>
                    <a:lnTo>
                      <a:pt x="20" y="25"/>
                    </a:lnTo>
                    <a:lnTo>
                      <a:pt x="20" y="25"/>
                    </a:lnTo>
                    <a:lnTo>
                      <a:pt x="20" y="25"/>
                    </a:lnTo>
                    <a:lnTo>
                      <a:pt x="19" y="24"/>
                    </a:lnTo>
                    <a:lnTo>
                      <a:pt x="19" y="24"/>
                    </a:lnTo>
                    <a:lnTo>
                      <a:pt x="19" y="24"/>
                    </a:lnTo>
                    <a:lnTo>
                      <a:pt x="19" y="24"/>
                    </a:lnTo>
                    <a:lnTo>
                      <a:pt x="18" y="24"/>
                    </a:lnTo>
                    <a:lnTo>
                      <a:pt x="18" y="24"/>
                    </a:lnTo>
                    <a:lnTo>
                      <a:pt x="18" y="24"/>
                    </a:lnTo>
                    <a:lnTo>
                      <a:pt x="18" y="24"/>
                    </a:lnTo>
                    <a:lnTo>
                      <a:pt x="18" y="24"/>
                    </a:lnTo>
                    <a:lnTo>
                      <a:pt x="18" y="24"/>
                    </a:lnTo>
                    <a:lnTo>
                      <a:pt x="18" y="24"/>
                    </a:lnTo>
                    <a:lnTo>
                      <a:pt x="18" y="24"/>
                    </a:lnTo>
                    <a:lnTo>
                      <a:pt x="17" y="24"/>
                    </a:lnTo>
                    <a:lnTo>
                      <a:pt x="18" y="24"/>
                    </a:lnTo>
                    <a:lnTo>
                      <a:pt x="17" y="24"/>
                    </a:lnTo>
                    <a:lnTo>
                      <a:pt x="17" y="24"/>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41" name="Freeform 20">
                <a:extLst>
                  <a:ext uri="{FF2B5EF4-FFF2-40B4-BE49-F238E27FC236}">
                    <a16:creationId xmlns:a16="http://schemas.microsoft.com/office/drawing/2014/main" id="{C14DB3A9-80F7-96EB-FC69-4466F57308B7}"/>
                  </a:ext>
                </a:extLst>
              </p:cNvPr>
              <p:cNvSpPr>
                <a:spLocks noEditPoints="1"/>
              </p:cNvSpPr>
              <p:nvPr/>
            </p:nvSpPr>
            <p:spPr bwMode="auto">
              <a:xfrm>
                <a:off x="13322895" y="4616031"/>
                <a:ext cx="75641" cy="110760"/>
              </a:xfrm>
              <a:custGeom>
                <a:avLst/>
                <a:gdLst>
                  <a:gd name="T0" fmla="*/ 82 w 112"/>
                  <a:gd name="T1" fmla="*/ 1 h 164"/>
                  <a:gd name="T2" fmla="*/ 89 w 112"/>
                  <a:gd name="T3" fmla="*/ 4 h 164"/>
                  <a:gd name="T4" fmla="*/ 95 w 112"/>
                  <a:gd name="T5" fmla="*/ 7 h 164"/>
                  <a:gd name="T6" fmla="*/ 100 w 112"/>
                  <a:gd name="T7" fmla="*/ 12 h 164"/>
                  <a:gd name="T8" fmla="*/ 105 w 112"/>
                  <a:gd name="T9" fmla="*/ 16 h 164"/>
                  <a:gd name="T10" fmla="*/ 107 w 112"/>
                  <a:gd name="T11" fmla="*/ 21 h 164"/>
                  <a:gd name="T12" fmla="*/ 110 w 112"/>
                  <a:gd name="T13" fmla="*/ 27 h 164"/>
                  <a:gd name="T14" fmla="*/ 111 w 112"/>
                  <a:gd name="T15" fmla="*/ 33 h 164"/>
                  <a:gd name="T16" fmla="*/ 112 w 112"/>
                  <a:gd name="T17" fmla="*/ 41 h 164"/>
                  <a:gd name="T18" fmla="*/ 111 w 112"/>
                  <a:gd name="T19" fmla="*/ 52 h 164"/>
                  <a:gd name="T20" fmla="*/ 109 w 112"/>
                  <a:gd name="T21" fmla="*/ 63 h 164"/>
                  <a:gd name="T22" fmla="*/ 106 w 112"/>
                  <a:gd name="T23" fmla="*/ 74 h 164"/>
                  <a:gd name="T24" fmla="*/ 101 w 112"/>
                  <a:gd name="T25" fmla="*/ 85 h 164"/>
                  <a:gd name="T26" fmla="*/ 95 w 112"/>
                  <a:gd name="T27" fmla="*/ 96 h 164"/>
                  <a:gd name="T28" fmla="*/ 88 w 112"/>
                  <a:gd name="T29" fmla="*/ 106 h 164"/>
                  <a:gd name="T30" fmla="*/ 81 w 112"/>
                  <a:gd name="T31" fmla="*/ 115 h 164"/>
                  <a:gd name="T32" fmla="*/ 74 w 112"/>
                  <a:gd name="T33" fmla="*/ 125 h 164"/>
                  <a:gd name="T34" fmla="*/ 67 w 112"/>
                  <a:gd name="T35" fmla="*/ 132 h 164"/>
                  <a:gd name="T36" fmla="*/ 60 w 112"/>
                  <a:gd name="T37" fmla="*/ 139 h 164"/>
                  <a:gd name="T38" fmla="*/ 52 w 112"/>
                  <a:gd name="T39" fmla="*/ 146 h 164"/>
                  <a:gd name="T40" fmla="*/ 47 w 112"/>
                  <a:gd name="T41" fmla="*/ 151 h 164"/>
                  <a:gd name="T42" fmla="*/ 41 w 112"/>
                  <a:gd name="T43" fmla="*/ 155 h 164"/>
                  <a:gd name="T44" fmla="*/ 33 w 112"/>
                  <a:gd name="T45" fmla="*/ 158 h 164"/>
                  <a:gd name="T46" fmla="*/ 27 w 112"/>
                  <a:gd name="T47" fmla="*/ 157 h 164"/>
                  <a:gd name="T48" fmla="*/ 21 w 112"/>
                  <a:gd name="T49" fmla="*/ 157 h 164"/>
                  <a:gd name="T50" fmla="*/ 1 w 112"/>
                  <a:gd name="T51" fmla="*/ 148 h 164"/>
                  <a:gd name="T52" fmla="*/ 3 w 112"/>
                  <a:gd name="T53" fmla="*/ 143 h 164"/>
                  <a:gd name="T54" fmla="*/ 3 w 112"/>
                  <a:gd name="T55" fmla="*/ 131 h 164"/>
                  <a:gd name="T56" fmla="*/ 11 w 112"/>
                  <a:gd name="T57" fmla="*/ 93 h 164"/>
                  <a:gd name="T58" fmla="*/ 21 w 112"/>
                  <a:gd name="T59" fmla="*/ 68 h 164"/>
                  <a:gd name="T60" fmla="*/ 29 w 112"/>
                  <a:gd name="T61" fmla="*/ 49 h 164"/>
                  <a:gd name="T62" fmla="*/ 39 w 112"/>
                  <a:gd name="T63" fmla="*/ 33 h 164"/>
                  <a:gd name="T64" fmla="*/ 46 w 112"/>
                  <a:gd name="T65" fmla="*/ 22 h 164"/>
                  <a:gd name="T66" fmla="*/ 51 w 112"/>
                  <a:gd name="T67" fmla="*/ 15 h 164"/>
                  <a:gd name="T68" fmla="*/ 57 w 112"/>
                  <a:gd name="T69" fmla="*/ 10 h 164"/>
                  <a:gd name="T70" fmla="*/ 64 w 112"/>
                  <a:gd name="T71" fmla="*/ 5 h 164"/>
                  <a:gd name="T72" fmla="*/ 73 w 112"/>
                  <a:gd name="T73" fmla="*/ 1 h 164"/>
                  <a:gd name="T74" fmla="*/ 39 w 112"/>
                  <a:gd name="T75" fmla="*/ 142 h 164"/>
                  <a:gd name="T76" fmla="*/ 38 w 112"/>
                  <a:gd name="T77" fmla="*/ 139 h 164"/>
                  <a:gd name="T78" fmla="*/ 76 w 112"/>
                  <a:gd name="T79" fmla="*/ 37 h 164"/>
                  <a:gd name="T80" fmla="*/ 74 w 112"/>
                  <a:gd name="T81" fmla="*/ 42 h 164"/>
                  <a:gd name="T82" fmla="*/ 69 w 112"/>
                  <a:gd name="T83" fmla="*/ 53 h 164"/>
                  <a:gd name="T84" fmla="*/ 64 w 112"/>
                  <a:gd name="T85" fmla="*/ 71 h 164"/>
                  <a:gd name="T86" fmla="*/ 58 w 112"/>
                  <a:gd name="T87" fmla="*/ 87 h 164"/>
                  <a:gd name="T88" fmla="*/ 47 w 112"/>
                  <a:gd name="T89" fmla="*/ 119 h 164"/>
                  <a:gd name="T90" fmla="*/ 51 w 112"/>
                  <a:gd name="T91" fmla="*/ 112 h 164"/>
                  <a:gd name="T92" fmla="*/ 57 w 112"/>
                  <a:gd name="T93" fmla="*/ 103 h 164"/>
                  <a:gd name="T94" fmla="*/ 63 w 112"/>
                  <a:gd name="T95" fmla="*/ 95 h 164"/>
                  <a:gd name="T96" fmla="*/ 68 w 112"/>
                  <a:gd name="T97" fmla="*/ 86 h 164"/>
                  <a:gd name="T98" fmla="*/ 73 w 112"/>
                  <a:gd name="T99" fmla="*/ 76 h 164"/>
                  <a:gd name="T100" fmla="*/ 77 w 112"/>
                  <a:gd name="T101" fmla="*/ 68 h 164"/>
                  <a:gd name="T102" fmla="*/ 79 w 112"/>
                  <a:gd name="T103" fmla="*/ 58 h 164"/>
                  <a:gd name="T104" fmla="*/ 81 w 112"/>
                  <a:gd name="T105" fmla="*/ 50 h 164"/>
                  <a:gd name="T106" fmla="*/ 81 w 112"/>
                  <a:gd name="T107" fmla="*/ 44 h 164"/>
                  <a:gd name="T108" fmla="*/ 81 w 112"/>
                  <a:gd name="T109" fmla="*/ 40 h 164"/>
                  <a:gd name="T110" fmla="*/ 81 w 112"/>
                  <a:gd name="T111" fmla="*/ 38 h 164"/>
                  <a:gd name="T112" fmla="*/ 80 w 112"/>
                  <a:gd name="T113" fmla="*/ 37 h 164"/>
                  <a:gd name="T114" fmla="*/ 79 w 112"/>
                  <a:gd name="T115" fmla="*/ 35 h 164"/>
                  <a:gd name="T116" fmla="*/ 78 w 112"/>
                  <a:gd name="T117" fmla="*/ 34 h 164"/>
                  <a:gd name="T118" fmla="*/ 78 w 112"/>
                  <a:gd name="T119" fmla="*/ 3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2" h="164">
                    <a:moveTo>
                      <a:pt x="78" y="0"/>
                    </a:moveTo>
                    <a:lnTo>
                      <a:pt x="78" y="0"/>
                    </a:lnTo>
                    <a:lnTo>
                      <a:pt x="78" y="1"/>
                    </a:lnTo>
                    <a:lnTo>
                      <a:pt x="78" y="1"/>
                    </a:lnTo>
                    <a:lnTo>
                      <a:pt x="79" y="1"/>
                    </a:lnTo>
                    <a:lnTo>
                      <a:pt x="79" y="1"/>
                    </a:lnTo>
                    <a:lnTo>
                      <a:pt x="80" y="1"/>
                    </a:lnTo>
                    <a:lnTo>
                      <a:pt x="80" y="1"/>
                    </a:lnTo>
                    <a:lnTo>
                      <a:pt x="81" y="1"/>
                    </a:lnTo>
                    <a:lnTo>
                      <a:pt x="81" y="1"/>
                    </a:lnTo>
                    <a:lnTo>
                      <a:pt x="81" y="1"/>
                    </a:lnTo>
                    <a:lnTo>
                      <a:pt x="82" y="1"/>
                    </a:lnTo>
                    <a:lnTo>
                      <a:pt x="82" y="1"/>
                    </a:lnTo>
                    <a:lnTo>
                      <a:pt x="83" y="1"/>
                    </a:lnTo>
                    <a:lnTo>
                      <a:pt x="83" y="2"/>
                    </a:lnTo>
                    <a:lnTo>
                      <a:pt x="84" y="2"/>
                    </a:lnTo>
                    <a:lnTo>
                      <a:pt x="84" y="2"/>
                    </a:lnTo>
                    <a:lnTo>
                      <a:pt x="85" y="2"/>
                    </a:lnTo>
                    <a:lnTo>
                      <a:pt x="85" y="2"/>
                    </a:lnTo>
                    <a:lnTo>
                      <a:pt x="86" y="3"/>
                    </a:lnTo>
                    <a:lnTo>
                      <a:pt x="86" y="3"/>
                    </a:lnTo>
                    <a:lnTo>
                      <a:pt x="87" y="3"/>
                    </a:lnTo>
                    <a:lnTo>
                      <a:pt x="87" y="3"/>
                    </a:lnTo>
                    <a:lnTo>
                      <a:pt x="88" y="3"/>
                    </a:lnTo>
                    <a:lnTo>
                      <a:pt x="88" y="4"/>
                    </a:lnTo>
                    <a:lnTo>
                      <a:pt x="89" y="4"/>
                    </a:lnTo>
                    <a:lnTo>
                      <a:pt x="89" y="4"/>
                    </a:lnTo>
                    <a:lnTo>
                      <a:pt x="90" y="4"/>
                    </a:lnTo>
                    <a:lnTo>
                      <a:pt x="90" y="5"/>
                    </a:lnTo>
                    <a:lnTo>
                      <a:pt x="91" y="5"/>
                    </a:lnTo>
                    <a:lnTo>
                      <a:pt x="91" y="5"/>
                    </a:lnTo>
                    <a:lnTo>
                      <a:pt x="92" y="5"/>
                    </a:lnTo>
                    <a:lnTo>
                      <a:pt x="92" y="6"/>
                    </a:lnTo>
                    <a:lnTo>
                      <a:pt x="93" y="6"/>
                    </a:lnTo>
                    <a:lnTo>
                      <a:pt x="93" y="6"/>
                    </a:lnTo>
                    <a:lnTo>
                      <a:pt x="93" y="6"/>
                    </a:lnTo>
                    <a:lnTo>
                      <a:pt x="94" y="7"/>
                    </a:lnTo>
                    <a:lnTo>
                      <a:pt x="94" y="7"/>
                    </a:lnTo>
                    <a:lnTo>
                      <a:pt x="95" y="7"/>
                    </a:lnTo>
                    <a:lnTo>
                      <a:pt x="95" y="8"/>
                    </a:lnTo>
                    <a:lnTo>
                      <a:pt x="96" y="8"/>
                    </a:lnTo>
                    <a:lnTo>
                      <a:pt x="96" y="8"/>
                    </a:lnTo>
                    <a:lnTo>
                      <a:pt x="97" y="8"/>
                    </a:lnTo>
                    <a:lnTo>
                      <a:pt x="97" y="9"/>
                    </a:lnTo>
                    <a:lnTo>
                      <a:pt x="97" y="9"/>
                    </a:lnTo>
                    <a:lnTo>
                      <a:pt x="98" y="9"/>
                    </a:lnTo>
                    <a:lnTo>
                      <a:pt x="98" y="10"/>
                    </a:lnTo>
                    <a:lnTo>
                      <a:pt x="99" y="10"/>
                    </a:lnTo>
                    <a:lnTo>
                      <a:pt x="99" y="10"/>
                    </a:lnTo>
                    <a:lnTo>
                      <a:pt x="99" y="11"/>
                    </a:lnTo>
                    <a:lnTo>
                      <a:pt x="100" y="11"/>
                    </a:lnTo>
                    <a:lnTo>
                      <a:pt x="100" y="12"/>
                    </a:lnTo>
                    <a:lnTo>
                      <a:pt x="101" y="12"/>
                    </a:lnTo>
                    <a:lnTo>
                      <a:pt x="101" y="12"/>
                    </a:lnTo>
                    <a:lnTo>
                      <a:pt x="101" y="13"/>
                    </a:lnTo>
                    <a:lnTo>
                      <a:pt x="102" y="13"/>
                    </a:lnTo>
                    <a:lnTo>
                      <a:pt x="102" y="13"/>
                    </a:lnTo>
                    <a:lnTo>
                      <a:pt x="102" y="14"/>
                    </a:lnTo>
                    <a:lnTo>
                      <a:pt x="103" y="14"/>
                    </a:lnTo>
                    <a:lnTo>
                      <a:pt x="103" y="14"/>
                    </a:lnTo>
                    <a:lnTo>
                      <a:pt x="103" y="14"/>
                    </a:lnTo>
                    <a:lnTo>
                      <a:pt x="104" y="14"/>
                    </a:lnTo>
                    <a:lnTo>
                      <a:pt x="104" y="15"/>
                    </a:lnTo>
                    <a:lnTo>
                      <a:pt x="104" y="15"/>
                    </a:lnTo>
                    <a:lnTo>
                      <a:pt x="105" y="16"/>
                    </a:lnTo>
                    <a:lnTo>
                      <a:pt x="105" y="16"/>
                    </a:lnTo>
                    <a:lnTo>
                      <a:pt x="105" y="16"/>
                    </a:lnTo>
                    <a:lnTo>
                      <a:pt x="106" y="17"/>
                    </a:lnTo>
                    <a:lnTo>
                      <a:pt x="106" y="17"/>
                    </a:lnTo>
                    <a:lnTo>
                      <a:pt x="106" y="18"/>
                    </a:lnTo>
                    <a:lnTo>
                      <a:pt x="106" y="18"/>
                    </a:lnTo>
                    <a:lnTo>
                      <a:pt x="107" y="18"/>
                    </a:lnTo>
                    <a:lnTo>
                      <a:pt x="107" y="19"/>
                    </a:lnTo>
                    <a:lnTo>
                      <a:pt x="107" y="19"/>
                    </a:lnTo>
                    <a:lnTo>
                      <a:pt x="107" y="20"/>
                    </a:lnTo>
                    <a:lnTo>
                      <a:pt x="107" y="20"/>
                    </a:lnTo>
                    <a:lnTo>
                      <a:pt x="107" y="21"/>
                    </a:lnTo>
                    <a:lnTo>
                      <a:pt x="107" y="21"/>
                    </a:lnTo>
                    <a:lnTo>
                      <a:pt x="107" y="22"/>
                    </a:lnTo>
                    <a:lnTo>
                      <a:pt x="108" y="22"/>
                    </a:lnTo>
                    <a:lnTo>
                      <a:pt x="108" y="22"/>
                    </a:lnTo>
                    <a:lnTo>
                      <a:pt x="108" y="23"/>
                    </a:lnTo>
                    <a:lnTo>
                      <a:pt x="108" y="23"/>
                    </a:lnTo>
                    <a:lnTo>
                      <a:pt x="109" y="24"/>
                    </a:lnTo>
                    <a:lnTo>
                      <a:pt x="109" y="24"/>
                    </a:lnTo>
                    <a:lnTo>
                      <a:pt x="109" y="25"/>
                    </a:lnTo>
                    <a:lnTo>
                      <a:pt x="109" y="25"/>
                    </a:lnTo>
                    <a:lnTo>
                      <a:pt x="109" y="25"/>
                    </a:lnTo>
                    <a:lnTo>
                      <a:pt x="109" y="26"/>
                    </a:lnTo>
                    <a:lnTo>
                      <a:pt x="109" y="26"/>
                    </a:lnTo>
                    <a:lnTo>
                      <a:pt x="110" y="27"/>
                    </a:lnTo>
                    <a:lnTo>
                      <a:pt x="110" y="27"/>
                    </a:lnTo>
                    <a:lnTo>
                      <a:pt x="110" y="28"/>
                    </a:lnTo>
                    <a:lnTo>
                      <a:pt x="110" y="28"/>
                    </a:lnTo>
                    <a:lnTo>
                      <a:pt x="110" y="28"/>
                    </a:lnTo>
                    <a:lnTo>
                      <a:pt x="110" y="29"/>
                    </a:lnTo>
                    <a:lnTo>
                      <a:pt x="110" y="29"/>
                    </a:lnTo>
                    <a:lnTo>
                      <a:pt x="111" y="30"/>
                    </a:lnTo>
                    <a:lnTo>
                      <a:pt x="111" y="30"/>
                    </a:lnTo>
                    <a:lnTo>
                      <a:pt x="111" y="31"/>
                    </a:lnTo>
                    <a:lnTo>
                      <a:pt x="111" y="31"/>
                    </a:lnTo>
                    <a:lnTo>
                      <a:pt x="111" y="32"/>
                    </a:lnTo>
                    <a:lnTo>
                      <a:pt x="111" y="32"/>
                    </a:lnTo>
                    <a:lnTo>
                      <a:pt x="111" y="33"/>
                    </a:lnTo>
                    <a:lnTo>
                      <a:pt x="111" y="33"/>
                    </a:lnTo>
                    <a:lnTo>
                      <a:pt x="111" y="34"/>
                    </a:lnTo>
                    <a:lnTo>
                      <a:pt x="112" y="34"/>
                    </a:lnTo>
                    <a:lnTo>
                      <a:pt x="112" y="35"/>
                    </a:lnTo>
                    <a:lnTo>
                      <a:pt x="112" y="35"/>
                    </a:lnTo>
                    <a:lnTo>
                      <a:pt x="112" y="36"/>
                    </a:lnTo>
                    <a:lnTo>
                      <a:pt x="112" y="36"/>
                    </a:lnTo>
                    <a:lnTo>
                      <a:pt x="112" y="37"/>
                    </a:lnTo>
                    <a:lnTo>
                      <a:pt x="112" y="37"/>
                    </a:lnTo>
                    <a:lnTo>
                      <a:pt x="112" y="38"/>
                    </a:lnTo>
                    <a:lnTo>
                      <a:pt x="112" y="39"/>
                    </a:lnTo>
                    <a:lnTo>
                      <a:pt x="112" y="40"/>
                    </a:lnTo>
                    <a:lnTo>
                      <a:pt x="112" y="41"/>
                    </a:lnTo>
                    <a:lnTo>
                      <a:pt x="112" y="42"/>
                    </a:lnTo>
                    <a:lnTo>
                      <a:pt x="112" y="43"/>
                    </a:lnTo>
                    <a:lnTo>
                      <a:pt x="112" y="43"/>
                    </a:lnTo>
                    <a:lnTo>
                      <a:pt x="112" y="44"/>
                    </a:lnTo>
                    <a:lnTo>
                      <a:pt x="112" y="45"/>
                    </a:lnTo>
                    <a:lnTo>
                      <a:pt x="112" y="46"/>
                    </a:lnTo>
                    <a:lnTo>
                      <a:pt x="112" y="47"/>
                    </a:lnTo>
                    <a:lnTo>
                      <a:pt x="112" y="48"/>
                    </a:lnTo>
                    <a:lnTo>
                      <a:pt x="112" y="49"/>
                    </a:lnTo>
                    <a:lnTo>
                      <a:pt x="112" y="49"/>
                    </a:lnTo>
                    <a:lnTo>
                      <a:pt x="112" y="50"/>
                    </a:lnTo>
                    <a:lnTo>
                      <a:pt x="112" y="51"/>
                    </a:lnTo>
                    <a:lnTo>
                      <a:pt x="111" y="52"/>
                    </a:lnTo>
                    <a:lnTo>
                      <a:pt x="111" y="53"/>
                    </a:lnTo>
                    <a:lnTo>
                      <a:pt x="111" y="54"/>
                    </a:lnTo>
                    <a:lnTo>
                      <a:pt x="111" y="55"/>
                    </a:lnTo>
                    <a:lnTo>
                      <a:pt x="111" y="56"/>
                    </a:lnTo>
                    <a:lnTo>
                      <a:pt x="111" y="56"/>
                    </a:lnTo>
                    <a:lnTo>
                      <a:pt x="111" y="57"/>
                    </a:lnTo>
                    <a:lnTo>
                      <a:pt x="110" y="58"/>
                    </a:lnTo>
                    <a:lnTo>
                      <a:pt x="110" y="59"/>
                    </a:lnTo>
                    <a:lnTo>
                      <a:pt x="110" y="60"/>
                    </a:lnTo>
                    <a:lnTo>
                      <a:pt x="110" y="61"/>
                    </a:lnTo>
                    <a:lnTo>
                      <a:pt x="109" y="61"/>
                    </a:lnTo>
                    <a:lnTo>
                      <a:pt x="109" y="62"/>
                    </a:lnTo>
                    <a:lnTo>
                      <a:pt x="109" y="63"/>
                    </a:lnTo>
                    <a:lnTo>
                      <a:pt x="109" y="64"/>
                    </a:lnTo>
                    <a:lnTo>
                      <a:pt x="108" y="65"/>
                    </a:lnTo>
                    <a:lnTo>
                      <a:pt x="108" y="66"/>
                    </a:lnTo>
                    <a:lnTo>
                      <a:pt x="108" y="67"/>
                    </a:lnTo>
                    <a:lnTo>
                      <a:pt x="108" y="68"/>
                    </a:lnTo>
                    <a:lnTo>
                      <a:pt x="107" y="69"/>
                    </a:lnTo>
                    <a:lnTo>
                      <a:pt x="107" y="70"/>
                    </a:lnTo>
                    <a:lnTo>
                      <a:pt x="107" y="70"/>
                    </a:lnTo>
                    <a:lnTo>
                      <a:pt x="107" y="71"/>
                    </a:lnTo>
                    <a:lnTo>
                      <a:pt x="107" y="72"/>
                    </a:lnTo>
                    <a:lnTo>
                      <a:pt x="107" y="73"/>
                    </a:lnTo>
                    <a:lnTo>
                      <a:pt x="106" y="73"/>
                    </a:lnTo>
                    <a:lnTo>
                      <a:pt x="106" y="74"/>
                    </a:lnTo>
                    <a:lnTo>
                      <a:pt x="105" y="75"/>
                    </a:lnTo>
                    <a:lnTo>
                      <a:pt x="105" y="76"/>
                    </a:lnTo>
                    <a:lnTo>
                      <a:pt x="105" y="77"/>
                    </a:lnTo>
                    <a:lnTo>
                      <a:pt x="104" y="78"/>
                    </a:lnTo>
                    <a:lnTo>
                      <a:pt x="104" y="78"/>
                    </a:lnTo>
                    <a:lnTo>
                      <a:pt x="104" y="79"/>
                    </a:lnTo>
                    <a:lnTo>
                      <a:pt x="103" y="80"/>
                    </a:lnTo>
                    <a:lnTo>
                      <a:pt x="103" y="81"/>
                    </a:lnTo>
                    <a:lnTo>
                      <a:pt x="103" y="81"/>
                    </a:lnTo>
                    <a:lnTo>
                      <a:pt x="102" y="82"/>
                    </a:lnTo>
                    <a:lnTo>
                      <a:pt x="102" y="83"/>
                    </a:lnTo>
                    <a:lnTo>
                      <a:pt x="101" y="84"/>
                    </a:lnTo>
                    <a:lnTo>
                      <a:pt x="101" y="85"/>
                    </a:lnTo>
                    <a:lnTo>
                      <a:pt x="100" y="85"/>
                    </a:lnTo>
                    <a:lnTo>
                      <a:pt x="100" y="86"/>
                    </a:lnTo>
                    <a:lnTo>
                      <a:pt x="100" y="87"/>
                    </a:lnTo>
                    <a:lnTo>
                      <a:pt x="99" y="88"/>
                    </a:lnTo>
                    <a:lnTo>
                      <a:pt x="99" y="89"/>
                    </a:lnTo>
                    <a:lnTo>
                      <a:pt x="98" y="90"/>
                    </a:lnTo>
                    <a:lnTo>
                      <a:pt x="98" y="91"/>
                    </a:lnTo>
                    <a:lnTo>
                      <a:pt x="97" y="92"/>
                    </a:lnTo>
                    <a:lnTo>
                      <a:pt x="97" y="92"/>
                    </a:lnTo>
                    <a:lnTo>
                      <a:pt x="96" y="93"/>
                    </a:lnTo>
                    <a:lnTo>
                      <a:pt x="96" y="94"/>
                    </a:lnTo>
                    <a:lnTo>
                      <a:pt x="95" y="95"/>
                    </a:lnTo>
                    <a:lnTo>
                      <a:pt x="95" y="96"/>
                    </a:lnTo>
                    <a:lnTo>
                      <a:pt x="94" y="97"/>
                    </a:lnTo>
                    <a:lnTo>
                      <a:pt x="94" y="97"/>
                    </a:lnTo>
                    <a:lnTo>
                      <a:pt x="93" y="98"/>
                    </a:lnTo>
                    <a:lnTo>
                      <a:pt x="92" y="99"/>
                    </a:lnTo>
                    <a:lnTo>
                      <a:pt x="92" y="100"/>
                    </a:lnTo>
                    <a:lnTo>
                      <a:pt x="91" y="101"/>
                    </a:lnTo>
                    <a:lnTo>
                      <a:pt x="91" y="102"/>
                    </a:lnTo>
                    <a:lnTo>
                      <a:pt x="90" y="102"/>
                    </a:lnTo>
                    <a:lnTo>
                      <a:pt x="90" y="102"/>
                    </a:lnTo>
                    <a:lnTo>
                      <a:pt x="89" y="103"/>
                    </a:lnTo>
                    <a:lnTo>
                      <a:pt x="89" y="104"/>
                    </a:lnTo>
                    <a:lnTo>
                      <a:pt x="88" y="105"/>
                    </a:lnTo>
                    <a:lnTo>
                      <a:pt x="88" y="106"/>
                    </a:lnTo>
                    <a:lnTo>
                      <a:pt x="87" y="106"/>
                    </a:lnTo>
                    <a:lnTo>
                      <a:pt x="86" y="107"/>
                    </a:lnTo>
                    <a:lnTo>
                      <a:pt x="86" y="108"/>
                    </a:lnTo>
                    <a:lnTo>
                      <a:pt x="85" y="109"/>
                    </a:lnTo>
                    <a:lnTo>
                      <a:pt x="85" y="109"/>
                    </a:lnTo>
                    <a:lnTo>
                      <a:pt x="85" y="110"/>
                    </a:lnTo>
                    <a:lnTo>
                      <a:pt x="84" y="110"/>
                    </a:lnTo>
                    <a:lnTo>
                      <a:pt x="84" y="111"/>
                    </a:lnTo>
                    <a:lnTo>
                      <a:pt x="83" y="112"/>
                    </a:lnTo>
                    <a:lnTo>
                      <a:pt x="83" y="113"/>
                    </a:lnTo>
                    <a:lnTo>
                      <a:pt x="82" y="113"/>
                    </a:lnTo>
                    <a:lnTo>
                      <a:pt x="81" y="114"/>
                    </a:lnTo>
                    <a:lnTo>
                      <a:pt x="81" y="115"/>
                    </a:lnTo>
                    <a:lnTo>
                      <a:pt x="80" y="116"/>
                    </a:lnTo>
                    <a:lnTo>
                      <a:pt x="80" y="117"/>
                    </a:lnTo>
                    <a:lnTo>
                      <a:pt x="79" y="117"/>
                    </a:lnTo>
                    <a:lnTo>
                      <a:pt x="78" y="118"/>
                    </a:lnTo>
                    <a:lnTo>
                      <a:pt x="78" y="119"/>
                    </a:lnTo>
                    <a:lnTo>
                      <a:pt x="78" y="120"/>
                    </a:lnTo>
                    <a:lnTo>
                      <a:pt x="78" y="120"/>
                    </a:lnTo>
                    <a:lnTo>
                      <a:pt x="77" y="121"/>
                    </a:lnTo>
                    <a:lnTo>
                      <a:pt x="77" y="122"/>
                    </a:lnTo>
                    <a:lnTo>
                      <a:pt x="76" y="122"/>
                    </a:lnTo>
                    <a:lnTo>
                      <a:pt x="75" y="123"/>
                    </a:lnTo>
                    <a:lnTo>
                      <a:pt x="75" y="124"/>
                    </a:lnTo>
                    <a:lnTo>
                      <a:pt x="74" y="125"/>
                    </a:lnTo>
                    <a:lnTo>
                      <a:pt x="74" y="125"/>
                    </a:lnTo>
                    <a:lnTo>
                      <a:pt x="73" y="126"/>
                    </a:lnTo>
                    <a:lnTo>
                      <a:pt x="72" y="127"/>
                    </a:lnTo>
                    <a:lnTo>
                      <a:pt x="72" y="127"/>
                    </a:lnTo>
                    <a:lnTo>
                      <a:pt x="71" y="128"/>
                    </a:lnTo>
                    <a:lnTo>
                      <a:pt x="71" y="129"/>
                    </a:lnTo>
                    <a:lnTo>
                      <a:pt x="70" y="129"/>
                    </a:lnTo>
                    <a:lnTo>
                      <a:pt x="69" y="130"/>
                    </a:lnTo>
                    <a:lnTo>
                      <a:pt x="69" y="131"/>
                    </a:lnTo>
                    <a:lnTo>
                      <a:pt x="68" y="131"/>
                    </a:lnTo>
                    <a:lnTo>
                      <a:pt x="68" y="132"/>
                    </a:lnTo>
                    <a:lnTo>
                      <a:pt x="67" y="132"/>
                    </a:lnTo>
                    <a:lnTo>
                      <a:pt x="67" y="132"/>
                    </a:lnTo>
                    <a:lnTo>
                      <a:pt x="66" y="133"/>
                    </a:lnTo>
                    <a:lnTo>
                      <a:pt x="66" y="133"/>
                    </a:lnTo>
                    <a:lnTo>
                      <a:pt x="65" y="134"/>
                    </a:lnTo>
                    <a:lnTo>
                      <a:pt x="65" y="134"/>
                    </a:lnTo>
                    <a:lnTo>
                      <a:pt x="64" y="135"/>
                    </a:lnTo>
                    <a:lnTo>
                      <a:pt x="64" y="135"/>
                    </a:lnTo>
                    <a:lnTo>
                      <a:pt x="63" y="136"/>
                    </a:lnTo>
                    <a:lnTo>
                      <a:pt x="62" y="137"/>
                    </a:lnTo>
                    <a:lnTo>
                      <a:pt x="62" y="137"/>
                    </a:lnTo>
                    <a:lnTo>
                      <a:pt x="61" y="138"/>
                    </a:lnTo>
                    <a:lnTo>
                      <a:pt x="61" y="138"/>
                    </a:lnTo>
                    <a:lnTo>
                      <a:pt x="60" y="139"/>
                    </a:lnTo>
                    <a:lnTo>
                      <a:pt x="60" y="139"/>
                    </a:lnTo>
                    <a:lnTo>
                      <a:pt x="59" y="140"/>
                    </a:lnTo>
                    <a:lnTo>
                      <a:pt x="58" y="140"/>
                    </a:lnTo>
                    <a:lnTo>
                      <a:pt x="58" y="141"/>
                    </a:lnTo>
                    <a:lnTo>
                      <a:pt x="57" y="142"/>
                    </a:lnTo>
                    <a:lnTo>
                      <a:pt x="57" y="142"/>
                    </a:lnTo>
                    <a:lnTo>
                      <a:pt x="56" y="143"/>
                    </a:lnTo>
                    <a:lnTo>
                      <a:pt x="56" y="143"/>
                    </a:lnTo>
                    <a:lnTo>
                      <a:pt x="55" y="144"/>
                    </a:lnTo>
                    <a:lnTo>
                      <a:pt x="54" y="144"/>
                    </a:lnTo>
                    <a:lnTo>
                      <a:pt x="54" y="145"/>
                    </a:lnTo>
                    <a:lnTo>
                      <a:pt x="53" y="145"/>
                    </a:lnTo>
                    <a:lnTo>
                      <a:pt x="53" y="145"/>
                    </a:lnTo>
                    <a:lnTo>
                      <a:pt x="52" y="146"/>
                    </a:lnTo>
                    <a:lnTo>
                      <a:pt x="52" y="146"/>
                    </a:lnTo>
                    <a:lnTo>
                      <a:pt x="51" y="147"/>
                    </a:lnTo>
                    <a:lnTo>
                      <a:pt x="51" y="147"/>
                    </a:lnTo>
                    <a:lnTo>
                      <a:pt x="50" y="148"/>
                    </a:lnTo>
                    <a:lnTo>
                      <a:pt x="50" y="148"/>
                    </a:lnTo>
                    <a:lnTo>
                      <a:pt x="49" y="149"/>
                    </a:lnTo>
                    <a:lnTo>
                      <a:pt x="49" y="149"/>
                    </a:lnTo>
                    <a:lnTo>
                      <a:pt x="49" y="149"/>
                    </a:lnTo>
                    <a:lnTo>
                      <a:pt x="49" y="150"/>
                    </a:lnTo>
                    <a:lnTo>
                      <a:pt x="48" y="150"/>
                    </a:lnTo>
                    <a:lnTo>
                      <a:pt x="48" y="151"/>
                    </a:lnTo>
                    <a:lnTo>
                      <a:pt x="47" y="151"/>
                    </a:lnTo>
                    <a:lnTo>
                      <a:pt x="47" y="151"/>
                    </a:lnTo>
                    <a:lnTo>
                      <a:pt x="47" y="151"/>
                    </a:lnTo>
                    <a:lnTo>
                      <a:pt x="46" y="152"/>
                    </a:lnTo>
                    <a:lnTo>
                      <a:pt x="46" y="152"/>
                    </a:lnTo>
                    <a:lnTo>
                      <a:pt x="45" y="152"/>
                    </a:lnTo>
                    <a:lnTo>
                      <a:pt x="45" y="153"/>
                    </a:lnTo>
                    <a:lnTo>
                      <a:pt x="44" y="153"/>
                    </a:lnTo>
                    <a:lnTo>
                      <a:pt x="44" y="153"/>
                    </a:lnTo>
                    <a:lnTo>
                      <a:pt x="43" y="154"/>
                    </a:lnTo>
                    <a:lnTo>
                      <a:pt x="43" y="154"/>
                    </a:lnTo>
                    <a:lnTo>
                      <a:pt x="42" y="154"/>
                    </a:lnTo>
                    <a:lnTo>
                      <a:pt x="42" y="155"/>
                    </a:lnTo>
                    <a:lnTo>
                      <a:pt x="41" y="155"/>
                    </a:lnTo>
                    <a:lnTo>
                      <a:pt x="41" y="155"/>
                    </a:lnTo>
                    <a:lnTo>
                      <a:pt x="40" y="156"/>
                    </a:lnTo>
                    <a:lnTo>
                      <a:pt x="40" y="156"/>
                    </a:lnTo>
                    <a:lnTo>
                      <a:pt x="39" y="156"/>
                    </a:lnTo>
                    <a:lnTo>
                      <a:pt x="38" y="156"/>
                    </a:lnTo>
                    <a:lnTo>
                      <a:pt x="38" y="156"/>
                    </a:lnTo>
                    <a:lnTo>
                      <a:pt x="37" y="157"/>
                    </a:lnTo>
                    <a:lnTo>
                      <a:pt x="37" y="157"/>
                    </a:lnTo>
                    <a:lnTo>
                      <a:pt x="36" y="157"/>
                    </a:lnTo>
                    <a:lnTo>
                      <a:pt x="35" y="157"/>
                    </a:lnTo>
                    <a:lnTo>
                      <a:pt x="35" y="157"/>
                    </a:lnTo>
                    <a:lnTo>
                      <a:pt x="34" y="158"/>
                    </a:lnTo>
                    <a:lnTo>
                      <a:pt x="33" y="158"/>
                    </a:lnTo>
                    <a:lnTo>
                      <a:pt x="33" y="158"/>
                    </a:lnTo>
                    <a:lnTo>
                      <a:pt x="32" y="158"/>
                    </a:lnTo>
                    <a:lnTo>
                      <a:pt x="32" y="158"/>
                    </a:lnTo>
                    <a:lnTo>
                      <a:pt x="31" y="158"/>
                    </a:lnTo>
                    <a:lnTo>
                      <a:pt x="31" y="158"/>
                    </a:lnTo>
                    <a:lnTo>
                      <a:pt x="30" y="158"/>
                    </a:lnTo>
                    <a:lnTo>
                      <a:pt x="30" y="158"/>
                    </a:lnTo>
                    <a:lnTo>
                      <a:pt x="30" y="158"/>
                    </a:lnTo>
                    <a:lnTo>
                      <a:pt x="29" y="158"/>
                    </a:lnTo>
                    <a:lnTo>
                      <a:pt x="29" y="158"/>
                    </a:lnTo>
                    <a:lnTo>
                      <a:pt x="28" y="158"/>
                    </a:lnTo>
                    <a:lnTo>
                      <a:pt x="28" y="157"/>
                    </a:lnTo>
                    <a:lnTo>
                      <a:pt x="27" y="157"/>
                    </a:lnTo>
                    <a:lnTo>
                      <a:pt x="27" y="157"/>
                    </a:lnTo>
                    <a:lnTo>
                      <a:pt x="26" y="157"/>
                    </a:lnTo>
                    <a:lnTo>
                      <a:pt x="26" y="157"/>
                    </a:lnTo>
                    <a:lnTo>
                      <a:pt x="25" y="157"/>
                    </a:lnTo>
                    <a:lnTo>
                      <a:pt x="25" y="156"/>
                    </a:lnTo>
                    <a:lnTo>
                      <a:pt x="24" y="156"/>
                    </a:lnTo>
                    <a:lnTo>
                      <a:pt x="24" y="156"/>
                    </a:lnTo>
                    <a:lnTo>
                      <a:pt x="23" y="156"/>
                    </a:lnTo>
                    <a:lnTo>
                      <a:pt x="23" y="155"/>
                    </a:lnTo>
                    <a:lnTo>
                      <a:pt x="22" y="155"/>
                    </a:lnTo>
                    <a:lnTo>
                      <a:pt x="22" y="155"/>
                    </a:lnTo>
                    <a:lnTo>
                      <a:pt x="22" y="155"/>
                    </a:lnTo>
                    <a:lnTo>
                      <a:pt x="21" y="156"/>
                    </a:lnTo>
                    <a:lnTo>
                      <a:pt x="21" y="157"/>
                    </a:lnTo>
                    <a:lnTo>
                      <a:pt x="21" y="158"/>
                    </a:lnTo>
                    <a:lnTo>
                      <a:pt x="21" y="158"/>
                    </a:lnTo>
                    <a:lnTo>
                      <a:pt x="21" y="158"/>
                    </a:lnTo>
                    <a:lnTo>
                      <a:pt x="21" y="159"/>
                    </a:lnTo>
                    <a:lnTo>
                      <a:pt x="20" y="159"/>
                    </a:lnTo>
                    <a:lnTo>
                      <a:pt x="20" y="160"/>
                    </a:lnTo>
                    <a:lnTo>
                      <a:pt x="20" y="160"/>
                    </a:lnTo>
                    <a:lnTo>
                      <a:pt x="20" y="160"/>
                    </a:lnTo>
                    <a:lnTo>
                      <a:pt x="13" y="164"/>
                    </a:lnTo>
                    <a:lnTo>
                      <a:pt x="4" y="162"/>
                    </a:lnTo>
                    <a:lnTo>
                      <a:pt x="4" y="162"/>
                    </a:lnTo>
                    <a:lnTo>
                      <a:pt x="0" y="156"/>
                    </a:lnTo>
                    <a:lnTo>
                      <a:pt x="1" y="148"/>
                    </a:lnTo>
                    <a:lnTo>
                      <a:pt x="1" y="148"/>
                    </a:lnTo>
                    <a:lnTo>
                      <a:pt x="1" y="147"/>
                    </a:lnTo>
                    <a:lnTo>
                      <a:pt x="1" y="147"/>
                    </a:lnTo>
                    <a:lnTo>
                      <a:pt x="1" y="147"/>
                    </a:lnTo>
                    <a:lnTo>
                      <a:pt x="1" y="147"/>
                    </a:lnTo>
                    <a:lnTo>
                      <a:pt x="1" y="147"/>
                    </a:lnTo>
                    <a:lnTo>
                      <a:pt x="1" y="147"/>
                    </a:lnTo>
                    <a:lnTo>
                      <a:pt x="2" y="146"/>
                    </a:lnTo>
                    <a:lnTo>
                      <a:pt x="2" y="146"/>
                    </a:lnTo>
                    <a:lnTo>
                      <a:pt x="2" y="145"/>
                    </a:lnTo>
                    <a:lnTo>
                      <a:pt x="2" y="145"/>
                    </a:lnTo>
                    <a:lnTo>
                      <a:pt x="2" y="144"/>
                    </a:lnTo>
                    <a:lnTo>
                      <a:pt x="3" y="143"/>
                    </a:lnTo>
                    <a:lnTo>
                      <a:pt x="3" y="143"/>
                    </a:lnTo>
                    <a:lnTo>
                      <a:pt x="3" y="142"/>
                    </a:lnTo>
                    <a:lnTo>
                      <a:pt x="3" y="141"/>
                    </a:lnTo>
                    <a:lnTo>
                      <a:pt x="3" y="140"/>
                    </a:lnTo>
                    <a:lnTo>
                      <a:pt x="3" y="139"/>
                    </a:lnTo>
                    <a:lnTo>
                      <a:pt x="3" y="138"/>
                    </a:lnTo>
                    <a:lnTo>
                      <a:pt x="3" y="137"/>
                    </a:lnTo>
                    <a:lnTo>
                      <a:pt x="3" y="136"/>
                    </a:lnTo>
                    <a:lnTo>
                      <a:pt x="3" y="135"/>
                    </a:lnTo>
                    <a:lnTo>
                      <a:pt x="3" y="134"/>
                    </a:lnTo>
                    <a:lnTo>
                      <a:pt x="3" y="132"/>
                    </a:lnTo>
                    <a:lnTo>
                      <a:pt x="3" y="132"/>
                    </a:lnTo>
                    <a:lnTo>
                      <a:pt x="3" y="131"/>
                    </a:lnTo>
                    <a:lnTo>
                      <a:pt x="2" y="128"/>
                    </a:lnTo>
                    <a:lnTo>
                      <a:pt x="1" y="125"/>
                    </a:lnTo>
                    <a:lnTo>
                      <a:pt x="1" y="123"/>
                    </a:lnTo>
                    <a:lnTo>
                      <a:pt x="1" y="122"/>
                    </a:lnTo>
                    <a:lnTo>
                      <a:pt x="1" y="119"/>
                    </a:lnTo>
                    <a:lnTo>
                      <a:pt x="2" y="119"/>
                    </a:lnTo>
                    <a:lnTo>
                      <a:pt x="2" y="116"/>
                    </a:lnTo>
                    <a:lnTo>
                      <a:pt x="3" y="114"/>
                    </a:lnTo>
                    <a:lnTo>
                      <a:pt x="4" y="111"/>
                    </a:lnTo>
                    <a:lnTo>
                      <a:pt x="7" y="105"/>
                    </a:lnTo>
                    <a:lnTo>
                      <a:pt x="9" y="99"/>
                    </a:lnTo>
                    <a:lnTo>
                      <a:pt x="10" y="96"/>
                    </a:lnTo>
                    <a:lnTo>
                      <a:pt x="11" y="93"/>
                    </a:lnTo>
                    <a:lnTo>
                      <a:pt x="12" y="90"/>
                    </a:lnTo>
                    <a:lnTo>
                      <a:pt x="13" y="88"/>
                    </a:lnTo>
                    <a:lnTo>
                      <a:pt x="13" y="87"/>
                    </a:lnTo>
                    <a:lnTo>
                      <a:pt x="14" y="83"/>
                    </a:lnTo>
                    <a:lnTo>
                      <a:pt x="16" y="80"/>
                    </a:lnTo>
                    <a:lnTo>
                      <a:pt x="17" y="77"/>
                    </a:lnTo>
                    <a:lnTo>
                      <a:pt x="18" y="75"/>
                    </a:lnTo>
                    <a:lnTo>
                      <a:pt x="18" y="73"/>
                    </a:lnTo>
                    <a:lnTo>
                      <a:pt x="19" y="73"/>
                    </a:lnTo>
                    <a:lnTo>
                      <a:pt x="19" y="71"/>
                    </a:lnTo>
                    <a:lnTo>
                      <a:pt x="20" y="69"/>
                    </a:lnTo>
                    <a:lnTo>
                      <a:pt x="20" y="69"/>
                    </a:lnTo>
                    <a:lnTo>
                      <a:pt x="21" y="68"/>
                    </a:lnTo>
                    <a:lnTo>
                      <a:pt x="21" y="66"/>
                    </a:lnTo>
                    <a:lnTo>
                      <a:pt x="21" y="64"/>
                    </a:lnTo>
                    <a:lnTo>
                      <a:pt x="22" y="63"/>
                    </a:lnTo>
                    <a:lnTo>
                      <a:pt x="22" y="61"/>
                    </a:lnTo>
                    <a:lnTo>
                      <a:pt x="23" y="60"/>
                    </a:lnTo>
                    <a:lnTo>
                      <a:pt x="24" y="58"/>
                    </a:lnTo>
                    <a:lnTo>
                      <a:pt x="24" y="56"/>
                    </a:lnTo>
                    <a:lnTo>
                      <a:pt x="25" y="55"/>
                    </a:lnTo>
                    <a:lnTo>
                      <a:pt x="25" y="55"/>
                    </a:lnTo>
                    <a:lnTo>
                      <a:pt x="26" y="53"/>
                    </a:lnTo>
                    <a:lnTo>
                      <a:pt x="27" y="52"/>
                    </a:lnTo>
                    <a:lnTo>
                      <a:pt x="28" y="50"/>
                    </a:lnTo>
                    <a:lnTo>
                      <a:pt x="29" y="49"/>
                    </a:lnTo>
                    <a:lnTo>
                      <a:pt x="30" y="47"/>
                    </a:lnTo>
                    <a:lnTo>
                      <a:pt x="30" y="46"/>
                    </a:lnTo>
                    <a:lnTo>
                      <a:pt x="31" y="44"/>
                    </a:lnTo>
                    <a:lnTo>
                      <a:pt x="32" y="43"/>
                    </a:lnTo>
                    <a:lnTo>
                      <a:pt x="33" y="42"/>
                    </a:lnTo>
                    <a:lnTo>
                      <a:pt x="34" y="41"/>
                    </a:lnTo>
                    <a:lnTo>
                      <a:pt x="35" y="39"/>
                    </a:lnTo>
                    <a:lnTo>
                      <a:pt x="36" y="38"/>
                    </a:lnTo>
                    <a:lnTo>
                      <a:pt x="36" y="38"/>
                    </a:lnTo>
                    <a:lnTo>
                      <a:pt x="36" y="37"/>
                    </a:lnTo>
                    <a:lnTo>
                      <a:pt x="37" y="35"/>
                    </a:lnTo>
                    <a:lnTo>
                      <a:pt x="38" y="34"/>
                    </a:lnTo>
                    <a:lnTo>
                      <a:pt x="39" y="33"/>
                    </a:lnTo>
                    <a:lnTo>
                      <a:pt x="40" y="31"/>
                    </a:lnTo>
                    <a:lnTo>
                      <a:pt x="41" y="30"/>
                    </a:lnTo>
                    <a:lnTo>
                      <a:pt x="42" y="29"/>
                    </a:lnTo>
                    <a:lnTo>
                      <a:pt x="43" y="28"/>
                    </a:lnTo>
                    <a:lnTo>
                      <a:pt x="43" y="27"/>
                    </a:lnTo>
                    <a:lnTo>
                      <a:pt x="43" y="26"/>
                    </a:lnTo>
                    <a:lnTo>
                      <a:pt x="44" y="26"/>
                    </a:lnTo>
                    <a:lnTo>
                      <a:pt x="44" y="25"/>
                    </a:lnTo>
                    <a:lnTo>
                      <a:pt x="45" y="25"/>
                    </a:lnTo>
                    <a:lnTo>
                      <a:pt x="45" y="24"/>
                    </a:lnTo>
                    <a:lnTo>
                      <a:pt x="46" y="23"/>
                    </a:lnTo>
                    <a:lnTo>
                      <a:pt x="46" y="23"/>
                    </a:lnTo>
                    <a:lnTo>
                      <a:pt x="46" y="22"/>
                    </a:lnTo>
                    <a:lnTo>
                      <a:pt x="47" y="22"/>
                    </a:lnTo>
                    <a:lnTo>
                      <a:pt x="47" y="21"/>
                    </a:lnTo>
                    <a:lnTo>
                      <a:pt x="47" y="21"/>
                    </a:lnTo>
                    <a:lnTo>
                      <a:pt x="48" y="20"/>
                    </a:lnTo>
                    <a:lnTo>
                      <a:pt x="48" y="20"/>
                    </a:lnTo>
                    <a:lnTo>
                      <a:pt x="49" y="19"/>
                    </a:lnTo>
                    <a:lnTo>
                      <a:pt x="49" y="19"/>
                    </a:lnTo>
                    <a:lnTo>
                      <a:pt x="49" y="18"/>
                    </a:lnTo>
                    <a:lnTo>
                      <a:pt x="49" y="18"/>
                    </a:lnTo>
                    <a:lnTo>
                      <a:pt x="49" y="17"/>
                    </a:lnTo>
                    <a:lnTo>
                      <a:pt x="50" y="17"/>
                    </a:lnTo>
                    <a:lnTo>
                      <a:pt x="50" y="16"/>
                    </a:lnTo>
                    <a:lnTo>
                      <a:pt x="51" y="15"/>
                    </a:lnTo>
                    <a:lnTo>
                      <a:pt x="51" y="15"/>
                    </a:lnTo>
                    <a:lnTo>
                      <a:pt x="51" y="14"/>
                    </a:lnTo>
                    <a:lnTo>
                      <a:pt x="52" y="14"/>
                    </a:lnTo>
                    <a:lnTo>
                      <a:pt x="52" y="14"/>
                    </a:lnTo>
                    <a:lnTo>
                      <a:pt x="53" y="14"/>
                    </a:lnTo>
                    <a:lnTo>
                      <a:pt x="53" y="13"/>
                    </a:lnTo>
                    <a:lnTo>
                      <a:pt x="54" y="13"/>
                    </a:lnTo>
                    <a:lnTo>
                      <a:pt x="54" y="12"/>
                    </a:lnTo>
                    <a:lnTo>
                      <a:pt x="55" y="12"/>
                    </a:lnTo>
                    <a:lnTo>
                      <a:pt x="55" y="11"/>
                    </a:lnTo>
                    <a:lnTo>
                      <a:pt x="56" y="11"/>
                    </a:lnTo>
                    <a:lnTo>
                      <a:pt x="56" y="10"/>
                    </a:lnTo>
                    <a:lnTo>
                      <a:pt x="57" y="10"/>
                    </a:lnTo>
                    <a:lnTo>
                      <a:pt x="57" y="9"/>
                    </a:lnTo>
                    <a:lnTo>
                      <a:pt x="58" y="9"/>
                    </a:lnTo>
                    <a:lnTo>
                      <a:pt x="58" y="9"/>
                    </a:lnTo>
                    <a:lnTo>
                      <a:pt x="59" y="8"/>
                    </a:lnTo>
                    <a:lnTo>
                      <a:pt x="59" y="8"/>
                    </a:lnTo>
                    <a:lnTo>
                      <a:pt x="60" y="7"/>
                    </a:lnTo>
                    <a:lnTo>
                      <a:pt x="60" y="7"/>
                    </a:lnTo>
                    <a:lnTo>
                      <a:pt x="61" y="6"/>
                    </a:lnTo>
                    <a:lnTo>
                      <a:pt x="61" y="6"/>
                    </a:lnTo>
                    <a:lnTo>
                      <a:pt x="62" y="6"/>
                    </a:lnTo>
                    <a:lnTo>
                      <a:pt x="63" y="5"/>
                    </a:lnTo>
                    <a:lnTo>
                      <a:pt x="63" y="5"/>
                    </a:lnTo>
                    <a:lnTo>
                      <a:pt x="64" y="5"/>
                    </a:lnTo>
                    <a:lnTo>
                      <a:pt x="64" y="4"/>
                    </a:lnTo>
                    <a:lnTo>
                      <a:pt x="64" y="4"/>
                    </a:lnTo>
                    <a:lnTo>
                      <a:pt x="65" y="4"/>
                    </a:lnTo>
                    <a:lnTo>
                      <a:pt x="66" y="3"/>
                    </a:lnTo>
                    <a:lnTo>
                      <a:pt x="67" y="3"/>
                    </a:lnTo>
                    <a:lnTo>
                      <a:pt x="67" y="3"/>
                    </a:lnTo>
                    <a:lnTo>
                      <a:pt x="68" y="2"/>
                    </a:lnTo>
                    <a:lnTo>
                      <a:pt x="69" y="2"/>
                    </a:lnTo>
                    <a:lnTo>
                      <a:pt x="70" y="2"/>
                    </a:lnTo>
                    <a:lnTo>
                      <a:pt x="70" y="1"/>
                    </a:lnTo>
                    <a:lnTo>
                      <a:pt x="71" y="1"/>
                    </a:lnTo>
                    <a:lnTo>
                      <a:pt x="72" y="1"/>
                    </a:lnTo>
                    <a:lnTo>
                      <a:pt x="73" y="1"/>
                    </a:lnTo>
                    <a:lnTo>
                      <a:pt x="74" y="1"/>
                    </a:lnTo>
                    <a:lnTo>
                      <a:pt x="75" y="1"/>
                    </a:lnTo>
                    <a:lnTo>
                      <a:pt x="76" y="1"/>
                    </a:lnTo>
                    <a:lnTo>
                      <a:pt x="76" y="0"/>
                    </a:lnTo>
                    <a:lnTo>
                      <a:pt x="77" y="0"/>
                    </a:lnTo>
                    <a:lnTo>
                      <a:pt x="77" y="0"/>
                    </a:lnTo>
                    <a:lnTo>
                      <a:pt x="78" y="0"/>
                    </a:lnTo>
                    <a:lnTo>
                      <a:pt x="78" y="0"/>
                    </a:lnTo>
                    <a:close/>
                    <a:moveTo>
                      <a:pt x="39" y="142"/>
                    </a:moveTo>
                    <a:lnTo>
                      <a:pt x="39" y="142"/>
                    </a:lnTo>
                    <a:lnTo>
                      <a:pt x="39" y="142"/>
                    </a:lnTo>
                    <a:lnTo>
                      <a:pt x="39" y="142"/>
                    </a:lnTo>
                    <a:lnTo>
                      <a:pt x="39" y="142"/>
                    </a:lnTo>
                    <a:lnTo>
                      <a:pt x="39" y="141"/>
                    </a:lnTo>
                    <a:lnTo>
                      <a:pt x="39" y="141"/>
                    </a:lnTo>
                    <a:lnTo>
                      <a:pt x="39" y="141"/>
                    </a:lnTo>
                    <a:lnTo>
                      <a:pt x="39" y="141"/>
                    </a:lnTo>
                    <a:lnTo>
                      <a:pt x="39" y="141"/>
                    </a:lnTo>
                    <a:lnTo>
                      <a:pt x="39" y="141"/>
                    </a:lnTo>
                    <a:lnTo>
                      <a:pt x="39" y="140"/>
                    </a:lnTo>
                    <a:lnTo>
                      <a:pt x="39" y="140"/>
                    </a:lnTo>
                    <a:lnTo>
                      <a:pt x="39" y="140"/>
                    </a:lnTo>
                    <a:lnTo>
                      <a:pt x="38" y="140"/>
                    </a:lnTo>
                    <a:lnTo>
                      <a:pt x="38" y="139"/>
                    </a:lnTo>
                    <a:lnTo>
                      <a:pt x="38" y="139"/>
                    </a:lnTo>
                    <a:lnTo>
                      <a:pt x="38" y="139"/>
                    </a:lnTo>
                    <a:lnTo>
                      <a:pt x="38" y="139"/>
                    </a:lnTo>
                    <a:lnTo>
                      <a:pt x="39" y="142"/>
                    </a:lnTo>
                    <a:lnTo>
                      <a:pt x="39" y="142"/>
                    </a:lnTo>
                    <a:close/>
                    <a:moveTo>
                      <a:pt x="78" y="34"/>
                    </a:moveTo>
                    <a:lnTo>
                      <a:pt x="78" y="34"/>
                    </a:lnTo>
                    <a:lnTo>
                      <a:pt x="78" y="34"/>
                    </a:lnTo>
                    <a:lnTo>
                      <a:pt x="78" y="35"/>
                    </a:lnTo>
                    <a:lnTo>
                      <a:pt x="78" y="35"/>
                    </a:lnTo>
                    <a:lnTo>
                      <a:pt x="77" y="35"/>
                    </a:lnTo>
                    <a:lnTo>
                      <a:pt x="77" y="36"/>
                    </a:lnTo>
                    <a:lnTo>
                      <a:pt x="77" y="36"/>
                    </a:lnTo>
                    <a:lnTo>
                      <a:pt x="77" y="36"/>
                    </a:lnTo>
                    <a:lnTo>
                      <a:pt x="76" y="37"/>
                    </a:lnTo>
                    <a:lnTo>
                      <a:pt x="76" y="37"/>
                    </a:lnTo>
                    <a:lnTo>
                      <a:pt x="76" y="37"/>
                    </a:lnTo>
                    <a:lnTo>
                      <a:pt x="76" y="38"/>
                    </a:lnTo>
                    <a:lnTo>
                      <a:pt x="76" y="38"/>
                    </a:lnTo>
                    <a:lnTo>
                      <a:pt x="75" y="39"/>
                    </a:lnTo>
                    <a:lnTo>
                      <a:pt x="75" y="39"/>
                    </a:lnTo>
                    <a:lnTo>
                      <a:pt x="75" y="39"/>
                    </a:lnTo>
                    <a:lnTo>
                      <a:pt x="75" y="40"/>
                    </a:lnTo>
                    <a:lnTo>
                      <a:pt x="75" y="40"/>
                    </a:lnTo>
                    <a:lnTo>
                      <a:pt x="74" y="41"/>
                    </a:lnTo>
                    <a:lnTo>
                      <a:pt x="74" y="41"/>
                    </a:lnTo>
                    <a:lnTo>
                      <a:pt x="74" y="42"/>
                    </a:lnTo>
                    <a:lnTo>
                      <a:pt x="74" y="42"/>
                    </a:lnTo>
                    <a:lnTo>
                      <a:pt x="74" y="43"/>
                    </a:lnTo>
                    <a:lnTo>
                      <a:pt x="73" y="43"/>
                    </a:lnTo>
                    <a:lnTo>
                      <a:pt x="73" y="43"/>
                    </a:lnTo>
                    <a:lnTo>
                      <a:pt x="73" y="43"/>
                    </a:lnTo>
                    <a:lnTo>
                      <a:pt x="73" y="44"/>
                    </a:lnTo>
                    <a:lnTo>
                      <a:pt x="72" y="45"/>
                    </a:lnTo>
                    <a:lnTo>
                      <a:pt x="72" y="46"/>
                    </a:lnTo>
                    <a:lnTo>
                      <a:pt x="71" y="47"/>
                    </a:lnTo>
                    <a:lnTo>
                      <a:pt x="71" y="48"/>
                    </a:lnTo>
                    <a:lnTo>
                      <a:pt x="71" y="50"/>
                    </a:lnTo>
                    <a:lnTo>
                      <a:pt x="70" y="51"/>
                    </a:lnTo>
                    <a:lnTo>
                      <a:pt x="70" y="52"/>
                    </a:lnTo>
                    <a:lnTo>
                      <a:pt x="69" y="53"/>
                    </a:lnTo>
                    <a:lnTo>
                      <a:pt x="69" y="54"/>
                    </a:lnTo>
                    <a:lnTo>
                      <a:pt x="69" y="55"/>
                    </a:lnTo>
                    <a:lnTo>
                      <a:pt x="68" y="56"/>
                    </a:lnTo>
                    <a:lnTo>
                      <a:pt x="68" y="58"/>
                    </a:lnTo>
                    <a:lnTo>
                      <a:pt x="68" y="59"/>
                    </a:lnTo>
                    <a:lnTo>
                      <a:pt x="67" y="61"/>
                    </a:lnTo>
                    <a:lnTo>
                      <a:pt x="67" y="62"/>
                    </a:lnTo>
                    <a:lnTo>
                      <a:pt x="66" y="64"/>
                    </a:lnTo>
                    <a:lnTo>
                      <a:pt x="66" y="65"/>
                    </a:lnTo>
                    <a:lnTo>
                      <a:pt x="65" y="67"/>
                    </a:lnTo>
                    <a:lnTo>
                      <a:pt x="65" y="68"/>
                    </a:lnTo>
                    <a:lnTo>
                      <a:pt x="65" y="70"/>
                    </a:lnTo>
                    <a:lnTo>
                      <a:pt x="64" y="71"/>
                    </a:lnTo>
                    <a:lnTo>
                      <a:pt x="64" y="71"/>
                    </a:lnTo>
                    <a:lnTo>
                      <a:pt x="64" y="73"/>
                    </a:lnTo>
                    <a:lnTo>
                      <a:pt x="63" y="73"/>
                    </a:lnTo>
                    <a:lnTo>
                      <a:pt x="63" y="75"/>
                    </a:lnTo>
                    <a:lnTo>
                      <a:pt x="62" y="76"/>
                    </a:lnTo>
                    <a:lnTo>
                      <a:pt x="61" y="78"/>
                    </a:lnTo>
                    <a:lnTo>
                      <a:pt x="61" y="79"/>
                    </a:lnTo>
                    <a:lnTo>
                      <a:pt x="60" y="81"/>
                    </a:lnTo>
                    <a:lnTo>
                      <a:pt x="60" y="82"/>
                    </a:lnTo>
                    <a:lnTo>
                      <a:pt x="59" y="83"/>
                    </a:lnTo>
                    <a:lnTo>
                      <a:pt x="59" y="84"/>
                    </a:lnTo>
                    <a:lnTo>
                      <a:pt x="58" y="86"/>
                    </a:lnTo>
                    <a:lnTo>
                      <a:pt x="58" y="87"/>
                    </a:lnTo>
                    <a:lnTo>
                      <a:pt x="57" y="89"/>
                    </a:lnTo>
                    <a:lnTo>
                      <a:pt x="57" y="90"/>
                    </a:lnTo>
                    <a:lnTo>
                      <a:pt x="56" y="92"/>
                    </a:lnTo>
                    <a:lnTo>
                      <a:pt x="55" y="95"/>
                    </a:lnTo>
                    <a:lnTo>
                      <a:pt x="54" y="98"/>
                    </a:lnTo>
                    <a:lnTo>
                      <a:pt x="53" y="102"/>
                    </a:lnTo>
                    <a:lnTo>
                      <a:pt x="52" y="102"/>
                    </a:lnTo>
                    <a:lnTo>
                      <a:pt x="51" y="104"/>
                    </a:lnTo>
                    <a:lnTo>
                      <a:pt x="50" y="107"/>
                    </a:lnTo>
                    <a:lnTo>
                      <a:pt x="49" y="110"/>
                    </a:lnTo>
                    <a:lnTo>
                      <a:pt x="49" y="113"/>
                    </a:lnTo>
                    <a:lnTo>
                      <a:pt x="47" y="119"/>
                    </a:lnTo>
                    <a:lnTo>
                      <a:pt x="47" y="119"/>
                    </a:lnTo>
                    <a:lnTo>
                      <a:pt x="47" y="119"/>
                    </a:lnTo>
                    <a:lnTo>
                      <a:pt x="48" y="118"/>
                    </a:lnTo>
                    <a:lnTo>
                      <a:pt x="48" y="118"/>
                    </a:lnTo>
                    <a:lnTo>
                      <a:pt x="48" y="118"/>
                    </a:lnTo>
                    <a:lnTo>
                      <a:pt x="48" y="117"/>
                    </a:lnTo>
                    <a:lnTo>
                      <a:pt x="49" y="117"/>
                    </a:lnTo>
                    <a:lnTo>
                      <a:pt x="49" y="116"/>
                    </a:lnTo>
                    <a:lnTo>
                      <a:pt x="49" y="115"/>
                    </a:lnTo>
                    <a:lnTo>
                      <a:pt x="49" y="115"/>
                    </a:lnTo>
                    <a:lnTo>
                      <a:pt x="50" y="114"/>
                    </a:lnTo>
                    <a:lnTo>
                      <a:pt x="50" y="113"/>
                    </a:lnTo>
                    <a:lnTo>
                      <a:pt x="51" y="113"/>
                    </a:lnTo>
                    <a:lnTo>
                      <a:pt x="51" y="112"/>
                    </a:lnTo>
                    <a:lnTo>
                      <a:pt x="52" y="111"/>
                    </a:lnTo>
                    <a:lnTo>
                      <a:pt x="52" y="111"/>
                    </a:lnTo>
                    <a:lnTo>
                      <a:pt x="53" y="110"/>
                    </a:lnTo>
                    <a:lnTo>
                      <a:pt x="53" y="110"/>
                    </a:lnTo>
                    <a:lnTo>
                      <a:pt x="54" y="109"/>
                    </a:lnTo>
                    <a:lnTo>
                      <a:pt x="54" y="108"/>
                    </a:lnTo>
                    <a:lnTo>
                      <a:pt x="55" y="107"/>
                    </a:lnTo>
                    <a:lnTo>
                      <a:pt x="55" y="107"/>
                    </a:lnTo>
                    <a:lnTo>
                      <a:pt x="56" y="106"/>
                    </a:lnTo>
                    <a:lnTo>
                      <a:pt x="56" y="105"/>
                    </a:lnTo>
                    <a:lnTo>
                      <a:pt x="56" y="105"/>
                    </a:lnTo>
                    <a:lnTo>
                      <a:pt x="57" y="104"/>
                    </a:lnTo>
                    <a:lnTo>
                      <a:pt x="57" y="103"/>
                    </a:lnTo>
                    <a:lnTo>
                      <a:pt x="58" y="103"/>
                    </a:lnTo>
                    <a:lnTo>
                      <a:pt x="58" y="102"/>
                    </a:lnTo>
                    <a:lnTo>
                      <a:pt x="59" y="102"/>
                    </a:lnTo>
                    <a:lnTo>
                      <a:pt x="59" y="101"/>
                    </a:lnTo>
                    <a:lnTo>
                      <a:pt x="60" y="101"/>
                    </a:lnTo>
                    <a:lnTo>
                      <a:pt x="60" y="100"/>
                    </a:lnTo>
                    <a:lnTo>
                      <a:pt x="61" y="99"/>
                    </a:lnTo>
                    <a:lnTo>
                      <a:pt x="61" y="99"/>
                    </a:lnTo>
                    <a:lnTo>
                      <a:pt x="62" y="98"/>
                    </a:lnTo>
                    <a:lnTo>
                      <a:pt x="62" y="97"/>
                    </a:lnTo>
                    <a:lnTo>
                      <a:pt x="62" y="96"/>
                    </a:lnTo>
                    <a:lnTo>
                      <a:pt x="63" y="96"/>
                    </a:lnTo>
                    <a:lnTo>
                      <a:pt x="63" y="95"/>
                    </a:lnTo>
                    <a:lnTo>
                      <a:pt x="63" y="95"/>
                    </a:lnTo>
                    <a:lnTo>
                      <a:pt x="64" y="94"/>
                    </a:lnTo>
                    <a:lnTo>
                      <a:pt x="64" y="93"/>
                    </a:lnTo>
                    <a:lnTo>
                      <a:pt x="65" y="93"/>
                    </a:lnTo>
                    <a:lnTo>
                      <a:pt x="65" y="92"/>
                    </a:lnTo>
                    <a:lnTo>
                      <a:pt x="65" y="91"/>
                    </a:lnTo>
                    <a:lnTo>
                      <a:pt x="66" y="90"/>
                    </a:lnTo>
                    <a:lnTo>
                      <a:pt x="66" y="89"/>
                    </a:lnTo>
                    <a:lnTo>
                      <a:pt x="67" y="89"/>
                    </a:lnTo>
                    <a:lnTo>
                      <a:pt x="67" y="88"/>
                    </a:lnTo>
                    <a:lnTo>
                      <a:pt x="68" y="87"/>
                    </a:lnTo>
                    <a:lnTo>
                      <a:pt x="68" y="86"/>
                    </a:lnTo>
                    <a:lnTo>
                      <a:pt x="68" y="86"/>
                    </a:lnTo>
                    <a:lnTo>
                      <a:pt x="69" y="85"/>
                    </a:lnTo>
                    <a:lnTo>
                      <a:pt x="69" y="84"/>
                    </a:lnTo>
                    <a:lnTo>
                      <a:pt x="70" y="83"/>
                    </a:lnTo>
                    <a:lnTo>
                      <a:pt x="70" y="83"/>
                    </a:lnTo>
                    <a:lnTo>
                      <a:pt x="70" y="82"/>
                    </a:lnTo>
                    <a:lnTo>
                      <a:pt x="71" y="81"/>
                    </a:lnTo>
                    <a:lnTo>
                      <a:pt x="71" y="80"/>
                    </a:lnTo>
                    <a:lnTo>
                      <a:pt x="71" y="80"/>
                    </a:lnTo>
                    <a:lnTo>
                      <a:pt x="72" y="79"/>
                    </a:lnTo>
                    <a:lnTo>
                      <a:pt x="72" y="78"/>
                    </a:lnTo>
                    <a:lnTo>
                      <a:pt x="73" y="77"/>
                    </a:lnTo>
                    <a:lnTo>
                      <a:pt x="73" y="76"/>
                    </a:lnTo>
                    <a:lnTo>
                      <a:pt x="73" y="76"/>
                    </a:lnTo>
                    <a:lnTo>
                      <a:pt x="74" y="75"/>
                    </a:lnTo>
                    <a:lnTo>
                      <a:pt x="74" y="74"/>
                    </a:lnTo>
                    <a:lnTo>
                      <a:pt x="74" y="73"/>
                    </a:lnTo>
                    <a:lnTo>
                      <a:pt x="74" y="73"/>
                    </a:lnTo>
                    <a:lnTo>
                      <a:pt x="75" y="73"/>
                    </a:lnTo>
                    <a:lnTo>
                      <a:pt x="75" y="72"/>
                    </a:lnTo>
                    <a:lnTo>
                      <a:pt x="75" y="71"/>
                    </a:lnTo>
                    <a:lnTo>
                      <a:pt x="76" y="71"/>
                    </a:lnTo>
                    <a:lnTo>
                      <a:pt x="76" y="70"/>
                    </a:lnTo>
                    <a:lnTo>
                      <a:pt x="76" y="70"/>
                    </a:lnTo>
                    <a:lnTo>
                      <a:pt x="76" y="69"/>
                    </a:lnTo>
                    <a:lnTo>
                      <a:pt x="77" y="68"/>
                    </a:lnTo>
                    <a:lnTo>
                      <a:pt x="77" y="68"/>
                    </a:lnTo>
                    <a:lnTo>
                      <a:pt x="77" y="67"/>
                    </a:lnTo>
                    <a:lnTo>
                      <a:pt x="77" y="66"/>
                    </a:lnTo>
                    <a:lnTo>
                      <a:pt x="78" y="65"/>
                    </a:lnTo>
                    <a:lnTo>
                      <a:pt x="78" y="65"/>
                    </a:lnTo>
                    <a:lnTo>
                      <a:pt x="78" y="64"/>
                    </a:lnTo>
                    <a:lnTo>
                      <a:pt x="78" y="63"/>
                    </a:lnTo>
                    <a:lnTo>
                      <a:pt x="78" y="63"/>
                    </a:lnTo>
                    <a:lnTo>
                      <a:pt x="78" y="62"/>
                    </a:lnTo>
                    <a:lnTo>
                      <a:pt x="78" y="61"/>
                    </a:lnTo>
                    <a:lnTo>
                      <a:pt x="78" y="61"/>
                    </a:lnTo>
                    <a:lnTo>
                      <a:pt x="79" y="60"/>
                    </a:lnTo>
                    <a:lnTo>
                      <a:pt x="79" y="59"/>
                    </a:lnTo>
                    <a:lnTo>
                      <a:pt x="79" y="58"/>
                    </a:lnTo>
                    <a:lnTo>
                      <a:pt x="79" y="58"/>
                    </a:lnTo>
                    <a:lnTo>
                      <a:pt x="79" y="57"/>
                    </a:lnTo>
                    <a:lnTo>
                      <a:pt x="80" y="56"/>
                    </a:lnTo>
                    <a:lnTo>
                      <a:pt x="80" y="56"/>
                    </a:lnTo>
                    <a:lnTo>
                      <a:pt x="80" y="55"/>
                    </a:lnTo>
                    <a:lnTo>
                      <a:pt x="80" y="55"/>
                    </a:lnTo>
                    <a:lnTo>
                      <a:pt x="80" y="54"/>
                    </a:lnTo>
                    <a:lnTo>
                      <a:pt x="80" y="53"/>
                    </a:lnTo>
                    <a:lnTo>
                      <a:pt x="80" y="53"/>
                    </a:lnTo>
                    <a:lnTo>
                      <a:pt x="81" y="52"/>
                    </a:lnTo>
                    <a:lnTo>
                      <a:pt x="81" y="51"/>
                    </a:lnTo>
                    <a:lnTo>
                      <a:pt x="81" y="51"/>
                    </a:lnTo>
                    <a:lnTo>
                      <a:pt x="81" y="50"/>
                    </a:lnTo>
                    <a:lnTo>
                      <a:pt x="81" y="50"/>
                    </a:lnTo>
                    <a:lnTo>
                      <a:pt x="81" y="50"/>
                    </a:lnTo>
                    <a:lnTo>
                      <a:pt x="81" y="49"/>
                    </a:lnTo>
                    <a:lnTo>
                      <a:pt x="81" y="48"/>
                    </a:lnTo>
                    <a:lnTo>
                      <a:pt x="81" y="48"/>
                    </a:lnTo>
                    <a:lnTo>
                      <a:pt x="81" y="47"/>
                    </a:lnTo>
                    <a:lnTo>
                      <a:pt x="81" y="47"/>
                    </a:lnTo>
                    <a:lnTo>
                      <a:pt x="81" y="46"/>
                    </a:lnTo>
                    <a:lnTo>
                      <a:pt x="81" y="46"/>
                    </a:lnTo>
                    <a:lnTo>
                      <a:pt x="81" y="45"/>
                    </a:lnTo>
                    <a:lnTo>
                      <a:pt x="81" y="45"/>
                    </a:lnTo>
                    <a:lnTo>
                      <a:pt x="81" y="44"/>
                    </a:lnTo>
                    <a:lnTo>
                      <a:pt x="81" y="44"/>
                    </a:lnTo>
                    <a:lnTo>
                      <a:pt x="81" y="43"/>
                    </a:lnTo>
                    <a:lnTo>
                      <a:pt x="81" y="43"/>
                    </a:lnTo>
                    <a:lnTo>
                      <a:pt x="81" y="43"/>
                    </a:lnTo>
                    <a:lnTo>
                      <a:pt x="81" y="43"/>
                    </a:lnTo>
                    <a:lnTo>
                      <a:pt x="81" y="43"/>
                    </a:lnTo>
                    <a:lnTo>
                      <a:pt x="81" y="42"/>
                    </a:lnTo>
                    <a:lnTo>
                      <a:pt x="81" y="42"/>
                    </a:lnTo>
                    <a:lnTo>
                      <a:pt x="81" y="41"/>
                    </a:lnTo>
                    <a:lnTo>
                      <a:pt x="81" y="41"/>
                    </a:lnTo>
                    <a:lnTo>
                      <a:pt x="81" y="41"/>
                    </a:lnTo>
                    <a:lnTo>
                      <a:pt x="81" y="40"/>
                    </a:lnTo>
                    <a:lnTo>
                      <a:pt x="81" y="40"/>
                    </a:lnTo>
                    <a:lnTo>
                      <a:pt x="81" y="40"/>
                    </a:lnTo>
                    <a:lnTo>
                      <a:pt x="81" y="40"/>
                    </a:lnTo>
                    <a:lnTo>
                      <a:pt x="81" y="40"/>
                    </a:lnTo>
                    <a:lnTo>
                      <a:pt x="81" y="40"/>
                    </a:lnTo>
                    <a:lnTo>
                      <a:pt x="81" y="39"/>
                    </a:lnTo>
                    <a:lnTo>
                      <a:pt x="81" y="39"/>
                    </a:lnTo>
                    <a:lnTo>
                      <a:pt x="81" y="39"/>
                    </a:lnTo>
                    <a:lnTo>
                      <a:pt x="81" y="39"/>
                    </a:lnTo>
                    <a:lnTo>
                      <a:pt x="81" y="39"/>
                    </a:lnTo>
                    <a:lnTo>
                      <a:pt x="81" y="39"/>
                    </a:lnTo>
                    <a:lnTo>
                      <a:pt x="81" y="38"/>
                    </a:lnTo>
                    <a:lnTo>
                      <a:pt x="81" y="38"/>
                    </a:lnTo>
                    <a:lnTo>
                      <a:pt x="81" y="38"/>
                    </a:lnTo>
                    <a:lnTo>
                      <a:pt x="81" y="38"/>
                    </a:lnTo>
                    <a:lnTo>
                      <a:pt x="80" y="38"/>
                    </a:lnTo>
                    <a:lnTo>
                      <a:pt x="80" y="38"/>
                    </a:lnTo>
                    <a:lnTo>
                      <a:pt x="80" y="38"/>
                    </a:lnTo>
                    <a:lnTo>
                      <a:pt x="80" y="38"/>
                    </a:lnTo>
                    <a:lnTo>
                      <a:pt x="80" y="37"/>
                    </a:lnTo>
                    <a:lnTo>
                      <a:pt x="80" y="37"/>
                    </a:lnTo>
                    <a:lnTo>
                      <a:pt x="80" y="37"/>
                    </a:lnTo>
                    <a:lnTo>
                      <a:pt x="80" y="37"/>
                    </a:lnTo>
                    <a:lnTo>
                      <a:pt x="80" y="37"/>
                    </a:lnTo>
                    <a:lnTo>
                      <a:pt x="80" y="37"/>
                    </a:lnTo>
                    <a:lnTo>
                      <a:pt x="80" y="37"/>
                    </a:lnTo>
                    <a:lnTo>
                      <a:pt x="80" y="37"/>
                    </a:lnTo>
                    <a:lnTo>
                      <a:pt x="80" y="37"/>
                    </a:lnTo>
                    <a:lnTo>
                      <a:pt x="80" y="37"/>
                    </a:lnTo>
                    <a:lnTo>
                      <a:pt x="80" y="36"/>
                    </a:lnTo>
                    <a:lnTo>
                      <a:pt x="80" y="36"/>
                    </a:lnTo>
                    <a:lnTo>
                      <a:pt x="80" y="36"/>
                    </a:lnTo>
                    <a:lnTo>
                      <a:pt x="80" y="36"/>
                    </a:lnTo>
                    <a:lnTo>
                      <a:pt x="80" y="36"/>
                    </a:lnTo>
                    <a:lnTo>
                      <a:pt x="80" y="36"/>
                    </a:lnTo>
                    <a:lnTo>
                      <a:pt x="80" y="36"/>
                    </a:lnTo>
                    <a:lnTo>
                      <a:pt x="80" y="36"/>
                    </a:lnTo>
                    <a:lnTo>
                      <a:pt x="79" y="36"/>
                    </a:lnTo>
                    <a:lnTo>
                      <a:pt x="79" y="36"/>
                    </a:lnTo>
                    <a:lnTo>
                      <a:pt x="79" y="35"/>
                    </a:lnTo>
                    <a:lnTo>
                      <a:pt x="79" y="35"/>
                    </a:lnTo>
                    <a:lnTo>
                      <a:pt x="79" y="35"/>
                    </a:lnTo>
                    <a:lnTo>
                      <a:pt x="79" y="35"/>
                    </a:lnTo>
                    <a:lnTo>
                      <a:pt x="79" y="35"/>
                    </a:lnTo>
                    <a:lnTo>
                      <a:pt x="79" y="35"/>
                    </a:lnTo>
                    <a:lnTo>
                      <a:pt x="79" y="35"/>
                    </a:lnTo>
                    <a:lnTo>
                      <a:pt x="79" y="35"/>
                    </a:lnTo>
                    <a:lnTo>
                      <a:pt x="79" y="35"/>
                    </a:lnTo>
                    <a:lnTo>
                      <a:pt x="79" y="35"/>
                    </a:lnTo>
                    <a:lnTo>
                      <a:pt x="79" y="35"/>
                    </a:lnTo>
                    <a:lnTo>
                      <a:pt x="79" y="35"/>
                    </a:lnTo>
                    <a:lnTo>
                      <a:pt x="79" y="34"/>
                    </a:lnTo>
                    <a:lnTo>
                      <a:pt x="79" y="34"/>
                    </a:lnTo>
                    <a:lnTo>
                      <a:pt x="78" y="34"/>
                    </a:lnTo>
                    <a:lnTo>
                      <a:pt x="78" y="34"/>
                    </a:lnTo>
                    <a:lnTo>
                      <a:pt x="78" y="34"/>
                    </a:lnTo>
                    <a:lnTo>
                      <a:pt x="78" y="34"/>
                    </a:lnTo>
                    <a:lnTo>
                      <a:pt x="78" y="34"/>
                    </a:lnTo>
                    <a:lnTo>
                      <a:pt x="78" y="34"/>
                    </a:lnTo>
                    <a:lnTo>
                      <a:pt x="78" y="34"/>
                    </a:lnTo>
                    <a:lnTo>
                      <a:pt x="78" y="34"/>
                    </a:lnTo>
                    <a:lnTo>
                      <a:pt x="78" y="34"/>
                    </a:lnTo>
                    <a:lnTo>
                      <a:pt x="78" y="34"/>
                    </a:lnTo>
                    <a:lnTo>
                      <a:pt x="78" y="33"/>
                    </a:lnTo>
                    <a:lnTo>
                      <a:pt x="78" y="33"/>
                    </a:lnTo>
                    <a:lnTo>
                      <a:pt x="78" y="33"/>
                    </a:lnTo>
                    <a:lnTo>
                      <a:pt x="78" y="34"/>
                    </a:lnTo>
                    <a:lnTo>
                      <a:pt x="78" y="34"/>
                    </a:lnTo>
                    <a:close/>
                    <a:moveTo>
                      <a:pt x="80" y="31"/>
                    </a:moveTo>
                    <a:lnTo>
                      <a:pt x="80" y="31"/>
                    </a:lnTo>
                    <a:lnTo>
                      <a:pt x="80" y="31"/>
                    </a:lnTo>
                    <a:lnTo>
                      <a:pt x="80" y="31"/>
                    </a:lnTo>
                    <a:lnTo>
                      <a:pt x="80" y="31"/>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69" name="Freeform 22">
                <a:extLst>
                  <a:ext uri="{FF2B5EF4-FFF2-40B4-BE49-F238E27FC236}">
                    <a16:creationId xmlns:a16="http://schemas.microsoft.com/office/drawing/2014/main" id="{8A34184C-4FBE-26E0-C590-1FF00CBD579B}"/>
                  </a:ext>
                </a:extLst>
              </p:cNvPr>
              <p:cNvSpPr>
                <a:spLocks noEditPoints="1"/>
              </p:cNvSpPr>
              <p:nvPr/>
            </p:nvSpPr>
            <p:spPr bwMode="auto">
              <a:xfrm>
                <a:off x="13179043" y="4505947"/>
                <a:ext cx="620659" cy="301887"/>
              </a:xfrm>
              <a:custGeom>
                <a:avLst/>
                <a:gdLst>
                  <a:gd name="T0" fmla="*/ 917 w 919"/>
                  <a:gd name="T1" fmla="*/ 15 h 447"/>
                  <a:gd name="T2" fmla="*/ 919 w 919"/>
                  <a:gd name="T3" fmla="*/ 28 h 447"/>
                  <a:gd name="T4" fmla="*/ 918 w 919"/>
                  <a:gd name="T5" fmla="*/ 46 h 447"/>
                  <a:gd name="T6" fmla="*/ 915 w 919"/>
                  <a:gd name="T7" fmla="*/ 71 h 447"/>
                  <a:gd name="T8" fmla="*/ 911 w 919"/>
                  <a:gd name="T9" fmla="*/ 89 h 447"/>
                  <a:gd name="T10" fmla="*/ 906 w 919"/>
                  <a:gd name="T11" fmla="*/ 100 h 447"/>
                  <a:gd name="T12" fmla="*/ 900 w 919"/>
                  <a:gd name="T13" fmla="*/ 110 h 447"/>
                  <a:gd name="T14" fmla="*/ 893 w 919"/>
                  <a:gd name="T15" fmla="*/ 119 h 447"/>
                  <a:gd name="T16" fmla="*/ 883 w 919"/>
                  <a:gd name="T17" fmla="*/ 128 h 447"/>
                  <a:gd name="T18" fmla="*/ 869 w 919"/>
                  <a:gd name="T19" fmla="*/ 138 h 447"/>
                  <a:gd name="T20" fmla="*/ 844 w 919"/>
                  <a:gd name="T21" fmla="*/ 151 h 447"/>
                  <a:gd name="T22" fmla="*/ 818 w 919"/>
                  <a:gd name="T23" fmla="*/ 164 h 447"/>
                  <a:gd name="T24" fmla="*/ 790 w 919"/>
                  <a:gd name="T25" fmla="*/ 175 h 447"/>
                  <a:gd name="T26" fmla="*/ 763 w 919"/>
                  <a:gd name="T27" fmla="*/ 183 h 447"/>
                  <a:gd name="T28" fmla="*/ 724 w 919"/>
                  <a:gd name="T29" fmla="*/ 195 h 447"/>
                  <a:gd name="T30" fmla="*/ 658 w 919"/>
                  <a:gd name="T31" fmla="*/ 213 h 447"/>
                  <a:gd name="T32" fmla="*/ 587 w 919"/>
                  <a:gd name="T33" fmla="*/ 233 h 447"/>
                  <a:gd name="T34" fmla="*/ 518 w 919"/>
                  <a:gd name="T35" fmla="*/ 255 h 447"/>
                  <a:gd name="T36" fmla="*/ 452 w 919"/>
                  <a:gd name="T37" fmla="*/ 276 h 447"/>
                  <a:gd name="T38" fmla="*/ 381 w 919"/>
                  <a:gd name="T39" fmla="*/ 300 h 447"/>
                  <a:gd name="T40" fmla="*/ 312 w 919"/>
                  <a:gd name="T41" fmla="*/ 325 h 447"/>
                  <a:gd name="T42" fmla="*/ 251 w 919"/>
                  <a:gd name="T43" fmla="*/ 347 h 447"/>
                  <a:gd name="T44" fmla="*/ 186 w 919"/>
                  <a:gd name="T45" fmla="*/ 370 h 447"/>
                  <a:gd name="T46" fmla="*/ 121 w 919"/>
                  <a:gd name="T47" fmla="*/ 393 h 447"/>
                  <a:gd name="T48" fmla="*/ 100 w 919"/>
                  <a:gd name="T49" fmla="*/ 402 h 447"/>
                  <a:gd name="T50" fmla="*/ 84 w 919"/>
                  <a:gd name="T51" fmla="*/ 412 h 447"/>
                  <a:gd name="T52" fmla="*/ 52 w 919"/>
                  <a:gd name="T53" fmla="*/ 432 h 447"/>
                  <a:gd name="T54" fmla="*/ 38 w 919"/>
                  <a:gd name="T55" fmla="*/ 440 h 447"/>
                  <a:gd name="T56" fmla="*/ 26 w 919"/>
                  <a:gd name="T57" fmla="*/ 444 h 447"/>
                  <a:gd name="T58" fmla="*/ 14 w 919"/>
                  <a:gd name="T59" fmla="*/ 447 h 447"/>
                  <a:gd name="T60" fmla="*/ 11 w 919"/>
                  <a:gd name="T61" fmla="*/ 426 h 447"/>
                  <a:gd name="T62" fmla="*/ 14 w 919"/>
                  <a:gd name="T63" fmla="*/ 425 h 447"/>
                  <a:gd name="T64" fmla="*/ 23 w 919"/>
                  <a:gd name="T65" fmla="*/ 422 h 447"/>
                  <a:gd name="T66" fmla="*/ 33 w 919"/>
                  <a:gd name="T67" fmla="*/ 417 h 447"/>
                  <a:gd name="T68" fmla="*/ 53 w 919"/>
                  <a:gd name="T69" fmla="*/ 405 h 447"/>
                  <a:gd name="T70" fmla="*/ 83 w 919"/>
                  <a:gd name="T71" fmla="*/ 384 h 447"/>
                  <a:gd name="T72" fmla="*/ 93 w 919"/>
                  <a:gd name="T73" fmla="*/ 379 h 447"/>
                  <a:gd name="T74" fmla="*/ 145 w 919"/>
                  <a:gd name="T75" fmla="*/ 354 h 447"/>
                  <a:gd name="T76" fmla="*/ 207 w 919"/>
                  <a:gd name="T77" fmla="*/ 325 h 447"/>
                  <a:gd name="T78" fmla="*/ 267 w 919"/>
                  <a:gd name="T79" fmla="*/ 299 h 447"/>
                  <a:gd name="T80" fmla="*/ 332 w 919"/>
                  <a:gd name="T81" fmla="*/ 274 h 447"/>
                  <a:gd name="T82" fmla="*/ 403 w 919"/>
                  <a:gd name="T83" fmla="*/ 248 h 447"/>
                  <a:gd name="T84" fmla="*/ 469 w 919"/>
                  <a:gd name="T85" fmla="*/ 226 h 447"/>
                  <a:gd name="T86" fmla="*/ 540 w 919"/>
                  <a:gd name="T87" fmla="*/ 203 h 447"/>
                  <a:gd name="T88" fmla="*/ 611 w 919"/>
                  <a:gd name="T89" fmla="*/ 182 h 447"/>
                  <a:gd name="T90" fmla="*/ 683 w 919"/>
                  <a:gd name="T91" fmla="*/ 162 h 447"/>
                  <a:gd name="T92" fmla="*/ 697 w 919"/>
                  <a:gd name="T93" fmla="*/ 149 h 447"/>
                  <a:gd name="T94" fmla="*/ 725 w 919"/>
                  <a:gd name="T95" fmla="*/ 127 h 447"/>
                  <a:gd name="T96" fmla="*/ 806 w 919"/>
                  <a:gd name="T97" fmla="*/ 61 h 447"/>
                  <a:gd name="T98" fmla="*/ 841 w 919"/>
                  <a:gd name="T99" fmla="*/ 33 h 447"/>
                  <a:gd name="T100" fmla="*/ 868 w 919"/>
                  <a:gd name="T101" fmla="*/ 14 h 447"/>
                  <a:gd name="T102" fmla="*/ 882 w 919"/>
                  <a:gd name="T103" fmla="*/ 5 h 447"/>
                  <a:gd name="T104" fmla="*/ 870 w 919"/>
                  <a:gd name="T105" fmla="*/ 64 h 447"/>
                  <a:gd name="T106" fmla="*/ 842 w 919"/>
                  <a:gd name="T107" fmla="*/ 87 h 447"/>
                  <a:gd name="T108" fmla="*/ 794 w 919"/>
                  <a:gd name="T109" fmla="*/ 127 h 447"/>
                  <a:gd name="T110" fmla="*/ 818 w 919"/>
                  <a:gd name="T111" fmla="*/ 118 h 447"/>
                  <a:gd name="T112" fmla="*/ 840 w 919"/>
                  <a:gd name="T113" fmla="*/ 106 h 447"/>
                  <a:gd name="T114" fmla="*/ 854 w 919"/>
                  <a:gd name="T115" fmla="*/ 97 h 447"/>
                  <a:gd name="T116" fmla="*/ 860 w 919"/>
                  <a:gd name="T117" fmla="*/ 92 h 447"/>
                  <a:gd name="T118" fmla="*/ 865 w 919"/>
                  <a:gd name="T119" fmla="*/ 87 h 447"/>
                  <a:gd name="T120" fmla="*/ 868 w 919"/>
                  <a:gd name="T121" fmla="*/ 81 h 447"/>
                  <a:gd name="T122" fmla="*/ 871 w 919"/>
                  <a:gd name="T123" fmla="*/ 68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19" h="447">
                    <a:moveTo>
                      <a:pt x="897" y="0"/>
                    </a:moveTo>
                    <a:lnTo>
                      <a:pt x="900" y="0"/>
                    </a:lnTo>
                    <a:lnTo>
                      <a:pt x="902" y="1"/>
                    </a:lnTo>
                    <a:lnTo>
                      <a:pt x="905" y="2"/>
                    </a:lnTo>
                    <a:lnTo>
                      <a:pt x="907" y="3"/>
                    </a:lnTo>
                    <a:lnTo>
                      <a:pt x="909" y="4"/>
                    </a:lnTo>
                    <a:lnTo>
                      <a:pt x="910" y="6"/>
                    </a:lnTo>
                    <a:lnTo>
                      <a:pt x="912" y="7"/>
                    </a:lnTo>
                    <a:lnTo>
                      <a:pt x="913" y="8"/>
                    </a:lnTo>
                    <a:lnTo>
                      <a:pt x="914" y="9"/>
                    </a:lnTo>
                    <a:lnTo>
                      <a:pt x="914" y="10"/>
                    </a:lnTo>
                    <a:lnTo>
                      <a:pt x="915" y="11"/>
                    </a:lnTo>
                    <a:lnTo>
                      <a:pt x="915" y="12"/>
                    </a:lnTo>
                    <a:lnTo>
                      <a:pt x="916" y="13"/>
                    </a:lnTo>
                    <a:lnTo>
                      <a:pt x="916" y="14"/>
                    </a:lnTo>
                    <a:lnTo>
                      <a:pt x="917" y="15"/>
                    </a:lnTo>
                    <a:lnTo>
                      <a:pt x="917" y="16"/>
                    </a:lnTo>
                    <a:lnTo>
                      <a:pt x="917" y="17"/>
                    </a:lnTo>
                    <a:lnTo>
                      <a:pt x="918" y="18"/>
                    </a:lnTo>
                    <a:lnTo>
                      <a:pt x="918" y="19"/>
                    </a:lnTo>
                    <a:lnTo>
                      <a:pt x="918" y="20"/>
                    </a:lnTo>
                    <a:lnTo>
                      <a:pt x="918" y="21"/>
                    </a:lnTo>
                    <a:lnTo>
                      <a:pt x="918" y="22"/>
                    </a:lnTo>
                    <a:lnTo>
                      <a:pt x="918" y="22"/>
                    </a:lnTo>
                    <a:lnTo>
                      <a:pt x="918" y="23"/>
                    </a:lnTo>
                    <a:lnTo>
                      <a:pt x="918" y="24"/>
                    </a:lnTo>
                    <a:lnTo>
                      <a:pt x="918" y="24"/>
                    </a:lnTo>
                    <a:lnTo>
                      <a:pt x="918" y="25"/>
                    </a:lnTo>
                    <a:lnTo>
                      <a:pt x="919" y="26"/>
                    </a:lnTo>
                    <a:lnTo>
                      <a:pt x="919" y="26"/>
                    </a:lnTo>
                    <a:lnTo>
                      <a:pt x="919" y="27"/>
                    </a:lnTo>
                    <a:lnTo>
                      <a:pt x="919" y="28"/>
                    </a:lnTo>
                    <a:lnTo>
                      <a:pt x="919" y="28"/>
                    </a:lnTo>
                    <a:lnTo>
                      <a:pt x="919" y="29"/>
                    </a:lnTo>
                    <a:lnTo>
                      <a:pt x="919" y="29"/>
                    </a:lnTo>
                    <a:lnTo>
                      <a:pt x="919" y="29"/>
                    </a:lnTo>
                    <a:lnTo>
                      <a:pt x="919" y="30"/>
                    </a:lnTo>
                    <a:lnTo>
                      <a:pt x="919" y="32"/>
                    </a:lnTo>
                    <a:lnTo>
                      <a:pt x="918" y="33"/>
                    </a:lnTo>
                    <a:lnTo>
                      <a:pt x="918" y="34"/>
                    </a:lnTo>
                    <a:lnTo>
                      <a:pt x="918" y="36"/>
                    </a:lnTo>
                    <a:lnTo>
                      <a:pt x="918" y="37"/>
                    </a:lnTo>
                    <a:lnTo>
                      <a:pt x="918" y="39"/>
                    </a:lnTo>
                    <a:lnTo>
                      <a:pt x="918" y="40"/>
                    </a:lnTo>
                    <a:lnTo>
                      <a:pt x="918" y="42"/>
                    </a:lnTo>
                    <a:lnTo>
                      <a:pt x="918" y="43"/>
                    </a:lnTo>
                    <a:lnTo>
                      <a:pt x="918" y="45"/>
                    </a:lnTo>
                    <a:lnTo>
                      <a:pt x="918" y="46"/>
                    </a:lnTo>
                    <a:lnTo>
                      <a:pt x="917" y="48"/>
                    </a:lnTo>
                    <a:lnTo>
                      <a:pt x="917" y="49"/>
                    </a:lnTo>
                    <a:lnTo>
                      <a:pt x="917" y="51"/>
                    </a:lnTo>
                    <a:lnTo>
                      <a:pt x="917" y="53"/>
                    </a:lnTo>
                    <a:lnTo>
                      <a:pt x="917" y="54"/>
                    </a:lnTo>
                    <a:lnTo>
                      <a:pt x="917" y="56"/>
                    </a:lnTo>
                    <a:lnTo>
                      <a:pt x="916" y="57"/>
                    </a:lnTo>
                    <a:lnTo>
                      <a:pt x="916" y="59"/>
                    </a:lnTo>
                    <a:lnTo>
                      <a:pt x="916" y="60"/>
                    </a:lnTo>
                    <a:lnTo>
                      <a:pt x="916" y="61"/>
                    </a:lnTo>
                    <a:lnTo>
                      <a:pt x="916" y="63"/>
                    </a:lnTo>
                    <a:lnTo>
                      <a:pt x="915" y="64"/>
                    </a:lnTo>
                    <a:lnTo>
                      <a:pt x="915" y="66"/>
                    </a:lnTo>
                    <a:lnTo>
                      <a:pt x="915" y="68"/>
                    </a:lnTo>
                    <a:lnTo>
                      <a:pt x="915" y="69"/>
                    </a:lnTo>
                    <a:lnTo>
                      <a:pt x="915" y="71"/>
                    </a:lnTo>
                    <a:lnTo>
                      <a:pt x="914" y="72"/>
                    </a:lnTo>
                    <a:lnTo>
                      <a:pt x="914" y="74"/>
                    </a:lnTo>
                    <a:lnTo>
                      <a:pt x="914" y="75"/>
                    </a:lnTo>
                    <a:lnTo>
                      <a:pt x="914" y="76"/>
                    </a:lnTo>
                    <a:lnTo>
                      <a:pt x="913" y="78"/>
                    </a:lnTo>
                    <a:lnTo>
                      <a:pt x="913" y="79"/>
                    </a:lnTo>
                    <a:lnTo>
                      <a:pt x="913" y="80"/>
                    </a:lnTo>
                    <a:lnTo>
                      <a:pt x="913" y="82"/>
                    </a:lnTo>
                    <a:lnTo>
                      <a:pt x="913" y="83"/>
                    </a:lnTo>
                    <a:lnTo>
                      <a:pt x="912" y="84"/>
                    </a:lnTo>
                    <a:lnTo>
                      <a:pt x="912" y="85"/>
                    </a:lnTo>
                    <a:lnTo>
                      <a:pt x="912" y="87"/>
                    </a:lnTo>
                    <a:lnTo>
                      <a:pt x="912" y="88"/>
                    </a:lnTo>
                    <a:lnTo>
                      <a:pt x="911" y="88"/>
                    </a:lnTo>
                    <a:lnTo>
                      <a:pt x="911" y="89"/>
                    </a:lnTo>
                    <a:lnTo>
                      <a:pt x="911" y="89"/>
                    </a:lnTo>
                    <a:lnTo>
                      <a:pt x="911" y="90"/>
                    </a:lnTo>
                    <a:lnTo>
                      <a:pt x="911" y="90"/>
                    </a:lnTo>
                    <a:lnTo>
                      <a:pt x="911" y="91"/>
                    </a:lnTo>
                    <a:lnTo>
                      <a:pt x="910" y="91"/>
                    </a:lnTo>
                    <a:lnTo>
                      <a:pt x="910" y="92"/>
                    </a:lnTo>
                    <a:lnTo>
                      <a:pt x="910" y="93"/>
                    </a:lnTo>
                    <a:lnTo>
                      <a:pt x="910" y="93"/>
                    </a:lnTo>
                    <a:lnTo>
                      <a:pt x="909" y="94"/>
                    </a:lnTo>
                    <a:lnTo>
                      <a:pt x="909" y="95"/>
                    </a:lnTo>
                    <a:lnTo>
                      <a:pt x="909" y="96"/>
                    </a:lnTo>
                    <a:lnTo>
                      <a:pt x="908" y="97"/>
                    </a:lnTo>
                    <a:lnTo>
                      <a:pt x="908" y="98"/>
                    </a:lnTo>
                    <a:lnTo>
                      <a:pt x="907" y="98"/>
                    </a:lnTo>
                    <a:lnTo>
                      <a:pt x="907" y="99"/>
                    </a:lnTo>
                    <a:lnTo>
                      <a:pt x="907" y="100"/>
                    </a:lnTo>
                    <a:lnTo>
                      <a:pt x="906" y="100"/>
                    </a:lnTo>
                    <a:lnTo>
                      <a:pt x="906" y="101"/>
                    </a:lnTo>
                    <a:lnTo>
                      <a:pt x="905" y="102"/>
                    </a:lnTo>
                    <a:lnTo>
                      <a:pt x="905" y="102"/>
                    </a:lnTo>
                    <a:lnTo>
                      <a:pt x="905" y="103"/>
                    </a:lnTo>
                    <a:lnTo>
                      <a:pt x="904" y="103"/>
                    </a:lnTo>
                    <a:lnTo>
                      <a:pt x="904" y="104"/>
                    </a:lnTo>
                    <a:lnTo>
                      <a:pt x="903" y="105"/>
                    </a:lnTo>
                    <a:lnTo>
                      <a:pt x="903" y="105"/>
                    </a:lnTo>
                    <a:lnTo>
                      <a:pt x="903" y="106"/>
                    </a:lnTo>
                    <a:lnTo>
                      <a:pt x="902" y="107"/>
                    </a:lnTo>
                    <a:lnTo>
                      <a:pt x="902" y="107"/>
                    </a:lnTo>
                    <a:lnTo>
                      <a:pt x="901" y="108"/>
                    </a:lnTo>
                    <a:lnTo>
                      <a:pt x="901" y="109"/>
                    </a:lnTo>
                    <a:lnTo>
                      <a:pt x="900" y="109"/>
                    </a:lnTo>
                    <a:lnTo>
                      <a:pt x="900" y="110"/>
                    </a:lnTo>
                    <a:lnTo>
                      <a:pt x="900" y="110"/>
                    </a:lnTo>
                    <a:lnTo>
                      <a:pt x="899" y="111"/>
                    </a:lnTo>
                    <a:lnTo>
                      <a:pt x="899" y="112"/>
                    </a:lnTo>
                    <a:lnTo>
                      <a:pt x="898" y="112"/>
                    </a:lnTo>
                    <a:lnTo>
                      <a:pt x="898" y="113"/>
                    </a:lnTo>
                    <a:lnTo>
                      <a:pt x="897" y="114"/>
                    </a:lnTo>
                    <a:lnTo>
                      <a:pt x="897" y="114"/>
                    </a:lnTo>
                    <a:lnTo>
                      <a:pt x="897" y="115"/>
                    </a:lnTo>
                    <a:lnTo>
                      <a:pt x="897" y="116"/>
                    </a:lnTo>
                    <a:lnTo>
                      <a:pt x="896" y="116"/>
                    </a:lnTo>
                    <a:lnTo>
                      <a:pt x="896" y="116"/>
                    </a:lnTo>
                    <a:lnTo>
                      <a:pt x="896" y="117"/>
                    </a:lnTo>
                    <a:lnTo>
                      <a:pt x="895" y="117"/>
                    </a:lnTo>
                    <a:lnTo>
                      <a:pt x="895" y="118"/>
                    </a:lnTo>
                    <a:lnTo>
                      <a:pt x="894" y="118"/>
                    </a:lnTo>
                    <a:lnTo>
                      <a:pt x="894" y="118"/>
                    </a:lnTo>
                    <a:lnTo>
                      <a:pt x="893" y="119"/>
                    </a:lnTo>
                    <a:lnTo>
                      <a:pt x="892" y="119"/>
                    </a:lnTo>
                    <a:lnTo>
                      <a:pt x="892" y="120"/>
                    </a:lnTo>
                    <a:lnTo>
                      <a:pt x="891" y="121"/>
                    </a:lnTo>
                    <a:lnTo>
                      <a:pt x="891" y="121"/>
                    </a:lnTo>
                    <a:lnTo>
                      <a:pt x="890" y="122"/>
                    </a:lnTo>
                    <a:lnTo>
                      <a:pt x="890" y="122"/>
                    </a:lnTo>
                    <a:lnTo>
                      <a:pt x="889" y="123"/>
                    </a:lnTo>
                    <a:lnTo>
                      <a:pt x="888" y="124"/>
                    </a:lnTo>
                    <a:lnTo>
                      <a:pt x="888" y="124"/>
                    </a:lnTo>
                    <a:lnTo>
                      <a:pt x="887" y="125"/>
                    </a:lnTo>
                    <a:lnTo>
                      <a:pt x="887" y="125"/>
                    </a:lnTo>
                    <a:lnTo>
                      <a:pt x="886" y="126"/>
                    </a:lnTo>
                    <a:lnTo>
                      <a:pt x="885" y="127"/>
                    </a:lnTo>
                    <a:lnTo>
                      <a:pt x="885" y="127"/>
                    </a:lnTo>
                    <a:lnTo>
                      <a:pt x="884" y="128"/>
                    </a:lnTo>
                    <a:lnTo>
                      <a:pt x="883" y="128"/>
                    </a:lnTo>
                    <a:lnTo>
                      <a:pt x="883" y="129"/>
                    </a:lnTo>
                    <a:lnTo>
                      <a:pt x="882" y="129"/>
                    </a:lnTo>
                    <a:lnTo>
                      <a:pt x="881" y="130"/>
                    </a:lnTo>
                    <a:lnTo>
                      <a:pt x="881" y="130"/>
                    </a:lnTo>
                    <a:lnTo>
                      <a:pt x="880" y="131"/>
                    </a:lnTo>
                    <a:lnTo>
                      <a:pt x="879" y="131"/>
                    </a:lnTo>
                    <a:lnTo>
                      <a:pt x="879" y="132"/>
                    </a:lnTo>
                    <a:lnTo>
                      <a:pt x="878" y="132"/>
                    </a:lnTo>
                    <a:lnTo>
                      <a:pt x="877" y="133"/>
                    </a:lnTo>
                    <a:lnTo>
                      <a:pt x="876" y="133"/>
                    </a:lnTo>
                    <a:lnTo>
                      <a:pt x="876" y="134"/>
                    </a:lnTo>
                    <a:lnTo>
                      <a:pt x="875" y="134"/>
                    </a:lnTo>
                    <a:lnTo>
                      <a:pt x="873" y="135"/>
                    </a:lnTo>
                    <a:lnTo>
                      <a:pt x="872" y="136"/>
                    </a:lnTo>
                    <a:lnTo>
                      <a:pt x="870" y="137"/>
                    </a:lnTo>
                    <a:lnTo>
                      <a:pt x="869" y="138"/>
                    </a:lnTo>
                    <a:lnTo>
                      <a:pt x="868" y="139"/>
                    </a:lnTo>
                    <a:lnTo>
                      <a:pt x="867" y="140"/>
                    </a:lnTo>
                    <a:lnTo>
                      <a:pt x="865" y="141"/>
                    </a:lnTo>
                    <a:lnTo>
                      <a:pt x="863" y="142"/>
                    </a:lnTo>
                    <a:lnTo>
                      <a:pt x="862" y="143"/>
                    </a:lnTo>
                    <a:lnTo>
                      <a:pt x="860" y="144"/>
                    </a:lnTo>
                    <a:lnTo>
                      <a:pt x="859" y="145"/>
                    </a:lnTo>
                    <a:lnTo>
                      <a:pt x="857" y="146"/>
                    </a:lnTo>
                    <a:lnTo>
                      <a:pt x="855" y="146"/>
                    </a:lnTo>
                    <a:lnTo>
                      <a:pt x="854" y="147"/>
                    </a:lnTo>
                    <a:lnTo>
                      <a:pt x="852" y="147"/>
                    </a:lnTo>
                    <a:lnTo>
                      <a:pt x="850" y="148"/>
                    </a:lnTo>
                    <a:lnTo>
                      <a:pt x="849" y="149"/>
                    </a:lnTo>
                    <a:lnTo>
                      <a:pt x="847" y="150"/>
                    </a:lnTo>
                    <a:lnTo>
                      <a:pt x="845" y="151"/>
                    </a:lnTo>
                    <a:lnTo>
                      <a:pt x="844" y="151"/>
                    </a:lnTo>
                    <a:lnTo>
                      <a:pt x="842" y="152"/>
                    </a:lnTo>
                    <a:lnTo>
                      <a:pt x="840" y="153"/>
                    </a:lnTo>
                    <a:lnTo>
                      <a:pt x="839" y="154"/>
                    </a:lnTo>
                    <a:lnTo>
                      <a:pt x="838" y="155"/>
                    </a:lnTo>
                    <a:lnTo>
                      <a:pt x="836" y="155"/>
                    </a:lnTo>
                    <a:lnTo>
                      <a:pt x="835" y="156"/>
                    </a:lnTo>
                    <a:lnTo>
                      <a:pt x="833" y="157"/>
                    </a:lnTo>
                    <a:lnTo>
                      <a:pt x="831" y="158"/>
                    </a:lnTo>
                    <a:lnTo>
                      <a:pt x="830" y="159"/>
                    </a:lnTo>
                    <a:lnTo>
                      <a:pt x="828" y="159"/>
                    </a:lnTo>
                    <a:lnTo>
                      <a:pt x="826" y="160"/>
                    </a:lnTo>
                    <a:lnTo>
                      <a:pt x="824" y="161"/>
                    </a:lnTo>
                    <a:lnTo>
                      <a:pt x="823" y="162"/>
                    </a:lnTo>
                    <a:lnTo>
                      <a:pt x="821" y="162"/>
                    </a:lnTo>
                    <a:lnTo>
                      <a:pt x="819" y="163"/>
                    </a:lnTo>
                    <a:lnTo>
                      <a:pt x="818" y="164"/>
                    </a:lnTo>
                    <a:lnTo>
                      <a:pt x="816" y="164"/>
                    </a:lnTo>
                    <a:lnTo>
                      <a:pt x="814" y="165"/>
                    </a:lnTo>
                    <a:lnTo>
                      <a:pt x="812" y="166"/>
                    </a:lnTo>
                    <a:lnTo>
                      <a:pt x="811" y="167"/>
                    </a:lnTo>
                    <a:lnTo>
                      <a:pt x="810" y="167"/>
                    </a:lnTo>
                    <a:lnTo>
                      <a:pt x="808" y="168"/>
                    </a:lnTo>
                    <a:lnTo>
                      <a:pt x="806" y="169"/>
                    </a:lnTo>
                    <a:lnTo>
                      <a:pt x="805" y="169"/>
                    </a:lnTo>
                    <a:lnTo>
                      <a:pt x="803" y="170"/>
                    </a:lnTo>
                    <a:lnTo>
                      <a:pt x="801" y="171"/>
                    </a:lnTo>
                    <a:lnTo>
                      <a:pt x="799" y="171"/>
                    </a:lnTo>
                    <a:lnTo>
                      <a:pt x="798" y="172"/>
                    </a:lnTo>
                    <a:lnTo>
                      <a:pt x="796" y="173"/>
                    </a:lnTo>
                    <a:lnTo>
                      <a:pt x="794" y="173"/>
                    </a:lnTo>
                    <a:lnTo>
                      <a:pt x="792" y="174"/>
                    </a:lnTo>
                    <a:lnTo>
                      <a:pt x="790" y="175"/>
                    </a:lnTo>
                    <a:lnTo>
                      <a:pt x="789" y="175"/>
                    </a:lnTo>
                    <a:lnTo>
                      <a:pt x="787" y="176"/>
                    </a:lnTo>
                    <a:lnTo>
                      <a:pt x="785" y="176"/>
                    </a:lnTo>
                    <a:lnTo>
                      <a:pt x="783" y="177"/>
                    </a:lnTo>
                    <a:lnTo>
                      <a:pt x="782" y="177"/>
                    </a:lnTo>
                    <a:lnTo>
                      <a:pt x="781" y="177"/>
                    </a:lnTo>
                    <a:lnTo>
                      <a:pt x="779" y="178"/>
                    </a:lnTo>
                    <a:lnTo>
                      <a:pt x="777" y="178"/>
                    </a:lnTo>
                    <a:lnTo>
                      <a:pt x="775" y="179"/>
                    </a:lnTo>
                    <a:lnTo>
                      <a:pt x="774" y="180"/>
                    </a:lnTo>
                    <a:lnTo>
                      <a:pt x="772" y="180"/>
                    </a:lnTo>
                    <a:lnTo>
                      <a:pt x="770" y="181"/>
                    </a:lnTo>
                    <a:lnTo>
                      <a:pt x="768" y="181"/>
                    </a:lnTo>
                    <a:lnTo>
                      <a:pt x="766" y="182"/>
                    </a:lnTo>
                    <a:lnTo>
                      <a:pt x="765" y="183"/>
                    </a:lnTo>
                    <a:lnTo>
                      <a:pt x="763" y="183"/>
                    </a:lnTo>
                    <a:lnTo>
                      <a:pt x="761" y="184"/>
                    </a:lnTo>
                    <a:lnTo>
                      <a:pt x="759" y="184"/>
                    </a:lnTo>
                    <a:lnTo>
                      <a:pt x="757" y="185"/>
                    </a:lnTo>
                    <a:lnTo>
                      <a:pt x="756" y="185"/>
                    </a:lnTo>
                    <a:lnTo>
                      <a:pt x="754" y="186"/>
                    </a:lnTo>
                    <a:lnTo>
                      <a:pt x="753" y="186"/>
                    </a:lnTo>
                    <a:lnTo>
                      <a:pt x="753" y="186"/>
                    </a:lnTo>
                    <a:lnTo>
                      <a:pt x="751" y="187"/>
                    </a:lnTo>
                    <a:lnTo>
                      <a:pt x="749" y="188"/>
                    </a:lnTo>
                    <a:lnTo>
                      <a:pt x="746" y="189"/>
                    </a:lnTo>
                    <a:lnTo>
                      <a:pt x="742" y="190"/>
                    </a:lnTo>
                    <a:lnTo>
                      <a:pt x="739" y="191"/>
                    </a:lnTo>
                    <a:lnTo>
                      <a:pt x="735" y="192"/>
                    </a:lnTo>
                    <a:lnTo>
                      <a:pt x="732" y="193"/>
                    </a:lnTo>
                    <a:lnTo>
                      <a:pt x="728" y="194"/>
                    </a:lnTo>
                    <a:lnTo>
                      <a:pt x="724" y="195"/>
                    </a:lnTo>
                    <a:lnTo>
                      <a:pt x="722" y="196"/>
                    </a:lnTo>
                    <a:lnTo>
                      <a:pt x="718" y="197"/>
                    </a:lnTo>
                    <a:lnTo>
                      <a:pt x="715" y="198"/>
                    </a:lnTo>
                    <a:lnTo>
                      <a:pt x="711" y="199"/>
                    </a:lnTo>
                    <a:lnTo>
                      <a:pt x="708" y="200"/>
                    </a:lnTo>
                    <a:lnTo>
                      <a:pt x="704" y="201"/>
                    </a:lnTo>
                    <a:lnTo>
                      <a:pt x="701" y="202"/>
                    </a:lnTo>
                    <a:lnTo>
                      <a:pt x="695" y="203"/>
                    </a:lnTo>
                    <a:lnTo>
                      <a:pt x="688" y="205"/>
                    </a:lnTo>
                    <a:lnTo>
                      <a:pt x="681" y="206"/>
                    </a:lnTo>
                    <a:lnTo>
                      <a:pt x="675" y="208"/>
                    </a:lnTo>
                    <a:lnTo>
                      <a:pt x="671" y="209"/>
                    </a:lnTo>
                    <a:lnTo>
                      <a:pt x="668" y="210"/>
                    </a:lnTo>
                    <a:lnTo>
                      <a:pt x="666" y="211"/>
                    </a:lnTo>
                    <a:lnTo>
                      <a:pt x="662" y="211"/>
                    </a:lnTo>
                    <a:lnTo>
                      <a:pt x="658" y="213"/>
                    </a:lnTo>
                    <a:lnTo>
                      <a:pt x="653" y="214"/>
                    </a:lnTo>
                    <a:lnTo>
                      <a:pt x="649" y="215"/>
                    </a:lnTo>
                    <a:lnTo>
                      <a:pt x="644" y="216"/>
                    </a:lnTo>
                    <a:lnTo>
                      <a:pt x="640" y="218"/>
                    </a:lnTo>
                    <a:lnTo>
                      <a:pt x="636" y="219"/>
                    </a:lnTo>
                    <a:lnTo>
                      <a:pt x="632" y="220"/>
                    </a:lnTo>
                    <a:lnTo>
                      <a:pt x="627" y="222"/>
                    </a:lnTo>
                    <a:lnTo>
                      <a:pt x="623" y="223"/>
                    </a:lnTo>
                    <a:lnTo>
                      <a:pt x="618" y="224"/>
                    </a:lnTo>
                    <a:lnTo>
                      <a:pt x="614" y="225"/>
                    </a:lnTo>
                    <a:lnTo>
                      <a:pt x="610" y="227"/>
                    </a:lnTo>
                    <a:lnTo>
                      <a:pt x="606" y="228"/>
                    </a:lnTo>
                    <a:lnTo>
                      <a:pt x="601" y="229"/>
                    </a:lnTo>
                    <a:lnTo>
                      <a:pt x="597" y="231"/>
                    </a:lnTo>
                    <a:lnTo>
                      <a:pt x="592" y="232"/>
                    </a:lnTo>
                    <a:lnTo>
                      <a:pt x="587" y="233"/>
                    </a:lnTo>
                    <a:lnTo>
                      <a:pt x="583" y="235"/>
                    </a:lnTo>
                    <a:lnTo>
                      <a:pt x="579" y="236"/>
                    </a:lnTo>
                    <a:lnTo>
                      <a:pt x="575" y="236"/>
                    </a:lnTo>
                    <a:lnTo>
                      <a:pt x="570" y="238"/>
                    </a:lnTo>
                    <a:lnTo>
                      <a:pt x="566" y="239"/>
                    </a:lnTo>
                    <a:lnTo>
                      <a:pt x="561" y="241"/>
                    </a:lnTo>
                    <a:lnTo>
                      <a:pt x="557" y="242"/>
                    </a:lnTo>
                    <a:lnTo>
                      <a:pt x="552" y="243"/>
                    </a:lnTo>
                    <a:lnTo>
                      <a:pt x="549" y="245"/>
                    </a:lnTo>
                    <a:lnTo>
                      <a:pt x="544" y="246"/>
                    </a:lnTo>
                    <a:lnTo>
                      <a:pt x="540" y="248"/>
                    </a:lnTo>
                    <a:lnTo>
                      <a:pt x="535" y="249"/>
                    </a:lnTo>
                    <a:lnTo>
                      <a:pt x="530" y="251"/>
                    </a:lnTo>
                    <a:lnTo>
                      <a:pt x="526" y="252"/>
                    </a:lnTo>
                    <a:lnTo>
                      <a:pt x="522" y="253"/>
                    </a:lnTo>
                    <a:lnTo>
                      <a:pt x="518" y="255"/>
                    </a:lnTo>
                    <a:lnTo>
                      <a:pt x="513" y="256"/>
                    </a:lnTo>
                    <a:lnTo>
                      <a:pt x="509" y="258"/>
                    </a:lnTo>
                    <a:lnTo>
                      <a:pt x="504" y="259"/>
                    </a:lnTo>
                    <a:lnTo>
                      <a:pt x="500" y="261"/>
                    </a:lnTo>
                    <a:lnTo>
                      <a:pt x="495" y="262"/>
                    </a:lnTo>
                    <a:lnTo>
                      <a:pt x="492" y="264"/>
                    </a:lnTo>
                    <a:lnTo>
                      <a:pt x="487" y="265"/>
                    </a:lnTo>
                    <a:lnTo>
                      <a:pt x="482" y="266"/>
                    </a:lnTo>
                    <a:lnTo>
                      <a:pt x="479" y="267"/>
                    </a:lnTo>
                    <a:lnTo>
                      <a:pt x="478" y="267"/>
                    </a:lnTo>
                    <a:lnTo>
                      <a:pt x="473" y="269"/>
                    </a:lnTo>
                    <a:lnTo>
                      <a:pt x="469" y="270"/>
                    </a:lnTo>
                    <a:lnTo>
                      <a:pt x="465" y="272"/>
                    </a:lnTo>
                    <a:lnTo>
                      <a:pt x="461" y="273"/>
                    </a:lnTo>
                    <a:lnTo>
                      <a:pt x="456" y="275"/>
                    </a:lnTo>
                    <a:lnTo>
                      <a:pt x="452" y="276"/>
                    </a:lnTo>
                    <a:lnTo>
                      <a:pt x="447" y="278"/>
                    </a:lnTo>
                    <a:lnTo>
                      <a:pt x="443" y="279"/>
                    </a:lnTo>
                    <a:lnTo>
                      <a:pt x="438" y="281"/>
                    </a:lnTo>
                    <a:lnTo>
                      <a:pt x="434" y="282"/>
                    </a:lnTo>
                    <a:lnTo>
                      <a:pt x="430" y="284"/>
                    </a:lnTo>
                    <a:lnTo>
                      <a:pt x="425" y="285"/>
                    </a:lnTo>
                    <a:lnTo>
                      <a:pt x="421" y="287"/>
                    </a:lnTo>
                    <a:lnTo>
                      <a:pt x="416" y="289"/>
                    </a:lnTo>
                    <a:lnTo>
                      <a:pt x="412" y="290"/>
                    </a:lnTo>
                    <a:lnTo>
                      <a:pt x="407" y="292"/>
                    </a:lnTo>
                    <a:lnTo>
                      <a:pt x="404" y="293"/>
                    </a:lnTo>
                    <a:lnTo>
                      <a:pt x="399" y="295"/>
                    </a:lnTo>
                    <a:lnTo>
                      <a:pt x="395" y="295"/>
                    </a:lnTo>
                    <a:lnTo>
                      <a:pt x="390" y="297"/>
                    </a:lnTo>
                    <a:lnTo>
                      <a:pt x="386" y="299"/>
                    </a:lnTo>
                    <a:lnTo>
                      <a:pt x="381" y="300"/>
                    </a:lnTo>
                    <a:lnTo>
                      <a:pt x="378" y="302"/>
                    </a:lnTo>
                    <a:lnTo>
                      <a:pt x="373" y="303"/>
                    </a:lnTo>
                    <a:lnTo>
                      <a:pt x="369" y="305"/>
                    </a:lnTo>
                    <a:lnTo>
                      <a:pt x="364" y="307"/>
                    </a:lnTo>
                    <a:lnTo>
                      <a:pt x="360" y="308"/>
                    </a:lnTo>
                    <a:lnTo>
                      <a:pt x="355" y="310"/>
                    </a:lnTo>
                    <a:lnTo>
                      <a:pt x="351" y="312"/>
                    </a:lnTo>
                    <a:lnTo>
                      <a:pt x="347" y="313"/>
                    </a:lnTo>
                    <a:lnTo>
                      <a:pt x="343" y="315"/>
                    </a:lnTo>
                    <a:lnTo>
                      <a:pt x="338" y="316"/>
                    </a:lnTo>
                    <a:lnTo>
                      <a:pt x="334" y="318"/>
                    </a:lnTo>
                    <a:lnTo>
                      <a:pt x="329" y="320"/>
                    </a:lnTo>
                    <a:lnTo>
                      <a:pt x="325" y="321"/>
                    </a:lnTo>
                    <a:lnTo>
                      <a:pt x="320" y="323"/>
                    </a:lnTo>
                    <a:lnTo>
                      <a:pt x="317" y="324"/>
                    </a:lnTo>
                    <a:lnTo>
                      <a:pt x="312" y="325"/>
                    </a:lnTo>
                    <a:lnTo>
                      <a:pt x="308" y="327"/>
                    </a:lnTo>
                    <a:lnTo>
                      <a:pt x="303" y="329"/>
                    </a:lnTo>
                    <a:lnTo>
                      <a:pt x="299" y="330"/>
                    </a:lnTo>
                    <a:lnTo>
                      <a:pt x="294" y="332"/>
                    </a:lnTo>
                    <a:lnTo>
                      <a:pt x="291" y="334"/>
                    </a:lnTo>
                    <a:lnTo>
                      <a:pt x="291" y="334"/>
                    </a:lnTo>
                    <a:lnTo>
                      <a:pt x="286" y="335"/>
                    </a:lnTo>
                    <a:lnTo>
                      <a:pt x="282" y="337"/>
                    </a:lnTo>
                    <a:lnTo>
                      <a:pt x="277" y="338"/>
                    </a:lnTo>
                    <a:lnTo>
                      <a:pt x="273" y="340"/>
                    </a:lnTo>
                    <a:lnTo>
                      <a:pt x="268" y="341"/>
                    </a:lnTo>
                    <a:lnTo>
                      <a:pt x="264" y="343"/>
                    </a:lnTo>
                    <a:lnTo>
                      <a:pt x="260" y="344"/>
                    </a:lnTo>
                    <a:lnTo>
                      <a:pt x="256" y="346"/>
                    </a:lnTo>
                    <a:lnTo>
                      <a:pt x="254" y="347"/>
                    </a:lnTo>
                    <a:lnTo>
                      <a:pt x="251" y="347"/>
                    </a:lnTo>
                    <a:lnTo>
                      <a:pt x="246" y="349"/>
                    </a:lnTo>
                    <a:lnTo>
                      <a:pt x="242" y="350"/>
                    </a:lnTo>
                    <a:lnTo>
                      <a:pt x="237" y="352"/>
                    </a:lnTo>
                    <a:lnTo>
                      <a:pt x="234" y="353"/>
                    </a:lnTo>
                    <a:lnTo>
                      <a:pt x="229" y="354"/>
                    </a:lnTo>
                    <a:lnTo>
                      <a:pt x="225" y="355"/>
                    </a:lnTo>
                    <a:lnTo>
                      <a:pt x="224" y="356"/>
                    </a:lnTo>
                    <a:lnTo>
                      <a:pt x="220" y="357"/>
                    </a:lnTo>
                    <a:lnTo>
                      <a:pt x="216" y="359"/>
                    </a:lnTo>
                    <a:lnTo>
                      <a:pt x="211" y="360"/>
                    </a:lnTo>
                    <a:lnTo>
                      <a:pt x="207" y="362"/>
                    </a:lnTo>
                    <a:lnTo>
                      <a:pt x="204" y="363"/>
                    </a:lnTo>
                    <a:lnTo>
                      <a:pt x="199" y="365"/>
                    </a:lnTo>
                    <a:lnTo>
                      <a:pt x="195" y="367"/>
                    </a:lnTo>
                    <a:lnTo>
                      <a:pt x="190" y="368"/>
                    </a:lnTo>
                    <a:lnTo>
                      <a:pt x="186" y="370"/>
                    </a:lnTo>
                    <a:lnTo>
                      <a:pt x="181" y="372"/>
                    </a:lnTo>
                    <a:lnTo>
                      <a:pt x="177" y="373"/>
                    </a:lnTo>
                    <a:lnTo>
                      <a:pt x="175" y="374"/>
                    </a:lnTo>
                    <a:lnTo>
                      <a:pt x="173" y="375"/>
                    </a:lnTo>
                    <a:lnTo>
                      <a:pt x="169" y="376"/>
                    </a:lnTo>
                    <a:lnTo>
                      <a:pt x="165" y="378"/>
                    </a:lnTo>
                    <a:lnTo>
                      <a:pt x="160" y="380"/>
                    </a:lnTo>
                    <a:lnTo>
                      <a:pt x="156" y="381"/>
                    </a:lnTo>
                    <a:lnTo>
                      <a:pt x="151" y="383"/>
                    </a:lnTo>
                    <a:lnTo>
                      <a:pt x="147" y="383"/>
                    </a:lnTo>
                    <a:lnTo>
                      <a:pt x="143" y="385"/>
                    </a:lnTo>
                    <a:lnTo>
                      <a:pt x="139" y="387"/>
                    </a:lnTo>
                    <a:lnTo>
                      <a:pt x="135" y="388"/>
                    </a:lnTo>
                    <a:lnTo>
                      <a:pt x="130" y="390"/>
                    </a:lnTo>
                    <a:lnTo>
                      <a:pt x="126" y="391"/>
                    </a:lnTo>
                    <a:lnTo>
                      <a:pt x="121" y="393"/>
                    </a:lnTo>
                    <a:lnTo>
                      <a:pt x="118" y="395"/>
                    </a:lnTo>
                    <a:lnTo>
                      <a:pt x="114" y="396"/>
                    </a:lnTo>
                    <a:lnTo>
                      <a:pt x="109" y="398"/>
                    </a:lnTo>
                    <a:lnTo>
                      <a:pt x="105" y="400"/>
                    </a:lnTo>
                    <a:lnTo>
                      <a:pt x="105" y="400"/>
                    </a:lnTo>
                    <a:lnTo>
                      <a:pt x="104" y="400"/>
                    </a:lnTo>
                    <a:lnTo>
                      <a:pt x="104" y="400"/>
                    </a:lnTo>
                    <a:lnTo>
                      <a:pt x="103" y="401"/>
                    </a:lnTo>
                    <a:lnTo>
                      <a:pt x="103" y="401"/>
                    </a:lnTo>
                    <a:lnTo>
                      <a:pt x="103" y="401"/>
                    </a:lnTo>
                    <a:lnTo>
                      <a:pt x="102" y="401"/>
                    </a:lnTo>
                    <a:lnTo>
                      <a:pt x="102" y="401"/>
                    </a:lnTo>
                    <a:lnTo>
                      <a:pt x="101" y="402"/>
                    </a:lnTo>
                    <a:lnTo>
                      <a:pt x="101" y="402"/>
                    </a:lnTo>
                    <a:lnTo>
                      <a:pt x="100" y="402"/>
                    </a:lnTo>
                    <a:lnTo>
                      <a:pt x="100" y="402"/>
                    </a:lnTo>
                    <a:lnTo>
                      <a:pt x="100" y="402"/>
                    </a:lnTo>
                    <a:lnTo>
                      <a:pt x="99" y="403"/>
                    </a:lnTo>
                    <a:lnTo>
                      <a:pt x="98" y="403"/>
                    </a:lnTo>
                    <a:lnTo>
                      <a:pt x="98" y="403"/>
                    </a:lnTo>
                    <a:lnTo>
                      <a:pt x="97" y="404"/>
                    </a:lnTo>
                    <a:lnTo>
                      <a:pt x="97" y="404"/>
                    </a:lnTo>
                    <a:lnTo>
                      <a:pt x="96" y="404"/>
                    </a:lnTo>
                    <a:lnTo>
                      <a:pt x="95" y="405"/>
                    </a:lnTo>
                    <a:lnTo>
                      <a:pt x="93" y="406"/>
                    </a:lnTo>
                    <a:lnTo>
                      <a:pt x="92" y="407"/>
                    </a:lnTo>
                    <a:lnTo>
                      <a:pt x="91" y="407"/>
                    </a:lnTo>
                    <a:lnTo>
                      <a:pt x="89" y="408"/>
                    </a:lnTo>
                    <a:lnTo>
                      <a:pt x="89" y="409"/>
                    </a:lnTo>
                    <a:lnTo>
                      <a:pt x="87" y="410"/>
                    </a:lnTo>
                    <a:lnTo>
                      <a:pt x="86" y="411"/>
                    </a:lnTo>
                    <a:lnTo>
                      <a:pt x="84" y="412"/>
                    </a:lnTo>
                    <a:lnTo>
                      <a:pt x="83" y="412"/>
                    </a:lnTo>
                    <a:lnTo>
                      <a:pt x="81" y="413"/>
                    </a:lnTo>
                    <a:lnTo>
                      <a:pt x="78" y="415"/>
                    </a:lnTo>
                    <a:lnTo>
                      <a:pt x="75" y="417"/>
                    </a:lnTo>
                    <a:lnTo>
                      <a:pt x="72" y="419"/>
                    </a:lnTo>
                    <a:lnTo>
                      <a:pt x="68" y="421"/>
                    </a:lnTo>
                    <a:lnTo>
                      <a:pt x="67" y="422"/>
                    </a:lnTo>
                    <a:lnTo>
                      <a:pt x="65" y="423"/>
                    </a:lnTo>
                    <a:lnTo>
                      <a:pt x="63" y="424"/>
                    </a:lnTo>
                    <a:lnTo>
                      <a:pt x="61" y="425"/>
                    </a:lnTo>
                    <a:lnTo>
                      <a:pt x="60" y="426"/>
                    </a:lnTo>
                    <a:lnTo>
                      <a:pt x="59" y="427"/>
                    </a:lnTo>
                    <a:lnTo>
                      <a:pt x="57" y="428"/>
                    </a:lnTo>
                    <a:lnTo>
                      <a:pt x="56" y="430"/>
                    </a:lnTo>
                    <a:lnTo>
                      <a:pt x="54" y="431"/>
                    </a:lnTo>
                    <a:lnTo>
                      <a:pt x="52" y="432"/>
                    </a:lnTo>
                    <a:lnTo>
                      <a:pt x="50" y="433"/>
                    </a:lnTo>
                    <a:lnTo>
                      <a:pt x="49" y="434"/>
                    </a:lnTo>
                    <a:lnTo>
                      <a:pt x="48" y="434"/>
                    </a:lnTo>
                    <a:lnTo>
                      <a:pt x="47" y="435"/>
                    </a:lnTo>
                    <a:lnTo>
                      <a:pt x="46" y="435"/>
                    </a:lnTo>
                    <a:lnTo>
                      <a:pt x="45" y="436"/>
                    </a:lnTo>
                    <a:lnTo>
                      <a:pt x="44" y="436"/>
                    </a:lnTo>
                    <a:lnTo>
                      <a:pt x="44" y="436"/>
                    </a:lnTo>
                    <a:lnTo>
                      <a:pt x="43" y="437"/>
                    </a:lnTo>
                    <a:lnTo>
                      <a:pt x="42" y="437"/>
                    </a:lnTo>
                    <a:lnTo>
                      <a:pt x="42" y="437"/>
                    </a:lnTo>
                    <a:lnTo>
                      <a:pt x="41" y="438"/>
                    </a:lnTo>
                    <a:lnTo>
                      <a:pt x="40" y="438"/>
                    </a:lnTo>
                    <a:lnTo>
                      <a:pt x="39" y="439"/>
                    </a:lnTo>
                    <a:lnTo>
                      <a:pt x="39" y="439"/>
                    </a:lnTo>
                    <a:lnTo>
                      <a:pt x="38" y="440"/>
                    </a:lnTo>
                    <a:lnTo>
                      <a:pt x="37" y="440"/>
                    </a:lnTo>
                    <a:lnTo>
                      <a:pt x="36" y="440"/>
                    </a:lnTo>
                    <a:lnTo>
                      <a:pt x="35" y="441"/>
                    </a:lnTo>
                    <a:lnTo>
                      <a:pt x="34" y="441"/>
                    </a:lnTo>
                    <a:lnTo>
                      <a:pt x="34" y="442"/>
                    </a:lnTo>
                    <a:lnTo>
                      <a:pt x="33" y="442"/>
                    </a:lnTo>
                    <a:lnTo>
                      <a:pt x="32" y="442"/>
                    </a:lnTo>
                    <a:lnTo>
                      <a:pt x="31" y="442"/>
                    </a:lnTo>
                    <a:lnTo>
                      <a:pt x="31" y="442"/>
                    </a:lnTo>
                    <a:lnTo>
                      <a:pt x="31" y="442"/>
                    </a:lnTo>
                    <a:lnTo>
                      <a:pt x="30" y="443"/>
                    </a:lnTo>
                    <a:lnTo>
                      <a:pt x="29" y="443"/>
                    </a:lnTo>
                    <a:lnTo>
                      <a:pt x="28" y="443"/>
                    </a:lnTo>
                    <a:lnTo>
                      <a:pt x="27" y="444"/>
                    </a:lnTo>
                    <a:lnTo>
                      <a:pt x="27" y="444"/>
                    </a:lnTo>
                    <a:lnTo>
                      <a:pt x="26" y="444"/>
                    </a:lnTo>
                    <a:lnTo>
                      <a:pt x="25" y="445"/>
                    </a:lnTo>
                    <a:lnTo>
                      <a:pt x="24" y="445"/>
                    </a:lnTo>
                    <a:lnTo>
                      <a:pt x="23" y="445"/>
                    </a:lnTo>
                    <a:lnTo>
                      <a:pt x="23" y="445"/>
                    </a:lnTo>
                    <a:lnTo>
                      <a:pt x="22" y="446"/>
                    </a:lnTo>
                    <a:lnTo>
                      <a:pt x="21" y="446"/>
                    </a:lnTo>
                    <a:lnTo>
                      <a:pt x="20" y="446"/>
                    </a:lnTo>
                    <a:lnTo>
                      <a:pt x="19" y="446"/>
                    </a:lnTo>
                    <a:lnTo>
                      <a:pt x="19" y="446"/>
                    </a:lnTo>
                    <a:lnTo>
                      <a:pt x="18" y="447"/>
                    </a:lnTo>
                    <a:lnTo>
                      <a:pt x="17" y="447"/>
                    </a:lnTo>
                    <a:lnTo>
                      <a:pt x="16" y="447"/>
                    </a:lnTo>
                    <a:lnTo>
                      <a:pt x="15" y="447"/>
                    </a:lnTo>
                    <a:lnTo>
                      <a:pt x="15" y="447"/>
                    </a:lnTo>
                    <a:lnTo>
                      <a:pt x="15" y="447"/>
                    </a:lnTo>
                    <a:lnTo>
                      <a:pt x="14" y="447"/>
                    </a:lnTo>
                    <a:lnTo>
                      <a:pt x="14" y="447"/>
                    </a:lnTo>
                    <a:lnTo>
                      <a:pt x="13" y="447"/>
                    </a:lnTo>
                    <a:lnTo>
                      <a:pt x="13" y="447"/>
                    </a:lnTo>
                    <a:lnTo>
                      <a:pt x="13" y="447"/>
                    </a:lnTo>
                    <a:lnTo>
                      <a:pt x="12" y="447"/>
                    </a:lnTo>
                    <a:lnTo>
                      <a:pt x="12" y="447"/>
                    </a:lnTo>
                    <a:lnTo>
                      <a:pt x="11" y="447"/>
                    </a:lnTo>
                    <a:lnTo>
                      <a:pt x="11" y="447"/>
                    </a:lnTo>
                    <a:lnTo>
                      <a:pt x="11" y="447"/>
                    </a:lnTo>
                    <a:lnTo>
                      <a:pt x="11" y="447"/>
                    </a:lnTo>
                    <a:lnTo>
                      <a:pt x="3" y="444"/>
                    </a:lnTo>
                    <a:lnTo>
                      <a:pt x="0" y="437"/>
                    </a:lnTo>
                    <a:lnTo>
                      <a:pt x="0" y="437"/>
                    </a:lnTo>
                    <a:lnTo>
                      <a:pt x="2" y="429"/>
                    </a:lnTo>
                    <a:lnTo>
                      <a:pt x="10" y="426"/>
                    </a:lnTo>
                    <a:lnTo>
                      <a:pt x="11" y="426"/>
                    </a:lnTo>
                    <a:lnTo>
                      <a:pt x="11" y="426"/>
                    </a:lnTo>
                    <a:lnTo>
                      <a:pt x="11" y="426"/>
                    </a:lnTo>
                    <a:lnTo>
                      <a:pt x="11" y="426"/>
                    </a:lnTo>
                    <a:lnTo>
                      <a:pt x="11" y="426"/>
                    </a:lnTo>
                    <a:lnTo>
                      <a:pt x="11" y="426"/>
                    </a:lnTo>
                    <a:lnTo>
                      <a:pt x="11" y="426"/>
                    </a:lnTo>
                    <a:lnTo>
                      <a:pt x="11" y="426"/>
                    </a:lnTo>
                    <a:lnTo>
                      <a:pt x="12" y="426"/>
                    </a:lnTo>
                    <a:lnTo>
                      <a:pt x="12" y="426"/>
                    </a:lnTo>
                    <a:lnTo>
                      <a:pt x="12" y="426"/>
                    </a:lnTo>
                    <a:lnTo>
                      <a:pt x="12" y="426"/>
                    </a:lnTo>
                    <a:lnTo>
                      <a:pt x="12" y="426"/>
                    </a:lnTo>
                    <a:lnTo>
                      <a:pt x="13" y="426"/>
                    </a:lnTo>
                    <a:lnTo>
                      <a:pt x="13" y="426"/>
                    </a:lnTo>
                    <a:lnTo>
                      <a:pt x="14" y="425"/>
                    </a:lnTo>
                    <a:lnTo>
                      <a:pt x="14" y="425"/>
                    </a:lnTo>
                    <a:lnTo>
                      <a:pt x="14" y="425"/>
                    </a:lnTo>
                    <a:lnTo>
                      <a:pt x="15" y="425"/>
                    </a:lnTo>
                    <a:lnTo>
                      <a:pt x="15" y="425"/>
                    </a:lnTo>
                    <a:lnTo>
                      <a:pt x="16" y="425"/>
                    </a:lnTo>
                    <a:lnTo>
                      <a:pt x="16" y="425"/>
                    </a:lnTo>
                    <a:lnTo>
                      <a:pt x="17" y="424"/>
                    </a:lnTo>
                    <a:lnTo>
                      <a:pt x="18" y="424"/>
                    </a:lnTo>
                    <a:lnTo>
                      <a:pt x="18" y="424"/>
                    </a:lnTo>
                    <a:lnTo>
                      <a:pt x="19" y="424"/>
                    </a:lnTo>
                    <a:lnTo>
                      <a:pt x="19" y="424"/>
                    </a:lnTo>
                    <a:lnTo>
                      <a:pt x="20" y="423"/>
                    </a:lnTo>
                    <a:lnTo>
                      <a:pt x="20" y="423"/>
                    </a:lnTo>
                    <a:lnTo>
                      <a:pt x="21" y="423"/>
                    </a:lnTo>
                    <a:lnTo>
                      <a:pt x="22" y="423"/>
                    </a:lnTo>
                    <a:lnTo>
                      <a:pt x="22" y="422"/>
                    </a:lnTo>
                    <a:lnTo>
                      <a:pt x="23" y="422"/>
                    </a:lnTo>
                    <a:lnTo>
                      <a:pt x="24" y="422"/>
                    </a:lnTo>
                    <a:lnTo>
                      <a:pt x="24" y="421"/>
                    </a:lnTo>
                    <a:lnTo>
                      <a:pt x="25" y="421"/>
                    </a:lnTo>
                    <a:lnTo>
                      <a:pt x="26" y="421"/>
                    </a:lnTo>
                    <a:lnTo>
                      <a:pt x="26" y="420"/>
                    </a:lnTo>
                    <a:lnTo>
                      <a:pt x="27" y="420"/>
                    </a:lnTo>
                    <a:lnTo>
                      <a:pt x="28" y="420"/>
                    </a:lnTo>
                    <a:lnTo>
                      <a:pt x="28" y="419"/>
                    </a:lnTo>
                    <a:lnTo>
                      <a:pt x="29" y="419"/>
                    </a:lnTo>
                    <a:lnTo>
                      <a:pt x="30" y="419"/>
                    </a:lnTo>
                    <a:lnTo>
                      <a:pt x="31" y="418"/>
                    </a:lnTo>
                    <a:lnTo>
                      <a:pt x="31" y="418"/>
                    </a:lnTo>
                    <a:lnTo>
                      <a:pt x="31" y="417"/>
                    </a:lnTo>
                    <a:lnTo>
                      <a:pt x="31" y="417"/>
                    </a:lnTo>
                    <a:lnTo>
                      <a:pt x="32" y="417"/>
                    </a:lnTo>
                    <a:lnTo>
                      <a:pt x="33" y="417"/>
                    </a:lnTo>
                    <a:lnTo>
                      <a:pt x="33" y="416"/>
                    </a:lnTo>
                    <a:lnTo>
                      <a:pt x="34" y="416"/>
                    </a:lnTo>
                    <a:lnTo>
                      <a:pt x="35" y="415"/>
                    </a:lnTo>
                    <a:lnTo>
                      <a:pt x="36" y="415"/>
                    </a:lnTo>
                    <a:lnTo>
                      <a:pt x="37" y="414"/>
                    </a:lnTo>
                    <a:lnTo>
                      <a:pt x="37" y="414"/>
                    </a:lnTo>
                    <a:lnTo>
                      <a:pt x="39" y="413"/>
                    </a:lnTo>
                    <a:lnTo>
                      <a:pt x="40" y="412"/>
                    </a:lnTo>
                    <a:lnTo>
                      <a:pt x="42" y="412"/>
                    </a:lnTo>
                    <a:lnTo>
                      <a:pt x="44" y="411"/>
                    </a:lnTo>
                    <a:lnTo>
                      <a:pt x="45" y="410"/>
                    </a:lnTo>
                    <a:lnTo>
                      <a:pt x="47" y="409"/>
                    </a:lnTo>
                    <a:lnTo>
                      <a:pt x="49" y="408"/>
                    </a:lnTo>
                    <a:lnTo>
                      <a:pt x="50" y="407"/>
                    </a:lnTo>
                    <a:lnTo>
                      <a:pt x="52" y="406"/>
                    </a:lnTo>
                    <a:lnTo>
                      <a:pt x="53" y="405"/>
                    </a:lnTo>
                    <a:lnTo>
                      <a:pt x="55" y="404"/>
                    </a:lnTo>
                    <a:lnTo>
                      <a:pt x="57" y="403"/>
                    </a:lnTo>
                    <a:lnTo>
                      <a:pt x="60" y="400"/>
                    </a:lnTo>
                    <a:lnTo>
                      <a:pt x="62" y="398"/>
                    </a:lnTo>
                    <a:lnTo>
                      <a:pt x="65" y="396"/>
                    </a:lnTo>
                    <a:lnTo>
                      <a:pt x="69" y="394"/>
                    </a:lnTo>
                    <a:lnTo>
                      <a:pt x="70" y="393"/>
                    </a:lnTo>
                    <a:lnTo>
                      <a:pt x="72" y="392"/>
                    </a:lnTo>
                    <a:lnTo>
                      <a:pt x="73" y="391"/>
                    </a:lnTo>
                    <a:lnTo>
                      <a:pt x="75" y="390"/>
                    </a:lnTo>
                    <a:lnTo>
                      <a:pt x="76" y="389"/>
                    </a:lnTo>
                    <a:lnTo>
                      <a:pt x="78" y="388"/>
                    </a:lnTo>
                    <a:lnTo>
                      <a:pt x="79" y="387"/>
                    </a:lnTo>
                    <a:lnTo>
                      <a:pt x="81" y="386"/>
                    </a:lnTo>
                    <a:lnTo>
                      <a:pt x="82" y="385"/>
                    </a:lnTo>
                    <a:lnTo>
                      <a:pt x="83" y="384"/>
                    </a:lnTo>
                    <a:lnTo>
                      <a:pt x="85" y="383"/>
                    </a:lnTo>
                    <a:lnTo>
                      <a:pt x="85" y="383"/>
                    </a:lnTo>
                    <a:lnTo>
                      <a:pt x="86" y="383"/>
                    </a:lnTo>
                    <a:lnTo>
                      <a:pt x="87" y="383"/>
                    </a:lnTo>
                    <a:lnTo>
                      <a:pt x="87" y="383"/>
                    </a:lnTo>
                    <a:lnTo>
                      <a:pt x="88" y="382"/>
                    </a:lnTo>
                    <a:lnTo>
                      <a:pt x="89" y="382"/>
                    </a:lnTo>
                    <a:lnTo>
                      <a:pt x="89" y="382"/>
                    </a:lnTo>
                    <a:lnTo>
                      <a:pt x="89" y="382"/>
                    </a:lnTo>
                    <a:lnTo>
                      <a:pt x="89" y="381"/>
                    </a:lnTo>
                    <a:lnTo>
                      <a:pt x="90" y="381"/>
                    </a:lnTo>
                    <a:lnTo>
                      <a:pt x="90" y="381"/>
                    </a:lnTo>
                    <a:lnTo>
                      <a:pt x="91" y="380"/>
                    </a:lnTo>
                    <a:lnTo>
                      <a:pt x="92" y="380"/>
                    </a:lnTo>
                    <a:lnTo>
                      <a:pt x="92" y="380"/>
                    </a:lnTo>
                    <a:lnTo>
                      <a:pt x="93" y="379"/>
                    </a:lnTo>
                    <a:lnTo>
                      <a:pt x="93" y="379"/>
                    </a:lnTo>
                    <a:lnTo>
                      <a:pt x="94" y="379"/>
                    </a:lnTo>
                    <a:lnTo>
                      <a:pt x="95" y="378"/>
                    </a:lnTo>
                    <a:lnTo>
                      <a:pt x="95" y="378"/>
                    </a:lnTo>
                    <a:lnTo>
                      <a:pt x="99" y="376"/>
                    </a:lnTo>
                    <a:lnTo>
                      <a:pt x="104" y="374"/>
                    </a:lnTo>
                    <a:lnTo>
                      <a:pt x="108" y="372"/>
                    </a:lnTo>
                    <a:lnTo>
                      <a:pt x="112" y="370"/>
                    </a:lnTo>
                    <a:lnTo>
                      <a:pt x="116" y="368"/>
                    </a:lnTo>
                    <a:lnTo>
                      <a:pt x="120" y="366"/>
                    </a:lnTo>
                    <a:lnTo>
                      <a:pt x="124" y="364"/>
                    </a:lnTo>
                    <a:lnTo>
                      <a:pt x="128" y="362"/>
                    </a:lnTo>
                    <a:lnTo>
                      <a:pt x="133" y="360"/>
                    </a:lnTo>
                    <a:lnTo>
                      <a:pt x="137" y="358"/>
                    </a:lnTo>
                    <a:lnTo>
                      <a:pt x="141" y="356"/>
                    </a:lnTo>
                    <a:lnTo>
                      <a:pt x="145" y="354"/>
                    </a:lnTo>
                    <a:lnTo>
                      <a:pt x="149" y="353"/>
                    </a:lnTo>
                    <a:lnTo>
                      <a:pt x="153" y="351"/>
                    </a:lnTo>
                    <a:lnTo>
                      <a:pt x="157" y="349"/>
                    </a:lnTo>
                    <a:lnTo>
                      <a:pt x="161" y="347"/>
                    </a:lnTo>
                    <a:lnTo>
                      <a:pt x="163" y="346"/>
                    </a:lnTo>
                    <a:lnTo>
                      <a:pt x="166" y="345"/>
                    </a:lnTo>
                    <a:lnTo>
                      <a:pt x="170" y="343"/>
                    </a:lnTo>
                    <a:lnTo>
                      <a:pt x="174" y="341"/>
                    </a:lnTo>
                    <a:lnTo>
                      <a:pt x="178" y="339"/>
                    </a:lnTo>
                    <a:lnTo>
                      <a:pt x="182" y="337"/>
                    </a:lnTo>
                    <a:lnTo>
                      <a:pt x="186" y="335"/>
                    </a:lnTo>
                    <a:lnTo>
                      <a:pt x="191" y="333"/>
                    </a:lnTo>
                    <a:lnTo>
                      <a:pt x="195" y="331"/>
                    </a:lnTo>
                    <a:lnTo>
                      <a:pt x="200" y="329"/>
                    </a:lnTo>
                    <a:lnTo>
                      <a:pt x="204" y="327"/>
                    </a:lnTo>
                    <a:lnTo>
                      <a:pt x="207" y="325"/>
                    </a:lnTo>
                    <a:lnTo>
                      <a:pt x="211" y="324"/>
                    </a:lnTo>
                    <a:lnTo>
                      <a:pt x="212" y="324"/>
                    </a:lnTo>
                    <a:lnTo>
                      <a:pt x="216" y="322"/>
                    </a:lnTo>
                    <a:lnTo>
                      <a:pt x="220" y="320"/>
                    </a:lnTo>
                    <a:lnTo>
                      <a:pt x="225" y="318"/>
                    </a:lnTo>
                    <a:lnTo>
                      <a:pt x="229" y="316"/>
                    </a:lnTo>
                    <a:lnTo>
                      <a:pt x="233" y="314"/>
                    </a:lnTo>
                    <a:lnTo>
                      <a:pt x="237" y="312"/>
                    </a:lnTo>
                    <a:lnTo>
                      <a:pt x="239" y="311"/>
                    </a:lnTo>
                    <a:lnTo>
                      <a:pt x="241" y="310"/>
                    </a:lnTo>
                    <a:lnTo>
                      <a:pt x="246" y="308"/>
                    </a:lnTo>
                    <a:lnTo>
                      <a:pt x="250" y="306"/>
                    </a:lnTo>
                    <a:lnTo>
                      <a:pt x="254" y="304"/>
                    </a:lnTo>
                    <a:lnTo>
                      <a:pt x="259" y="302"/>
                    </a:lnTo>
                    <a:lnTo>
                      <a:pt x="262" y="301"/>
                    </a:lnTo>
                    <a:lnTo>
                      <a:pt x="267" y="299"/>
                    </a:lnTo>
                    <a:lnTo>
                      <a:pt x="271" y="297"/>
                    </a:lnTo>
                    <a:lnTo>
                      <a:pt x="275" y="295"/>
                    </a:lnTo>
                    <a:lnTo>
                      <a:pt x="276" y="295"/>
                    </a:lnTo>
                    <a:lnTo>
                      <a:pt x="280" y="294"/>
                    </a:lnTo>
                    <a:lnTo>
                      <a:pt x="284" y="292"/>
                    </a:lnTo>
                    <a:lnTo>
                      <a:pt x="289" y="290"/>
                    </a:lnTo>
                    <a:lnTo>
                      <a:pt x="292" y="289"/>
                    </a:lnTo>
                    <a:lnTo>
                      <a:pt x="297" y="287"/>
                    </a:lnTo>
                    <a:lnTo>
                      <a:pt x="301" y="285"/>
                    </a:lnTo>
                    <a:lnTo>
                      <a:pt x="306" y="284"/>
                    </a:lnTo>
                    <a:lnTo>
                      <a:pt x="311" y="282"/>
                    </a:lnTo>
                    <a:lnTo>
                      <a:pt x="315" y="280"/>
                    </a:lnTo>
                    <a:lnTo>
                      <a:pt x="320" y="279"/>
                    </a:lnTo>
                    <a:lnTo>
                      <a:pt x="323" y="277"/>
                    </a:lnTo>
                    <a:lnTo>
                      <a:pt x="328" y="275"/>
                    </a:lnTo>
                    <a:lnTo>
                      <a:pt x="332" y="274"/>
                    </a:lnTo>
                    <a:lnTo>
                      <a:pt x="337" y="272"/>
                    </a:lnTo>
                    <a:lnTo>
                      <a:pt x="341" y="270"/>
                    </a:lnTo>
                    <a:lnTo>
                      <a:pt x="346" y="268"/>
                    </a:lnTo>
                    <a:lnTo>
                      <a:pt x="349" y="267"/>
                    </a:lnTo>
                    <a:lnTo>
                      <a:pt x="354" y="265"/>
                    </a:lnTo>
                    <a:lnTo>
                      <a:pt x="358" y="265"/>
                    </a:lnTo>
                    <a:lnTo>
                      <a:pt x="363" y="263"/>
                    </a:lnTo>
                    <a:lnTo>
                      <a:pt x="368" y="261"/>
                    </a:lnTo>
                    <a:lnTo>
                      <a:pt x="372" y="260"/>
                    </a:lnTo>
                    <a:lnTo>
                      <a:pt x="377" y="258"/>
                    </a:lnTo>
                    <a:lnTo>
                      <a:pt x="380" y="256"/>
                    </a:lnTo>
                    <a:lnTo>
                      <a:pt x="385" y="255"/>
                    </a:lnTo>
                    <a:lnTo>
                      <a:pt x="389" y="253"/>
                    </a:lnTo>
                    <a:lnTo>
                      <a:pt x="394" y="251"/>
                    </a:lnTo>
                    <a:lnTo>
                      <a:pt x="398" y="250"/>
                    </a:lnTo>
                    <a:lnTo>
                      <a:pt x="403" y="248"/>
                    </a:lnTo>
                    <a:lnTo>
                      <a:pt x="407" y="247"/>
                    </a:lnTo>
                    <a:lnTo>
                      <a:pt x="411" y="245"/>
                    </a:lnTo>
                    <a:lnTo>
                      <a:pt x="416" y="243"/>
                    </a:lnTo>
                    <a:lnTo>
                      <a:pt x="420" y="242"/>
                    </a:lnTo>
                    <a:lnTo>
                      <a:pt x="425" y="240"/>
                    </a:lnTo>
                    <a:lnTo>
                      <a:pt x="429" y="239"/>
                    </a:lnTo>
                    <a:lnTo>
                      <a:pt x="434" y="237"/>
                    </a:lnTo>
                    <a:lnTo>
                      <a:pt x="438" y="236"/>
                    </a:lnTo>
                    <a:lnTo>
                      <a:pt x="442" y="235"/>
                    </a:lnTo>
                    <a:lnTo>
                      <a:pt x="447" y="234"/>
                    </a:lnTo>
                    <a:lnTo>
                      <a:pt x="451" y="232"/>
                    </a:lnTo>
                    <a:lnTo>
                      <a:pt x="456" y="230"/>
                    </a:lnTo>
                    <a:lnTo>
                      <a:pt x="461" y="229"/>
                    </a:lnTo>
                    <a:lnTo>
                      <a:pt x="465" y="227"/>
                    </a:lnTo>
                    <a:lnTo>
                      <a:pt x="466" y="227"/>
                    </a:lnTo>
                    <a:lnTo>
                      <a:pt x="469" y="226"/>
                    </a:lnTo>
                    <a:lnTo>
                      <a:pt x="473" y="224"/>
                    </a:lnTo>
                    <a:lnTo>
                      <a:pt x="478" y="223"/>
                    </a:lnTo>
                    <a:lnTo>
                      <a:pt x="482" y="221"/>
                    </a:lnTo>
                    <a:lnTo>
                      <a:pt x="487" y="220"/>
                    </a:lnTo>
                    <a:lnTo>
                      <a:pt x="492" y="218"/>
                    </a:lnTo>
                    <a:lnTo>
                      <a:pt x="495" y="217"/>
                    </a:lnTo>
                    <a:lnTo>
                      <a:pt x="500" y="215"/>
                    </a:lnTo>
                    <a:lnTo>
                      <a:pt x="504" y="214"/>
                    </a:lnTo>
                    <a:lnTo>
                      <a:pt x="509" y="212"/>
                    </a:lnTo>
                    <a:lnTo>
                      <a:pt x="514" y="211"/>
                    </a:lnTo>
                    <a:lnTo>
                      <a:pt x="518" y="210"/>
                    </a:lnTo>
                    <a:lnTo>
                      <a:pt x="523" y="208"/>
                    </a:lnTo>
                    <a:lnTo>
                      <a:pt x="526" y="207"/>
                    </a:lnTo>
                    <a:lnTo>
                      <a:pt x="531" y="206"/>
                    </a:lnTo>
                    <a:lnTo>
                      <a:pt x="536" y="205"/>
                    </a:lnTo>
                    <a:lnTo>
                      <a:pt x="540" y="203"/>
                    </a:lnTo>
                    <a:lnTo>
                      <a:pt x="545" y="202"/>
                    </a:lnTo>
                    <a:lnTo>
                      <a:pt x="549" y="201"/>
                    </a:lnTo>
                    <a:lnTo>
                      <a:pt x="553" y="199"/>
                    </a:lnTo>
                    <a:lnTo>
                      <a:pt x="558" y="198"/>
                    </a:lnTo>
                    <a:lnTo>
                      <a:pt x="562" y="196"/>
                    </a:lnTo>
                    <a:lnTo>
                      <a:pt x="567" y="195"/>
                    </a:lnTo>
                    <a:lnTo>
                      <a:pt x="571" y="194"/>
                    </a:lnTo>
                    <a:lnTo>
                      <a:pt x="576" y="192"/>
                    </a:lnTo>
                    <a:lnTo>
                      <a:pt x="580" y="191"/>
                    </a:lnTo>
                    <a:lnTo>
                      <a:pt x="584" y="190"/>
                    </a:lnTo>
                    <a:lnTo>
                      <a:pt x="589" y="188"/>
                    </a:lnTo>
                    <a:lnTo>
                      <a:pt x="593" y="187"/>
                    </a:lnTo>
                    <a:lnTo>
                      <a:pt x="598" y="185"/>
                    </a:lnTo>
                    <a:lnTo>
                      <a:pt x="602" y="184"/>
                    </a:lnTo>
                    <a:lnTo>
                      <a:pt x="607" y="183"/>
                    </a:lnTo>
                    <a:lnTo>
                      <a:pt x="611" y="182"/>
                    </a:lnTo>
                    <a:lnTo>
                      <a:pt x="615" y="180"/>
                    </a:lnTo>
                    <a:lnTo>
                      <a:pt x="620" y="179"/>
                    </a:lnTo>
                    <a:lnTo>
                      <a:pt x="624" y="178"/>
                    </a:lnTo>
                    <a:lnTo>
                      <a:pt x="629" y="177"/>
                    </a:lnTo>
                    <a:lnTo>
                      <a:pt x="633" y="176"/>
                    </a:lnTo>
                    <a:lnTo>
                      <a:pt x="637" y="175"/>
                    </a:lnTo>
                    <a:lnTo>
                      <a:pt x="642" y="173"/>
                    </a:lnTo>
                    <a:lnTo>
                      <a:pt x="646" y="172"/>
                    </a:lnTo>
                    <a:lnTo>
                      <a:pt x="651" y="171"/>
                    </a:lnTo>
                    <a:lnTo>
                      <a:pt x="654" y="170"/>
                    </a:lnTo>
                    <a:lnTo>
                      <a:pt x="657" y="169"/>
                    </a:lnTo>
                    <a:lnTo>
                      <a:pt x="661" y="168"/>
                    </a:lnTo>
                    <a:lnTo>
                      <a:pt x="664" y="167"/>
                    </a:lnTo>
                    <a:lnTo>
                      <a:pt x="670" y="166"/>
                    </a:lnTo>
                    <a:lnTo>
                      <a:pt x="677" y="164"/>
                    </a:lnTo>
                    <a:lnTo>
                      <a:pt x="683" y="162"/>
                    </a:lnTo>
                    <a:lnTo>
                      <a:pt x="690" y="160"/>
                    </a:lnTo>
                    <a:lnTo>
                      <a:pt x="691" y="160"/>
                    </a:lnTo>
                    <a:lnTo>
                      <a:pt x="691" y="159"/>
                    </a:lnTo>
                    <a:lnTo>
                      <a:pt x="690" y="158"/>
                    </a:lnTo>
                    <a:lnTo>
                      <a:pt x="689" y="155"/>
                    </a:lnTo>
                    <a:lnTo>
                      <a:pt x="689" y="155"/>
                    </a:lnTo>
                    <a:lnTo>
                      <a:pt x="690" y="155"/>
                    </a:lnTo>
                    <a:lnTo>
                      <a:pt x="690" y="155"/>
                    </a:lnTo>
                    <a:lnTo>
                      <a:pt x="691" y="154"/>
                    </a:lnTo>
                    <a:lnTo>
                      <a:pt x="692" y="154"/>
                    </a:lnTo>
                    <a:lnTo>
                      <a:pt x="693" y="153"/>
                    </a:lnTo>
                    <a:lnTo>
                      <a:pt x="694" y="152"/>
                    </a:lnTo>
                    <a:lnTo>
                      <a:pt x="694" y="152"/>
                    </a:lnTo>
                    <a:lnTo>
                      <a:pt x="695" y="151"/>
                    </a:lnTo>
                    <a:lnTo>
                      <a:pt x="695" y="150"/>
                    </a:lnTo>
                    <a:lnTo>
                      <a:pt x="697" y="149"/>
                    </a:lnTo>
                    <a:lnTo>
                      <a:pt x="698" y="148"/>
                    </a:lnTo>
                    <a:lnTo>
                      <a:pt x="699" y="148"/>
                    </a:lnTo>
                    <a:lnTo>
                      <a:pt x="700" y="147"/>
                    </a:lnTo>
                    <a:lnTo>
                      <a:pt x="701" y="147"/>
                    </a:lnTo>
                    <a:lnTo>
                      <a:pt x="703" y="146"/>
                    </a:lnTo>
                    <a:lnTo>
                      <a:pt x="704" y="145"/>
                    </a:lnTo>
                    <a:lnTo>
                      <a:pt x="705" y="143"/>
                    </a:lnTo>
                    <a:lnTo>
                      <a:pt x="707" y="142"/>
                    </a:lnTo>
                    <a:lnTo>
                      <a:pt x="708" y="141"/>
                    </a:lnTo>
                    <a:lnTo>
                      <a:pt x="710" y="140"/>
                    </a:lnTo>
                    <a:lnTo>
                      <a:pt x="713" y="138"/>
                    </a:lnTo>
                    <a:lnTo>
                      <a:pt x="716" y="135"/>
                    </a:lnTo>
                    <a:lnTo>
                      <a:pt x="716" y="135"/>
                    </a:lnTo>
                    <a:lnTo>
                      <a:pt x="719" y="132"/>
                    </a:lnTo>
                    <a:lnTo>
                      <a:pt x="722" y="130"/>
                    </a:lnTo>
                    <a:lnTo>
                      <a:pt x="725" y="127"/>
                    </a:lnTo>
                    <a:lnTo>
                      <a:pt x="729" y="124"/>
                    </a:lnTo>
                    <a:lnTo>
                      <a:pt x="732" y="121"/>
                    </a:lnTo>
                    <a:lnTo>
                      <a:pt x="736" y="118"/>
                    </a:lnTo>
                    <a:lnTo>
                      <a:pt x="740" y="115"/>
                    </a:lnTo>
                    <a:lnTo>
                      <a:pt x="748" y="109"/>
                    </a:lnTo>
                    <a:lnTo>
                      <a:pt x="755" y="102"/>
                    </a:lnTo>
                    <a:lnTo>
                      <a:pt x="764" y="95"/>
                    </a:lnTo>
                    <a:lnTo>
                      <a:pt x="772" y="88"/>
                    </a:lnTo>
                    <a:lnTo>
                      <a:pt x="776" y="86"/>
                    </a:lnTo>
                    <a:lnTo>
                      <a:pt x="781" y="82"/>
                    </a:lnTo>
                    <a:lnTo>
                      <a:pt x="784" y="79"/>
                    </a:lnTo>
                    <a:lnTo>
                      <a:pt x="789" y="75"/>
                    </a:lnTo>
                    <a:lnTo>
                      <a:pt x="793" y="71"/>
                    </a:lnTo>
                    <a:lnTo>
                      <a:pt x="797" y="68"/>
                    </a:lnTo>
                    <a:lnTo>
                      <a:pt x="802" y="64"/>
                    </a:lnTo>
                    <a:lnTo>
                      <a:pt x="806" y="61"/>
                    </a:lnTo>
                    <a:lnTo>
                      <a:pt x="810" y="59"/>
                    </a:lnTo>
                    <a:lnTo>
                      <a:pt x="813" y="55"/>
                    </a:lnTo>
                    <a:lnTo>
                      <a:pt x="815" y="53"/>
                    </a:lnTo>
                    <a:lnTo>
                      <a:pt x="818" y="52"/>
                    </a:lnTo>
                    <a:lnTo>
                      <a:pt x="820" y="50"/>
                    </a:lnTo>
                    <a:lnTo>
                      <a:pt x="822" y="48"/>
                    </a:lnTo>
                    <a:lnTo>
                      <a:pt x="824" y="47"/>
                    </a:lnTo>
                    <a:lnTo>
                      <a:pt x="826" y="45"/>
                    </a:lnTo>
                    <a:lnTo>
                      <a:pt x="828" y="44"/>
                    </a:lnTo>
                    <a:lnTo>
                      <a:pt x="830" y="42"/>
                    </a:lnTo>
                    <a:lnTo>
                      <a:pt x="832" y="40"/>
                    </a:lnTo>
                    <a:lnTo>
                      <a:pt x="834" y="39"/>
                    </a:lnTo>
                    <a:lnTo>
                      <a:pt x="836" y="37"/>
                    </a:lnTo>
                    <a:lnTo>
                      <a:pt x="838" y="36"/>
                    </a:lnTo>
                    <a:lnTo>
                      <a:pt x="839" y="34"/>
                    </a:lnTo>
                    <a:lnTo>
                      <a:pt x="841" y="33"/>
                    </a:lnTo>
                    <a:lnTo>
                      <a:pt x="843" y="31"/>
                    </a:lnTo>
                    <a:lnTo>
                      <a:pt x="844" y="30"/>
                    </a:lnTo>
                    <a:lnTo>
                      <a:pt x="846" y="29"/>
                    </a:lnTo>
                    <a:lnTo>
                      <a:pt x="848" y="28"/>
                    </a:lnTo>
                    <a:lnTo>
                      <a:pt x="850" y="27"/>
                    </a:lnTo>
                    <a:lnTo>
                      <a:pt x="852" y="26"/>
                    </a:lnTo>
                    <a:lnTo>
                      <a:pt x="854" y="24"/>
                    </a:lnTo>
                    <a:lnTo>
                      <a:pt x="855" y="23"/>
                    </a:lnTo>
                    <a:lnTo>
                      <a:pt x="857" y="22"/>
                    </a:lnTo>
                    <a:lnTo>
                      <a:pt x="859" y="21"/>
                    </a:lnTo>
                    <a:lnTo>
                      <a:pt x="860" y="19"/>
                    </a:lnTo>
                    <a:lnTo>
                      <a:pt x="862" y="18"/>
                    </a:lnTo>
                    <a:lnTo>
                      <a:pt x="864" y="17"/>
                    </a:lnTo>
                    <a:lnTo>
                      <a:pt x="865" y="16"/>
                    </a:lnTo>
                    <a:lnTo>
                      <a:pt x="867" y="15"/>
                    </a:lnTo>
                    <a:lnTo>
                      <a:pt x="868" y="14"/>
                    </a:lnTo>
                    <a:lnTo>
                      <a:pt x="869" y="13"/>
                    </a:lnTo>
                    <a:lnTo>
                      <a:pt x="870" y="12"/>
                    </a:lnTo>
                    <a:lnTo>
                      <a:pt x="872" y="11"/>
                    </a:lnTo>
                    <a:lnTo>
                      <a:pt x="873" y="10"/>
                    </a:lnTo>
                    <a:lnTo>
                      <a:pt x="874" y="9"/>
                    </a:lnTo>
                    <a:lnTo>
                      <a:pt x="875" y="9"/>
                    </a:lnTo>
                    <a:lnTo>
                      <a:pt x="875" y="8"/>
                    </a:lnTo>
                    <a:lnTo>
                      <a:pt x="876" y="8"/>
                    </a:lnTo>
                    <a:lnTo>
                      <a:pt x="877" y="8"/>
                    </a:lnTo>
                    <a:lnTo>
                      <a:pt x="878" y="7"/>
                    </a:lnTo>
                    <a:lnTo>
                      <a:pt x="878" y="7"/>
                    </a:lnTo>
                    <a:lnTo>
                      <a:pt x="879" y="6"/>
                    </a:lnTo>
                    <a:lnTo>
                      <a:pt x="880" y="6"/>
                    </a:lnTo>
                    <a:lnTo>
                      <a:pt x="880" y="6"/>
                    </a:lnTo>
                    <a:lnTo>
                      <a:pt x="881" y="5"/>
                    </a:lnTo>
                    <a:lnTo>
                      <a:pt x="882" y="5"/>
                    </a:lnTo>
                    <a:lnTo>
                      <a:pt x="882" y="4"/>
                    </a:lnTo>
                    <a:lnTo>
                      <a:pt x="883" y="4"/>
                    </a:lnTo>
                    <a:lnTo>
                      <a:pt x="884" y="4"/>
                    </a:lnTo>
                    <a:lnTo>
                      <a:pt x="884" y="3"/>
                    </a:lnTo>
                    <a:lnTo>
                      <a:pt x="885" y="3"/>
                    </a:lnTo>
                    <a:lnTo>
                      <a:pt x="886" y="3"/>
                    </a:lnTo>
                    <a:lnTo>
                      <a:pt x="886" y="2"/>
                    </a:lnTo>
                    <a:lnTo>
                      <a:pt x="887" y="2"/>
                    </a:lnTo>
                    <a:lnTo>
                      <a:pt x="889" y="1"/>
                    </a:lnTo>
                    <a:lnTo>
                      <a:pt x="891" y="1"/>
                    </a:lnTo>
                    <a:lnTo>
                      <a:pt x="893" y="0"/>
                    </a:lnTo>
                    <a:lnTo>
                      <a:pt x="896" y="0"/>
                    </a:lnTo>
                    <a:lnTo>
                      <a:pt x="897" y="0"/>
                    </a:lnTo>
                    <a:lnTo>
                      <a:pt x="897" y="0"/>
                    </a:lnTo>
                    <a:close/>
                    <a:moveTo>
                      <a:pt x="872" y="63"/>
                    </a:moveTo>
                    <a:lnTo>
                      <a:pt x="870" y="64"/>
                    </a:lnTo>
                    <a:lnTo>
                      <a:pt x="868" y="66"/>
                    </a:lnTo>
                    <a:lnTo>
                      <a:pt x="867" y="67"/>
                    </a:lnTo>
                    <a:lnTo>
                      <a:pt x="866" y="68"/>
                    </a:lnTo>
                    <a:lnTo>
                      <a:pt x="866" y="68"/>
                    </a:lnTo>
                    <a:lnTo>
                      <a:pt x="864" y="70"/>
                    </a:lnTo>
                    <a:lnTo>
                      <a:pt x="862" y="71"/>
                    </a:lnTo>
                    <a:lnTo>
                      <a:pt x="860" y="73"/>
                    </a:lnTo>
                    <a:lnTo>
                      <a:pt x="858" y="74"/>
                    </a:lnTo>
                    <a:lnTo>
                      <a:pt x="856" y="76"/>
                    </a:lnTo>
                    <a:lnTo>
                      <a:pt x="854" y="77"/>
                    </a:lnTo>
                    <a:lnTo>
                      <a:pt x="852" y="79"/>
                    </a:lnTo>
                    <a:lnTo>
                      <a:pt x="850" y="80"/>
                    </a:lnTo>
                    <a:lnTo>
                      <a:pt x="848" y="82"/>
                    </a:lnTo>
                    <a:lnTo>
                      <a:pt x="846" y="84"/>
                    </a:lnTo>
                    <a:lnTo>
                      <a:pt x="844" y="85"/>
                    </a:lnTo>
                    <a:lnTo>
                      <a:pt x="842" y="87"/>
                    </a:lnTo>
                    <a:lnTo>
                      <a:pt x="840" y="88"/>
                    </a:lnTo>
                    <a:lnTo>
                      <a:pt x="837" y="91"/>
                    </a:lnTo>
                    <a:lnTo>
                      <a:pt x="832" y="94"/>
                    </a:lnTo>
                    <a:lnTo>
                      <a:pt x="828" y="98"/>
                    </a:lnTo>
                    <a:lnTo>
                      <a:pt x="824" y="101"/>
                    </a:lnTo>
                    <a:lnTo>
                      <a:pt x="820" y="105"/>
                    </a:lnTo>
                    <a:lnTo>
                      <a:pt x="815" y="108"/>
                    </a:lnTo>
                    <a:lnTo>
                      <a:pt x="811" y="112"/>
                    </a:lnTo>
                    <a:lnTo>
                      <a:pt x="808" y="115"/>
                    </a:lnTo>
                    <a:lnTo>
                      <a:pt x="803" y="118"/>
                    </a:lnTo>
                    <a:lnTo>
                      <a:pt x="799" y="121"/>
                    </a:lnTo>
                    <a:lnTo>
                      <a:pt x="791" y="128"/>
                    </a:lnTo>
                    <a:lnTo>
                      <a:pt x="790" y="129"/>
                    </a:lnTo>
                    <a:lnTo>
                      <a:pt x="790" y="129"/>
                    </a:lnTo>
                    <a:lnTo>
                      <a:pt x="792" y="128"/>
                    </a:lnTo>
                    <a:lnTo>
                      <a:pt x="794" y="127"/>
                    </a:lnTo>
                    <a:lnTo>
                      <a:pt x="795" y="127"/>
                    </a:lnTo>
                    <a:lnTo>
                      <a:pt x="797" y="126"/>
                    </a:lnTo>
                    <a:lnTo>
                      <a:pt x="799" y="125"/>
                    </a:lnTo>
                    <a:lnTo>
                      <a:pt x="800" y="125"/>
                    </a:lnTo>
                    <a:lnTo>
                      <a:pt x="802" y="124"/>
                    </a:lnTo>
                    <a:lnTo>
                      <a:pt x="803" y="123"/>
                    </a:lnTo>
                    <a:lnTo>
                      <a:pt x="805" y="123"/>
                    </a:lnTo>
                    <a:lnTo>
                      <a:pt x="806" y="122"/>
                    </a:lnTo>
                    <a:lnTo>
                      <a:pt x="808" y="121"/>
                    </a:lnTo>
                    <a:lnTo>
                      <a:pt x="810" y="121"/>
                    </a:lnTo>
                    <a:lnTo>
                      <a:pt x="811" y="120"/>
                    </a:lnTo>
                    <a:lnTo>
                      <a:pt x="812" y="119"/>
                    </a:lnTo>
                    <a:lnTo>
                      <a:pt x="813" y="119"/>
                    </a:lnTo>
                    <a:lnTo>
                      <a:pt x="815" y="118"/>
                    </a:lnTo>
                    <a:lnTo>
                      <a:pt x="816" y="118"/>
                    </a:lnTo>
                    <a:lnTo>
                      <a:pt x="818" y="118"/>
                    </a:lnTo>
                    <a:lnTo>
                      <a:pt x="819" y="117"/>
                    </a:lnTo>
                    <a:lnTo>
                      <a:pt x="821" y="116"/>
                    </a:lnTo>
                    <a:lnTo>
                      <a:pt x="822" y="115"/>
                    </a:lnTo>
                    <a:lnTo>
                      <a:pt x="824" y="115"/>
                    </a:lnTo>
                    <a:lnTo>
                      <a:pt x="825" y="114"/>
                    </a:lnTo>
                    <a:lnTo>
                      <a:pt x="827" y="113"/>
                    </a:lnTo>
                    <a:lnTo>
                      <a:pt x="828" y="113"/>
                    </a:lnTo>
                    <a:lnTo>
                      <a:pt x="830" y="112"/>
                    </a:lnTo>
                    <a:lnTo>
                      <a:pt x="831" y="111"/>
                    </a:lnTo>
                    <a:lnTo>
                      <a:pt x="833" y="110"/>
                    </a:lnTo>
                    <a:lnTo>
                      <a:pt x="834" y="110"/>
                    </a:lnTo>
                    <a:lnTo>
                      <a:pt x="835" y="109"/>
                    </a:lnTo>
                    <a:lnTo>
                      <a:pt x="837" y="108"/>
                    </a:lnTo>
                    <a:lnTo>
                      <a:pt x="838" y="107"/>
                    </a:lnTo>
                    <a:lnTo>
                      <a:pt x="839" y="106"/>
                    </a:lnTo>
                    <a:lnTo>
                      <a:pt x="840" y="106"/>
                    </a:lnTo>
                    <a:lnTo>
                      <a:pt x="841" y="105"/>
                    </a:lnTo>
                    <a:lnTo>
                      <a:pt x="843" y="104"/>
                    </a:lnTo>
                    <a:lnTo>
                      <a:pt x="844" y="103"/>
                    </a:lnTo>
                    <a:lnTo>
                      <a:pt x="846" y="102"/>
                    </a:lnTo>
                    <a:lnTo>
                      <a:pt x="847" y="102"/>
                    </a:lnTo>
                    <a:lnTo>
                      <a:pt x="848" y="101"/>
                    </a:lnTo>
                    <a:lnTo>
                      <a:pt x="850" y="100"/>
                    </a:lnTo>
                    <a:lnTo>
                      <a:pt x="851" y="99"/>
                    </a:lnTo>
                    <a:lnTo>
                      <a:pt x="852" y="98"/>
                    </a:lnTo>
                    <a:lnTo>
                      <a:pt x="853" y="98"/>
                    </a:lnTo>
                    <a:lnTo>
                      <a:pt x="853" y="98"/>
                    </a:lnTo>
                    <a:lnTo>
                      <a:pt x="853" y="98"/>
                    </a:lnTo>
                    <a:lnTo>
                      <a:pt x="853" y="97"/>
                    </a:lnTo>
                    <a:lnTo>
                      <a:pt x="854" y="97"/>
                    </a:lnTo>
                    <a:lnTo>
                      <a:pt x="854" y="97"/>
                    </a:lnTo>
                    <a:lnTo>
                      <a:pt x="854" y="97"/>
                    </a:lnTo>
                    <a:lnTo>
                      <a:pt x="855" y="97"/>
                    </a:lnTo>
                    <a:lnTo>
                      <a:pt x="855" y="96"/>
                    </a:lnTo>
                    <a:lnTo>
                      <a:pt x="855" y="96"/>
                    </a:lnTo>
                    <a:lnTo>
                      <a:pt x="856" y="96"/>
                    </a:lnTo>
                    <a:lnTo>
                      <a:pt x="856" y="95"/>
                    </a:lnTo>
                    <a:lnTo>
                      <a:pt x="856" y="95"/>
                    </a:lnTo>
                    <a:lnTo>
                      <a:pt x="857" y="95"/>
                    </a:lnTo>
                    <a:lnTo>
                      <a:pt x="857" y="95"/>
                    </a:lnTo>
                    <a:lnTo>
                      <a:pt x="857" y="94"/>
                    </a:lnTo>
                    <a:lnTo>
                      <a:pt x="858" y="94"/>
                    </a:lnTo>
                    <a:lnTo>
                      <a:pt x="858" y="94"/>
                    </a:lnTo>
                    <a:lnTo>
                      <a:pt x="858" y="93"/>
                    </a:lnTo>
                    <a:lnTo>
                      <a:pt x="859" y="93"/>
                    </a:lnTo>
                    <a:lnTo>
                      <a:pt x="859" y="93"/>
                    </a:lnTo>
                    <a:lnTo>
                      <a:pt x="859" y="92"/>
                    </a:lnTo>
                    <a:lnTo>
                      <a:pt x="860" y="92"/>
                    </a:lnTo>
                    <a:lnTo>
                      <a:pt x="860" y="92"/>
                    </a:lnTo>
                    <a:lnTo>
                      <a:pt x="860" y="91"/>
                    </a:lnTo>
                    <a:lnTo>
                      <a:pt x="861" y="91"/>
                    </a:lnTo>
                    <a:lnTo>
                      <a:pt x="861" y="91"/>
                    </a:lnTo>
                    <a:lnTo>
                      <a:pt x="861" y="90"/>
                    </a:lnTo>
                    <a:lnTo>
                      <a:pt x="862" y="90"/>
                    </a:lnTo>
                    <a:lnTo>
                      <a:pt x="862" y="90"/>
                    </a:lnTo>
                    <a:lnTo>
                      <a:pt x="862" y="89"/>
                    </a:lnTo>
                    <a:lnTo>
                      <a:pt x="863" y="89"/>
                    </a:lnTo>
                    <a:lnTo>
                      <a:pt x="863" y="89"/>
                    </a:lnTo>
                    <a:lnTo>
                      <a:pt x="863" y="88"/>
                    </a:lnTo>
                    <a:lnTo>
                      <a:pt x="863" y="88"/>
                    </a:lnTo>
                    <a:lnTo>
                      <a:pt x="864" y="88"/>
                    </a:lnTo>
                    <a:lnTo>
                      <a:pt x="864" y="88"/>
                    </a:lnTo>
                    <a:lnTo>
                      <a:pt x="864" y="88"/>
                    </a:lnTo>
                    <a:lnTo>
                      <a:pt x="865" y="87"/>
                    </a:lnTo>
                    <a:lnTo>
                      <a:pt x="865" y="87"/>
                    </a:lnTo>
                    <a:lnTo>
                      <a:pt x="865" y="86"/>
                    </a:lnTo>
                    <a:lnTo>
                      <a:pt x="866" y="86"/>
                    </a:lnTo>
                    <a:lnTo>
                      <a:pt x="866" y="86"/>
                    </a:lnTo>
                    <a:lnTo>
                      <a:pt x="866" y="85"/>
                    </a:lnTo>
                    <a:lnTo>
                      <a:pt x="866" y="85"/>
                    </a:lnTo>
                    <a:lnTo>
                      <a:pt x="867" y="84"/>
                    </a:lnTo>
                    <a:lnTo>
                      <a:pt x="867" y="84"/>
                    </a:lnTo>
                    <a:lnTo>
                      <a:pt x="867" y="84"/>
                    </a:lnTo>
                    <a:lnTo>
                      <a:pt x="868" y="83"/>
                    </a:lnTo>
                    <a:lnTo>
                      <a:pt x="868" y="83"/>
                    </a:lnTo>
                    <a:lnTo>
                      <a:pt x="868" y="82"/>
                    </a:lnTo>
                    <a:lnTo>
                      <a:pt x="868" y="82"/>
                    </a:lnTo>
                    <a:lnTo>
                      <a:pt x="868" y="82"/>
                    </a:lnTo>
                    <a:lnTo>
                      <a:pt x="868" y="81"/>
                    </a:lnTo>
                    <a:lnTo>
                      <a:pt x="868" y="81"/>
                    </a:lnTo>
                    <a:lnTo>
                      <a:pt x="869" y="80"/>
                    </a:lnTo>
                    <a:lnTo>
                      <a:pt x="869" y="80"/>
                    </a:lnTo>
                    <a:lnTo>
                      <a:pt x="869" y="79"/>
                    </a:lnTo>
                    <a:lnTo>
                      <a:pt x="869" y="79"/>
                    </a:lnTo>
                    <a:lnTo>
                      <a:pt x="870" y="78"/>
                    </a:lnTo>
                    <a:lnTo>
                      <a:pt x="870" y="78"/>
                    </a:lnTo>
                    <a:lnTo>
                      <a:pt x="870" y="77"/>
                    </a:lnTo>
                    <a:lnTo>
                      <a:pt x="870" y="77"/>
                    </a:lnTo>
                    <a:lnTo>
                      <a:pt x="870" y="76"/>
                    </a:lnTo>
                    <a:lnTo>
                      <a:pt x="870" y="75"/>
                    </a:lnTo>
                    <a:lnTo>
                      <a:pt x="870" y="74"/>
                    </a:lnTo>
                    <a:lnTo>
                      <a:pt x="871" y="73"/>
                    </a:lnTo>
                    <a:lnTo>
                      <a:pt x="871" y="72"/>
                    </a:lnTo>
                    <a:lnTo>
                      <a:pt x="871" y="71"/>
                    </a:lnTo>
                    <a:lnTo>
                      <a:pt x="871" y="70"/>
                    </a:lnTo>
                    <a:lnTo>
                      <a:pt x="871" y="68"/>
                    </a:lnTo>
                    <a:lnTo>
                      <a:pt x="872" y="67"/>
                    </a:lnTo>
                    <a:lnTo>
                      <a:pt x="872" y="66"/>
                    </a:lnTo>
                    <a:lnTo>
                      <a:pt x="872" y="64"/>
                    </a:lnTo>
                    <a:lnTo>
                      <a:pt x="872" y="63"/>
                    </a:lnTo>
                    <a:lnTo>
                      <a:pt x="872" y="62"/>
                    </a:lnTo>
                    <a:lnTo>
                      <a:pt x="872" y="63"/>
                    </a:lnTo>
                    <a:lnTo>
                      <a:pt x="872" y="6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grpSp>
      </p:grpSp>
      <p:sp>
        <p:nvSpPr>
          <p:cNvPr id="7" name="文本框 6">
            <a:extLst>
              <a:ext uri="{FF2B5EF4-FFF2-40B4-BE49-F238E27FC236}">
                <a16:creationId xmlns:a16="http://schemas.microsoft.com/office/drawing/2014/main" id="{96923A1A-784A-87D6-17E8-6F4DE3899C4B}"/>
              </a:ext>
            </a:extLst>
          </p:cNvPr>
          <p:cNvSpPr txBox="1"/>
          <p:nvPr/>
        </p:nvSpPr>
        <p:spPr>
          <a:xfrm>
            <a:off x="5244013" y="1596222"/>
            <a:ext cx="1703974" cy="261610"/>
          </a:xfrm>
          <a:prstGeom prst="rect">
            <a:avLst/>
          </a:prstGeom>
          <a:noFill/>
        </p:spPr>
        <p:txBody>
          <a:bodyPr wrap="square" rtlCol="0">
            <a:spAutoFit/>
          </a:bodyPr>
          <a:lstStyle/>
          <a:p>
            <a:pPr algn="dist"/>
            <a:r>
              <a:rPr lang="en-US" altLang="zh-CN" sz="1100" dirty="0">
                <a:solidFill>
                  <a:srgbClr val="D5AC59"/>
                </a:solidFill>
              </a:rPr>
              <a:t>CONTENTS</a:t>
            </a:r>
            <a:endParaRPr lang="zh-CN" altLang="en-US" sz="1100" dirty="0">
              <a:solidFill>
                <a:srgbClr val="D5AC59"/>
              </a:solidFill>
            </a:endParaRPr>
          </a:p>
        </p:txBody>
      </p:sp>
      <p:grpSp>
        <p:nvGrpSpPr>
          <p:cNvPr id="79" name="组合 78">
            <a:extLst>
              <a:ext uri="{FF2B5EF4-FFF2-40B4-BE49-F238E27FC236}">
                <a16:creationId xmlns:a16="http://schemas.microsoft.com/office/drawing/2014/main" id="{EE47CE7D-C06D-F999-05CC-777D47786D93}"/>
              </a:ext>
            </a:extLst>
          </p:cNvPr>
          <p:cNvGrpSpPr/>
          <p:nvPr/>
        </p:nvGrpSpPr>
        <p:grpSpPr>
          <a:xfrm>
            <a:off x="2663131" y="2677889"/>
            <a:ext cx="6834627" cy="538510"/>
            <a:chOff x="2663131" y="2677889"/>
            <a:chExt cx="6834627" cy="538510"/>
          </a:xfrm>
        </p:grpSpPr>
        <p:grpSp>
          <p:nvGrpSpPr>
            <p:cNvPr id="29" name="组合 28">
              <a:extLst>
                <a:ext uri="{FF2B5EF4-FFF2-40B4-BE49-F238E27FC236}">
                  <a16:creationId xmlns:a16="http://schemas.microsoft.com/office/drawing/2014/main" id="{FB1AD281-E5E7-6060-8186-B915F5E64333}"/>
                </a:ext>
              </a:extLst>
            </p:cNvPr>
            <p:cNvGrpSpPr/>
            <p:nvPr/>
          </p:nvGrpSpPr>
          <p:grpSpPr>
            <a:xfrm>
              <a:off x="2663131" y="2677889"/>
              <a:ext cx="3149648" cy="538510"/>
              <a:chOff x="2344154" y="2890490"/>
              <a:chExt cx="3149648" cy="538510"/>
            </a:xfrm>
          </p:grpSpPr>
          <p:sp>
            <p:nvSpPr>
              <p:cNvPr id="25" name="缺角矩形 24">
                <a:extLst>
                  <a:ext uri="{FF2B5EF4-FFF2-40B4-BE49-F238E27FC236}">
                    <a16:creationId xmlns:a16="http://schemas.microsoft.com/office/drawing/2014/main" id="{FF85611D-966C-DD10-E1C0-065990357808}"/>
                  </a:ext>
                </a:extLst>
              </p:cNvPr>
              <p:cNvSpPr/>
              <p:nvPr/>
            </p:nvSpPr>
            <p:spPr>
              <a:xfrm>
                <a:off x="2344154" y="2890490"/>
                <a:ext cx="3149648" cy="538510"/>
              </a:xfrm>
              <a:prstGeom prst="plaque">
                <a:avLst>
                  <a:gd name="adj" fmla="val 14150"/>
                </a:avLst>
              </a:prstGeom>
              <a:solidFill>
                <a:schemeClr val="bg1"/>
              </a:solidFill>
              <a:ln>
                <a:solidFill>
                  <a:srgbClr val="234995"/>
                </a:solid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28" name="缺角矩形 27">
                <a:extLst>
                  <a:ext uri="{FF2B5EF4-FFF2-40B4-BE49-F238E27FC236}">
                    <a16:creationId xmlns:a16="http://schemas.microsoft.com/office/drawing/2014/main" id="{F0C866E4-4B61-2C7E-F22A-3A941604BA44}"/>
                  </a:ext>
                </a:extLst>
              </p:cNvPr>
              <p:cNvSpPr/>
              <p:nvPr/>
            </p:nvSpPr>
            <p:spPr>
              <a:xfrm>
                <a:off x="2550948" y="2890490"/>
                <a:ext cx="675904" cy="538510"/>
              </a:xfrm>
              <a:prstGeom prst="plaque">
                <a:avLst>
                  <a:gd name="adj" fmla="val 0"/>
                </a:avLst>
              </a:prstGeom>
              <a:solidFill>
                <a:srgbClr val="234995"/>
              </a:solidFill>
              <a:ln>
                <a:solidFill>
                  <a:srgbClr val="234995"/>
                </a:solid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26" name="文本框 25">
                <a:extLst>
                  <a:ext uri="{FF2B5EF4-FFF2-40B4-BE49-F238E27FC236}">
                    <a16:creationId xmlns:a16="http://schemas.microsoft.com/office/drawing/2014/main" id="{4EFFD25C-D37F-4BEC-D69F-8722C59EA2C3}"/>
                  </a:ext>
                </a:extLst>
              </p:cNvPr>
              <p:cNvSpPr txBox="1"/>
              <p:nvPr/>
            </p:nvSpPr>
            <p:spPr>
              <a:xfrm>
                <a:off x="2607412" y="2928912"/>
                <a:ext cx="562976" cy="461665"/>
              </a:xfrm>
              <a:prstGeom prst="rect">
                <a:avLst/>
              </a:prstGeom>
              <a:noFill/>
            </p:spPr>
            <p:txBody>
              <a:bodyPr wrap="none" rtlCol="0">
                <a:spAutoFit/>
              </a:bodyPr>
              <a:lstStyle/>
              <a:p>
                <a:pPr algn="ctr"/>
                <a:r>
                  <a:rPr lang="en-US" altLang="zh-CN" sz="2400" dirty="0">
                    <a:solidFill>
                      <a:schemeClr val="bg1"/>
                    </a:solidFill>
                    <a:latin typeface="HarmonyOS Sans SC Black" panose="00000A00000000000000" pitchFamily="2" charset="-122"/>
                    <a:ea typeface="HarmonyOS Sans SC Black" panose="00000A00000000000000" pitchFamily="2" charset="-122"/>
                  </a:rPr>
                  <a:t>01</a:t>
                </a:r>
                <a:endParaRPr lang="zh-CN" altLang="en-US" sz="2400" dirty="0">
                  <a:solidFill>
                    <a:schemeClr val="bg1"/>
                  </a:solidFill>
                  <a:latin typeface="HarmonyOS Sans SC Black" panose="00000A00000000000000" pitchFamily="2" charset="-122"/>
                  <a:ea typeface="HarmonyOS Sans SC Black" panose="00000A00000000000000" pitchFamily="2" charset="-122"/>
                </a:endParaRPr>
              </a:p>
            </p:txBody>
          </p:sp>
          <p:sp>
            <p:nvSpPr>
              <p:cNvPr id="27" name="文本框 26">
                <a:extLst>
                  <a:ext uri="{FF2B5EF4-FFF2-40B4-BE49-F238E27FC236}">
                    <a16:creationId xmlns:a16="http://schemas.microsoft.com/office/drawing/2014/main" id="{565F5908-95A8-8125-805B-E5B6D65726FB}"/>
                  </a:ext>
                </a:extLst>
              </p:cNvPr>
              <p:cNvSpPr txBox="1"/>
              <p:nvPr/>
            </p:nvSpPr>
            <p:spPr>
              <a:xfrm>
                <a:off x="3350582" y="2987398"/>
                <a:ext cx="1760251" cy="369332"/>
              </a:xfrm>
              <a:prstGeom prst="rect">
                <a:avLst/>
              </a:prstGeom>
              <a:noFill/>
            </p:spPr>
            <p:txBody>
              <a:bodyPr wrap="square">
                <a:spAutoFit/>
              </a:bodyPr>
              <a:lstStyle/>
              <a:p>
                <a:r>
                  <a:rPr lang="zh-CN" altLang="en-US" b="1" dirty="0">
                    <a:solidFill>
                      <a:schemeClr val="tx1">
                        <a:lumMod val="95000"/>
                        <a:lumOff val="5000"/>
                      </a:schemeClr>
                    </a:solidFill>
                  </a:rPr>
                  <a:t>研究背景</a:t>
                </a:r>
              </a:p>
            </p:txBody>
          </p:sp>
        </p:grpSp>
        <p:grpSp>
          <p:nvGrpSpPr>
            <p:cNvPr id="30" name="组合 29">
              <a:extLst>
                <a:ext uri="{FF2B5EF4-FFF2-40B4-BE49-F238E27FC236}">
                  <a16:creationId xmlns:a16="http://schemas.microsoft.com/office/drawing/2014/main" id="{14982C22-E67F-FE76-13B0-A0474BC66038}"/>
                </a:ext>
              </a:extLst>
            </p:cNvPr>
            <p:cNvGrpSpPr/>
            <p:nvPr/>
          </p:nvGrpSpPr>
          <p:grpSpPr>
            <a:xfrm>
              <a:off x="6348110" y="2677889"/>
              <a:ext cx="3149648" cy="538510"/>
              <a:chOff x="2344154" y="2890490"/>
              <a:chExt cx="3149648" cy="538510"/>
            </a:xfrm>
          </p:grpSpPr>
          <p:sp>
            <p:nvSpPr>
              <p:cNvPr id="31" name="缺角矩形 30">
                <a:extLst>
                  <a:ext uri="{FF2B5EF4-FFF2-40B4-BE49-F238E27FC236}">
                    <a16:creationId xmlns:a16="http://schemas.microsoft.com/office/drawing/2014/main" id="{F6423F33-2898-1941-0692-A7F393AE4AB9}"/>
                  </a:ext>
                </a:extLst>
              </p:cNvPr>
              <p:cNvSpPr/>
              <p:nvPr/>
            </p:nvSpPr>
            <p:spPr>
              <a:xfrm>
                <a:off x="2344154" y="2890490"/>
                <a:ext cx="3149648" cy="538510"/>
              </a:xfrm>
              <a:prstGeom prst="plaque">
                <a:avLst>
                  <a:gd name="adj" fmla="val 14150"/>
                </a:avLst>
              </a:prstGeom>
              <a:solidFill>
                <a:schemeClr val="bg1"/>
              </a:solidFill>
              <a:ln>
                <a:solidFill>
                  <a:srgbClr val="234995"/>
                </a:solid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76" name="缺角矩形 75">
                <a:extLst>
                  <a:ext uri="{FF2B5EF4-FFF2-40B4-BE49-F238E27FC236}">
                    <a16:creationId xmlns:a16="http://schemas.microsoft.com/office/drawing/2014/main" id="{6CDFFC1D-750C-17F4-D54A-C80BD258DBFE}"/>
                  </a:ext>
                </a:extLst>
              </p:cNvPr>
              <p:cNvSpPr/>
              <p:nvPr/>
            </p:nvSpPr>
            <p:spPr>
              <a:xfrm>
                <a:off x="2550948" y="2890490"/>
                <a:ext cx="675904" cy="538510"/>
              </a:xfrm>
              <a:prstGeom prst="plaque">
                <a:avLst>
                  <a:gd name="adj" fmla="val 0"/>
                </a:avLst>
              </a:prstGeom>
              <a:solidFill>
                <a:srgbClr val="234995"/>
              </a:solidFill>
              <a:ln>
                <a:solidFill>
                  <a:srgbClr val="234995"/>
                </a:solid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77" name="文本框 76">
                <a:extLst>
                  <a:ext uri="{FF2B5EF4-FFF2-40B4-BE49-F238E27FC236}">
                    <a16:creationId xmlns:a16="http://schemas.microsoft.com/office/drawing/2014/main" id="{7F98CDDD-5AB3-CAB0-81C0-9775E184529E}"/>
                  </a:ext>
                </a:extLst>
              </p:cNvPr>
              <p:cNvSpPr txBox="1"/>
              <p:nvPr/>
            </p:nvSpPr>
            <p:spPr>
              <a:xfrm>
                <a:off x="2607413" y="2928912"/>
                <a:ext cx="562975" cy="461665"/>
              </a:xfrm>
              <a:prstGeom prst="rect">
                <a:avLst/>
              </a:prstGeom>
              <a:noFill/>
            </p:spPr>
            <p:txBody>
              <a:bodyPr wrap="none" rtlCol="0">
                <a:spAutoFit/>
              </a:bodyPr>
              <a:lstStyle/>
              <a:p>
                <a:pPr algn="ctr"/>
                <a:r>
                  <a:rPr lang="en-US" altLang="zh-CN" sz="2400" dirty="0">
                    <a:solidFill>
                      <a:schemeClr val="bg1"/>
                    </a:solidFill>
                    <a:latin typeface="HarmonyOS Sans SC Black" panose="00000A00000000000000" pitchFamily="2" charset="-122"/>
                    <a:ea typeface="HarmonyOS Sans SC Black" panose="00000A00000000000000" pitchFamily="2" charset="-122"/>
                  </a:rPr>
                  <a:t>02</a:t>
                </a:r>
                <a:endParaRPr lang="zh-CN" altLang="en-US" sz="2400" dirty="0">
                  <a:solidFill>
                    <a:schemeClr val="bg1"/>
                  </a:solidFill>
                  <a:latin typeface="HarmonyOS Sans SC Black" panose="00000A00000000000000" pitchFamily="2" charset="-122"/>
                  <a:ea typeface="HarmonyOS Sans SC Black" panose="00000A00000000000000" pitchFamily="2" charset="-122"/>
                </a:endParaRPr>
              </a:p>
            </p:txBody>
          </p:sp>
          <p:sp>
            <p:nvSpPr>
              <p:cNvPr id="78" name="文本框 77">
                <a:extLst>
                  <a:ext uri="{FF2B5EF4-FFF2-40B4-BE49-F238E27FC236}">
                    <a16:creationId xmlns:a16="http://schemas.microsoft.com/office/drawing/2014/main" id="{E56D2441-B0AD-0A5E-C112-555531DB0C54}"/>
                  </a:ext>
                </a:extLst>
              </p:cNvPr>
              <p:cNvSpPr txBox="1"/>
              <p:nvPr/>
            </p:nvSpPr>
            <p:spPr>
              <a:xfrm>
                <a:off x="3350582" y="2987398"/>
                <a:ext cx="1760251" cy="369332"/>
              </a:xfrm>
              <a:prstGeom prst="rect">
                <a:avLst/>
              </a:prstGeom>
              <a:noFill/>
            </p:spPr>
            <p:txBody>
              <a:bodyPr wrap="square">
                <a:spAutoFit/>
              </a:bodyPr>
              <a:lstStyle/>
              <a:p>
                <a:r>
                  <a:rPr lang="zh-CN" altLang="en-US" b="1" dirty="0">
                    <a:solidFill>
                      <a:schemeClr val="tx1">
                        <a:lumMod val="95000"/>
                        <a:lumOff val="5000"/>
                      </a:schemeClr>
                    </a:solidFill>
                  </a:rPr>
                  <a:t>核心算法</a:t>
                </a:r>
              </a:p>
            </p:txBody>
          </p:sp>
        </p:grpSp>
      </p:grpSp>
      <p:grpSp>
        <p:nvGrpSpPr>
          <p:cNvPr id="80" name="组合 79">
            <a:extLst>
              <a:ext uri="{FF2B5EF4-FFF2-40B4-BE49-F238E27FC236}">
                <a16:creationId xmlns:a16="http://schemas.microsoft.com/office/drawing/2014/main" id="{FE77C41B-4C38-6D70-9D15-E6903CB7361C}"/>
              </a:ext>
            </a:extLst>
          </p:cNvPr>
          <p:cNvGrpSpPr/>
          <p:nvPr/>
        </p:nvGrpSpPr>
        <p:grpSpPr>
          <a:xfrm>
            <a:off x="2663131" y="4723268"/>
            <a:ext cx="6834627" cy="538510"/>
            <a:chOff x="2663131" y="2677889"/>
            <a:chExt cx="6834627" cy="538510"/>
          </a:xfrm>
        </p:grpSpPr>
        <p:grpSp>
          <p:nvGrpSpPr>
            <p:cNvPr id="81" name="组合 80">
              <a:extLst>
                <a:ext uri="{FF2B5EF4-FFF2-40B4-BE49-F238E27FC236}">
                  <a16:creationId xmlns:a16="http://schemas.microsoft.com/office/drawing/2014/main" id="{CA7F70F6-152F-2523-D7B6-A5B7B03FBF2D}"/>
                </a:ext>
              </a:extLst>
            </p:cNvPr>
            <p:cNvGrpSpPr/>
            <p:nvPr/>
          </p:nvGrpSpPr>
          <p:grpSpPr>
            <a:xfrm>
              <a:off x="2663131" y="2677889"/>
              <a:ext cx="3149648" cy="538510"/>
              <a:chOff x="2344154" y="2890490"/>
              <a:chExt cx="3149648" cy="538510"/>
            </a:xfrm>
          </p:grpSpPr>
          <p:sp>
            <p:nvSpPr>
              <p:cNvPr id="88" name="缺角矩形 87">
                <a:extLst>
                  <a:ext uri="{FF2B5EF4-FFF2-40B4-BE49-F238E27FC236}">
                    <a16:creationId xmlns:a16="http://schemas.microsoft.com/office/drawing/2014/main" id="{755A7444-F320-8D9A-70EA-4ECE7631AD7C}"/>
                  </a:ext>
                </a:extLst>
              </p:cNvPr>
              <p:cNvSpPr/>
              <p:nvPr/>
            </p:nvSpPr>
            <p:spPr>
              <a:xfrm>
                <a:off x="2344154" y="2890490"/>
                <a:ext cx="3149648" cy="538510"/>
              </a:xfrm>
              <a:prstGeom prst="plaque">
                <a:avLst>
                  <a:gd name="adj" fmla="val 14150"/>
                </a:avLst>
              </a:prstGeom>
              <a:solidFill>
                <a:schemeClr val="bg1"/>
              </a:solidFill>
              <a:ln>
                <a:solidFill>
                  <a:srgbClr val="234995"/>
                </a:solid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89" name="缺角矩形 88">
                <a:extLst>
                  <a:ext uri="{FF2B5EF4-FFF2-40B4-BE49-F238E27FC236}">
                    <a16:creationId xmlns:a16="http://schemas.microsoft.com/office/drawing/2014/main" id="{CCD21415-17C2-1C1E-EF16-CBDEE6E111EF}"/>
                  </a:ext>
                </a:extLst>
              </p:cNvPr>
              <p:cNvSpPr/>
              <p:nvPr/>
            </p:nvSpPr>
            <p:spPr>
              <a:xfrm>
                <a:off x="2550948" y="2890490"/>
                <a:ext cx="675904" cy="538510"/>
              </a:xfrm>
              <a:prstGeom prst="plaque">
                <a:avLst>
                  <a:gd name="adj" fmla="val 0"/>
                </a:avLst>
              </a:prstGeom>
              <a:solidFill>
                <a:srgbClr val="234995"/>
              </a:solidFill>
              <a:ln>
                <a:solidFill>
                  <a:srgbClr val="234995"/>
                </a:solid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90" name="文本框 89">
                <a:extLst>
                  <a:ext uri="{FF2B5EF4-FFF2-40B4-BE49-F238E27FC236}">
                    <a16:creationId xmlns:a16="http://schemas.microsoft.com/office/drawing/2014/main" id="{FFD2FDA5-55F4-672E-4A36-D7D9DE2E7EE6}"/>
                  </a:ext>
                </a:extLst>
              </p:cNvPr>
              <p:cNvSpPr txBox="1"/>
              <p:nvPr/>
            </p:nvSpPr>
            <p:spPr>
              <a:xfrm>
                <a:off x="2607413" y="2928912"/>
                <a:ext cx="562975" cy="461665"/>
              </a:xfrm>
              <a:prstGeom prst="rect">
                <a:avLst/>
              </a:prstGeom>
              <a:noFill/>
            </p:spPr>
            <p:txBody>
              <a:bodyPr wrap="none" rtlCol="0">
                <a:spAutoFit/>
              </a:bodyPr>
              <a:lstStyle/>
              <a:p>
                <a:pPr algn="ctr"/>
                <a:r>
                  <a:rPr lang="en-US" altLang="zh-CN" sz="2400" dirty="0">
                    <a:solidFill>
                      <a:schemeClr val="bg1"/>
                    </a:solidFill>
                    <a:latin typeface="HarmonyOS Sans SC Black" panose="00000A00000000000000" pitchFamily="2" charset="-122"/>
                    <a:ea typeface="HarmonyOS Sans SC Black" panose="00000A00000000000000" pitchFamily="2" charset="-122"/>
                  </a:rPr>
                  <a:t>03</a:t>
                </a:r>
                <a:endParaRPr lang="zh-CN" altLang="en-US" sz="2400" dirty="0">
                  <a:solidFill>
                    <a:schemeClr val="bg1"/>
                  </a:solidFill>
                  <a:latin typeface="HarmonyOS Sans SC Black" panose="00000A00000000000000" pitchFamily="2" charset="-122"/>
                  <a:ea typeface="HarmonyOS Sans SC Black" panose="00000A00000000000000" pitchFamily="2" charset="-122"/>
                </a:endParaRPr>
              </a:p>
            </p:txBody>
          </p:sp>
          <p:sp>
            <p:nvSpPr>
              <p:cNvPr id="91" name="文本框 90">
                <a:extLst>
                  <a:ext uri="{FF2B5EF4-FFF2-40B4-BE49-F238E27FC236}">
                    <a16:creationId xmlns:a16="http://schemas.microsoft.com/office/drawing/2014/main" id="{DE3E5DF9-C60E-41A5-B713-01D3912DF792}"/>
                  </a:ext>
                </a:extLst>
              </p:cNvPr>
              <p:cNvSpPr txBox="1"/>
              <p:nvPr/>
            </p:nvSpPr>
            <p:spPr>
              <a:xfrm>
                <a:off x="3350582" y="2987398"/>
                <a:ext cx="1760251" cy="369332"/>
              </a:xfrm>
              <a:prstGeom prst="rect">
                <a:avLst/>
              </a:prstGeom>
              <a:noFill/>
            </p:spPr>
            <p:txBody>
              <a:bodyPr wrap="square">
                <a:spAutoFit/>
              </a:bodyPr>
              <a:lstStyle/>
              <a:p>
                <a:r>
                  <a:rPr lang="zh-CN" altLang="en-US" b="1" dirty="0">
                    <a:solidFill>
                      <a:schemeClr val="tx1">
                        <a:lumMod val="95000"/>
                        <a:lumOff val="5000"/>
                      </a:schemeClr>
                    </a:solidFill>
                  </a:rPr>
                  <a:t>实验验证</a:t>
                </a:r>
              </a:p>
            </p:txBody>
          </p:sp>
        </p:grpSp>
        <p:grpSp>
          <p:nvGrpSpPr>
            <p:cNvPr id="82" name="组合 81">
              <a:extLst>
                <a:ext uri="{FF2B5EF4-FFF2-40B4-BE49-F238E27FC236}">
                  <a16:creationId xmlns:a16="http://schemas.microsoft.com/office/drawing/2014/main" id="{3F139E81-0207-9CCA-977F-24AF88CB9D12}"/>
                </a:ext>
              </a:extLst>
            </p:cNvPr>
            <p:cNvGrpSpPr/>
            <p:nvPr/>
          </p:nvGrpSpPr>
          <p:grpSpPr>
            <a:xfrm>
              <a:off x="6348110" y="2677889"/>
              <a:ext cx="3149648" cy="538510"/>
              <a:chOff x="2344154" y="2890490"/>
              <a:chExt cx="3149648" cy="538510"/>
            </a:xfrm>
          </p:grpSpPr>
          <p:sp>
            <p:nvSpPr>
              <p:cNvPr id="84" name="缺角矩形 83">
                <a:extLst>
                  <a:ext uri="{FF2B5EF4-FFF2-40B4-BE49-F238E27FC236}">
                    <a16:creationId xmlns:a16="http://schemas.microsoft.com/office/drawing/2014/main" id="{EA9D31C8-F736-EAE3-CB53-4BE447F5945C}"/>
                  </a:ext>
                </a:extLst>
              </p:cNvPr>
              <p:cNvSpPr/>
              <p:nvPr/>
            </p:nvSpPr>
            <p:spPr>
              <a:xfrm>
                <a:off x="2344154" y="2890490"/>
                <a:ext cx="3149648" cy="538510"/>
              </a:xfrm>
              <a:prstGeom prst="plaque">
                <a:avLst>
                  <a:gd name="adj" fmla="val 14150"/>
                </a:avLst>
              </a:prstGeom>
              <a:solidFill>
                <a:schemeClr val="bg1"/>
              </a:solidFill>
              <a:ln>
                <a:solidFill>
                  <a:srgbClr val="234995"/>
                </a:solid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85" name="缺角矩形 84">
                <a:extLst>
                  <a:ext uri="{FF2B5EF4-FFF2-40B4-BE49-F238E27FC236}">
                    <a16:creationId xmlns:a16="http://schemas.microsoft.com/office/drawing/2014/main" id="{1880132E-7C7E-DCC5-1702-E0E00014302D}"/>
                  </a:ext>
                </a:extLst>
              </p:cNvPr>
              <p:cNvSpPr/>
              <p:nvPr/>
            </p:nvSpPr>
            <p:spPr>
              <a:xfrm>
                <a:off x="2550948" y="2890490"/>
                <a:ext cx="675904" cy="538510"/>
              </a:xfrm>
              <a:prstGeom prst="plaque">
                <a:avLst>
                  <a:gd name="adj" fmla="val 0"/>
                </a:avLst>
              </a:prstGeom>
              <a:solidFill>
                <a:srgbClr val="234995"/>
              </a:solidFill>
              <a:ln>
                <a:solidFill>
                  <a:srgbClr val="234995"/>
                </a:solid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86" name="文本框 85">
                <a:extLst>
                  <a:ext uri="{FF2B5EF4-FFF2-40B4-BE49-F238E27FC236}">
                    <a16:creationId xmlns:a16="http://schemas.microsoft.com/office/drawing/2014/main" id="{82231E15-5A22-8D4D-7085-0B7D844AB34A}"/>
                  </a:ext>
                </a:extLst>
              </p:cNvPr>
              <p:cNvSpPr txBox="1"/>
              <p:nvPr/>
            </p:nvSpPr>
            <p:spPr>
              <a:xfrm>
                <a:off x="2607413" y="2928912"/>
                <a:ext cx="562975" cy="461665"/>
              </a:xfrm>
              <a:prstGeom prst="rect">
                <a:avLst/>
              </a:prstGeom>
              <a:noFill/>
            </p:spPr>
            <p:txBody>
              <a:bodyPr wrap="none" rtlCol="0">
                <a:spAutoFit/>
              </a:bodyPr>
              <a:lstStyle/>
              <a:p>
                <a:pPr algn="ctr"/>
                <a:r>
                  <a:rPr lang="en-US" altLang="zh-CN" sz="2400" dirty="0">
                    <a:solidFill>
                      <a:schemeClr val="bg1"/>
                    </a:solidFill>
                    <a:latin typeface="HarmonyOS Sans SC Black" panose="00000A00000000000000" pitchFamily="2" charset="-122"/>
                    <a:ea typeface="HarmonyOS Sans SC Black" panose="00000A00000000000000" pitchFamily="2" charset="-122"/>
                  </a:rPr>
                  <a:t>04</a:t>
                </a:r>
                <a:endParaRPr lang="zh-CN" altLang="en-US" sz="2400" dirty="0">
                  <a:solidFill>
                    <a:schemeClr val="bg1"/>
                  </a:solidFill>
                  <a:latin typeface="HarmonyOS Sans SC Black" panose="00000A00000000000000" pitchFamily="2" charset="-122"/>
                  <a:ea typeface="HarmonyOS Sans SC Black" panose="00000A00000000000000" pitchFamily="2" charset="-122"/>
                </a:endParaRPr>
              </a:p>
            </p:txBody>
          </p:sp>
          <p:sp>
            <p:nvSpPr>
              <p:cNvPr id="87" name="文本框 86">
                <a:extLst>
                  <a:ext uri="{FF2B5EF4-FFF2-40B4-BE49-F238E27FC236}">
                    <a16:creationId xmlns:a16="http://schemas.microsoft.com/office/drawing/2014/main" id="{E3E721FA-9FC6-D40E-2B71-09446079EA7B}"/>
                  </a:ext>
                </a:extLst>
              </p:cNvPr>
              <p:cNvSpPr txBox="1"/>
              <p:nvPr/>
            </p:nvSpPr>
            <p:spPr>
              <a:xfrm>
                <a:off x="3350582" y="2987398"/>
                <a:ext cx="1760251" cy="369332"/>
              </a:xfrm>
              <a:prstGeom prst="rect">
                <a:avLst/>
              </a:prstGeom>
              <a:noFill/>
            </p:spPr>
            <p:txBody>
              <a:bodyPr wrap="square">
                <a:spAutoFit/>
              </a:bodyPr>
              <a:lstStyle/>
              <a:p>
                <a:r>
                  <a:rPr lang="zh-CN" altLang="en-US" b="1" dirty="0">
                    <a:solidFill>
                      <a:schemeClr val="tx1">
                        <a:lumMod val="95000"/>
                        <a:lumOff val="5000"/>
                      </a:schemeClr>
                    </a:solidFill>
                  </a:rPr>
                  <a:t>结论展望</a:t>
                </a:r>
              </a:p>
            </p:txBody>
          </p:sp>
        </p:grpSp>
      </p:grpSp>
    </p:spTree>
    <p:extLst>
      <p:ext uri="{BB962C8B-B14F-4D97-AF65-F5344CB8AC3E}">
        <p14:creationId xmlns:p14="http://schemas.microsoft.com/office/powerpoint/2010/main" val="367428032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A6638-65C0-5976-6B1E-DD81950BBC74}"/>
            </a:ext>
          </a:extLst>
        </p:cNvPr>
        <p:cNvGrpSpPr/>
        <p:nvPr/>
      </p:nvGrpSpPr>
      <p:grpSpPr>
        <a:xfrm>
          <a:off x="0" y="0"/>
          <a:ext cx="0" cy="0"/>
          <a:chOff x="0" y="0"/>
          <a:chExt cx="0" cy="0"/>
        </a:xfrm>
      </p:grpSpPr>
      <p:sp>
        <p:nvSpPr>
          <p:cNvPr id="83" name="任意多边形: 形状 82">
            <a:extLst>
              <a:ext uri="{FF2B5EF4-FFF2-40B4-BE49-F238E27FC236}">
                <a16:creationId xmlns:a16="http://schemas.microsoft.com/office/drawing/2014/main" id="{3131DD5B-19DE-15ED-D5A1-9A3A217233F8}"/>
              </a:ext>
            </a:extLst>
          </p:cNvPr>
          <p:cNvSpPr/>
          <p:nvPr/>
        </p:nvSpPr>
        <p:spPr>
          <a:xfrm flipH="1">
            <a:off x="1618" y="0"/>
            <a:ext cx="12190382" cy="2021756"/>
          </a:xfrm>
          <a:custGeom>
            <a:avLst/>
            <a:gdLst>
              <a:gd name="csX0" fmla="*/ 12190382 w 12190382"/>
              <a:gd name="csY0" fmla="*/ 0 h 2021756"/>
              <a:gd name="csX1" fmla="*/ 6096001 w 12190382"/>
              <a:gd name="csY1" fmla="*/ 0 h 2021756"/>
              <a:gd name="csX2" fmla="*/ 6094381 w 12190382"/>
              <a:gd name="csY2" fmla="*/ 0 h 2021756"/>
              <a:gd name="csX3" fmla="*/ 0 w 12190382"/>
              <a:gd name="csY3" fmla="*/ 0 h 2021756"/>
              <a:gd name="csX4" fmla="*/ 0 w 12190382"/>
              <a:gd name="csY4" fmla="*/ 700529 h 2021756"/>
              <a:gd name="csX5" fmla="*/ 5177130 w 12190382"/>
              <a:gd name="csY5" fmla="*/ 1897501 h 2021756"/>
              <a:gd name="csX6" fmla="*/ 6094381 w 12190382"/>
              <a:gd name="csY6" fmla="*/ 2021537 h 2021756"/>
              <a:gd name="csX7" fmla="*/ 6094381 w 12190382"/>
              <a:gd name="csY7" fmla="*/ 2021756 h 2021756"/>
              <a:gd name="csX8" fmla="*/ 6095191 w 12190382"/>
              <a:gd name="csY8" fmla="*/ 2021647 h 2021756"/>
              <a:gd name="csX9" fmla="*/ 6096001 w 12190382"/>
              <a:gd name="csY9" fmla="*/ 2021756 h 2021756"/>
              <a:gd name="csX10" fmla="*/ 6096001 w 12190382"/>
              <a:gd name="csY10" fmla="*/ 2021537 h 2021756"/>
              <a:gd name="csX11" fmla="*/ 7013251 w 12190382"/>
              <a:gd name="csY11" fmla="*/ 1897501 h 2021756"/>
              <a:gd name="csX12" fmla="*/ 12190382 w 12190382"/>
              <a:gd name="csY12" fmla="*/ 700529 h 20217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190382" h="2021756">
                <a:moveTo>
                  <a:pt x="12190382" y="0"/>
                </a:moveTo>
                <a:lnTo>
                  <a:pt x="6096001" y="0"/>
                </a:lnTo>
                <a:lnTo>
                  <a:pt x="6094381" y="0"/>
                </a:lnTo>
                <a:lnTo>
                  <a:pt x="0" y="0"/>
                </a:lnTo>
                <a:lnTo>
                  <a:pt x="0" y="700529"/>
                </a:lnTo>
                <a:cubicBezTo>
                  <a:pt x="1260753" y="1197829"/>
                  <a:pt x="3071763" y="1594130"/>
                  <a:pt x="5177130" y="1897501"/>
                </a:cubicBezTo>
                <a:lnTo>
                  <a:pt x="6094381" y="2021537"/>
                </a:lnTo>
                <a:lnTo>
                  <a:pt x="6094381" y="2021756"/>
                </a:lnTo>
                <a:lnTo>
                  <a:pt x="6095191" y="2021647"/>
                </a:lnTo>
                <a:lnTo>
                  <a:pt x="6096001" y="2021756"/>
                </a:lnTo>
                <a:lnTo>
                  <a:pt x="6096001" y="2021537"/>
                </a:lnTo>
                <a:lnTo>
                  <a:pt x="7013251" y="1897501"/>
                </a:lnTo>
                <a:cubicBezTo>
                  <a:pt x="9118619" y="1594130"/>
                  <a:pt x="10929629" y="1197829"/>
                  <a:pt x="12190382" y="700529"/>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9" name="缺角矩形 8" descr="D:\51PPT模板网\51pptmoban.com\图片.jpg">
            <a:extLst>
              <a:ext uri="{FF2B5EF4-FFF2-40B4-BE49-F238E27FC236}">
                <a16:creationId xmlns:a16="http://schemas.microsoft.com/office/drawing/2014/main" id="{6335B8E1-8158-4BC6-2FB3-9E233AE6940D}"/>
              </a:ext>
            </a:extLst>
          </p:cNvPr>
          <p:cNvSpPr/>
          <p:nvPr/>
        </p:nvSpPr>
        <p:spPr>
          <a:xfrm>
            <a:off x="264707" y="241499"/>
            <a:ext cx="11691611" cy="6400400"/>
          </a:xfrm>
          <a:prstGeom prst="plaque">
            <a:avLst>
              <a:gd name="adj" fmla="val 6108"/>
            </a:avLst>
          </a:prstGeom>
          <a:noFill/>
          <a:ln w="25400">
            <a:solidFill>
              <a:srgbClr val="D5AC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a:extLst>
              <a:ext uri="{FF2B5EF4-FFF2-40B4-BE49-F238E27FC236}">
                <a16:creationId xmlns:a16="http://schemas.microsoft.com/office/drawing/2014/main" id="{77BC74A2-2706-433D-CAA2-1D61AF9D2D8D}"/>
              </a:ext>
            </a:extLst>
          </p:cNvPr>
          <p:cNvGrpSpPr/>
          <p:nvPr/>
        </p:nvGrpSpPr>
        <p:grpSpPr>
          <a:xfrm>
            <a:off x="4521176" y="2677889"/>
            <a:ext cx="3149648" cy="538510"/>
            <a:chOff x="2344154" y="2890490"/>
            <a:chExt cx="3149648" cy="538510"/>
          </a:xfrm>
        </p:grpSpPr>
        <p:sp>
          <p:nvSpPr>
            <p:cNvPr id="25" name="缺角矩形 24">
              <a:extLst>
                <a:ext uri="{FF2B5EF4-FFF2-40B4-BE49-F238E27FC236}">
                  <a16:creationId xmlns:a16="http://schemas.microsoft.com/office/drawing/2014/main" id="{9EF96D4A-E4E8-50AC-26D5-F5AD756AEB5D}"/>
                </a:ext>
              </a:extLst>
            </p:cNvPr>
            <p:cNvSpPr/>
            <p:nvPr/>
          </p:nvSpPr>
          <p:spPr>
            <a:xfrm>
              <a:off x="2344154" y="2890490"/>
              <a:ext cx="3149648" cy="538510"/>
            </a:xfrm>
            <a:prstGeom prst="plaque">
              <a:avLst>
                <a:gd name="adj" fmla="val 14150"/>
              </a:avLst>
            </a:prstGeom>
            <a:solidFill>
              <a:schemeClr val="bg1"/>
            </a:solidFill>
            <a:ln>
              <a:solidFill>
                <a:srgbClr val="234995"/>
              </a:solid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28" name="缺角矩形 27">
              <a:extLst>
                <a:ext uri="{FF2B5EF4-FFF2-40B4-BE49-F238E27FC236}">
                  <a16:creationId xmlns:a16="http://schemas.microsoft.com/office/drawing/2014/main" id="{0FE6502B-6E61-CC57-C13C-E1DE0C9D54D4}"/>
                </a:ext>
              </a:extLst>
            </p:cNvPr>
            <p:cNvSpPr/>
            <p:nvPr/>
          </p:nvSpPr>
          <p:spPr>
            <a:xfrm>
              <a:off x="2550948" y="2890490"/>
              <a:ext cx="675904" cy="538510"/>
            </a:xfrm>
            <a:prstGeom prst="plaque">
              <a:avLst>
                <a:gd name="adj" fmla="val 0"/>
              </a:avLst>
            </a:prstGeom>
            <a:solidFill>
              <a:srgbClr val="234995"/>
            </a:solidFill>
            <a:ln>
              <a:solidFill>
                <a:srgbClr val="234995"/>
              </a:solid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26" name="文本框 25">
              <a:extLst>
                <a:ext uri="{FF2B5EF4-FFF2-40B4-BE49-F238E27FC236}">
                  <a16:creationId xmlns:a16="http://schemas.microsoft.com/office/drawing/2014/main" id="{81DC2935-A69D-283B-22E3-0C215229DCC6}"/>
                </a:ext>
              </a:extLst>
            </p:cNvPr>
            <p:cNvSpPr txBox="1"/>
            <p:nvPr/>
          </p:nvSpPr>
          <p:spPr>
            <a:xfrm>
              <a:off x="2607412" y="2928912"/>
              <a:ext cx="562976" cy="461665"/>
            </a:xfrm>
            <a:prstGeom prst="rect">
              <a:avLst/>
            </a:prstGeom>
            <a:noFill/>
          </p:spPr>
          <p:txBody>
            <a:bodyPr wrap="none" rtlCol="0">
              <a:spAutoFit/>
            </a:bodyPr>
            <a:lstStyle/>
            <a:p>
              <a:pPr algn="ctr"/>
              <a:r>
                <a:rPr lang="en-US" altLang="zh-CN" sz="2400" dirty="0">
                  <a:solidFill>
                    <a:schemeClr val="bg1"/>
                  </a:solidFill>
                  <a:latin typeface="HarmonyOS Sans SC Black" panose="00000A00000000000000" pitchFamily="2" charset="-122"/>
                  <a:ea typeface="HarmonyOS Sans SC Black" panose="00000A00000000000000" pitchFamily="2" charset="-122"/>
                </a:rPr>
                <a:t>01</a:t>
              </a:r>
              <a:endParaRPr lang="zh-CN" altLang="en-US" sz="2400" dirty="0">
                <a:solidFill>
                  <a:schemeClr val="bg1"/>
                </a:solidFill>
                <a:latin typeface="HarmonyOS Sans SC Black" panose="00000A00000000000000" pitchFamily="2" charset="-122"/>
                <a:ea typeface="HarmonyOS Sans SC Black" panose="00000A00000000000000" pitchFamily="2" charset="-122"/>
              </a:endParaRPr>
            </a:p>
          </p:txBody>
        </p:sp>
        <p:sp>
          <p:nvSpPr>
            <p:cNvPr id="27" name="文本框 26">
              <a:extLst>
                <a:ext uri="{FF2B5EF4-FFF2-40B4-BE49-F238E27FC236}">
                  <a16:creationId xmlns:a16="http://schemas.microsoft.com/office/drawing/2014/main" id="{15E32011-AA4B-1D8A-53BA-F9935F6D45F4}"/>
                </a:ext>
              </a:extLst>
            </p:cNvPr>
            <p:cNvSpPr txBox="1"/>
            <p:nvPr/>
          </p:nvSpPr>
          <p:spPr>
            <a:xfrm>
              <a:off x="3350582" y="2987398"/>
              <a:ext cx="1760251" cy="369332"/>
            </a:xfrm>
            <a:prstGeom prst="rect">
              <a:avLst/>
            </a:prstGeom>
            <a:noFill/>
          </p:spPr>
          <p:txBody>
            <a:bodyPr wrap="square">
              <a:spAutoFit/>
            </a:bodyPr>
            <a:lstStyle/>
            <a:p>
              <a:r>
                <a:rPr lang="zh-CN" altLang="en-US" b="1" dirty="0">
                  <a:solidFill>
                    <a:schemeClr val="tx1">
                      <a:lumMod val="95000"/>
                      <a:lumOff val="5000"/>
                    </a:schemeClr>
                  </a:solidFill>
                </a:rPr>
                <a:t>第一章 研究背景</a:t>
              </a:r>
            </a:p>
          </p:txBody>
        </p:sp>
      </p:grpSp>
      <p:sp>
        <p:nvSpPr>
          <p:cNvPr id="2" name="文本框 1">
            <a:extLst>
              <a:ext uri="{FF2B5EF4-FFF2-40B4-BE49-F238E27FC236}">
                <a16:creationId xmlns:a16="http://schemas.microsoft.com/office/drawing/2014/main" id="{BFCFB590-8F06-A074-20F3-31379E1F84DB}"/>
              </a:ext>
            </a:extLst>
          </p:cNvPr>
          <p:cNvSpPr txBox="1"/>
          <p:nvPr/>
        </p:nvSpPr>
        <p:spPr>
          <a:xfrm>
            <a:off x="5373691" y="571981"/>
            <a:ext cx="1444627" cy="1323439"/>
          </a:xfrm>
          <a:prstGeom prst="rect">
            <a:avLst/>
          </a:prstGeom>
          <a:noFill/>
        </p:spPr>
        <p:txBody>
          <a:bodyPr wrap="none" rtlCol="0">
            <a:spAutoFit/>
          </a:bodyPr>
          <a:lstStyle/>
          <a:p>
            <a:pPr algn="ctr"/>
            <a:r>
              <a:rPr lang="en-US" altLang="zh-CN" sz="8000" dirty="0">
                <a:solidFill>
                  <a:srgbClr val="D5AC59"/>
                </a:solidFill>
                <a:latin typeface="HarmonyOS Sans SC Black" panose="00000A00000000000000" pitchFamily="2" charset="-122"/>
                <a:ea typeface="HarmonyOS Sans SC Black" panose="00000A00000000000000" pitchFamily="2" charset="-122"/>
              </a:rPr>
              <a:t>01</a:t>
            </a:r>
            <a:endParaRPr lang="zh-CN" altLang="en-US" sz="8000" dirty="0">
              <a:solidFill>
                <a:srgbClr val="D5AC59"/>
              </a:solidFill>
              <a:latin typeface="HarmonyOS Sans SC Black" panose="00000A00000000000000" pitchFamily="2" charset="-122"/>
              <a:ea typeface="HarmonyOS Sans SC Black" panose="00000A00000000000000" pitchFamily="2" charset="-122"/>
            </a:endParaRPr>
          </a:p>
        </p:txBody>
      </p:sp>
      <p:sp>
        <p:nvSpPr>
          <p:cNvPr id="3" name="文本框 2">
            <a:extLst>
              <a:ext uri="{FF2B5EF4-FFF2-40B4-BE49-F238E27FC236}">
                <a16:creationId xmlns:a16="http://schemas.microsoft.com/office/drawing/2014/main" id="{130A4A5F-CE00-DE3E-BF73-3AA5C8E41560}"/>
              </a:ext>
            </a:extLst>
          </p:cNvPr>
          <p:cNvSpPr txBox="1"/>
          <p:nvPr/>
        </p:nvSpPr>
        <p:spPr>
          <a:xfrm>
            <a:off x="2902567" y="3713872"/>
            <a:ext cx="6386866" cy="897425"/>
          </a:xfrm>
          <a:prstGeom prst="rect">
            <a:avLst/>
          </a:prstGeom>
          <a:noFill/>
        </p:spPr>
        <p:txBody>
          <a:bodyPr wrap="square">
            <a:spAutoFit/>
          </a:bodyPr>
          <a:lstStyle/>
          <a:p>
            <a:pPr algn="ctr">
              <a:lnSpc>
                <a:spcPct val="150000"/>
              </a:lnSpc>
            </a:pPr>
            <a:r>
              <a:rPr lang="zh-CN" altLang="en-US" sz="1200" b="1" dirty="0">
                <a:solidFill>
                  <a:schemeClr val="tx1">
                    <a:lumMod val="95000"/>
                    <a:lumOff val="5000"/>
                  </a:schemeClr>
                </a:solidFill>
              </a:rPr>
              <a:t>当前深度学习模型参数量激增，导致边缘端部署困难。本章将剖析现有图像识别技术的局限性，引出优化的必要性。</a:t>
            </a:r>
          </a:p>
        </p:txBody>
      </p:sp>
    </p:spTree>
    <p:extLst>
      <p:ext uri="{BB962C8B-B14F-4D97-AF65-F5344CB8AC3E}">
        <p14:creationId xmlns:p14="http://schemas.microsoft.com/office/powerpoint/2010/main" val="3299364219"/>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DB68C-1C80-DEAA-19CC-42B39B2E2020}"/>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8C925723-5975-626F-9912-224587F402C8}"/>
              </a:ext>
            </a:extLst>
          </p:cNvPr>
          <p:cNvSpPr txBox="1"/>
          <p:nvPr/>
        </p:nvSpPr>
        <p:spPr>
          <a:xfrm>
            <a:off x="4962920" y="82101"/>
            <a:ext cx="562976" cy="461665"/>
          </a:xfrm>
          <a:prstGeom prst="rect">
            <a:avLst/>
          </a:prstGeom>
          <a:noFill/>
        </p:spPr>
        <p:txBody>
          <a:bodyPr wrap="none" rtlCol="0">
            <a:spAutoFit/>
          </a:bodyPr>
          <a:lstStyle/>
          <a:p>
            <a:pPr algn="ctr"/>
            <a:r>
              <a:rPr lang="en-US" altLang="zh-CN" sz="2400" dirty="0">
                <a:solidFill>
                  <a:srgbClr val="D5AC59"/>
                </a:solidFill>
                <a:latin typeface="HarmonyOS Sans SC Black" panose="00000A00000000000000" pitchFamily="2" charset="-122"/>
                <a:ea typeface="HarmonyOS Sans SC Black" panose="00000A00000000000000" pitchFamily="2" charset="-122"/>
              </a:rPr>
              <a:t>01</a:t>
            </a:r>
            <a:endParaRPr lang="zh-CN" altLang="en-US" sz="2400" dirty="0">
              <a:solidFill>
                <a:srgbClr val="D5AC59"/>
              </a:solidFill>
              <a:latin typeface="HarmonyOS Sans SC Black" panose="00000A00000000000000" pitchFamily="2" charset="-122"/>
              <a:ea typeface="HarmonyOS Sans SC Black" panose="00000A00000000000000" pitchFamily="2" charset="-122"/>
            </a:endParaRPr>
          </a:p>
        </p:txBody>
      </p:sp>
      <p:sp>
        <p:nvSpPr>
          <p:cNvPr id="11" name="文本框 10">
            <a:extLst>
              <a:ext uri="{FF2B5EF4-FFF2-40B4-BE49-F238E27FC236}">
                <a16:creationId xmlns:a16="http://schemas.microsoft.com/office/drawing/2014/main" id="{4F5D38EB-97D7-F05B-E21D-38F028584A0C}"/>
              </a:ext>
            </a:extLst>
          </p:cNvPr>
          <p:cNvSpPr txBox="1"/>
          <p:nvPr/>
        </p:nvSpPr>
        <p:spPr>
          <a:xfrm>
            <a:off x="5706090" y="140587"/>
            <a:ext cx="1760251" cy="369332"/>
          </a:xfrm>
          <a:prstGeom prst="rect">
            <a:avLst/>
          </a:prstGeom>
          <a:noFill/>
        </p:spPr>
        <p:txBody>
          <a:bodyPr wrap="square">
            <a:spAutoFit/>
          </a:bodyPr>
          <a:lstStyle/>
          <a:p>
            <a:r>
              <a:rPr lang="zh-CN" altLang="en-US" b="1" dirty="0">
                <a:solidFill>
                  <a:srgbClr val="D5AC59"/>
                </a:solidFill>
              </a:rPr>
              <a:t>现有图像识别算法的局限性分析</a:t>
            </a:r>
          </a:p>
        </p:txBody>
      </p:sp>
      <p:sp>
        <p:nvSpPr>
          <p:cNvPr id="2" name="矩形 1">
            <a:extLst>
              <a:ext uri="{FF2B5EF4-FFF2-40B4-BE49-F238E27FC236}">
                <a16:creationId xmlns:a16="http://schemas.microsoft.com/office/drawing/2014/main" id="{2C6FCC58-4F6B-3BE0-57F4-093CB8421867}"/>
              </a:ext>
            </a:extLst>
          </p:cNvPr>
          <p:cNvSpPr/>
          <p:nvPr/>
        </p:nvSpPr>
        <p:spPr>
          <a:xfrm>
            <a:off x="2005471" y="1413914"/>
            <a:ext cx="8014819" cy="3644537"/>
          </a:xfrm>
          <a:prstGeom prst="rect">
            <a:avLst/>
          </a:pr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3" name="任意形状 101" descr="D:\51PPT模板网\51pptmoban.com\图片.jpg">
            <a:extLst>
              <a:ext uri="{FF2B5EF4-FFF2-40B4-BE49-F238E27FC236}">
                <a16:creationId xmlns:a16="http://schemas.microsoft.com/office/drawing/2014/main" id="{E9BD4D5C-1534-727A-C5B6-7A5C3F999117}"/>
              </a:ext>
            </a:extLst>
          </p:cNvPr>
          <p:cNvSpPr/>
          <p:nvPr/>
        </p:nvSpPr>
        <p:spPr>
          <a:xfrm rot="10800000">
            <a:off x="2171711" y="1546926"/>
            <a:ext cx="8014819" cy="3970319"/>
          </a:xfrm>
          <a:custGeom>
            <a:avLst/>
            <a:gdLst>
              <a:gd name="connsiteX0" fmla="*/ 8014818 w 8014818"/>
              <a:gd name="connsiteY0" fmla="*/ 3970319 h 3970319"/>
              <a:gd name="connsiteX1" fmla="*/ 0 w 8014818"/>
              <a:gd name="connsiteY1" fmla="*/ 3970319 h 3970319"/>
              <a:gd name="connsiteX2" fmla="*/ 0 w 8014818"/>
              <a:gd name="connsiteY2" fmla="*/ 325782 h 3970319"/>
              <a:gd name="connsiteX3" fmla="*/ 1 w 8014818"/>
              <a:gd name="connsiteY3" fmla="*/ 325782 h 3970319"/>
              <a:gd name="connsiteX4" fmla="*/ 1 w 8014818"/>
              <a:gd name="connsiteY4" fmla="*/ 0 h 3970319"/>
              <a:gd name="connsiteX5" fmla="*/ 325783 w 8014818"/>
              <a:gd name="connsiteY5" fmla="*/ 325782 h 3970319"/>
              <a:gd name="connsiteX6" fmla="*/ 8014818 w 8014818"/>
              <a:gd name="connsiteY6" fmla="*/ 325782 h 39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14818" h="3970319">
                <a:moveTo>
                  <a:pt x="8014818" y="3970319"/>
                </a:moveTo>
                <a:lnTo>
                  <a:pt x="0" y="3970319"/>
                </a:lnTo>
                <a:lnTo>
                  <a:pt x="0" y="325782"/>
                </a:lnTo>
                <a:lnTo>
                  <a:pt x="1" y="325782"/>
                </a:lnTo>
                <a:lnTo>
                  <a:pt x="1" y="0"/>
                </a:lnTo>
                <a:lnTo>
                  <a:pt x="325783" y="325782"/>
                </a:lnTo>
                <a:lnTo>
                  <a:pt x="8014818" y="325782"/>
                </a:lnTo>
                <a:close/>
              </a:path>
            </a:pathLst>
          </a:custGeom>
          <a:solidFill>
            <a:schemeClr val="bg1"/>
          </a:solidFill>
          <a:ln w="9525">
            <a:solidFill>
              <a:schemeClr val="accent1">
                <a:alpha val="50000"/>
              </a:schemeClr>
            </a:solidFill>
          </a:ln>
          <a:effectLst>
            <a:outerShdw blurRad="127000" dist="63500" dir="5400000" sx="95000" sy="95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mn-ea"/>
            </a:endParaRPr>
          </a:p>
        </p:txBody>
      </p:sp>
      <p:sp>
        <p:nvSpPr>
          <p:cNvPr id="4" name="文本框 3">
            <a:extLst>
              <a:ext uri="{FF2B5EF4-FFF2-40B4-BE49-F238E27FC236}">
                <a16:creationId xmlns:a16="http://schemas.microsoft.com/office/drawing/2014/main" id="{449E327A-4442-5C6B-0405-E286AAEA64E2}"/>
              </a:ext>
            </a:extLst>
          </p:cNvPr>
          <p:cNvSpPr txBox="1"/>
          <p:nvPr/>
        </p:nvSpPr>
        <p:spPr>
          <a:xfrm>
            <a:off x="2639956" y="2017199"/>
            <a:ext cx="7078328" cy="992451"/>
          </a:xfrm>
          <a:prstGeom prst="rect">
            <a:avLst/>
          </a:prstGeom>
          <a:noFill/>
        </p:spPr>
        <p:txBody>
          <a:bodyPr wrap="square" rtlCol="0">
            <a:spAutoFit/>
          </a:bodyPr>
          <a:lstStyle/>
          <a:p>
            <a:pPr>
              <a:lnSpc>
                <a:spcPct val="150000"/>
              </a:lnSpc>
            </a:pPr>
            <a:r>
              <a:rPr kumimoji="1" lang="zh-CN" altLang="en-US" sz="1351" dirty="0">
                <a:solidFill>
                  <a:srgbClr val="09234F"/>
                </a:solidFill>
                <a:latin typeface="+mn-ea"/>
              </a:rPr>
              <a:t>随着深度学习在计算机视觉领域的广泛应用，模型参数量与计算复杂度呈指数级增长。在实际部署中，尤其是移动端与嵌入式设备，算力与功耗限制成为主要瓶颈。现有研究表明，大量卷积核提取的特征存在高度同质化，导致无效计算浪费严重。因此，探索一种能够在保持高精度的同时大幅降低计算成本的优化机制，已成为当前学术界亟待解决的关键问题。</a:t>
            </a:r>
          </a:p>
        </p:txBody>
      </p:sp>
      <p:sp>
        <p:nvSpPr>
          <p:cNvPr id="5" name="文本框 4">
            <a:extLst>
              <a:ext uri="{FF2B5EF4-FFF2-40B4-BE49-F238E27FC236}">
                <a16:creationId xmlns:a16="http://schemas.microsoft.com/office/drawing/2014/main" id="{E677DC7F-B01F-5882-97C4-FECE53FD56F5}"/>
              </a:ext>
            </a:extLst>
          </p:cNvPr>
          <p:cNvSpPr txBox="1"/>
          <p:nvPr/>
        </p:nvSpPr>
        <p:spPr>
          <a:xfrm>
            <a:off x="2639956" y="3479924"/>
            <a:ext cx="7078328" cy="992451"/>
          </a:xfrm>
          <a:prstGeom prst="rect">
            <a:avLst/>
          </a:prstGeom>
          <a:noFill/>
        </p:spPr>
        <p:txBody>
          <a:bodyPr wrap="square" rtlCol="0">
            <a:spAutoFit/>
          </a:bodyPr>
          <a:lstStyle/>
          <a:p>
            <a:pPr>
              <a:lnSpc>
                <a:spcPct val="150000"/>
              </a:lnSpc>
            </a:pPr>
            <a:r>
              <a:rPr kumimoji="1" lang="zh-CN" altLang="en-US" sz="1351" dirty="0">
                <a:solidFill>
                  <a:srgbClr val="09234F"/>
                </a:solidFill>
                <a:latin typeface="+mn-ea"/>
              </a:rPr>
              <a:t>传统CNN存在严重计算冗余</a:t>
            </a:r>
          </a:p>
          <a:p>
            <a:pPr>
              <a:lnSpc>
                <a:spcPct val="150000"/>
              </a:lnSpc>
            </a:pPr>
            <a:r>
              <a:rPr kumimoji="1" lang="zh-CN" altLang="en-US" sz="1351" dirty="0">
                <a:solidFill>
                  <a:srgbClr val="09234F"/>
                </a:solidFill>
                <a:latin typeface="+mn-ea"/>
              </a:rPr>
              <a:t>边缘设备部署面临算力瓶颈</a:t>
            </a:r>
          </a:p>
          <a:p>
            <a:pPr>
              <a:lnSpc>
                <a:spcPct val="150000"/>
              </a:lnSpc>
            </a:pPr>
            <a:r>
              <a:rPr kumimoji="1" lang="zh-CN" altLang="en-US" sz="1351" dirty="0">
                <a:solidFill>
                  <a:srgbClr val="09234F"/>
                </a:solidFill>
                <a:latin typeface="+mn-ea"/>
              </a:rPr>
              <a:t>通道信息重叠率超40%</a:t>
            </a:r>
          </a:p>
        </p:txBody>
      </p:sp>
    </p:spTree>
    <p:extLst>
      <p:ext uri="{BB962C8B-B14F-4D97-AF65-F5344CB8AC3E}">
        <p14:creationId xmlns:p14="http://schemas.microsoft.com/office/powerpoint/2010/main" val="183113139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A6638-65C0-5976-6B1E-DD81950BBC74}"/>
            </a:ext>
          </a:extLst>
        </p:cNvPr>
        <p:cNvGrpSpPr/>
        <p:nvPr/>
      </p:nvGrpSpPr>
      <p:grpSpPr>
        <a:xfrm>
          <a:off x="0" y="0"/>
          <a:ext cx="0" cy="0"/>
          <a:chOff x="0" y="0"/>
          <a:chExt cx="0" cy="0"/>
        </a:xfrm>
      </p:grpSpPr>
      <p:sp>
        <p:nvSpPr>
          <p:cNvPr id="83" name="任意多边形: 形状 82">
            <a:extLst>
              <a:ext uri="{FF2B5EF4-FFF2-40B4-BE49-F238E27FC236}">
                <a16:creationId xmlns:a16="http://schemas.microsoft.com/office/drawing/2014/main" id="{3131DD5B-19DE-15ED-D5A1-9A3A217233F8}"/>
              </a:ext>
            </a:extLst>
          </p:cNvPr>
          <p:cNvSpPr/>
          <p:nvPr/>
        </p:nvSpPr>
        <p:spPr>
          <a:xfrm flipH="1">
            <a:off x="1618" y="0"/>
            <a:ext cx="12190382" cy="2021756"/>
          </a:xfrm>
          <a:custGeom>
            <a:avLst/>
            <a:gdLst>
              <a:gd name="csX0" fmla="*/ 12190382 w 12190382"/>
              <a:gd name="csY0" fmla="*/ 0 h 2021756"/>
              <a:gd name="csX1" fmla="*/ 6096001 w 12190382"/>
              <a:gd name="csY1" fmla="*/ 0 h 2021756"/>
              <a:gd name="csX2" fmla="*/ 6094381 w 12190382"/>
              <a:gd name="csY2" fmla="*/ 0 h 2021756"/>
              <a:gd name="csX3" fmla="*/ 0 w 12190382"/>
              <a:gd name="csY3" fmla="*/ 0 h 2021756"/>
              <a:gd name="csX4" fmla="*/ 0 w 12190382"/>
              <a:gd name="csY4" fmla="*/ 700529 h 2021756"/>
              <a:gd name="csX5" fmla="*/ 5177130 w 12190382"/>
              <a:gd name="csY5" fmla="*/ 1897501 h 2021756"/>
              <a:gd name="csX6" fmla="*/ 6094381 w 12190382"/>
              <a:gd name="csY6" fmla="*/ 2021537 h 2021756"/>
              <a:gd name="csX7" fmla="*/ 6094381 w 12190382"/>
              <a:gd name="csY7" fmla="*/ 2021756 h 2021756"/>
              <a:gd name="csX8" fmla="*/ 6095191 w 12190382"/>
              <a:gd name="csY8" fmla="*/ 2021647 h 2021756"/>
              <a:gd name="csX9" fmla="*/ 6096001 w 12190382"/>
              <a:gd name="csY9" fmla="*/ 2021756 h 2021756"/>
              <a:gd name="csX10" fmla="*/ 6096001 w 12190382"/>
              <a:gd name="csY10" fmla="*/ 2021537 h 2021756"/>
              <a:gd name="csX11" fmla="*/ 7013251 w 12190382"/>
              <a:gd name="csY11" fmla="*/ 1897501 h 2021756"/>
              <a:gd name="csX12" fmla="*/ 12190382 w 12190382"/>
              <a:gd name="csY12" fmla="*/ 700529 h 20217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190382" h="2021756">
                <a:moveTo>
                  <a:pt x="12190382" y="0"/>
                </a:moveTo>
                <a:lnTo>
                  <a:pt x="6096001" y="0"/>
                </a:lnTo>
                <a:lnTo>
                  <a:pt x="6094381" y="0"/>
                </a:lnTo>
                <a:lnTo>
                  <a:pt x="0" y="0"/>
                </a:lnTo>
                <a:lnTo>
                  <a:pt x="0" y="700529"/>
                </a:lnTo>
                <a:cubicBezTo>
                  <a:pt x="1260753" y="1197829"/>
                  <a:pt x="3071763" y="1594130"/>
                  <a:pt x="5177130" y="1897501"/>
                </a:cubicBezTo>
                <a:lnTo>
                  <a:pt x="6094381" y="2021537"/>
                </a:lnTo>
                <a:lnTo>
                  <a:pt x="6094381" y="2021756"/>
                </a:lnTo>
                <a:lnTo>
                  <a:pt x="6095191" y="2021647"/>
                </a:lnTo>
                <a:lnTo>
                  <a:pt x="6096001" y="2021756"/>
                </a:lnTo>
                <a:lnTo>
                  <a:pt x="6096001" y="2021537"/>
                </a:lnTo>
                <a:lnTo>
                  <a:pt x="7013251" y="1897501"/>
                </a:lnTo>
                <a:cubicBezTo>
                  <a:pt x="9118619" y="1594130"/>
                  <a:pt x="10929629" y="1197829"/>
                  <a:pt x="12190382" y="700529"/>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9" name="缺角矩形 8" descr="D:\51PPT模板网\51pptmoban.com\图片.jpg">
            <a:extLst>
              <a:ext uri="{FF2B5EF4-FFF2-40B4-BE49-F238E27FC236}">
                <a16:creationId xmlns:a16="http://schemas.microsoft.com/office/drawing/2014/main" id="{6335B8E1-8158-4BC6-2FB3-9E233AE6940D}"/>
              </a:ext>
            </a:extLst>
          </p:cNvPr>
          <p:cNvSpPr/>
          <p:nvPr/>
        </p:nvSpPr>
        <p:spPr>
          <a:xfrm>
            <a:off x="264707" y="241499"/>
            <a:ext cx="11691611" cy="6400400"/>
          </a:xfrm>
          <a:prstGeom prst="plaque">
            <a:avLst>
              <a:gd name="adj" fmla="val 6108"/>
            </a:avLst>
          </a:prstGeom>
          <a:noFill/>
          <a:ln w="25400">
            <a:solidFill>
              <a:srgbClr val="D5AC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a:extLst>
              <a:ext uri="{FF2B5EF4-FFF2-40B4-BE49-F238E27FC236}">
                <a16:creationId xmlns:a16="http://schemas.microsoft.com/office/drawing/2014/main" id="{77BC74A2-2706-433D-CAA2-1D61AF9D2D8D}"/>
              </a:ext>
            </a:extLst>
          </p:cNvPr>
          <p:cNvGrpSpPr/>
          <p:nvPr/>
        </p:nvGrpSpPr>
        <p:grpSpPr>
          <a:xfrm>
            <a:off x="4521176" y="2677889"/>
            <a:ext cx="3149648" cy="538510"/>
            <a:chOff x="2344154" y="2890490"/>
            <a:chExt cx="3149648" cy="538510"/>
          </a:xfrm>
        </p:grpSpPr>
        <p:sp>
          <p:nvSpPr>
            <p:cNvPr id="25" name="缺角矩形 24">
              <a:extLst>
                <a:ext uri="{FF2B5EF4-FFF2-40B4-BE49-F238E27FC236}">
                  <a16:creationId xmlns:a16="http://schemas.microsoft.com/office/drawing/2014/main" id="{9EF96D4A-E4E8-50AC-26D5-F5AD756AEB5D}"/>
                </a:ext>
              </a:extLst>
            </p:cNvPr>
            <p:cNvSpPr/>
            <p:nvPr/>
          </p:nvSpPr>
          <p:spPr>
            <a:xfrm>
              <a:off x="2344154" y="2890490"/>
              <a:ext cx="3149648" cy="538510"/>
            </a:xfrm>
            <a:prstGeom prst="plaque">
              <a:avLst>
                <a:gd name="adj" fmla="val 14150"/>
              </a:avLst>
            </a:prstGeom>
            <a:solidFill>
              <a:schemeClr val="bg1"/>
            </a:solidFill>
            <a:ln>
              <a:solidFill>
                <a:srgbClr val="234995"/>
              </a:solid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28" name="缺角矩形 27">
              <a:extLst>
                <a:ext uri="{FF2B5EF4-FFF2-40B4-BE49-F238E27FC236}">
                  <a16:creationId xmlns:a16="http://schemas.microsoft.com/office/drawing/2014/main" id="{0FE6502B-6E61-CC57-C13C-E1DE0C9D54D4}"/>
                </a:ext>
              </a:extLst>
            </p:cNvPr>
            <p:cNvSpPr/>
            <p:nvPr/>
          </p:nvSpPr>
          <p:spPr>
            <a:xfrm>
              <a:off x="2550948" y="2890490"/>
              <a:ext cx="675904" cy="538510"/>
            </a:xfrm>
            <a:prstGeom prst="plaque">
              <a:avLst>
                <a:gd name="adj" fmla="val 0"/>
              </a:avLst>
            </a:prstGeom>
            <a:solidFill>
              <a:srgbClr val="234995"/>
            </a:solidFill>
            <a:ln>
              <a:solidFill>
                <a:srgbClr val="234995"/>
              </a:solid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26" name="文本框 25">
              <a:extLst>
                <a:ext uri="{FF2B5EF4-FFF2-40B4-BE49-F238E27FC236}">
                  <a16:creationId xmlns:a16="http://schemas.microsoft.com/office/drawing/2014/main" id="{81DC2935-A69D-283B-22E3-0C215229DCC6}"/>
                </a:ext>
              </a:extLst>
            </p:cNvPr>
            <p:cNvSpPr txBox="1"/>
            <p:nvPr/>
          </p:nvSpPr>
          <p:spPr>
            <a:xfrm>
              <a:off x="2607412" y="2928912"/>
              <a:ext cx="562976" cy="461665"/>
            </a:xfrm>
            <a:prstGeom prst="rect">
              <a:avLst/>
            </a:prstGeom>
            <a:noFill/>
          </p:spPr>
          <p:txBody>
            <a:bodyPr wrap="none" rtlCol="0">
              <a:spAutoFit/>
            </a:bodyPr>
            <a:lstStyle/>
            <a:p>
              <a:pPr algn="ctr"/>
              <a:r>
                <a:rPr lang="en-US" altLang="zh-CN" sz="2400" dirty="0">
                  <a:solidFill>
                    <a:schemeClr val="bg1"/>
                  </a:solidFill>
                  <a:latin typeface="HarmonyOS Sans SC Black" panose="00000A00000000000000" pitchFamily="2" charset="-122"/>
                  <a:ea typeface="HarmonyOS Sans SC Black" panose="00000A00000000000000" pitchFamily="2" charset="-122"/>
                </a:rPr>
                <a:t>01</a:t>
              </a:r>
              <a:endParaRPr lang="zh-CN" altLang="en-US" sz="2400" dirty="0">
                <a:solidFill>
                  <a:schemeClr val="bg1"/>
                </a:solidFill>
                <a:latin typeface="HarmonyOS Sans SC Black" panose="00000A00000000000000" pitchFamily="2" charset="-122"/>
                <a:ea typeface="HarmonyOS Sans SC Black" panose="00000A00000000000000" pitchFamily="2" charset="-122"/>
              </a:endParaRPr>
            </a:p>
          </p:txBody>
        </p:sp>
        <p:sp>
          <p:nvSpPr>
            <p:cNvPr id="27" name="文本框 26">
              <a:extLst>
                <a:ext uri="{FF2B5EF4-FFF2-40B4-BE49-F238E27FC236}">
                  <a16:creationId xmlns:a16="http://schemas.microsoft.com/office/drawing/2014/main" id="{15E32011-AA4B-1D8A-53BA-F9935F6D45F4}"/>
                </a:ext>
              </a:extLst>
            </p:cNvPr>
            <p:cNvSpPr txBox="1"/>
            <p:nvPr/>
          </p:nvSpPr>
          <p:spPr>
            <a:xfrm>
              <a:off x="3350582" y="2987398"/>
              <a:ext cx="1760251" cy="369332"/>
            </a:xfrm>
            <a:prstGeom prst="rect">
              <a:avLst/>
            </a:prstGeom>
            <a:noFill/>
          </p:spPr>
          <p:txBody>
            <a:bodyPr wrap="square">
              <a:spAutoFit/>
            </a:bodyPr>
            <a:lstStyle/>
            <a:p>
              <a:r>
                <a:rPr lang="zh-CN" altLang="en-US" b="1" dirty="0">
                  <a:solidFill>
                    <a:schemeClr val="tx1">
                      <a:lumMod val="95000"/>
                      <a:lumOff val="5000"/>
                    </a:schemeClr>
                  </a:solidFill>
                </a:rPr>
                <a:t>第二章 核心算法设计</a:t>
              </a:r>
            </a:p>
          </p:txBody>
        </p:sp>
      </p:grpSp>
      <p:sp>
        <p:nvSpPr>
          <p:cNvPr id="2" name="文本框 1">
            <a:extLst>
              <a:ext uri="{FF2B5EF4-FFF2-40B4-BE49-F238E27FC236}">
                <a16:creationId xmlns:a16="http://schemas.microsoft.com/office/drawing/2014/main" id="{BFCFB590-8F06-A074-20F3-31379E1F84DB}"/>
              </a:ext>
            </a:extLst>
          </p:cNvPr>
          <p:cNvSpPr txBox="1"/>
          <p:nvPr/>
        </p:nvSpPr>
        <p:spPr>
          <a:xfrm>
            <a:off x="5373691" y="571981"/>
            <a:ext cx="1444627" cy="1323439"/>
          </a:xfrm>
          <a:prstGeom prst="rect">
            <a:avLst/>
          </a:prstGeom>
          <a:noFill/>
        </p:spPr>
        <p:txBody>
          <a:bodyPr wrap="none" rtlCol="0">
            <a:spAutoFit/>
          </a:bodyPr>
          <a:lstStyle/>
          <a:p>
            <a:pPr algn="ctr"/>
            <a:r>
              <a:rPr lang="en-US" altLang="zh-CN" sz="8000" dirty="0">
                <a:solidFill>
                  <a:srgbClr val="D5AC59"/>
                </a:solidFill>
                <a:latin typeface="HarmonyOS Sans SC Black" panose="00000A00000000000000" pitchFamily="2" charset="-122"/>
                <a:ea typeface="HarmonyOS Sans SC Black" panose="00000A00000000000000" pitchFamily="2" charset="-122"/>
              </a:rPr>
              <a:t>01</a:t>
            </a:r>
            <a:endParaRPr lang="zh-CN" altLang="en-US" sz="8000" dirty="0">
              <a:solidFill>
                <a:srgbClr val="D5AC59"/>
              </a:solidFill>
              <a:latin typeface="HarmonyOS Sans SC Black" panose="00000A00000000000000" pitchFamily="2" charset="-122"/>
              <a:ea typeface="HarmonyOS Sans SC Black" panose="00000A00000000000000" pitchFamily="2" charset="-122"/>
            </a:endParaRPr>
          </a:p>
        </p:txBody>
      </p:sp>
      <p:sp>
        <p:nvSpPr>
          <p:cNvPr id="3" name="文本框 2">
            <a:extLst>
              <a:ext uri="{FF2B5EF4-FFF2-40B4-BE49-F238E27FC236}">
                <a16:creationId xmlns:a16="http://schemas.microsoft.com/office/drawing/2014/main" id="{130A4A5F-CE00-DE3E-BF73-3AA5C8E41560}"/>
              </a:ext>
            </a:extLst>
          </p:cNvPr>
          <p:cNvSpPr txBox="1"/>
          <p:nvPr/>
        </p:nvSpPr>
        <p:spPr>
          <a:xfrm>
            <a:off x="2902567" y="3713872"/>
            <a:ext cx="6386866" cy="897425"/>
          </a:xfrm>
          <a:prstGeom prst="rect">
            <a:avLst/>
          </a:prstGeom>
          <a:noFill/>
        </p:spPr>
        <p:txBody>
          <a:bodyPr wrap="square">
            <a:spAutoFit/>
          </a:bodyPr>
          <a:lstStyle/>
          <a:p>
            <a:pPr algn="ctr">
              <a:lnSpc>
                <a:spcPct val="150000"/>
              </a:lnSpc>
            </a:pPr>
            <a:r>
              <a:rPr lang="zh-CN" altLang="en-US" sz="1200" b="1" dirty="0">
                <a:solidFill>
                  <a:schemeClr val="tx1">
                    <a:lumMod val="95000"/>
                    <a:lumOff val="5000"/>
                  </a:schemeClr>
                </a:solidFill>
              </a:rPr>
              <a:t>本章提出一种结合结构化剪枝与注意力机制的新型优化框架。通过理论创新实现精度与速度的最佳平衡。</a:t>
            </a:r>
          </a:p>
        </p:txBody>
      </p:sp>
    </p:spTree>
    <p:extLst>
      <p:ext uri="{BB962C8B-B14F-4D97-AF65-F5344CB8AC3E}">
        <p14:creationId xmlns:p14="http://schemas.microsoft.com/office/powerpoint/2010/main" val="3299364219"/>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DB68C-1C80-DEAA-19CC-42B39B2E2020}"/>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8C925723-5975-626F-9912-224587F402C8}"/>
              </a:ext>
            </a:extLst>
          </p:cNvPr>
          <p:cNvSpPr txBox="1"/>
          <p:nvPr/>
        </p:nvSpPr>
        <p:spPr>
          <a:xfrm>
            <a:off x="4962920" y="82101"/>
            <a:ext cx="562976" cy="461665"/>
          </a:xfrm>
          <a:prstGeom prst="rect">
            <a:avLst/>
          </a:prstGeom>
          <a:noFill/>
        </p:spPr>
        <p:txBody>
          <a:bodyPr wrap="none" rtlCol="0">
            <a:spAutoFit/>
          </a:bodyPr>
          <a:lstStyle/>
          <a:p>
            <a:pPr algn="ctr"/>
            <a:r>
              <a:rPr lang="en-US" altLang="zh-CN" sz="2400" dirty="0">
                <a:solidFill>
                  <a:srgbClr val="D5AC59"/>
                </a:solidFill>
                <a:latin typeface="HarmonyOS Sans SC Black" panose="00000A00000000000000" pitchFamily="2" charset="-122"/>
                <a:ea typeface="HarmonyOS Sans SC Black" panose="00000A00000000000000" pitchFamily="2" charset="-122"/>
              </a:rPr>
              <a:t>01</a:t>
            </a:r>
            <a:endParaRPr lang="zh-CN" altLang="en-US" sz="2400" dirty="0">
              <a:solidFill>
                <a:srgbClr val="D5AC59"/>
              </a:solidFill>
              <a:latin typeface="HarmonyOS Sans SC Black" panose="00000A00000000000000" pitchFamily="2" charset="-122"/>
              <a:ea typeface="HarmonyOS Sans SC Black" panose="00000A00000000000000" pitchFamily="2" charset="-122"/>
            </a:endParaRPr>
          </a:p>
        </p:txBody>
      </p:sp>
      <p:sp>
        <p:nvSpPr>
          <p:cNvPr id="11" name="文本框 10">
            <a:extLst>
              <a:ext uri="{FF2B5EF4-FFF2-40B4-BE49-F238E27FC236}">
                <a16:creationId xmlns:a16="http://schemas.microsoft.com/office/drawing/2014/main" id="{4F5D38EB-97D7-F05B-E21D-38F028584A0C}"/>
              </a:ext>
            </a:extLst>
          </p:cNvPr>
          <p:cNvSpPr txBox="1"/>
          <p:nvPr/>
        </p:nvSpPr>
        <p:spPr>
          <a:xfrm>
            <a:off x="5706090" y="140587"/>
            <a:ext cx="1760251" cy="369332"/>
          </a:xfrm>
          <a:prstGeom prst="rect">
            <a:avLst/>
          </a:prstGeom>
          <a:noFill/>
        </p:spPr>
        <p:txBody>
          <a:bodyPr wrap="square">
            <a:spAutoFit/>
          </a:bodyPr>
          <a:lstStyle/>
          <a:p>
            <a:r>
              <a:rPr lang="zh-CN" altLang="en-US" b="1" dirty="0">
                <a:solidFill>
                  <a:srgbClr val="D5AC59"/>
                </a:solidFill>
              </a:rPr>
              <a:t>算法核心优化模块解析</a:t>
            </a:r>
          </a:p>
        </p:txBody>
      </p:sp>
      <p:sp>
        <p:nvSpPr>
          <p:cNvPr id="2" name="矩形 1">
            <a:extLst>
              <a:ext uri="{FF2B5EF4-FFF2-40B4-BE49-F238E27FC236}">
                <a16:creationId xmlns:a16="http://schemas.microsoft.com/office/drawing/2014/main" id="{2C6FCC58-4F6B-3BE0-57F4-093CB8421867}"/>
              </a:ext>
            </a:extLst>
          </p:cNvPr>
          <p:cNvSpPr/>
          <p:nvPr/>
        </p:nvSpPr>
        <p:spPr>
          <a:xfrm>
            <a:off x="2005471" y="1413914"/>
            <a:ext cx="8014819" cy="3644537"/>
          </a:xfrm>
          <a:prstGeom prst="rect">
            <a:avLst/>
          </a:pr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3" name="任意形状 101" descr="D:\51PPT模板网\51pptmoban.com\图片.jpg">
            <a:extLst>
              <a:ext uri="{FF2B5EF4-FFF2-40B4-BE49-F238E27FC236}">
                <a16:creationId xmlns:a16="http://schemas.microsoft.com/office/drawing/2014/main" id="{E9BD4D5C-1534-727A-C5B6-7A5C3F999117}"/>
              </a:ext>
            </a:extLst>
          </p:cNvPr>
          <p:cNvSpPr/>
          <p:nvPr/>
        </p:nvSpPr>
        <p:spPr>
          <a:xfrm rot="10800000">
            <a:off x="2171711" y="1546926"/>
            <a:ext cx="8014819" cy="3970319"/>
          </a:xfrm>
          <a:custGeom>
            <a:avLst/>
            <a:gdLst>
              <a:gd name="connsiteX0" fmla="*/ 8014818 w 8014818"/>
              <a:gd name="connsiteY0" fmla="*/ 3970319 h 3970319"/>
              <a:gd name="connsiteX1" fmla="*/ 0 w 8014818"/>
              <a:gd name="connsiteY1" fmla="*/ 3970319 h 3970319"/>
              <a:gd name="connsiteX2" fmla="*/ 0 w 8014818"/>
              <a:gd name="connsiteY2" fmla="*/ 325782 h 3970319"/>
              <a:gd name="connsiteX3" fmla="*/ 1 w 8014818"/>
              <a:gd name="connsiteY3" fmla="*/ 325782 h 3970319"/>
              <a:gd name="connsiteX4" fmla="*/ 1 w 8014818"/>
              <a:gd name="connsiteY4" fmla="*/ 0 h 3970319"/>
              <a:gd name="connsiteX5" fmla="*/ 325783 w 8014818"/>
              <a:gd name="connsiteY5" fmla="*/ 325782 h 3970319"/>
              <a:gd name="connsiteX6" fmla="*/ 8014818 w 8014818"/>
              <a:gd name="connsiteY6" fmla="*/ 325782 h 39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14818" h="3970319">
                <a:moveTo>
                  <a:pt x="8014818" y="3970319"/>
                </a:moveTo>
                <a:lnTo>
                  <a:pt x="0" y="3970319"/>
                </a:lnTo>
                <a:lnTo>
                  <a:pt x="0" y="325782"/>
                </a:lnTo>
                <a:lnTo>
                  <a:pt x="1" y="325782"/>
                </a:lnTo>
                <a:lnTo>
                  <a:pt x="1" y="0"/>
                </a:lnTo>
                <a:lnTo>
                  <a:pt x="325783" y="325782"/>
                </a:lnTo>
                <a:lnTo>
                  <a:pt x="8014818" y="325782"/>
                </a:lnTo>
                <a:close/>
              </a:path>
            </a:pathLst>
          </a:custGeom>
          <a:solidFill>
            <a:schemeClr val="bg1"/>
          </a:solidFill>
          <a:ln w="9525">
            <a:solidFill>
              <a:schemeClr val="accent1">
                <a:alpha val="50000"/>
              </a:schemeClr>
            </a:solidFill>
          </a:ln>
          <a:effectLst>
            <a:outerShdw blurRad="127000" dist="63500" dir="5400000" sx="95000" sy="95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mn-ea"/>
            </a:endParaRPr>
          </a:p>
        </p:txBody>
      </p:sp>
      <p:sp>
        <p:nvSpPr>
          <p:cNvPr id="4" name="文本框 3">
            <a:extLst>
              <a:ext uri="{FF2B5EF4-FFF2-40B4-BE49-F238E27FC236}">
                <a16:creationId xmlns:a16="http://schemas.microsoft.com/office/drawing/2014/main" id="{449E327A-4442-5C6B-0405-E286AAEA64E2}"/>
              </a:ext>
            </a:extLst>
          </p:cNvPr>
          <p:cNvSpPr txBox="1"/>
          <p:nvPr/>
        </p:nvSpPr>
        <p:spPr>
          <a:xfrm>
            <a:off x="2639956" y="2017199"/>
            <a:ext cx="7078328" cy="992451"/>
          </a:xfrm>
          <a:prstGeom prst="rect">
            <a:avLst/>
          </a:prstGeom>
          <a:noFill/>
        </p:spPr>
        <p:txBody>
          <a:bodyPr wrap="square" rtlCol="0">
            <a:spAutoFit/>
          </a:bodyPr>
          <a:lstStyle/>
          <a:p>
            <a:pPr>
              <a:lnSpc>
                <a:spcPct val="150000"/>
              </a:lnSpc>
            </a:pPr>
            <a:r>
              <a:rPr kumimoji="1" lang="zh-CN" altLang="en-US" sz="1351" dirty="0">
                <a:solidFill>
                  <a:srgbClr val="09234F"/>
                </a:solidFill>
                <a:latin typeface="+mn-ea"/>
              </a:rPr>
              <a:t>算法框架主要由三个关键部分组成。首先，动态通道剪枝模块基于梯度敏感度实时剔除无效卷积通道，降低FLOPs。其次，自适应特征融合机制通过跨层信息交互，弥补剪枝带来的精度损失。最后，引入轻量化注意力头，增强模型对关键视觉区域的聚焦能力，提升整体特征表达能力。</a:t>
            </a:r>
          </a:p>
        </p:txBody>
      </p:sp>
      <p:sp>
        <p:nvSpPr>
          <p:cNvPr id="5" name="文本框 4">
            <a:extLst>
              <a:ext uri="{FF2B5EF4-FFF2-40B4-BE49-F238E27FC236}">
                <a16:creationId xmlns:a16="http://schemas.microsoft.com/office/drawing/2014/main" id="{E677DC7F-B01F-5882-97C4-FECE53FD56F5}"/>
              </a:ext>
            </a:extLst>
          </p:cNvPr>
          <p:cNvSpPr txBox="1"/>
          <p:nvPr/>
        </p:nvSpPr>
        <p:spPr>
          <a:xfrm>
            <a:off x="2639956" y="3479924"/>
            <a:ext cx="7078328" cy="992451"/>
          </a:xfrm>
          <a:prstGeom prst="rect">
            <a:avLst/>
          </a:prstGeom>
          <a:noFill/>
        </p:spPr>
        <p:txBody>
          <a:bodyPr wrap="square" rtlCol="0">
            <a:spAutoFit/>
          </a:bodyPr>
          <a:lstStyle/>
          <a:p>
            <a:pPr>
              <a:lnSpc>
                <a:spcPct val="150000"/>
              </a:lnSpc>
            </a:pPr>
            <a:r>
              <a:rPr kumimoji="1" lang="zh-CN" altLang="en-US" sz="1351" dirty="0">
                <a:solidFill>
                  <a:srgbClr val="09234F"/>
                </a:solidFill>
                <a:latin typeface="+mn-ea"/>
              </a:rPr>
              <a:t>动态剪枝降低30%计算量</a:t>
            </a:r>
          </a:p>
          <a:p>
            <a:pPr>
              <a:lnSpc>
                <a:spcPct val="150000"/>
              </a:lnSpc>
            </a:pPr>
            <a:r>
              <a:rPr kumimoji="1" lang="zh-CN" altLang="en-US" sz="1351" dirty="0">
                <a:solidFill>
                  <a:srgbClr val="09234F"/>
                </a:solidFill>
                <a:latin typeface="+mn-ea"/>
              </a:rPr>
              <a:t>特征融合补偿精度损失</a:t>
            </a:r>
          </a:p>
          <a:p>
            <a:pPr>
              <a:lnSpc>
                <a:spcPct val="150000"/>
              </a:lnSpc>
            </a:pPr>
            <a:r>
              <a:rPr kumimoji="1" lang="zh-CN" altLang="en-US" sz="1351" dirty="0">
                <a:solidFill>
                  <a:srgbClr val="09234F"/>
                </a:solidFill>
                <a:latin typeface="+mn-ea"/>
              </a:rPr>
              <a:t>轻量化注意力提升聚焦能力</a:t>
            </a:r>
          </a:p>
        </p:txBody>
      </p:sp>
    </p:spTree>
    <p:extLst>
      <p:ext uri="{BB962C8B-B14F-4D97-AF65-F5344CB8AC3E}">
        <p14:creationId xmlns:p14="http://schemas.microsoft.com/office/powerpoint/2010/main" val="183113139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A6638-65C0-5976-6B1E-DD81950BBC74}"/>
            </a:ext>
          </a:extLst>
        </p:cNvPr>
        <p:cNvGrpSpPr/>
        <p:nvPr/>
      </p:nvGrpSpPr>
      <p:grpSpPr>
        <a:xfrm>
          <a:off x="0" y="0"/>
          <a:ext cx="0" cy="0"/>
          <a:chOff x="0" y="0"/>
          <a:chExt cx="0" cy="0"/>
        </a:xfrm>
      </p:grpSpPr>
      <p:sp>
        <p:nvSpPr>
          <p:cNvPr id="83" name="任意多边形: 形状 82">
            <a:extLst>
              <a:ext uri="{FF2B5EF4-FFF2-40B4-BE49-F238E27FC236}">
                <a16:creationId xmlns:a16="http://schemas.microsoft.com/office/drawing/2014/main" id="{3131DD5B-19DE-15ED-D5A1-9A3A217233F8}"/>
              </a:ext>
            </a:extLst>
          </p:cNvPr>
          <p:cNvSpPr/>
          <p:nvPr/>
        </p:nvSpPr>
        <p:spPr>
          <a:xfrm flipH="1">
            <a:off x="1618" y="0"/>
            <a:ext cx="12190382" cy="2021756"/>
          </a:xfrm>
          <a:custGeom>
            <a:avLst/>
            <a:gdLst>
              <a:gd name="csX0" fmla="*/ 12190382 w 12190382"/>
              <a:gd name="csY0" fmla="*/ 0 h 2021756"/>
              <a:gd name="csX1" fmla="*/ 6096001 w 12190382"/>
              <a:gd name="csY1" fmla="*/ 0 h 2021756"/>
              <a:gd name="csX2" fmla="*/ 6094381 w 12190382"/>
              <a:gd name="csY2" fmla="*/ 0 h 2021756"/>
              <a:gd name="csX3" fmla="*/ 0 w 12190382"/>
              <a:gd name="csY3" fmla="*/ 0 h 2021756"/>
              <a:gd name="csX4" fmla="*/ 0 w 12190382"/>
              <a:gd name="csY4" fmla="*/ 700529 h 2021756"/>
              <a:gd name="csX5" fmla="*/ 5177130 w 12190382"/>
              <a:gd name="csY5" fmla="*/ 1897501 h 2021756"/>
              <a:gd name="csX6" fmla="*/ 6094381 w 12190382"/>
              <a:gd name="csY6" fmla="*/ 2021537 h 2021756"/>
              <a:gd name="csX7" fmla="*/ 6094381 w 12190382"/>
              <a:gd name="csY7" fmla="*/ 2021756 h 2021756"/>
              <a:gd name="csX8" fmla="*/ 6095191 w 12190382"/>
              <a:gd name="csY8" fmla="*/ 2021647 h 2021756"/>
              <a:gd name="csX9" fmla="*/ 6096001 w 12190382"/>
              <a:gd name="csY9" fmla="*/ 2021756 h 2021756"/>
              <a:gd name="csX10" fmla="*/ 6096001 w 12190382"/>
              <a:gd name="csY10" fmla="*/ 2021537 h 2021756"/>
              <a:gd name="csX11" fmla="*/ 7013251 w 12190382"/>
              <a:gd name="csY11" fmla="*/ 1897501 h 2021756"/>
              <a:gd name="csX12" fmla="*/ 12190382 w 12190382"/>
              <a:gd name="csY12" fmla="*/ 700529 h 20217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190382" h="2021756">
                <a:moveTo>
                  <a:pt x="12190382" y="0"/>
                </a:moveTo>
                <a:lnTo>
                  <a:pt x="6096001" y="0"/>
                </a:lnTo>
                <a:lnTo>
                  <a:pt x="6094381" y="0"/>
                </a:lnTo>
                <a:lnTo>
                  <a:pt x="0" y="0"/>
                </a:lnTo>
                <a:lnTo>
                  <a:pt x="0" y="700529"/>
                </a:lnTo>
                <a:cubicBezTo>
                  <a:pt x="1260753" y="1197829"/>
                  <a:pt x="3071763" y="1594130"/>
                  <a:pt x="5177130" y="1897501"/>
                </a:cubicBezTo>
                <a:lnTo>
                  <a:pt x="6094381" y="2021537"/>
                </a:lnTo>
                <a:lnTo>
                  <a:pt x="6094381" y="2021756"/>
                </a:lnTo>
                <a:lnTo>
                  <a:pt x="6095191" y="2021647"/>
                </a:lnTo>
                <a:lnTo>
                  <a:pt x="6096001" y="2021756"/>
                </a:lnTo>
                <a:lnTo>
                  <a:pt x="6096001" y="2021537"/>
                </a:lnTo>
                <a:lnTo>
                  <a:pt x="7013251" y="1897501"/>
                </a:lnTo>
                <a:cubicBezTo>
                  <a:pt x="9118619" y="1594130"/>
                  <a:pt x="10929629" y="1197829"/>
                  <a:pt x="12190382" y="700529"/>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9" name="缺角矩形 8" descr="D:\51PPT模板网\51pptmoban.com\图片.jpg">
            <a:extLst>
              <a:ext uri="{FF2B5EF4-FFF2-40B4-BE49-F238E27FC236}">
                <a16:creationId xmlns:a16="http://schemas.microsoft.com/office/drawing/2014/main" id="{6335B8E1-8158-4BC6-2FB3-9E233AE6940D}"/>
              </a:ext>
            </a:extLst>
          </p:cNvPr>
          <p:cNvSpPr/>
          <p:nvPr/>
        </p:nvSpPr>
        <p:spPr>
          <a:xfrm>
            <a:off x="264707" y="241499"/>
            <a:ext cx="11691611" cy="6400400"/>
          </a:xfrm>
          <a:prstGeom prst="plaque">
            <a:avLst>
              <a:gd name="adj" fmla="val 6108"/>
            </a:avLst>
          </a:prstGeom>
          <a:noFill/>
          <a:ln w="25400">
            <a:solidFill>
              <a:srgbClr val="D5AC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a:extLst>
              <a:ext uri="{FF2B5EF4-FFF2-40B4-BE49-F238E27FC236}">
                <a16:creationId xmlns:a16="http://schemas.microsoft.com/office/drawing/2014/main" id="{77BC74A2-2706-433D-CAA2-1D61AF9D2D8D}"/>
              </a:ext>
            </a:extLst>
          </p:cNvPr>
          <p:cNvGrpSpPr/>
          <p:nvPr/>
        </p:nvGrpSpPr>
        <p:grpSpPr>
          <a:xfrm>
            <a:off x="4521176" y="2677889"/>
            <a:ext cx="3149648" cy="538510"/>
            <a:chOff x="2344154" y="2890490"/>
            <a:chExt cx="3149648" cy="538510"/>
          </a:xfrm>
        </p:grpSpPr>
        <p:sp>
          <p:nvSpPr>
            <p:cNvPr id="25" name="缺角矩形 24">
              <a:extLst>
                <a:ext uri="{FF2B5EF4-FFF2-40B4-BE49-F238E27FC236}">
                  <a16:creationId xmlns:a16="http://schemas.microsoft.com/office/drawing/2014/main" id="{9EF96D4A-E4E8-50AC-26D5-F5AD756AEB5D}"/>
                </a:ext>
              </a:extLst>
            </p:cNvPr>
            <p:cNvSpPr/>
            <p:nvPr/>
          </p:nvSpPr>
          <p:spPr>
            <a:xfrm>
              <a:off x="2344154" y="2890490"/>
              <a:ext cx="3149648" cy="538510"/>
            </a:xfrm>
            <a:prstGeom prst="plaque">
              <a:avLst>
                <a:gd name="adj" fmla="val 14150"/>
              </a:avLst>
            </a:prstGeom>
            <a:solidFill>
              <a:schemeClr val="bg1"/>
            </a:solidFill>
            <a:ln>
              <a:solidFill>
                <a:srgbClr val="234995"/>
              </a:solid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28" name="缺角矩形 27">
              <a:extLst>
                <a:ext uri="{FF2B5EF4-FFF2-40B4-BE49-F238E27FC236}">
                  <a16:creationId xmlns:a16="http://schemas.microsoft.com/office/drawing/2014/main" id="{0FE6502B-6E61-CC57-C13C-E1DE0C9D54D4}"/>
                </a:ext>
              </a:extLst>
            </p:cNvPr>
            <p:cNvSpPr/>
            <p:nvPr/>
          </p:nvSpPr>
          <p:spPr>
            <a:xfrm>
              <a:off x="2550948" y="2890490"/>
              <a:ext cx="675904" cy="538510"/>
            </a:xfrm>
            <a:prstGeom prst="plaque">
              <a:avLst>
                <a:gd name="adj" fmla="val 0"/>
              </a:avLst>
            </a:prstGeom>
            <a:solidFill>
              <a:srgbClr val="234995"/>
            </a:solidFill>
            <a:ln>
              <a:solidFill>
                <a:srgbClr val="234995"/>
              </a:solid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26" name="文本框 25">
              <a:extLst>
                <a:ext uri="{FF2B5EF4-FFF2-40B4-BE49-F238E27FC236}">
                  <a16:creationId xmlns:a16="http://schemas.microsoft.com/office/drawing/2014/main" id="{81DC2935-A69D-283B-22E3-0C215229DCC6}"/>
                </a:ext>
              </a:extLst>
            </p:cNvPr>
            <p:cNvSpPr txBox="1"/>
            <p:nvPr/>
          </p:nvSpPr>
          <p:spPr>
            <a:xfrm>
              <a:off x="2607412" y="2928912"/>
              <a:ext cx="562976" cy="461665"/>
            </a:xfrm>
            <a:prstGeom prst="rect">
              <a:avLst/>
            </a:prstGeom>
            <a:noFill/>
          </p:spPr>
          <p:txBody>
            <a:bodyPr wrap="none" rtlCol="0">
              <a:spAutoFit/>
            </a:bodyPr>
            <a:lstStyle/>
            <a:p>
              <a:pPr algn="ctr"/>
              <a:r>
                <a:rPr lang="en-US" altLang="zh-CN" sz="2400" dirty="0">
                  <a:solidFill>
                    <a:schemeClr val="bg1"/>
                  </a:solidFill>
                  <a:latin typeface="HarmonyOS Sans SC Black" panose="00000A00000000000000" pitchFamily="2" charset="-122"/>
                  <a:ea typeface="HarmonyOS Sans SC Black" panose="00000A00000000000000" pitchFamily="2" charset="-122"/>
                </a:rPr>
                <a:t>01</a:t>
              </a:r>
              <a:endParaRPr lang="zh-CN" altLang="en-US" sz="2400" dirty="0">
                <a:solidFill>
                  <a:schemeClr val="bg1"/>
                </a:solidFill>
                <a:latin typeface="HarmonyOS Sans SC Black" panose="00000A00000000000000" pitchFamily="2" charset="-122"/>
                <a:ea typeface="HarmonyOS Sans SC Black" panose="00000A00000000000000" pitchFamily="2" charset="-122"/>
              </a:endParaRPr>
            </a:p>
          </p:txBody>
        </p:sp>
        <p:sp>
          <p:nvSpPr>
            <p:cNvPr id="27" name="文本框 26">
              <a:extLst>
                <a:ext uri="{FF2B5EF4-FFF2-40B4-BE49-F238E27FC236}">
                  <a16:creationId xmlns:a16="http://schemas.microsoft.com/office/drawing/2014/main" id="{15E32011-AA4B-1D8A-53BA-F9935F6D45F4}"/>
                </a:ext>
              </a:extLst>
            </p:cNvPr>
            <p:cNvSpPr txBox="1"/>
            <p:nvPr/>
          </p:nvSpPr>
          <p:spPr>
            <a:xfrm>
              <a:off x="3350582" y="2987398"/>
              <a:ext cx="1760251" cy="369332"/>
            </a:xfrm>
            <a:prstGeom prst="rect">
              <a:avLst/>
            </a:prstGeom>
            <a:noFill/>
          </p:spPr>
          <p:txBody>
            <a:bodyPr wrap="square">
              <a:spAutoFit/>
            </a:bodyPr>
            <a:lstStyle/>
            <a:p>
              <a:r>
                <a:rPr lang="zh-CN" altLang="en-US" b="1" dirty="0">
                  <a:solidFill>
                    <a:schemeClr val="tx1">
                      <a:lumMod val="95000"/>
                      <a:lumOff val="5000"/>
                    </a:schemeClr>
                  </a:solidFill>
                </a:rPr>
                <a:t>第三章 实验设计与验证</a:t>
              </a:r>
            </a:p>
          </p:txBody>
        </p:sp>
      </p:grpSp>
      <p:sp>
        <p:nvSpPr>
          <p:cNvPr id="2" name="文本框 1">
            <a:extLst>
              <a:ext uri="{FF2B5EF4-FFF2-40B4-BE49-F238E27FC236}">
                <a16:creationId xmlns:a16="http://schemas.microsoft.com/office/drawing/2014/main" id="{BFCFB590-8F06-A074-20F3-31379E1F84DB}"/>
              </a:ext>
            </a:extLst>
          </p:cNvPr>
          <p:cNvSpPr txBox="1"/>
          <p:nvPr/>
        </p:nvSpPr>
        <p:spPr>
          <a:xfrm>
            <a:off x="5373691" y="571981"/>
            <a:ext cx="1444627" cy="1323439"/>
          </a:xfrm>
          <a:prstGeom prst="rect">
            <a:avLst/>
          </a:prstGeom>
          <a:noFill/>
        </p:spPr>
        <p:txBody>
          <a:bodyPr wrap="none" rtlCol="0">
            <a:spAutoFit/>
          </a:bodyPr>
          <a:lstStyle/>
          <a:p>
            <a:pPr algn="ctr"/>
            <a:r>
              <a:rPr lang="en-US" altLang="zh-CN" sz="8000" dirty="0">
                <a:solidFill>
                  <a:srgbClr val="D5AC59"/>
                </a:solidFill>
                <a:latin typeface="HarmonyOS Sans SC Black" panose="00000A00000000000000" pitchFamily="2" charset="-122"/>
                <a:ea typeface="HarmonyOS Sans SC Black" panose="00000A00000000000000" pitchFamily="2" charset="-122"/>
              </a:rPr>
              <a:t>01</a:t>
            </a:r>
            <a:endParaRPr lang="zh-CN" altLang="en-US" sz="8000" dirty="0">
              <a:solidFill>
                <a:srgbClr val="D5AC59"/>
              </a:solidFill>
              <a:latin typeface="HarmonyOS Sans SC Black" panose="00000A00000000000000" pitchFamily="2" charset="-122"/>
              <a:ea typeface="HarmonyOS Sans SC Black" panose="00000A00000000000000" pitchFamily="2" charset="-122"/>
            </a:endParaRPr>
          </a:p>
        </p:txBody>
      </p:sp>
      <p:sp>
        <p:nvSpPr>
          <p:cNvPr id="3" name="文本框 2">
            <a:extLst>
              <a:ext uri="{FF2B5EF4-FFF2-40B4-BE49-F238E27FC236}">
                <a16:creationId xmlns:a16="http://schemas.microsoft.com/office/drawing/2014/main" id="{130A4A5F-CE00-DE3E-BF73-3AA5C8E41560}"/>
              </a:ext>
            </a:extLst>
          </p:cNvPr>
          <p:cNvSpPr txBox="1"/>
          <p:nvPr/>
        </p:nvSpPr>
        <p:spPr>
          <a:xfrm>
            <a:off x="2902567" y="3713872"/>
            <a:ext cx="6386866" cy="897425"/>
          </a:xfrm>
          <a:prstGeom prst="rect">
            <a:avLst/>
          </a:prstGeom>
          <a:noFill/>
        </p:spPr>
        <p:txBody>
          <a:bodyPr wrap="square">
            <a:spAutoFit/>
          </a:bodyPr>
          <a:lstStyle/>
          <a:p>
            <a:pPr algn="ctr">
              <a:lnSpc>
                <a:spcPct val="150000"/>
              </a:lnSpc>
            </a:pPr>
            <a:r>
              <a:rPr lang="zh-CN" altLang="en-US" sz="1200" b="1" dirty="0">
                <a:solidFill>
                  <a:schemeClr val="tx1">
                    <a:lumMod val="95000"/>
                    <a:lumOff val="5000"/>
                  </a:schemeClr>
                </a:solidFill>
              </a:rPr>
              <a:t>本章在多个公开数据集上对优化算法进行严格评估。实验结果充分证明了方法的有效性与泛化能力。</a:t>
            </a:r>
          </a:p>
        </p:txBody>
      </p:sp>
    </p:spTree>
    <p:extLst>
      <p:ext uri="{BB962C8B-B14F-4D97-AF65-F5344CB8AC3E}">
        <p14:creationId xmlns:p14="http://schemas.microsoft.com/office/powerpoint/2010/main" val="3299364219"/>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DB68C-1C80-DEAA-19CC-42B39B2E2020}"/>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8C925723-5975-626F-9912-224587F402C8}"/>
              </a:ext>
            </a:extLst>
          </p:cNvPr>
          <p:cNvSpPr txBox="1"/>
          <p:nvPr/>
        </p:nvSpPr>
        <p:spPr>
          <a:xfrm>
            <a:off x="4962920" y="82101"/>
            <a:ext cx="562976" cy="461665"/>
          </a:xfrm>
          <a:prstGeom prst="rect">
            <a:avLst/>
          </a:prstGeom>
          <a:noFill/>
        </p:spPr>
        <p:txBody>
          <a:bodyPr wrap="none" rtlCol="0">
            <a:spAutoFit/>
          </a:bodyPr>
          <a:lstStyle/>
          <a:p>
            <a:pPr algn="ctr"/>
            <a:r>
              <a:rPr lang="en-US" altLang="zh-CN" sz="2400" dirty="0">
                <a:solidFill>
                  <a:srgbClr val="D5AC59"/>
                </a:solidFill>
                <a:latin typeface="HarmonyOS Sans SC Black" panose="00000A00000000000000" pitchFamily="2" charset="-122"/>
                <a:ea typeface="HarmonyOS Sans SC Black" panose="00000A00000000000000" pitchFamily="2" charset="-122"/>
              </a:rPr>
              <a:t>01</a:t>
            </a:r>
            <a:endParaRPr lang="zh-CN" altLang="en-US" sz="2400" dirty="0">
              <a:solidFill>
                <a:srgbClr val="D5AC59"/>
              </a:solidFill>
              <a:latin typeface="HarmonyOS Sans SC Black" panose="00000A00000000000000" pitchFamily="2" charset="-122"/>
              <a:ea typeface="HarmonyOS Sans SC Black" panose="00000A00000000000000" pitchFamily="2" charset="-122"/>
            </a:endParaRPr>
          </a:p>
        </p:txBody>
      </p:sp>
      <p:sp>
        <p:nvSpPr>
          <p:cNvPr id="11" name="文本框 10">
            <a:extLst>
              <a:ext uri="{FF2B5EF4-FFF2-40B4-BE49-F238E27FC236}">
                <a16:creationId xmlns:a16="http://schemas.microsoft.com/office/drawing/2014/main" id="{4F5D38EB-97D7-F05B-E21D-38F028584A0C}"/>
              </a:ext>
            </a:extLst>
          </p:cNvPr>
          <p:cNvSpPr txBox="1"/>
          <p:nvPr/>
        </p:nvSpPr>
        <p:spPr>
          <a:xfrm>
            <a:off x="5706090" y="140587"/>
            <a:ext cx="1760251" cy="369332"/>
          </a:xfrm>
          <a:prstGeom prst="rect">
            <a:avLst/>
          </a:prstGeom>
          <a:noFill/>
        </p:spPr>
        <p:txBody>
          <a:bodyPr wrap="square">
            <a:spAutoFit/>
          </a:bodyPr>
          <a:lstStyle/>
          <a:p>
            <a:r>
              <a:rPr lang="zh-CN" altLang="en-US" b="1" dirty="0">
                <a:solidFill>
                  <a:srgbClr val="D5AC59"/>
                </a:solidFill>
              </a:rPr>
              <a:t>主流数据集对比实验结果</a:t>
            </a:r>
          </a:p>
        </p:txBody>
      </p:sp>
      <p:sp>
        <p:nvSpPr>
          <p:cNvPr id="2" name="矩形 1">
            <a:extLst>
              <a:ext uri="{FF2B5EF4-FFF2-40B4-BE49-F238E27FC236}">
                <a16:creationId xmlns:a16="http://schemas.microsoft.com/office/drawing/2014/main" id="{2C6FCC58-4F6B-3BE0-57F4-093CB8421867}"/>
              </a:ext>
            </a:extLst>
          </p:cNvPr>
          <p:cNvSpPr/>
          <p:nvPr/>
        </p:nvSpPr>
        <p:spPr>
          <a:xfrm>
            <a:off x="2005471" y="1413914"/>
            <a:ext cx="8014819" cy="3644537"/>
          </a:xfrm>
          <a:prstGeom prst="rect">
            <a:avLst/>
          </a:pr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3" name="任意形状 101" descr="D:\51PPT模板网\51pptmoban.com\图片.jpg">
            <a:extLst>
              <a:ext uri="{FF2B5EF4-FFF2-40B4-BE49-F238E27FC236}">
                <a16:creationId xmlns:a16="http://schemas.microsoft.com/office/drawing/2014/main" id="{E9BD4D5C-1534-727A-C5B6-7A5C3F999117}"/>
              </a:ext>
            </a:extLst>
          </p:cNvPr>
          <p:cNvSpPr/>
          <p:nvPr/>
        </p:nvSpPr>
        <p:spPr>
          <a:xfrm rot="10800000">
            <a:off x="2171711" y="1546926"/>
            <a:ext cx="8014819" cy="3970319"/>
          </a:xfrm>
          <a:custGeom>
            <a:avLst/>
            <a:gdLst>
              <a:gd name="connsiteX0" fmla="*/ 8014818 w 8014818"/>
              <a:gd name="connsiteY0" fmla="*/ 3970319 h 3970319"/>
              <a:gd name="connsiteX1" fmla="*/ 0 w 8014818"/>
              <a:gd name="connsiteY1" fmla="*/ 3970319 h 3970319"/>
              <a:gd name="connsiteX2" fmla="*/ 0 w 8014818"/>
              <a:gd name="connsiteY2" fmla="*/ 325782 h 3970319"/>
              <a:gd name="connsiteX3" fmla="*/ 1 w 8014818"/>
              <a:gd name="connsiteY3" fmla="*/ 325782 h 3970319"/>
              <a:gd name="connsiteX4" fmla="*/ 1 w 8014818"/>
              <a:gd name="connsiteY4" fmla="*/ 0 h 3970319"/>
              <a:gd name="connsiteX5" fmla="*/ 325783 w 8014818"/>
              <a:gd name="connsiteY5" fmla="*/ 325782 h 3970319"/>
              <a:gd name="connsiteX6" fmla="*/ 8014818 w 8014818"/>
              <a:gd name="connsiteY6" fmla="*/ 325782 h 39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14818" h="3970319">
                <a:moveTo>
                  <a:pt x="8014818" y="3970319"/>
                </a:moveTo>
                <a:lnTo>
                  <a:pt x="0" y="3970319"/>
                </a:lnTo>
                <a:lnTo>
                  <a:pt x="0" y="325782"/>
                </a:lnTo>
                <a:lnTo>
                  <a:pt x="1" y="325782"/>
                </a:lnTo>
                <a:lnTo>
                  <a:pt x="1" y="0"/>
                </a:lnTo>
                <a:lnTo>
                  <a:pt x="325783" y="325782"/>
                </a:lnTo>
                <a:lnTo>
                  <a:pt x="8014818" y="325782"/>
                </a:lnTo>
                <a:close/>
              </a:path>
            </a:pathLst>
          </a:custGeom>
          <a:solidFill>
            <a:schemeClr val="bg1"/>
          </a:solidFill>
          <a:ln w="9525">
            <a:solidFill>
              <a:schemeClr val="accent1">
                <a:alpha val="50000"/>
              </a:schemeClr>
            </a:solidFill>
          </a:ln>
          <a:effectLst>
            <a:outerShdw blurRad="127000" dist="63500" dir="5400000" sx="95000" sy="95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mn-ea"/>
            </a:endParaRPr>
          </a:p>
        </p:txBody>
      </p:sp>
      <p:sp>
        <p:nvSpPr>
          <p:cNvPr id="4" name="文本框 3">
            <a:extLst>
              <a:ext uri="{FF2B5EF4-FFF2-40B4-BE49-F238E27FC236}">
                <a16:creationId xmlns:a16="http://schemas.microsoft.com/office/drawing/2014/main" id="{449E327A-4442-5C6B-0405-E286AAEA64E2}"/>
              </a:ext>
            </a:extLst>
          </p:cNvPr>
          <p:cNvSpPr txBox="1"/>
          <p:nvPr/>
        </p:nvSpPr>
        <p:spPr>
          <a:xfrm>
            <a:off x="2639956" y="2017199"/>
            <a:ext cx="7078328" cy="992451"/>
          </a:xfrm>
          <a:prstGeom prst="rect">
            <a:avLst/>
          </a:prstGeom>
          <a:noFill/>
        </p:spPr>
        <p:txBody>
          <a:bodyPr wrap="square" rtlCol="0">
            <a:spAutoFit/>
          </a:bodyPr>
          <a:lstStyle/>
          <a:p>
            <a:pPr>
              <a:lnSpc>
                <a:spcPct val="150000"/>
              </a:lnSpc>
            </a:pPr>
            <a:r>
              <a:rPr kumimoji="1" lang="zh-CN" altLang="en-US" sz="1351" dirty="0">
                <a:solidFill>
                  <a:srgbClr val="09234F"/>
                </a:solidFill>
                <a:latin typeface="+mn-ea"/>
              </a:rPr>
              <a:t>实验选取了ResNet-50与EfficientNet作为基线模型，在统一硬件环境下进行对比。量化指标显示，优化后的模型在ImageNet验证集上达到78.2%的Top-1精度，同时FLOPs从3.8G降至2.1G。在目标检测任务中，mAP指标保持稳定，验证了算法的跨任务泛化能力。消融实验进一步证实了各优化模块的独立贡献与协同效应。</a:t>
            </a:r>
          </a:p>
        </p:txBody>
      </p:sp>
      <p:sp>
        <p:nvSpPr>
          <p:cNvPr id="5" name="文本框 4">
            <a:extLst>
              <a:ext uri="{FF2B5EF4-FFF2-40B4-BE49-F238E27FC236}">
                <a16:creationId xmlns:a16="http://schemas.microsoft.com/office/drawing/2014/main" id="{E677DC7F-B01F-5882-97C4-FECE53FD56F5}"/>
              </a:ext>
            </a:extLst>
          </p:cNvPr>
          <p:cNvSpPr txBox="1"/>
          <p:nvPr/>
        </p:nvSpPr>
        <p:spPr>
          <a:xfrm>
            <a:off x="2639956" y="3479924"/>
            <a:ext cx="7078328" cy="992451"/>
          </a:xfrm>
          <a:prstGeom prst="rect">
            <a:avLst/>
          </a:prstGeom>
          <a:noFill/>
        </p:spPr>
        <p:txBody>
          <a:bodyPr wrap="square" rtlCol="0">
            <a:spAutoFit/>
          </a:bodyPr>
          <a:lstStyle/>
          <a:p>
            <a:pPr>
              <a:lnSpc>
                <a:spcPct val="150000"/>
              </a:lnSpc>
            </a:pPr>
            <a:r>
              <a:rPr kumimoji="1" lang="zh-CN" altLang="en-US" sz="1351" dirty="0">
                <a:solidFill>
                  <a:srgbClr val="09234F"/>
                </a:solidFill>
                <a:latin typeface="+mn-ea"/>
              </a:rPr>
              <a:t>参数量减少40%精度微降</a:t>
            </a:r>
          </a:p>
          <a:p>
            <a:pPr>
              <a:lnSpc>
                <a:spcPct val="150000"/>
              </a:lnSpc>
            </a:pPr>
            <a:r>
              <a:rPr kumimoji="1" lang="zh-CN" altLang="en-US" sz="1351" dirty="0">
                <a:solidFill>
                  <a:srgbClr val="09234F"/>
                </a:solidFill>
                <a:latin typeface="+mn-ea"/>
              </a:rPr>
              <a:t>推理延迟大幅降低</a:t>
            </a:r>
          </a:p>
          <a:p>
            <a:pPr>
              <a:lnSpc>
                <a:spcPct val="150000"/>
              </a:lnSpc>
            </a:pPr>
            <a:r>
              <a:rPr kumimoji="1" lang="zh-CN" altLang="en-US" sz="1351" dirty="0">
                <a:solidFill>
                  <a:srgbClr val="09234F"/>
                </a:solidFill>
                <a:latin typeface="+mn-ea"/>
              </a:rPr>
              <a:t>消融实验验证模块有效性</a:t>
            </a:r>
          </a:p>
        </p:txBody>
      </p:sp>
    </p:spTree>
    <p:extLst>
      <p:ext uri="{BB962C8B-B14F-4D97-AF65-F5344CB8AC3E}">
        <p14:creationId xmlns:p14="http://schemas.microsoft.com/office/powerpoint/2010/main" val="183113139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DB68C-1C80-DEAA-19CC-42B39B2E2020}"/>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8C925723-5975-626F-9912-224587F402C8}"/>
              </a:ext>
            </a:extLst>
          </p:cNvPr>
          <p:cNvSpPr txBox="1"/>
          <p:nvPr/>
        </p:nvSpPr>
        <p:spPr>
          <a:xfrm>
            <a:off x="4962920" y="82101"/>
            <a:ext cx="562976" cy="461665"/>
          </a:xfrm>
          <a:prstGeom prst="rect">
            <a:avLst/>
          </a:prstGeom>
          <a:noFill/>
        </p:spPr>
        <p:txBody>
          <a:bodyPr wrap="none" rtlCol="0">
            <a:spAutoFit/>
          </a:bodyPr>
          <a:lstStyle/>
          <a:p>
            <a:pPr algn="ctr"/>
            <a:r>
              <a:rPr lang="en-US" altLang="zh-CN" sz="2400" dirty="0">
                <a:solidFill>
                  <a:srgbClr val="D5AC59"/>
                </a:solidFill>
                <a:latin typeface="HarmonyOS Sans SC Black" panose="00000A00000000000000" pitchFamily="2" charset="-122"/>
                <a:ea typeface="HarmonyOS Sans SC Black" panose="00000A00000000000000" pitchFamily="2" charset="-122"/>
              </a:rPr>
              <a:t>01</a:t>
            </a:r>
            <a:endParaRPr lang="zh-CN" altLang="en-US" sz="2400" dirty="0">
              <a:solidFill>
                <a:srgbClr val="D5AC59"/>
              </a:solidFill>
              <a:latin typeface="HarmonyOS Sans SC Black" panose="00000A00000000000000" pitchFamily="2" charset="-122"/>
              <a:ea typeface="HarmonyOS Sans SC Black" panose="00000A00000000000000" pitchFamily="2" charset="-122"/>
            </a:endParaRPr>
          </a:p>
        </p:txBody>
      </p:sp>
      <p:sp>
        <p:nvSpPr>
          <p:cNvPr id="11" name="文本框 10">
            <a:extLst>
              <a:ext uri="{FF2B5EF4-FFF2-40B4-BE49-F238E27FC236}">
                <a16:creationId xmlns:a16="http://schemas.microsoft.com/office/drawing/2014/main" id="{4F5D38EB-97D7-F05B-E21D-38F028584A0C}"/>
              </a:ext>
            </a:extLst>
          </p:cNvPr>
          <p:cNvSpPr txBox="1"/>
          <p:nvPr/>
        </p:nvSpPr>
        <p:spPr>
          <a:xfrm>
            <a:off x="5706090" y="140587"/>
            <a:ext cx="1760251" cy="369332"/>
          </a:xfrm>
          <a:prstGeom prst="rect">
            <a:avLst/>
          </a:prstGeom>
          <a:noFill/>
        </p:spPr>
        <p:txBody>
          <a:bodyPr wrap="square">
            <a:spAutoFit/>
          </a:bodyPr>
          <a:lstStyle/>
          <a:p>
            <a:r>
              <a:rPr lang="zh-CN" altLang="en-US" b="1" dirty="0">
                <a:solidFill>
                  <a:srgbClr val="D5AC59"/>
                </a:solidFill>
              </a:rPr>
              <a:t>研究结论与未来工作展望</a:t>
            </a:r>
          </a:p>
        </p:txBody>
      </p:sp>
      <p:sp>
        <p:nvSpPr>
          <p:cNvPr id="2" name="矩形 1">
            <a:extLst>
              <a:ext uri="{FF2B5EF4-FFF2-40B4-BE49-F238E27FC236}">
                <a16:creationId xmlns:a16="http://schemas.microsoft.com/office/drawing/2014/main" id="{2C6FCC58-4F6B-3BE0-57F4-093CB8421867}"/>
              </a:ext>
            </a:extLst>
          </p:cNvPr>
          <p:cNvSpPr/>
          <p:nvPr/>
        </p:nvSpPr>
        <p:spPr>
          <a:xfrm>
            <a:off x="2005471" y="1413914"/>
            <a:ext cx="8014819" cy="3644537"/>
          </a:xfrm>
          <a:prstGeom prst="rect">
            <a:avLst/>
          </a:pr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3" name="任意形状 101" descr="D:\51PPT模板网\51pptmoban.com\图片.jpg">
            <a:extLst>
              <a:ext uri="{FF2B5EF4-FFF2-40B4-BE49-F238E27FC236}">
                <a16:creationId xmlns:a16="http://schemas.microsoft.com/office/drawing/2014/main" id="{E9BD4D5C-1534-727A-C5B6-7A5C3F999117}"/>
              </a:ext>
            </a:extLst>
          </p:cNvPr>
          <p:cNvSpPr/>
          <p:nvPr/>
        </p:nvSpPr>
        <p:spPr>
          <a:xfrm rot="10800000">
            <a:off x="2171711" y="1546926"/>
            <a:ext cx="8014819" cy="3970319"/>
          </a:xfrm>
          <a:custGeom>
            <a:avLst/>
            <a:gdLst>
              <a:gd name="connsiteX0" fmla="*/ 8014818 w 8014818"/>
              <a:gd name="connsiteY0" fmla="*/ 3970319 h 3970319"/>
              <a:gd name="connsiteX1" fmla="*/ 0 w 8014818"/>
              <a:gd name="connsiteY1" fmla="*/ 3970319 h 3970319"/>
              <a:gd name="connsiteX2" fmla="*/ 0 w 8014818"/>
              <a:gd name="connsiteY2" fmla="*/ 325782 h 3970319"/>
              <a:gd name="connsiteX3" fmla="*/ 1 w 8014818"/>
              <a:gd name="connsiteY3" fmla="*/ 325782 h 3970319"/>
              <a:gd name="connsiteX4" fmla="*/ 1 w 8014818"/>
              <a:gd name="connsiteY4" fmla="*/ 0 h 3970319"/>
              <a:gd name="connsiteX5" fmla="*/ 325783 w 8014818"/>
              <a:gd name="connsiteY5" fmla="*/ 325782 h 3970319"/>
              <a:gd name="connsiteX6" fmla="*/ 8014818 w 8014818"/>
              <a:gd name="connsiteY6" fmla="*/ 325782 h 39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14818" h="3970319">
                <a:moveTo>
                  <a:pt x="8014818" y="3970319"/>
                </a:moveTo>
                <a:lnTo>
                  <a:pt x="0" y="3970319"/>
                </a:lnTo>
                <a:lnTo>
                  <a:pt x="0" y="325782"/>
                </a:lnTo>
                <a:lnTo>
                  <a:pt x="1" y="325782"/>
                </a:lnTo>
                <a:lnTo>
                  <a:pt x="1" y="0"/>
                </a:lnTo>
                <a:lnTo>
                  <a:pt x="325783" y="325782"/>
                </a:lnTo>
                <a:lnTo>
                  <a:pt x="8014818" y="325782"/>
                </a:lnTo>
                <a:close/>
              </a:path>
            </a:pathLst>
          </a:custGeom>
          <a:solidFill>
            <a:schemeClr val="bg1"/>
          </a:solidFill>
          <a:ln w="9525">
            <a:solidFill>
              <a:schemeClr val="accent1">
                <a:alpha val="50000"/>
              </a:schemeClr>
            </a:solidFill>
          </a:ln>
          <a:effectLst>
            <a:outerShdw blurRad="127000" dist="63500" dir="5400000" sx="95000" sy="95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mn-ea"/>
            </a:endParaRPr>
          </a:p>
        </p:txBody>
      </p:sp>
      <p:sp>
        <p:nvSpPr>
          <p:cNvPr id="4" name="文本框 3">
            <a:extLst>
              <a:ext uri="{FF2B5EF4-FFF2-40B4-BE49-F238E27FC236}">
                <a16:creationId xmlns:a16="http://schemas.microsoft.com/office/drawing/2014/main" id="{449E327A-4442-5C6B-0405-E286AAEA64E2}"/>
              </a:ext>
            </a:extLst>
          </p:cNvPr>
          <p:cNvSpPr txBox="1"/>
          <p:nvPr/>
        </p:nvSpPr>
        <p:spPr>
          <a:xfrm>
            <a:off x="2639956" y="2017199"/>
            <a:ext cx="7078328" cy="992451"/>
          </a:xfrm>
          <a:prstGeom prst="rect">
            <a:avLst/>
          </a:prstGeom>
          <a:noFill/>
        </p:spPr>
        <p:txBody>
          <a:bodyPr wrap="square" rtlCol="0">
            <a:spAutoFit/>
          </a:bodyPr>
          <a:lstStyle/>
          <a:p>
            <a:pPr>
              <a:lnSpc>
                <a:spcPct val="150000"/>
              </a:lnSpc>
            </a:pPr>
            <a:r>
              <a:rPr kumimoji="1" lang="zh-CN" altLang="en-US" sz="1351" dirty="0">
                <a:solidFill>
                  <a:srgbClr val="09234F"/>
                </a:solidFill>
                <a:latin typeface="+mn-ea"/>
              </a:rPr>
              <a:t>综合理论分析与实验数据，本研究提出的优化策略在保持高识别精度的前提下，显著降低了计算复杂度与内存占用。该框架为深度学习模型在资源受限环境中的部署提供了可行的技术路径。未来工作将聚焦于多模态数据的联合优化，以及针对特定AI芯片的底层指令集适配。我们期望通过软硬件协同设计，进一步突破边缘计算的效率边界。</a:t>
            </a:r>
          </a:p>
        </p:txBody>
      </p:sp>
      <p:sp>
        <p:nvSpPr>
          <p:cNvPr id="5" name="文本框 4">
            <a:extLst>
              <a:ext uri="{FF2B5EF4-FFF2-40B4-BE49-F238E27FC236}">
                <a16:creationId xmlns:a16="http://schemas.microsoft.com/office/drawing/2014/main" id="{E677DC7F-B01F-5882-97C4-FECE53FD56F5}"/>
              </a:ext>
            </a:extLst>
          </p:cNvPr>
          <p:cNvSpPr txBox="1"/>
          <p:nvPr/>
        </p:nvSpPr>
        <p:spPr>
          <a:xfrm>
            <a:off x="2639956" y="3479924"/>
            <a:ext cx="7078328" cy="992451"/>
          </a:xfrm>
          <a:prstGeom prst="rect">
            <a:avLst/>
          </a:prstGeom>
          <a:noFill/>
        </p:spPr>
        <p:txBody>
          <a:bodyPr wrap="square" rtlCol="0">
            <a:spAutoFit/>
          </a:bodyPr>
          <a:lstStyle/>
          <a:p>
            <a:pPr>
              <a:lnSpc>
                <a:spcPct val="150000"/>
              </a:lnSpc>
            </a:pPr>
            <a:r>
              <a:rPr kumimoji="1" lang="zh-CN" altLang="en-US" sz="1351" dirty="0">
                <a:solidFill>
                  <a:srgbClr val="09234F"/>
                </a:solidFill>
                <a:latin typeface="+mn-ea"/>
              </a:rPr>
              <a:t>成功平衡精度与计算成本</a:t>
            </a:r>
          </a:p>
          <a:p>
            <a:pPr>
              <a:lnSpc>
                <a:spcPct val="150000"/>
              </a:lnSpc>
            </a:pPr>
            <a:r>
              <a:rPr kumimoji="1" lang="zh-CN" altLang="en-US" sz="1351" dirty="0">
                <a:solidFill>
                  <a:srgbClr val="09234F"/>
                </a:solidFill>
                <a:latin typeface="+mn-ea"/>
              </a:rPr>
              <a:t>提供边缘部署可行路径</a:t>
            </a:r>
          </a:p>
          <a:p>
            <a:pPr>
              <a:lnSpc>
                <a:spcPct val="150000"/>
              </a:lnSpc>
            </a:pPr>
            <a:r>
              <a:rPr kumimoji="1" lang="zh-CN" altLang="en-US" sz="1351" dirty="0">
                <a:solidFill>
                  <a:srgbClr val="09234F"/>
                </a:solidFill>
                <a:latin typeface="+mn-ea"/>
              </a:rPr>
              <a:t>未来聚焦软硬件协同优化</a:t>
            </a:r>
          </a:p>
        </p:txBody>
      </p:sp>
    </p:spTree>
    <p:extLst>
      <p:ext uri="{BB962C8B-B14F-4D97-AF65-F5344CB8AC3E}">
        <p14:creationId xmlns:p14="http://schemas.microsoft.com/office/powerpoint/2010/main" val="183113139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65C85-14CD-7897-A3E5-75D05E2C59BD}"/>
            </a:ext>
          </a:extLst>
        </p:cNvPr>
        <p:cNvGrpSpPr/>
        <p:nvPr/>
      </p:nvGrpSpPr>
      <p:grpSpPr>
        <a:xfrm>
          <a:off x="0" y="0"/>
          <a:ext cx="0" cy="0"/>
          <a:chOff x="0" y="0"/>
          <a:chExt cx="0" cy="0"/>
        </a:xfrm>
      </p:grpSpPr>
      <p:sp>
        <p:nvSpPr>
          <p:cNvPr id="83" name="任意多边形: 形状 82">
            <a:extLst>
              <a:ext uri="{FF2B5EF4-FFF2-40B4-BE49-F238E27FC236}">
                <a16:creationId xmlns:a16="http://schemas.microsoft.com/office/drawing/2014/main" id="{315B3BB3-0FC2-17E1-E910-0A5C469057C1}"/>
              </a:ext>
            </a:extLst>
          </p:cNvPr>
          <p:cNvSpPr/>
          <p:nvPr/>
        </p:nvSpPr>
        <p:spPr>
          <a:xfrm flipH="1">
            <a:off x="1618" y="0"/>
            <a:ext cx="12190382" cy="2021756"/>
          </a:xfrm>
          <a:custGeom>
            <a:avLst/>
            <a:gdLst>
              <a:gd name="csX0" fmla="*/ 12190382 w 12190382"/>
              <a:gd name="csY0" fmla="*/ 0 h 2021756"/>
              <a:gd name="csX1" fmla="*/ 6096001 w 12190382"/>
              <a:gd name="csY1" fmla="*/ 0 h 2021756"/>
              <a:gd name="csX2" fmla="*/ 6094381 w 12190382"/>
              <a:gd name="csY2" fmla="*/ 0 h 2021756"/>
              <a:gd name="csX3" fmla="*/ 0 w 12190382"/>
              <a:gd name="csY3" fmla="*/ 0 h 2021756"/>
              <a:gd name="csX4" fmla="*/ 0 w 12190382"/>
              <a:gd name="csY4" fmla="*/ 700529 h 2021756"/>
              <a:gd name="csX5" fmla="*/ 5177130 w 12190382"/>
              <a:gd name="csY5" fmla="*/ 1897501 h 2021756"/>
              <a:gd name="csX6" fmla="*/ 6094381 w 12190382"/>
              <a:gd name="csY6" fmla="*/ 2021537 h 2021756"/>
              <a:gd name="csX7" fmla="*/ 6094381 w 12190382"/>
              <a:gd name="csY7" fmla="*/ 2021756 h 2021756"/>
              <a:gd name="csX8" fmla="*/ 6095191 w 12190382"/>
              <a:gd name="csY8" fmla="*/ 2021647 h 2021756"/>
              <a:gd name="csX9" fmla="*/ 6096001 w 12190382"/>
              <a:gd name="csY9" fmla="*/ 2021756 h 2021756"/>
              <a:gd name="csX10" fmla="*/ 6096001 w 12190382"/>
              <a:gd name="csY10" fmla="*/ 2021537 h 2021756"/>
              <a:gd name="csX11" fmla="*/ 7013251 w 12190382"/>
              <a:gd name="csY11" fmla="*/ 1897501 h 2021756"/>
              <a:gd name="csX12" fmla="*/ 12190382 w 12190382"/>
              <a:gd name="csY12" fmla="*/ 700529 h 20217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190382" h="2021756">
                <a:moveTo>
                  <a:pt x="12190382" y="0"/>
                </a:moveTo>
                <a:lnTo>
                  <a:pt x="6096001" y="0"/>
                </a:lnTo>
                <a:lnTo>
                  <a:pt x="6094381" y="0"/>
                </a:lnTo>
                <a:lnTo>
                  <a:pt x="0" y="0"/>
                </a:lnTo>
                <a:lnTo>
                  <a:pt x="0" y="700529"/>
                </a:lnTo>
                <a:cubicBezTo>
                  <a:pt x="1260753" y="1197829"/>
                  <a:pt x="3071763" y="1594130"/>
                  <a:pt x="5177130" y="1897501"/>
                </a:cubicBezTo>
                <a:lnTo>
                  <a:pt x="6094381" y="2021537"/>
                </a:lnTo>
                <a:lnTo>
                  <a:pt x="6094381" y="2021756"/>
                </a:lnTo>
                <a:lnTo>
                  <a:pt x="6095191" y="2021647"/>
                </a:lnTo>
                <a:lnTo>
                  <a:pt x="6096001" y="2021756"/>
                </a:lnTo>
                <a:lnTo>
                  <a:pt x="6096001" y="2021537"/>
                </a:lnTo>
                <a:lnTo>
                  <a:pt x="7013251" y="1897501"/>
                </a:lnTo>
                <a:cubicBezTo>
                  <a:pt x="9118619" y="1594130"/>
                  <a:pt x="10929629" y="1197829"/>
                  <a:pt x="12190382" y="700529"/>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9" name="缺角矩形 8" descr="D:\51PPT模板网\51pptmoban.com\图片.jpg">
            <a:extLst>
              <a:ext uri="{FF2B5EF4-FFF2-40B4-BE49-F238E27FC236}">
                <a16:creationId xmlns:a16="http://schemas.microsoft.com/office/drawing/2014/main" id="{E5A3D8A2-32BF-A82B-5A3F-4C7F4C6CC3ED}"/>
              </a:ext>
            </a:extLst>
          </p:cNvPr>
          <p:cNvSpPr/>
          <p:nvPr/>
        </p:nvSpPr>
        <p:spPr>
          <a:xfrm>
            <a:off x="264707" y="241499"/>
            <a:ext cx="11691611" cy="6400400"/>
          </a:xfrm>
          <a:prstGeom prst="plaque">
            <a:avLst>
              <a:gd name="adj" fmla="val 6108"/>
            </a:avLst>
          </a:prstGeom>
          <a:noFill/>
          <a:ln w="25400">
            <a:solidFill>
              <a:srgbClr val="D5AC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6C23302A-076D-ADF9-941C-C2113C346489}"/>
              </a:ext>
            </a:extLst>
          </p:cNvPr>
          <p:cNvSpPr txBox="1"/>
          <p:nvPr/>
        </p:nvSpPr>
        <p:spPr>
          <a:xfrm>
            <a:off x="1494372" y="2441585"/>
            <a:ext cx="9212778" cy="1446550"/>
          </a:xfrm>
          <a:prstGeom prst="rect">
            <a:avLst/>
          </a:prstGeom>
          <a:noFill/>
        </p:spPr>
        <p:txBody>
          <a:bodyPr wrap="none" rtlCol="0">
            <a:spAutoFit/>
          </a:bodyPr>
          <a:lstStyle/>
          <a:p>
            <a:r>
              <a:rPr lang="zh-CN" altLang="en-US" sz="8800" dirty="0">
                <a:latin typeface="思源黑体 CN Heavy" panose="020B0A00000000000000" pitchFamily="34" charset="-122"/>
                <a:ea typeface="思源黑体 CN Heavy" panose="020B0A00000000000000" pitchFamily="34" charset="-122"/>
                <a:cs typeface="+mn-ea"/>
                <a:sym typeface="+mn-lt"/>
              </a:rPr>
              <a:t>探索无止境</a:t>
            </a:r>
          </a:p>
        </p:txBody>
      </p:sp>
      <p:grpSp>
        <p:nvGrpSpPr>
          <p:cNvPr id="12" name="组合 11">
            <a:extLst>
              <a:ext uri="{FF2B5EF4-FFF2-40B4-BE49-F238E27FC236}">
                <a16:creationId xmlns:a16="http://schemas.microsoft.com/office/drawing/2014/main" id="{25FE3759-B7CF-9F01-B9A0-A2976F407E34}"/>
              </a:ext>
            </a:extLst>
          </p:cNvPr>
          <p:cNvGrpSpPr/>
          <p:nvPr/>
        </p:nvGrpSpPr>
        <p:grpSpPr>
          <a:xfrm>
            <a:off x="3086965" y="5904640"/>
            <a:ext cx="6018070" cy="317242"/>
            <a:chOff x="3086965" y="5746019"/>
            <a:chExt cx="6018070" cy="317242"/>
          </a:xfrm>
        </p:grpSpPr>
        <p:sp>
          <p:nvSpPr>
            <p:cNvPr id="42" name="文本框 41">
              <a:extLst>
                <a:ext uri="{FF2B5EF4-FFF2-40B4-BE49-F238E27FC236}">
                  <a16:creationId xmlns:a16="http://schemas.microsoft.com/office/drawing/2014/main" id="{27FB3FAF-57C6-D010-D884-EC0D9D757D81}"/>
                </a:ext>
              </a:extLst>
            </p:cNvPr>
            <p:cNvSpPr txBox="1"/>
            <p:nvPr/>
          </p:nvSpPr>
          <p:spPr>
            <a:xfrm>
              <a:off x="3289732" y="5755484"/>
              <a:ext cx="1600752" cy="307777"/>
            </a:xfrm>
            <a:prstGeom prst="rect">
              <a:avLst/>
            </a:prstGeom>
            <a:noFill/>
          </p:spPr>
          <p:txBody>
            <a:bodyPr wrap="square" rtlCol="0">
              <a:spAutoFit/>
            </a:bodyPr>
            <a:lstStyle>
              <a:defPPr>
                <a:defRPr lang="zh-CN"/>
              </a:defPPr>
              <a:lvl1pPr>
                <a:defRPr sz="1000" b="1">
                  <a:solidFill>
                    <a:schemeClr val="tx1">
                      <a:lumMod val="65000"/>
                      <a:lumOff val="3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p:txBody>
        </p:sp>
        <p:sp>
          <p:nvSpPr>
            <p:cNvPr id="43" name="graduate_57239">
              <a:extLst>
                <a:ext uri="{FF2B5EF4-FFF2-40B4-BE49-F238E27FC236}">
                  <a16:creationId xmlns:a16="http://schemas.microsoft.com/office/drawing/2014/main" id="{60DF3F55-EBDD-70CC-22DC-F96ACF7060E6}"/>
                </a:ext>
              </a:extLst>
            </p:cNvPr>
            <p:cNvSpPr/>
            <p:nvPr/>
          </p:nvSpPr>
          <p:spPr>
            <a:xfrm>
              <a:off x="3086965" y="5748954"/>
              <a:ext cx="211529" cy="307777"/>
            </a:xfrm>
            <a:custGeom>
              <a:avLst/>
              <a:gdLst>
                <a:gd name="connsiteX0" fmla="*/ 142468 w 412043"/>
                <a:gd name="connsiteY0" fmla="*/ 396851 h 599527"/>
                <a:gd name="connsiteX1" fmla="*/ 153964 w 412043"/>
                <a:gd name="connsiteY1" fmla="*/ 405753 h 599527"/>
                <a:gd name="connsiteX2" fmla="*/ 144814 w 412043"/>
                <a:gd name="connsiteY2" fmla="*/ 585910 h 599527"/>
                <a:gd name="connsiteX3" fmla="*/ 135898 w 412043"/>
                <a:gd name="connsiteY3" fmla="*/ 595046 h 599527"/>
                <a:gd name="connsiteX4" fmla="*/ 15768 w 412043"/>
                <a:gd name="connsiteY4" fmla="*/ 599498 h 599527"/>
                <a:gd name="connsiteX5" fmla="*/ 6383 w 412043"/>
                <a:gd name="connsiteY5" fmla="*/ 590127 h 599527"/>
                <a:gd name="connsiteX6" fmla="*/ 142468 w 412043"/>
                <a:gd name="connsiteY6" fmla="*/ 396851 h 599527"/>
                <a:gd name="connsiteX7" fmla="*/ 275305 w 412043"/>
                <a:gd name="connsiteY7" fmla="*/ 271238 h 599527"/>
                <a:gd name="connsiteX8" fmla="*/ 222034 w 412043"/>
                <a:gd name="connsiteY8" fmla="*/ 284828 h 599527"/>
                <a:gd name="connsiteX9" fmla="*/ 158437 w 412043"/>
                <a:gd name="connsiteY9" fmla="*/ 287640 h 599527"/>
                <a:gd name="connsiteX10" fmla="*/ 99299 w 412043"/>
                <a:gd name="connsiteY10" fmla="*/ 277096 h 599527"/>
                <a:gd name="connsiteX11" fmla="*/ 205137 w 412043"/>
                <a:gd name="connsiteY11" fmla="*/ 392382 h 599527"/>
                <a:gd name="connsiteX12" fmla="*/ 312148 w 412043"/>
                <a:gd name="connsiteY12" fmla="*/ 309432 h 599527"/>
                <a:gd name="connsiteX13" fmla="*/ 305108 w 412043"/>
                <a:gd name="connsiteY13" fmla="*/ 310604 h 599527"/>
                <a:gd name="connsiteX14" fmla="*/ 275305 w 412043"/>
                <a:gd name="connsiteY14" fmla="*/ 271238 h 599527"/>
                <a:gd name="connsiteX15" fmla="*/ 93667 w 412043"/>
                <a:gd name="connsiteY15" fmla="*/ 210314 h 599527"/>
                <a:gd name="connsiteX16" fmla="*/ 93667 w 412043"/>
                <a:gd name="connsiteY16" fmla="*/ 212892 h 599527"/>
                <a:gd name="connsiteX17" fmla="*/ 100003 w 412043"/>
                <a:gd name="connsiteY17" fmla="*/ 213595 h 599527"/>
                <a:gd name="connsiteX18" fmla="*/ 93667 w 412043"/>
                <a:gd name="connsiteY18" fmla="*/ 210314 h 599527"/>
                <a:gd name="connsiteX19" fmla="*/ 80202 w 412043"/>
                <a:gd name="connsiteY19" fmla="*/ 186355 h 599527"/>
                <a:gd name="connsiteX20" fmla="*/ 89443 w 412043"/>
                <a:gd name="connsiteY20" fmla="*/ 186413 h 599527"/>
                <a:gd name="connsiteX21" fmla="*/ 269203 w 412043"/>
                <a:gd name="connsiteY21" fmla="*/ 193209 h 599527"/>
                <a:gd name="connsiteX22" fmla="*/ 279059 w 412043"/>
                <a:gd name="connsiteY22" fmla="*/ 193209 h 599527"/>
                <a:gd name="connsiteX23" fmla="*/ 284222 w 412043"/>
                <a:gd name="connsiteY23" fmla="*/ 197661 h 599527"/>
                <a:gd name="connsiteX24" fmla="*/ 288681 w 412043"/>
                <a:gd name="connsiteY24" fmla="*/ 255304 h 599527"/>
                <a:gd name="connsiteX25" fmla="*/ 312383 w 412043"/>
                <a:gd name="connsiteY25" fmla="*/ 289280 h 599527"/>
                <a:gd name="connsiteX26" fmla="*/ 314965 w 412043"/>
                <a:gd name="connsiteY26" fmla="*/ 201175 h 599527"/>
                <a:gd name="connsiteX27" fmla="*/ 330688 w 412043"/>
                <a:gd name="connsiteY27" fmla="*/ 199067 h 599527"/>
                <a:gd name="connsiteX28" fmla="*/ 260051 w 412043"/>
                <a:gd name="connsiteY28" fmla="*/ 401287 h 599527"/>
                <a:gd name="connsiteX29" fmla="*/ 263102 w 412043"/>
                <a:gd name="connsiteY29" fmla="*/ 401990 h 599527"/>
                <a:gd name="connsiteX30" fmla="*/ 401325 w 412043"/>
                <a:gd name="connsiteY30" fmla="*/ 590150 h 599527"/>
                <a:gd name="connsiteX31" fmla="*/ 389591 w 412043"/>
                <a:gd name="connsiteY31" fmla="*/ 599289 h 599527"/>
                <a:gd name="connsiteX32" fmla="*/ 262867 w 412043"/>
                <a:gd name="connsiteY32" fmla="*/ 595071 h 599527"/>
                <a:gd name="connsiteX33" fmla="*/ 253480 w 412043"/>
                <a:gd name="connsiteY33" fmla="*/ 585698 h 599527"/>
                <a:gd name="connsiteX34" fmla="*/ 247144 w 412043"/>
                <a:gd name="connsiteY34" fmla="*/ 414643 h 599527"/>
                <a:gd name="connsiteX35" fmla="*/ 248786 w 412043"/>
                <a:gd name="connsiteY35" fmla="*/ 410660 h 599527"/>
                <a:gd name="connsiteX36" fmla="*/ 251603 w 412043"/>
                <a:gd name="connsiteY36" fmla="*/ 404802 h 599527"/>
                <a:gd name="connsiteX37" fmla="*/ 205137 w 412043"/>
                <a:gd name="connsiteY37" fmla="*/ 410894 h 599527"/>
                <a:gd name="connsiteX38" fmla="*/ 75362 w 412043"/>
                <a:gd name="connsiteY38" fmla="*/ 194380 h 599527"/>
                <a:gd name="connsiteX39" fmla="*/ 80202 w 412043"/>
                <a:gd name="connsiteY39" fmla="*/ 186355 h 599527"/>
                <a:gd name="connsiteX40" fmla="*/ 204675 w 412043"/>
                <a:gd name="connsiteY40" fmla="*/ 1071 h 599527"/>
                <a:gd name="connsiteX41" fmla="*/ 297143 w 412043"/>
                <a:gd name="connsiteY41" fmla="*/ 36212 h 599527"/>
                <a:gd name="connsiteX42" fmla="*/ 407917 w 412043"/>
                <a:gd name="connsiteY42" fmla="*/ 88689 h 599527"/>
                <a:gd name="connsiteX43" fmla="*/ 405335 w 412043"/>
                <a:gd name="connsiteY43" fmla="*/ 105790 h 599527"/>
                <a:gd name="connsiteX44" fmla="*/ 367785 w 412043"/>
                <a:gd name="connsiteY44" fmla="*/ 126172 h 599527"/>
                <a:gd name="connsiteX45" fmla="*/ 313102 w 412043"/>
                <a:gd name="connsiteY45" fmla="*/ 136948 h 599527"/>
                <a:gd name="connsiteX46" fmla="*/ 200216 w 412043"/>
                <a:gd name="connsiteY46" fmla="*/ 93608 h 599527"/>
                <a:gd name="connsiteX47" fmla="*/ 282123 w 412043"/>
                <a:gd name="connsiteY47" fmla="*/ 147256 h 599527"/>
                <a:gd name="connsiteX48" fmla="*/ 285643 w 412043"/>
                <a:gd name="connsiteY48" fmla="*/ 153347 h 599527"/>
                <a:gd name="connsiteX49" fmla="*/ 285174 w 412043"/>
                <a:gd name="connsiteY49" fmla="*/ 165530 h 599527"/>
                <a:gd name="connsiteX50" fmla="*/ 172757 w 412043"/>
                <a:gd name="connsiteY50" fmla="*/ 198328 h 599527"/>
                <a:gd name="connsiteX51" fmla="*/ 8474 w 412043"/>
                <a:gd name="connsiteY51" fmla="*/ 110242 h 599527"/>
                <a:gd name="connsiteX52" fmla="*/ 3310 w 412043"/>
                <a:gd name="connsiteY52" fmla="*/ 97122 h 599527"/>
                <a:gd name="connsiteX53" fmla="*/ 113146 w 412043"/>
                <a:gd name="connsiteY53" fmla="*/ 45114 h 599527"/>
                <a:gd name="connsiteX54" fmla="*/ 204675 w 412043"/>
                <a:gd name="connsiteY54" fmla="*/ 1071 h 59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12043" h="599527">
                  <a:moveTo>
                    <a:pt x="142468" y="396851"/>
                  </a:moveTo>
                  <a:cubicBezTo>
                    <a:pt x="148333" y="395679"/>
                    <a:pt x="153730" y="399662"/>
                    <a:pt x="153964" y="405753"/>
                  </a:cubicBezTo>
                  <a:cubicBezTo>
                    <a:pt x="156545" y="464556"/>
                    <a:pt x="165461" y="529215"/>
                    <a:pt x="144814" y="585910"/>
                  </a:cubicBezTo>
                  <a:cubicBezTo>
                    <a:pt x="145048" y="590595"/>
                    <a:pt x="142233" y="595515"/>
                    <a:pt x="135898" y="595046"/>
                  </a:cubicBezTo>
                  <a:cubicBezTo>
                    <a:pt x="95776" y="591532"/>
                    <a:pt x="55889" y="595046"/>
                    <a:pt x="15768" y="599498"/>
                  </a:cubicBezTo>
                  <a:cubicBezTo>
                    <a:pt x="10606" y="599966"/>
                    <a:pt x="6383" y="594812"/>
                    <a:pt x="6383" y="590127"/>
                  </a:cubicBezTo>
                  <a:cubicBezTo>
                    <a:pt x="5913" y="512348"/>
                    <a:pt x="62224" y="414655"/>
                    <a:pt x="142468" y="396851"/>
                  </a:cubicBezTo>
                  <a:close/>
                  <a:moveTo>
                    <a:pt x="275305" y="271238"/>
                  </a:moveTo>
                  <a:cubicBezTo>
                    <a:pt x="260285" y="280845"/>
                    <a:pt x="239165" y="282251"/>
                    <a:pt x="222034" y="284828"/>
                  </a:cubicBezTo>
                  <a:cubicBezTo>
                    <a:pt x="201148" y="287875"/>
                    <a:pt x="179557" y="289280"/>
                    <a:pt x="158437" y="287640"/>
                  </a:cubicBezTo>
                  <a:cubicBezTo>
                    <a:pt x="143887" y="286469"/>
                    <a:pt x="116899" y="285531"/>
                    <a:pt x="99299" y="277096"/>
                  </a:cubicBezTo>
                  <a:cubicBezTo>
                    <a:pt x="110329" y="336145"/>
                    <a:pt x="139663" y="391679"/>
                    <a:pt x="205137" y="392382"/>
                  </a:cubicBezTo>
                  <a:cubicBezTo>
                    <a:pt x="262163" y="392851"/>
                    <a:pt x="296895" y="356062"/>
                    <a:pt x="312148" y="309432"/>
                  </a:cubicBezTo>
                  <a:cubicBezTo>
                    <a:pt x="310036" y="310135"/>
                    <a:pt x="307690" y="310604"/>
                    <a:pt x="305108" y="310604"/>
                  </a:cubicBezTo>
                  <a:cubicBezTo>
                    <a:pt x="287977" y="310604"/>
                    <a:pt x="279294" y="293030"/>
                    <a:pt x="275305" y="271238"/>
                  </a:cubicBezTo>
                  <a:close/>
                  <a:moveTo>
                    <a:pt x="93667" y="210314"/>
                  </a:moveTo>
                  <a:cubicBezTo>
                    <a:pt x="93667" y="211251"/>
                    <a:pt x="93667" y="212189"/>
                    <a:pt x="93667" y="212892"/>
                  </a:cubicBezTo>
                  <a:cubicBezTo>
                    <a:pt x="95779" y="213126"/>
                    <a:pt x="97891" y="213360"/>
                    <a:pt x="100003" y="213595"/>
                  </a:cubicBezTo>
                  <a:cubicBezTo>
                    <a:pt x="97891" y="212423"/>
                    <a:pt x="95779" y="211486"/>
                    <a:pt x="93667" y="210314"/>
                  </a:cubicBezTo>
                  <a:close/>
                  <a:moveTo>
                    <a:pt x="80202" y="186355"/>
                  </a:moveTo>
                  <a:cubicBezTo>
                    <a:pt x="82872" y="184714"/>
                    <a:pt x="86275" y="184422"/>
                    <a:pt x="89443" y="186413"/>
                  </a:cubicBezTo>
                  <a:cubicBezTo>
                    <a:pt x="144356" y="220156"/>
                    <a:pt x="213820" y="232340"/>
                    <a:pt x="269203" y="193209"/>
                  </a:cubicBezTo>
                  <a:cubicBezTo>
                    <a:pt x="272958" y="190397"/>
                    <a:pt x="276713" y="191100"/>
                    <a:pt x="279059" y="193209"/>
                  </a:cubicBezTo>
                  <a:cubicBezTo>
                    <a:pt x="281641" y="192271"/>
                    <a:pt x="284692" y="194380"/>
                    <a:pt x="284222" y="197661"/>
                  </a:cubicBezTo>
                  <a:cubicBezTo>
                    <a:pt x="281876" y="216172"/>
                    <a:pt x="285630" y="237261"/>
                    <a:pt x="288681" y="255304"/>
                  </a:cubicBezTo>
                  <a:cubicBezTo>
                    <a:pt x="289620" y="261162"/>
                    <a:pt x="304404" y="314587"/>
                    <a:pt x="312383" y="289280"/>
                  </a:cubicBezTo>
                  <a:cubicBezTo>
                    <a:pt x="321301" y="261162"/>
                    <a:pt x="315434" y="229997"/>
                    <a:pt x="314965" y="201175"/>
                  </a:cubicBezTo>
                  <a:cubicBezTo>
                    <a:pt x="314730" y="192037"/>
                    <a:pt x="328341" y="190397"/>
                    <a:pt x="330688" y="199067"/>
                  </a:cubicBezTo>
                  <a:cubicBezTo>
                    <a:pt x="349227" y="270300"/>
                    <a:pt x="328576" y="369887"/>
                    <a:pt x="260051" y="401287"/>
                  </a:cubicBezTo>
                  <a:cubicBezTo>
                    <a:pt x="261224" y="401287"/>
                    <a:pt x="262163" y="401521"/>
                    <a:pt x="263102" y="401990"/>
                  </a:cubicBezTo>
                  <a:cubicBezTo>
                    <a:pt x="332330" y="431983"/>
                    <a:pt x="406018" y="510481"/>
                    <a:pt x="401325" y="590150"/>
                  </a:cubicBezTo>
                  <a:cubicBezTo>
                    <a:pt x="401090" y="596711"/>
                    <a:pt x="395693" y="600226"/>
                    <a:pt x="389591" y="599289"/>
                  </a:cubicBezTo>
                  <a:cubicBezTo>
                    <a:pt x="347584" y="591790"/>
                    <a:pt x="305108" y="600460"/>
                    <a:pt x="262867" y="595071"/>
                  </a:cubicBezTo>
                  <a:cubicBezTo>
                    <a:pt x="257704" y="594368"/>
                    <a:pt x="253480" y="591322"/>
                    <a:pt x="253480" y="585698"/>
                  </a:cubicBezTo>
                  <a:cubicBezTo>
                    <a:pt x="252776" y="529226"/>
                    <a:pt x="239634" y="471115"/>
                    <a:pt x="247144" y="414643"/>
                  </a:cubicBezTo>
                  <a:cubicBezTo>
                    <a:pt x="247378" y="413003"/>
                    <a:pt x="248082" y="411831"/>
                    <a:pt x="248786" y="410660"/>
                  </a:cubicBezTo>
                  <a:cubicBezTo>
                    <a:pt x="249021" y="408551"/>
                    <a:pt x="249960" y="406442"/>
                    <a:pt x="251603" y="404802"/>
                  </a:cubicBezTo>
                  <a:cubicBezTo>
                    <a:pt x="237757" y="409722"/>
                    <a:pt x="222268" y="411831"/>
                    <a:pt x="205137" y="410894"/>
                  </a:cubicBezTo>
                  <a:cubicBezTo>
                    <a:pt x="96248" y="404802"/>
                    <a:pt x="70903" y="284360"/>
                    <a:pt x="75362" y="194380"/>
                  </a:cubicBezTo>
                  <a:cubicBezTo>
                    <a:pt x="75597" y="190983"/>
                    <a:pt x="77533" y="187995"/>
                    <a:pt x="80202" y="186355"/>
                  </a:cubicBezTo>
                  <a:close/>
                  <a:moveTo>
                    <a:pt x="204675" y="1071"/>
                  </a:moveTo>
                  <a:cubicBezTo>
                    <a:pt x="234481" y="-6191"/>
                    <a:pt x="272031" y="25435"/>
                    <a:pt x="297143" y="36212"/>
                  </a:cubicBezTo>
                  <a:cubicBezTo>
                    <a:pt x="334459" y="52142"/>
                    <a:pt x="374121" y="65730"/>
                    <a:pt x="407917" y="88689"/>
                  </a:cubicBezTo>
                  <a:cubicBezTo>
                    <a:pt x="415192" y="93843"/>
                    <a:pt x="411907" y="104150"/>
                    <a:pt x="405335" y="105790"/>
                  </a:cubicBezTo>
                  <a:cubicBezTo>
                    <a:pt x="398295" y="117035"/>
                    <a:pt x="379519" y="122189"/>
                    <a:pt x="367785" y="126172"/>
                  </a:cubicBezTo>
                  <a:cubicBezTo>
                    <a:pt x="351122" y="132029"/>
                    <a:pt x="331173" y="139291"/>
                    <a:pt x="313102" y="136948"/>
                  </a:cubicBezTo>
                  <a:cubicBezTo>
                    <a:pt x="271562" y="131092"/>
                    <a:pt x="243164" y="83769"/>
                    <a:pt x="200216" y="93608"/>
                  </a:cubicBezTo>
                  <a:cubicBezTo>
                    <a:pt x="211481" y="122658"/>
                    <a:pt x="255368" y="139760"/>
                    <a:pt x="282123" y="147256"/>
                  </a:cubicBezTo>
                  <a:cubicBezTo>
                    <a:pt x="285174" y="148193"/>
                    <a:pt x="286113" y="150770"/>
                    <a:pt x="285643" y="153347"/>
                  </a:cubicBezTo>
                  <a:cubicBezTo>
                    <a:pt x="288459" y="156627"/>
                    <a:pt x="289398" y="161547"/>
                    <a:pt x="285174" y="165530"/>
                  </a:cubicBezTo>
                  <a:cubicBezTo>
                    <a:pt x="254899" y="193408"/>
                    <a:pt x="213358" y="214961"/>
                    <a:pt x="172757" y="198328"/>
                  </a:cubicBezTo>
                  <a:cubicBezTo>
                    <a:pt x="115493" y="174666"/>
                    <a:pt x="65738" y="134840"/>
                    <a:pt x="8474" y="110242"/>
                  </a:cubicBezTo>
                  <a:cubicBezTo>
                    <a:pt x="728" y="112584"/>
                    <a:pt x="-3261" y="101339"/>
                    <a:pt x="3310" y="97122"/>
                  </a:cubicBezTo>
                  <a:cubicBezTo>
                    <a:pt x="37341" y="75569"/>
                    <a:pt x="76769" y="61982"/>
                    <a:pt x="113146" y="45114"/>
                  </a:cubicBezTo>
                  <a:cubicBezTo>
                    <a:pt x="142482" y="31526"/>
                    <a:pt x="173226" y="8568"/>
                    <a:pt x="204675" y="1071"/>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en-US">
                <a:cs typeface="+mn-ea"/>
                <a:sym typeface="+mn-lt"/>
              </a:endParaRPr>
            </a:p>
          </p:txBody>
        </p:sp>
        <p:sp>
          <p:nvSpPr>
            <p:cNvPr id="44" name="university-teacher_65684">
              <a:extLst>
                <a:ext uri="{FF2B5EF4-FFF2-40B4-BE49-F238E27FC236}">
                  <a16:creationId xmlns:a16="http://schemas.microsoft.com/office/drawing/2014/main" id="{B8251D8E-7A1F-698F-A950-9FDEB4F6EC22}"/>
                </a:ext>
              </a:extLst>
            </p:cNvPr>
            <p:cNvSpPr/>
            <p:nvPr/>
          </p:nvSpPr>
          <p:spPr>
            <a:xfrm>
              <a:off x="5172715" y="5746019"/>
              <a:ext cx="138508" cy="307777"/>
            </a:xfrm>
            <a:custGeom>
              <a:avLst/>
              <a:gdLst>
                <a:gd name="T0" fmla="*/ 215 w 257"/>
                <a:gd name="T1" fmla="*/ 163 h 572"/>
                <a:gd name="T2" fmla="*/ 201 w 257"/>
                <a:gd name="T3" fmla="*/ 163 h 572"/>
                <a:gd name="T4" fmla="*/ 226 w 257"/>
                <a:gd name="T5" fmla="*/ 97 h 572"/>
                <a:gd name="T6" fmla="*/ 129 w 257"/>
                <a:gd name="T7" fmla="*/ 0 h 572"/>
                <a:gd name="T8" fmla="*/ 31 w 257"/>
                <a:gd name="T9" fmla="*/ 97 h 572"/>
                <a:gd name="T10" fmla="*/ 56 w 257"/>
                <a:gd name="T11" fmla="*/ 163 h 572"/>
                <a:gd name="T12" fmla="*/ 42 w 257"/>
                <a:gd name="T13" fmla="*/ 163 h 572"/>
                <a:gd name="T14" fmla="*/ 0 w 257"/>
                <a:gd name="T15" fmla="*/ 205 h 572"/>
                <a:gd name="T16" fmla="*/ 0 w 257"/>
                <a:gd name="T17" fmla="*/ 323 h 572"/>
                <a:gd name="T18" fmla="*/ 39 w 257"/>
                <a:gd name="T19" fmla="*/ 365 h 572"/>
                <a:gd name="T20" fmla="*/ 39 w 257"/>
                <a:gd name="T21" fmla="*/ 522 h 572"/>
                <a:gd name="T22" fmla="*/ 89 w 257"/>
                <a:gd name="T23" fmla="*/ 572 h 572"/>
                <a:gd name="T24" fmla="*/ 128 w 257"/>
                <a:gd name="T25" fmla="*/ 554 h 572"/>
                <a:gd name="T26" fmla="*/ 167 w 257"/>
                <a:gd name="T27" fmla="*/ 572 h 572"/>
                <a:gd name="T28" fmla="*/ 218 w 257"/>
                <a:gd name="T29" fmla="*/ 522 h 572"/>
                <a:gd name="T30" fmla="*/ 218 w 257"/>
                <a:gd name="T31" fmla="*/ 365 h 572"/>
                <a:gd name="T32" fmla="*/ 257 w 257"/>
                <a:gd name="T33" fmla="*/ 323 h 572"/>
                <a:gd name="T34" fmla="*/ 257 w 257"/>
                <a:gd name="T35" fmla="*/ 205 h 572"/>
                <a:gd name="T36" fmla="*/ 215 w 257"/>
                <a:gd name="T37" fmla="*/ 163 h 572"/>
                <a:gd name="T38" fmla="*/ 160 w 257"/>
                <a:gd name="T39" fmla="*/ 289 h 572"/>
                <a:gd name="T40" fmla="*/ 133 w 257"/>
                <a:gd name="T41" fmla="*/ 316 h 572"/>
                <a:gd name="T42" fmla="*/ 128 w 257"/>
                <a:gd name="T43" fmla="*/ 318 h 572"/>
                <a:gd name="T44" fmla="*/ 124 w 257"/>
                <a:gd name="T45" fmla="*/ 316 h 572"/>
                <a:gd name="T46" fmla="*/ 96 w 257"/>
                <a:gd name="T47" fmla="*/ 289 h 572"/>
                <a:gd name="T48" fmla="*/ 95 w 257"/>
                <a:gd name="T49" fmla="*/ 283 h 572"/>
                <a:gd name="T50" fmla="*/ 112 w 257"/>
                <a:gd name="T51" fmla="*/ 213 h 572"/>
                <a:gd name="T52" fmla="*/ 97 w 257"/>
                <a:gd name="T53" fmla="*/ 199 h 572"/>
                <a:gd name="T54" fmla="*/ 96 w 257"/>
                <a:gd name="T55" fmla="*/ 192 h 572"/>
                <a:gd name="T56" fmla="*/ 101 w 257"/>
                <a:gd name="T57" fmla="*/ 188 h 572"/>
                <a:gd name="T58" fmla="*/ 155 w 257"/>
                <a:gd name="T59" fmla="*/ 188 h 572"/>
                <a:gd name="T60" fmla="*/ 161 w 257"/>
                <a:gd name="T61" fmla="*/ 192 h 572"/>
                <a:gd name="T62" fmla="*/ 159 w 257"/>
                <a:gd name="T63" fmla="*/ 199 h 572"/>
                <a:gd name="T64" fmla="*/ 145 w 257"/>
                <a:gd name="T65" fmla="*/ 213 h 572"/>
                <a:gd name="T66" fmla="*/ 162 w 257"/>
                <a:gd name="T67" fmla="*/ 283 h 572"/>
                <a:gd name="T68" fmla="*/ 160 w 257"/>
                <a:gd name="T69" fmla="*/ 289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7" h="572">
                  <a:moveTo>
                    <a:pt x="215" y="163"/>
                  </a:moveTo>
                  <a:lnTo>
                    <a:pt x="201" y="163"/>
                  </a:lnTo>
                  <a:cubicBezTo>
                    <a:pt x="216" y="145"/>
                    <a:pt x="226" y="123"/>
                    <a:pt x="226" y="97"/>
                  </a:cubicBezTo>
                  <a:cubicBezTo>
                    <a:pt x="226" y="44"/>
                    <a:pt x="182" y="0"/>
                    <a:pt x="129" y="0"/>
                  </a:cubicBezTo>
                  <a:cubicBezTo>
                    <a:pt x="75" y="0"/>
                    <a:pt x="31" y="44"/>
                    <a:pt x="31" y="97"/>
                  </a:cubicBezTo>
                  <a:cubicBezTo>
                    <a:pt x="31" y="123"/>
                    <a:pt x="41" y="145"/>
                    <a:pt x="56" y="163"/>
                  </a:cubicBezTo>
                  <a:lnTo>
                    <a:pt x="42" y="163"/>
                  </a:lnTo>
                  <a:cubicBezTo>
                    <a:pt x="19" y="163"/>
                    <a:pt x="0" y="181"/>
                    <a:pt x="0" y="205"/>
                  </a:cubicBezTo>
                  <a:lnTo>
                    <a:pt x="0" y="323"/>
                  </a:lnTo>
                  <a:cubicBezTo>
                    <a:pt x="0" y="345"/>
                    <a:pt x="17" y="363"/>
                    <a:pt x="39" y="365"/>
                  </a:cubicBezTo>
                  <a:lnTo>
                    <a:pt x="39" y="522"/>
                  </a:lnTo>
                  <a:cubicBezTo>
                    <a:pt x="39" y="550"/>
                    <a:pt x="61" y="572"/>
                    <a:pt x="89" y="572"/>
                  </a:cubicBezTo>
                  <a:cubicBezTo>
                    <a:pt x="105" y="572"/>
                    <a:pt x="119" y="565"/>
                    <a:pt x="128" y="554"/>
                  </a:cubicBezTo>
                  <a:cubicBezTo>
                    <a:pt x="137" y="565"/>
                    <a:pt x="151" y="572"/>
                    <a:pt x="167" y="572"/>
                  </a:cubicBezTo>
                  <a:cubicBezTo>
                    <a:pt x="195" y="572"/>
                    <a:pt x="218" y="550"/>
                    <a:pt x="218" y="522"/>
                  </a:cubicBezTo>
                  <a:lnTo>
                    <a:pt x="218" y="365"/>
                  </a:lnTo>
                  <a:cubicBezTo>
                    <a:pt x="239" y="363"/>
                    <a:pt x="257" y="345"/>
                    <a:pt x="257" y="323"/>
                  </a:cubicBezTo>
                  <a:lnTo>
                    <a:pt x="257" y="205"/>
                  </a:lnTo>
                  <a:cubicBezTo>
                    <a:pt x="257" y="181"/>
                    <a:pt x="238" y="163"/>
                    <a:pt x="215" y="163"/>
                  </a:cubicBezTo>
                  <a:close/>
                  <a:moveTo>
                    <a:pt x="160" y="289"/>
                  </a:moveTo>
                  <a:lnTo>
                    <a:pt x="133" y="316"/>
                  </a:lnTo>
                  <a:cubicBezTo>
                    <a:pt x="131" y="318"/>
                    <a:pt x="130" y="318"/>
                    <a:pt x="128" y="318"/>
                  </a:cubicBezTo>
                  <a:cubicBezTo>
                    <a:pt x="127" y="318"/>
                    <a:pt x="125" y="318"/>
                    <a:pt x="124" y="316"/>
                  </a:cubicBezTo>
                  <a:lnTo>
                    <a:pt x="96" y="289"/>
                  </a:lnTo>
                  <a:cubicBezTo>
                    <a:pt x="95" y="287"/>
                    <a:pt x="94" y="285"/>
                    <a:pt x="95" y="283"/>
                  </a:cubicBezTo>
                  <a:lnTo>
                    <a:pt x="112" y="213"/>
                  </a:lnTo>
                  <a:lnTo>
                    <a:pt x="97" y="199"/>
                  </a:lnTo>
                  <a:cubicBezTo>
                    <a:pt x="95" y="197"/>
                    <a:pt x="95" y="194"/>
                    <a:pt x="96" y="192"/>
                  </a:cubicBezTo>
                  <a:cubicBezTo>
                    <a:pt x="97" y="189"/>
                    <a:pt x="99" y="188"/>
                    <a:pt x="101" y="188"/>
                  </a:cubicBezTo>
                  <a:lnTo>
                    <a:pt x="155" y="188"/>
                  </a:lnTo>
                  <a:cubicBezTo>
                    <a:pt x="157" y="188"/>
                    <a:pt x="160" y="189"/>
                    <a:pt x="161" y="192"/>
                  </a:cubicBezTo>
                  <a:cubicBezTo>
                    <a:pt x="162" y="194"/>
                    <a:pt x="161" y="197"/>
                    <a:pt x="159" y="199"/>
                  </a:cubicBezTo>
                  <a:lnTo>
                    <a:pt x="145" y="213"/>
                  </a:lnTo>
                  <a:lnTo>
                    <a:pt x="162" y="283"/>
                  </a:lnTo>
                  <a:cubicBezTo>
                    <a:pt x="162" y="285"/>
                    <a:pt x="162" y="287"/>
                    <a:pt x="160" y="289"/>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en-US">
                <a:cs typeface="+mn-ea"/>
                <a:sym typeface="+mn-lt"/>
              </a:endParaRPr>
            </a:p>
          </p:txBody>
        </p:sp>
        <p:sp>
          <p:nvSpPr>
            <p:cNvPr id="45" name="文本框 44">
              <a:extLst>
                <a:ext uri="{FF2B5EF4-FFF2-40B4-BE49-F238E27FC236}">
                  <a16:creationId xmlns:a16="http://schemas.microsoft.com/office/drawing/2014/main" id="{F79A437E-E769-01AB-60F4-84DBA0532552}"/>
                </a:ext>
              </a:extLst>
            </p:cNvPr>
            <p:cNvSpPr txBox="1"/>
            <p:nvPr/>
          </p:nvSpPr>
          <p:spPr>
            <a:xfrm>
              <a:off x="5350829" y="5755484"/>
              <a:ext cx="1777436" cy="307777"/>
            </a:xfrm>
            <a:prstGeom prst="rect">
              <a:avLst/>
            </a:prstGeom>
            <a:noFill/>
          </p:spPr>
          <p:txBody>
            <a:bodyPr wrap="square" rtlCol="0">
              <a:spAutoFit/>
            </a:bodyPr>
            <a:lstStyle>
              <a:defPPr>
                <a:defRPr lang="zh-CN"/>
              </a:defPPr>
              <a:lvl1pPr>
                <a:defRPr sz="1000" b="1">
                  <a:solidFill>
                    <a:schemeClr val="tx1">
                      <a:lumMod val="65000"/>
                      <a:lumOff val="3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p:txBody>
        </p:sp>
        <p:sp>
          <p:nvSpPr>
            <p:cNvPr id="46" name="文本框 45">
              <a:extLst>
                <a:ext uri="{FF2B5EF4-FFF2-40B4-BE49-F238E27FC236}">
                  <a16:creationId xmlns:a16="http://schemas.microsoft.com/office/drawing/2014/main" id="{15E1036B-6739-ADC5-EB5A-E963B0EBD8FE}"/>
                </a:ext>
              </a:extLst>
            </p:cNvPr>
            <p:cNvSpPr txBox="1"/>
            <p:nvPr/>
          </p:nvSpPr>
          <p:spPr>
            <a:xfrm>
              <a:off x="7436830" y="5748954"/>
              <a:ext cx="1668205" cy="307777"/>
            </a:xfrm>
            <a:prstGeom prst="rect">
              <a:avLst/>
            </a:prstGeom>
            <a:noFill/>
          </p:spPr>
          <p:txBody>
            <a:bodyPr wrap="square" rtlCol="0">
              <a:spAutoFit/>
            </a:bodyPr>
            <a:lstStyle>
              <a:defPPr>
                <a:defRPr lang="zh-CN"/>
              </a:defPPr>
              <a:lvl1pPr>
                <a:defRPr sz="1000" b="1">
                  <a:solidFill>
                    <a:schemeClr val="bg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p:txBody>
        </p:sp>
        <p:grpSp>
          <p:nvGrpSpPr>
            <p:cNvPr id="47" name="组合 46">
              <a:extLst>
                <a:ext uri="{FF2B5EF4-FFF2-40B4-BE49-F238E27FC236}">
                  <a16:creationId xmlns:a16="http://schemas.microsoft.com/office/drawing/2014/main" id="{794F446B-DB1E-495D-10F5-E906D1C655F5}"/>
                </a:ext>
              </a:extLst>
            </p:cNvPr>
            <p:cNvGrpSpPr/>
            <p:nvPr/>
          </p:nvGrpSpPr>
          <p:grpSpPr>
            <a:xfrm>
              <a:off x="7194542" y="5764188"/>
              <a:ext cx="261152" cy="261152"/>
              <a:chOff x="8223250" y="6921890"/>
              <a:chExt cx="723900" cy="723900"/>
            </a:xfrm>
            <a:solidFill>
              <a:srgbClr val="397DF9"/>
            </a:solidFill>
          </p:grpSpPr>
          <p:sp>
            <p:nvSpPr>
              <p:cNvPr id="48" name="任意多边形: 形状 47">
                <a:extLst>
                  <a:ext uri="{FF2B5EF4-FFF2-40B4-BE49-F238E27FC236}">
                    <a16:creationId xmlns:a16="http://schemas.microsoft.com/office/drawing/2014/main" id="{AD7D7CAC-75BC-B264-ABFC-9D557B39290D}"/>
                  </a:ext>
                </a:extLst>
              </p:cNvPr>
              <p:cNvSpPr/>
              <p:nvPr/>
            </p:nvSpPr>
            <p:spPr>
              <a:xfrm>
                <a:off x="8223250" y="6921890"/>
                <a:ext cx="723900" cy="723900"/>
              </a:xfrm>
              <a:custGeom>
                <a:avLst/>
                <a:gdLst>
                  <a:gd name="connsiteX0" fmla="*/ 361950 w 723900"/>
                  <a:gd name="connsiteY0" fmla="*/ 666750 h 723900"/>
                  <a:gd name="connsiteX1" fmla="*/ 57150 w 723900"/>
                  <a:gd name="connsiteY1" fmla="*/ 361950 h 723900"/>
                  <a:gd name="connsiteX2" fmla="*/ 361950 w 723900"/>
                  <a:gd name="connsiteY2" fmla="*/ 57150 h 723900"/>
                  <a:gd name="connsiteX3" fmla="*/ 666750 w 723900"/>
                  <a:gd name="connsiteY3" fmla="*/ 361950 h 723900"/>
                  <a:gd name="connsiteX4" fmla="*/ 361950 w 723900"/>
                  <a:gd name="connsiteY4" fmla="*/ 666750 h 723900"/>
                  <a:gd name="connsiteX5" fmla="*/ 361950 w 723900"/>
                  <a:gd name="connsiteY5" fmla="*/ 0 h 723900"/>
                  <a:gd name="connsiteX6" fmla="*/ 0 w 723900"/>
                  <a:gd name="connsiteY6" fmla="*/ 361950 h 723900"/>
                  <a:gd name="connsiteX7" fmla="*/ 361950 w 723900"/>
                  <a:gd name="connsiteY7" fmla="*/ 723900 h 723900"/>
                  <a:gd name="connsiteX8" fmla="*/ 723900 w 723900"/>
                  <a:gd name="connsiteY8" fmla="*/ 361950 h 723900"/>
                  <a:gd name="connsiteX9" fmla="*/ 361950 w 723900"/>
                  <a:gd name="connsiteY9" fmla="*/ 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3900" h="723900">
                    <a:moveTo>
                      <a:pt x="361950" y="666750"/>
                    </a:moveTo>
                    <a:cubicBezTo>
                      <a:pt x="194310" y="666750"/>
                      <a:pt x="57150" y="529590"/>
                      <a:pt x="57150" y="361950"/>
                    </a:cubicBezTo>
                    <a:cubicBezTo>
                      <a:pt x="57150" y="194310"/>
                      <a:pt x="194310" y="57150"/>
                      <a:pt x="361950" y="57150"/>
                    </a:cubicBezTo>
                    <a:cubicBezTo>
                      <a:pt x="529590" y="57150"/>
                      <a:pt x="666750" y="194310"/>
                      <a:pt x="666750" y="361950"/>
                    </a:cubicBezTo>
                    <a:cubicBezTo>
                      <a:pt x="666750" y="529590"/>
                      <a:pt x="529590" y="666750"/>
                      <a:pt x="361950" y="666750"/>
                    </a:cubicBezTo>
                    <a:close/>
                    <a:moveTo>
                      <a:pt x="361950" y="0"/>
                    </a:moveTo>
                    <a:cubicBezTo>
                      <a:pt x="161925" y="0"/>
                      <a:pt x="0" y="161925"/>
                      <a:pt x="0" y="361950"/>
                    </a:cubicBezTo>
                    <a:cubicBezTo>
                      <a:pt x="0" y="561975"/>
                      <a:pt x="161925" y="723900"/>
                      <a:pt x="361950" y="723900"/>
                    </a:cubicBezTo>
                    <a:cubicBezTo>
                      <a:pt x="561975" y="723900"/>
                      <a:pt x="723900" y="561975"/>
                      <a:pt x="723900" y="361950"/>
                    </a:cubicBezTo>
                    <a:cubicBezTo>
                      <a:pt x="723900" y="161925"/>
                      <a:pt x="561975" y="0"/>
                      <a:pt x="361950" y="0"/>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49" name="任意多边形: 形状 48">
                <a:extLst>
                  <a:ext uri="{FF2B5EF4-FFF2-40B4-BE49-F238E27FC236}">
                    <a16:creationId xmlns:a16="http://schemas.microsoft.com/office/drawing/2014/main" id="{D9A689F3-6C68-A4EA-682C-0055A26DCE66}"/>
                  </a:ext>
                </a:extLst>
              </p:cNvPr>
              <p:cNvSpPr/>
              <p:nvPr/>
            </p:nvSpPr>
            <p:spPr>
              <a:xfrm>
                <a:off x="8566150" y="7093340"/>
                <a:ext cx="166687" cy="338137"/>
              </a:xfrm>
              <a:custGeom>
                <a:avLst/>
                <a:gdLst>
                  <a:gd name="connsiteX0" fmla="*/ 38100 w 166687"/>
                  <a:gd name="connsiteY0" fmla="*/ 0 h 338137"/>
                  <a:gd name="connsiteX1" fmla="*/ 0 w 166687"/>
                  <a:gd name="connsiteY1" fmla="*/ 0 h 338137"/>
                  <a:gd name="connsiteX2" fmla="*/ 0 w 166687"/>
                  <a:gd name="connsiteY2" fmla="*/ 190500 h 338137"/>
                  <a:gd name="connsiteX3" fmla="*/ 5715 w 166687"/>
                  <a:gd name="connsiteY3" fmla="*/ 203835 h 338137"/>
                  <a:gd name="connsiteX4" fmla="*/ 140018 w 166687"/>
                  <a:gd name="connsiteY4" fmla="*/ 338138 h 338137"/>
                  <a:gd name="connsiteX5" fmla="*/ 166688 w 166687"/>
                  <a:gd name="connsiteY5" fmla="*/ 311468 h 338137"/>
                  <a:gd name="connsiteX6" fmla="*/ 38100 w 166687"/>
                  <a:gd name="connsiteY6" fmla="*/ 182880 h 338137"/>
                  <a:gd name="connsiteX7" fmla="*/ 38100 w 166687"/>
                  <a:gd name="connsiteY7" fmla="*/ 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87" h="338137">
                    <a:moveTo>
                      <a:pt x="38100" y="0"/>
                    </a:moveTo>
                    <a:lnTo>
                      <a:pt x="0" y="0"/>
                    </a:lnTo>
                    <a:lnTo>
                      <a:pt x="0" y="190500"/>
                    </a:lnTo>
                    <a:cubicBezTo>
                      <a:pt x="0" y="196215"/>
                      <a:pt x="1905" y="200977"/>
                      <a:pt x="5715" y="203835"/>
                    </a:cubicBezTo>
                    <a:lnTo>
                      <a:pt x="140018" y="338138"/>
                    </a:lnTo>
                    <a:lnTo>
                      <a:pt x="166688" y="311468"/>
                    </a:lnTo>
                    <a:lnTo>
                      <a:pt x="38100" y="182880"/>
                    </a:lnTo>
                    <a:lnTo>
                      <a:pt x="38100" y="0"/>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50" name="任意多边形: 形状 49">
                <a:extLst>
                  <a:ext uri="{FF2B5EF4-FFF2-40B4-BE49-F238E27FC236}">
                    <a16:creationId xmlns:a16="http://schemas.microsoft.com/office/drawing/2014/main" id="{263BE636-A881-0BC9-8372-B221C308C10D}"/>
                  </a:ext>
                </a:extLst>
              </p:cNvPr>
              <p:cNvSpPr/>
              <p:nvPr/>
            </p:nvSpPr>
            <p:spPr>
              <a:xfrm>
                <a:off x="8566150" y="7017140"/>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51" name="任意多边形: 形状 50">
                <a:extLst>
                  <a:ext uri="{FF2B5EF4-FFF2-40B4-BE49-F238E27FC236}">
                    <a16:creationId xmlns:a16="http://schemas.microsoft.com/office/drawing/2014/main" id="{5EE01FA8-EA5F-CAB2-B494-02B9F6700342}"/>
                  </a:ext>
                </a:extLst>
              </p:cNvPr>
              <p:cNvSpPr/>
              <p:nvPr/>
            </p:nvSpPr>
            <p:spPr>
              <a:xfrm>
                <a:off x="8566150" y="7512440"/>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52" name="任意多边形: 形状 51">
                <a:extLst>
                  <a:ext uri="{FF2B5EF4-FFF2-40B4-BE49-F238E27FC236}">
                    <a16:creationId xmlns:a16="http://schemas.microsoft.com/office/drawing/2014/main" id="{A2FD559A-686A-5A73-2D91-6B936EC612D4}"/>
                  </a:ext>
                </a:extLst>
              </p:cNvPr>
              <p:cNvSpPr/>
              <p:nvPr/>
            </p:nvSpPr>
            <p:spPr>
              <a:xfrm>
                <a:off x="8318500" y="7264790"/>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sp>
            <p:nvSpPr>
              <p:cNvPr id="53" name="任意多边形: 形状 52">
                <a:extLst>
                  <a:ext uri="{FF2B5EF4-FFF2-40B4-BE49-F238E27FC236}">
                    <a16:creationId xmlns:a16="http://schemas.microsoft.com/office/drawing/2014/main" id="{CD5B9257-4281-B33B-A5B3-0D102F510740}"/>
                  </a:ext>
                </a:extLst>
              </p:cNvPr>
              <p:cNvSpPr/>
              <p:nvPr/>
            </p:nvSpPr>
            <p:spPr>
              <a:xfrm>
                <a:off x="8813800" y="7264790"/>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sym typeface="+mn-lt"/>
                </a:endParaRPr>
              </a:p>
            </p:txBody>
          </p:sp>
        </p:grpSp>
      </p:grpSp>
      <p:sp>
        <p:nvSpPr>
          <p:cNvPr id="54" name="文本框 53">
            <a:extLst>
              <a:ext uri="{FF2B5EF4-FFF2-40B4-BE49-F238E27FC236}">
                <a16:creationId xmlns:a16="http://schemas.microsoft.com/office/drawing/2014/main" id="{E70554C7-B902-311E-3D46-62EB47A69B97}"/>
              </a:ext>
            </a:extLst>
          </p:cNvPr>
          <p:cNvSpPr txBox="1"/>
          <p:nvPr/>
        </p:nvSpPr>
        <p:spPr>
          <a:xfrm>
            <a:off x="4124740" y="4837119"/>
            <a:ext cx="3971546" cy="571951"/>
          </a:xfrm>
          <a:prstGeom prst="rect">
            <a:avLst/>
          </a:prstGeom>
          <a:noFill/>
        </p:spPr>
        <p:txBody>
          <a:bodyPr wrap="square">
            <a:spAutoFit/>
          </a:bodyPr>
          <a:lstStyle/>
          <a:p>
            <a:pPr algn="ctr">
              <a:lnSpc>
                <a:spcPct val="150000"/>
              </a:lnSpc>
            </a:pPr>
            <a:r>
              <a:rPr lang="en-US" altLang="zh-CN" sz="1100" dirty="0">
                <a:solidFill>
                  <a:schemeClr val="tx1">
                    <a:lumMod val="75000"/>
                    <a:lumOff val="25000"/>
                  </a:schemeClr>
                </a:solidFill>
                <a:cs typeface="+mn-ea"/>
                <a:sym typeface="+mn-lt"/>
              </a:rPr>
              <a:t>感谢导师的悉心指导与评审专家的宝贵意见。本研究仍在持续迭代，欢迎批评指正与深入交流。</a:t>
            </a:r>
          </a:p>
        </p:txBody>
      </p:sp>
      <p:grpSp>
        <p:nvGrpSpPr>
          <p:cNvPr id="55" name="组合 54">
            <a:extLst>
              <a:ext uri="{FF2B5EF4-FFF2-40B4-BE49-F238E27FC236}">
                <a16:creationId xmlns:a16="http://schemas.microsoft.com/office/drawing/2014/main" id="{49FF7726-6A41-487E-47E6-77AA85F0326A}"/>
              </a:ext>
            </a:extLst>
          </p:cNvPr>
          <p:cNvGrpSpPr/>
          <p:nvPr/>
        </p:nvGrpSpPr>
        <p:grpSpPr>
          <a:xfrm>
            <a:off x="5425435" y="768557"/>
            <a:ext cx="1341129" cy="616044"/>
            <a:chOff x="5425435" y="613045"/>
            <a:chExt cx="1341129" cy="616044"/>
          </a:xfrm>
          <a:solidFill>
            <a:srgbClr val="D5AC59"/>
          </a:solidFill>
        </p:grpSpPr>
        <p:grpSp>
          <p:nvGrpSpPr>
            <p:cNvPr id="56" name="文本框-159_矢量">
              <a:extLst>
                <a:ext uri="{FF2B5EF4-FFF2-40B4-BE49-F238E27FC236}">
                  <a16:creationId xmlns:a16="http://schemas.microsoft.com/office/drawing/2014/main" id="{641A9616-BE99-496A-6CCF-F16327E23DB5}"/>
                </a:ext>
              </a:extLst>
            </p:cNvPr>
            <p:cNvGrpSpPr/>
            <p:nvPr/>
          </p:nvGrpSpPr>
          <p:grpSpPr>
            <a:xfrm>
              <a:off x="6094201" y="1028312"/>
              <a:ext cx="650884" cy="123350"/>
              <a:chOff x="6094201" y="1028312"/>
              <a:chExt cx="650884" cy="123350"/>
            </a:xfrm>
            <a:grpFill/>
          </p:grpSpPr>
          <p:sp>
            <p:nvSpPr>
              <p:cNvPr id="64" name="文本框 63">
                <a:extLst>
                  <a:ext uri="{FF2B5EF4-FFF2-40B4-BE49-F238E27FC236}">
                    <a16:creationId xmlns:a16="http://schemas.microsoft.com/office/drawing/2014/main" id="{86FDDE12-B0DD-9ADC-FBA8-F884B927C0DF}"/>
                  </a:ext>
                </a:extLst>
              </p:cNvPr>
              <p:cNvSpPr txBox="1"/>
              <p:nvPr/>
            </p:nvSpPr>
            <p:spPr>
              <a:xfrm>
                <a:off x="6094201" y="1030979"/>
                <a:ext cx="116414" cy="120682"/>
              </a:xfrm>
              <a:custGeom>
                <a:avLst/>
                <a:gdLst/>
                <a:ahLst/>
                <a:cxnLst/>
                <a:rect l="l" t="t" r="r" b="b"/>
                <a:pathLst>
                  <a:path w="116414" h="120682">
                    <a:moveTo>
                      <a:pt x="89744" y="1200"/>
                    </a:moveTo>
                    <a:cubicBezTo>
                      <a:pt x="93567" y="4400"/>
                      <a:pt x="97501" y="7956"/>
                      <a:pt x="101546" y="11868"/>
                    </a:cubicBezTo>
                    <a:cubicBezTo>
                      <a:pt x="105591" y="15779"/>
                      <a:pt x="108858" y="19202"/>
                      <a:pt x="111347" y="22136"/>
                    </a:cubicBezTo>
                    <a:lnTo>
                      <a:pt x="102413" y="32937"/>
                    </a:lnTo>
                    <a:cubicBezTo>
                      <a:pt x="99479" y="29470"/>
                      <a:pt x="95967" y="25581"/>
                      <a:pt x="91878" y="21269"/>
                    </a:cubicBezTo>
                    <a:cubicBezTo>
                      <a:pt x="87788" y="16957"/>
                      <a:pt x="84099" y="13290"/>
                      <a:pt x="80810" y="10268"/>
                    </a:cubicBezTo>
                    <a:close/>
                    <a:moveTo>
                      <a:pt x="60407" y="0"/>
                    </a:moveTo>
                    <a:lnTo>
                      <a:pt x="75209" y="533"/>
                    </a:lnTo>
                    <a:cubicBezTo>
                      <a:pt x="75209" y="4267"/>
                      <a:pt x="75565" y="12801"/>
                      <a:pt x="76276" y="26136"/>
                    </a:cubicBezTo>
                    <a:cubicBezTo>
                      <a:pt x="76454" y="29870"/>
                      <a:pt x="76632" y="32759"/>
                      <a:pt x="76809" y="34804"/>
                    </a:cubicBezTo>
                    <a:lnTo>
                      <a:pt x="116014" y="34804"/>
                    </a:lnTo>
                    <a:lnTo>
                      <a:pt x="116014" y="48139"/>
                    </a:lnTo>
                    <a:lnTo>
                      <a:pt x="77609" y="48139"/>
                    </a:lnTo>
                    <a:cubicBezTo>
                      <a:pt x="78498" y="59074"/>
                      <a:pt x="79387" y="67342"/>
                      <a:pt x="80276" y="72942"/>
                    </a:cubicBezTo>
                    <a:cubicBezTo>
                      <a:pt x="87744" y="66097"/>
                      <a:pt x="94234" y="58318"/>
                      <a:pt x="99746" y="49606"/>
                    </a:cubicBezTo>
                    <a:lnTo>
                      <a:pt x="111080" y="57740"/>
                    </a:lnTo>
                    <a:cubicBezTo>
                      <a:pt x="103168" y="69208"/>
                      <a:pt x="94145" y="79521"/>
                      <a:pt x="84010" y="88678"/>
                    </a:cubicBezTo>
                    <a:cubicBezTo>
                      <a:pt x="84544" y="90544"/>
                      <a:pt x="85210" y="92234"/>
                      <a:pt x="86010" y="93745"/>
                    </a:cubicBezTo>
                    <a:cubicBezTo>
                      <a:pt x="89300" y="100857"/>
                      <a:pt x="92678" y="104413"/>
                      <a:pt x="96145" y="104413"/>
                    </a:cubicBezTo>
                    <a:cubicBezTo>
                      <a:pt x="97745" y="104413"/>
                      <a:pt x="98945" y="103946"/>
                      <a:pt x="99746" y="103013"/>
                    </a:cubicBezTo>
                    <a:cubicBezTo>
                      <a:pt x="100546" y="102079"/>
                      <a:pt x="101301" y="100101"/>
                      <a:pt x="102012" y="97079"/>
                    </a:cubicBezTo>
                    <a:cubicBezTo>
                      <a:pt x="102813" y="93523"/>
                      <a:pt x="103702" y="88944"/>
                      <a:pt x="104680" y="83344"/>
                    </a:cubicBezTo>
                    <a:lnTo>
                      <a:pt x="116414" y="90544"/>
                    </a:lnTo>
                    <a:cubicBezTo>
                      <a:pt x="115436" y="94901"/>
                      <a:pt x="114547" y="98479"/>
                      <a:pt x="113747" y="101279"/>
                    </a:cubicBezTo>
                    <a:cubicBezTo>
                      <a:pt x="112947" y="104079"/>
                      <a:pt x="111969" y="107080"/>
                      <a:pt x="110814" y="110280"/>
                    </a:cubicBezTo>
                    <a:cubicBezTo>
                      <a:pt x="108235" y="117214"/>
                      <a:pt x="103435" y="120682"/>
                      <a:pt x="96412" y="120682"/>
                    </a:cubicBezTo>
                    <a:cubicBezTo>
                      <a:pt x="92678" y="120682"/>
                      <a:pt x="88944" y="119459"/>
                      <a:pt x="85210" y="117014"/>
                    </a:cubicBezTo>
                    <a:cubicBezTo>
                      <a:pt x="81477" y="114570"/>
                      <a:pt x="78321" y="111036"/>
                      <a:pt x="75743" y="106413"/>
                    </a:cubicBezTo>
                    <a:cubicBezTo>
                      <a:pt x="74053" y="103302"/>
                      <a:pt x="72809" y="100635"/>
                      <a:pt x="72009" y="98412"/>
                    </a:cubicBezTo>
                    <a:cubicBezTo>
                      <a:pt x="65252" y="103479"/>
                      <a:pt x="57918" y="108147"/>
                      <a:pt x="50006" y="112414"/>
                    </a:cubicBezTo>
                    <a:lnTo>
                      <a:pt x="42672" y="98279"/>
                    </a:lnTo>
                    <a:cubicBezTo>
                      <a:pt x="52451" y="93300"/>
                      <a:pt x="60718" y="88366"/>
                      <a:pt x="67475" y="83477"/>
                    </a:cubicBezTo>
                    <a:cubicBezTo>
                      <a:pt x="65430" y="74498"/>
                      <a:pt x="63874" y="62719"/>
                      <a:pt x="62808" y="48139"/>
                    </a:cubicBezTo>
                    <a:lnTo>
                      <a:pt x="38538" y="48139"/>
                    </a:lnTo>
                    <a:lnTo>
                      <a:pt x="38538" y="63741"/>
                    </a:lnTo>
                    <a:cubicBezTo>
                      <a:pt x="43694" y="62763"/>
                      <a:pt x="49695" y="61474"/>
                      <a:pt x="56540" y="59874"/>
                    </a:cubicBezTo>
                    <a:lnTo>
                      <a:pt x="57607" y="67075"/>
                    </a:lnTo>
                    <a:lnTo>
                      <a:pt x="58274" y="73876"/>
                    </a:lnTo>
                    <a:lnTo>
                      <a:pt x="38538" y="78143"/>
                    </a:lnTo>
                    <a:lnTo>
                      <a:pt x="38538" y="102946"/>
                    </a:lnTo>
                    <a:cubicBezTo>
                      <a:pt x="38538" y="106858"/>
                      <a:pt x="37960" y="109836"/>
                      <a:pt x="36804" y="111880"/>
                    </a:cubicBezTo>
                    <a:cubicBezTo>
                      <a:pt x="35649" y="113925"/>
                      <a:pt x="33848" y="115436"/>
                      <a:pt x="31404" y="116414"/>
                    </a:cubicBezTo>
                    <a:cubicBezTo>
                      <a:pt x="28959" y="117392"/>
                      <a:pt x="25470" y="118148"/>
                      <a:pt x="20936" y="118681"/>
                    </a:cubicBezTo>
                    <a:lnTo>
                      <a:pt x="13735" y="119481"/>
                    </a:lnTo>
                    <a:lnTo>
                      <a:pt x="9201" y="104946"/>
                    </a:lnTo>
                    <a:lnTo>
                      <a:pt x="18269" y="104146"/>
                    </a:lnTo>
                    <a:cubicBezTo>
                      <a:pt x="20402" y="103968"/>
                      <a:pt x="21869" y="103702"/>
                      <a:pt x="22669" y="103346"/>
                    </a:cubicBezTo>
                    <a:cubicBezTo>
                      <a:pt x="23469" y="102990"/>
                      <a:pt x="23958" y="102457"/>
                      <a:pt x="24136" y="101746"/>
                    </a:cubicBezTo>
                    <a:cubicBezTo>
                      <a:pt x="24314" y="101035"/>
                      <a:pt x="24403" y="99701"/>
                      <a:pt x="24403" y="97745"/>
                    </a:cubicBezTo>
                    <a:lnTo>
                      <a:pt x="24403" y="80943"/>
                    </a:lnTo>
                    <a:cubicBezTo>
                      <a:pt x="19602" y="82010"/>
                      <a:pt x="12268" y="83432"/>
                      <a:pt x="2400" y="85210"/>
                    </a:cubicBezTo>
                    <a:lnTo>
                      <a:pt x="0" y="70809"/>
                    </a:lnTo>
                    <a:cubicBezTo>
                      <a:pt x="7467" y="69564"/>
                      <a:pt x="15602" y="68142"/>
                      <a:pt x="24403" y="66541"/>
                    </a:cubicBezTo>
                    <a:lnTo>
                      <a:pt x="24403" y="48139"/>
                    </a:lnTo>
                    <a:lnTo>
                      <a:pt x="1467" y="48139"/>
                    </a:lnTo>
                    <a:lnTo>
                      <a:pt x="1467" y="34804"/>
                    </a:lnTo>
                    <a:lnTo>
                      <a:pt x="24403" y="34804"/>
                    </a:lnTo>
                    <a:lnTo>
                      <a:pt x="24403" y="21869"/>
                    </a:lnTo>
                    <a:cubicBezTo>
                      <a:pt x="18091" y="22669"/>
                      <a:pt x="11823" y="23336"/>
                      <a:pt x="5600" y="23869"/>
                    </a:cubicBezTo>
                    <a:lnTo>
                      <a:pt x="4534" y="10801"/>
                    </a:lnTo>
                    <a:cubicBezTo>
                      <a:pt x="21069" y="9556"/>
                      <a:pt x="37249" y="7023"/>
                      <a:pt x="53073" y="3200"/>
                    </a:cubicBezTo>
                    <a:lnTo>
                      <a:pt x="55340" y="16268"/>
                    </a:lnTo>
                    <a:cubicBezTo>
                      <a:pt x="51606" y="17246"/>
                      <a:pt x="46006" y="18402"/>
                      <a:pt x="38538" y="19736"/>
                    </a:cubicBezTo>
                    <a:lnTo>
                      <a:pt x="38538" y="34804"/>
                    </a:lnTo>
                    <a:lnTo>
                      <a:pt x="62008" y="34804"/>
                    </a:lnTo>
                    <a:lnTo>
                      <a:pt x="61607" y="26670"/>
                    </a:lnTo>
                    <a:cubicBezTo>
                      <a:pt x="60985" y="12001"/>
                      <a:pt x="60585" y="3111"/>
                      <a:pt x="60407"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sp>
            <p:nvSpPr>
              <p:cNvPr id="65" name="文本框 64">
                <a:extLst>
                  <a:ext uri="{FF2B5EF4-FFF2-40B4-BE49-F238E27FC236}">
                    <a16:creationId xmlns:a16="http://schemas.microsoft.com/office/drawing/2014/main" id="{954C41D5-80BF-EE56-2ABA-D6566F3BC662}"/>
                  </a:ext>
                </a:extLst>
              </p:cNvPr>
              <p:cNvSpPr txBox="1"/>
              <p:nvPr/>
            </p:nvSpPr>
            <p:spPr>
              <a:xfrm>
                <a:off x="6277627" y="1028312"/>
                <a:ext cx="108814" cy="121082"/>
              </a:xfrm>
              <a:custGeom>
                <a:avLst/>
                <a:gdLst/>
                <a:ahLst/>
                <a:cxnLst/>
                <a:rect l="l" t="t" r="r" b="b"/>
                <a:pathLst>
                  <a:path w="108814" h="121082">
                    <a:moveTo>
                      <a:pt x="14002" y="75876"/>
                    </a:moveTo>
                    <a:lnTo>
                      <a:pt x="14002" y="104546"/>
                    </a:lnTo>
                    <a:lnTo>
                      <a:pt x="35471" y="104546"/>
                    </a:lnTo>
                    <a:lnTo>
                      <a:pt x="35471" y="75876"/>
                    </a:lnTo>
                    <a:close/>
                    <a:moveTo>
                      <a:pt x="69342" y="51206"/>
                    </a:moveTo>
                    <a:cubicBezTo>
                      <a:pt x="72454" y="55207"/>
                      <a:pt x="75677" y="59785"/>
                      <a:pt x="79010" y="64941"/>
                    </a:cubicBezTo>
                    <a:cubicBezTo>
                      <a:pt x="82344" y="70097"/>
                      <a:pt x="85122" y="74854"/>
                      <a:pt x="87345" y="79210"/>
                    </a:cubicBezTo>
                    <a:lnTo>
                      <a:pt x="74410" y="87877"/>
                    </a:lnTo>
                    <a:cubicBezTo>
                      <a:pt x="72454" y="83521"/>
                      <a:pt x="69942" y="78587"/>
                      <a:pt x="66875" y="73076"/>
                    </a:cubicBezTo>
                    <a:cubicBezTo>
                      <a:pt x="63808" y="67564"/>
                      <a:pt x="60986" y="62941"/>
                      <a:pt x="58408" y="59207"/>
                    </a:cubicBezTo>
                    <a:close/>
                    <a:moveTo>
                      <a:pt x="14002" y="35604"/>
                    </a:moveTo>
                    <a:lnTo>
                      <a:pt x="14002" y="61074"/>
                    </a:lnTo>
                    <a:lnTo>
                      <a:pt x="35471" y="61074"/>
                    </a:lnTo>
                    <a:lnTo>
                      <a:pt x="35471" y="35604"/>
                    </a:lnTo>
                    <a:close/>
                    <a:moveTo>
                      <a:pt x="65875" y="0"/>
                    </a:moveTo>
                    <a:lnTo>
                      <a:pt x="80277" y="3333"/>
                    </a:lnTo>
                    <a:cubicBezTo>
                      <a:pt x="78766" y="9201"/>
                      <a:pt x="77032" y="14890"/>
                      <a:pt x="75076" y="20402"/>
                    </a:cubicBezTo>
                    <a:lnTo>
                      <a:pt x="108814" y="20402"/>
                    </a:lnTo>
                    <a:cubicBezTo>
                      <a:pt x="108814" y="22714"/>
                      <a:pt x="108769" y="24981"/>
                      <a:pt x="108681" y="27203"/>
                    </a:cubicBezTo>
                    <a:cubicBezTo>
                      <a:pt x="108592" y="33337"/>
                      <a:pt x="108325" y="46983"/>
                      <a:pt x="107880" y="68142"/>
                    </a:cubicBezTo>
                    <a:cubicBezTo>
                      <a:pt x="107436" y="89300"/>
                      <a:pt x="107169" y="100901"/>
                      <a:pt x="107080" y="102946"/>
                    </a:cubicBezTo>
                    <a:cubicBezTo>
                      <a:pt x="106814" y="107302"/>
                      <a:pt x="106014" y="110658"/>
                      <a:pt x="104680" y="113014"/>
                    </a:cubicBezTo>
                    <a:cubicBezTo>
                      <a:pt x="103347" y="115370"/>
                      <a:pt x="101235" y="117081"/>
                      <a:pt x="98346" y="118148"/>
                    </a:cubicBezTo>
                    <a:cubicBezTo>
                      <a:pt x="95457" y="119215"/>
                      <a:pt x="91434" y="119926"/>
                      <a:pt x="86278" y="120281"/>
                    </a:cubicBezTo>
                    <a:lnTo>
                      <a:pt x="74943" y="121082"/>
                    </a:lnTo>
                    <a:lnTo>
                      <a:pt x="70409" y="106680"/>
                    </a:lnTo>
                    <a:lnTo>
                      <a:pt x="81611" y="105880"/>
                    </a:lnTo>
                    <a:cubicBezTo>
                      <a:pt x="84900" y="105613"/>
                      <a:pt x="87300" y="105235"/>
                      <a:pt x="88811" y="104746"/>
                    </a:cubicBezTo>
                    <a:cubicBezTo>
                      <a:pt x="90323" y="104257"/>
                      <a:pt x="91390" y="103324"/>
                      <a:pt x="92012" y="101946"/>
                    </a:cubicBezTo>
                    <a:cubicBezTo>
                      <a:pt x="92634" y="100568"/>
                      <a:pt x="92990" y="98368"/>
                      <a:pt x="93079" y="95345"/>
                    </a:cubicBezTo>
                    <a:lnTo>
                      <a:pt x="94145" y="34671"/>
                    </a:lnTo>
                    <a:lnTo>
                      <a:pt x="69209" y="34671"/>
                    </a:lnTo>
                    <a:cubicBezTo>
                      <a:pt x="66987" y="39560"/>
                      <a:pt x="64364" y="44761"/>
                      <a:pt x="61341" y="50273"/>
                    </a:cubicBezTo>
                    <a:lnTo>
                      <a:pt x="49473" y="42538"/>
                    </a:lnTo>
                    <a:lnTo>
                      <a:pt x="49473" y="118815"/>
                    </a:lnTo>
                    <a:lnTo>
                      <a:pt x="0" y="118815"/>
                    </a:lnTo>
                    <a:lnTo>
                      <a:pt x="0" y="21736"/>
                    </a:lnTo>
                    <a:lnTo>
                      <a:pt x="13602" y="21736"/>
                    </a:lnTo>
                    <a:cubicBezTo>
                      <a:pt x="15736" y="15424"/>
                      <a:pt x="17514" y="8490"/>
                      <a:pt x="18936" y="933"/>
                    </a:cubicBezTo>
                    <a:lnTo>
                      <a:pt x="34138" y="3467"/>
                    </a:lnTo>
                    <a:cubicBezTo>
                      <a:pt x="33160" y="8179"/>
                      <a:pt x="31560" y="14268"/>
                      <a:pt x="29337" y="21736"/>
                    </a:cubicBezTo>
                    <a:lnTo>
                      <a:pt x="49473" y="21736"/>
                    </a:lnTo>
                    <a:lnTo>
                      <a:pt x="49473" y="40672"/>
                    </a:lnTo>
                    <a:cubicBezTo>
                      <a:pt x="53207" y="34449"/>
                      <a:pt x="56541" y="27714"/>
                      <a:pt x="59474" y="20469"/>
                    </a:cubicBezTo>
                    <a:cubicBezTo>
                      <a:pt x="62408" y="13224"/>
                      <a:pt x="64542" y="6401"/>
                      <a:pt x="65875"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sp>
            <p:nvSpPr>
              <p:cNvPr id="66" name="文本框 65">
                <a:extLst>
                  <a:ext uri="{FF2B5EF4-FFF2-40B4-BE49-F238E27FC236}">
                    <a16:creationId xmlns:a16="http://schemas.microsoft.com/office/drawing/2014/main" id="{E57AD5C0-CC22-8162-A6A5-BEB6D85F89AF}"/>
                  </a:ext>
                </a:extLst>
              </p:cNvPr>
              <p:cNvSpPr txBox="1"/>
              <p:nvPr/>
            </p:nvSpPr>
            <p:spPr>
              <a:xfrm>
                <a:off x="6448348" y="1030180"/>
                <a:ext cx="119748" cy="120281"/>
              </a:xfrm>
              <a:custGeom>
                <a:avLst/>
                <a:gdLst/>
                <a:ahLst/>
                <a:cxnLst/>
                <a:rect l="l" t="t" r="r" b="b"/>
                <a:pathLst>
                  <a:path w="119748" h="120281">
                    <a:moveTo>
                      <a:pt x="51206" y="0"/>
                    </a:moveTo>
                    <a:lnTo>
                      <a:pt x="67208" y="533"/>
                    </a:lnTo>
                    <a:lnTo>
                      <a:pt x="67208" y="29870"/>
                    </a:lnTo>
                    <a:lnTo>
                      <a:pt x="114148" y="29870"/>
                    </a:lnTo>
                    <a:lnTo>
                      <a:pt x="114148" y="44672"/>
                    </a:lnTo>
                    <a:lnTo>
                      <a:pt x="66942" y="44672"/>
                    </a:lnTo>
                    <a:cubicBezTo>
                      <a:pt x="66853" y="44939"/>
                      <a:pt x="66808" y="45383"/>
                      <a:pt x="66808" y="46005"/>
                    </a:cubicBezTo>
                    <a:cubicBezTo>
                      <a:pt x="70098" y="59252"/>
                      <a:pt x="75921" y="70475"/>
                      <a:pt x="84277" y="79676"/>
                    </a:cubicBezTo>
                    <a:cubicBezTo>
                      <a:pt x="92634" y="88877"/>
                      <a:pt x="104457" y="97567"/>
                      <a:pt x="119748" y="105746"/>
                    </a:cubicBezTo>
                    <a:lnTo>
                      <a:pt x="110280" y="120281"/>
                    </a:lnTo>
                    <a:cubicBezTo>
                      <a:pt x="86011" y="105435"/>
                      <a:pt x="69342" y="88500"/>
                      <a:pt x="60274" y="69475"/>
                    </a:cubicBezTo>
                    <a:cubicBezTo>
                      <a:pt x="55740" y="79432"/>
                      <a:pt x="49206" y="88500"/>
                      <a:pt x="40672" y="96678"/>
                    </a:cubicBezTo>
                    <a:cubicBezTo>
                      <a:pt x="32137" y="104857"/>
                      <a:pt x="22003" y="112725"/>
                      <a:pt x="10268" y="120281"/>
                    </a:cubicBezTo>
                    <a:lnTo>
                      <a:pt x="0" y="105880"/>
                    </a:lnTo>
                    <a:cubicBezTo>
                      <a:pt x="14135" y="98234"/>
                      <a:pt x="25759" y="89344"/>
                      <a:pt x="34871" y="79210"/>
                    </a:cubicBezTo>
                    <a:cubicBezTo>
                      <a:pt x="43983" y="69075"/>
                      <a:pt x="49295" y="57562"/>
                      <a:pt x="50806" y="44672"/>
                    </a:cubicBezTo>
                    <a:lnTo>
                      <a:pt x="4801" y="44672"/>
                    </a:lnTo>
                    <a:lnTo>
                      <a:pt x="4801" y="29870"/>
                    </a:lnTo>
                    <a:lnTo>
                      <a:pt x="51206" y="2987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sp>
            <p:nvSpPr>
              <p:cNvPr id="67" name="文本框 66">
                <a:extLst>
                  <a:ext uri="{FF2B5EF4-FFF2-40B4-BE49-F238E27FC236}">
                    <a16:creationId xmlns:a16="http://schemas.microsoft.com/office/drawing/2014/main" id="{7CAABE87-CE61-CBA3-854A-29C3E26C538B}"/>
                  </a:ext>
                </a:extLst>
              </p:cNvPr>
              <p:cNvSpPr txBox="1"/>
              <p:nvPr/>
            </p:nvSpPr>
            <p:spPr>
              <a:xfrm>
                <a:off x="6630004" y="1028713"/>
                <a:ext cx="115081" cy="122949"/>
              </a:xfrm>
              <a:custGeom>
                <a:avLst/>
                <a:gdLst/>
                <a:ahLst/>
                <a:cxnLst/>
                <a:rect l="l" t="t" r="r" b="b"/>
                <a:pathLst>
                  <a:path w="115081" h="122949">
                    <a:moveTo>
                      <a:pt x="21736" y="46272"/>
                    </a:moveTo>
                    <a:lnTo>
                      <a:pt x="94012" y="46272"/>
                    </a:lnTo>
                    <a:lnTo>
                      <a:pt x="94012" y="59741"/>
                    </a:lnTo>
                    <a:lnTo>
                      <a:pt x="67742" y="75876"/>
                    </a:lnTo>
                    <a:lnTo>
                      <a:pt x="115081" y="75876"/>
                    </a:lnTo>
                    <a:lnTo>
                      <a:pt x="115081" y="89744"/>
                    </a:lnTo>
                    <a:lnTo>
                      <a:pt x="67342" y="89744"/>
                    </a:lnTo>
                    <a:lnTo>
                      <a:pt x="67342" y="104813"/>
                    </a:lnTo>
                    <a:cubicBezTo>
                      <a:pt x="67342" y="109347"/>
                      <a:pt x="66742" y="112725"/>
                      <a:pt x="65541" y="114948"/>
                    </a:cubicBezTo>
                    <a:cubicBezTo>
                      <a:pt x="64341" y="117170"/>
                      <a:pt x="62430" y="118748"/>
                      <a:pt x="59807" y="119681"/>
                    </a:cubicBezTo>
                    <a:cubicBezTo>
                      <a:pt x="57185" y="120615"/>
                      <a:pt x="53162" y="121393"/>
                      <a:pt x="47739" y="122015"/>
                    </a:cubicBezTo>
                    <a:lnTo>
                      <a:pt x="38538" y="122949"/>
                    </a:lnTo>
                    <a:lnTo>
                      <a:pt x="34004" y="108013"/>
                    </a:lnTo>
                    <a:lnTo>
                      <a:pt x="44539" y="107347"/>
                    </a:lnTo>
                    <a:cubicBezTo>
                      <a:pt x="46939" y="107169"/>
                      <a:pt x="48584" y="106924"/>
                      <a:pt x="49473" y="106613"/>
                    </a:cubicBezTo>
                    <a:cubicBezTo>
                      <a:pt x="50362" y="106302"/>
                      <a:pt x="50962" y="105724"/>
                      <a:pt x="51273" y="104880"/>
                    </a:cubicBezTo>
                    <a:cubicBezTo>
                      <a:pt x="51584" y="104035"/>
                      <a:pt x="51740" y="102502"/>
                      <a:pt x="51740" y="100279"/>
                    </a:cubicBezTo>
                    <a:lnTo>
                      <a:pt x="51740" y="89744"/>
                    </a:lnTo>
                    <a:lnTo>
                      <a:pt x="0" y="89744"/>
                    </a:lnTo>
                    <a:lnTo>
                      <a:pt x="0" y="75876"/>
                    </a:lnTo>
                    <a:lnTo>
                      <a:pt x="51740" y="75876"/>
                    </a:lnTo>
                    <a:lnTo>
                      <a:pt x="51740" y="70275"/>
                    </a:lnTo>
                    <a:lnTo>
                      <a:pt x="69742" y="59741"/>
                    </a:lnTo>
                    <a:lnTo>
                      <a:pt x="21736" y="59741"/>
                    </a:lnTo>
                    <a:close/>
                    <a:moveTo>
                      <a:pt x="56940" y="0"/>
                    </a:moveTo>
                    <a:cubicBezTo>
                      <a:pt x="60585" y="6223"/>
                      <a:pt x="63741" y="11957"/>
                      <a:pt x="66408" y="17202"/>
                    </a:cubicBezTo>
                    <a:lnTo>
                      <a:pt x="58407" y="22003"/>
                    </a:lnTo>
                    <a:lnTo>
                      <a:pt x="75743" y="22003"/>
                    </a:lnTo>
                    <a:cubicBezTo>
                      <a:pt x="76632" y="20758"/>
                      <a:pt x="77254" y="19824"/>
                      <a:pt x="77610" y="19202"/>
                    </a:cubicBezTo>
                    <a:cubicBezTo>
                      <a:pt x="83032" y="11112"/>
                      <a:pt x="86900" y="5067"/>
                      <a:pt x="89211" y="1067"/>
                    </a:cubicBezTo>
                    <a:lnTo>
                      <a:pt x="102813" y="8001"/>
                    </a:lnTo>
                    <a:cubicBezTo>
                      <a:pt x="100235" y="12001"/>
                      <a:pt x="97034" y="16669"/>
                      <a:pt x="93211" y="22003"/>
                    </a:cubicBezTo>
                    <a:lnTo>
                      <a:pt x="112414" y="22003"/>
                    </a:lnTo>
                    <a:lnTo>
                      <a:pt x="112414" y="50806"/>
                    </a:lnTo>
                    <a:lnTo>
                      <a:pt x="98412" y="50806"/>
                    </a:lnTo>
                    <a:lnTo>
                      <a:pt x="98412" y="35604"/>
                    </a:lnTo>
                    <a:lnTo>
                      <a:pt x="16802" y="35604"/>
                    </a:lnTo>
                    <a:lnTo>
                      <a:pt x="16802" y="50806"/>
                    </a:lnTo>
                    <a:lnTo>
                      <a:pt x="2534" y="50806"/>
                    </a:lnTo>
                    <a:lnTo>
                      <a:pt x="2534" y="22003"/>
                    </a:lnTo>
                    <a:lnTo>
                      <a:pt x="21203" y="22003"/>
                    </a:lnTo>
                    <a:cubicBezTo>
                      <a:pt x="19069" y="18269"/>
                      <a:pt x="16046" y="13468"/>
                      <a:pt x="12135" y="7601"/>
                    </a:cubicBezTo>
                    <a:lnTo>
                      <a:pt x="25070" y="1067"/>
                    </a:lnTo>
                    <a:lnTo>
                      <a:pt x="26803" y="3600"/>
                    </a:lnTo>
                    <a:cubicBezTo>
                      <a:pt x="30270" y="8668"/>
                      <a:pt x="33204" y="13246"/>
                      <a:pt x="35604" y="17335"/>
                    </a:cubicBezTo>
                    <a:lnTo>
                      <a:pt x="28537" y="22003"/>
                    </a:lnTo>
                    <a:lnTo>
                      <a:pt x="52673" y="22003"/>
                    </a:lnTo>
                    <a:cubicBezTo>
                      <a:pt x="50273" y="16846"/>
                      <a:pt x="47517" y="11423"/>
                      <a:pt x="44405" y="5734"/>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grpSp>
        <p:grpSp>
          <p:nvGrpSpPr>
            <p:cNvPr id="57" name="组合 56" descr="51PPT模板网，幻灯片演示模板及素材免费下载！&#10;51PPT模板网 唯一访问网址：www.51pptmoban.com">
              <a:extLst>
                <a:ext uri="{FF2B5EF4-FFF2-40B4-BE49-F238E27FC236}">
                  <a16:creationId xmlns:a16="http://schemas.microsoft.com/office/drawing/2014/main" id="{24159264-5251-EBAD-2236-F077D07363F1}"/>
                </a:ext>
              </a:extLst>
            </p:cNvPr>
            <p:cNvGrpSpPr/>
            <p:nvPr/>
          </p:nvGrpSpPr>
          <p:grpSpPr>
            <a:xfrm>
              <a:off x="5425435" y="613045"/>
              <a:ext cx="1341129" cy="616044"/>
              <a:chOff x="8154814" y="263825"/>
              <a:chExt cx="665390" cy="305645"/>
            </a:xfrm>
            <a:grpFill/>
          </p:grpSpPr>
          <p:sp>
            <p:nvSpPr>
              <p:cNvPr id="58" name="椭圆 57">
                <a:extLst>
                  <a:ext uri="{FF2B5EF4-FFF2-40B4-BE49-F238E27FC236}">
                    <a16:creationId xmlns:a16="http://schemas.microsoft.com/office/drawing/2014/main" id="{8CA65259-CDDF-DAC7-BF8C-1A19DBF74037}"/>
                  </a:ext>
                </a:extLst>
              </p:cNvPr>
              <p:cNvSpPr/>
              <p:nvPr/>
            </p:nvSpPr>
            <p:spPr bwMode="auto">
              <a:xfrm>
                <a:off x="8465454" y="276815"/>
                <a:ext cx="45719" cy="4571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9" name="任意多边形: 形状 58">
                <a:extLst>
                  <a:ext uri="{FF2B5EF4-FFF2-40B4-BE49-F238E27FC236}">
                    <a16:creationId xmlns:a16="http://schemas.microsoft.com/office/drawing/2014/main" id="{CF3457CF-17B9-F13C-C0D4-35FDFAADAB0F}"/>
                  </a:ext>
                </a:extLst>
              </p:cNvPr>
              <p:cNvSpPr/>
              <p:nvPr/>
            </p:nvSpPr>
            <p:spPr>
              <a:xfrm>
                <a:off x="8154814" y="263825"/>
                <a:ext cx="306598" cy="305645"/>
              </a:xfrm>
              <a:custGeom>
                <a:avLst/>
                <a:gdLst>
                  <a:gd name="connsiteX0" fmla="*/ 518470 w 1105104"/>
                  <a:gd name="connsiteY0" fmla="*/ 0 h 1101666"/>
                  <a:gd name="connsiteX1" fmla="*/ 408380 w 1105104"/>
                  <a:gd name="connsiteY1" fmla="*/ 792005 h 1101666"/>
                  <a:gd name="connsiteX2" fmla="*/ 419555 w 1105104"/>
                  <a:gd name="connsiteY2" fmla="*/ 845398 h 1101666"/>
                  <a:gd name="connsiteX3" fmla="*/ 464254 w 1105104"/>
                  <a:gd name="connsiteY3" fmla="*/ 862782 h 1101666"/>
                  <a:gd name="connsiteX4" fmla="*/ 907150 w 1105104"/>
                  <a:gd name="connsiteY4" fmla="*/ 862782 h 1101666"/>
                  <a:gd name="connsiteX5" fmla="*/ 907149 w 1105104"/>
                  <a:gd name="connsiteY5" fmla="*/ 862783 h 1101666"/>
                  <a:gd name="connsiteX6" fmla="*/ 958696 w 1105104"/>
                  <a:gd name="connsiteY6" fmla="*/ 811236 h 1101666"/>
                  <a:gd name="connsiteX7" fmla="*/ 958697 w 1105104"/>
                  <a:gd name="connsiteY7" fmla="*/ 729857 h 1101666"/>
                  <a:gd name="connsiteX8" fmla="*/ 907150 w 1105104"/>
                  <a:gd name="connsiteY8" fmla="*/ 678311 h 1101666"/>
                  <a:gd name="connsiteX9" fmla="*/ 905456 w 1105104"/>
                  <a:gd name="connsiteY9" fmla="*/ 679013 h 1101666"/>
                  <a:gd name="connsiteX10" fmla="*/ 645541 w 1105104"/>
                  <a:gd name="connsiteY10" fmla="*/ 679013 h 1101666"/>
                  <a:gd name="connsiteX11" fmla="*/ 735555 w 1105104"/>
                  <a:gd name="connsiteY11" fmla="*/ 30029 h 1101666"/>
                  <a:gd name="connsiteX12" fmla="*/ 767630 w 1105104"/>
                  <a:gd name="connsiteY12" fmla="*/ 39986 h 1101666"/>
                  <a:gd name="connsiteX13" fmla="*/ 1105104 w 1105104"/>
                  <a:gd name="connsiteY13" fmla="*/ 549115 h 1101666"/>
                  <a:gd name="connsiteX14" fmla="*/ 552552 w 1105104"/>
                  <a:gd name="connsiteY14" fmla="*/ 1101666 h 1101666"/>
                  <a:gd name="connsiteX15" fmla="*/ 0 w 1105104"/>
                  <a:gd name="connsiteY15" fmla="*/ 549115 h 1101666"/>
                  <a:gd name="connsiteX16" fmla="*/ 441194 w 1105104"/>
                  <a:gd name="connsiteY16" fmla="*/ 7790 h 1101666"/>
                  <a:gd name="connsiteX17" fmla="*/ 518470 w 1105104"/>
                  <a:gd name="connsiteY17" fmla="*/ 0 h 110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05104" h="1101666">
                    <a:moveTo>
                      <a:pt x="518470" y="0"/>
                    </a:moveTo>
                    <a:lnTo>
                      <a:pt x="408380" y="792005"/>
                    </a:lnTo>
                    <a:cubicBezTo>
                      <a:pt x="405066" y="816840"/>
                      <a:pt x="408792" y="834636"/>
                      <a:pt x="419555" y="845398"/>
                    </a:cubicBezTo>
                    <a:cubicBezTo>
                      <a:pt x="430314" y="856989"/>
                      <a:pt x="445215" y="862782"/>
                      <a:pt x="464254" y="862782"/>
                    </a:cubicBezTo>
                    <a:lnTo>
                      <a:pt x="907150" y="862782"/>
                    </a:lnTo>
                    <a:lnTo>
                      <a:pt x="907149" y="862783"/>
                    </a:lnTo>
                    <a:cubicBezTo>
                      <a:pt x="935618" y="862783"/>
                      <a:pt x="958696" y="839705"/>
                      <a:pt x="958696" y="811236"/>
                    </a:cubicBezTo>
                    <a:cubicBezTo>
                      <a:pt x="958696" y="784110"/>
                      <a:pt x="958697" y="756984"/>
                      <a:pt x="958697" y="729857"/>
                    </a:cubicBezTo>
                    <a:cubicBezTo>
                      <a:pt x="958697" y="701389"/>
                      <a:pt x="935619" y="678311"/>
                      <a:pt x="907150" y="678311"/>
                    </a:cubicBezTo>
                    <a:lnTo>
                      <a:pt x="905456" y="679013"/>
                    </a:lnTo>
                    <a:lnTo>
                      <a:pt x="645541" y="679013"/>
                    </a:lnTo>
                    <a:lnTo>
                      <a:pt x="735555" y="30029"/>
                    </a:lnTo>
                    <a:lnTo>
                      <a:pt x="767630" y="39986"/>
                    </a:lnTo>
                    <a:cubicBezTo>
                      <a:pt x="965950" y="123868"/>
                      <a:pt x="1105104" y="320241"/>
                      <a:pt x="1105104" y="549115"/>
                    </a:cubicBezTo>
                    <a:cubicBezTo>
                      <a:pt x="1105104" y="854280"/>
                      <a:pt x="857718" y="1101666"/>
                      <a:pt x="552552" y="1101666"/>
                    </a:cubicBezTo>
                    <a:cubicBezTo>
                      <a:pt x="247386" y="1101666"/>
                      <a:pt x="0" y="854280"/>
                      <a:pt x="0" y="549115"/>
                    </a:cubicBezTo>
                    <a:cubicBezTo>
                      <a:pt x="0" y="282096"/>
                      <a:pt x="189405" y="59313"/>
                      <a:pt x="441194" y="7790"/>
                    </a:cubicBezTo>
                    <a:lnTo>
                      <a:pt x="51847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60" name="文本框-2_矢量">
                <a:extLst>
                  <a:ext uri="{FF2B5EF4-FFF2-40B4-BE49-F238E27FC236}">
                    <a16:creationId xmlns:a16="http://schemas.microsoft.com/office/drawing/2014/main" id="{614CB08F-993C-2D63-1287-9ED100F8F009}"/>
                  </a:ext>
                </a:extLst>
              </p:cNvPr>
              <p:cNvGrpSpPr/>
              <p:nvPr/>
            </p:nvGrpSpPr>
            <p:grpSpPr>
              <a:xfrm>
                <a:off x="8478585" y="337599"/>
                <a:ext cx="341619" cy="106745"/>
                <a:chOff x="8501988" y="300619"/>
                <a:chExt cx="396430" cy="123872"/>
              </a:xfrm>
              <a:grpFill/>
            </p:grpSpPr>
            <p:sp>
              <p:nvSpPr>
                <p:cNvPr id="61" name="文本框 60">
                  <a:extLst>
                    <a:ext uri="{FF2B5EF4-FFF2-40B4-BE49-F238E27FC236}">
                      <a16:creationId xmlns:a16="http://schemas.microsoft.com/office/drawing/2014/main" id="{9D0F58DB-0725-C4BF-33DC-BD031E34B381}"/>
                    </a:ext>
                  </a:extLst>
                </p:cNvPr>
                <p:cNvSpPr txBox="1"/>
                <p:nvPr/>
              </p:nvSpPr>
              <p:spPr>
                <a:xfrm>
                  <a:off x="8501988" y="300763"/>
                  <a:ext cx="129730" cy="123301"/>
                </a:xfrm>
                <a:custGeom>
                  <a:avLst/>
                  <a:gdLst/>
                  <a:ahLst/>
                  <a:cxnLst/>
                  <a:rect l="l" t="t" r="r" b="b"/>
                  <a:pathLst>
                    <a:path w="129730" h="123301">
                      <a:moveTo>
                        <a:pt x="68865" y="22145"/>
                      </a:moveTo>
                      <a:cubicBezTo>
                        <a:pt x="57340" y="22145"/>
                        <a:pt x="47387" y="26479"/>
                        <a:pt x="39004" y="35147"/>
                      </a:cubicBezTo>
                      <a:cubicBezTo>
                        <a:pt x="30623" y="43815"/>
                        <a:pt x="26432" y="54197"/>
                        <a:pt x="26432" y="66294"/>
                      </a:cubicBezTo>
                      <a:cubicBezTo>
                        <a:pt x="26432" y="76485"/>
                        <a:pt x="29622" y="84820"/>
                        <a:pt x="36004" y="91297"/>
                      </a:cubicBezTo>
                      <a:cubicBezTo>
                        <a:pt x="42386" y="97774"/>
                        <a:pt x="50625" y="101012"/>
                        <a:pt x="60722" y="101012"/>
                      </a:cubicBezTo>
                      <a:cubicBezTo>
                        <a:pt x="72628" y="101012"/>
                        <a:pt x="82724" y="96726"/>
                        <a:pt x="91011" y="88153"/>
                      </a:cubicBezTo>
                      <a:cubicBezTo>
                        <a:pt x="99298" y="79486"/>
                        <a:pt x="103441" y="68961"/>
                        <a:pt x="103441" y="56578"/>
                      </a:cubicBezTo>
                      <a:cubicBezTo>
                        <a:pt x="103441" y="46577"/>
                        <a:pt x="100155" y="38338"/>
                        <a:pt x="93583" y="31861"/>
                      </a:cubicBezTo>
                      <a:cubicBezTo>
                        <a:pt x="87106" y="25384"/>
                        <a:pt x="78867" y="22145"/>
                        <a:pt x="68865" y="22145"/>
                      </a:cubicBezTo>
                      <a:close/>
                      <a:moveTo>
                        <a:pt x="70580" y="0"/>
                      </a:moveTo>
                      <a:cubicBezTo>
                        <a:pt x="88011" y="0"/>
                        <a:pt x="102251" y="5095"/>
                        <a:pt x="113300" y="15287"/>
                      </a:cubicBezTo>
                      <a:cubicBezTo>
                        <a:pt x="124253" y="25479"/>
                        <a:pt x="129730" y="38671"/>
                        <a:pt x="129730" y="54864"/>
                      </a:cubicBezTo>
                      <a:cubicBezTo>
                        <a:pt x="129730" y="75057"/>
                        <a:pt x="123253" y="91487"/>
                        <a:pt x="110299" y="104155"/>
                      </a:cubicBezTo>
                      <a:cubicBezTo>
                        <a:pt x="97345" y="116919"/>
                        <a:pt x="80772" y="123301"/>
                        <a:pt x="60579" y="123301"/>
                      </a:cubicBezTo>
                      <a:cubicBezTo>
                        <a:pt x="43053" y="123301"/>
                        <a:pt x="28575" y="118062"/>
                        <a:pt x="17145" y="107584"/>
                      </a:cubicBezTo>
                      <a:cubicBezTo>
                        <a:pt x="5715" y="97012"/>
                        <a:pt x="0" y="83629"/>
                        <a:pt x="0" y="67437"/>
                      </a:cubicBezTo>
                      <a:cubicBezTo>
                        <a:pt x="0" y="48101"/>
                        <a:pt x="6715" y="32051"/>
                        <a:pt x="20145" y="19288"/>
                      </a:cubicBezTo>
                      <a:cubicBezTo>
                        <a:pt x="33480" y="6429"/>
                        <a:pt x="50292" y="0"/>
                        <a:pt x="7058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sp>
              <p:nvSpPr>
                <p:cNvPr id="62" name="文本框 61">
                  <a:extLst>
                    <a:ext uri="{FF2B5EF4-FFF2-40B4-BE49-F238E27FC236}">
                      <a16:creationId xmlns:a16="http://schemas.microsoft.com/office/drawing/2014/main" id="{1D360B1F-8620-A36D-3FFB-26F3B576A55A}"/>
                    </a:ext>
                  </a:extLst>
                </p:cNvPr>
                <p:cNvSpPr txBox="1"/>
                <p:nvPr/>
              </p:nvSpPr>
              <p:spPr>
                <a:xfrm>
                  <a:off x="8644844" y="300619"/>
                  <a:ext cx="108746" cy="123872"/>
                </a:xfrm>
                <a:custGeom>
                  <a:avLst/>
                  <a:gdLst/>
                  <a:ahLst/>
                  <a:cxnLst/>
                  <a:rect l="l" t="t" r="r" b="b"/>
                  <a:pathLst>
                    <a:path w="108746" h="123872">
                      <a:moveTo>
                        <a:pt x="70027" y="0"/>
                      </a:moveTo>
                      <a:cubicBezTo>
                        <a:pt x="72694" y="0"/>
                        <a:pt x="75838" y="119"/>
                        <a:pt x="79457" y="357"/>
                      </a:cubicBezTo>
                      <a:cubicBezTo>
                        <a:pt x="83077" y="595"/>
                        <a:pt x="86268" y="1047"/>
                        <a:pt x="89030" y="1714"/>
                      </a:cubicBezTo>
                      <a:cubicBezTo>
                        <a:pt x="94840" y="3429"/>
                        <a:pt x="99579" y="5310"/>
                        <a:pt x="103246" y="7358"/>
                      </a:cubicBezTo>
                      <a:cubicBezTo>
                        <a:pt x="106913" y="9406"/>
                        <a:pt x="108746" y="10430"/>
                        <a:pt x="108746" y="10430"/>
                      </a:cubicBezTo>
                      <a:lnTo>
                        <a:pt x="106175" y="16859"/>
                      </a:lnTo>
                      <a:cubicBezTo>
                        <a:pt x="104746" y="20097"/>
                        <a:pt x="102508" y="22336"/>
                        <a:pt x="99460" y="23574"/>
                      </a:cubicBezTo>
                      <a:cubicBezTo>
                        <a:pt x="96412" y="24812"/>
                        <a:pt x="93268" y="24812"/>
                        <a:pt x="90030" y="23574"/>
                      </a:cubicBezTo>
                      <a:cubicBezTo>
                        <a:pt x="87934" y="22717"/>
                        <a:pt x="85982" y="22050"/>
                        <a:pt x="84172" y="21574"/>
                      </a:cubicBezTo>
                      <a:cubicBezTo>
                        <a:pt x="80172" y="20431"/>
                        <a:pt x="75457" y="19859"/>
                        <a:pt x="70027" y="19859"/>
                      </a:cubicBezTo>
                      <a:cubicBezTo>
                        <a:pt x="64217" y="19859"/>
                        <a:pt x="58836" y="20859"/>
                        <a:pt x="53882" y="22860"/>
                      </a:cubicBezTo>
                      <a:cubicBezTo>
                        <a:pt x="48930" y="24860"/>
                        <a:pt x="44548" y="27717"/>
                        <a:pt x="40738" y="31432"/>
                      </a:cubicBezTo>
                      <a:cubicBezTo>
                        <a:pt x="36833" y="35052"/>
                        <a:pt x="33642" y="39481"/>
                        <a:pt x="31165" y="44720"/>
                      </a:cubicBezTo>
                      <a:cubicBezTo>
                        <a:pt x="28594" y="49863"/>
                        <a:pt x="26879" y="55530"/>
                        <a:pt x="26022" y="61722"/>
                      </a:cubicBezTo>
                      <a:cubicBezTo>
                        <a:pt x="25069" y="68580"/>
                        <a:pt x="25117" y="74628"/>
                        <a:pt x="26165" y="79867"/>
                      </a:cubicBezTo>
                      <a:cubicBezTo>
                        <a:pt x="27308" y="85106"/>
                        <a:pt x="29260" y="89487"/>
                        <a:pt x="32023" y="93011"/>
                      </a:cubicBezTo>
                      <a:cubicBezTo>
                        <a:pt x="34785" y="96536"/>
                        <a:pt x="38357" y="99155"/>
                        <a:pt x="42738" y="100869"/>
                      </a:cubicBezTo>
                      <a:cubicBezTo>
                        <a:pt x="47120" y="102679"/>
                        <a:pt x="52073" y="103584"/>
                        <a:pt x="57597" y="103584"/>
                      </a:cubicBezTo>
                      <a:cubicBezTo>
                        <a:pt x="60264" y="103584"/>
                        <a:pt x="62979" y="103298"/>
                        <a:pt x="65741" y="102727"/>
                      </a:cubicBezTo>
                      <a:cubicBezTo>
                        <a:pt x="68503" y="102060"/>
                        <a:pt x="71123" y="101108"/>
                        <a:pt x="73599" y="99869"/>
                      </a:cubicBezTo>
                      <a:lnTo>
                        <a:pt x="78457" y="72152"/>
                      </a:lnTo>
                      <a:lnTo>
                        <a:pt x="55740" y="72152"/>
                      </a:lnTo>
                      <a:lnTo>
                        <a:pt x="58026" y="61293"/>
                      </a:lnTo>
                      <a:cubicBezTo>
                        <a:pt x="58502" y="59102"/>
                        <a:pt x="59621" y="57293"/>
                        <a:pt x="61383" y="55864"/>
                      </a:cubicBezTo>
                      <a:cubicBezTo>
                        <a:pt x="63146" y="54435"/>
                        <a:pt x="65170" y="53721"/>
                        <a:pt x="67456" y="53721"/>
                      </a:cubicBezTo>
                      <a:lnTo>
                        <a:pt x="98745" y="53721"/>
                      </a:lnTo>
                      <a:cubicBezTo>
                        <a:pt x="99698" y="53721"/>
                        <a:pt x="100555" y="53864"/>
                        <a:pt x="101317" y="54149"/>
                      </a:cubicBezTo>
                      <a:cubicBezTo>
                        <a:pt x="102079" y="54530"/>
                        <a:pt x="102698" y="55054"/>
                        <a:pt x="103174" y="55721"/>
                      </a:cubicBezTo>
                      <a:cubicBezTo>
                        <a:pt x="103651" y="56388"/>
                        <a:pt x="103984" y="57197"/>
                        <a:pt x="104174" y="58150"/>
                      </a:cubicBezTo>
                      <a:cubicBezTo>
                        <a:pt x="104365" y="59102"/>
                        <a:pt x="104365" y="60198"/>
                        <a:pt x="104174" y="61436"/>
                      </a:cubicBezTo>
                      <a:lnTo>
                        <a:pt x="96031" y="114871"/>
                      </a:lnTo>
                      <a:cubicBezTo>
                        <a:pt x="96031" y="114871"/>
                        <a:pt x="95483" y="115085"/>
                        <a:pt x="94388" y="115514"/>
                      </a:cubicBezTo>
                      <a:cubicBezTo>
                        <a:pt x="93292" y="115943"/>
                        <a:pt x="91887" y="116467"/>
                        <a:pt x="90173" y="117086"/>
                      </a:cubicBezTo>
                      <a:cubicBezTo>
                        <a:pt x="88458" y="117705"/>
                        <a:pt x="86696" y="118348"/>
                        <a:pt x="84886" y="119015"/>
                      </a:cubicBezTo>
                      <a:cubicBezTo>
                        <a:pt x="83267" y="119586"/>
                        <a:pt x="81338" y="120158"/>
                        <a:pt x="79100" y="120729"/>
                      </a:cubicBezTo>
                      <a:cubicBezTo>
                        <a:pt x="76862" y="121301"/>
                        <a:pt x="74838" y="121729"/>
                        <a:pt x="73028" y="122015"/>
                      </a:cubicBezTo>
                      <a:cubicBezTo>
                        <a:pt x="69789" y="122682"/>
                        <a:pt x="66551" y="123158"/>
                        <a:pt x="63312" y="123444"/>
                      </a:cubicBezTo>
                      <a:cubicBezTo>
                        <a:pt x="59978" y="123729"/>
                        <a:pt x="56692" y="123872"/>
                        <a:pt x="53454" y="123872"/>
                      </a:cubicBezTo>
                      <a:cubicBezTo>
                        <a:pt x="43834" y="123872"/>
                        <a:pt x="35452" y="122491"/>
                        <a:pt x="28308" y="119729"/>
                      </a:cubicBezTo>
                      <a:cubicBezTo>
                        <a:pt x="21164" y="116967"/>
                        <a:pt x="15306" y="113014"/>
                        <a:pt x="10734" y="107870"/>
                      </a:cubicBezTo>
                      <a:cubicBezTo>
                        <a:pt x="6258" y="102632"/>
                        <a:pt x="3162" y="96250"/>
                        <a:pt x="1447" y="88725"/>
                      </a:cubicBezTo>
                      <a:cubicBezTo>
                        <a:pt x="-267" y="81200"/>
                        <a:pt x="-458" y="72675"/>
                        <a:pt x="876" y="63150"/>
                      </a:cubicBezTo>
                      <a:cubicBezTo>
                        <a:pt x="2209" y="53340"/>
                        <a:pt x="4924" y="44529"/>
                        <a:pt x="9020" y="36719"/>
                      </a:cubicBezTo>
                      <a:cubicBezTo>
                        <a:pt x="13020" y="28908"/>
                        <a:pt x="18164" y="22288"/>
                        <a:pt x="24450" y="16859"/>
                      </a:cubicBezTo>
                      <a:cubicBezTo>
                        <a:pt x="30070" y="11906"/>
                        <a:pt x="36499" y="8001"/>
                        <a:pt x="43738" y="5143"/>
                      </a:cubicBezTo>
                      <a:cubicBezTo>
                        <a:pt x="43929" y="5048"/>
                        <a:pt x="44072" y="5000"/>
                        <a:pt x="44167" y="5000"/>
                      </a:cubicBezTo>
                      <a:cubicBezTo>
                        <a:pt x="44738" y="4715"/>
                        <a:pt x="45310" y="4476"/>
                        <a:pt x="45882" y="4286"/>
                      </a:cubicBezTo>
                      <a:cubicBezTo>
                        <a:pt x="52549" y="1428"/>
                        <a:pt x="60598" y="0"/>
                        <a:pt x="70027"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sp>
              <p:nvSpPr>
                <p:cNvPr id="63" name="文本框 62">
                  <a:extLst>
                    <a:ext uri="{FF2B5EF4-FFF2-40B4-BE49-F238E27FC236}">
                      <a16:creationId xmlns:a16="http://schemas.microsoft.com/office/drawing/2014/main" id="{BB96182B-97AF-79C6-DBD7-AEF851B1091F}"/>
                    </a:ext>
                  </a:extLst>
                </p:cNvPr>
                <p:cNvSpPr txBox="1"/>
                <p:nvPr/>
              </p:nvSpPr>
              <p:spPr>
                <a:xfrm>
                  <a:off x="8768688" y="300763"/>
                  <a:ext cx="129730" cy="123301"/>
                </a:xfrm>
                <a:custGeom>
                  <a:avLst/>
                  <a:gdLst/>
                  <a:ahLst/>
                  <a:cxnLst/>
                  <a:rect l="l" t="t" r="r" b="b"/>
                  <a:pathLst>
                    <a:path w="129730" h="123301">
                      <a:moveTo>
                        <a:pt x="68865" y="22145"/>
                      </a:moveTo>
                      <a:cubicBezTo>
                        <a:pt x="57340" y="22145"/>
                        <a:pt x="47386" y="26479"/>
                        <a:pt x="39004" y="35147"/>
                      </a:cubicBezTo>
                      <a:cubicBezTo>
                        <a:pt x="30622" y="43815"/>
                        <a:pt x="26432" y="54197"/>
                        <a:pt x="26432" y="66294"/>
                      </a:cubicBezTo>
                      <a:cubicBezTo>
                        <a:pt x="26432" y="76485"/>
                        <a:pt x="29622" y="84820"/>
                        <a:pt x="36004" y="91297"/>
                      </a:cubicBezTo>
                      <a:cubicBezTo>
                        <a:pt x="42386" y="97774"/>
                        <a:pt x="50625" y="101012"/>
                        <a:pt x="60722" y="101012"/>
                      </a:cubicBezTo>
                      <a:cubicBezTo>
                        <a:pt x="72628" y="101012"/>
                        <a:pt x="82724" y="96726"/>
                        <a:pt x="91011" y="88153"/>
                      </a:cubicBezTo>
                      <a:cubicBezTo>
                        <a:pt x="99298" y="79486"/>
                        <a:pt x="103441" y="68961"/>
                        <a:pt x="103441" y="56578"/>
                      </a:cubicBezTo>
                      <a:cubicBezTo>
                        <a:pt x="103441" y="46577"/>
                        <a:pt x="100155" y="38338"/>
                        <a:pt x="93583" y="31861"/>
                      </a:cubicBezTo>
                      <a:cubicBezTo>
                        <a:pt x="87106" y="25384"/>
                        <a:pt x="78867" y="22145"/>
                        <a:pt x="68865" y="22145"/>
                      </a:cubicBezTo>
                      <a:close/>
                      <a:moveTo>
                        <a:pt x="70580" y="0"/>
                      </a:moveTo>
                      <a:cubicBezTo>
                        <a:pt x="88011" y="0"/>
                        <a:pt x="102250" y="5095"/>
                        <a:pt x="113300" y="15287"/>
                      </a:cubicBezTo>
                      <a:cubicBezTo>
                        <a:pt x="124253" y="25479"/>
                        <a:pt x="129730" y="38671"/>
                        <a:pt x="129730" y="54864"/>
                      </a:cubicBezTo>
                      <a:cubicBezTo>
                        <a:pt x="129730" y="75057"/>
                        <a:pt x="123253" y="91487"/>
                        <a:pt x="110299" y="104155"/>
                      </a:cubicBezTo>
                      <a:cubicBezTo>
                        <a:pt x="97345" y="116919"/>
                        <a:pt x="80772" y="123301"/>
                        <a:pt x="60579" y="123301"/>
                      </a:cubicBezTo>
                      <a:cubicBezTo>
                        <a:pt x="43053" y="123301"/>
                        <a:pt x="28575" y="118062"/>
                        <a:pt x="17145" y="107584"/>
                      </a:cubicBezTo>
                      <a:cubicBezTo>
                        <a:pt x="5715" y="97012"/>
                        <a:pt x="0" y="83629"/>
                        <a:pt x="0" y="67437"/>
                      </a:cubicBezTo>
                      <a:cubicBezTo>
                        <a:pt x="0" y="48101"/>
                        <a:pt x="6715" y="32051"/>
                        <a:pt x="20145" y="19288"/>
                      </a:cubicBezTo>
                      <a:cubicBezTo>
                        <a:pt x="33480" y="6429"/>
                        <a:pt x="50292" y="0"/>
                        <a:pt x="7058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cs typeface="+mn-ea"/>
                    <a:sym typeface="+mn-lt"/>
                  </a:endParaRPr>
                </a:p>
              </p:txBody>
            </p:sp>
          </p:grpSp>
        </p:grpSp>
      </p:grpSp>
      <p:sp>
        <p:nvSpPr>
          <p:cNvPr id="68" name="文本框 67">
            <a:extLst>
              <a:ext uri="{FF2B5EF4-FFF2-40B4-BE49-F238E27FC236}">
                <a16:creationId xmlns:a16="http://schemas.microsoft.com/office/drawing/2014/main" id="{F44EBA5E-2431-8DB4-77DB-87411767EBBB}"/>
              </a:ext>
            </a:extLst>
          </p:cNvPr>
          <p:cNvSpPr txBox="1"/>
          <p:nvPr/>
        </p:nvSpPr>
        <p:spPr>
          <a:xfrm>
            <a:off x="3865560" y="4269278"/>
            <a:ext cx="4470402" cy="338554"/>
          </a:xfrm>
          <a:prstGeom prst="rect">
            <a:avLst/>
          </a:prstGeom>
          <a:noFill/>
        </p:spPr>
        <p:txBody>
          <a:bodyPr wrap="square" rtlCol="0">
            <a:spAutoFit/>
          </a:bodyPr>
          <a:lstStyle/>
          <a:p>
            <a:pPr algn="ctr"/>
          </a:p>
        </p:txBody>
      </p:sp>
      <p:grpSp>
        <p:nvGrpSpPr>
          <p:cNvPr id="22" name="组合 21">
            <a:extLst>
              <a:ext uri="{FF2B5EF4-FFF2-40B4-BE49-F238E27FC236}">
                <a16:creationId xmlns:a16="http://schemas.microsoft.com/office/drawing/2014/main" id="{6486351C-62B4-C857-77B7-750A3FDCAA65}"/>
              </a:ext>
            </a:extLst>
          </p:cNvPr>
          <p:cNvGrpSpPr/>
          <p:nvPr/>
        </p:nvGrpSpPr>
        <p:grpSpPr>
          <a:xfrm>
            <a:off x="3534726" y="4315027"/>
            <a:ext cx="5132070" cy="213042"/>
            <a:chOff x="2790647" y="4013247"/>
            <a:chExt cx="6765223" cy="511807"/>
          </a:xfrm>
        </p:grpSpPr>
        <p:sp>
          <p:nvSpPr>
            <p:cNvPr id="19" name="缺角矩形 18">
              <a:extLst>
                <a:ext uri="{FF2B5EF4-FFF2-40B4-BE49-F238E27FC236}">
                  <a16:creationId xmlns:a16="http://schemas.microsoft.com/office/drawing/2014/main" id="{1D9CCBDE-5A12-C962-A526-BA04B99A79C7}"/>
                </a:ext>
              </a:extLst>
            </p:cNvPr>
            <p:cNvSpPr/>
            <p:nvPr/>
          </p:nvSpPr>
          <p:spPr>
            <a:xfrm>
              <a:off x="2790647" y="4013247"/>
              <a:ext cx="199322" cy="511807"/>
            </a:xfrm>
            <a:prstGeom prst="plaque">
              <a:avLst>
                <a:gd name="adj" fmla="val 0"/>
              </a:avLst>
            </a:pr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sp>
          <p:nvSpPr>
            <p:cNvPr id="21" name="缺角矩形 20">
              <a:extLst>
                <a:ext uri="{FF2B5EF4-FFF2-40B4-BE49-F238E27FC236}">
                  <a16:creationId xmlns:a16="http://schemas.microsoft.com/office/drawing/2014/main" id="{886D3B81-5B96-2460-5D75-260A07FAEED0}"/>
                </a:ext>
              </a:extLst>
            </p:cNvPr>
            <p:cNvSpPr/>
            <p:nvPr/>
          </p:nvSpPr>
          <p:spPr>
            <a:xfrm>
              <a:off x="9356548" y="4013247"/>
              <a:ext cx="199322" cy="511807"/>
            </a:xfrm>
            <a:prstGeom prst="plaque">
              <a:avLst>
                <a:gd name="adj" fmla="val 0"/>
              </a:avLst>
            </a:pr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cs typeface="+mn-ea"/>
              </a:endParaRPr>
            </a:p>
          </p:txBody>
        </p:sp>
      </p:grpSp>
      <p:grpSp>
        <p:nvGrpSpPr>
          <p:cNvPr id="32" name="组合 31">
            <a:extLst>
              <a:ext uri="{FF2B5EF4-FFF2-40B4-BE49-F238E27FC236}">
                <a16:creationId xmlns:a16="http://schemas.microsoft.com/office/drawing/2014/main" id="{F233E79F-5EFD-21BA-2C79-5418065CAF65}"/>
              </a:ext>
            </a:extLst>
          </p:cNvPr>
          <p:cNvGrpSpPr/>
          <p:nvPr/>
        </p:nvGrpSpPr>
        <p:grpSpPr>
          <a:xfrm flipV="1">
            <a:off x="2472431" y="3974246"/>
            <a:ext cx="7256659" cy="397789"/>
            <a:chOff x="2908962" y="4569447"/>
            <a:chExt cx="7256659" cy="397789"/>
          </a:xfrm>
        </p:grpSpPr>
        <p:sp>
          <p:nvSpPr>
            <p:cNvPr id="33" name="Freeform 10">
              <a:extLst>
                <a:ext uri="{FF2B5EF4-FFF2-40B4-BE49-F238E27FC236}">
                  <a16:creationId xmlns:a16="http://schemas.microsoft.com/office/drawing/2014/main" id="{B696B0DD-0DEC-C74C-01C1-817A211BE2F3}"/>
                </a:ext>
              </a:extLst>
            </p:cNvPr>
            <p:cNvSpPr>
              <a:spLocks/>
            </p:cNvSpPr>
            <p:nvPr/>
          </p:nvSpPr>
          <p:spPr bwMode="auto">
            <a:xfrm>
              <a:off x="3368208" y="4809876"/>
              <a:ext cx="6341541" cy="127644"/>
            </a:xfrm>
            <a:custGeom>
              <a:avLst/>
              <a:gdLst>
                <a:gd name="T0" fmla="*/ 32 w 4179"/>
                <a:gd name="T1" fmla="*/ 0 h 195"/>
                <a:gd name="T2" fmla="*/ 3682 w 4179"/>
                <a:gd name="T3" fmla="*/ 74 h 195"/>
                <a:gd name="T4" fmla="*/ 4168 w 4179"/>
                <a:gd name="T5" fmla="*/ 0 h 195"/>
                <a:gd name="T6" fmla="*/ 4175 w 4179"/>
                <a:gd name="T7" fmla="*/ 5 h 195"/>
                <a:gd name="T8" fmla="*/ 4156 w 4179"/>
                <a:gd name="T9" fmla="*/ 32 h 195"/>
                <a:gd name="T10" fmla="*/ 1797 w 4179"/>
                <a:gd name="T11" fmla="*/ 177 h 195"/>
                <a:gd name="T12" fmla="*/ 25 w 4179"/>
                <a:gd name="T13" fmla="*/ 18 h 195"/>
                <a:gd name="T14" fmla="*/ 26 w 4179"/>
                <a:gd name="T15" fmla="*/ 5 h 195"/>
                <a:gd name="T16" fmla="*/ 32 w 4179"/>
                <a:gd name="T1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79" h="195">
                  <a:moveTo>
                    <a:pt x="32" y="0"/>
                  </a:moveTo>
                  <a:cubicBezTo>
                    <a:pt x="1257" y="166"/>
                    <a:pt x="2440" y="161"/>
                    <a:pt x="3682" y="74"/>
                  </a:cubicBezTo>
                  <a:cubicBezTo>
                    <a:pt x="3848" y="63"/>
                    <a:pt x="4004" y="22"/>
                    <a:pt x="4168" y="0"/>
                  </a:cubicBezTo>
                  <a:cubicBezTo>
                    <a:pt x="4175" y="5"/>
                    <a:pt x="4175" y="5"/>
                    <a:pt x="4175" y="5"/>
                  </a:cubicBezTo>
                  <a:cubicBezTo>
                    <a:pt x="4179" y="11"/>
                    <a:pt x="4157" y="23"/>
                    <a:pt x="4156" y="32"/>
                  </a:cubicBezTo>
                  <a:cubicBezTo>
                    <a:pt x="4137" y="137"/>
                    <a:pt x="2907" y="195"/>
                    <a:pt x="1797" y="177"/>
                  </a:cubicBezTo>
                  <a:cubicBezTo>
                    <a:pt x="854" y="161"/>
                    <a:pt x="0" y="82"/>
                    <a:pt x="25" y="18"/>
                  </a:cubicBezTo>
                  <a:cubicBezTo>
                    <a:pt x="26" y="15"/>
                    <a:pt x="26" y="5"/>
                    <a:pt x="26" y="5"/>
                  </a:cubicBezTo>
                  <a:cubicBezTo>
                    <a:pt x="32" y="0"/>
                    <a:pt x="32" y="0"/>
                    <a:pt x="32" y="0"/>
                  </a:cubicBez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grpSp>
          <p:nvGrpSpPr>
            <p:cNvPr id="34" name="组合 33">
              <a:extLst>
                <a:ext uri="{FF2B5EF4-FFF2-40B4-BE49-F238E27FC236}">
                  <a16:creationId xmlns:a16="http://schemas.microsoft.com/office/drawing/2014/main" id="{5F829CDD-38AA-2761-64B4-21019C53C446}"/>
                </a:ext>
              </a:extLst>
            </p:cNvPr>
            <p:cNvGrpSpPr/>
            <p:nvPr/>
          </p:nvGrpSpPr>
          <p:grpSpPr>
            <a:xfrm>
              <a:off x="2908962" y="4569447"/>
              <a:ext cx="850957" cy="397789"/>
              <a:chOff x="10354675" y="4505947"/>
              <a:chExt cx="850957" cy="397789"/>
            </a:xfrm>
          </p:grpSpPr>
          <p:sp>
            <p:nvSpPr>
              <p:cNvPr id="70" name="Freeform 11">
                <a:extLst>
                  <a:ext uri="{FF2B5EF4-FFF2-40B4-BE49-F238E27FC236}">
                    <a16:creationId xmlns:a16="http://schemas.microsoft.com/office/drawing/2014/main" id="{EAE4B6F1-94E1-BDD0-AF9F-D294CECCEBF2}"/>
                  </a:ext>
                </a:extLst>
              </p:cNvPr>
              <p:cNvSpPr>
                <a:spLocks noEditPoints="1"/>
              </p:cNvSpPr>
              <p:nvPr/>
            </p:nvSpPr>
            <p:spPr bwMode="auto">
              <a:xfrm>
                <a:off x="10354675" y="4742324"/>
                <a:ext cx="709807" cy="84421"/>
              </a:xfrm>
              <a:custGeom>
                <a:avLst/>
                <a:gdLst>
                  <a:gd name="T0" fmla="*/ 1013 w 1051"/>
                  <a:gd name="T1" fmla="*/ 92 h 125"/>
                  <a:gd name="T2" fmla="*/ 932 w 1051"/>
                  <a:gd name="T3" fmla="*/ 97 h 125"/>
                  <a:gd name="T4" fmla="*/ 843 w 1051"/>
                  <a:gd name="T5" fmla="*/ 105 h 125"/>
                  <a:gd name="T6" fmla="*/ 713 w 1051"/>
                  <a:gd name="T7" fmla="*/ 119 h 125"/>
                  <a:gd name="T8" fmla="*/ 624 w 1051"/>
                  <a:gd name="T9" fmla="*/ 123 h 125"/>
                  <a:gd name="T10" fmla="*/ 553 w 1051"/>
                  <a:gd name="T11" fmla="*/ 125 h 125"/>
                  <a:gd name="T12" fmla="*/ 508 w 1051"/>
                  <a:gd name="T13" fmla="*/ 125 h 125"/>
                  <a:gd name="T14" fmla="*/ 460 w 1051"/>
                  <a:gd name="T15" fmla="*/ 123 h 125"/>
                  <a:gd name="T16" fmla="*/ 413 w 1051"/>
                  <a:gd name="T17" fmla="*/ 121 h 125"/>
                  <a:gd name="T18" fmla="*/ 339 w 1051"/>
                  <a:gd name="T19" fmla="*/ 114 h 125"/>
                  <a:gd name="T20" fmla="*/ 286 w 1051"/>
                  <a:gd name="T21" fmla="*/ 108 h 125"/>
                  <a:gd name="T22" fmla="*/ 256 w 1051"/>
                  <a:gd name="T23" fmla="*/ 103 h 125"/>
                  <a:gd name="T24" fmla="*/ 223 w 1051"/>
                  <a:gd name="T25" fmla="*/ 96 h 125"/>
                  <a:gd name="T26" fmla="*/ 193 w 1051"/>
                  <a:gd name="T27" fmla="*/ 99 h 125"/>
                  <a:gd name="T28" fmla="*/ 163 w 1051"/>
                  <a:gd name="T29" fmla="*/ 110 h 125"/>
                  <a:gd name="T30" fmla="*/ 123 w 1051"/>
                  <a:gd name="T31" fmla="*/ 115 h 125"/>
                  <a:gd name="T32" fmla="*/ 101 w 1051"/>
                  <a:gd name="T33" fmla="*/ 116 h 125"/>
                  <a:gd name="T34" fmla="*/ 81 w 1051"/>
                  <a:gd name="T35" fmla="*/ 115 h 125"/>
                  <a:gd name="T36" fmla="*/ 62 w 1051"/>
                  <a:gd name="T37" fmla="*/ 113 h 125"/>
                  <a:gd name="T38" fmla="*/ 44 w 1051"/>
                  <a:gd name="T39" fmla="*/ 108 h 125"/>
                  <a:gd name="T40" fmla="*/ 27 w 1051"/>
                  <a:gd name="T41" fmla="*/ 100 h 125"/>
                  <a:gd name="T42" fmla="*/ 13 w 1051"/>
                  <a:gd name="T43" fmla="*/ 89 h 125"/>
                  <a:gd name="T44" fmla="*/ 4 w 1051"/>
                  <a:gd name="T45" fmla="*/ 77 h 125"/>
                  <a:gd name="T46" fmla="*/ 1 w 1051"/>
                  <a:gd name="T47" fmla="*/ 65 h 125"/>
                  <a:gd name="T48" fmla="*/ 1 w 1051"/>
                  <a:gd name="T49" fmla="*/ 54 h 125"/>
                  <a:gd name="T50" fmla="*/ 5 w 1051"/>
                  <a:gd name="T51" fmla="*/ 43 h 125"/>
                  <a:gd name="T52" fmla="*/ 12 w 1051"/>
                  <a:gd name="T53" fmla="*/ 34 h 125"/>
                  <a:gd name="T54" fmla="*/ 25 w 1051"/>
                  <a:gd name="T55" fmla="*/ 25 h 125"/>
                  <a:gd name="T56" fmla="*/ 40 w 1051"/>
                  <a:gd name="T57" fmla="*/ 18 h 125"/>
                  <a:gd name="T58" fmla="*/ 61 w 1051"/>
                  <a:gd name="T59" fmla="*/ 11 h 125"/>
                  <a:gd name="T60" fmla="*/ 83 w 1051"/>
                  <a:gd name="T61" fmla="*/ 3 h 125"/>
                  <a:gd name="T62" fmla="*/ 109 w 1051"/>
                  <a:gd name="T63" fmla="*/ 4 h 125"/>
                  <a:gd name="T64" fmla="*/ 135 w 1051"/>
                  <a:gd name="T65" fmla="*/ 18 h 125"/>
                  <a:gd name="T66" fmla="*/ 152 w 1051"/>
                  <a:gd name="T67" fmla="*/ 27 h 125"/>
                  <a:gd name="T68" fmla="*/ 169 w 1051"/>
                  <a:gd name="T69" fmla="*/ 34 h 125"/>
                  <a:gd name="T70" fmla="*/ 204 w 1051"/>
                  <a:gd name="T71" fmla="*/ 47 h 125"/>
                  <a:gd name="T72" fmla="*/ 233 w 1051"/>
                  <a:gd name="T73" fmla="*/ 55 h 125"/>
                  <a:gd name="T74" fmla="*/ 263 w 1051"/>
                  <a:gd name="T75" fmla="*/ 62 h 125"/>
                  <a:gd name="T76" fmla="*/ 292 w 1051"/>
                  <a:gd name="T77" fmla="*/ 65 h 125"/>
                  <a:gd name="T78" fmla="*/ 342 w 1051"/>
                  <a:gd name="T79" fmla="*/ 71 h 125"/>
                  <a:gd name="T80" fmla="*/ 417 w 1051"/>
                  <a:gd name="T81" fmla="*/ 78 h 125"/>
                  <a:gd name="T82" fmla="*/ 462 w 1051"/>
                  <a:gd name="T83" fmla="*/ 81 h 125"/>
                  <a:gd name="T84" fmla="*/ 509 w 1051"/>
                  <a:gd name="T85" fmla="*/ 83 h 125"/>
                  <a:gd name="T86" fmla="*/ 553 w 1051"/>
                  <a:gd name="T87" fmla="*/ 83 h 125"/>
                  <a:gd name="T88" fmla="*/ 622 w 1051"/>
                  <a:gd name="T89" fmla="*/ 82 h 125"/>
                  <a:gd name="T90" fmla="*/ 711 w 1051"/>
                  <a:gd name="T91" fmla="*/ 77 h 125"/>
                  <a:gd name="T92" fmla="*/ 846 w 1051"/>
                  <a:gd name="T93" fmla="*/ 74 h 125"/>
                  <a:gd name="T94" fmla="*/ 936 w 1051"/>
                  <a:gd name="T95" fmla="*/ 71 h 125"/>
                  <a:gd name="T96" fmla="*/ 1015 w 1051"/>
                  <a:gd name="T97" fmla="*/ 71 h 125"/>
                  <a:gd name="T98" fmla="*/ 85 w 1051"/>
                  <a:gd name="T99" fmla="*/ 48 h 125"/>
                  <a:gd name="T100" fmla="*/ 63 w 1051"/>
                  <a:gd name="T101" fmla="*/ 55 h 125"/>
                  <a:gd name="T102" fmla="*/ 50 w 1051"/>
                  <a:gd name="T103" fmla="*/ 60 h 125"/>
                  <a:gd name="T104" fmla="*/ 47 w 1051"/>
                  <a:gd name="T105" fmla="*/ 63 h 125"/>
                  <a:gd name="T106" fmla="*/ 55 w 1051"/>
                  <a:gd name="T107" fmla="*/ 67 h 125"/>
                  <a:gd name="T108" fmla="*/ 67 w 1051"/>
                  <a:gd name="T109" fmla="*/ 70 h 125"/>
                  <a:gd name="T110" fmla="*/ 80 w 1051"/>
                  <a:gd name="T111" fmla="*/ 72 h 125"/>
                  <a:gd name="T112" fmla="*/ 97 w 1051"/>
                  <a:gd name="T113" fmla="*/ 73 h 125"/>
                  <a:gd name="T114" fmla="*/ 114 w 1051"/>
                  <a:gd name="T115" fmla="*/ 73 h 125"/>
                  <a:gd name="T116" fmla="*/ 143 w 1051"/>
                  <a:gd name="T117" fmla="*/ 69 h 125"/>
                  <a:gd name="T118" fmla="*/ 124 w 1051"/>
                  <a:gd name="T119" fmla="*/ 60 h 125"/>
                  <a:gd name="T120" fmla="*/ 109 w 1051"/>
                  <a:gd name="T121" fmla="*/ 53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51" h="125">
                    <a:moveTo>
                      <a:pt x="1039" y="70"/>
                    </a:moveTo>
                    <a:lnTo>
                      <a:pt x="1047" y="74"/>
                    </a:lnTo>
                    <a:lnTo>
                      <a:pt x="1051" y="82"/>
                    </a:lnTo>
                    <a:lnTo>
                      <a:pt x="1051" y="82"/>
                    </a:lnTo>
                    <a:lnTo>
                      <a:pt x="1047" y="90"/>
                    </a:lnTo>
                    <a:lnTo>
                      <a:pt x="1039" y="92"/>
                    </a:lnTo>
                    <a:lnTo>
                      <a:pt x="1039" y="92"/>
                    </a:lnTo>
                    <a:lnTo>
                      <a:pt x="1037" y="92"/>
                    </a:lnTo>
                    <a:lnTo>
                      <a:pt x="1034" y="92"/>
                    </a:lnTo>
                    <a:lnTo>
                      <a:pt x="1032" y="92"/>
                    </a:lnTo>
                    <a:lnTo>
                      <a:pt x="1029" y="92"/>
                    </a:lnTo>
                    <a:lnTo>
                      <a:pt x="1028" y="92"/>
                    </a:lnTo>
                    <a:lnTo>
                      <a:pt x="1025" y="92"/>
                    </a:lnTo>
                    <a:lnTo>
                      <a:pt x="1023" y="92"/>
                    </a:lnTo>
                    <a:lnTo>
                      <a:pt x="1020" y="92"/>
                    </a:lnTo>
                    <a:lnTo>
                      <a:pt x="1019" y="92"/>
                    </a:lnTo>
                    <a:lnTo>
                      <a:pt x="1018" y="92"/>
                    </a:lnTo>
                    <a:lnTo>
                      <a:pt x="1015" y="92"/>
                    </a:lnTo>
                    <a:lnTo>
                      <a:pt x="1013" y="92"/>
                    </a:lnTo>
                    <a:lnTo>
                      <a:pt x="1010" y="92"/>
                    </a:lnTo>
                    <a:lnTo>
                      <a:pt x="1008" y="92"/>
                    </a:lnTo>
                    <a:lnTo>
                      <a:pt x="1005" y="93"/>
                    </a:lnTo>
                    <a:lnTo>
                      <a:pt x="1001" y="93"/>
                    </a:lnTo>
                    <a:lnTo>
                      <a:pt x="996" y="93"/>
                    </a:lnTo>
                    <a:lnTo>
                      <a:pt x="991" y="93"/>
                    </a:lnTo>
                    <a:lnTo>
                      <a:pt x="986" y="93"/>
                    </a:lnTo>
                    <a:lnTo>
                      <a:pt x="981" y="94"/>
                    </a:lnTo>
                    <a:lnTo>
                      <a:pt x="976" y="94"/>
                    </a:lnTo>
                    <a:lnTo>
                      <a:pt x="972" y="94"/>
                    </a:lnTo>
                    <a:lnTo>
                      <a:pt x="967" y="95"/>
                    </a:lnTo>
                    <a:lnTo>
                      <a:pt x="962" y="95"/>
                    </a:lnTo>
                    <a:lnTo>
                      <a:pt x="960" y="95"/>
                    </a:lnTo>
                    <a:lnTo>
                      <a:pt x="957" y="95"/>
                    </a:lnTo>
                    <a:lnTo>
                      <a:pt x="951" y="96"/>
                    </a:lnTo>
                    <a:lnTo>
                      <a:pt x="946" y="96"/>
                    </a:lnTo>
                    <a:lnTo>
                      <a:pt x="942" y="96"/>
                    </a:lnTo>
                    <a:lnTo>
                      <a:pt x="937" y="97"/>
                    </a:lnTo>
                    <a:lnTo>
                      <a:pt x="932" y="97"/>
                    </a:lnTo>
                    <a:lnTo>
                      <a:pt x="927" y="97"/>
                    </a:lnTo>
                    <a:lnTo>
                      <a:pt x="922" y="98"/>
                    </a:lnTo>
                    <a:lnTo>
                      <a:pt x="917" y="98"/>
                    </a:lnTo>
                    <a:lnTo>
                      <a:pt x="913" y="99"/>
                    </a:lnTo>
                    <a:lnTo>
                      <a:pt x="908" y="99"/>
                    </a:lnTo>
                    <a:lnTo>
                      <a:pt x="903" y="99"/>
                    </a:lnTo>
                    <a:lnTo>
                      <a:pt x="902" y="100"/>
                    </a:lnTo>
                    <a:lnTo>
                      <a:pt x="897" y="100"/>
                    </a:lnTo>
                    <a:lnTo>
                      <a:pt x="892" y="100"/>
                    </a:lnTo>
                    <a:lnTo>
                      <a:pt x="887" y="101"/>
                    </a:lnTo>
                    <a:lnTo>
                      <a:pt x="883" y="101"/>
                    </a:lnTo>
                    <a:lnTo>
                      <a:pt x="878" y="101"/>
                    </a:lnTo>
                    <a:lnTo>
                      <a:pt x="873" y="102"/>
                    </a:lnTo>
                    <a:lnTo>
                      <a:pt x="868" y="102"/>
                    </a:lnTo>
                    <a:lnTo>
                      <a:pt x="863" y="103"/>
                    </a:lnTo>
                    <a:lnTo>
                      <a:pt x="858" y="103"/>
                    </a:lnTo>
                    <a:lnTo>
                      <a:pt x="853" y="104"/>
                    </a:lnTo>
                    <a:lnTo>
                      <a:pt x="848" y="104"/>
                    </a:lnTo>
                    <a:lnTo>
                      <a:pt x="843" y="105"/>
                    </a:lnTo>
                    <a:lnTo>
                      <a:pt x="833" y="105"/>
                    </a:lnTo>
                    <a:lnTo>
                      <a:pt x="824" y="106"/>
                    </a:lnTo>
                    <a:lnTo>
                      <a:pt x="813" y="107"/>
                    </a:lnTo>
                    <a:lnTo>
                      <a:pt x="807" y="108"/>
                    </a:lnTo>
                    <a:lnTo>
                      <a:pt x="803" y="108"/>
                    </a:lnTo>
                    <a:lnTo>
                      <a:pt x="784" y="111"/>
                    </a:lnTo>
                    <a:lnTo>
                      <a:pt x="773" y="113"/>
                    </a:lnTo>
                    <a:lnTo>
                      <a:pt x="773" y="113"/>
                    </a:lnTo>
                    <a:lnTo>
                      <a:pt x="764" y="114"/>
                    </a:lnTo>
                    <a:lnTo>
                      <a:pt x="754" y="115"/>
                    </a:lnTo>
                    <a:lnTo>
                      <a:pt x="749" y="116"/>
                    </a:lnTo>
                    <a:lnTo>
                      <a:pt x="743" y="117"/>
                    </a:lnTo>
                    <a:lnTo>
                      <a:pt x="739" y="117"/>
                    </a:lnTo>
                    <a:lnTo>
                      <a:pt x="734" y="118"/>
                    </a:lnTo>
                    <a:lnTo>
                      <a:pt x="729" y="118"/>
                    </a:lnTo>
                    <a:lnTo>
                      <a:pt x="729" y="118"/>
                    </a:lnTo>
                    <a:lnTo>
                      <a:pt x="724" y="119"/>
                    </a:lnTo>
                    <a:lnTo>
                      <a:pt x="719" y="119"/>
                    </a:lnTo>
                    <a:lnTo>
                      <a:pt x="713" y="119"/>
                    </a:lnTo>
                    <a:lnTo>
                      <a:pt x="709" y="120"/>
                    </a:lnTo>
                    <a:lnTo>
                      <a:pt x="704" y="120"/>
                    </a:lnTo>
                    <a:lnTo>
                      <a:pt x="699" y="120"/>
                    </a:lnTo>
                    <a:lnTo>
                      <a:pt x="694" y="121"/>
                    </a:lnTo>
                    <a:lnTo>
                      <a:pt x="688" y="121"/>
                    </a:lnTo>
                    <a:lnTo>
                      <a:pt x="683" y="121"/>
                    </a:lnTo>
                    <a:lnTo>
                      <a:pt x="679" y="121"/>
                    </a:lnTo>
                    <a:lnTo>
                      <a:pt x="674" y="121"/>
                    </a:lnTo>
                    <a:lnTo>
                      <a:pt x="669" y="121"/>
                    </a:lnTo>
                    <a:lnTo>
                      <a:pt x="663" y="121"/>
                    </a:lnTo>
                    <a:lnTo>
                      <a:pt x="658" y="122"/>
                    </a:lnTo>
                    <a:lnTo>
                      <a:pt x="653" y="122"/>
                    </a:lnTo>
                    <a:lnTo>
                      <a:pt x="649" y="122"/>
                    </a:lnTo>
                    <a:lnTo>
                      <a:pt x="649" y="122"/>
                    </a:lnTo>
                    <a:lnTo>
                      <a:pt x="644" y="122"/>
                    </a:lnTo>
                    <a:lnTo>
                      <a:pt x="639" y="123"/>
                    </a:lnTo>
                    <a:lnTo>
                      <a:pt x="633" y="123"/>
                    </a:lnTo>
                    <a:lnTo>
                      <a:pt x="628" y="123"/>
                    </a:lnTo>
                    <a:lnTo>
                      <a:pt x="624" y="123"/>
                    </a:lnTo>
                    <a:lnTo>
                      <a:pt x="619" y="123"/>
                    </a:lnTo>
                    <a:lnTo>
                      <a:pt x="614" y="124"/>
                    </a:lnTo>
                    <a:lnTo>
                      <a:pt x="608" y="124"/>
                    </a:lnTo>
                    <a:lnTo>
                      <a:pt x="603" y="124"/>
                    </a:lnTo>
                    <a:lnTo>
                      <a:pt x="598" y="124"/>
                    </a:lnTo>
                    <a:lnTo>
                      <a:pt x="594" y="124"/>
                    </a:lnTo>
                    <a:lnTo>
                      <a:pt x="589" y="124"/>
                    </a:lnTo>
                    <a:lnTo>
                      <a:pt x="583" y="124"/>
                    </a:lnTo>
                    <a:lnTo>
                      <a:pt x="578" y="125"/>
                    </a:lnTo>
                    <a:lnTo>
                      <a:pt x="576" y="125"/>
                    </a:lnTo>
                    <a:lnTo>
                      <a:pt x="573" y="125"/>
                    </a:lnTo>
                    <a:lnTo>
                      <a:pt x="570" y="125"/>
                    </a:lnTo>
                    <a:lnTo>
                      <a:pt x="568" y="125"/>
                    </a:lnTo>
                    <a:lnTo>
                      <a:pt x="566" y="125"/>
                    </a:lnTo>
                    <a:lnTo>
                      <a:pt x="564" y="125"/>
                    </a:lnTo>
                    <a:lnTo>
                      <a:pt x="561" y="125"/>
                    </a:lnTo>
                    <a:lnTo>
                      <a:pt x="558" y="125"/>
                    </a:lnTo>
                    <a:lnTo>
                      <a:pt x="556" y="125"/>
                    </a:lnTo>
                    <a:lnTo>
                      <a:pt x="553" y="125"/>
                    </a:lnTo>
                    <a:lnTo>
                      <a:pt x="551" y="125"/>
                    </a:lnTo>
                    <a:lnTo>
                      <a:pt x="548" y="125"/>
                    </a:lnTo>
                    <a:lnTo>
                      <a:pt x="545" y="125"/>
                    </a:lnTo>
                    <a:lnTo>
                      <a:pt x="543" y="125"/>
                    </a:lnTo>
                    <a:lnTo>
                      <a:pt x="540" y="125"/>
                    </a:lnTo>
                    <a:lnTo>
                      <a:pt x="538" y="125"/>
                    </a:lnTo>
                    <a:lnTo>
                      <a:pt x="537" y="125"/>
                    </a:lnTo>
                    <a:lnTo>
                      <a:pt x="536" y="125"/>
                    </a:lnTo>
                    <a:lnTo>
                      <a:pt x="533" y="125"/>
                    </a:lnTo>
                    <a:lnTo>
                      <a:pt x="531" y="125"/>
                    </a:lnTo>
                    <a:lnTo>
                      <a:pt x="528" y="125"/>
                    </a:lnTo>
                    <a:lnTo>
                      <a:pt x="526" y="125"/>
                    </a:lnTo>
                    <a:lnTo>
                      <a:pt x="523" y="125"/>
                    </a:lnTo>
                    <a:lnTo>
                      <a:pt x="520" y="125"/>
                    </a:lnTo>
                    <a:lnTo>
                      <a:pt x="518" y="125"/>
                    </a:lnTo>
                    <a:lnTo>
                      <a:pt x="515" y="125"/>
                    </a:lnTo>
                    <a:lnTo>
                      <a:pt x="513" y="125"/>
                    </a:lnTo>
                    <a:lnTo>
                      <a:pt x="510" y="125"/>
                    </a:lnTo>
                    <a:lnTo>
                      <a:pt x="508" y="125"/>
                    </a:lnTo>
                    <a:lnTo>
                      <a:pt x="506" y="125"/>
                    </a:lnTo>
                    <a:lnTo>
                      <a:pt x="503" y="125"/>
                    </a:lnTo>
                    <a:lnTo>
                      <a:pt x="501" y="124"/>
                    </a:lnTo>
                    <a:lnTo>
                      <a:pt x="498" y="124"/>
                    </a:lnTo>
                    <a:lnTo>
                      <a:pt x="495" y="124"/>
                    </a:lnTo>
                    <a:lnTo>
                      <a:pt x="493" y="124"/>
                    </a:lnTo>
                    <a:lnTo>
                      <a:pt x="490" y="124"/>
                    </a:lnTo>
                    <a:lnTo>
                      <a:pt x="488" y="124"/>
                    </a:lnTo>
                    <a:lnTo>
                      <a:pt x="485" y="124"/>
                    </a:lnTo>
                    <a:lnTo>
                      <a:pt x="482" y="124"/>
                    </a:lnTo>
                    <a:lnTo>
                      <a:pt x="480" y="124"/>
                    </a:lnTo>
                    <a:lnTo>
                      <a:pt x="478" y="124"/>
                    </a:lnTo>
                    <a:lnTo>
                      <a:pt x="476" y="124"/>
                    </a:lnTo>
                    <a:lnTo>
                      <a:pt x="473" y="124"/>
                    </a:lnTo>
                    <a:lnTo>
                      <a:pt x="470" y="123"/>
                    </a:lnTo>
                    <a:lnTo>
                      <a:pt x="468" y="123"/>
                    </a:lnTo>
                    <a:lnTo>
                      <a:pt x="465" y="123"/>
                    </a:lnTo>
                    <a:lnTo>
                      <a:pt x="463" y="123"/>
                    </a:lnTo>
                    <a:lnTo>
                      <a:pt x="460" y="123"/>
                    </a:lnTo>
                    <a:lnTo>
                      <a:pt x="457" y="123"/>
                    </a:lnTo>
                    <a:lnTo>
                      <a:pt x="455" y="123"/>
                    </a:lnTo>
                    <a:lnTo>
                      <a:pt x="452" y="122"/>
                    </a:lnTo>
                    <a:lnTo>
                      <a:pt x="451" y="122"/>
                    </a:lnTo>
                    <a:lnTo>
                      <a:pt x="448" y="122"/>
                    </a:lnTo>
                    <a:lnTo>
                      <a:pt x="446" y="122"/>
                    </a:lnTo>
                    <a:lnTo>
                      <a:pt x="443" y="122"/>
                    </a:lnTo>
                    <a:lnTo>
                      <a:pt x="440" y="122"/>
                    </a:lnTo>
                    <a:lnTo>
                      <a:pt x="438" y="122"/>
                    </a:lnTo>
                    <a:lnTo>
                      <a:pt x="435" y="121"/>
                    </a:lnTo>
                    <a:lnTo>
                      <a:pt x="433" y="121"/>
                    </a:lnTo>
                    <a:lnTo>
                      <a:pt x="430" y="121"/>
                    </a:lnTo>
                    <a:lnTo>
                      <a:pt x="427" y="121"/>
                    </a:lnTo>
                    <a:lnTo>
                      <a:pt x="425" y="121"/>
                    </a:lnTo>
                    <a:lnTo>
                      <a:pt x="422" y="121"/>
                    </a:lnTo>
                    <a:lnTo>
                      <a:pt x="421" y="121"/>
                    </a:lnTo>
                    <a:lnTo>
                      <a:pt x="418" y="121"/>
                    </a:lnTo>
                    <a:lnTo>
                      <a:pt x="415" y="121"/>
                    </a:lnTo>
                    <a:lnTo>
                      <a:pt x="413" y="121"/>
                    </a:lnTo>
                    <a:lnTo>
                      <a:pt x="410" y="120"/>
                    </a:lnTo>
                    <a:lnTo>
                      <a:pt x="408" y="120"/>
                    </a:lnTo>
                    <a:lnTo>
                      <a:pt x="405" y="120"/>
                    </a:lnTo>
                    <a:lnTo>
                      <a:pt x="403" y="120"/>
                    </a:lnTo>
                    <a:lnTo>
                      <a:pt x="399" y="119"/>
                    </a:lnTo>
                    <a:lnTo>
                      <a:pt x="396" y="119"/>
                    </a:lnTo>
                    <a:lnTo>
                      <a:pt x="393" y="119"/>
                    </a:lnTo>
                    <a:lnTo>
                      <a:pt x="390" y="118"/>
                    </a:lnTo>
                    <a:lnTo>
                      <a:pt x="386" y="118"/>
                    </a:lnTo>
                    <a:lnTo>
                      <a:pt x="383" y="118"/>
                    </a:lnTo>
                    <a:lnTo>
                      <a:pt x="379" y="117"/>
                    </a:lnTo>
                    <a:lnTo>
                      <a:pt x="376" y="117"/>
                    </a:lnTo>
                    <a:lnTo>
                      <a:pt x="369" y="116"/>
                    </a:lnTo>
                    <a:lnTo>
                      <a:pt x="363" y="116"/>
                    </a:lnTo>
                    <a:lnTo>
                      <a:pt x="356" y="115"/>
                    </a:lnTo>
                    <a:lnTo>
                      <a:pt x="349" y="115"/>
                    </a:lnTo>
                    <a:lnTo>
                      <a:pt x="346" y="114"/>
                    </a:lnTo>
                    <a:lnTo>
                      <a:pt x="342" y="114"/>
                    </a:lnTo>
                    <a:lnTo>
                      <a:pt x="339" y="114"/>
                    </a:lnTo>
                    <a:lnTo>
                      <a:pt x="335" y="113"/>
                    </a:lnTo>
                    <a:lnTo>
                      <a:pt x="333" y="113"/>
                    </a:lnTo>
                    <a:lnTo>
                      <a:pt x="329" y="113"/>
                    </a:lnTo>
                    <a:lnTo>
                      <a:pt x="326" y="112"/>
                    </a:lnTo>
                    <a:lnTo>
                      <a:pt x="322" y="112"/>
                    </a:lnTo>
                    <a:lnTo>
                      <a:pt x="319" y="112"/>
                    </a:lnTo>
                    <a:lnTo>
                      <a:pt x="315" y="111"/>
                    </a:lnTo>
                    <a:lnTo>
                      <a:pt x="312" y="111"/>
                    </a:lnTo>
                    <a:lnTo>
                      <a:pt x="308" y="111"/>
                    </a:lnTo>
                    <a:lnTo>
                      <a:pt x="306" y="110"/>
                    </a:lnTo>
                    <a:lnTo>
                      <a:pt x="302" y="110"/>
                    </a:lnTo>
                    <a:lnTo>
                      <a:pt x="299" y="109"/>
                    </a:lnTo>
                    <a:lnTo>
                      <a:pt x="297" y="109"/>
                    </a:lnTo>
                    <a:lnTo>
                      <a:pt x="295" y="109"/>
                    </a:lnTo>
                    <a:lnTo>
                      <a:pt x="293" y="109"/>
                    </a:lnTo>
                    <a:lnTo>
                      <a:pt x="292" y="109"/>
                    </a:lnTo>
                    <a:lnTo>
                      <a:pt x="290" y="108"/>
                    </a:lnTo>
                    <a:lnTo>
                      <a:pt x="288" y="108"/>
                    </a:lnTo>
                    <a:lnTo>
                      <a:pt x="286" y="108"/>
                    </a:lnTo>
                    <a:lnTo>
                      <a:pt x="284" y="108"/>
                    </a:lnTo>
                    <a:lnTo>
                      <a:pt x="283" y="107"/>
                    </a:lnTo>
                    <a:lnTo>
                      <a:pt x="281" y="107"/>
                    </a:lnTo>
                    <a:lnTo>
                      <a:pt x="279" y="107"/>
                    </a:lnTo>
                    <a:lnTo>
                      <a:pt x="277" y="107"/>
                    </a:lnTo>
                    <a:lnTo>
                      <a:pt x="277" y="106"/>
                    </a:lnTo>
                    <a:lnTo>
                      <a:pt x="275" y="106"/>
                    </a:lnTo>
                    <a:lnTo>
                      <a:pt x="273" y="106"/>
                    </a:lnTo>
                    <a:lnTo>
                      <a:pt x="271" y="106"/>
                    </a:lnTo>
                    <a:lnTo>
                      <a:pt x="270" y="105"/>
                    </a:lnTo>
                    <a:lnTo>
                      <a:pt x="268" y="105"/>
                    </a:lnTo>
                    <a:lnTo>
                      <a:pt x="266" y="105"/>
                    </a:lnTo>
                    <a:lnTo>
                      <a:pt x="266" y="105"/>
                    </a:lnTo>
                    <a:lnTo>
                      <a:pt x="264" y="105"/>
                    </a:lnTo>
                    <a:lnTo>
                      <a:pt x="263" y="104"/>
                    </a:lnTo>
                    <a:lnTo>
                      <a:pt x="261" y="104"/>
                    </a:lnTo>
                    <a:lnTo>
                      <a:pt x="259" y="104"/>
                    </a:lnTo>
                    <a:lnTo>
                      <a:pt x="257" y="103"/>
                    </a:lnTo>
                    <a:lnTo>
                      <a:pt x="256" y="103"/>
                    </a:lnTo>
                    <a:lnTo>
                      <a:pt x="254" y="103"/>
                    </a:lnTo>
                    <a:lnTo>
                      <a:pt x="252" y="102"/>
                    </a:lnTo>
                    <a:lnTo>
                      <a:pt x="250" y="102"/>
                    </a:lnTo>
                    <a:lnTo>
                      <a:pt x="248" y="102"/>
                    </a:lnTo>
                    <a:lnTo>
                      <a:pt x="248" y="101"/>
                    </a:lnTo>
                    <a:lnTo>
                      <a:pt x="246" y="101"/>
                    </a:lnTo>
                    <a:lnTo>
                      <a:pt x="244" y="101"/>
                    </a:lnTo>
                    <a:lnTo>
                      <a:pt x="242" y="100"/>
                    </a:lnTo>
                    <a:lnTo>
                      <a:pt x="241" y="100"/>
                    </a:lnTo>
                    <a:lnTo>
                      <a:pt x="239" y="100"/>
                    </a:lnTo>
                    <a:lnTo>
                      <a:pt x="237" y="99"/>
                    </a:lnTo>
                    <a:lnTo>
                      <a:pt x="235" y="99"/>
                    </a:lnTo>
                    <a:lnTo>
                      <a:pt x="234" y="99"/>
                    </a:lnTo>
                    <a:lnTo>
                      <a:pt x="232" y="98"/>
                    </a:lnTo>
                    <a:lnTo>
                      <a:pt x="230" y="98"/>
                    </a:lnTo>
                    <a:lnTo>
                      <a:pt x="228" y="97"/>
                    </a:lnTo>
                    <a:lnTo>
                      <a:pt x="226" y="97"/>
                    </a:lnTo>
                    <a:lnTo>
                      <a:pt x="225" y="97"/>
                    </a:lnTo>
                    <a:lnTo>
                      <a:pt x="223" y="96"/>
                    </a:lnTo>
                    <a:lnTo>
                      <a:pt x="221" y="96"/>
                    </a:lnTo>
                    <a:lnTo>
                      <a:pt x="219" y="95"/>
                    </a:lnTo>
                    <a:lnTo>
                      <a:pt x="219" y="95"/>
                    </a:lnTo>
                    <a:lnTo>
                      <a:pt x="217" y="94"/>
                    </a:lnTo>
                    <a:lnTo>
                      <a:pt x="215" y="94"/>
                    </a:lnTo>
                    <a:lnTo>
                      <a:pt x="213" y="93"/>
                    </a:lnTo>
                    <a:lnTo>
                      <a:pt x="212" y="93"/>
                    </a:lnTo>
                    <a:lnTo>
                      <a:pt x="210" y="92"/>
                    </a:lnTo>
                    <a:lnTo>
                      <a:pt x="210" y="92"/>
                    </a:lnTo>
                    <a:lnTo>
                      <a:pt x="209" y="93"/>
                    </a:lnTo>
                    <a:lnTo>
                      <a:pt x="208" y="93"/>
                    </a:lnTo>
                    <a:lnTo>
                      <a:pt x="206" y="94"/>
                    </a:lnTo>
                    <a:lnTo>
                      <a:pt x="204" y="95"/>
                    </a:lnTo>
                    <a:lnTo>
                      <a:pt x="202" y="95"/>
                    </a:lnTo>
                    <a:lnTo>
                      <a:pt x="201" y="96"/>
                    </a:lnTo>
                    <a:lnTo>
                      <a:pt x="199" y="97"/>
                    </a:lnTo>
                    <a:lnTo>
                      <a:pt x="197" y="97"/>
                    </a:lnTo>
                    <a:lnTo>
                      <a:pt x="195" y="98"/>
                    </a:lnTo>
                    <a:lnTo>
                      <a:pt x="193" y="99"/>
                    </a:lnTo>
                    <a:lnTo>
                      <a:pt x="192" y="99"/>
                    </a:lnTo>
                    <a:lnTo>
                      <a:pt x="191" y="100"/>
                    </a:lnTo>
                    <a:lnTo>
                      <a:pt x="190" y="101"/>
                    </a:lnTo>
                    <a:lnTo>
                      <a:pt x="189" y="102"/>
                    </a:lnTo>
                    <a:lnTo>
                      <a:pt x="187" y="104"/>
                    </a:lnTo>
                    <a:lnTo>
                      <a:pt x="186" y="106"/>
                    </a:lnTo>
                    <a:lnTo>
                      <a:pt x="185" y="106"/>
                    </a:lnTo>
                    <a:lnTo>
                      <a:pt x="184" y="107"/>
                    </a:lnTo>
                    <a:lnTo>
                      <a:pt x="183" y="107"/>
                    </a:lnTo>
                    <a:lnTo>
                      <a:pt x="182" y="107"/>
                    </a:lnTo>
                    <a:lnTo>
                      <a:pt x="180" y="107"/>
                    </a:lnTo>
                    <a:lnTo>
                      <a:pt x="177" y="108"/>
                    </a:lnTo>
                    <a:lnTo>
                      <a:pt x="175" y="108"/>
                    </a:lnTo>
                    <a:lnTo>
                      <a:pt x="173" y="108"/>
                    </a:lnTo>
                    <a:lnTo>
                      <a:pt x="171" y="109"/>
                    </a:lnTo>
                    <a:lnTo>
                      <a:pt x="169" y="109"/>
                    </a:lnTo>
                    <a:lnTo>
                      <a:pt x="167" y="110"/>
                    </a:lnTo>
                    <a:lnTo>
                      <a:pt x="165" y="110"/>
                    </a:lnTo>
                    <a:lnTo>
                      <a:pt x="163" y="110"/>
                    </a:lnTo>
                    <a:lnTo>
                      <a:pt x="161" y="111"/>
                    </a:lnTo>
                    <a:lnTo>
                      <a:pt x="159" y="111"/>
                    </a:lnTo>
                    <a:lnTo>
                      <a:pt x="157" y="111"/>
                    </a:lnTo>
                    <a:lnTo>
                      <a:pt x="155" y="111"/>
                    </a:lnTo>
                    <a:lnTo>
                      <a:pt x="153" y="112"/>
                    </a:lnTo>
                    <a:lnTo>
                      <a:pt x="151" y="112"/>
                    </a:lnTo>
                    <a:lnTo>
                      <a:pt x="149" y="112"/>
                    </a:lnTo>
                    <a:lnTo>
                      <a:pt x="146" y="113"/>
                    </a:lnTo>
                    <a:lnTo>
                      <a:pt x="144" y="113"/>
                    </a:lnTo>
                    <a:lnTo>
                      <a:pt x="142" y="113"/>
                    </a:lnTo>
                    <a:lnTo>
                      <a:pt x="140" y="113"/>
                    </a:lnTo>
                    <a:lnTo>
                      <a:pt x="138" y="114"/>
                    </a:lnTo>
                    <a:lnTo>
                      <a:pt x="135" y="114"/>
                    </a:lnTo>
                    <a:lnTo>
                      <a:pt x="133" y="114"/>
                    </a:lnTo>
                    <a:lnTo>
                      <a:pt x="132" y="114"/>
                    </a:lnTo>
                    <a:lnTo>
                      <a:pt x="130" y="114"/>
                    </a:lnTo>
                    <a:lnTo>
                      <a:pt x="127" y="115"/>
                    </a:lnTo>
                    <a:lnTo>
                      <a:pt x="125" y="115"/>
                    </a:lnTo>
                    <a:lnTo>
                      <a:pt x="123" y="115"/>
                    </a:lnTo>
                    <a:lnTo>
                      <a:pt x="121" y="115"/>
                    </a:lnTo>
                    <a:lnTo>
                      <a:pt x="119" y="115"/>
                    </a:lnTo>
                    <a:lnTo>
                      <a:pt x="118" y="115"/>
                    </a:lnTo>
                    <a:lnTo>
                      <a:pt x="116" y="115"/>
                    </a:lnTo>
                    <a:lnTo>
                      <a:pt x="115" y="115"/>
                    </a:lnTo>
                    <a:lnTo>
                      <a:pt x="114" y="115"/>
                    </a:lnTo>
                    <a:lnTo>
                      <a:pt x="113" y="116"/>
                    </a:lnTo>
                    <a:lnTo>
                      <a:pt x="112" y="116"/>
                    </a:lnTo>
                    <a:lnTo>
                      <a:pt x="111" y="116"/>
                    </a:lnTo>
                    <a:lnTo>
                      <a:pt x="110" y="116"/>
                    </a:lnTo>
                    <a:lnTo>
                      <a:pt x="109" y="116"/>
                    </a:lnTo>
                    <a:lnTo>
                      <a:pt x="108" y="116"/>
                    </a:lnTo>
                    <a:lnTo>
                      <a:pt x="107" y="116"/>
                    </a:lnTo>
                    <a:lnTo>
                      <a:pt x="105" y="116"/>
                    </a:lnTo>
                    <a:lnTo>
                      <a:pt x="104" y="116"/>
                    </a:lnTo>
                    <a:lnTo>
                      <a:pt x="103" y="116"/>
                    </a:lnTo>
                    <a:lnTo>
                      <a:pt x="103" y="116"/>
                    </a:lnTo>
                    <a:lnTo>
                      <a:pt x="102" y="116"/>
                    </a:lnTo>
                    <a:lnTo>
                      <a:pt x="101" y="116"/>
                    </a:lnTo>
                    <a:lnTo>
                      <a:pt x="100" y="116"/>
                    </a:lnTo>
                    <a:lnTo>
                      <a:pt x="99" y="116"/>
                    </a:lnTo>
                    <a:lnTo>
                      <a:pt x="98" y="116"/>
                    </a:lnTo>
                    <a:lnTo>
                      <a:pt x="97" y="116"/>
                    </a:lnTo>
                    <a:lnTo>
                      <a:pt x="96" y="116"/>
                    </a:lnTo>
                    <a:lnTo>
                      <a:pt x="94" y="116"/>
                    </a:lnTo>
                    <a:lnTo>
                      <a:pt x="93" y="116"/>
                    </a:lnTo>
                    <a:lnTo>
                      <a:pt x="92" y="116"/>
                    </a:lnTo>
                    <a:lnTo>
                      <a:pt x="91" y="116"/>
                    </a:lnTo>
                    <a:lnTo>
                      <a:pt x="90" y="116"/>
                    </a:lnTo>
                    <a:lnTo>
                      <a:pt x="89" y="116"/>
                    </a:lnTo>
                    <a:lnTo>
                      <a:pt x="88" y="116"/>
                    </a:lnTo>
                    <a:lnTo>
                      <a:pt x="87" y="116"/>
                    </a:lnTo>
                    <a:lnTo>
                      <a:pt x="86" y="116"/>
                    </a:lnTo>
                    <a:lnTo>
                      <a:pt x="85" y="115"/>
                    </a:lnTo>
                    <a:lnTo>
                      <a:pt x="84" y="115"/>
                    </a:lnTo>
                    <a:lnTo>
                      <a:pt x="83" y="115"/>
                    </a:lnTo>
                    <a:lnTo>
                      <a:pt x="82" y="115"/>
                    </a:lnTo>
                    <a:lnTo>
                      <a:pt x="81" y="115"/>
                    </a:lnTo>
                    <a:lnTo>
                      <a:pt x="79" y="115"/>
                    </a:lnTo>
                    <a:lnTo>
                      <a:pt x="78" y="115"/>
                    </a:lnTo>
                    <a:lnTo>
                      <a:pt x="77" y="115"/>
                    </a:lnTo>
                    <a:lnTo>
                      <a:pt x="76" y="115"/>
                    </a:lnTo>
                    <a:lnTo>
                      <a:pt x="75" y="115"/>
                    </a:lnTo>
                    <a:lnTo>
                      <a:pt x="74" y="115"/>
                    </a:lnTo>
                    <a:lnTo>
                      <a:pt x="74" y="115"/>
                    </a:lnTo>
                    <a:lnTo>
                      <a:pt x="73" y="114"/>
                    </a:lnTo>
                    <a:lnTo>
                      <a:pt x="72" y="114"/>
                    </a:lnTo>
                    <a:lnTo>
                      <a:pt x="71" y="114"/>
                    </a:lnTo>
                    <a:lnTo>
                      <a:pt x="70" y="114"/>
                    </a:lnTo>
                    <a:lnTo>
                      <a:pt x="69" y="114"/>
                    </a:lnTo>
                    <a:lnTo>
                      <a:pt x="68" y="114"/>
                    </a:lnTo>
                    <a:lnTo>
                      <a:pt x="67" y="114"/>
                    </a:lnTo>
                    <a:lnTo>
                      <a:pt x="66" y="113"/>
                    </a:lnTo>
                    <a:lnTo>
                      <a:pt x="65" y="113"/>
                    </a:lnTo>
                    <a:lnTo>
                      <a:pt x="64" y="113"/>
                    </a:lnTo>
                    <a:lnTo>
                      <a:pt x="63" y="113"/>
                    </a:lnTo>
                    <a:lnTo>
                      <a:pt x="62" y="113"/>
                    </a:lnTo>
                    <a:lnTo>
                      <a:pt x="61" y="113"/>
                    </a:lnTo>
                    <a:lnTo>
                      <a:pt x="60" y="112"/>
                    </a:lnTo>
                    <a:lnTo>
                      <a:pt x="59" y="112"/>
                    </a:lnTo>
                    <a:lnTo>
                      <a:pt x="58" y="112"/>
                    </a:lnTo>
                    <a:lnTo>
                      <a:pt x="57" y="112"/>
                    </a:lnTo>
                    <a:lnTo>
                      <a:pt x="56" y="112"/>
                    </a:lnTo>
                    <a:lnTo>
                      <a:pt x="55" y="111"/>
                    </a:lnTo>
                    <a:lnTo>
                      <a:pt x="54" y="111"/>
                    </a:lnTo>
                    <a:lnTo>
                      <a:pt x="53" y="111"/>
                    </a:lnTo>
                    <a:lnTo>
                      <a:pt x="52" y="111"/>
                    </a:lnTo>
                    <a:lnTo>
                      <a:pt x="51" y="110"/>
                    </a:lnTo>
                    <a:lnTo>
                      <a:pt x="50" y="110"/>
                    </a:lnTo>
                    <a:lnTo>
                      <a:pt x="49" y="110"/>
                    </a:lnTo>
                    <a:lnTo>
                      <a:pt x="48" y="110"/>
                    </a:lnTo>
                    <a:lnTo>
                      <a:pt x="47" y="109"/>
                    </a:lnTo>
                    <a:lnTo>
                      <a:pt x="46" y="109"/>
                    </a:lnTo>
                    <a:lnTo>
                      <a:pt x="45" y="109"/>
                    </a:lnTo>
                    <a:lnTo>
                      <a:pt x="45" y="108"/>
                    </a:lnTo>
                    <a:lnTo>
                      <a:pt x="44" y="108"/>
                    </a:lnTo>
                    <a:lnTo>
                      <a:pt x="43" y="108"/>
                    </a:lnTo>
                    <a:lnTo>
                      <a:pt x="42" y="107"/>
                    </a:lnTo>
                    <a:lnTo>
                      <a:pt x="41" y="107"/>
                    </a:lnTo>
                    <a:lnTo>
                      <a:pt x="40" y="107"/>
                    </a:lnTo>
                    <a:lnTo>
                      <a:pt x="40" y="106"/>
                    </a:lnTo>
                    <a:lnTo>
                      <a:pt x="39" y="106"/>
                    </a:lnTo>
                    <a:lnTo>
                      <a:pt x="38" y="106"/>
                    </a:lnTo>
                    <a:lnTo>
                      <a:pt x="37" y="105"/>
                    </a:lnTo>
                    <a:lnTo>
                      <a:pt x="36" y="105"/>
                    </a:lnTo>
                    <a:lnTo>
                      <a:pt x="35" y="104"/>
                    </a:lnTo>
                    <a:lnTo>
                      <a:pt x="34" y="104"/>
                    </a:lnTo>
                    <a:lnTo>
                      <a:pt x="33" y="103"/>
                    </a:lnTo>
                    <a:lnTo>
                      <a:pt x="32" y="103"/>
                    </a:lnTo>
                    <a:lnTo>
                      <a:pt x="31" y="103"/>
                    </a:lnTo>
                    <a:lnTo>
                      <a:pt x="30" y="102"/>
                    </a:lnTo>
                    <a:lnTo>
                      <a:pt x="30" y="102"/>
                    </a:lnTo>
                    <a:lnTo>
                      <a:pt x="29" y="101"/>
                    </a:lnTo>
                    <a:lnTo>
                      <a:pt x="28" y="101"/>
                    </a:lnTo>
                    <a:lnTo>
                      <a:pt x="27" y="100"/>
                    </a:lnTo>
                    <a:lnTo>
                      <a:pt x="26" y="100"/>
                    </a:lnTo>
                    <a:lnTo>
                      <a:pt x="25" y="99"/>
                    </a:lnTo>
                    <a:lnTo>
                      <a:pt x="24" y="99"/>
                    </a:lnTo>
                    <a:lnTo>
                      <a:pt x="24" y="98"/>
                    </a:lnTo>
                    <a:lnTo>
                      <a:pt x="23" y="97"/>
                    </a:lnTo>
                    <a:lnTo>
                      <a:pt x="22" y="97"/>
                    </a:lnTo>
                    <a:lnTo>
                      <a:pt x="21" y="96"/>
                    </a:lnTo>
                    <a:lnTo>
                      <a:pt x="20" y="96"/>
                    </a:lnTo>
                    <a:lnTo>
                      <a:pt x="19" y="95"/>
                    </a:lnTo>
                    <a:lnTo>
                      <a:pt x="19" y="94"/>
                    </a:lnTo>
                    <a:lnTo>
                      <a:pt x="18" y="94"/>
                    </a:lnTo>
                    <a:lnTo>
                      <a:pt x="17" y="93"/>
                    </a:lnTo>
                    <a:lnTo>
                      <a:pt x="17" y="92"/>
                    </a:lnTo>
                    <a:lnTo>
                      <a:pt x="17" y="92"/>
                    </a:lnTo>
                    <a:lnTo>
                      <a:pt x="16" y="92"/>
                    </a:lnTo>
                    <a:lnTo>
                      <a:pt x="15" y="91"/>
                    </a:lnTo>
                    <a:lnTo>
                      <a:pt x="14" y="90"/>
                    </a:lnTo>
                    <a:lnTo>
                      <a:pt x="14" y="90"/>
                    </a:lnTo>
                    <a:lnTo>
                      <a:pt x="13" y="89"/>
                    </a:lnTo>
                    <a:lnTo>
                      <a:pt x="12" y="88"/>
                    </a:lnTo>
                    <a:lnTo>
                      <a:pt x="11" y="87"/>
                    </a:lnTo>
                    <a:lnTo>
                      <a:pt x="11" y="87"/>
                    </a:lnTo>
                    <a:lnTo>
                      <a:pt x="10" y="86"/>
                    </a:lnTo>
                    <a:lnTo>
                      <a:pt x="9" y="85"/>
                    </a:lnTo>
                    <a:lnTo>
                      <a:pt x="9" y="84"/>
                    </a:lnTo>
                    <a:lnTo>
                      <a:pt x="8" y="84"/>
                    </a:lnTo>
                    <a:lnTo>
                      <a:pt x="8" y="83"/>
                    </a:lnTo>
                    <a:lnTo>
                      <a:pt x="8" y="83"/>
                    </a:lnTo>
                    <a:lnTo>
                      <a:pt x="7" y="82"/>
                    </a:lnTo>
                    <a:lnTo>
                      <a:pt x="7" y="82"/>
                    </a:lnTo>
                    <a:lnTo>
                      <a:pt x="7" y="81"/>
                    </a:lnTo>
                    <a:lnTo>
                      <a:pt x="6" y="80"/>
                    </a:lnTo>
                    <a:lnTo>
                      <a:pt x="6" y="80"/>
                    </a:lnTo>
                    <a:lnTo>
                      <a:pt x="6" y="79"/>
                    </a:lnTo>
                    <a:lnTo>
                      <a:pt x="5" y="79"/>
                    </a:lnTo>
                    <a:lnTo>
                      <a:pt x="5" y="78"/>
                    </a:lnTo>
                    <a:lnTo>
                      <a:pt x="5" y="78"/>
                    </a:lnTo>
                    <a:lnTo>
                      <a:pt x="4" y="77"/>
                    </a:lnTo>
                    <a:lnTo>
                      <a:pt x="4" y="77"/>
                    </a:lnTo>
                    <a:lnTo>
                      <a:pt x="4" y="76"/>
                    </a:lnTo>
                    <a:lnTo>
                      <a:pt x="4" y="75"/>
                    </a:lnTo>
                    <a:lnTo>
                      <a:pt x="3" y="75"/>
                    </a:lnTo>
                    <a:lnTo>
                      <a:pt x="3" y="74"/>
                    </a:lnTo>
                    <a:lnTo>
                      <a:pt x="3" y="74"/>
                    </a:lnTo>
                    <a:lnTo>
                      <a:pt x="3" y="73"/>
                    </a:lnTo>
                    <a:lnTo>
                      <a:pt x="2" y="72"/>
                    </a:lnTo>
                    <a:lnTo>
                      <a:pt x="2" y="72"/>
                    </a:lnTo>
                    <a:lnTo>
                      <a:pt x="2" y="71"/>
                    </a:lnTo>
                    <a:lnTo>
                      <a:pt x="2" y="71"/>
                    </a:lnTo>
                    <a:lnTo>
                      <a:pt x="2" y="70"/>
                    </a:lnTo>
                    <a:lnTo>
                      <a:pt x="1" y="69"/>
                    </a:lnTo>
                    <a:lnTo>
                      <a:pt x="1" y="69"/>
                    </a:lnTo>
                    <a:lnTo>
                      <a:pt x="1" y="68"/>
                    </a:lnTo>
                    <a:lnTo>
                      <a:pt x="1" y="67"/>
                    </a:lnTo>
                    <a:lnTo>
                      <a:pt x="1" y="67"/>
                    </a:lnTo>
                    <a:lnTo>
                      <a:pt x="1" y="66"/>
                    </a:lnTo>
                    <a:lnTo>
                      <a:pt x="1" y="65"/>
                    </a:lnTo>
                    <a:lnTo>
                      <a:pt x="0" y="65"/>
                    </a:lnTo>
                    <a:lnTo>
                      <a:pt x="0" y="64"/>
                    </a:lnTo>
                    <a:lnTo>
                      <a:pt x="0" y="63"/>
                    </a:lnTo>
                    <a:lnTo>
                      <a:pt x="0" y="63"/>
                    </a:lnTo>
                    <a:lnTo>
                      <a:pt x="0" y="62"/>
                    </a:lnTo>
                    <a:lnTo>
                      <a:pt x="0" y="62"/>
                    </a:lnTo>
                    <a:lnTo>
                      <a:pt x="0" y="62"/>
                    </a:lnTo>
                    <a:lnTo>
                      <a:pt x="0" y="61"/>
                    </a:lnTo>
                    <a:lnTo>
                      <a:pt x="0" y="60"/>
                    </a:lnTo>
                    <a:lnTo>
                      <a:pt x="0" y="60"/>
                    </a:lnTo>
                    <a:lnTo>
                      <a:pt x="0" y="59"/>
                    </a:lnTo>
                    <a:lnTo>
                      <a:pt x="0" y="58"/>
                    </a:lnTo>
                    <a:lnTo>
                      <a:pt x="0" y="58"/>
                    </a:lnTo>
                    <a:lnTo>
                      <a:pt x="0" y="57"/>
                    </a:lnTo>
                    <a:lnTo>
                      <a:pt x="0" y="56"/>
                    </a:lnTo>
                    <a:lnTo>
                      <a:pt x="1" y="56"/>
                    </a:lnTo>
                    <a:lnTo>
                      <a:pt x="1" y="55"/>
                    </a:lnTo>
                    <a:lnTo>
                      <a:pt x="1" y="54"/>
                    </a:lnTo>
                    <a:lnTo>
                      <a:pt x="1" y="54"/>
                    </a:lnTo>
                    <a:lnTo>
                      <a:pt x="1" y="53"/>
                    </a:lnTo>
                    <a:lnTo>
                      <a:pt x="1" y="52"/>
                    </a:lnTo>
                    <a:lnTo>
                      <a:pt x="1" y="52"/>
                    </a:lnTo>
                    <a:lnTo>
                      <a:pt x="2" y="51"/>
                    </a:lnTo>
                    <a:lnTo>
                      <a:pt x="2" y="50"/>
                    </a:lnTo>
                    <a:lnTo>
                      <a:pt x="2" y="50"/>
                    </a:lnTo>
                    <a:lnTo>
                      <a:pt x="2" y="49"/>
                    </a:lnTo>
                    <a:lnTo>
                      <a:pt x="2" y="49"/>
                    </a:lnTo>
                    <a:lnTo>
                      <a:pt x="3" y="48"/>
                    </a:lnTo>
                    <a:lnTo>
                      <a:pt x="3" y="47"/>
                    </a:lnTo>
                    <a:lnTo>
                      <a:pt x="3" y="47"/>
                    </a:lnTo>
                    <a:lnTo>
                      <a:pt x="3" y="46"/>
                    </a:lnTo>
                    <a:lnTo>
                      <a:pt x="4" y="46"/>
                    </a:lnTo>
                    <a:lnTo>
                      <a:pt x="4" y="45"/>
                    </a:lnTo>
                    <a:lnTo>
                      <a:pt x="4" y="45"/>
                    </a:lnTo>
                    <a:lnTo>
                      <a:pt x="4" y="44"/>
                    </a:lnTo>
                    <a:lnTo>
                      <a:pt x="5" y="44"/>
                    </a:lnTo>
                    <a:lnTo>
                      <a:pt x="5" y="43"/>
                    </a:lnTo>
                    <a:lnTo>
                      <a:pt x="5" y="43"/>
                    </a:lnTo>
                    <a:lnTo>
                      <a:pt x="6" y="42"/>
                    </a:lnTo>
                    <a:lnTo>
                      <a:pt x="6" y="42"/>
                    </a:lnTo>
                    <a:lnTo>
                      <a:pt x="6" y="41"/>
                    </a:lnTo>
                    <a:lnTo>
                      <a:pt x="6" y="41"/>
                    </a:lnTo>
                    <a:lnTo>
                      <a:pt x="7" y="40"/>
                    </a:lnTo>
                    <a:lnTo>
                      <a:pt x="7" y="40"/>
                    </a:lnTo>
                    <a:lnTo>
                      <a:pt x="7" y="39"/>
                    </a:lnTo>
                    <a:lnTo>
                      <a:pt x="8" y="39"/>
                    </a:lnTo>
                    <a:lnTo>
                      <a:pt x="8" y="38"/>
                    </a:lnTo>
                    <a:lnTo>
                      <a:pt x="8" y="38"/>
                    </a:lnTo>
                    <a:lnTo>
                      <a:pt x="9" y="38"/>
                    </a:lnTo>
                    <a:lnTo>
                      <a:pt x="9" y="37"/>
                    </a:lnTo>
                    <a:lnTo>
                      <a:pt x="9" y="37"/>
                    </a:lnTo>
                    <a:lnTo>
                      <a:pt x="10" y="36"/>
                    </a:lnTo>
                    <a:lnTo>
                      <a:pt x="10" y="36"/>
                    </a:lnTo>
                    <a:lnTo>
                      <a:pt x="11" y="36"/>
                    </a:lnTo>
                    <a:lnTo>
                      <a:pt x="11" y="35"/>
                    </a:lnTo>
                    <a:lnTo>
                      <a:pt x="11" y="35"/>
                    </a:lnTo>
                    <a:lnTo>
                      <a:pt x="12" y="34"/>
                    </a:lnTo>
                    <a:lnTo>
                      <a:pt x="13" y="33"/>
                    </a:lnTo>
                    <a:lnTo>
                      <a:pt x="13" y="33"/>
                    </a:lnTo>
                    <a:lnTo>
                      <a:pt x="14" y="33"/>
                    </a:lnTo>
                    <a:lnTo>
                      <a:pt x="15" y="32"/>
                    </a:lnTo>
                    <a:lnTo>
                      <a:pt x="16" y="32"/>
                    </a:lnTo>
                    <a:lnTo>
                      <a:pt x="16" y="31"/>
                    </a:lnTo>
                    <a:lnTo>
                      <a:pt x="17" y="31"/>
                    </a:lnTo>
                    <a:lnTo>
                      <a:pt x="17" y="30"/>
                    </a:lnTo>
                    <a:lnTo>
                      <a:pt x="18" y="29"/>
                    </a:lnTo>
                    <a:lnTo>
                      <a:pt x="18" y="29"/>
                    </a:lnTo>
                    <a:lnTo>
                      <a:pt x="19" y="28"/>
                    </a:lnTo>
                    <a:lnTo>
                      <a:pt x="20" y="28"/>
                    </a:lnTo>
                    <a:lnTo>
                      <a:pt x="21" y="27"/>
                    </a:lnTo>
                    <a:lnTo>
                      <a:pt x="21" y="27"/>
                    </a:lnTo>
                    <a:lnTo>
                      <a:pt x="22" y="26"/>
                    </a:lnTo>
                    <a:lnTo>
                      <a:pt x="23" y="26"/>
                    </a:lnTo>
                    <a:lnTo>
                      <a:pt x="24" y="25"/>
                    </a:lnTo>
                    <a:lnTo>
                      <a:pt x="25" y="25"/>
                    </a:lnTo>
                    <a:lnTo>
                      <a:pt x="25" y="25"/>
                    </a:lnTo>
                    <a:lnTo>
                      <a:pt x="26" y="24"/>
                    </a:lnTo>
                    <a:lnTo>
                      <a:pt x="27" y="24"/>
                    </a:lnTo>
                    <a:lnTo>
                      <a:pt x="28" y="23"/>
                    </a:lnTo>
                    <a:lnTo>
                      <a:pt x="28" y="23"/>
                    </a:lnTo>
                    <a:lnTo>
                      <a:pt x="29" y="22"/>
                    </a:lnTo>
                    <a:lnTo>
                      <a:pt x="30" y="22"/>
                    </a:lnTo>
                    <a:lnTo>
                      <a:pt x="31" y="22"/>
                    </a:lnTo>
                    <a:lnTo>
                      <a:pt x="32" y="21"/>
                    </a:lnTo>
                    <a:lnTo>
                      <a:pt x="32" y="21"/>
                    </a:lnTo>
                    <a:lnTo>
                      <a:pt x="33" y="21"/>
                    </a:lnTo>
                    <a:lnTo>
                      <a:pt x="34" y="20"/>
                    </a:lnTo>
                    <a:lnTo>
                      <a:pt x="35" y="20"/>
                    </a:lnTo>
                    <a:lnTo>
                      <a:pt x="36" y="20"/>
                    </a:lnTo>
                    <a:lnTo>
                      <a:pt x="36" y="19"/>
                    </a:lnTo>
                    <a:lnTo>
                      <a:pt x="37" y="19"/>
                    </a:lnTo>
                    <a:lnTo>
                      <a:pt x="38" y="19"/>
                    </a:lnTo>
                    <a:lnTo>
                      <a:pt x="39" y="18"/>
                    </a:lnTo>
                    <a:lnTo>
                      <a:pt x="39" y="18"/>
                    </a:lnTo>
                    <a:lnTo>
                      <a:pt x="40" y="18"/>
                    </a:lnTo>
                    <a:lnTo>
                      <a:pt x="41" y="17"/>
                    </a:lnTo>
                    <a:lnTo>
                      <a:pt x="42" y="17"/>
                    </a:lnTo>
                    <a:lnTo>
                      <a:pt x="43" y="17"/>
                    </a:lnTo>
                    <a:lnTo>
                      <a:pt x="43" y="17"/>
                    </a:lnTo>
                    <a:lnTo>
                      <a:pt x="44" y="16"/>
                    </a:lnTo>
                    <a:lnTo>
                      <a:pt x="45" y="16"/>
                    </a:lnTo>
                    <a:lnTo>
                      <a:pt x="45" y="16"/>
                    </a:lnTo>
                    <a:lnTo>
                      <a:pt x="46" y="15"/>
                    </a:lnTo>
                    <a:lnTo>
                      <a:pt x="48" y="15"/>
                    </a:lnTo>
                    <a:lnTo>
                      <a:pt x="49" y="14"/>
                    </a:lnTo>
                    <a:lnTo>
                      <a:pt x="51" y="14"/>
                    </a:lnTo>
                    <a:lnTo>
                      <a:pt x="52" y="13"/>
                    </a:lnTo>
                    <a:lnTo>
                      <a:pt x="53" y="13"/>
                    </a:lnTo>
                    <a:lnTo>
                      <a:pt x="55" y="12"/>
                    </a:lnTo>
                    <a:lnTo>
                      <a:pt x="56" y="12"/>
                    </a:lnTo>
                    <a:lnTo>
                      <a:pt x="58" y="12"/>
                    </a:lnTo>
                    <a:lnTo>
                      <a:pt x="59" y="11"/>
                    </a:lnTo>
                    <a:lnTo>
                      <a:pt x="60" y="11"/>
                    </a:lnTo>
                    <a:lnTo>
                      <a:pt x="61" y="11"/>
                    </a:lnTo>
                    <a:lnTo>
                      <a:pt x="63" y="10"/>
                    </a:lnTo>
                    <a:lnTo>
                      <a:pt x="65" y="10"/>
                    </a:lnTo>
                    <a:lnTo>
                      <a:pt x="67" y="9"/>
                    </a:lnTo>
                    <a:lnTo>
                      <a:pt x="69" y="9"/>
                    </a:lnTo>
                    <a:lnTo>
                      <a:pt x="69" y="9"/>
                    </a:lnTo>
                    <a:lnTo>
                      <a:pt x="69" y="8"/>
                    </a:lnTo>
                    <a:lnTo>
                      <a:pt x="70" y="8"/>
                    </a:lnTo>
                    <a:lnTo>
                      <a:pt x="71" y="8"/>
                    </a:lnTo>
                    <a:lnTo>
                      <a:pt x="71" y="8"/>
                    </a:lnTo>
                    <a:lnTo>
                      <a:pt x="72" y="8"/>
                    </a:lnTo>
                    <a:lnTo>
                      <a:pt x="73" y="7"/>
                    </a:lnTo>
                    <a:lnTo>
                      <a:pt x="74" y="7"/>
                    </a:lnTo>
                    <a:lnTo>
                      <a:pt x="74" y="7"/>
                    </a:lnTo>
                    <a:lnTo>
                      <a:pt x="74" y="6"/>
                    </a:lnTo>
                    <a:lnTo>
                      <a:pt x="76" y="6"/>
                    </a:lnTo>
                    <a:lnTo>
                      <a:pt x="78" y="5"/>
                    </a:lnTo>
                    <a:lnTo>
                      <a:pt x="80" y="4"/>
                    </a:lnTo>
                    <a:lnTo>
                      <a:pt x="82" y="4"/>
                    </a:lnTo>
                    <a:lnTo>
                      <a:pt x="83" y="3"/>
                    </a:lnTo>
                    <a:lnTo>
                      <a:pt x="85" y="3"/>
                    </a:lnTo>
                    <a:lnTo>
                      <a:pt x="87" y="2"/>
                    </a:lnTo>
                    <a:lnTo>
                      <a:pt x="88" y="2"/>
                    </a:lnTo>
                    <a:lnTo>
                      <a:pt x="90" y="1"/>
                    </a:lnTo>
                    <a:lnTo>
                      <a:pt x="91" y="1"/>
                    </a:lnTo>
                    <a:lnTo>
                      <a:pt x="92" y="1"/>
                    </a:lnTo>
                    <a:lnTo>
                      <a:pt x="93" y="1"/>
                    </a:lnTo>
                    <a:lnTo>
                      <a:pt x="93" y="1"/>
                    </a:lnTo>
                    <a:lnTo>
                      <a:pt x="94" y="0"/>
                    </a:lnTo>
                    <a:lnTo>
                      <a:pt x="95" y="0"/>
                    </a:lnTo>
                    <a:lnTo>
                      <a:pt x="96" y="0"/>
                    </a:lnTo>
                    <a:lnTo>
                      <a:pt x="96" y="0"/>
                    </a:lnTo>
                    <a:lnTo>
                      <a:pt x="98" y="0"/>
                    </a:lnTo>
                    <a:lnTo>
                      <a:pt x="99" y="0"/>
                    </a:lnTo>
                    <a:lnTo>
                      <a:pt x="102" y="1"/>
                    </a:lnTo>
                    <a:lnTo>
                      <a:pt x="104" y="2"/>
                    </a:lnTo>
                    <a:lnTo>
                      <a:pt x="106" y="3"/>
                    </a:lnTo>
                    <a:lnTo>
                      <a:pt x="106" y="3"/>
                    </a:lnTo>
                    <a:lnTo>
                      <a:pt x="109" y="4"/>
                    </a:lnTo>
                    <a:lnTo>
                      <a:pt x="112" y="6"/>
                    </a:lnTo>
                    <a:lnTo>
                      <a:pt x="114" y="9"/>
                    </a:lnTo>
                    <a:lnTo>
                      <a:pt x="114" y="9"/>
                    </a:lnTo>
                    <a:lnTo>
                      <a:pt x="114" y="9"/>
                    </a:lnTo>
                    <a:lnTo>
                      <a:pt x="116" y="9"/>
                    </a:lnTo>
                    <a:lnTo>
                      <a:pt x="117" y="10"/>
                    </a:lnTo>
                    <a:lnTo>
                      <a:pt x="119" y="11"/>
                    </a:lnTo>
                    <a:lnTo>
                      <a:pt x="123" y="12"/>
                    </a:lnTo>
                    <a:lnTo>
                      <a:pt x="125" y="13"/>
                    </a:lnTo>
                    <a:lnTo>
                      <a:pt x="126" y="14"/>
                    </a:lnTo>
                    <a:lnTo>
                      <a:pt x="128" y="15"/>
                    </a:lnTo>
                    <a:lnTo>
                      <a:pt x="130" y="15"/>
                    </a:lnTo>
                    <a:lnTo>
                      <a:pt x="131" y="16"/>
                    </a:lnTo>
                    <a:lnTo>
                      <a:pt x="132" y="16"/>
                    </a:lnTo>
                    <a:lnTo>
                      <a:pt x="132" y="17"/>
                    </a:lnTo>
                    <a:lnTo>
                      <a:pt x="132" y="17"/>
                    </a:lnTo>
                    <a:lnTo>
                      <a:pt x="133" y="17"/>
                    </a:lnTo>
                    <a:lnTo>
                      <a:pt x="134" y="18"/>
                    </a:lnTo>
                    <a:lnTo>
                      <a:pt x="135" y="18"/>
                    </a:lnTo>
                    <a:lnTo>
                      <a:pt x="136" y="19"/>
                    </a:lnTo>
                    <a:lnTo>
                      <a:pt x="137" y="19"/>
                    </a:lnTo>
                    <a:lnTo>
                      <a:pt x="138" y="19"/>
                    </a:lnTo>
                    <a:lnTo>
                      <a:pt x="138" y="20"/>
                    </a:lnTo>
                    <a:lnTo>
                      <a:pt x="139" y="20"/>
                    </a:lnTo>
                    <a:lnTo>
                      <a:pt x="140" y="21"/>
                    </a:lnTo>
                    <a:lnTo>
                      <a:pt x="141" y="21"/>
                    </a:lnTo>
                    <a:lnTo>
                      <a:pt x="142" y="22"/>
                    </a:lnTo>
                    <a:lnTo>
                      <a:pt x="143" y="22"/>
                    </a:lnTo>
                    <a:lnTo>
                      <a:pt x="144" y="23"/>
                    </a:lnTo>
                    <a:lnTo>
                      <a:pt x="144" y="23"/>
                    </a:lnTo>
                    <a:lnTo>
                      <a:pt x="145" y="24"/>
                    </a:lnTo>
                    <a:lnTo>
                      <a:pt x="146" y="24"/>
                    </a:lnTo>
                    <a:lnTo>
                      <a:pt x="147" y="24"/>
                    </a:lnTo>
                    <a:lnTo>
                      <a:pt x="148" y="25"/>
                    </a:lnTo>
                    <a:lnTo>
                      <a:pt x="149" y="25"/>
                    </a:lnTo>
                    <a:lnTo>
                      <a:pt x="150" y="26"/>
                    </a:lnTo>
                    <a:lnTo>
                      <a:pt x="151" y="26"/>
                    </a:lnTo>
                    <a:lnTo>
                      <a:pt x="152" y="27"/>
                    </a:lnTo>
                    <a:lnTo>
                      <a:pt x="153" y="27"/>
                    </a:lnTo>
                    <a:lnTo>
                      <a:pt x="154" y="28"/>
                    </a:lnTo>
                    <a:lnTo>
                      <a:pt x="155" y="28"/>
                    </a:lnTo>
                    <a:lnTo>
                      <a:pt x="155" y="28"/>
                    </a:lnTo>
                    <a:lnTo>
                      <a:pt x="156" y="29"/>
                    </a:lnTo>
                    <a:lnTo>
                      <a:pt x="157" y="29"/>
                    </a:lnTo>
                    <a:lnTo>
                      <a:pt x="158" y="30"/>
                    </a:lnTo>
                    <a:lnTo>
                      <a:pt x="159" y="30"/>
                    </a:lnTo>
                    <a:lnTo>
                      <a:pt x="160" y="31"/>
                    </a:lnTo>
                    <a:lnTo>
                      <a:pt x="161" y="31"/>
                    </a:lnTo>
                    <a:lnTo>
                      <a:pt x="161" y="32"/>
                    </a:lnTo>
                    <a:lnTo>
                      <a:pt x="162" y="32"/>
                    </a:lnTo>
                    <a:lnTo>
                      <a:pt x="163" y="32"/>
                    </a:lnTo>
                    <a:lnTo>
                      <a:pt x="164" y="33"/>
                    </a:lnTo>
                    <a:lnTo>
                      <a:pt x="165" y="33"/>
                    </a:lnTo>
                    <a:lnTo>
                      <a:pt x="166" y="33"/>
                    </a:lnTo>
                    <a:lnTo>
                      <a:pt x="167" y="33"/>
                    </a:lnTo>
                    <a:lnTo>
                      <a:pt x="168" y="33"/>
                    </a:lnTo>
                    <a:lnTo>
                      <a:pt x="169" y="34"/>
                    </a:lnTo>
                    <a:lnTo>
                      <a:pt x="170" y="34"/>
                    </a:lnTo>
                    <a:lnTo>
                      <a:pt x="172" y="35"/>
                    </a:lnTo>
                    <a:lnTo>
                      <a:pt x="174" y="36"/>
                    </a:lnTo>
                    <a:lnTo>
                      <a:pt x="176" y="37"/>
                    </a:lnTo>
                    <a:lnTo>
                      <a:pt x="178" y="37"/>
                    </a:lnTo>
                    <a:lnTo>
                      <a:pt x="180" y="38"/>
                    </a:lnTo>
                    <a:lnTo>
                      <a:pt x="182" y="39"/>
                    </a:lnTo>
                    <a:lnTo>
                      <a:pt x="184" y="40"/>
                    </a:lnTo>
                    <a:lnTo>
                      <a:pt x="186" y="40"/>
                    </a:lnTo>
                    <a:lnTo>
                      <a:pt x="188" y="41"/>
                    </a:lnTo>
                    <a:lnTo>
                      <a:pt x="190" y="42"/>
                    </a:lnTo>
                    <a:lnTo>
                      <a:pt x="191" y="43"/>
                    </a:lnTo>
                    <a:lnTo>
                      <a:pt x="193" y="43"/>
                    </a:lnTo>
                    <a:lnTo>
                      <a:pt x="195" y="44"/>
                    </a:lnTo>
                    <a:lnTo>
                      <a:pt x="197" y="45"/>
                    </a:lnTo>
                    <a:lnTo>
                      <a:pt x="199" y="45"/>
                    </a:lnTo>
                    <a:lnTo>
                      <a:pt x="200" y="46"/>
                    </a:lnTo>
                    <a:lnTo>
                      <a:pt x="202" y="46"/>
                    </a:lnTo>
                    <a:lnTo>
                      <a:pt x="204" y="47"/>
                    </a:lnTo>
                    <a:lnTo>
                      <a:pt x="205" y="47"/>
                    </a:lnTo>
                    <a:lnTo>
                      <a:pt x="207" y="48"/>
                    </a:lnTo>
                    <a:lnTo>
                      <a:pt x="208" y="48"/>
                    </a:lnTo>
                    <a:lnTo>
                      <a:pt x="210" y="49"/>
                    </a:lnTo>
                    <a:lnTo>
                      <a:pt x="212" y="49"/>
                    </a:lnTo>
                    <a:lnTo>
                      <a:pt x="213" y="50"/>
                    </a:lnTo>
                    <a:lnTo>
                      <a:pt x="215" y="50"/>
                    </a:lnTo>
                    <a:lnTo>
                      <a:pt x="216" y="51"/>
                    </a:lnTo>
                    <a:lnTo>
                      <a:pt x="218" y="51"/>
                    </a:lnTo>
                    <a:lnTo>
                      <a:pt x="219" y="52"/>
                    </a:lnTo>
                    <a:lnTo>
                      <a:pt x="220" y="52"/>
                    </a:lnTo>
                    <a:lnTo>
                      <a:pt x="222" y="53"/>
                    </a:lnTo>
                    <a:lnTo>
                      <a:pt x="224" y="53"/>
                    </a:lnTo>
                    <a:lnTo>
                      <a:pt x="225" y="53"/>
                    </a:lnTo>
                    <a:lnTo>
                      <a:pt x="227" y="54"/>
                    </a:lnTo>
                    <a:lnTo>
                      <a:pt x="228" y="54"/>
                    </a:lnTo>
                    <a:lnTo>
                      <a:pt x="230" y="55"/>
                    </a:lnTo>
                    <a:lnTo>
                      <a:pt x="232" y="55"/>
                    </a:lnTo>
                    <a:lnTo>
                      <a:pt x="233" y="55"/>
                    </a:lnTo>
                    <a:lnTo>
                      <a:pt x="235" y="56"/>
                    </a:lnTo>
                    <a:lnTo>
                      <a:pt x="236" y="56"/>
                    </a:lnTo>
                    <a:lnTo>
                      <a:pt x="238" y="57"/>
                    </a:lnTo>
                    <a:lnTo>
                      <a:pt x="240" y="57"/>
                    </a:lnTo>
                    <a:lnTo>
                      <a:pt x="241" y="57"/>
                    </a:lnTo>
                    <a:lnTo>
                      <a:pt x="243" y="58"/>
                    </a:lnTo>
                    <a:lnTo>
                      <a:pt x="245" y="58"/>
                    </a:lnTo>
                    <a:lnTo>
                      <a:pt x="246" y="58"/>
                    </a:lnTo>
                    <a:lnTo>
                      <a:pt x="248" y="59"/>
                    </a:lnTo>
                    <a:lnTo>
                      <a:pt x="248" y="59"/>
                    </a:lnTo>
                    <a:lnTo>
                      <a:pt x="250" y="59"/>
                    </a:lnTo>
                    <a:lnTo>
                      <a:pt x="252" y="60"/>
                    </a:lnTo>
                    <a:lnTo>
                      <a:pt x="253" y="60"/>
                    </a:lnTo>
                    <a:lnTo>
                      <a:pt x="255" y="60"/>
                    </a:lnTo>
                    <a:lnTo>
                      <a:pt x="257" y="61"/>
                    </a:lnTo>
                    <a:lnTo>
                      <a:pt x="258" y="61"/>
                    </a:lnTo>
                    <a:lnTo>
                      <a:pt x="260" y="61"/>
                    </a:lnTo>
                    <a:lnTo>
                      <a:pt x="262" y="61"/>
                    </a:lnTo>
                    <a:lnTo>
                      <a:pt x="263" y="62"/>
                    </a:lnTo>
                    <a:lnTo>
                      <a:pt x="265" y="62"/>
                    </a:lnTo>
                    <a:lnTo>
                      <a:pt x="266" y="62"/>
                    </a:lnTo>
                    <a:lnTo>
                      <a:pt x="268" y="62"/>
                    </a:lnTo>
                    <a:lnTo>
                      <a:pt x="270" y="62"/>
                    </a:lnTo>
                    <a:lnTo>
                      <a:pt x="271" y="62"/>
                    </a:lnTo>
                    <a:lnTo>
                      <a:pt x="273" y="62"/>
                    </a:lnTo>
                    <a:lnTo>
                      <a:pt x="273" y="62"/>
                    </a:lnTo>
                    <a:lnTo>
                      <a:pt x="275" y="63"/>
                    </a:lnTo>
                    <a:lnTo>
                      <a:pt x="276" y="63"/>
                    </a:lnTo>
                    <a:lnTo>
                      <a:pt x="277" y="63"/>
                    </a:lnTo>
                    <a:lnTo>
                      <a:pt x="279" y="63"/>
                    </a:lnTo>
                    <a:lnTo>
                      <a:pt x="280" y="64"/>
                    </a:lnTo>
                    <a:lnTo>
                      <a:pt x="282" y="64"/>
                    </a:lnTo>
                    <a:lnTo>
                      <a:pt x="284" y="64"/>
                    </a:lnTo>
                    <a:lnTo>
                      <a:pt x="285" y="64"/>
                    </a:lnTo>
                    <a:lnTo>
                      <a:pt x="287" y="65"/>
                    </a:lnTo>
                    <a:lnTo>
                      <a:pt x="289" y="65"/>
                    </a:lnTo>
                    <a:lnTo>
                      <a:pt x="290" y="65"/>
                    </a:lnTo>
                    <a:lnTo>
                      <a:pt x="292" y="65"/>
                    </a:lnTo>
                    <a:lnTo>
                      <a:pt x="294" y="66"/>
                    </a:lnTo>
                    <a:lnTo>
                      <a:pt x="295" y="66"/>
                    </a:lnTo>
                    <a:lnTo>
                      <a:pt x="297" y="66"/>
                    </a:lnTo>
                    <a:lnTo>
                      <a:pt x="299" y="66"/>
                    </a:lnTo>
                    <a:lnTo>
                      <a:pt x="300" y="66"/>
                    </a:lnTo>
                    <a:lnTo>
                      <a:pt x="302" y="67"/>
                    </a:lnTo>
                    <a:lnTo>
                      <a:pt x="304" y="67"/>
                    </a:lnTo>
                    <a:lnTo>
                      <a:pt x="306" y="67"/>
                    </a:lnTo>
                    <a:lnTo>
                      <a:pt x="309" y="68"/>
                    </a:lnTo>
                    <a:lnTo>
                      <a:pt x="313" y="68"/>
                    </a:lnTo>
                    <a:lnTo>
                      <a:pt x="316" y="68"/>
                    </a:lnTo>
                    <a:lnTo>
                      <a:pt x="320" y="69"/>
                    </a:lnTo>
                    <a:lnTo>
                      <a:pt x="323" y="69"/>
                    </a:lnTo>
                    <a:lnTo>
                      <a:pt x="326" y="69"/>
                    </a:lnTo>
                    <a:lnTo>
                      <a:pt x="330" y="70"/>
                    </a:lnTo>
                    <a:lnTo>
                      <a:pt x="333" y="70"/>
                    </a:lnTo>
                    <a:lnTo>
                      <a:pt x="336" y="70"/>
                    </a:lnTo>
                    <a:lnTo>
                      <a:pt x="339" y="71"/>
                    </a:lnTo>
                    <a:lnTo>
                      <a:pt x="342" y="71"/>
                    </a:lnTo>
                    <a:lnTo>
                      <a:pt x="346" y="71"/>
                    </a:lnTo>
                    <a:lnTo>
                      <a:pt x="349" y="72"/>
                    </a:lnTo>
                    <a:lnTo>
                      <a:pt x="353" y="72"/>
                    </a:lnTo>
                    <a:lnTo>
                      <a:pt x="360" y="72"/>
                    </a:lnTo>
                    <a:lnTo>
                      <a:pt x="366" y="73"/>
                    </a:lnTo>
                    <a:lnTo>
                      <a:pt x="373" y="74"/>
                    </a:lnTo>
                    <a:lnTo>
                      <a:pt x="380" y="74"/>
                    </a:lnTo>
                    <a:lnTo>
                      <a:pt x="383" y="75"/>
                    </a:lnTo>
                    <a:lnTo>
                      <a:pt x="387" y="75"/>
                    </a:lnTo>
                    <a:lnTo>
                      <a:pt x="390" y="75"/>
                    </a:lnTo>
                    <a:lnTo>
                      <a:pt x="393" y="75"/>
                    </a:lnTo>
                    <a:lnTo>
                      <a:pt x="396" y="76"/>
                    </a:lnTo>
                    <a:lnTo>
                      <a:pt x="400" y="76"/>
                    </a:lnTo>
                    <a:lnTo>
                      <a:pt x="403" y="76"/>
                    </a:lnTo>
                    <a:lnTo>
                      <a:pt x="407" y="77"/>
                    </a:lnTo>
                    <a:lnTo>
                      <a:pt x="409" y="77"/>
                    </a:lnTo>
                    <a:lnTo>
                      <a:pt x="412" y="77"/>
                    </a:lnTo>
                    <a:lnTo>
                      <a:pt x="414" y="77"/>
                    </a:lnTo>
                    <a:lnTo>
                      <a:pt x="417" y="78"/>
                    </a:lnTo>
                    <a:lnTo>
                      <a:pt x="419" y="78"/>
                    </a:lnTo>
                    <a:lnTo>
                      <a:pt x="422" y="78"/>
                    </a:lnTo>
                    <a:lnTo>
                      <a:pt x="423" y="78"/>
                    </a:lnTo>
                    <a:lnTo>
                      <a:pt x="426" y="79"/>
                    </a:lnTo>
                    <a:lnTo>
                      <a:pt x="428" y="79"/>
                    </a:lnTo>
                    <a:lnTo>
                      <a:pt x="431" y="79"/>
                    </a:lnTo>
                    <a:lnTo>
                      <a:pt x="433" y="79"/>
                    </a:lnTo>
                    <a:lnTo>
                      <a:pt x="436" y="79"/>
                    </a:lnTo>
                    <a:lnTo>
                      <a:pt x="438" y="79"/>
                    </a:lnTo>
                    <a:lnTo>
                      <a:pt x="441" y="80"/>
                    </a:lnTo>
                    <a:lnTo>
                      <a:pt x="443" y="80"/>
                    </a:lnTo>
                    <a:lnTo>
                      <a:pt x="446" y="80"/>
                    </a:lnTo>
                    <a:lnTo>
                      <a:pt x="448" y="80"/>
                    </a:lnTo>
                    <a:lnTo>
                      <a:pt x="451" y="80"/>
                    </a:lnTo>
                    <a:lnTo>
                      <a:pt x="452" y="80"/>
                    </a:lnTo>
                    <a:lnTo>
                      <a:pt x="455" y="81"/>
                    </a:lnTo>
                    <a:lnTo>
                      <a:pt x="457" y="81"/>
                    </a:lnTo>
                    <a:lnTo>
                      <a:pt x="460" y="81"/>
                    </a:lnTo>
                    <a:lnTo>
                      <a:pt x="462" y="81"/>
                    </a:lnTo>
                    <a:lnTo>
                      <a:pt x="465" y="81"/>
                    </a:lnTo>
                    <a:lnTo>
                      <a:pt x="467" y="81"/>
                    </a:lnTo>
                    <a:lnTo>
                      <a:pt x="470" y="81"/>
                    </a:lnTo>
                    <a:lnTo>
                      <a:pt x="472" y="81"/>
                    </a:lnTo>
                    <a:lnTo>
                      <a:pt x="475" y="82"/>
                    </a:lnTo>
                    <a:lnTo>
                      <a:pt x="477" y="82"/>
                    </a:lnTo>
                    <a:lnTo>
                      <a:pt x="480" y="82"/>
                    </a:lnTo>
                    <a:lnTo>
                      <a:pt x="481" y="82"/>
                    </a:lnTo>
                    <a:lnTo>
                      <a:pt x="484" y="82"/>
                    </a:lnTo>
                    <a:lnTo>
                      <a:pt x="487" y="82"/>
                    </a:lnTo>
                    <a:lnTo>
                      <a:pt x="489" y="82"/>
                    </a:lnTo>
                    <a:lnTo>
                      <a:pt x="492" y="82"/>
                    </a:lnTo>
                    <a:lnTo>
                      <a:pt x="494" y="82"/>
                    </a:lnTo>
                    <a:lnTo>
                      <a:pt x="497" y="82"/>
                    </a:lnTo>
                    <a:lnTo>
                      <a:pt x="499" y="82"/>
                    </a:lnTo>
                    <a:lnTo>
                      <a:pt x="502" y="83"/>
                    </a:lnTo>
                    <a:lnTo>
                      <a:pt x="504" y="83"/>
                    </a:lnTo>
                    <a:lnTo>
                      <a:pt x="507" y="83"/>
                    </a:lnTo>
                    <a:lnTo>
                      <a:pt x="509" y="83"/>
                    </a:lnTo>
                    <a:lnTo>
                      <a:pt x="511" y="83"/>
                    </a:lnTo>
                    <a:lnTo>
                      <a:pt x="513" y="83"/>
                    </a:lnTo>
                    <a:lnTo>
                      <a:pt x="516" y="83"/>
                    </a:lnTo>
                    <a:lnTo>
                      <a:pt x="518" y="83"/>
                    </a:lnTo>
                    <a:lnTo>
                      <a:pt x="521" y="83"/>
                    </a:lnTo>
                    <a:lnTo>
                      <a:pt x="523" y="83"/>
                    </a:lnTo>
                    <a:lnTo>
                      <a:pt x="526" y="83"/>
                    </a:lnTo>
                    <a:lnTo>
                      <a:pt x="528" y="83"/>
                    </a:lnTo>
                    <a:lnTo>
                      <a:pt x="531" y="83"/>
                    </a:lnTo>
                    <a:lnTo>
                      <a:pt x="534" y="83"/>
                    </a:lnTo>
                    <a:lnTo>
                      <a:pt x="536" y="83"/>
                    </a:lnTo>
                    <a:lnTo>
                      <a:pt x="537" y="83"/>
                    </a:lnTo>
                    <a:lnTo>
                      <a:pt x="538" y="83"/>
                    </a:lnTo>
                    <a:lnTo>
                      <a:pt x="540" y="83"/>
                    </a:lnTo>
                    <a:lnTo>
                      <a:pt x="543" y="83"/>
                    </a:lnTo>
                    <a:lnTo>
                      <a:pt x="545" y="83"/>
                    </a:lnTo>
                    <a:lnTo>
                      <a:pt x="548" y="83"/>
                    </a:lnTo>
                    <a:lnTo>
                      <a:pt x="550" y="83"/>
                    </a:lnTo>
                    <a:lnTo>
                      <a:pt x="553" y="83"/>
                    </a:lnTo>
                    <a:lnTo>
                      <a:pt x="555" y="83"/>
                    </a:lnTo>
                    <a:lnTo>
                      <a:pt x="558" y="83"/>
                    </a:lnTo>
                    <a:lnTo>
                      <a:pt x="561" y="83"/>
                    </a:lnTo>
                    <a:lnTo>
                      <a:pt x="563" y="83"/>
                    </a:lnTo>
                    <a:lnTo>
                      <a:pt x="566" y="83"/>
                    </a:lnTo>
                    <a:lnTo>
                      <a:pt x="567" y="83"/>
                    </a:lnTo>
                    <a:lnTo>
                      <a:pt x="570" y="83"/>
                    </a:lnTo>
                    <a:lnTo>
                      <a:pt x="572" y="83"/>
                    </a:lnTo>
                    <a:lnTo>
                      <a:pt x="575" y="83"/>
                    </a:lnTo>
                    <a:lnTo>
                      <a:pt x="577" y="83"/>
                    </a:lnTo>
                    <a:lnTo>
                      <a:pt x="582" y="83"/>
                    </a:lnTo>
                    <a:lnTo>
                      <a:pt x="588" y="83"/>
                    </a:lnTo>
                    <a:lnTo>
                      <a:pt x="593" y="82"/>
                    </a:lnTo>
                    <a:lnTo>
                      <a:pt x="597" y="82"/>
                    </a:lnTo>
                    <a:lnTo>
                      <a:pt x="602" y="82"/>
                    </a:lnTo>
                    <a:lnTo>
                      <a:pt x="607" y="82"/>
                    </a:lnTo>
                    <a:lnTo>
                      <a:pt x="612" y="82"/>
                    </a:lnTo>
                    <a:lnTo>
                      <a:pt x="617" y="82"/>
                    </a:lnTo>
                    <a:lnTo>
                      <a:pt x="622" y="82"/>
                    </a:lnTo>
                    <a:lnTo>
                      <a:pt x="626" y="81"/>
                    </a:lnTo>
                    <a:lnTo>
                      <a:pt x="632" y="81"/>
                    </a:lnTo>
                    <a:lnTo>
                      <a:pt x="637" y="81"/>
                    </a:lnTo>
                    <a:lnTo>
                      <a:pt x="642" y="81"/>
                    </a:lnTo>
                    <a:lnTo>
                      <a:pt x="647" y="81"/>
                    </a:lnTo>
                    <a:lnTo>
                      <a:pt x="647" y="81"/>
                    </a:lnTo>
                    <a:lnTo>
                      <a:pt x="652" y="80"/>
                    </a:lnTo>
                    <a:lnTo>
                      <a:pt x="656" y="80"/>
                    </a:lnTo>
                    <a:lnTo>
                      <a:pt x="661" y="80"/>
                    </a:lnTo>
                    <a:lnTo>
                      <a:pt x="666" y="80"/>
                    </a:lnTo>
                    <a:lnTo>
                      <a:pt x="672" y="79"/>
                    </a:lnTo>
                    <a:lnTo>
                      <a:pt x="677" y="79"/>
                    </a:lnTo>
                    <a:lnTo>
                      <a:pt x="682" y="79"/>
                    </a:lnTo>
                    <a:lnTo>
                      <a:pt x="686" y="79"/>
                    </a:lnTo>
                    <a:lnTo>
                      <a:pt x="691" y="78"/>
                    </a:lnTo>
                    <a:lnTo>
                      <a:pt x="696" y="78"/>
                    </a:lnTo>
                    <a:lnTo>
                      <a:pt x="701" y="78"/>
                    </a:lnTo>
                    <a:lnTo>
                      <a:pt x="707" y="77"/>
                    </a:lnTo>
                    <a:lnTo>
                      <a:pt x="711" y="77"/>
                    </a:lnTo>
                    <a:lnTo>
                      <a:pt x="716" y="77"/>
                    </a:lnTo>
                    <a:lnTo>
                      <a:pt x="721" y="77"/>
                    </a:lnTo>
                    <a:lnTo>
                      <a:pt x="726" y="76"/>
                    </a:lnTo>
                    <a:lnTo>
                      <a:pt x="731" y="76"/>
                    </a:lnTo>
                    <a:lnTo>
                      <a:pt x="737" y="76"/>
                    </a:lnTo>
                    <a:lnTo>
                      <a:pt x="741" y="76"/>
                    </a:lnTo>
                    <a:lnTo>
                      <a:pt x="746" y="76"/>
                    </a:lnTo>
                    <a:lnTo>
                      <a:pt x="751" y="76"/>
                    </a:lnTo>
                    <a:lnTo>
                      <a:pt x="761" y="76"/>
                    </a:lnTo>
                    <a:lnTo>
                      <a:pt x="771" y="76"/>
                    </a:lnTo>
                    <a:lnTo>
                      <a:pt x="771" y="76"/>
                    </a:lnTo>
                    <a:lnTo>
                      <a:pt x="781" y="76"/>
                    </a:lnTo>
                    <a:lnTo>
                      <a:pt x="801" y="76"/>
                    </a:lnTo>
                    <a:lnTo>
                      <a:pt x="805" y="76"/>
                    </a:lnTo>
                    <a:lnTo>
                      <a:pt x="811" y="76"/>
                    </a:lnTo>
                    <a:lnTo>
                      <a:pt x="821" y="75"/>
                    </a:lnTo>
                    <a:lnTo>
                      <a:pt x="831" y="75"/>
                    </a:lnTo>
                    <a:lnTo>
                      <a:pt x="841" y="74"/>
                    </a:lnTo>
                    <a:lnTo>
                      <a:pt x="846" y="74"/>
                    </a:lnTo>
                    <a:lnTo>
                      <a:pt x="851" y="74"/>
                    </a:lnTo>
                    <a:lnTo>
                      <a:pt x="856" y="74"/>
                    </a:lnTo>
                    <a:lnTo>
                      <a:pt x="861" y="73"/>
                    </a:lnTo>
                    <a:lnTo>
                      <a:pt x="866" y="73"/>
                    </a:lnTo>
                    <a:lnTo>
                      <a:pt x="871" y="73"/>
                    </a:lnTo>
                    <a:lnTo>
                      <a:pt x="876" y="73"/>
                    </a:lnTo>
                    <a:lnTo>
                      <a:pt x="881" y="73"/>
                    </a:lnTo>
                    <a:lnTo>
                      <a:pt x="886" y="72"/>
                    </a:lnTo>
                    <a:lnTo>
                      <a:pt x="891" y="72"/>
                    </a:lnTo>
                    <a:lnTo>
                      <a:pt x="896" y="72"/>
                    </a:lnTo>
                    <a:lnTo>
                      <a:pt x="900" y="72"/>
                    </a:lnTo>
                    <a:lnTo>
                      <a:pt x="901" y="72"/>
                    </a:lnTo>
                    <a:lnTo>
                      <a:pt x="906" y="72"/>
                    </a:lnTo>
                    <a:lnTo>
                      <a:pt x="911" y="72"/>
                    </a:lnTo>
                    <a:lnTo>
                      <a:pt x="915" y="72"/>
                    </a:lnTo>
                    <a:lnTo>
                      <a:pt x="921" y="71"/>
                    </a:lnTo>
                    <a:lnTo>
                      <a:pt x="926" y="71"/>
                    </a:lnTo>
                    <a:lnTo>
                      <a:pt x="931" y="71"/>
                    </a:lnTo>
                    <a:lnTo>
                      <a:pt x="936" y="71"/>
                    </a:lnTo>
                    <a:lnTo>
                      <a:pt x="941" y="71"/>
                    </a:lnTo>
                    <a:lnTo>
                      <a:pt x="945" y="71"/>
                    </a:lnTo>
                    <a:lnTo>
                      <a:pt x="950" y="71"/>
                    </a:lnTo>
                    <a:lnTo>
                      <a:pt x="956" y="71"/>
                    </a:lnTo>
                    <a:lnTo>
                      <a:pt x="959" y="71"/>
                    </a:lnTo>
                    <a:lnTo>
                      <a:pt x="961" y="71"/>
                    </a:lnTo>
                    <a:lnTo>
                      <a:pt x="966" y="71"/>
                    </a:lnTo>
                    <a:lnTo>
                      <a:pt x="971" y="71"/>
                    </a:lnTo>
                    <a:lnTo>
                      <a:pt x="975" y="71"/>
                    </a:lnTo>
                    <a:lnTo>
                      <a:pt x="980" y="71"/>
                    </a:lnTo>
                    <a:lnTo>
                      <a:pt x="985" y="71"/>
                    </a:lnTo>
                    <a:lnTo>
                      <a:pt x="990" y="71"/>
                    </a:lnTo>
                    <a:lnTo>
                      <a:pt x="996" y="71"/>
                    </a:lnTo>
                    <a:lnTo>
                      <a:pt x="1001" y="71"/>
                    </a:lnTo>
                    <a:lnTo>
                      <a:pt x="1005" y="71"/>
                    </a:lnTo>
                    <a:lnTo>
                      <a:pt x="1007" y="71"/>
                    </a:lnTo>
                    <a:lnTo>
                      <a:pt x="1010" y="71"/>
                    </a:lnTo>
                    <a:lnTo>
                      <a:pt x="1012" y="71"/>
                    </a:lnTo>
                    <a:lnTo>
                      <a:pt x="1015" y="71"/>
                    </a:lnTo>
                    <a:lnTo>
                      <a:pt x="1017" y="71"/>
                    </a:lnTo>
                    <a:lnTo>
                      <a:pt x="1018" y="71"/>
                    </a:lnTo>
                    <a:lnTo>
                      <a:pt x="1020" y="71"/>
                    </a:lnTo>
                    <a:lnTo>
                      <a:pt x="1023" y="71"/>
                    </a:lnTo>
                    <a:lnTo>
                      <a:pt x="1025" y="71"/>
                    </a:lnTo>
                    <a:lnTo>
                      <a:pt x="1028" y="70"/>
                    </a:lnTo>
                    <a:lnTo>
                      <a:pt x="1029" y="70"/>
                    </a:lnTo>
                    <a:lnTo>
                      <a:pt x="1032" y="70"/>
                    </a:lnTo>
                    <a:lnTo>
                      <a:pt x="1034" y="70"/>
                    </a:lnTo>
                    <a:lnTo>
                      <a:pt x="1037" y="70"/>
                    </a:lnTo>
                    <a:lnTo>
                      <a:pt x="1039" y="70"/>
                    </a:lnTo>
                    <a:lnTo>
                      <a:pt x="1039" y="70"/>
                    </a:lnTo>
                    <a:lnTo>
                      <a:pt x="1039" y="70"/>
                    </a:lnTo>
                    <a:close/>
                    <a:moveTo>
                      <a:pt x="91" y="46"/>
                    </a:moveTo>
                    <a:lnTo>
                      <a:pt x="89" y="47"/>
                    </a:lnTo>
                    <a:lnTo>
                      <a:pt x="88" y="47"/>
                    </a:lnTo>
                    <a:lnTo>
                      <a:pt x="87" y="48"/>
                    </a:lnTo>
                    <a:lnTo>
                      <a:pt x="86" y="48"/>
                    </a:lnTo>
                    <a:lnTo>
                      <a:pt x="85" y="48"/>
                    </a:lnTo>
                    <a:lnTo>
                      <a:pt x="84" y="49"/>
                    </a:lnTo>
                    <a:lnTo>
                      <a:pt x="83" y="49"/>
                    </a:lnTo>
                    <a:lnTo>
                      <a:pt x="82" y="49"/>
                    </a:lnTo>
                    <a:lnTo>
                      <a:pt x="81" y="49"/>
                    </a:lnTo>
                    <a:lnTo>
                      <a:pt x="80" y="50"/>
                    </a:lnTo>
                    <a:lnTo>
                      <a:pt x="79" y="50"/>
                    </a:lnTo>
                    <a:lnTo>
                      <a:pt x="77" y="50"/>
                    </a:lnTo>
                    <a:lnTo>
                      <a:pt x="75" y="51"/>
                    </a:lnTo>
                    <a:lnTo>
                      <a:pt x="74" y="52"/>
                    </a:lnTo>
                    <a:lnTo>
                      <a:pt x="73" y="52"/>
                    </a:lnTo>
                    <a:lnTo>
                      <a:pt x="72" y="52"/>
                    </a:lnTo>
                    <a:lnTo>
                      <a:pt x="71" y="52"/>
                    </a:lnTo>
                    <a:lnTo>
                      <a:pt x="70" y="53"/>
                    </a:lnTo>
                    <a:lnTo>
                      <a:pt x="68" y="53"/>
                    </a:lnTo>
                    <a:lnTo>
                      <a:pt x="67" y="53"/>
                    </a:lnTo>
                    <a:lnTo>
                      <a:pt x="66" y="54"/>
                    </a:lnTo>
                    <a:lnTo>
                      <a:pt x="65" y="54"/>
                    </a:lnTo>
                    <a:lnTo>
                      <a:pt x="64" y="55"/>
                    </a:lnTo>
                    <a:lnTo>
                      <a:pt x="63" y="55"/>
                    </a:lnTo>
                    <a:lnTo>
                      <a:pt x="61" y="55"/>
                    </a:lnTo>
                    <a:lnTo>
                      <a:pt x="60" y="56"/>
                    </a:lnTo>
                    <a:lnTo>
                      <a:pt x="59" y="56"/>
                    </a:lnTo>
                    <a:lnTo>
                      <a:pt x="58" y="56"/>
                    </a:lnTo>
                    <a:lnTo>
                      <a:pt x="58" y="57"/>
                    </a:lnTo>
                    <a:lnTo>
                      <a:pt x="57" y="57"/>
                    </a:lnTo>
                    <a:lnTo>
                      <a:pt x="57" y="57"/>
                    </a:lnTo>
                    <a:lnTo>
                      <a:pt x="56" y="57"/>
                    </a:lnTo>
                    <a:lnTo>
                      <a:pt x="56" y="57"/>
                    </a:lnTo>
                    <a:lnTo>
                      <a:pt x="55" y="58"/>
                    </a:lnTo>
                    <a:lnTo>
                      <a:pt x="54" y="58"/>
                    </a:lnTo>
                    <a:lnTo>
                      <a:pt x="54" y="58"/>
                    </a:lnTo>
                    <a:lnTo>
                      <a:pt x="53" y="58"/>
                    </a:lnTo>
                    <a:lnTo>
                      <a:pt x="53" y="58"/>
                    </a:lnTo>
                    <a:lnTo>
                      <a:pt x="52" y="59"/>
                    </a:lnTo>
                    <a:lnTo>
                      <a:pt x="52" y="59"/>
                    </a:lnTo>
                    <a:lnTo>
                      <a:pt x="51" y="59"/>
                    </a:lnTo>
                    <a:lnTo>
                      <a:pt x="51" y="59"/>
                    </a:lnTo>
                    <a:lnTo>
                      <a:pt x="50" y="60"/>
                    </a:lnTo>
                    <a:lnTo>
                      <a:pt x="50" y="60"/>
                    </a:lnTo>
                    <a:lnTo>
                      <a:pt x="49" y="60"/>
                    </a:lnTo>
                    <a:lnTo>
                      <a:pt x="49" y="60"/>
                    </a:lnTo>
                    <a:lnTo>
                      <a:pt x="48" y="61"/>
                    </a:lnTo>
                    <a:lnTo>
                      <a:pt x="48" y="61"/>
                    </a:lnTo>
                    <a:lnTo>
                      <a:pt x="47" y="61"/>
                    </a:lnTo>
                    <a:lnTo>
                      <a:pt x="47" y="61"/>
                    </a:lnTo>
                    <a:lnTo>
                      <a:pt x="46" y="61"/>
                    </a:lnTo>
                    <a:lnTo>
                      <a:pt x="46" y="62"/>
                    </a:lnTo>
                    <a:lnTo>
                      <a:pt x="46" y="62"/>
                    </a:lnTo>
                    <a:lnTo>
                      <a:pt x="45" y="62"/>
                    </a:lnTo>
                    <a:lnTo>
                      <a:pt x="45" y="62"/>
                    </a:lnTo>
                    <a:lnTo>
                      <a:pt x="45" y="62"/>
                    </a:lnTo>
                    <a:lnTo>
                      <a:pt x="45" y="62"/>
                    </a:lnTo>
                    <a:lnTo>
                      <a:pt x="46" y="62"/>
                    </a:lnTo>
                    <a:lnTo>
                      <a:pt x="46" y="62"/>
                    </a:lnTo>
                    <a:lnTo>
                      <a:pt x="46" y="62"/>
                    </a:lnTo>
                    <a:lnTo>
                      <a:pt x="47" y="62"/>
                    </a:lnTo>
                    <a:lnTo>
                      <a:pt x="47" y="63"/>
                    </a:lnTo>
                    <a:lnTo>
                      <a:pt x="47" y="63"/>
                    </a:lnTo>
                    <a:lnTo>
                      <a:pt x="48" y="63"/>
                    </a:lnTo>
                    <a:lnTo>
                      <a:pt x="48" y="63"/>
                    </a:lnTo>
                    <a:lnTo>
                      <a:pt x="48" y="64"/>
                    </a:lnTo>
                    <a:lnTo>
                      <a:pt x="49" y="64"/>
                    </a:lnTo>
                    <a:lnTo>
                      <a:pt x="49" y="64"/>
                    </a:lnTo>
                    <a:lnTo>
                      <a:pt x="50" y="64"/>
                    </a:lnTo>
                    <a:lnTo>
                      <a:pt x="50" y="64"/>
                    </a:lnTo>
                    <a:lnTo>
                      <a:pt x="50" y="65"/>
                    </a:lnTo>
                    <a:lnTo>
                      <a:pt x="51" y="65"/>
                    </a:lnTo>
                    <a:lnTo>
                      <a:pt x="51" y="65"/>
                    </a:lnTo>
                    <a:lnTo>
                      <a:pt x="52" y="65"/>
                    </a:lnTo>
                    <a:lnTo>
                      <a:pt x="52" y="66"/>
                    </a:lnTo>
                    <a:lnTo>
                      <a:pt x="53" y="66"/>
                    </a:lnTo>
                    <a:lnTo>
                      <a:pt x="53" y="66"/>
                    </a:lnTo>
                    <a:lnTo>
                      <a:pt x="54" y="66"/>
                    </a:lnTo>
                    <a:lnTo>
                      <a:pt x="54" y="66"/>
                    </a:lnTo>
                    <a:lnTo>
                      <a:pt x="55" y="67"/>
                    </a:lnTo>
                    <a:lnTo>
                      <a:pt x="55" y="67"/>
                    </a:lnTo>
                    <a:lnTo>
                      <a:pt x="56" y="67"/>
                    </a:lnTo>
                    <a:lnTo>
                      <a:pt x="56" y="67"/>
                    </a:lnTo>
                    <a:lnTo>
                      <a:pt x="57" y="67"/>
                    </a:lnTo>
                    <a:lnTo>
                      <a:pt x="57" y="68"/>
                    </a:lnTo>
                    <a:lnTo>
                      <a:pt x="58" y="68"/>
                    </a:lnTo>
                    <a:lnTo>
                      <a:pt x="59" y="68"/>
                    </a:lnTo>
                    <a:lnTo>
                      <a:pt x="59" y="68"/>
                    </a:lnTo>
                    <a:lnTo>
                      <a:pt x="60" y="68"/>
                    </a:lnTo>
                    <a:lnTo>
                      <a:pt x="60" y="69"/>
                    </a:lnTo>
                    <a:lnTo>
                      <a:pt x="61" y="69"/>
                    </a:lnTo>
                    <a:lnTo>
                      <a:pt x="62" y="69"/>
                    </a:lnTo>
                    <a:lnTo>
                      <a:pt x="62" y="69"/>
                    </a:lnTo>
                    <a:lnTo>
                      <a:pt x="63" y="69"/>
                    </a:lnTo>
                    <a:lnTo>
                      <a:pt x="63" y="69"/>
                    </a:lnTo>
                    <a:lnTo>
                      <a:pt x="64" y="70"/>
                    </a:lnTo>
                    <a:lnTo>
                      <a:pt x="65" y="70"/>
                    </a:lnTo>
                    <a:lnTo>
                      <a:pt x="65" y="70"/>
                    </a:lnTo>
                    <a:lnTo>
                      <a:pt x="66" y="70"/>
                    </a:lnTo>
                    <a:lnTo>
                      <a:pt x="67" y="70"/>
                    </a:lnTo>
                    <a:lnTo>
                      <a:pt x="68" y="70"/>
                    </a:lnTo>
                    <a:lnTo>
                      <a:pt x="68" y="70"/>
                    </a:lnTo>
                    <a:lnTo>
                      <a:pt x="69" y="71"/>
                    </a:lnTo>
                    <a:lnTo>
                      <a:pt x="70" y="71"/>
                    </a:lnTo>
                    <a:lnTo>
                      <a:pt x="70" y="71"/>
                    </a:lnTo>
                    <a:lnTo>
                      <a:pt x="71" y="71"/>
                    </a:lnTo>
                    <a:lnTo>
                      <a:pt x="72" y="71"/>
                    </a:lnTo>
                    <a:lnTo>
                      <a:pt x="73" y="71"/>
                    </a:lnTo>
                    <a:lnTo>
                      <a:pt x="73" y="71"/>
                    </a:lnTo>
                    <a:lnTo>
                      <a:pt x="74" y="71"/>
                    </a:lnTo>
                    <a:lnTo>
                      <a:pt x="74" y="72"/>
                    </a:lnTo>
                    <a:lnTo>
                      <a:pt x="75" y="72"/>
                    </a:lnTo>
                    <a:lnTo>
                      <a:pt x="76" y="72"/>
                    </a:lnTo>
                    <a:lnTo>
                      <a:pt x="76" y="72"/>
                    </a:lnTo>
                    <a:lnTo>
                      <a:pt x="77" y="72"/>
                    </a:lnTo>
                    <a:lnTo>
                      <a:pt x="78" y="72"/>
                    </a:lnTo>
                    <a:lnTo>
                      <a:pt x="79" y="72"/>
                    </a:lnTo>
                    <a:lnTo>
                      <a:pt x="80" y="72"/>
                    </a:lnTo>
                    <a:lnTo>
                      <a:pt x="80" y="72"/>
                    </a:lnTo>
                    <a:lnTo>
                      <a:pt x="81" y="72"/>
                    </a:lnTo>
                    <a:lnTo>
                      <a:pt x="82" y="72"/>
                    </a:lnTo>
                    <a:lnTo>
                      <a:pt x="83" y="73"/>
                    </a:lnTo>
                    <a:lnTo>
                      <a:pt x="84" y="73"/>
                    </a:lnTo>
                    <a:lnTo>
                      <a:pt x="85" y="73"/>
                    </a:lnTo>
                    <a:lnTo>
                      <a:pt x="85" y="73"/>
                    </a:lnTo>
                    <a:lnTo>
                      <a:pt x="86" y="73"/>
                    </a:lnTo>
                    <a:lnTo>
                      <a:pt x="87" y="73"/>
                    </a:lnTo>
                    <a:lnTo>
                      <a:pt x="88" y="73"/>
                    </a:lnTo>
                    <a:lnTo>
                      <a:pt x="89" y="73"/>
                    </a:lnTo>
                    <a:lnTo>
                      <a:pt x="90" y="73"/>
                    </a:lnTo>
                    <a:lnTo>
                      <a:pt x="91" y="73"/>
                    </a:lnTo>
                    <a:lnTo>
                      <a:pt x="92" y="73"/>
                    </a:lnTo>
                    <a:lnTo>
                      <a:pt x="93" y="73"/>
                    </a:lnTo>
                    <a:lnTo>
                      <a:pt x="93" y="73"/>
                    </a:lnTo>
                    <a:lnTo>
                      <a:pt x="94" y="73"/>
                    </a:lnTo>
                    <a:lnTo>
                      <a:pt x="95" y="73"/>
                    </a:lnTo>
                    <a:lnTo>
                      <a:pt x="96" y="73"/>
                    </a:lnTo>
                    <a:lnTo>
                      <a:pt x="97" y="73"/>
                    </a:lnTo>
                    <a:lnTo>
                      <a:pt x="98" y="73"/>
                    </a:lnTo>
                    <a:lnTo>
                      <a:pt x="99" y="73"/>
                    </a:lnTo>
                    <a:lnTo>
                      <a:pt x="100" y="73"/>
                    </a:lnTo>
                    <a:lnTo>
                      <a:pt x="101" y="73"/>
                    </a:lnTo>
                    <a:lnTo>
                      <a:pt x="102" y="73"/>
                    </a:lnTo>
                    <a:lnTo>
                      <a:pt x="103" y="73"/>
                    </a:lnTo>
                    <a:lnTo>
                      <a:pt x="103" y="73"/>
                    </a:lnTo>
                    <a:lnTo>
                      <a:pt x="104" y="73"/>
                    </a:lnTo>
                    <a:lnTo>
                      <a:pt x="104" y="73"/>
                    </a:lnTo>
                    <a:lnTo>
                      <a:pt x="105" y="73"/>
                    </a:lnTo>
                    <a:lnTo>
                      <a:pt x="106" y="73"/>
                    </a:lnTo>
                    <a:lnTo>
                      <a:pt x="107" y="73"/>
                    </a:lnTo>
                    <a:lnTo>
                      <a:pt x="108" y="73"/>
                    </a:lnTo>
                    <a:lnTo>
                      <a:pt x="109" y="73"/>
                    </a:lnTo>
                    <a:lnTo>
                      <a:pt x="110" y="73"/>
                    </a:lnTo>
                    <a:lnTo>
                      <a:pt x="111" y="73"/>
                    </a:lnTo>
                    <a:lnTo>
                      <a:pt x="112" y="73"/>
                    </a:lnTo>
                    <a:lnTo>
                      <a:pt x="113" y="73"/>
                    </a:lnTo>
                    <a:lnTo>
                      <a:pt x="114" y="73"/>
                    </a:lnTo>
                    <a:lnTo>
                      <a:pt x="115" y="73"/>
                    </a:lnTo>
                    <a:lnTo>
                      <a:pt x="116" y="73"/>
                    </a:lnTo>
                    <a:lnTo>
                      <a:pt x="118" y="72"/>
                    </a:lnTo>
                    <a:lnTo>
                      <a:pt x="120" y="72"/>
                    </a:lnTo>
                    <a:lnTo>
                      <a:pt x="122" y="72"/>
                    </a:lnTo>
                    <a:lnTo>
                      <a:pt x="124" y="72"/>
                    </a:lnTo>
                    <a:lnTo>
                      <a:pt x="126" y="72"/>
                    </a:lnTo>
                    <a:lnTo>
                      <a:pt x="128" y="72"/>
                    </a:lnTo>
                    <a:lnTo>
                      <a:pt x="130" y="72"/>
                    </a:lnTo>
                    <a:lnTo>
                      <a:pt x="132" y="71"/>
                    </a:lnTo>
                    <a:lnTo>
                      <a:pt x="133" y="71"/>
                    </a:lnTo>
                    <a:lnTo>
                      <a:pt x="135" y="71"/>
                    </a:lnTo>
                    <a:lnTo>
                      <a:pt x="137" y="71"/>
                    </a:lnTo>
                    <a:lnTo>
                      <a:pt x="139" y="70"/>
                    </a:lnTo>
                    <a:lnTo>
                      <a:pt x="141" y="70"/>
                    </a:lnTo>
                    <a:lnTo>
                      <a:pt x="143" y="70"/>
                    </a:lnTo>
                    <a:lnTo>
                      <a:pt x="145" y="70"/>
                    </a:lnTo>
                    <a:lnTo>
                      <a:pt x="145" y="70"/>
                    </a:lnTo>
                    <a:lnTo>
                      <a:pt x="143" y="69"/>
                    </a:lnTo>
                    <a:lnTo>
                      <a:pt x="142" y="69"/>
                    </a:lnTo>
                    <a:lnTo>
                      <a:pt x="141" y="68"/>
                    </a:lnTo>
                    <a:lnTo>
                      <a:pt x="140" y="68"/>
                    </a:lnTo>
                    <a:lnTo>
                      <a:pt x="139" y="67"/>
                    </a:lnTo>
                    <a:lnTo>
                      <a:pt x="138" y="67"/>
                    </a:lnTo>
                    <a:lnTo>
                      <a:pt x="137" y="66"/>
                    </a:lnTo>
                    <a:lnTo>
                      <a:pt x="136" y="66"/>
                    </a:lnTo>
                    <a:lnTo>
                      <a:pt x="135" y="65"/>
                    </a:lnTo>
                    <a:lnTo>
                      <a:pt x="134" y="65"/>
                    </a:lnTo>
                    <a:lnTo>
                      <a:pt x="133" y="64"/>
                    </a:lnTo>
                    <a:lnTo>
                      <a:pt x="132" y="64"/>
                    </a:lnTo>
                    <a:lnTo>
                      <a:pt x="132" y="63"/>
                    </a:lnTo>
                    <a:lnTo>
                      <a:pt x="130" y="63"/>
                    </a:lnTo>
                    <a:lnTo>
                      <a:pt x="129" y="62"/>
                    </a:lnTo>
                    <a:lnTo>
                      <a:pt x="128" y="62"/>
                    </a:lnTo>
                    <a:lnTo>
                      <a:pt x="127" y="62"/>
                    </a:lnTo>
                    <a:lnTo>
                      <a:pt x="126" y="62"/>
                    </a:lnTo>
                    <a:lnTo>
                      <a:pt x="125" y="61"/>
                    </a:lnTo>
                    <a:lnTo>
                      <a:pt x="124" y="60"/>
                    </a:lnTo>
                    <a:lnTo>
                      <a:pt x="123" y="60"/>
                    </a:lnTo>
                    <a:lnTo>
                      <a:pt x="122" y="59"/>
                    </a:lnTo>
                    <a:lnTo>
                      <a:pt x="121" y="59"/>
                    </a:lnTo>
                    <a:lnTo>
                      <a:pt x="120" y="58"/>
                    </a:lnTo>
                    <a:lnTo>
                      <a:pt x="119" y="58"/>
                    </a:lnTo>
                    <a:lnTo>
                      <a:pt x="119" y="58"/>
                    </a:lnTo>
                    <a:lnTo>
                      <a:pt x="118" y="57"/>
                    </a:lnTo>
                    <a:lnTo>
                      <a:pt x="118" y="57"/>
                    </a:lnTo>
                    <a:lnTo>
                      <a:pt x="118" y="57"/>
                    </a:lnTo>
                    <a:lnTo>
                      <a:pt x="117" y="57"/>
                    </a:lnTo>
                    <a:lnTo>
                      <a:pt x="117" y="56"/>
                    </a:lnTo>
                    <a:lnTo>
                      <a:pt x="116" y="56"/>
                    </a:lnTo>
                    <a:lnTo>
                      <a:pt x="115" y="56"/>
                    </a:lnTo>
                    <a:lnTo>
                      <a:pt x="115" y="56"/>
                    </a:lnTo>
                    <a:lnTo>
                      <a:pt x="114" y="55"/>
                    </a:lnTo>
                    <a:lnTo>
                      <a:pt x="113" y="55"/>
                    </a:lnTo>
                    <a:lnTo>
                      <a:pt x="112" y="55"/>
                    </a:lnTo>
                    <a:lnTo>
                      <a:pt x="111" y="54"/>
                    </a:lnTo>
                    <a:lnTo>
                      <a:pt x="109" y="53"/>
                    </a:lnTo>
                    <a:lnTo>
                      <a:pt x="107" y="53"/>
                    </a:lnTo>
                    <a:lnTo>
                      <a:pt x="106" y="52"/>
                    </a:lnTo>
                    <a:lnTo>
                      <a:pt x="103" y="50"/>
                    </a:lnTo>
                    <a:lnTo>
                      <a:pt x="101" y="49"/>
                    </a:lnTo>
                    <a:lnTo>
                      <a:pt x="99" y="49"/>
                    </a:lnTo>
                    <a:lnTo>
                      <a:pt x="98" y="48"/>
                    </a:lnTo>
                    <a:lnTo>
                      <a:pt x="96" y="47"/>
                    </a:lnTo>
                    <a:lnTo>
                      <a:pt x="95" y="47"/>
                    </a:lnTo>
                    <a:lnTo>
                      <a:pt x="94" y="46"/>
                    </a:lnTo>
                    <a:lnTo>
                      <a:pt x="93" y="46"/>
                    </a:lnTo>
                    <a:lnTo>
                      <a:pt x="92" y="46"/>
                    </a:lnTo>
                    <a:lnTo>
                      <a:pt x="92" y="46"/>
                    </a:lnTo>
                    <a:lnTo>
                      <a:pt x="91" y="46"/>
                    </a:lnTo>
                    <a:lnTo>
                      <a:pt x="91" y="46"/>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1" name="Freeform 12">
                <a:extLst>
                  <a:ext uri="{FF2B5EF4-FFF2-40B4-BE49-F238E27FC236}">
                    <a16:creationId xmlns:a16="http://schemas.microsoft.com/office/drawing/2014/main" id="{93171678-26C3-EFFB-4C51-87FBCD50CB80}"/>
                  </a:ext>
                </a:extLst>
              </p:cNvPr>
              <p:cNvSpPr>
                <a:spLocks/>
              </p:cNvSpPr>
              <p:nvPr/>
            </p:nvSpPr>
            <p:spPr bwMode="auto">
              <a:xfrm>
                <a:off x="10624145" y="4715985"/>
                <a:ext cx="135748" cy="92525"/>
              </a:xfrm>
              <a:custGeom>
                <a:avLst/>
                <a:gdLst>
                  <a:gd name="T0" fmla="*/ 37 w 201"/>
                  <a:gd name="T1" fmla="*/ 2 h 137"/>
                  <a:gd name="T2" fmla="*/ 43 w 201"/>
                  <a:gd name="T3" fmla="*/ 5 h 137"/>
                  <a:gd name="T4" fmla="*/ 48 w 201"/>
                  <a:gd name="T5" fmla="*/ 9 h 137"/>
                  <a:gd name="T6" fmla="*/ 52 w 201"/>
                  <a:gd name="T7" fmla="*/ 13 h 137"/>
                  <a:gd name="T8" fmla="*/ 55 w 201"/>
                  <a:gd name="T9" fmla="*/ 18 h 137"/>
                  <a:gd name="T10" fmla="*/ 61 w 201"/>
                  <a:gd name="T11" fmla="*/ 21 h 137"/>
                  <a:gd name="T12" fmla="*/ 71 w 201"/>
                  <a:gd name="T13" fmla="*/ 28 h 137"/>
                  <a:gd name="T14" fmla="*/ 81 w 201"/>
                  <a:gd name="T15" fmla="*/ 36 h 137"/>
                  <a:gd name="T16" fmla="*/ 92 w 201"/>
                  <a:gd name="T17" fmla="*/ 44 h 137"/>
                  <a:gd name="T18" fmla="*/ 110 w 201"/>
                  <a:gd name="T19" fmla="*/ 59 h 137"/>
                  <a:gd name="T20" fmla="*/ 124 w 201"/>
                  <a:gd name="T21" fmla="*/ 72 h 137"/>
                  <a:gd name="T22" fmla="*/ 134 w 201"/>
                  <a:gd name="T23" fmla="*/ 79 h 137"/>
                  <a:gd name="T24" fmla="*/ 142 w 201"/>
                  <a:gd name="T25" fmla="*/ 85 h 137"/>
                  <a:gd name="T26" fmla="*/ 151 w 201"/>
                  <a:gd name="T27" fmla="*/ 91 h 137"/>
                  <a:gd name="T28" fmla="*/ 158 w 201"/>
                  <a:gd name="T29" fmla="*/ 95 h 137"/>
                  <a:gd name="T30" fmla="*/ 161 w 201"/>
                  <a:gd name="T31" fmla="*/ 98 h 137"/>
                  <a:gd name="T32" fmla="*/ 165 w 201"/>
                  <a:gd name="T33" fmla="*/ 101 h 137"/>
                  <a:gd name="T34" fmla="*/ 167 w 201"/>
                  <a:gd name="T35" fmla="*/ 104 h 137"/>
                  <a:gd name="T36" fmla="*/ 171 w 201"/>
                  <a:gd name="T37" fmla="*/ 108 h 137"/>
                  <a:gd name="T38" fmla="*/ 176 w 201"/>
                  <a:gd name="T39" fmla="*/ 111 h 137"/>
                  <a:gd name="T40" fmla="*/ 179 w 201"/>
                  <a:gd name="T41" fmla="*/ 113 h 137"/>
                  <a:gd name="T42" fmla="*/ 184 w 201"/>
                  <a:gd name="T43" fmla="*/ 115 h 137"/>
                  <a:gd name="T44" fmla="*/ 189 w 201"/>
                  <a:gd name="T45" fmla="*/ 116 h 137"/>
                  <a:gd name="T46" fmla="*/ 197 w 201"/>
                  <a:gd name="T47" fmla="*/ 134 h 137"/>
                  <a:gd name="T48" fmla="*/ 186 w 201"/>
                  <a:gd name="T49" fmla="*/ 137 h 137"/>
                  <a:gd name="T50" fmla="*/ 179 w 201"/>
                  <a:gd name="T51" fmla="*/ 137 h 137"/>
                  <a:gd name="T52" fmla="*/ 172 w 201"/>
                  <a:gd name="T53" fmla="*/ 137 h 137"/>
                  <a:gd name="T54" fmla="*/ 167 w 201"/>
                  <a:gd name="T55" fmla="*/ 137 h 137"/>
                  <a:gd name="T56" fmla="*/ 160 w 201"/>
                  <a:gd name="T57" fmla="*/ 137 h 137"/>
                  <a:gd name="T58" fmla="*/ 153 w 201"/>
                  <a:gd name="T59" fmla="*/ 136 h 137"/>
                  <a:gd name="T60" fmla="*/ 146 w 201"/>
                  <a:gd name="T61" fmla="*/ 135 h 137"/>
                  <a:gd name="T62" fmla="*/ 140 w 201"/>
                  <a:gd name="T63" fmla="*/ 133 h 137"/>
                  <a:gd name="T64" fmla="*/ 135 w 201"/>
                  <a:gd name="T65" fmla="*/ 131 h 137"/>
                  <a:gd name="T66" fmla="*/ 129 w 201"/>
                  <a:gd name="T67" fmla="*/ 129 h 137"/>
                  <a:gd name="T68" fmla="*/ 121 w 201"/>
                  <a:gd name="T69" fmla="*/ 127 h 137"/>
                  <a:gd name="T70" fmla="*/ 113 w 201"/>
                  <a:gd name="T71" fmla="*/ 125 h 137"/>
                  <a:gd name="T72" fmla="*/ 106 w 201"/>
                  <a:gd name="T73" fmla="*/ 123 h 137"/>
                  <a:gd name="T74" fmla="*/ 98 w 201"/>
                  <a:gd name="T75" fmla="*/ 120 h 137"/>
                  <a:gd name="T76" fmla="*/ 87 w 201"/>
                  <a:gd name="T77" fmla="*/ 117 h 137"/>
                  <a:gd name="T78" fmla="*/ 74 w 201"/>
                  <a:gd name="T79" fmla="*/ 111 h 137"/>
                  <a:gd name="T80" fmla="*/ 59 w 201"/>
                  <a:gd name="T81" fmla="*/ 104 h 137"/>
                  <a:gd name="T82" fmla="*/ 52 w 201"/>
                  <a:gd name="T83" fmla="*/ 100 h 137"/>
                  <a:gd name="T84" fmla="*/ 46 w 201"/>
                  <a:gd name="T85" fmla="*/ 96 h 137"/>
                  <a:gd name="T86" fmla="*/ 39 w 201"/>
                  <a:gd name="T87" fmla="*/ 90 h 137"/>
                  <a:gd name="T88" fmla="*/ 33 w 201"/>
                  <a:gd name="T89" fmla="*/ 85 h 137"/>
                  <a:gd name="T90" fmla="*/ 27 w 201"/>
                  <a:gd name="T91" fmla="*/ 80 h 137"/>
                  <a:gd name="T92" fmla="*/ 22 w 201"/>
                  <a:gd name="T93" fmla="*/ 74 h 137"/>
                  <a:gd name="T94" fmla="*/ 17 w 201"/>
                  <a:gd name="T95" fmla="*/ 70 h 137"/>
                  <a:gd name="T96" fmla="*/ 12 w 201"/>
                  <a:gd name="T97" fmla="*/ 64 h 137"/>
                  <a:gd name="T98" fmla="*/ 8 w 201"/>
                  <a:gd name="T99" fmla="*/ 58 h 137"/>
                  <a:gd name="T100" fmla="*/ 4 w 201"/>
                  <a:gd name="T101" fmla="*/ 51 h 137"/>
                  <a:gd name="T102" fmla="*/ 2 w 201"/>
                  <a:gd name="T103" fmla="*/ 44 h 137"/>
                  <a:gd name="T104" fmla="*/ 0 w 201"/>
                  <a:gd name="T105" fmla="*/ 37 h 137"/>
                  <a:gd name="T106" fmla="*/ 0 w 201"/>
                  <a:gd name="T107" fmla="*/ 28 h 137"/>
                  <a:gd name="T108" fmla="*/ 1 w 201"/>
                  <a:gd name="T109" fmla="*/ 23 h 137"/>
                  <a:gd name="T110" fmla="*/ 3 w 201"/>
                  <a:gd name="T111" fmla="*/ 18 h 137"/>
                  <a:gd name="T112" fmla="*/ 5 w 201"/>
                  <a:gd name="T113" fmla="*/ 14 h 137"/>
                  <a:gd name="T114" fmla="*/ 8 w 201"/>
                  <a:gd name="T115" fmla="*/ 11 h 137"/>
                  <a:gd name="T116" fmla="*/ 11 w 201"/>
                  <a:gd name="T117" fmla="*/ 8 h 137"/>
                  <a:gd name="T118" fmla="*/ 18 w 201"/>
                  <a:gd name="T119" fmla="*/ 3 h 137"/>
                  <a:gd name="T120" fmla="*/ 27 w 201"/>
                  <a:gd name="T121" fmla="*/ 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1" h="137">
                    <a:moveTo>
                      <a:pt x="29" y="0"/>
                    </a:moveTo>
                    <a:lnTo>
                      <a:pt x="30" y="0"/>
                    </a:lnTo>
                    <a:lnTo>
                      <a:pt x="31" y="1"/>
                    </a:lnTo>
                    <a:lnTo>
                      <a:pt x="32" y="1"/>
                    </a:lnTo>
                    <a:lnTo>
                      <a:pt x="33" y="1"/>
                    </a:lnTo>
                    <a:lnTo>
                      <a:pt x="34" y="1"/>
                    </a:lnTo>
                    <a:lnTo>
                      <a:pt x="35" y="1"/>
                    </a:lnTo>
                    <a:lnTo>
                      <a:pt x="36" y="2"/>
                    </a:lnTo>
                    <a:lnTo>
                      <a:pt x="37" y="2"/>
                    </a:lnTo>
                    <a:lnTo>
                      <a:pt x="38" y="2"/>
                    </a:lnTo>
                    <a:lnTo>
                      <a:pt x="38" y="3"/>
                    </a:lnTo>
                    <a:lnTo>
                      <a:pt x="39" y="3"/>
                    </a:lnTo>
                    <a:lnTo>
                      <a:pt x="40" y="3"/>
                    </a:lnTo>
                    <a:lnTo>
                      <a:pt x="40" y="4"/>
                    </a:lnTo>
                    <a:lnTo>
                      <a:pt x="41" y="4"/>
                    </a:lnTo>
                    <a:lnTo>
                      <a:pt x="42" y="4"/>
                    </a:lnTo>
                    <a:lnTo>
                      <a:pt x="42" y="5"/>
                    </a:lnTo>
                    <a:lnTo>
                      <a:pt x="43" y="5"/>
                    </a:lnTo>
                    <a:lnTo>
                      <a:pt x="43" y="5"/>
                    </a:lnTo>
                    <a:lnTo>
                      <a:pt x="44" y="6"/>
                    </a:lnTo>
                    <a:lnTo>
                      <a:pt x="44" y="6"/>
                    </a:lnTo>
                    <a:lnTo>
                      <a:pt x="45" y="6"/>
                    </a:lnTo>
                    <a:lnTo>
                      <a:pt x="45" y="7"/>
                    </a:lnTo>
                    <a:lnTo>
                      <a:pt x="46" y="8"/>
                    </a:lnTo>
                    <a:lnTo>
                      <a:pt x="47" y="8"/>
                    </a:lnTo>
                    <a:lnTo>
                      <a:pt x="47" y="9"/>
                    </a:lnTo>
                    <a:lnTo>
                      <a:pt x="48" y="9"/>
                    </a:lnTo>
                    <a:lnTo>
                      <a:pt x="49" y="10"/>
                    </a:lnTo>
                    <a:lnTo>
                      <a:pt x="49" y="11"/>
                    </a:lnTo>
                    <a:lnTo>
                      <a:pt x="50" y="11"/>
                    </a:lnTo>
                    <a:lnTo>
                      <a:pt x="50" y="12"/>
                    </a:lnTo>
                    <a:lnTo>
                      <a:pt x="51" y="12"/>
                    </a:lnTo>
                    <a:lnTo>
                      <a:pt x="51" y="13"/>
                    </a:lnTo>
                    <a:lnTo>
                      <a:pt x="51" y="13"/>
                    </a:lnTo>
                    <a:lnTo>
                      <a:pt x="52" y="13"/>
                    </a:lnTo>
                    <a:lnTo>
                      <a:pt x="52" y="13"/>
                    </a:lnTo>
                    <a:lnTo>
                      <a:pt x="52" y="14"/>
                    </a:lnTo>
                    <a:lnTo>
                      <a:pt x="53" y="15"/>
                    </a:lnTo>
                    <a:lnTo>
                      <a:pt x="54" y="16"/>
                    </a:lnTo>
                    <a:lnTo>
                      <a:pt x="54" y="17"/>
                    </a:lnTo>
                    <a:lnTo>
                      <a:pt x="54" y="17"/>
                    </a:lnTo>
                    <a:lnTo>
                      <a:pt x="54" y="17"/>
                    </a:lnTo>
                    <a:lnTo>
                      <a:pt x="55" y="18"/>
                    </a:lnTo>
                    <a:lnTo>
                      <a:pt x="55" y="18"/>
                    </a:lnTo>
                    <a:lnTo>
                      <a:pt x="55" y="18"/>
                    </a:lnTo>
                    <a:lnTo>
                      <a:pt x="55" y="18"/>
                    </a:lnTo>
                    <a:lnTo>
                      <a:pt x="56" y="18"/>
                    </a:lnTo>
                    <a:lnTo>
                      <a:pt x="57" y="19"/>
                    </a:lnTo>
                    <a:lnTo>
                      <a:pt x="57" y="19"/>
                    </a:lnTo>
                    <a:lnTo>
                      <a:pt x="58" y="20"/>
                    </a:lnTo>
                    <a:lnTo>
                      <a:pt x="59" y="20"/>
                    </a:lnTo>
                    <a:lnTo>
                      <a:pt x="59" y="20"/>
                    </a:lnTo>
                    <a:lnTo>
                      <a:pt x="60" y="21"/>
                    </a:lnTo>
                    <a:lnTo>
                      <a:pt x="61" y="21"/>
                    </a:lnTo>
                    <a:lnTo>
                      <a:pt x="62" y="22"/>
                    </a:lnTo>
                    <a:lnTo>
                      <a:pt x="64" y="23"/>
                    </a:lnTo>
                    <a:lnTo>
                      <a:pt x="65" y="24"/>
                    </a:lnTo>
                    <a:lnTo>
                      <a:pt x="66" y="25"/>
                    </a:lnTo>
                    <a:lnTo>
                      <a:pt x="67" y="25"/>
                    </a:lnTo>
                    <a:lnTo>
                      <a:pt x="67" y="25"/>
                    </a:lnTo>
                    <a:lnTo>
                      <a:pt x="69" y="26"/>
                    </a:lnTo>
                    <a:lnTo>
                      <a:pt x="70" y="27"/>
                    </a:lnTo>
                    <a:lnTo>
                      <a:pt x="71" y="28"/>
                    </a:lnTo>
                    <a:lnTo>
                      <a:pt x="72" y="29"/>
                    </a:lnTo>
                    <a:lnTo>
                      <a:pt x="74" y="30"/>
                    </a:lnTo>
                    <a:lnTo>
                      <a:pt x="75" y="31"/>
                    </a:lnTo>
                    <a:lnTo>
                      <a:pt x="76" y="31"/>
                    </a:lnTo>
                    <a:lnTo>
                      <a:pt x="77" y="32"/>
                    </a:lnTo>
                    <a:lnTo>
                      <a:pt x="78" y="33"/>
                    </a:lnTo>
                    <a:lnTo>
                      <a:pt x="80" y="34"/>
                    </a:lnTo>
                    <a:lnTo>
                      <a:pt x="81" y="35"/>
                    </a:lnTo>
                    <a:lnTo>
                      <a:pt x="81" y="36"/>
                    </a:lnTo>
                    <a:lnTo>
                      <a:pt x="82" y="37"/>
                    </a:lnTo>
                    <a:lnTo>
                      <a:pt x="83" y="38"/>
                    </a:lnTo>
                    <a:lnTo>
                      <a:pt x="85" y="39"/>
                    </a:lnTo>
                    <a:lnTo>
                      <a:pt x="86" y="40"/>
                    </a:lnTo>
                    <a:lnTo>
                      <a:pt x="87" y="41"/>
                    </a:lnTo>
                    <a:lnTo>
                      <a:pt x="88" y="42"/>
                    </a:lnTo>
                    <a:lnTo>
                      <a:pt x="89" y="42"/>
                    </a:lnTo>
                    <a:lnTo>
                      <a:pt x="90" y="43"/>
                    </a:lnTo>
                    <a:lnTo>
                      <a:pt x="92" y="44"/>
                    </a:lnTo>
                    <a:lnTo>
                      <a:pt x="93" y="45"/>
                    </a:lnTo>
                    <a:lnTo>
                      <a:pt x="94" y="45"/>
                    </a:lnTo>
                    <a:lnTo>
                      <a:pt x="96" y="47"/>
                    </a:lnTo>
                    <a:lnTo>
                      <a:pt x="96" y="47"/>
                    </a:lnTo>
                    <a:lnTo>
                      <a:pt x="99" y="49"/>
                    </a:lnTo>
                    <a:lnTo>
                      <a:pt x="101" y="51"/>
                    </a:lnTo>
                    <a:lnTo>
                      <a:pt x="103" y="53"/>
                    </a:lnTo>
                    <a:lnTo>
                      <a:pt x="106" y="55"/>
                    </a:lnTo>
                    <a:lnTo>
                      <a:pt x="110" y="59"/>
                    </a:lnTo>
                    <a:lnTo>
                      <a:pt x="112" y="61"/>
                    </a:lnTo>
                    <a:lnTo>
                      <a:pt x="114" y="63"/>
                    </a:lnTo>
                    <a:lnTo>
                      <a:pt x="116" y="65"/>
                    </a:lnTo>
                    <a:lnTo>
                      <a:pt x="118" y="67"/>
                    </a:lnTo>
                    <a:lnTo>
                      <a:pt x="121" y="69"/>
                    </a:lnTo>
                    <a:lnTo>
                      <a:pt x="121" y="69"/>
                    </a:lnTo>
                    <a:lnTo>
                      <a:pt x="122" y="70"/>
                    </a:lnTo>
                    <a:lnTo>
                      <a:pt x="123" y="71"/>
                    </a:lnTo>
                    <a:lnTo>
                      <a:pt x="124" y="72"/>
                    </a:lnTo>
                    <a:lnTo>
                      <a:pt x="125" y="72"/>
                    </a:lnTo>
                    <a:lnTo>
                      <a:pt x="126" y="72"/>
                    </a:lnTo>
                    <a:lnTo>
                      <a:pt x="127" y="73"/>
                    </a:lnTo>
                    <a:lnTo>
                      <a:pt x="129" y="74"/>
                    </a:lnTo>
                    <a:lnTo>
                      <a:pt x="130" y="75"/>
                    </a:lnTo>
                    <a:lnTo>
                      <a:pt x="131" y="76"/>
                    </a:lnTo>
                    <a:lnTo>
                      <a:pt x="132" y="77"/>
                    </a:lnTo>
                    <a:lnTo>
                      <a:pt x="133" y="78"/>
                    </a:lnTo>
                    <a:lnTo>
                      <a:pt x="134" y="79"/>
                    </a:lnTo>
                    <a:lnTo>
                      <a:pt x="135" y="80"/>
                    </a:lnTo>
                    <a:lnTo>
                      <a:pt x="136" y="80"/>
                    </a:lnTo>
                    <a:lnTo>
                      <a:pt x="137" y="81"/>
                    </a:lnTo>
                    <a:lnTo>
                      <a:pt x="138" y="82"/>
                    </a:lnTo>
                    <a:lnTo>
                      <a:pt x="139" y="83"/>
                    </a:lnTo>
                    <a:lnTo>
                      <a:pt x="140" y="84"/>
                    </a:lnTo>
                    <a:lnTo>
                      <a:pt x="141" y="84"/>
                    </a:lnTo>
                    <a:lnTo>
                      <a:pt x="142" y="85"/>
                    </a:lnTo>
                    <a:lnTo>
                      <a:pt x="142" y="85"/>
                    </a:lnTo>
                    <a:lnTo>
                      <a:pt x="143" y="86"/>
                    </a:lnTo>
                    <a:lnTo>
                      <a:pt x="144" y="87"/>
                    </a:lnTo>
                    <a:lnTo>
                      <a:pt x="145" y="88"/>
                    </a:lnTo>
                    <a:lnTo>
                      <a:pt x="146" y="88"/>
                    </a:lnTo>
                    <a:lnTo>
                      <a:pt x="147" y="89"/>
                    </a:lnTo>
                    <a:lnTo>
                      <a:pt x="149" y="90"/>
                    </a:lnTo>
                    <a:lnTo>
                      <a:pt x="150" y="90"/>
                    </a:lnTo>
                    <a:lnTo>
                      <a:pt x="151" y="91"/>
                    </a:lnTo>
                    <a:lnTo>
                      <a:pt x="151" y="91"/>
                    </a:lnTo>
                    <a:lnTo>
                      <a:pt x="152" y="92"/>
                    </a:lnTo>
                    <a:lnTo>
                      <a:pt x="153" y="93"/>
                    </a:lnTo>
                    <a:lnTo>
                      <a:pt x="154" y="93"/>
                    </a:lnTo>
                    <a:lnTo>
                      <a:pt x="155" y="94"/>
                    </a:lnTo>
                    <a:lnTo>
                      <a:pt x="155" y="94"/>
                    </a:lnTo>
                    <a:lnTo>
                      <a:pt x="156" y="95"/>
                    </a:lnTo>
                    <a:lnTo>
                      <a:pt x="156" y="95"/>
                    </a:lnTo>
                    <a:lnTo>
                      <a:pt x="157" y="95"/>
                    </a:lnTo>
                    <a:lnTo>
                      <a:pt x="158" y="95"/>
                    </a:lnTo>
                    <a:lnTo>
                      <a:pt x="158" y="96"/>
                    </a:lnTo>
                    <a:lnTo>
                      <a:pt x="158" y="96"/>
                    </a:lnTo>
                    <a:lnTo>
                      <a:pt x="159" y="96"/>
                    </a:lnTo>
                    <a:lnTo>
                      <a:pt x="159" y="97"/>
                    </a:lnTo>
                    <a:lnTo>
                      <a:pt x="159" y="97"/>
                    </a:lnTo>
                    <a:lnTo>
                      <a:pt x="160" y="97"/>
                    </a:lnTo>
                    <a:lnTo>
                      <a:pt x="160" y="98"/>
                    </a:lnTo>
                    <a:lnTo>
                      <a:pt x="161" y="98"/>
                    </a:lnTo>
                    <a:lnTo>
                      <a:pt x="161" y="98"/>
                    </a:lnTo>
                    <a:lnTo>
                      <a:pt x="162" y="99"/>
                    </a:lnTo>
                    <a:lnTo>
                      <a:pt x="162" y="99"/>
                    </a:lnTo>
                    <a:lnTo>
                      <a:pt x="163" y="100"/>
                    </a:lnTo>
                    <a:lnTo>
                      <a:pt x="163" y="100"/>
                    </a:lnTo>
                    <a:lnTo>
                      <a:pt x="163" y="100"/>
                    </a:lnTo>
                    <a:lnTo>
                      <a:pt x="164" y="100"/>
                    </a:lnTo>
                    <a:lnTo>
                      <a:pt x="164" y="101"/>
                    </a:lnTo>
                    <a:lnTo>
                      <a:pt x="164" y="101"/>
                    </a:lnTo>
                    <a:lnTo>
                      <a:pt x="165" y="101"/>
                    </a:lnTo>
                    <a:lnTo>
                      <a:pt x="165" y="101"/>
                    </a:lnTo>
                    <a:lnTo>
                      <a:pt x="166" y="102"/>
                    </a:lnTo>
                    <a:lnTo>
                      <a:pt x="166" y="102"/>
                    </a:lnTo>
                    <a:lnTo>
                      <a:pt x="167" y="102"/>
                    </a:lnTo>
                    <a:lnTo>
                      <a:pt x="167" y="103"/>
                    </a:lnTo>
                    <a:lnTo>
                      <a:pt x="167" y="103"/>
                    </a:lnTo>
                    <a:lnTo>
                      <a:pt x="167" y="103"/>
                    </a:lnTo>
                    <a:lnTo>
                      <a:pt x="167" y="104"/>
                    </a:lnTo>
                    <a:lnTo>
                      <a:pt x="167" y="104"/>
                    </a:lnTo>
                    <a:lnTo>
                      <a:pt x="168" y="104"/>
                    </a:lnTo>
                    <a:lnTo>
                      <a:pt x="168" y="105"/>
                    </a:lnTo>
                    <a:lnTo>
                      <a:pt x="169" y="105"/>
                    </a:lnTo>
                    <a:lnTo>
                      <a:pt x="169" y="106"/>
                    </a:lnTo>
                    <a:lnTo>
                      <a:pt x="169" y="106"/>
                    </a:lnTo>
                    <a:lnTo>
                      <a:pt x="170" y="107"/>
                    </a:lnTo>
                    <a:lnTo>
                      <a:pt x="170" y="107"/>
                    </a:lnTo>
                    <a:lnTo>
                      <a:pt x="171" y="107"/>
                    </a:lnTo>
                    <a:lnTo>
                      <a:pt x="171" y="108"/>
                    </a:lnTo>
                    <a:lnTo>
                      <a:pt x="172" y="108"/>
                    </a:lnTo>
                    <a:lnTo>
                      <a:pt x="172" y="108"/>
                    </a:lnTo>
                    <a:lnTo>
                      <a:pt x="173" y="109"/>
                    </a:lnTo>
                    <a:lnTo>
                      <a:pt x="173" y="109"/>
                    </a:lnTo>
                    <a:lnTo>
                      <a:pt x="174" y="109"/>
                    </a:lnTo>
                    <a:lnTo>
                      <a:pt x="174" y="110"/>
                    </a:lnTo>
                    <a:lnTo>
                      <a:pt x="175" y="110"/>
                    </a:lnTo>
                    <a:lnTo>
                      <a:pt x="175" y="110"/>
                    </a:lnTo>
                    <a:lnTo>
                      <a:pt x="176" y="111"/>
                    </a:lnTo>
                    <a:lnTo>
                      <a:pt x="176" y="111"/>
                    </a:lnTo>
                    <a:lnTo>
                      <a:pt x="176" y="111"/>
                    </a:lnTo>
                    <a:lnTo>
                      <a:pt x="177" y="112"/>
                    </a:lnTo>
                    <a:lnTo>
                      <a:pt x="177" y="112"/>
                    </a:lnTo>
                    <a:lnTo>
                      <a:pt x="177" y="112"/>
                    </a:lnTo>
                    <a:lnTo>
                      <a:pt x="178" y="112"/>
                    </a:lnTo>
                    <a:lnTo>
                      <a:pt x="178" y="112"/>
                    </a:lnTo>
                    <a:lnTo>
                      <a:pt x="179" y="113"/>
                    </a:lnTo>
                    <a:lnTo>
                      <a:pt x="179" y="113"/>
                    </a:lnTo>
                    <a:lnTo>
                      <a:pt x="180" y="113"/>
                    </a:lnTo>
                    <a:lnTo>
                      <a:pt x="180" y="113"/>
                    </a:lnTo>
                    <a:lnTo>
                      <a:pt x="181" y="114"/>
                    </a:lnTo>
                    <a:lnTo>
                      <a:pt x="181" y="114"/>
                    </a:lnTo>
                    <a:lnTo>
                      <a:pt x="182" y="114"/>
                    </a:lnTo>
                    <a:lnTo>
                      <a:pt x="182" y="114"/>
                    </a:lnTo>
                    <a:lnTo>
                      <a:pt x="183" y="114"/>
                    </a:lnTo>
                    <a:lnTo>
                      <a:pt x="184" y="115"/>
                    </a:lnTo>
                    <a:lnTo>
                      <a:pt x="184" y="115"/>
                    </a:lnTo>
                    <a:lnTo>
                      <a:pt x="185" y="115"/>
                    </a:lnTo>
                    <a:lnTo>
                      <a:pt x="185" y="115"/>
                    </a:lnTo>
                    <a:lnTo>
                      <a:pt x="186" y="115"/>
                    </a:lnTo>
                    <a:lnTo>
                      <a:pt x="186" y="115"/>
                    </a:lnTo>
                    <a:lnTo>
                      <a:pt x="187" y="115"/>
                    </a:lnTo>
                    <a:lnTo>
                      <a:pt x="187" y="115"/>
                    </a:lnTo>
                    <a:lnTo>
                      <a:pt x="188" y="115"/>
                    </a:lnTo>
                    <a:lnTo>
                      <a:pt x="188" y="116"/>
                    </a:lnTo>
                    <a:lnTo>
                      <a:pt x="189" y="116"/>
                    </a:lnTo>
                    <a:lnTo>
                      <a:pt x="189" y="116"/>
                    </a:lnTo>
                    <a:lnTo>
                      <a:pt x="190" y="116"/>
                    </a:lnTo>
                    <a:lnTo>
                      <a:pt x="190" y="116"/>
                    </a:lnTo>
                    <a:lnTo>
                      <a:pt x="190" y="116"/>
                    </a:lnTo>
                    <a:lnTo>
                      <a:pt x="191" y="116"/>
                    </a:lnTo>
                    <a:lnTo>
                      <a:pt x="197" y="119"/>
                    </a:lnTo>
                    <a:lnTo>
                      <a:pt x="201" y="127"/>
                    </a:lnTo>
                    <a:lnTo>
                      <a:pt x="201" y="127"/>
                    </a:lnTo>
                    <a:lnTo>
                      <a:pt x="197" y="134"/>
                    </a:lnTo>
                    <a:lnTo>
                      <a:pt x="190" y="137"/>
                    </a:lnTo>
                    <a:lnTo>
                      <a:pt x="190" y="137"/>
                    </a:lnTo>
                    <a:lnTo>
                      <a:pt x="190" y="137"/>
                    </a:lnTo>
                    <a:lnTo>
                      <a:pt x="190" y="137"/>
                    </a:lnTo>
                    <a:lnTo>
                      <a:pt x="189" y="137"/>
                    </a:lnTo>
                    <a:lnTo>
                      <a:pt x="188" y="137"/>
                    </a:lnTo>
                    <a:lnTo>
                      <a:pt x="187" y="137"/>
                    </a:lnTo>
                    <a:lnTo>
                      <a:pt x="187" y="137"/>
                    </a:lnTo>
                    <a:lnTo>
                      <a:pt x="186" y="137"/>
                    </a:lnTo>
                    <a:lnTo>
                      <a:pt x="185" y="137"/>
                    </a:lnTo>
                    <a:lnTo>
                      <a:pt x="184" y="137"/>
                    </a:lnTo>
                    <a:lnTo>
                      <a:pt x="184" y="137"/>
                    </a:lnTo>
                    <a:lnTo>
                      <a:pt x="183" y="137"/>
                    </a:lnTo>
                    <a:lnTo>
                      <a:pt x="182" y="137"/>
                    </a:lnTo>
                    <a:lnTo>
                      <a:pt x="181" y="137"/>
                    </a:lnTo>
                    <a:lnTo>
                      <a:pt x="181" y="137"/>
                    </a:lnTo>
                    <a:lnTo>
                      <a:pt x="180" y="137"/>
                    </a:lnTo>
                    <a:lnTo>
                      <a:pt x="179" y="137"/>
                    </a:lnTo>
                    <a:lnTo>
                      <a:pt x="178" y="137"/>
                    </a:lnTo>
                    <a:lnTo>
                      <a:pt x="178" y="137"/>
                    </a:lnTo>
                    <a:lnTo>
                      <a:pt x="177" y="137"/>
                    </a:lnTo>
                    <a:lnTo>
                      <a:pt x="176" y="137"/>
                    </a:lnTo>
                    <a:lnTo>
                      <a:pt x="175" y="137"/>
                    </a:lnTo>
                    <a:lnTo>
                      <a:pt x="175" y="137"/>
                    </a:lnTo>
                    <a:lnTo>
                      <a:pt x="174" y="137"/>
                    </a:lnTo>
                    <a:lnTo>
                      <a:pt x="173" y="137"/>
                    </a:lnTo>
                    <a:lnTo>
                      <a:pt x="172" y="137"/>
                    </a:lnTo>
                    <a:lnTo>
                      <a:pt x="171" y="137"/>
                    </a:lnTo>
                    <a:lnTo>
                      <a:pt x="171" y="137"/>
                    </a:lnTo>
                    <a:lnTo>
                      <a:pt x="171" y="137"/>
                    </a:lnTo>
                    <a:lnTo>
                      <a:pt x="170" y="137"/>
                    </a:lnTo>
                    <a:lnTo>
                      <a:pt x="169" y="137"/>
                    </a:lnTo>
                    <a:lnTo>
                      <a:pt x="168" y="137"/>
                    </a:lnTo>
                    <a:lnTo>
                      <a:pt x="168" y="137"/>
                    </a:lnTo>
                    <a:lnTo>
                      <a:pt x="167" y="137"/>
                    </a:lnTo>
                    <a:lnTo>
                      <a:pt x="167" y="137"/>
                    </a:lnTo>
                    <a:lnTo>
                      <a:pt x="166" y="137"/>
                    </a:lnTo>
                    <a:lnTo>
                      <a:pt x="165" y="137"/>
                    </a:lnTo>
                    <a:lnTo>
                      <a:pt x="165" y="137"/>
                    </a:lnTo>
                    <a:lnTo>
                      <a:pt x="164" y="137"/>
                    </a:lnTo>
                    <a:lnTo>
                      <a:pt x="163" y="137"/>
                    </a:lnTo>
                    <a:lnTo>
                      <a:pt x="162" y="137"/>
                    </a:lnTo>
                    <a:lnTo>
                      <a:pt x="161" y="137"/>
                    </a:lnTo>
                    <a:lnTo>
                      <a:pt x="161" y="137"/>
                    </a:lnTo>
                    <a:lnTo>
                      <a:pt x="160" y="137"/>
                    </a:lnTo>
                    <a:lnTo>
                      <a:pt x="159" y="137"/>
                    </a:lnTo>
                    <a:lnTo>
                      <a:pt x="158" y="137"/>
                    </a:lnTo>
                    <a:lnTo>
                      <a:pt x="157" y="136"/>
                    </a:lnTo>
                    <a:lnTo>
                      <a:pt x="157" y="136"/>
                    </a:lnTo>
                    <a:lnTo>
                      <a:pt x="156" y="136"/>
                    </a:lnTo>
                    <a:lnTo>
                      <a:pt x="155" y="136"/>
                    </a:lnTo>
                    <a:lnTo>
                      <a:pt x="154" y="136"/>
                    </a:lnTo>
                    <a:lnTo>
                      <a:pt x="153" y="136"/>
                    </a:lnTo>
                    <a:lnTo>
                      <a:pt x="153" y="136"/>
                    </a:lnTo>
                    <a:lnTo>
                      <a:pt x="152" y="136"/>
                    </a:lnTo>
                    <a:lnTo>
                      <a:pt x="152" y="136"/>
                    </a:lnTo>
                    <a:lnTo>
                      <a:pt x="151" y="136"/>
                    </a:lnTo>
                    <a:lnTo>
                      <a:pt x="150" y="136"/>
                    </a:lnTo>
                    <a:lnTo>
                      <a:pt x="149" y="135"/>
                    </a:lnTo>
                    <a:lnTo>
                      <a:pt x="148" y="135"/>
                    </a:lnTo>
                    <a:lnTo>
                      <a:pt x="148" y="135"/>
                    </a:lnTo>
                    <a:lnTo>
                      <a:pt x="147" y="135"/>
                    </a:lnTo>
                    <a:lnTo>
                      <a:pt x="146" y="135"/>
                    </a:lnTo>
                    <a:lnTo>
                      <a:pt x="145" y="135"/>
                    </a:lnTo>
                    <a:lnTo>
                      <a:pt x="145" y="135"/>
                    </a:lnTo>
                    <a:lnTo>
                      <a:pt x="144" y="135"/>
                    </a:lnTo>
                    <a:lnTo>
                      <a:pt x="144" y="134"/>
                    </a:lnTo>
                    <a:lnTo>
                      <a:pt x="143" y="134"/>
                    </a:lnTo>
                    <a:lnTo>
                      <a:pt x="142" y="134"/>
                    </a:lnTo>
                    <a:lnTo>
                      <a:pt x="141" y="134"/>
                    </a:lnTo>
                    <a:lnTo>
                      <a:pt x="141" y="133"/>
                    </a:lnTo>
                    <a:lnTo>
                      <a:pt x="140" y="133"/>
                    </a:lnTo>
                    <a:lnTo>
                      <a:pt x="139" y="133"/>
                    </a:lnTo>
                    <a:lnTo>
                      <a:pt x="138" y="132"/>
                    </a:lnTo>
                    <a:lnTo>
                      <a:pt x="138" y="132"/>
                    </a:lnTo>
                    <a:lnTo>
                      <a:pt x="138" y="132"/>
                    </a:lnTo>
                    <a:lnTo>
                      <a:pt x="138" y="132"/>
                    </a:lnTo>
                    <a:lnTo>
                      <a:pt x="137" y="132"/>
                    </a:lnTo>
                    <a:lnTo>
                      <a:pt x="136" y="131"/>
                    </a:lnTo>
                    <a:lnTo>
                      <a:pt x="136" y="131"/>
                    </a:lnTo>
                    <a:lnTo>
                      <a:pt x="135" y="131"/>
                    </a:lnTo>
                    <a:lnTo>
                      <a:pt x="134" y="131"/>
                    </a:lnTo>
                    <a:lnTo>
                      <a:pt x="134" y="131"/>
                    </a:lnTo>
                    <a:lnTo>
                      <a:pt x="133" y="130"/>
                    </a:lnTo>
                    <a:lnTo>
                      <a:pt x="133" y="130"/>
                    </a:lnTo>
                    <a:lnTo>
                      <a:pt x="132" y="130"/>
                    </a:lnTo>
                    <a:lnTo>
                      <a:pt x="131" y="130"/>
                    </a:lnTo>
                    <a:lnTo>
                      <a:pt x="130" y="130"/>
                    </a:lnTo>
                    <a:lnTo>
                      <a:pt x="129" y="129"/>
                    </a:lnTo>
                    <a:lnTo>
                      <a:pt x="129" y="129"/>
                    </a:lnTo>
                    <a:lnTo>
                      <a:pt x="128" y="129"/>
                    </a:lnTo>
                    <a:lnTo>
                      <a:pt x="127" y="129"/>
                    </a:lnTo>
                    <a:lnTo>
                      <a:pt x="126" y="129"/>
                    </a:lnTo>
                    <a:lnTo>
                      <a:pt x="125" y="128"/>
                    </a:lnTo>
                    <a:lnTo>
                      <a:pt x="124" y="128"/>
                    </a:lnTo>
                    <a:lnTo>
                      <a:pt x="124" y="128"/>
                    </a:lnTo>
                    <a:lnTo>
                      <a:pt x="123" y="128"/>
                    </a:lnTo>
                    <a:lnTo>
                      <a:pt x="122" y="127"/>
                    </a:lnTo>
                    <a:lnTo>
                      <a:pt x="121" y="127"/>
                    </a:lnTo>
                    <a:lnTo>
                      <a:pt x="120" y="127"/>
                    </a:lnTo>
                    <a:lnTo>
                      <a:pt x="119" y="127"/>
                    </a:lnTo>
                    <a:lnTo>
                      <a:pt x="118" y="126"/>
                    </a:lnTo>
                    <a:lnTo>
                      <a:pt x="117" y="126"/>
                    </a:lnTo>
                    <a:lnTo>
                      <a:pt x="117" y="126"/>
                    </a:lnTo>
                    <a:lnTo>
                      <a:pt x="116" y="126"/>
                    </a:lnTo>
                    <a:lnTo>
                      <a:pt x="115" y="126"/>
                    </a:lnTo>
                    <a:lnTo>
                      <a:pt x="114" y="125"/>
                    </a:lnTo>
                    <a:lnTo>
                      <a:pt x="113" y="125"/>
                    </a:lnTo>
                    <a:lnTo>
                      <a:pt x="112" y="125"/>
                    </a:lnTo>
                    <a:lnTo>
                      <a:pt x="111" y="125"/>
                    </a:lnTo>
                    <a:lnTo>
                      <a:pt x="110" y="124"/>
                    </a:lnTo>
                    <a:lnTo>
                      <a:pt x="110" y="124"/>
                    </a:lnTo>
                    <a:lnTo>
                      <a:pt x="110" y="124"/>
                    </a:lnTo>
                    <a:lnTo>
                      <a:pt x="109" y="123"/>
                    </a:lnTo>
                    <a:lnTo>
                      <a:pt x="108" y="123"/>
                    </a:lnTo>
                    <a:lnTo>
                      <a:pt x="107" y="123"/>
                    </a:lnTo>
                    <a:lnTo>
                      <a:pt x="106" y="123"/>
                    </a:lnTo>
                    <a:lnTo>
                      <a:pt x="105" y="122"/>
                    </a:lnTo>
                    <a:lnTo>
                      <a:pt x="104" y="122"/>
                    </a:lnTo>
                    <a:lnTo>
                      <a:pt x="103" y="122"/>
                    </a:lnTo>
                    <a:lnTo>
                      <a:pt x="102" y="122"/>
                    </a:lnTo>
                    <a:lnTo>
                      <a:pt x="101" y="121"/>
                    </a:lnTo>
                    <a:lnTo>
                      <a:pt x="100" y="121"/>
                    </a:lnTo>
                    <a:lnTo>
                      <a:pt x="100" y="121"/>
                    </a:lnTo>
                    <a:lnTo>
                      <a:pt x="99" y="120"/>
                    </a:lnTo>
                    <a:lnTo>
                      <a:pt x="98" y="120"/>
                    </a:lnTo>
                    <a:lnTo>
                      <a:pt x="97" y="120"/>
                    </a:lnTo>
                    <a:lnTo>
                      <a:pt x="96" y="120"/>
                    </a:lnTo>
                    <a:lnTo>
                      <a:pt x="95" y="119"/>
                    </a:lnTo>
                    <a:lnTo>
                      <a:pt x="94" y="119"/>
                    </a:lnTo>
                    <a:lnTo>
                      <a:pt x="93" y="119"/>
                    </a:lnTo>
                    <a:lnTo>
                      <a:pt x="91" y="118"/>
                    </a:lnTo>
                    <a:lnTo>
                      <a:pt x="90" y="118"/>
                    </a:lnTo>
                    <a:lnTo>
                      <a:pt x="89" y="118"/>
                    </a:lnTo>
                    <a:lnTo>
                      <a:pt x="87" y="117"/>
                    </a:lnTo>
                    <a:lnTo>
                      <a:pt x="85" y="116"/>
                    </a:lnTo>
                    <a:lnTo>
                      <a:pt x="84" y="115"/>
                    </a:lnTo>
                    <a:lnTo>
                      <a:pt x="82" y="115"/>
                    </a:lnTo>
                    <a:lnTo>
                      <a:pt x="81" y="114"/>
                    </a:lnTo>
                    <a:lnTo>
                      <a:pt x="79" y="113"/>
                    </a:lnTo>
                    <a:lnTo>
                      <a:pt x="77" y="112"/>
                    </a:lnTo>
                    <a:lnTo>
                      <a:pt x="75" y="111"/>
                    </a:lnTo>
                    <a:lnTo>
                      <a:pt x="74" y="111"/>
                    </a:lnTo>
                    <a:lnTo>
                      <a:pt x="74" y="111"/>
                    </a:lnTo>
                    <a:lnTo>
                      <a:pt x="72" y="110"/>
                    </a:lnTo>
                    <a:lnTo>
                      <a:pt x="70" y="109"/>
                    </a:lnTo>
                    <a:lnTo>
                      <a:pt x="68" y="108"/>
                    </a:lnTo>
                    <a:lnTo>
                      <a:pt x="66" y="107"/>
                    </a:lnTo>
                    <a:lnTo>
                      <a:pt x="65" y="106"/>
                    </a:lnTo>
                    <a:lnTo>
                      <a:pt x="63" y="105"/>
                    </a:lnTo>
                    <a:lnTo>
                      <a:pt x="61" y="105"/>
                    </a:lnTo>
                    <a:lnTo>
                      <a:pt x="61" y="104"/>
                    </a:lnTo>
                    <a:lnTo>
                      <a:pt x="59" y="104"/>
                    </a:lnTo>
                    <a:lnTo>
                      <a:pt x="58" y="103"/>
                    </a:lnTo>
                    <a:lnTo>
                      <a:pt x="58" y="103"/>
                    </a:lnTo>
                    <a:lnTo>
                      <a:pt x="57" y="102"/>
                    </a:lnTo>
                    <a:lnTo>
                      <a:pt x="56" y="102"/>
                    </a:lnTo>
                    <a:lnTo>
                      <a:pt x="55" y="101"/>
                    </a:lnTo>
                    <a:lnTo>
                      <a:pt x="54" y="101"/>
                    </a:lnTo>
                    <a:lnTo>
                      <a:pt x="53" y="101"/>
                    </a:lnTo>
                    <a:lnTo>
                      <a:pt x="52" y="101"/>
                    </a:lnTo>
                    <a:lnTo>
                      <a:pt x="52" y="100"/>
                    </a:lnTo>
                    <a:lnTo>
                      <a:pt x="52" y="100"/>
                    </a:lnTo>
                    <a:lnTo>
                      <a:pt x="52" y="99"/>
                    </a:lnTo>
                    <a:lnTo>
                      <a:pt x="51" y="99"/>
                    </a:lnTo>
                    <a:lnTo>
                      <a:pt x="50" y="98"/>
                    </a:lnTo>
                    <a:lnTo>
                      <a:pt x="49" y="98"/>
                    </a:lnTo>
                    <a:lnTo>
                      <a:pt x="49" y="97"/>
                    </a:lnTo>
                    <a:lnTo>
                      <a:pt x="48" y="97"/>
                    </a:lnTo>
                    <a:lnTo>
                      <a:pt x="47" y="96"/>
                    </a:lnTo>
                    <a:lnTo>
                      <a:pt x="46" y="96"/>
                    </a:lnTo>
                    <a:lnTo>
                      <a:pt x="45" y="95"/>
                    </a:lnTo>
                    <a:lnTo>
                      <a:pt x="45" y="94"/>
                    </a:lnTo>
                    <a:lnTo>
                      <a:pt x="44" y="94"/>
                    </a:lnTo>
                    <a:lnTo>
                      <a:pt x="43" y="93"/>
                    </a:lnTo>
                    <a:lnTo>
                      <a:pt x="42" y="93"/>
                    </a:lnTo>
                    <a:lnTo>
                      <a:pt x="42" y="92"/>
                    </a:lnTo>
                    <a:lnTo>
                      <a:pt x="41" y="92"/>
                    </a:lnTo>
                    <a:lnTo>
                      <a:pt x="40" y="91"/>
                    </a:lnTo>
                    <a:lnTo>
                      <a:pt x="39" y="90"/>
                    </a:lnTo>
                    <a:lnTo>
                      <a:pt x="39" y="90"/>
                    </a:lnTo>
                    <a:lnTo>
                      <a:pt x="38" y="89"/>
                    </a:lnTo>
                    <a:lnTo>
                      <a:pt x="37" y="89"/>
                    </a:lnTo>
                    <a:lnTo>
                      <a:pt x="36" y="88"/>
                    </a:lnTo>
                    <a:lnTo>
                      <a:pt x="36" y="88"/>
                    </a:lnTo>
                    <a:lnTo>
                      <a:pt x="35" y="87"/>
                    </a:lnTo>
                    <a:lnTo>
                      <a:pt x="34" y="86"/>
                    </a:lnTo>
                    <a:lnTo>
                      <a:pt x="34" y="86"/>
                    </a:lnTo>
                    <a:lnTo>
                      <a:pt x="33" y="85"/>
                    </a:lnTo>
                    <a:lnTo>
                      <a:pt x="32" y="85"/>
                    </a:lnTo>
                    <a:lnTo>
                      <a:pt x="31" y="84"/>
                    </a:lnTo>
                    <a:lnTo>
                      <a:pt x="31" y="83"/>
                    </a:lnTo>
                    <a:lnTo>
                      <a:pt x="30" y="83"/>
                    </a:lnTo>
                    <a:lnTo>
                      <a:pt x="29" y="82"/>
                    </a:lnTo>
                    <a:lnTo>
                      <a:pt x="29" y="82"/>
                    </a:lnTo>
                    <a:lnTo>
                      <a:pt x="28" y="81"/>
                    </a:lnTo>
                    <a:lnTo>
                      <a:pt x="27" y="80"/>
                    </a:lnTo>
                    <a:lnTo>
                      <a:pt x="27" y="80"/>
                    </a:lnTo>
                    <a:lnTo>
                      <a:pt x="26" y="79"/>
                    </a:lnTo>
                    <a:lnTo>
                      <a:pt x="25" y="79"/>
                    </a:lnTo>
                    <a:lnTo>
                      <a:pt x="25" y="78"/>
                    </a:lnTo>
                    <a:lnTo>
                      <a:pt x="24" y="77"/>
                    </a:lnTo>
                    <a:lnTo>
                      <a:pt x="23" y="77"/>
                    </a:lnTo>
                    <a:lnTo>
                      <a:pt x="23" y="76"/>
                    </a:lnTo>
                    <a:lnTo>
                      <a:pt x="23" y="75"/>
                    </a:lnTo>
                    <a:lnTo>
                      <a:pt x="22" y="75"/>
                    </a:lnTo>
                    <a:lnTo>
                      <a:pt x="22" y="74"/>
                    </a:lnTo>
                    <a:lnTo>
                      <a:pt x="21" y="74"/>
                    </a:lnTo>
                    <a:lnTo>
                      <a:pt x="21" y="73"/>
                    </a:lnTo>
                    <a:lnTo>
                      <a:pt x="20" y="72"/>
                    </a:lnTo>
                    <a:lnTo>
                      <a:pt x="19" y="72"/>
                    </a:lnTo>
                    <a:lnTo>
                      <a:pt x="19" y="72"/>
                    </a:lnTo>
                    <a:lnTo>
                      <a:pt x="18" y="71"/>
                    </a:lnTo>
                    <a:lnTo>
                      <a:pt x="18" y="71"/>
                    </a:lnTo>
                    <a:lnTo>
                      <a:pt x="17" y="70"/>
                    </a:lnTo>
                    <a:lnTo>
                      <a:pt x="17" y="70"/>
                    </a:lnTo>
                    <a:lnTo>
                      <a:pt x="16" y="69"/>
                    </a:lnTo>
                    <a:lnTo>
                      <a:pt x="15" y="68"/>
                    </a:lnTo>
                    <a:lnTo>
                      <a:pt x="15" y="68"/>
                    </a:lnTo>
                    <a:lnTo>
                      <a:pt x="14" y="67"/>
                    </a:lnTo>
                    <a:lnTo>
                      <a:pt x="14" y="66"/>
                    </a:lnTo>
                    <a:lnTo>
                      <a:pt x="13" y="66"/>
                    </a:lnTo>
                    <a:lnTo>
                      <a:pt x="13" y="65"/>
                    </a:lnTo>
                    <a:lnTo>
                      <a:pt x="12" y="64"/>
                    </a:lnTo>
                    <a:lnTo>
                      <a:pt x="12" y="64"/>
                    </a:lnTo>
                    <a:lnTo>
                      <a:pt x="11" y="63"/>
                    </a:lnTo>
                    <a:lnTo>
                      <a:pt x="11" y="62"/>
                    </a:lnTo>
                    <a:lnTo>
                      <a:pt x="11" y="62"/>
                    </a:lnTo>
                    <a:lnTo>
                      <a:pt x="10" y="62"/>
                    </a:lnTo>
                    <a:lnTo>
                      <a:pt x="10" y="61"/>
                    </a:lnTo>
                    <a:lnTo>
                      <a:pt x="9" y="60"/>
                    </a:lnTo>
                    <a:lnTo>
                      <a:pt x="9" y="59"/>
                    </a:lnTo>
                    <a:lnTo>
                      <a:pt x="8" y="59"/>
                    </a:lnTo>
                    <a:lnTo>
                      <a:pt x="8" y="58"/>
                    </a:lnTo>
                    <a:lnTo>
                      <a:pt x="8" y="57"/>
                    </a:lnTo>
                    <a:lnTo>
                      <a:pt x="7" y="57"/>
                    </a:lnTo>
                    <a:lnTo>
                      <a:pt x="7" y="56"/>
                    </a:lnTo>
                    <a:lnTo>
                      <a:pt x="6" y="55"/>
                    </a:lnTo>
                    <a:lnTo>
                      <a:pt x="6" y="54"/>
                    </a:lnTo>
                    <a:lnTo>
                      <a:pt x="5" y="54"/>
                    </a:lnTo>
                    <a:lnTo>
                      <a:pt x="5" y="53"/>
                    </a:lnTo>
                    <a:lnTo>
                      <a:pt x="5" y="52"/>
                    </a:lnTo>
                    <a:lnTo>
                      <a:pt x="4" y="51"/>
                    </a:lnTo>
                    <a:lnTo>
                      <a:pt x="4" y="51"/>
                    </a:lnTo>
                    <a:lnTo>
                      <a:pt x="4" y="50"/>
                    </a:lnTo>
                    <a:lnTo>
                      <a:pt x="3" y="49"/>
                    </a:lnTo>
                    <a:lnTo>
                      <a:pt x="3" y="48"/>
                    </a:lnTo>
                    <a:lnTo>
                      <a:pt x="3" y="47"/>
                    </a:lnTo>
                    <a:lnTo>
                      <a:pt x="2" y="47"/>
                    </a:lnTo>
                    <a:lnTo>
                      <a:pt x="2" y="46"/>
                    </a:lnTo>
                    <a:lnTo>
                      <a:pt x="2" y="45"/>
                    </a:lnTo>
                    <a:lnTo>
                      <a:pt x="2" y="44"/>
                    </a:lnTo>
                    <a:lnTo>
                      <a:pt x="1" y="43"/>
                    </a:lnTo>
                    <a:lnTo>
                      <a:pt x="1" y="42"/>
                    </a:lnTo>
                    <a:lnTo>
                      <a:pt x="1" y="42"/>
                    </a:lnTo>
                    <a:lnTo>
                      <a:pt x="1" y="41"/>
                    </a:lnTo>
                    <a:lnTo>
                      <a:pt x="1" y="41"/>
                    </a:lnTo>
                    <a:lnTo>
                      <a:pt x="0" y="40"/>
                    </a:lnTo>
                    <a:lnTo>
                      <a:pt x="0" y="39"/>
                    </a:lnTo>
                    <a:lnTo>
                      <a:pt x="0" y="38"/>
                    </a:lnTo>
                    <a:lnTo>
                      <a:pt x="0" y="37"/>
                    </a:lnTo>
                    <a:lnTo>
                      <a:pt x="0" y="36"/>
                    </a:lnTo>
                    <a:lnTo>
                      <a:pt x="0" y="35"/>
                    </a:lnTo>
                    <a:lnTo>
                      <a:pt x="0" y="34"/>
                    </a:lnTo>
                    <a:lnTo>
                      <a:pt x="0" y="33"/>
                    </a:lnTo>
                    <a:lnTo>
                      <a:pt x="0" y="32"/>
                    </a:lnTo>
                    <a:lnTo>
                      <a:pt x="0" y="31"/>
                    </a:lnTo>
                    <a:lnTo>
                      <a:pt x="0" y="30"/>
                    </a:lnTo>
                    <a:lnTo>
                      <a:pt x="0" y="29"/>
                    </a:lnTo>
                    <a:lnTo>
                      <a:pt x="0" y="28"/>
                    </a:lnTo>
                    <a:lnTo>
                      <a:pt x="0" y="27"/>
                    </a:lnTo>
                    <a:lnTo>
                      <a:pt x="0" y="27"/>
                    </a:lnTo>
                    <a:lnTo>
                      <a:pt x="1" y="26"/>
                    </a:lnTo>
                    <a:lnTo>
                      <a:pt x="1" y="26"/>
                    </a:lnTo>
                    <a:lnTo>
                      <a:pt x="1" y="25"/>
                    </a:lnTo>
                    <a:lnTo>
                      <a:pt x="1" y="25"/>
                    </a:lnTo>
                    <a:lnTo>
                      <a:pt x="1" y="24"/>
                    </a:lnTo>
                    <a:lnTo>
                      <a:pt x="1" y="24"/>
                    </a:lnTo>
                    <a:lnTo>
                      <a:pt x="1" y="23"/>
                    </a:lnTo>
                    <a:lnTo>
                      <a:pt x="1" y="23"/>
                    </a:lnTo>
                    <a:lnTo>
                      <a:pt x="2" y="22"/>
                    </a:lnTo>
                    <a:lnTo>
                      <a:pt x="2" y="21"/>
                    </a:lnTo>
                    <a:lnTo>
                      <a:pt x="2" y="21"/>
                    </a:lnTo>
                    <a:lnTo>
                      <a:pt x="2" y="20"/>
                    </a:lnTo>
                    <a:lnTo>
                      <a:pt x="2" y="20"/>
                    </a:lnTo>
                    <a:lnTo>
                      <a:pt x="3" y="19"/>
                    </a:lnTo>
                    <a:lnTo>
                      <a:pt x="3" y="19"/>
                    </a:lnTo>
                    <a:lnTo>
                      <a:pt x="3" y="18"/>
                    </a:lnTo>
                    <a:lnTo>
                      <a:pt x="3" y="18"/>
                    </a:lnTo>
                    <a:lnTo>
                      <a:pt x="3" y="17"/>
                    </a:lnTo>
                    <a:lnTo>
                      <a:pt x="4" y="17"/>
                    </a:lnTo>
                    <a:lnTo>
                      <a:pt x="4" y="16"/>
                    </a:lnTo>
                    <a:lnTo>
                      <a:pt x="4" y="16"/>
                    </a:lnTo>
                    <a:lnTo>
                      <a:pt x="4" y="16"/>
                    </a:lnTo>
                    <a:lnTo>
                      <a:pt x="5" y="15"/>
                    </a:lnTo>
                    <a:lnTo>
                      <a:pt x="5" y="15"/>
                    </a:lnTo>
                    <a:lnTo>
                      <a:pt x="5" y="14"/>
                    </a:lnTo>
                    <a:lnTo>
                      <a:pt x="6" y="14"/>
                    </a:lnTo>
                    <a:lnTo>
                      <a:pt x="6" y="13"/>
                    </a:lnTo>
                    <a:lnTo>
                      <a:pt x="6" y="13"/>
                    </a:lnTo>
                    <a:lnTo>
                      <a:pt x="6" y="13"/>
                    </a:lnTo>
                    <a:lnTo>
                      <a:pt x="7" y="13"/>
                    </a:lnTo>
                    <a:lnTo>
                      <a:pt x="7" y="12"/>
                    </a:lnTo>
                    <a:lnTo>
                      <a:pt x="7" y="12"/>
                    </a:lnTo>
                    <a:lnTo>
                      <a:pt x="8" y="12"/>
                    </a:lnTo>
                    <a:lnTo>
                      <a:pt x="8" y="11"/>
                    </a:lnTo>
                    <a:lnTo>
                      <a:pt x="8" y="11"/>
                    </a:lnTo>
                    <a:lnTo>
                      <a:pt x="9" y="10"/>
                    </a:lnTo>
                    <a:lnTo>
                      <a:pt x="9" y="10"/>
                    </a:lnTo>
                    <a:lnTo>
                      <a:pt x="9" y="10"/>
                    </a:lnTo>
                    <a:lnTo>
                      <a:pt x="10" y="9"/>
                    </a:lnTo>
                    <a:lnTo>
                      <a:pt x="10" y="9"/>
                    </a:lnTo>
                    <a:lnTo>
                      <a:pt x="11" y="8"/>
                    </a:lnTo>
                    <a:lnTo>
                      <a:pt x="11" y="8"/>
                    </a:lnTo>
                    <a:lnTo>
                      <a:pt x="11" y="8"/>
                    </a:lnTo>
                    <a:lnTo>
                      <a:pt x="12" y="7"/>
                    </a:lnTo>
                    <a:lnTo>
                      <a:pt x="12" y="7"/>
                    </a:lnTo>
                    <a:lnTo>
                      <a:pt x="13" y="6"/>
                    </a:lnTo>
                    <a:lnTo>
                      <a:pt x="14" y="6"/>
                    </a:lnTo>
                    <a:lnTo>
                      <a:pt x="15" y="5"/>
                    </a:lnTo>
                    <a:lnTo>
                      <a:pt x="15" y="4"/>
                    </a:lnTo>
                    <a:lnTo>
                      <a:pt x="16" y="4"/>
                    </a:lnTo>
                    <a:lnTo>
                      <a:pt x="17" y="3"/>
                    </a:lnTo>
                    <a:lnTo>
                      <a:pt x="18" y="3"/>
                    </a:lnTo>
                    <a:lnTo>
                      <a:pt x="19" y="2"/>
                    </a:lnTo>
                    <a:lnTo>
                      <a:pt x="20" y="2"/>
                    </a:lnTo>
                    <a:lnTo>
                      <a:pt x="21" y="2"/>
                    </a:lnTo>
                    <a:lnTo>
                      <a:pt x="22" y="1"/>
                    </a:lnTo>
                    <a:lnTo>
                      <a:pt x="23" y="1"/>
                    </a:lnTo>
                    <a:lnTo>
                      <a:pt x="23" y="1"/>
                    </a:lnTo>
                    <a:lnTo>
                      <a:pt x="25" y="1"/>
                    </a:lnTo>
                    <a:lnTo>
                      <a:pt x="26" y="0"/>
                    </a:lnTo>
                    <a:lnTo>
                      <a:pt x="27" y="0"/>
                    </a:lnTo>
                    <a:lnTo>
                      <a:pt x="28" y="0"/>
                    </a:lnTo>
                    <a:lnTo>
                      <a:pt x="29" y="0"/>
                    </a:lnTo>
                    <a:lnTo>
                      <a:pt x="29" y="0"/>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2" name="Freeform 13">
                <a:extLst>
                  <a:ext uri="{FF2B5EF4-FFF2-40B4-BE49-F238E27FC236}">
                    <a16:creationId xmlns:a16="http://schemas.microsoft.com/office/drawing/2014/main" id="{E975E21A-6091-4245-ADA2-244F693F29B7}"/>
                  </a:ext>
                </a:extLst>
              </p:cNvPr>
              <p:cNvSpPr>
                <a:spLocks/>
              </p:cNvSpPr>
              <p:nvPr/>
            </p:nvSpPr>
            <p:spPr bwMode="auto">
              <a:xfrm>
                <a:off x="10755165" y="4700452"/>
                <a:ext cx="131020" cy="75641"/>
              </a:xfrm>
              <a:custGeom>
                <a:avLst/>
                <a:gdLst>
                  <a:gd name="T0" fmla="*/ 30 w 194"/>
                  <a:gd name="T1" fmla="*/ 1 h 112"/>
                  <a:gd name="T2" fmla="*/ 34 w 194"/>
                  <a:gd name="T3" fmla="*/ 3 h 112"/>
                  <a:gd name="T4" fmla="*/ 38 w 194"/>
                  <a:gd name="T5" fmla="*/ 5 h 112"/>
                  <a:gd name="T6" fmla="*/ 42 w 194"/>
                  <a:gd name="T7" fmla="*/ 7 h 112"/>
                  <a:gd name="T8" fmla="*/ 48 w 194"/>
                  <a:gd name="T9" fmla="*/ 11 h 112"/>
                  <a:gd name="T10" fmla="*/ 53 w 194"/>
                  <a:gd name="T11" fmla="*/ 15 h 112"/>
                  <a:gd name="T12" fmla="*/ 59 w 194"/>
                  <a:gd name="T13" fmla="*/ 19 h 112"/>
                  <a:gd name="T14" fmla="*/ 64 w 194"/>
                  <a:gd name="T15" fmla="*/ 24 h 112"/>
                  <a:gd name="T16" fmla="*/ 72 w 194"/>
                  <a:gd name="T17" fmla="*/ 29 h 112"/>
                  <a:gd name="T18" fmla="*/ 79 w 194"/>
                  <a:gd name="T19" fmla="*/ 34 h 112"/>
                  <a:gd name="T20" fmla="*/ 87 w 194"/>
                  <a:gd name="T21" fmla="*/ 37 h 112"/>
                  <a:gd name="T22" fmla="*/ 94 w 194"/>
                  <a:gd name="T23" fmla="*/ 42 h 112"/>
                  <a:gd name="T24" fmla="*/ 103 w 194"/>
                  <a:gd name="T25" fmla="*/ 47 h 112"/>
                  <a:gd name="T26" fmla="*/ 112 w 194"/>
                  <a:gd name="T27" fmla="*/ 51 h 112"/>
                  <a:gd name="T28" fmla="*/ 119 w 194"/>
                  <a:gd name="T29" fmla="*/ 55 h 112"/>
                  <a:gd name="T30" fmla="*/ 128 w 194"/>
                  <a:gd name="T31" fmla="*/ 59 h 112"/>
                  <a:gd name="T32" fmla="*/ 136 w 194"/>
                  <a:gd name="T33" fmla="*/ 63 h 112"/>
                  <a:gd name="T34" fmla="*/ 144 w 194"/>
                  <a:gd name="T35" fmla="*/ 65 h 112"/>
                  <a:gd name="T36" fmla="*/ 151 w 194"/>
                  <a:gd name="T37" fmla="*/ 67 h 112"/>
                  <a:gd name="T38" fmla="*/ 158 w 194"/>
                  <a:gd name="T39" fmla="*/ 69 h 112"/>
                  <a:gd name="T40" fmla="*/ 164 w 194"/>
                  <a:gd name="T41" fmla="*/ 73 h 112"/>
                  <a:gd name="T42" fmla="*/ 167 w 194"/>
                  <a:gd name="T43" fmla="*/ 75 h 112"/>
                  <a:gd name="T44" fmla="*/ 171 w 194"/>
                  <a:gd name="T45" fmla="*/ 76 h 112"/>
                  <a:gd name="T46" fmla="*/ 175 w 194"/>
                  <a:gd name="T47" fmla="*/ 78 h 112"/>
                  <a:gd name="T48" fmla="*/ 178 w 194"/>
                  <a:gd name="T49" fmla="*/ 80 h 112"/>
                  <a:gd name="T50" fmla="*/ 182 w 194"/>
                  <a:gd name="T51" fmla="*/ 82 h 112"/>
                  <a:gd name="T52" fmla="*/ 183 w 194"/>
                  <a:gd name="T53" fmla="*/ 104 h 112"/>
                  <a:gd name="T54" fmla="*/ 178 w 194"/>
                  <a:gd name="T55" fmla="*/ 104 h 112"/>
                  <a:gd name="T56" fmla="*/ 176 w 194"/>
                  <a:gd name="T57" fmla="*/ 103 h 112"/>
                  <a:gd name="T58" fmla="*/ 173 w 194"/>
                  <a:gd name="T59" fmla="*/ 102 h 112"/>
                  <a:gd name="T60" fmla="*/ 161 w 194"/>
                  <a:gd name="T61" fmla="*/ 106 h 112"/>
                  <a:gd name="T62" fmla="*/ 153 w 194"/>
                  <a:gd name="T63" fmla="*/ 111 h 112"/>
                  <a:gd name="T64" fmla="*/ 145 w 194"/>
                  <a:gd name="T65" fmla="*/ 110 h 112"/>
                  <a:gd name="T66" fmla="*/ 136 w 194"/>
                  <a:gd name="T67" fmla="*/ 107 h 112"/>
                  <a:gd name="T68" fmla="*/ 127 w 194"/>
                  <a:gd name="T69" fmla="*/ 104 h 112"/>
                  <a:gd name="T70" fmla="*/ 118 w 194"/>
                  <a:gd name="T71" fmla="*/ 101 h 112"/>
                  <a:gd name="T72" fmla="*/ 104 w 194"/>
                  <a:gd name="T73" fmla="*/ 101 h 112"/>
                  <a:gd name="T74" fmla="*/ 95 w 194"/>
                  <a:gd name="T75" fmla="*/ 101 h 112"/>
                  <a:gd name="T76" fmla="*/ 86 w 194"/>
                  <a:gd name="T77" fmla="*/ 101 h 112"/>
                  <a:gd name="T78" fmla="*/ 76 w 194"/>
                  <a:gd name="T79" fmla="*/ 100 h 112"/>
                  <a:gd name="T80" fmla="*/ 66 w 194"/>
                  <a:gd name="T81" fmla="*/ 98 h 112"/>
                  <a:gd name="T82" fmla="*/ 60 w 194"/>
                  <a:gd name="T83" fmla="*/ 96 h 112"/>
                  <a:gd name="T84" fmla="*/ 54 w 194"/>
                  <a:gd name="T85" fmla="*/ 95 h 112"/>
                  <a:gd name="T86" fmla="*/ 49 w 194"/>
                  <a:gd name="T87" fmla="*/ 94 h 112"/>
                  <a:gd name="T88" fmla="*/ 45 w 194"/>
                  <a:gd name="T89" fmla="*/ 92 h 112"/>
                  <a:gd name="T90" fmla="*/ 40 w 194"/>
                  <a:gd name="T91" fmla="*/ 89 h 112"/>
                  <a:gd name="T92" fmla="*/ 35 w 194"/>
                  <a:gd name="T93" fmla="*/ 87 h 112"/>
                  <a:gd name="T94" fmla="*/ 31 w 194"/>
                  <a:gd name="T95" fmla="*/ 84 h 112"/>
                  <a:gd name="T96" fmla="*/ 26 w 194"/>
                  <a:gd name="T97" fmla="*/ 79 h 112"/>
                  <a:gd name="T98" fmla="*/ 21 w 194"/>
                  <a:gd name="T99" fmla="*/ 73 h 112"/>
                  <a:gd name="T100" fmla="*/ 17 w 194"/>
                  <a:gd name="T101" fmla="*/ 67 h 112"/>
                  <a:gd name="T102" fmla="*/ 13 w 194"/>
                  <a:gd name="T103" fmla="*/ 62 h 112"/>
                  <a:gd name="T104" fmla="*/ 9 w 194"/>
                  <a:gd name="T105" fmla="*/ 56 h 112"/>
                  <a:gd name="T106" fmla="*/ 6 w 194"/>
                  <a:gd name="T107" fmla="*/ 49 h 112"/>
                  <a:gd name="T108" fmla="*/ 3 w 194"/>
                  <a:gd name="T109" fmla="*/ 43 h 112"/>
                  <a:gd name="T110" fmla="*/ 2 w 194"/>
                  <a:gd name="T111" fmla="*/ 36 h 112"/>
                  <a:gd name="T112" fmla="*/ 0 w 194"/>
                  <a:gd name="T113" fmla="*/ 30 h 112"/>
                  <a:gd name="T114" fmla="*/ 0 w 194"/>
                  <a:gd name="T115" fmla="*/ 25 h 112"/>
                  <a:gd name="T116" fmla="*/ 0 w 194"/>
                  <a:gd name="T117" fmla="*/ 19 h 112"/>
                  <a:gd name="T118" fmla="*/ 2 w 194"/>
                  <a:gd name="T119" fmla="*/ 13 h 112"/>
                  <a:gd name="T120" fmla="*/ 6 w 194"/>
                  <a:gd name="T121" fmla="*/ 7 h 112"/>
                  <a:gd name="T122" fmla="*/ 15 w 194"/>
                  <a:gd name="T123" fmla="*/ 1 h 112"/>
                  <a:gd name="T124" fmla="*/ 24 w 194"/>
                  <a:gd name="T125"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4" h="112">
                    <a:moveTo>
                      <a:pt x="25" y="0"/>
                    </a:moveTo>
                    <a:lnTo>
                      <a:pt x="25" y="0"/>
                    </a:lnTo>
                    <a:lnTo>
                      <a:pt x="26" y="0"/>
                    </a:lnTo>
                    <a:lnTo>
                      <a:pt x="27" y="0"/>
                    </a:lnTo>
                    <a:lnTo>
                      <a:pt x="28" y="0"/>
                    </a:lnTo>
                    <a:lnTo>
                      <a:pt x="29" y="0"/>
                    </a:lnTo>
                    <a:lnTo>
                      <a:pt x="30" y="1"/>
                    </a:lnTo>
                    <a:lnTo>
                      <a:pt x="30" y="1"/>
                    </a:lnTo>
                    <a:lnTo>
                      <a:pt x="31" y="1"/>
                    </a:lnTo>
                    <a:lnTo>
                      <a:pt x="31" y="1"/>
                    </a:lnTo>
                    <a:lnTo>
                      <a:pt x="31" y="1"/>
                    </a:lnTo>
                    <a:lnTo>
                      <a:pt x="32" y="2"/>
                    </a:lnTo>
                    <a:lnTo>
                      <a:pt x="33" y="2"/>
                    </a:lnTo>
                    <a:lnTo>
                      <a:pt x="33" y="2"/>
                    </a:lnTo>
                    <a:lnTo>
                      <a:pt x="34" y="2"/>
                    </a:lnTo>
                    <a:lnTo>
                      <a:pt x="34" y="3"/>
                    </a:lnTo>
                    <a:lnTo>
                      <a:pt x="35" y="3"/>
                    </a:lnTo>
                    <a:lnTo>
                      <a:pt x="35" y="3"/>
                    </a:lnTo>
                    <a:lnTo>
                      <a:pt x="36" y="3"/>
                    </a:lnTo>
                    <a:lnTo>
                      <a:pt x="36" y="4"/>
                    </a:lnTo>
                    <a:lnTo>
                      <a:pt x="37" y="4"/>
                    </a:lnTo>
                    <a:lnTo>
                      <a:pt x="38" y="4"/>
                    </a:lnTo>
                    <a:lnTo>
                      <a:pt x="38" y="4"/>
                    </a:lnTo>
                    <a:lnTo>
                      <a:pt x="38" y="5"/>
                    </a:lnTo>
                    <a:lnTo>
                      <a:pt x="39" y="5"/>
                    </a:lnTo>
                    <a:lnTo>
                      <a:pt x="39" y="5"/>
                    </a:lnTo>
                    <a:lnTo>
                      <a:pt x="40" y="5"/>
                    </a:lnTo>
                    <a:lnTo>
                      <a:pt x="40" y="6"/>
                    </a:lnTo>
                    <a:lnTo>
                      <a:pt x="41" y="6"/>
                    </a:lnTo>
                    <a:lnTo>
                      <a:pt x="41" y="6"/>
                    </a:lnTo>
                    <a:lnTo>
                      <a:pt x="42" y="7"/>
                    </a:lnTo>
                    <a:lnTo>
                      <a:pt x="42" y="7"/>
                    </a:lnTo>
                    <a:lnTo>
                      <a:pt x="43" y="7"/>
                    </a:lnTo>
                    <a:lnTo>
                      <a:pt x="43" y="7"/>
                    </a:lnTo>
                    <a:lnTo>
                      <a:pt x="44" y="7"/>
                    </a:lnTo>
                    <a:lnTo>
                      <a:pt x="44" y="8"/>
                    </a:lnTo>
                    <a:lnTo>
                      <a:pt x="45" y="8"/>
                    </a:lnTo>
                    <a:lnTo>
                      <a:pt x="46" y="9"/>
                    </a:lnTo>
                    <a:lnTo>
                      <a:pt x="47" y="10"/>
                    </a:lnTo>
                    <a:lnTo>
                      <a:pt x="48" y="11"/>
                    </a:lnTo>
                    <a:lnTo>
                      <a:pt x="49" y="11"/>
                    </a:lnTo>
                    <a:lnTo>
                      <a:pt x="49" y="12"/>
                    </a:lnTo>
                    <a:lnTo>
                      <a:pt x="50" y="12"/>
                    </a:lnTo>
                    <a:lnTo>
                      <a:pt x="51" y="13"/>
                    </a:lnTo>
                    <a:lnTo>
                      <a:pt x="51" y="13"/>
                    </a:lnTo>
                    <a:lnTo>
                      <a:pt x="52" y="14"/>
                    </a:lnTo>
                    <a:lnTo>
                      <a:pt x="52" y="14"/>
                    </a:lnTo>
                    <a:lnTo>
                      <a:pt x="53" y="15"/>
                    </a:lnTo>
                    <a:lnTo>
                      <a:pt x="54" y="15"/>
                    </a:lnTo>
                    <a:lnTo>
                      <a:pt x="55" y="16"/>
                    </a:lnTo>
                    <a:lnTo>
                      <a:pt x="55" y="17"/>
                    </a:lnTo>
                    <a:lnTo>
                      <a:pt x="56" y="17"/>
                    </a:lnTo>
                    <a:lnTo>
                      <a:pt x="57" y="18"/>
                    </a:lnTo>
                    <a:lnTo>
                      <a:pt x="57" y="18"/>
                    </a:lnTo>
                    <a:lnTo>
                      <a:pt x="58" y="19"/>
                    </a:lnTo>
                    <a:lnTo>
                      <a:pt x="59" y="19"/>
                    </a:lnTo>
                    <a:lnTo>
                      <a:pt x="60" y="20"/>
                    </a:lnTo>
                    <a:lnTo>
                      <a:pt x="60" y="21"/>
                    </a:lnTo>
                    <a:lnTo>
                      <a:pt x="60" y="21"/>
                    </a:lnTo>
                    <a:lnTo>
                      <a:pt x="61" y="22"/>
                    </a:lnTo>
                    <a:lnTo>
                      <a:pt x="62" y="22"/>
                    </a:lnTo>
                    <a:lnTo>
                      <a:pt x="63" y="23"/>
                    </a:lnTo>
                    <a:lnTo>
                      <a:pt x="64" y="24"/>
                    </a:lnTo>
                    <a:lnTo>
                      <a:pt x="64" y="24"/>
                    </a:lnTo>
                    <a:lnTo>
                      <a:pt x="65" y="25"/>
                    </a:lnTo>
                    <a:lnTo>
                      <a:pt x="66" y="25"/>
                    </a:lnTo>
                    <a:lnTo>
                      <a:pt x="67" y="26"/>
                    </a:lnTo>
                    <a:lnTo>
                      <a:pt x="68" y="27"/>
                    </a:lnTo>
                    <a:lnTo>
                      <a:pt x="69" y="27"/>
                    </a:lnTo>
                    <a:lnTo>
                      <a:pt x="70" y="28"/>
                    </a:lnTo>
                    <a:lnTo>
                      <a:pt x="71" y="28"/>
                    </a:lnTo>
                    <a:lnTo>
                      <a:pt x="72" y="29"/>
                    </a:lnTo>
                    <a:lnTo>
                      <a:pt x="73" y="30"/>
                    </a:lnTo>
                    <a:lnTo>
                      <a:pt x="73" y="30"/>
                    </a:lnTo>
                    <a:lnTo>
                      <a:pt x="74" y="31"/>
                    </a:lnTo>
                    <a:lnTo>
                      <a:pt x="75" y="31"/>
                    </a:lnTo>
                    <a:lnTo>
                      <a:pt x="76" y="32"/>
                    </a:lnTo>
                    <a:lnTo>
                      <a:pt x="77" y="33"/>
                    </a:lnTo>
                    <a:lnTo>
                      <a:pt x="78" y="33"/>
                    </a:lnTo>
                    <a:lnTo>
                      <a:pt x="79" y="34"/>
                    </a:lnTo>
                    <a:lnTo>
                      <a:pt x="80" y="35"/>
                    </a:lnTo>
                    <a:lnTo>
                      <a:pt x="81" y="35"/>
                    </a:lnTo>
                    <a:lnTo>
                      <a:pt x="81" y="35"/>
                    </a:lnTo>
                    <a:lnTo>
                      <a:pt x="82" y="36"/>
                    </a:lnTo>
                    <a:lnTo>
                      <a:pt x="83" y="36"/>
                    </a:lnTo>
                    <a:lnTo>
                      <a:pt x="84" y="36"/>
                    </a:lnTo>
                    <a:lnTo>
                      <a:pt x="85" y="37"/>
                    </a:lnTo>
                    <a:lnTo>
                      <a:pt x="87" y="37"/>
                    </a:lnTo>
                    <a:lnTo>
                      <a:pt x="88" y="38"/>
                    </a:lnTo>
                    <a:lnTo>
                      <a:pt x="89" y="38"/>
                    </a:lnTo>
                    <a:lnTo>
                      <a:pt x="89" y="39"/>
                    </a:lnTo>
                    <a:lnTo>
                      <a:pt x="90" y="40"/>
                    </a:lnTo>
                    <a:lnTo>
                      <a:pt x="91" y="40"/>
                    </a:lnTo>
                    <a:lnTo>
                      <a:pt x="92" y="41"/>
                    </a:lnTo>
                    <a:lnTo>
                      <a:pt x="93" y="41"/>
                    </a:lnTo>
                    <a:lnTo>
                      <a:pt x="94" y="42"/>
                    </a:lnTo>
                    <a:lnTo>
                      <a:pt x="95" y="43"/>
                    </a:lnTo>
                    <a:lnTo>
                      <a:pt x="96" y="43"/>
                    </a:lnTo>
                    <a:lnTo>
                      <a:pt x="97" y="44"/>
                    </a:lnTo>
                    <a:lnTo>
                      <a:pt x="98" y="44"/>
                    </a:lnTo>
                    <a:lnTo>
                      <a:pt x="99" y="45"/>
                    </a:lnTo>
                    <a:lnTo>
                      <a:pt x="101" y="46"/>
                    </a:lnTo>
                    <a:lnTo>
                      <a:pt x="102" y="46"/>
                    </a:lnTo>
                    <a:lnTo>
                      <a:pt x="103" y="47"/>
                    </a:lnTo>
                    <a:lnTo>
                      <a:pt x="104" y="47"/>
                    </a:lnTo>
                    <a:lnTo>
                      <a:pt x="105" y="48"/>
                    </a:lnTo>
                    <a:lnTo>
                      <a:pt x="106" y="48"/>
                    </a:lnTo>
                    <a:lnTo>
                      <a:pt x="107" y="49"/>
                    </a:lnTo>
                    <a:lnTo>
                      <a:pt x="108" y="50"/>
                    </a:lnTo>
                    <a:lnTo>
                      <a:pt x="109" y="50"/>
                    </a:lnTo>
                    <a:lnTo>
                      <a:pt x="111" y="51"/>
                    </a:lnTo>
                    <a:lnTo>
                      <a:pt x="112" y="51"/>
                    </a:lnTo>
                    <a:lnTo>
                      <a:pt x="113" y="52"/>
                    </a:lnTo>
                    <a:lnTo>
                      <a:pt x="114" y="52"/>
                    </a:lnTo>
                    <a:lnTo>
                      <a:pt x="114" y="52"/>
                    </a:lnTo>
                    <a:lnTo>
                      <a:pt x="115" y="53"/>
                    </a:lnTo>
                    <a:lnTo>
                      <a:pt x="116" y="53"/>
                    </a:lnTo>
                    <a:lnTo>
                      <a:pt x="117" y="54"/>
                    </a:lnTo>
                    <a:lnTo>
                      <a:pt x="118" y="55"/>
                    </a:lnTo>
                    <a:lnTo>
                      <a:pt x="119" y="55"/>
                    </a:lnTo>
                    <a:lnTo>
                      <a:pt x="120" y="56"/>
                    </a:lnTo>
                    <a:lnTo>
                      <a:pt x="121" y="56"/>
                    </a:lnTo>
                    <a:lnTo>
                      <a:pt x="122" y="57"/>
                    </a:lnTo>
                    <a:lnTo>
                      <a:pt x="123" y="57"/>
                    </a:lnTo>
                    <a:lnTo>
                      <a:pt x="124" y="58"/>
                    </a:lnTo>
                    <a:lnTo>
                      <a:pt x="125" y="58"/>
                    </a:lnTo>
                    <a:lnTo>
                      <a:pt x="126" y="59"/>
                    </a:lnTo>
                    <a:lnTo>
                      <a:pt x="128" y="59"/>
                    </a:lnTo>
                    <a:lnTo>
                      <a:pt x="129" y="59"/>
                    </a:lnTo>
                    <a:lnTo>
                      <a:pt x="130" y="60"/>
                    </a:lnTo>
                    <a:lnTo>
                      <a:pt x="131" y="60"/>
                    </a:lnTo>
                    <a:lnTo>
                      <a:pt x="132" y="61"/>
                    </a:lnTo>
                    <a:lnTo>
                      <a:pt x="133" y="61"/>
                    </a:lnTo>
                    <a:lnTo>
                      <a:pt x="134" y="62"/>
                    </a:lnTo>
                    <a:lnTo>
                      <a:pt x="135" y="62"/>
                    </a:lnTo>
                    <a:lnTo>
                      <a:pt x="136" y="63"/>
                    </a:lnTo>
                    <a:lnTo>
                      <a:pt x="137" y="63"/>
                    </a:lnTo>
                    <a:lnTo>
                      <a:pt x="139" y="63"/>
                    </a:lnTo>
                    <a:lnTo>
                      <a:pt x="140" y="64"/>
                    </a:lnTo>
                    <a:lnTo>
                      <a:pt x="141" y="64"/>
                    </a:lnTo>
                    <a:lnTo>
                      <a:pt x="142" y="65"/>
                    </a:lnTo>
                    <a:lnTo>
                      <a:pt x="142" y="65"/>
                    </a:lnTo>
                    <a:lnTo>
                      <a:pt x="143" y="65"/>
                    </a:lnTo>
                    <a:lnTo>
                      <a:pt x="144" y="65"/>
                    </a:lnTo>
                    <a:lnTo>
                      <a:pt x="145" y="65"/>
                    </a:lnTo>
                    <a:lnTo>
                      <a:pt x="146" y="65"/>
                    </a:lnTo>
                    <a:lnTo>
                      <a:pt x="147" y="66"/>
                    </a:lnTo>
                    <a:lnTo>
                      <a:pt x="147" y="66"/>
                    </a:lnTo>
                    <a:lnTo>
                      <a:pt x="148" y="66"/>
                    </a:lnTo>
                    <a:lnTo>
                      <a:pt x="149" y="67"/>
                    </a:lnTo>
                    <a:lnTo>
                      <a:pt x="150" y="67"/>
                    </a:lnTo>
                    <a:lnTo>
                      <a:pt x="151" y="67"/>
                    </a:lnTo>
                    <a:lnTo>
                      <a:pt x="152" y="68"/>
                    </a:lnTo>
                    <a:lnTo>
                      <a:pt x="153" y="68"/>
                    </a:lnTo>
                    <a:lnTo>
                      <a:pt x="153" y="68"/>
                    </a:lnTo>
                    <a:lnTo>
                      <a:pt x="154" y="68"/>
                    </a:lnTo>
                    <a:lnTo>
                      <a:pt x="155" y="68"/>
                    </a:lnTo>
                    <a:lnTo>
                      <a:pt x="156" y="69"/>
                    </a:lnTo>
                    <a:lnTo>
                      <a:pt x="157" y="69"/>
                    </a:lnTo>
                    <a:lnTo>
                      <a:pt x="158" y="69"/>
                    </a:lnTo>
                    <a:lnTo>
                      <a:pt x="159" y="70"/>
                    </a:lnTo>
                    <a:lnTo>
                      <a:pt x="160" y="70"/>
                    </a:lnTo>
                    <a:lnTo>
                      <a:pt x="161" y="70"/>
                    </a:lnTo>
                    <a:lnTo>
                      <a:pt x="162" y="70"/>
                    </a:lnTo>
                    <a:lnTo>
                      <a:pt x="162" y="70"/>
                    </a:lnTo>
                    <a:lnTo>
                      <a:pt x="162" y="71"/>
                    </a:lnTo>
                    <a:lnTo>
                      <a:pt x="163" y="72"/>
                    </a:lnTo>
                    <a:lnTo>
                      <a:pt x="164" y="73"/>
                    </a:lnTo>
                    <a:lnTo>
                      <a:pt x="164" y="73"/>
                    </a:lnTo>
                    <a:lnTo>
                      <a:pt x="164" y="74"/>
                    </a:lnTo>
                    <a:lnTo>
                      <a:pt x="164" y="74"/>
                    </a:lnTo>
                    <a:lnTo>
                      <a:pt x="165" y="74"/>
                    </a:lnTo>
                    <a:lnTo>
                      <a:pt x="165" y="74"/>
                    </a:lnTo>
                    <a:lnTo>
                      <a:pt x="166" y="74"/>
                    </a:lnTo>
                    <a:lnTo>
                      <a:pt x="167" y="74"/>
                    </a:lnTo>
                    <a:lnTo>
                      <a:pt x="167" y="75"/>
                    </a:lnTo>
                    <a:lnTo>
                      <a:pt x="168" y="75"/>
                    </a:lnTo>
                    <a:lnTo>
                      <a:pt x="168" y="75"/>
                    </a:lnTo>
                    <a:lnTo>
                      <a:pt x="169" y="75"/>
                    </a:lnTo>
                    <a:lnTo>
                      <a:pt x="169" y="75"/>
                    </a:lnTo>
                    <a:lnTo>
                      <a:pt x="170" y="75"/>
                    </a:lnTo>
                    <a:lnTo>
                      <a:pt x="170" y="76"/>
                    </a:lnTo>
                    <a:lnTo>
                      <a:pt x="171" y="76"/>
                    </a:lnTo>
                    <a:lnTo>
                      <a:pt x="171" y="76"/>
                    </a:lnTo>
                    <a:lnTo>
                      <a:pt x="172" y="76"/>
                    </a:lnTo>
                    <a:lnTo>
                      <a:pt x="172" y="77"/>
                    </a:lnTo>
                    <a:lnTo>
                      <a:pt x="173" y="77"/>
                    </a:lnTo>
                    <a:lnTo>
                      <a:pt x="173" y="77"/>
                    </a:lnTo>
                    <a:lnTo>
                      <a:pt x="174" y="77"/>
                    </a:lnTo>
                    <a:lnTo>
                      <a:pt x="174" y="77"/>
                    </a:lnTo>
                    <a:lnTo>
                      <a:pt x="175" y="78"/>
                    </a:lnTo>
                    <a:lnTo>
                      <a:pt x="175" y="78"/>
                    </a:lnTo>
                    <a:lnTo>
                      <a:pt x="176" y="78"/>
                    </a:lnTo>
                    <a:lnTo>
                      <a:pt x="176" y="78"/>
                    </a:lnTo>
                    <a:lnTo>
                      <a:pt x="176" y="79"/>
                    </a:lnTo>
                    <a:lnTo>
                      <a:pt x="176" y="79"/>
                    </a:lnTo>
                    <a:lnTo>
                      <a:pt x="177" y="79"/>
                    </a:lnTo>
                    <a:lnTo>
                      <a:pt x="177" y="79"/>
                    </a:lnTo>
                    <a:lnTo>
                      <a:pt x="178" y="80"/>
                    </a:lnTo>
                    <a:lnTo>
                      <a:pt x="178" y="80"/>
                    </a:lnTo>
                    <a:lnTo>
                      <a:pt x="179" y="80"/>
                    </a:lnTo>
                    <a:lnTo>
                      <a:pt x="179" y="81"/>
                    </a:lnTo>
                    <a:lnTo>
                      <a:pt x="180" y="81"/>
                    </a:lnTo>
                    <a:lnTo>
                      <a:pt x="180" y="81"/>
                    </a:lnTo>
                    <a:lnTo>
                      <a:pt x="181" y="81"/>
                    </a:lnTo>
                    <a:lnTo>
                      <a:pt x="181" y="82"/>
                    </a:lnTo>
                    <a:lnTo>
                      <a:pt x="182" y="82"/>
                    </a:lnTo>
                    <a:lnTo>
                      <a:pt x="182" y="82"/>
                    </a:lnTo>
                    <a:lnTo>
                      <a:pt x="183" y="83"/>
                    </a:lnTo>
                    <a:lnTo>
                      <a:pt x="183" y="83"/>
                    </a:lnTo>
                    <a:lnTo>
                      <a:pt x="183" y="83"/>
                    </a:lnTo>
                    <a:lnTo>
                      <a:pt x="190" y="86"/>
                    </a:lnTo>
                    <a:lnTo>
                      <a:pt x="194" y="94"/>
                    </a:lnTo>
                    <a:lnTo>
                      <a:pt x="194" y="94"/>
                    </a:lnTo>
                    <a:lnTo>
                      <a:pt x="190" y="101"/>
                    </a:lnTo>
                    <a:lnTo>
                      <a:pt x="183" y="104"/>
                    </a:lnTo>
                    <a:lnTo>
                      <a:pt x="183" y="104"/>
                    </a:lnTo>
                    <a:lnTo>
                      <a:pt x="182" y="104"/>
                    </a:lnTo>
                    <a:lnTo>
                      <a:pt x="181" y="104"/>
                    </a:lnTo>
                    <a:lnTo>
                      <a:pt x="181" y="104"/>
                    </a:lnTo>
                    <a:lnTo>
                      <a:pt x="180" y="104"/>
                    </a:lnTo>
                    <a:lnTo>
                      <a:pt x="179" y="104"/>
                    </a:lnTo>
                    <a:lnTo>
                      <a:pt x="179" y="104"/>
                    </a:lnTo>
                    <a:lnTo>
                      <a:pt x="178" y="104"/>
                    </a:lnTo>
                    <a:lnTo>
                      <a:pt x="178" y="104"/>
                    </a:lnTo>
                    <a:lnTo>
                      <a:pt x="177" y="104"/>
                    </a:lnTo>
                    <a:lnTo>
                      <a:pt x="177" y="104"/>
                    </a:lnTo>
                    <a:lnTo>
                      <a:pt x="177" y="104"/>
                    </a:lnTo>
                    <a:lnTo>
                      <a:pt x="176" y="104"/>
                    </a:lnTo>
                    <a:lnTo>
                      <a:pt x="176" y="104"/>
                    </a:lnTo>
                    <a:lnTo>
                      <a:pt x="176" y="103"/>
                    </a:lnTo>
                    <a:lnTo>
                      <a:pt x="176" y="103"/>
                    </a:lnTo>
                    <a:lnTo>
                      <a:pt x="175" y="103"/>
                    </a:lnTo>
                    <a:lnTo>
                      <a:pt x="175" y="103"/>
                    </a:lnTo>
                    <a:lnTo>
                      <a:pt x="175" y="103"/>
                    </a:lnTo>
                    <a:lnTo>
                      <a:pt x="174" y="103"/>
                    </a:lnTo>
                    <a:lnTo>
                      <a:pt x="174" y="102"/>
                    </a:lnTo>
                    <a:lnTo>
                      <a:pt x="173" y="102"/>
                    </a:lnTo>
                    <a:lnTo>
                      <a:pt x="173" y="102"/>
                    </a:lnTo>
                    <a:lnTo>
                      <a:pt x="173" y="102"/>
                    </a:lnTo>
                    <a:lnTo>
                      <a:pt x="173" y="102"/>
                    </a:lnTo>
                    <a:lnTo>
                      <a:pt x="166" y="104"/>
                    </a:lnTo>
                    <a:lnTo>
                      <a:pt x="166" y="104"/>
                    </a:lnTo>
                    <a:lnTo>
                      <a:pt x="166" y="104"/>
                    </a:lnTo>
                    <a:lnTo>
                      <a:pt x="165" y="104"/>
                    </a:lnTo>
                    <a:lnTo>
                      <a:pt x="163" y="105"/>
                    </a:lnTo>
                    <a:lnTo>
                      <a:pt x="162" y="105"/>
                    </a:lnTo>
                    <a:lnTo>
                      <a:pt x="161" y="106"/>
                    </a:lnTo>
                    <a:lnTo>
                      <a:pt x="161" y="106"/>
                    </a:lnTo>
                    <a:lnTo>
                      <a:pt x="159" y="107"/>
                    </a:lnTo>
                    <a:lnTo>
                      <a:pt x="158" y="108"/>
                    </a:lnTo>
                    <a:lnTo>
                      <a:pt x="157" y="109"/>
                    </a:lnTo>
                    <a:lnTo>
                      <a:pt x="156" y="110"/>
                    </a:lnTo>
                    <a:lnTo>
                      <a:pt x="155" y="110"/>
                    </a:lnTo>
                    <a:lnTo>
                      <a:pt x="154" y="111"/>
                    </a:lnTo>
                    <a:lnTo>
                      <a:pt x="153" y="111"/>
                    </a:lnTo>
                    <a:lnTo>
                      <a:pt x="151" y="112"/>
                    </a:lnTo>
                    <a:lnTo>
                      <a:pt x="151" y="112"/>
                    </a:lnTo>
                    <a:lnTo>
                      <a:pt x="150" y="112"/>
                    </a:lnTo>
                    <a:lnTo>
                      <a:pt x="149" y="111"/>
                    </a:lnTo>
                    <a:lnTo>
                      <a:pt x="148" y="111"/>
                    </a:lnTo>
                    <a:lnTo>
                      <a:pt x="147" y="111"/>
                    </a:lnTo>
                    <a:lnTo>
                      <a:pt x="146" y="110"/>
                    </a:lnTo>
                    <a:lnTo>
                      <a:pt x="145" y="110"/>
                    </a:lnTo>
                    <a:lnTo>
                      <a:pt x="144" y="110"/>
                    </a:lnTo>
                    <a:lnTo>
                      <a:pt x="143" y="109"/>
                    </a:lnTo>
                    <a:lnTo>
                      <a:pt x="141" y="109"/>
                    </a:lnTo>
                    <a:lnTo>
                      <a:pt x="141" y="109"/>
                    </a:lnTo>
                    <a:lnTo>
                      <a:pt x="140" y="109"/>
                    </a:lnTo>
                    <a:lnTo>
                      <a:pt x="139" y="108"/>
                    </a:lnTo>
                    <a:lnTo>
                      <a:pt x="138" y="108"/>
                    </a:lnTo>
                    <a:lnTo>
                      <a:pt x="136" y="107"/>
                    </a:lnTo>
                    <a:lnTo>
                      <a:pt x="135" y="107"/>
                    </a:lnTo>
                    <a:lnTo>
                      <a:pt x="134" y="107"/>
                    </a:lnTo>
                    <a:lnTo>
                      <a:pt x="133" y="106"/>
                    </a:lnTo>
                    <a:lnTo>
                      <a:pt x="131" y="106"/>
                    </a:lnTo>
                    <a:lnTo>
                      <a:pt x="130" y="105"/>
                    </a:lnTo>
                    <a:lnTo>
                      <a:pt x="129" y="105"/>
                    </a:lnTo>
                    <a:lnTo>
                      <a:pt x="128" y="104"/>
                    </a:lnTo>
                    <a:lnTo>
                      <a:pt x="127" y="104"/>
                    </a:lnTo>
                    <a:lnTo>
                      <a:pt x="127" y="104"/>
                    </a:lnTo>
                    <a:lnTo>
                      <a:pt x="125" y="104"/>
                    </a:lnTo>
                    <a:lnTo>
                      <a:pt x="124" y="103"/>
                    </a:lnTo>
                    <a:lnTo>
                      <a:pt x="123" y="103"/>
                    </a:lnTo>
                    <a:lnTo>
                      <a:pt x="122" y="102"/>
                    </a:lnTo>
                    <a:lnTo>
                      <a:pt x="120" y="102"/>
                    </a:lnTo>
                    <a:lnTo>
                      <a:pt x="119" y="101"/>
                    </a:lnTo>
                    <a:lnTo>
                      <a:pt x="118" y="101"/>
                    </a:lnTo>
                    <a:lnTo>
                      <a:pt x="117" y="100"/>
                    </a:lnTo>
                    <a:lnTo>
                      <a:pt x="116" y="100"/>
                    </a:lnTo>
                    <a:lnTo>
                      <a:pt x="113" y="100"/>
                    </a:lnTo>
                    <a:lnTo>
                      <a:pt x="111" y="101"/>
                    </a:lnTo>
                    <a:lnTo>
                      <a:pt x="111" y="101"/>
                    </a:lnTo>
                    <a:lnTo>
                      <a:pt x="109" y="101"/>
                    </a:lnTo>
                    <a:lnTo>
                      <a:pt x="107" y="101"/>
                    </a:lnTo>
                    <a:lnTo>
                      <a:pt x="104" y="101"/>
                    </a:lnTo>
                    <a:lnTo>
                      <a:pt x="103" y="101"/>
                    </a:lnTo>
                    <a:lnTo>
                      <a:pt x="102" y="101"/>
                    </a:lnTo>
                    <a:lnTo>
                      <a:pt x="101" y="101"/>
                    </a:lnTo>
                    <a:lnTo>
                      <a:pt x="100" y="101"/>
                    </a:lnTo>
                    <a:lnTo>
                      <a:pt x="99" y="101"/>
                    </a:lnTo>
                    <a:lnTo>
                      <a:pt x="97" y="101"/>
                    </a:lnTo>
                    <a:lnTo>
                      <a:pt x="96" y="101"/>
                    </a:lnTo>
                    <a:lnTo>
                      <a:pt x="95" y="101"/>
                    </a:lnTo>
                    <a:lnTo>
                      <a:pt x="94" y="101"/>
                    </a:lnTo>
                    <a:lnTo>
                      <a:pt x="93" y="101"/>
                    </a:lnTo>
                    <a:lnTo>
                      <a:pt x="91" y="101"/>
                    </a:lnTo>
                    <a:lnTo>
                      <a:pt x="90" y="101"/>
                    </a:lnTo>
                    <a:lnTo>
                      <a:pt x="89" y="101"/>
                    </a:lnTo>
                    <a:lnTo>
                      <a:pt x="89" y="101"/>
                    </a:lnTo>
                    <a:lnTo>
                      <a:pt x="88" y="101"/>
                    </a:lnTo>
                    <a:lnTo>
                      <a:pt x="86" y="101"/>
                    </a:lnTo>
                    <a:lnTo>
                      <a:pt x="85" y="100"/>
                    </a:lnTo>
                    <a:lnTo>
                      <a:pt x="84" y="100"/>
                    </a:lnTo>
                    <a:lnTo>
                      <a:pt x="83" y="100"/>
                    </a:lnTo>
                    <a:lnTo>
                      <a:pt x="81" y="100"/>
                    </a:lnTo>
                    <a:lnTo>
                      <a:pt x="80" y="100"/>
                    </a:lnTo>
                    <a:lnTo>
                      <a:pt x="79" y="100"/>
                    </a:lnTo>
                    <a:lnTo>
                      <a:pt x="78" y="100"/>
                    </a:lnTo>
                    <a:lnTo>
                      <a:pt x="76" y="100"/>
                    </a:lnTo>
                    <a:lnTo>
                      <a:pt x="75" y="99"/>
                    </a:lnTo>
                    <a:lnTo>
                      <a:pt x="74" y="99"/>
                    </a:lnTo>
                    <a:lnTo>
                      <a:pt x="73" y="99"/>
                    </a:lnTo>
                    <a:lnTo>
                      <a:pt x="71" y="99"/>
                    </a:lnTo>
                    <a:lnTo>
                      <a:pt x="70" y="99"/>
                    </a:lnTo>
                    <a:lnTo>
                      <a:pt x="69" y="98"/>
                    </a:lnTo>
                    <a:lnTo>
                      <a:pt x="68" y="98"/>
                    </a:lnTo>
                    <a:lnTo>
                      <a:pt x="66" y="98"/>
                    </a:lnTo>
                    <a:lnTo>
                      <a:pt x="65" y="98"/>
                    </a:lnTo>
                    <a:lnTo>
                      <a:pt x="64" y="97"/>
                    </a:lnTo>
                    <a:lnTo>
                      <a:pt x="62" y="97"/>
                    </a:lnTo>
                    <a:lnTo>
                      <a:pt x="61" y="97"/>
                    </a:lnTo>
                    <a:lnTo>
                      <a:pt x="60" y="97"/>
                    </a:lnTo>
                    <a:lnTo>
                      <a:pt x="60" y="96"/>
                    </a:lnTo>
                    <a:lnTo>
                      <a:pt x="60" y="96"/>
                    </a:lnTo>
                    <a:lnTo>
                      <a:pt x="60" y="96"/>
                    </a:lnTo>
                    <a:lnTo>
                      <a:pt x="59" y="96"/>
                    </a:lnTo>
                    <a:lnTo>
                      <a:pt x="58" y="96"/>
                    </a:lnTo>
                    <a:lnTo>
                      <a:pt x="58" y="96"/>
                    </a:lnTo>
                    <a:lnTo>
                      <a:pt x="57" y="95"/>
                    </a:lnTo>
                    <a:lnTo>
                      <a:pt x="56" y="95"/>
                    </a:lnTo>
                    <a:lnTo>
                      <a:pt x="56" y="95"/>
                    </a:lnTo>
                    <a:lnTo>
                      <a:pt x="55" y="95"/>
                    </a:lnTo>
                    <a:lnTo>
                      <a:pt x="54" y="95"/>
                    </a:lnTo>
                    <a:lnTo>
                      <a:pt x="54" y="95"/>
                    </a:lnTo>
                    <a:lnTo>
                      <a:pt x="53" y="95"/>
                    </a:lnTo>
                    <a:lnTo>
                      <a:pt x="52" y="95"/>
                    </a:lnTo>
                    <a:lnTo>
                      <a:pt x="52" y="95"/>
                    </a:lnTo>
                    <a:lnTo>
                      <a:pt x="51" y="94"/>
                    </a:lnTo>
                    <a:lnTo>
                      <a:pt x="51" y="94"/>
                    </a:lnTo>
                    <a:lnTo>
                      <a:pt x="50" y="94"/>
                    </a:lnTo>
                    <a:lnTo>
                      <a:pt x="49" y="94"/>
                    </a:lnTo>
                    <a:lnTo>
                      <a:pt x="49" y="93"/>
                    </a:lnTo>
                    <a:lnTo>
                      <a:pt x="48" y="93"/>
                    </a:lnTo>
                    <a:lnTo>
                      <a:pt x="47" y="93"/>
                    </a:lnTo>
                    <a:lnTo>
                      <a:pt x="47" y="93"/>
                    </a:lnTo>
                    <a:lnTo>
                      <a:pt x="46" y="93"/>
                    </a:lnTo>
                    <a:lnTo>
                      <a:pt x="46" y="92"/>
                    </a:lnTo>
                    <a:lnTo>
                      <a:pt x="45" y="92"/>
                    </a:lnTo>
                    <a:lnTo>
                      <a:pt x="45" y="92"/>
                    </a:lnTo>
                    <a:lnTo>
                      <a:pt x="44" y="92"/>
                    </a:lnTo>
                    <a:lnTo>
                      <a:pt x="43" y="91"/>
                    </a:lnTo>
                    <a:lnTo>
                      <a:pt x="43" y="91"/>
                    </a:lnTo>
                    <a:lnTo>
                      <a:pt x="42" y="91"/>
                    </a:lnTo>
                    <a:lnTo>
                      <a:pt x="42" y="90"/>
                    </a:lnTo>
                    <a:lnTo>
                      <a:pt x="41" y="90"/>
                    </a:lnTo>
                    <a:lnTo>
                      <a:pt x="40" y="90"/>
                    </a:lnTo>
                    <a:lnTo>
                      <a:pt x="40" y="89"/>
                    </a:lnTo>
                    <a:lnTo>
                      <a:pt x="39" y="89"/>
                    </a:lnTo>
                    <a:lnTo>
                      <a:pt x="38" y="89"/>
                    </a:lnTo>
                    <a:lnTo>
                      <a:pt x="38" y="88"/>
                    </a:lnTo>
                    <a:lnTo>
                      <a:pt x="37" y="88"/>
                    </a:lnTo>
                    <a:lnTo>
                      <a:pt x="36" y="88"/>
                    </a:lnTo>
                    <a:lnTo>
                      <a:pt x="36" y="87"/>
                    </a:lnTo>
                    <a:lnTo>
                      <a:pt x="36" y="87"/>
                    </a:lnTo>
                    <a:lnTo>
                      <a:pt x="35" y="87"/>
                    </a:lnTo>
                    <a:lnTo>
                      <a:pt x="35" y="87"/>
                    </a:lnTo>
                    <a:lnTo>
                      <a:pt x="34" y="86"/>
                    </a:lnTo>
                    <a:lnTo>
                      <a:pt x="34" y="86"/>
                    </a:lnTo>
                    <a:lnTo>
                      <a:pt x="33" y="86"/>
                    </a:lnTo>
                    <a:lnTo>
                      <a:pt x="33" y="85"/>
                    </a:lnTo>
                    <a:lnTo>
                      <a:pt x="32" y="85"/>
                    </a:lnTo>
                    <a:lnTo>
                      <a:pt x="32" y="85"/>
                    </a:lnTo>
                    <a:lnTo>
                      <a:pt x="31" y="84"/>
                    </a:lnTo>
                    <a:lnTo>
                      <a:pt x="31" y="83"/>
                    </a:lnTo>
                    <a:lnTo>
                      <a:pt x="31" y="83"/>
                    </a:lnTo>
                    <a:lnTo>
                      <a:pt x="30" y="82"/>
                    </a:lnTo>
                    <a:lnTo>
                      <a:pt x="29" y="82"/>
                    </a:lnTo>
                    <a:lnTo>
                      <a:pt x="28" y="81"/>
                    </a:lnTo>
                    <a:lnTo>
                      <a:pt x="28" y="80"/>
                    </a:lnTo>
                    <a:lnTo>
                      <a:pt x="27" y="80"/>
                    </a:lnTo>
                    <a:lnTo>
                      <a:pt x="26" y="79"/>
                    </a:lnTo>
                    <a:lnTo>
                      <a:pt x="26" y="78"/>
                    </a:lnTo>
                    <a:lnTo>
                      <a:pt x="25" y="77"/>
                    </a:lnTo>
                    <a:lnTo>
                      <a:pt x="24" y="77"/>
                    </a:lnTo>
                    <a:lnTo>
                      <a:pt x="24" y="76"/>
                    </a:lnTo>
                    <a:lnTo>
                      <a:pt x="23" y="75"/>
                    </a:lnTo>
                    <a:lnTo>
                      <a:pt x="22" y="75"/>
                    </a:lnTo>
                    <a:lnTo>
                      <a:pt x="22" y="74"/>
                    </a:lnTo>
                    <a:lnTo>
                      <a:pt x="21" y="73"/>
                    </a:lnTo>
                    <a:lnTo>
                      <a:pt x="21" y="73"/>
                    </a:lnTo>
                    <a:lnTo>
                      <a:pt x="20" y="72"/>
                    </a:lnTo>
                    <a:lnTo>
                      <a:pt x="20" y="71"/>
                    </a:lnTo>
                    <a:lnTo>
                      <a:pt x="19" y="70"/>
                    </a:lnTo>
                    <a:lnTo>
                      <a:pt x="18" y="70"/>
                    </a:lnTo>
                    <a:lnTo>
                      <a:pt x="18" y="69"/>
                    </a:lnTo>
                    <a:lnTo>
                      <a:pt x="17" y="68"/>
                    </a:lnTo>
                    <a:lnTo>
                      <a:pt x="17" y="67"/>
                    </a:lnTo>
                    <a:lnTo>
                      <a:pt x="16" y="66"/>
                    </a:lnTo>
                    <a:lnTo>
                      <a:pt x="16" y="66"/>
                    </a:lnTo>
                    <a:lnTo>
                      <a:pt x="15" y="65"/>
                    </a:lnTo>
                    <a:lnTo>
                      <a:pt x="15" y="65"/>
                    </a:lnTo>
                    <a:lnTo>
                      <a:pt x="14" y="64"/>
                    </a:lnTo>
                    <a:lnTo>
                      <a:pt x="14" y="64"/>
                    </a:lnTo>
                    <a:lnTo>
                      <a:pt x="13" y="63"/>
                    </a:lnTo>
                    <a:lnTo>
                      <a:pt x="13" y="62"/>
                    </a:lnTo>
                    <a:lnTo>
                      <a:pt x="12" y="61"/>
                    </a:lnTo>
                    <a:lnTo>
                      <a:pt x="12" y="60"/>
                    </a:lnTo>
                    <a:lnTo>
                      <a:pt x="11" y="60"/>
                    </a:lnTo>
                    <a:lnTo>
                      <a:pt x="11" y="59"/>
                    </a:lnTo>
                    <a:lnTo>
                      <a:pt x="10" y="58"/>
                    </a:lnTo>
                    <a:lnTo>
                      <a:pt x="10" y="57"/>
                    </a:lnTo>
                    <a:lnTo>
                      <a:pt x="9" y="56"/>
                    </a:lnTo>
                    <a:lnTo>
                      <a:pt x="9" y="56"/>
                    </a:lnTo>
                    <a:lnTo>
                      <a:pt x="8" y="55"/>
                    </a:lnTo>
                    <a:lnTo>
                      <a:pt x="8" y="54"/>
                    </a:lnTo>
                    <a:lnTo>
                      <a:pt x="8" y="53"/>
                    </a:lnTo>
                    <a:lnTo>
                      <a:pt x="7" y="52"/>
                    </a:lnTo>
                    <a:lnTo>
                      <a:pt x="7" y="52"/>
                    </a:lnTo>
                    <a:lnTo>
                      <a:pt x="6" y="51"/>
                    </a:lnTo>
                    <a:lnTo>
                      <a:pt x="6" y="50"/>
                    </a:lnTo>
                    <a:lnTo>
                      <a:pt x="6" y="49"/>
                    </a:lnTo>
                    <a:lnTo>
                      <a:pt x="5" y="48"/>
                    </a:lnTo>
                    <a:lnTo>
                      <a:pt x="5" y="48"/>
                    </a:lnTo>
                    <a:lnTo>
                      <a:pt x="4" y="47"/>
                    </a:lnTo>
                    <a:lnTo>
                      <a:pt x="4" y="46"/>
                    </a:lnTo>
                    <a:lnTo>
                      <a:pt x="4" y="45"/>
                    </a:lnTo>
                    <a:lnTo>
                      <a:pt x="3" y="44"/>
                    </a:lnTo>
                    <a:lnTo>
                      <a:pt x="3" y="44"/>
                    </a:lnTo>
                    <a:lnTo>
                      <a:pt x="3" y="43"/>
                    </a:lnTo>
                    <a:lnTo>
                      <a:pt x="2" y="42"/>
                    </a:lnTo>
                    <a:lnTo>
                      <a:pt x="2" y="41"/>
                    </a:lnTo>
                    <a:lnTo>
                      <a:pt x="2" y="40"/>
                    </a:lnTo>
                    <a:lnTo>
                      <a:pt x="2" y="40"/>
                    </a:lnTo>
                    <a:lnTo>
                      <a:pt x="2" y="39"/>
                    </a:lnTo>
                    <a:lnTo>
                      <a:pt x="2" y="38"/>
                    </a:lnTo>
                    <a:lnTo>
                      <a:pt x="2" y="37"/>
                    </a:lnTo>
                    <a:lnTo>
                      <a:pt x="2" y="36"/>
                    </a:lnTo>
                    <a:lnTo>
                      <a:pt x="1" y="36"/>
                    </a:lnTo>
                    <a:lnTo>
                      <a:pt x="1" y="36"/>
                    </a:lnTo>
                    <a:lnTo>
                      <a:pt x="1" y="35"/>
                    </a:lnTo>
                    <a:lnTo>
                      <a:pt x="1" y="34"/>
                    </a:lnTo>
                    <a:lnTo>
                      <a:pt x="0" y="33"/>
                    </a:lnTo>
                    <a:lnTo>
                      <a:pt x="0" y="32"/>
                    </a:lnTo>
                    <a:lnTo>
                      <a:pt x="0" y="31"/>
                    </a:lnTo>
                    <a:lnTo>
                      <a:pt x="0" y="30"/>
                    </a:lnTo>
                    <a:lnTo>
                      <a:pt x="0" y="29"/>
                    </a:lnTo>
                    <a:lnTo>
                      <a:pt x="0" y="28"/>
                    </a:lnTo>
                    <a:lnTo>
                      <a:pt x="0" y="27"/>
                    </a:lnTo>
                    <a:lnTo>
                      <a:pt x="0" y="27"/>
                    </a:lnTo>
                    <a:lnTo>
                      <a:pt x="0" y="26"/>
                    </a:lnTo>
                    <a:lnTo>
                      <a:pt x="0" y="26"/>
                    </a:lnTo>
                    <a:lnTo>
                      <a:pt x="0" y="25"/>
                    </a:lnTo>
                    <a:lnTo>
                      <a:pt x="0" y="25"/>
                    </a:lnTo>
                    <a:lnTo>
                      <a:pt x="0" y="24"/>
                    </a:lnTo>
                    <a:lnTo>
                      <a:pt x="0" y="23"/>
                    </a:lnTo>
                    <a:lnTo>
                      <a:pt x="0" y="23"/>
                    </a:lnTo>
                    <a:lnTo>
                      <a:pt x="0" y="22"/>
                    </a:lnTo>
                    <a:lnTo>
                      <a:pt x="0" y="22"/>
                    </a:lnTo>
                    <a:lnTo>
                      <a:pt x="0" y="21"/>
                    </a:lnTo>
                    <a:lnTo>
                      <a:pt x="0" y="20"/>
                    </a:lnTo>
                    <a:lnTo>
                      <a:pt x="0" y="19"/>
                    </a:lnTo>
                    <a:lnTo>
                      <a:pt x="0" y="19"/>
                    </a:lnTo>
                    <a:lnTo>
                      <a:pt x="0" y="18"/>
                    </a:lnTo>
                    <a:lnTo>
                      <a:pt x="1" y="17"/>
                    </a:lnTo>
                    <a:lnTo>
                      <a:pt x="1" y="16"/>
                    </a:lnTo>
                    <a:lnTo>
                      <a:pt x="1" y="16"/>
                    </a:lnTo>
                    <a:lnTo>
                      <a:pt x="1" y="15"/>
                    </a:lnTo>
                    <a:lnTo>
                      <a:pt x="2" y="14"/>
                    </a:lnTo>
                    <a:lnTo>
                      <a:pt x="2" y="13"/>
                    </a:lnTo>
                    <a:lnTo>
                      <a:pt x="2" y="12"/>
                    </a:lnTo>
                    <a:lnTo>
                      <a:pt x="2" y="11"/>
                    </a:lnTo>
                    <a:lnTo>
                      <a:pt x="3" y="10"/>
                    </a:lnTo>
                    <a:lnTo>
                      <a:pt x="3" y="9"/>
                    </a:lnTo>
                    <a:lnTo>
                      <a:pt x="4" y="8"/>
                    </a:lnTo>
                    <a:lnTo>
                      <a:pt x="5" y="7"/>
                    </a:lnTo>
                    <a:lnTo>
                      <a:pt x="5" y="7"/>
                    </a:lnTo>
                    <a:lnTo>
                      <a:pt x="6" y="7"/>
                    </a:lnTo>
                    <a:lnTo>
                      <a:pt x="7" y="6"/>
                    </a:lnTo>
                    <a:lnTo>
                      <a:pt x="8" y="5"/>
                    </a:lnTo>
                    <a:lnTo>
                      <a:pt x="9" y="4"/>
                    </a:lnTo>
                    <a:lnTo>
                      <a:pt x="10" y="4"/>
                    </a:lnTo>
                    <a:lnTo>
                      <a:pt x="11" y="3"/>
                    </a:lnTo>
                    <a:lnTo>
                      <a:pt x="13" y="2"/>
                    </a:lnTo>
                    <a:lnTo>
                      <a:pt x="14" y="2"/>
                    </a:lnTo>
                    <a:lnTo>
                      <a:pt x="15" y="1"/>
                    </a:lnTo>
                    <a:lnTo>
                      <a:pt x="16" y="1"/>
                    </a:lnTo>
                    <a:lnTo>
                      <a:pt x="17" y="1"/>
                    </a:lnTo>
                    <a:lnTo>
                      <a:pt x="18" y="0"/>
                    </a:lnTo>
                    <a:lnTo>
                      <a:pt x="19" y="0"/>
                    </a:lnTo>
                    <a:lnTo>
                      <a:pt x="21" y="0"/>
                    </a:lnTo>
                    <a:lnTo>
                      <a:pt x="22" y="0"/>
                    </a:lnTo>
                    <a:lnTo>
                      <a:pt x="23" y="0"/>
                    </a:lnTo>
                    <a:lnTo>
                      <a:pt x="24" y="0"/>
                    </a:lnTo>
                    <a:lnTo>
                      <a:pt x="25" y="0"/>
                    </a:lnTo>
                    <a:lnTo>
                      <a:pt x="25" y="0"/>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3" name="Freeform 14">
                <a:extLst>
                  <a:ext uri="{FF2B5EF4-FFF2-40B4-BE49-F238E27FC236}">
                    <a16:creationId xmlns:a16="http://schemas.microsoft.com/office/drawing/2014/main" id="{872E379D-21D3-66AF-7B60-6F18C1CFBD31}"/>
                  </a:ext>
                </a:extLst>
              </p:cNvPr>
              <p:cNvSpPr>
                <a:spLocks/>
              </p:cNvSpPr>
              <p:nvPr/>
            </p:nvSpPr>
            <p:spPr bwMode="auto">
              <a:xfrm>
                <a:off x="10510684" y="4815263"/>
                <a:ext cx="121565" cy="88473"/>
              </a:xfrm>
              <a:custGeom>
                <a:avLst/>
                <a:gdLst>
                  <a:gd name="T0" fmla="*/ 161 w 180"/>
                  <a:gd name="T1" fmla="*/ 25 h 131"/>
                  <a:gd name="T2" fmla="*/ 158 w 180"/>
                  <a:gd name="T3" fmla="*/ 27 h 131"/>
                  <a:gd name="T4" fmla="*/ 155 w 180"/>
                  <a:gd name="T5" fmla="*/ 30 h 131"/>
                  <a:gd name="T6" fmla="*/ 153 w 180"/>
                  <a:gd name="T7" fmla="*/ 34 h 131"/>
                  <a:gd name="T8" fmla="*/ 152 w 180"/>
                  <a:gd name="T9" fmla="*/ 39 h 131"/>
                  <a:gd name="T10" fmla="*/ 150 w 180"/>
                  <a:gd name="T11" fmla="*/ 43 h 131"/>
                  <a:gd name="T12" fmla="*/ 143 w 180"/>
                  <a:gd name="T13" fmla="*/ 50 h 131"/>
                  <a:gd name="T14" fmla="*/ 133 w 180"/>
                  <a:gd name="T15" fmla="*/ 59 h 131"/>
                  <a:gd name="T16" fmla="*/ 116 w 180"/>
                  <a:gd name="T17" fmla="*/ 75 h 131"/>
                  <a:gd name="T18" fmla="*/ 102 w 180"/>
                  <a:gd name="T19" fmla="*/ 91 h 131"/>
                  <a:gd name="T20" fmla="*/ 91 w 180"/>
                  <a:gd name="T21" fmla="*/ 101 h 131"/>
                  <a:gd name="T22" fmla="*/ 81 w 180"/>
                  <a:gd name="T23" fmla="*/ 108 h 131"/>
                  <a:gd name="T24" fmla="*/ 76 w 180"/>
                  <a:gd name="T25" fmla="*/ 113 h 131"/>
                  <a:gd name="T26" fmla="*/ 71 w 180"/>
                  <a:gd name="T27" fmla="*/ 117 h 131"/>
                  <a:gd name="T28" fmla="*/ 65 w 180"/>
                  <a:gd name="T29" fmla="*/ 121 h 131"/>
                  <a:gd name="T30" fmla="*/ 59 w 180"/>
                  <a:gd name="T31" fmla="*/ 124 h 131"/>
                  <a:gd name="T32" fmla="*/ 54 w 180"/>
                  <a:gd name="T33" fmla="*/ 127 h 131"/>
                  <a:gd name="T34" fmla="*/ 47 w 180"/>
                  <a:gd name="T35" fmla="*/ 129 h 131"/>
                  <a:gd name="T36" fmla="*/ 40 w 180"/>
                  <a:gd name="T37" fmla="*/ 131 h 131"/>
                  <a:gd name="T38" fmla="*/ 35 w 180"/>
                  <a:gd name="T39" fmla="*/ 131 h 131"/>
                  <a:gd name="T40" fmla="*/ 30 w 180"/>
                  <a:gd name="T41" fmla="*/ 131 h 131"/>
                  <a:gd name="T42" fmla="*/ 26 w 180"/>
                  <a:gd name="T43" fmla="*/ 130 h 131"/>
                  <a:gd name="T44" fmla="*/ 21 w 180"/>
                  <a:gd name="T45" fmla="*/ 128 h 131"/>
                  <a:gd name="T46" fmla="*/ 17 w 180"/>
                  <a:gd name="T47" fmla="*/ 126 h 131"/>
                  <a:gd name="T48" fmla="*/ 14 w 180"/>
                  <a:gd name="T49" fmla="*/ 123 h 131"/>
                  <a:gd name="T50" fmla="*/ 11 w 180"/>
                  <a:gd name="T51" fmla="*/ 120 h 131"/>
                  <a:gd name="T52" fmla="*/ 8 w 180"/>
                  <a:gd name="T53" fmla="*/ 117 h 131"/>
                  <a:gd name="T54" fmla="*/ 6 w 180"/>
                  <a:gd name="T55" fmla="*/ 113 h 131"/>
                  <a:gd name="T56" fmla="*/ 3 w 180"/>
                  <a:gd name="T57" fmla="*/ 109 h 131"/>
                  <a:gd name="T58" fmla="*/ 2 w 180"/>
                  <a:gd name="T59" fmla="*/ 104 h 131"/>
                  <a:gd name="T60" fmla="*/ 1 w 180"/>
                  <a:gd name="T61" fmla="*/ 101 h 131"/>
                  <a:gd name="T62" fmla="*/ 0 w 180"/>
                  <a:gd name="T63" fmla="*/ 96 h 131"/>
                  <a:gd name="T64" fmla="*/ 0 w 180"/>
                  <a:gd name="T65" fmla="*/ 91 h 131"/>
                  <a:gd name="T66" fmla="*/ 1 w 180"/>
                  <a:gd name="T67" fmla="*/ 87 h 131"/>
                  <a:gd name="T68" fmla="*/ 2 w 180"/>
                  <a:gd name="T69" fmla="*/ 83 h 131"/>
                  <a:gd name="T70" fmla="*/ 4 w 180"/>
                  <a:gd name="T71" fmla="*/ 77 h 131"/>
                  <a:gd name="T72" fmla="*/ 8 w 180"/>
                  <a:gd name="T73" fmla="*/ 72 h 131"/>
                  <a:gd name="T74" fmla="*/ 12 w 180"/>
                  <a:gd name="T75" fmla="*/ 66 h 131"/>
                  <a:gd name="T76" fmla="*/ 17 w 180"/>
                  <a:gd name="T77" fmla="*/ 60 h 131"/>
                  <a:gd name="T78" fmla="*/ 22 w 180"/>
                  <a:gd name="T79" fmla="*/ 55 h 131"/>
                  <a:gd name="T80" fmla="*/ 28 w 180"/>
                  <a:gd name="T81" fmla="*/ 50 h 131"/>
                  <a:gd name="T82" fmla="*/ 34 w 180"/>
                  <a:gd name="T83" fmla="*/ 45 h 131"/>
                  <a:gd name="T84" fmla="*/ 41 w 180"/>
                  <a:gd name="T85" fmla="*/ 41 h 131"/>
                  <a:gd name="T86" fmla="*/ 47 w 180"/>
                  <a:gd name="T87" fmla="*/ 37 h 131"/>
                  <a:gd name="T88" fmla="*/ 54 w 180"/>
                  <a:gd name="T89" fmla="*/ 33 h 131"/>
                  <a:gd name="T90" fmla="*/ 60 w 180"/>
                  <a:gd name="T91" fmla="*/ 29 h 131"/>
                  <a:gd name="T92" fmla="*/ 75 w 180"/>
                  <a:gd name="T93" fmla="*/ 21 h 131"/>
                  <a:gd name="T94" fmla="*/ 89 w 180"/>
                  <a:gd name="T95" fmla="*/ 15 h 131"/>
                  <a:gd name="T96" fmla="*/ 101 w 180"/>
                  <a:gd name="T97" fmla="*/ 12 h 131"/>
                  <a:gd name="T98" fmla="*/ 116 w 180"/>
                  <a:gd name="T99" fmla="*/ 9 h 131"/>
                  <a:gd name="T100" fmla="*/ 129 w 180"/>
                  <a:gd name="T101" fmla="*/ 6 h 131"/>
                  <a:gd name="T102" fmla="*/ 141 w 180"/>
                  <a:gd name="T103" fmla="*/ 3 h 131"/>
                  <a:gd name="T104" fmla="*/ 151 w 180"/>
                  <a:gd name="T105" fmla="*/ 2 h 131"/>
                  <a:gd name="T106" fmla="*/ 158 w 180"/>
                  <a:gd name="T107" fmla="*/ 1 h 131"/>
                  <a:gd name="T108" fmla="*/ 162 w 180"/>
                  <a:gd name="T109" fmla="*/ 0 h 131"/>
                  <a:gd name="T110" fmla="*/ 165 w 180"/>
                  <a:gd name="T111" fmla="*/ 0 h 131"/>
                  <a:gd name="T112" fmla="*/ 169 w 180"/>
                  <a:gd name="T113" fmla="*/ 0 h 131"/>
                  <a:gd name="T114" fmla="*/ 175 w 180"/>
                  <a:gd name="T115" fmla="*/ 2 h 131"/>
                  <a:gd name="T116" fmla="*/ 177 w 180"/>
                  <a:gd name="T117" fmla="*/ 19 h 131"/>
                  <a:gd name="T118" fmla="*/ 163 w 180"/>
                  <a:gd name="T119" fmla="*/ 23 h 131"/>
                  <a:gd name="T120" fmla="*/ 163 w 180"/>
                  <a:gd name="T121" fmla="*/ 24 h 131"/>
                  <a:gd name="T122" fmla="*/ 162 w 180"/>
                  <a:gd name="T123" fmla="*/ 2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0" h="131">
                    <a:moveTo>
                      <a:pt x="162" y="24"/>
                    </a:moveTo>
                    <a:lnTo>
                      <a:pt x="162" y="24"/>
                    </a:lnTo>
                    <a:lnTo>
                      <a:pt x="162" y="24"/>
                    </a:lnTo>
                    <a:lnTo>
                      <a:pt x="162" y="24"/>
                    </a:lnTo>
                    <a:lnTo>
                      <a:pt x="162" y="24"/>
                    </a:lnTo>
                    <a:lnTo>
                      <a:pt x="161" y="25"/>
                    </a:lnTo>
                    <a:lnTo>
                      <a:pt x="161" y="25"/>
                    </a:lnTo>
                    <a:lnTo>
                      <a:pt x="161" y="25"/>
                    </a:lnTo>
                    <a:lnTo>
                      <a:pt x="160" y="25"/>
                    </a:lnTo>
                    <a:lnTo>
                      <a:pt x="160" y="25"/>
                    </a:lnTo>
                    <a:lnTo>
                      <a:pt x="160" y="26"/>
                    </a:lnTo>
                    <a:lnTo>
                      <a:pt x="160" y="26"/>
                    </a:lnTo>
                    <a:lnTo>
                      <a:pt x="159" y="26"/>
                    </a:lnTo>
                    <a:lnTo>
                      <a:pt x="159" y="26"/>
                    </a:lnTo>
                    <a:lnTo>
                      <a:pt x="159" y="27"/>
                    </a:lnTo>
                    <a:lnTo>
                      <a:pt x="158" y="27"/>
                    </a:lnTo>
                    <a:lnTo>
                      <a:pt x="158" y="27"/>
                    </a:lnTo>
                    <a:lnTo>
                      <a:pt x="157" y="27"/>
                    </a:lnTo>
                    <a:lnTo>
                      <a:pt x="157" y="28"/>
                    </a:lnTo>
                    <a:lnTo>
                      <a:pt x="157" y="28"/>
                    </a:lnTo>
                    <a:lnTo>
                      <a:pt x="156" y="29"/>
                    </a:lnTo>
                    <a:lnTo>
                      <a:pt x="156" y="29"/>
                    </a:lnTo>
                    <a:lnTo>
                      <a:pt x="156" y="29"/>
                    </a:lnTo>
                    <a:lnTo>
                      <a:pt x="155" y="30"/>
                    </a:lnTo>
                    <a:lnTo>
                      <a:pt x="155" y="30"/>
                    </a:lnTo>
                    <a:lnTo>
                      <a:pt x="155" y="30"/>
                    </a:lnTo>
                    <a:lnTo>
                      <a:pt x="155" y="31"/>
                    </a:lnTo>
                    <a:lnTo>
                      <a:pt x="154" y="31"/>
                    </a:lnTo>
                    <a:lnTo>
                      <a:pt x="154" y="32"/>
                    </a:lnTo>
                    <a:lnTo>
                      <a:pt x="154" y="32"/>
                    </a:lnTo>
                    <a:lnTo>
                      <a:pt x="154" y="33"/>
                    </a:lnTo>
                    <a:lnTo>
                      <a:pt x="153" y="34"/>
                    </a:lnTo>
                    <a:lnTo>
                      <a:pt x="153" y="34"/>
                    </a:lnTo>
                    <a:lnTo>
                      <a:pt x="153" y="35"/>
                    </a:lnTo>
                    <a:lnTo>
                      <a:pt x="153" y="36"/>
                    </a:lnTo>
                    <a:lnTo>
                      <a:pt x="152" y="37"/>
                    </a:lnTo>
                    <a:lnTo>
                      <a:pt x="152" y="38"/>
                    </a:lnTo>
                    <a:lnTo>
                      <a:pt x="152" y="38"/>
                    </a:lnTo>
                    <a:lnTo>
                      <a:pt x="152" y="38"/>
                    </a:lnTo>
                    <a:lnTo>
                      <a:pt x="152" y="39"/>
                    </a:lnTo>
                    <a:lnTo>
                      <a:pt x="151" y="40"/>
                    </a:lnTo>
                    <a:lnTo>
                      <a:pt x="151" y="40"/>
                    </a:lnTo>
                    <a:lnTo>
                      <a:pt x="151" y="41"/>
                    </a:lnTo>
                    <a:lnTo>
                      <a:pt x="151" y="42"/>
                    </a:lnTo>
                    <a:lnTo>
                      <a:pt x="150" y="43"/>
                    </a:lnTo>
                    <a:lnTo>
                      <a:pt x="150" y="43"/>
                    </a:lnTo>
                    <a:lnTo>
                      <a:pt x="150" y="43"/>
                    </a:lnTo>
                    <a:lnTo>
                      <a:pt x="150" y="43"/>
                    </a:lnTo>
                    <a:lnTo>
                      <a:pt x="149" y="43"/>
                    </a:lnTo>
                    <a:lnTo>
                      <a:pt x="148" y="45"/>
                    </a:lnTo>
                    <a:lnTo>
                      <a:pt x="148" y="45"/>
                    </a:lnTo>
                    <a:lnTo>
                      <a:pt x="147" y="46"/>
                    </a:lnTo>
                    <a:lnTo>
                      <a:pt x="146" y="47"/>
                    </a:lnTo>
                    <a:lnTo>
                      <a:pt x="145" y="48"/>
                    </a:lnTo>
                    <a:lnTo>
                      <a:pt x="144" y="49"/>
                    </a:lnTo>
                    <a:lnTo>
                      <a:pt x="143" y="50"/>
                    </a:lnTo>
                    <a:lnTo>
                      <a:pt x="141" y="51"/>
                    </a:lnTo>
                    <a:lnTo>
                      <a:pt x="140" y="52"/>
                    </a:lnTo>
                    <a:lnTo>
                      <a:pt x="139" y="53"/>
                    </a:lnTo>
                    <a:lnTo>
                      <a:pt x="138" y="54"/>
                    </a:lnTo>
                    <a:lnTo>
                      <a:pt x="136" y="56"/>
                    </a:lnTo>
                    <a:lnTo>
                      <a:pt x="135" y="57"/>
                    </a:lnTo>
                    <a:lnTo>
                      <a:pt x="134" y="58"/>
                    </a:lnTo>
                    <a:lnTo>
                      <a:pt x="133" y="59"/>
                    </a:lnTo>
                    <a:lnTo>
                      <a:pt x="132" y="60"/>
                    </a:lnTo>
                    <a:lnTo>
                      <a:pt x="131" y="62"/>
                    </a:lnTo>
                    <a:lnTo>
                      <a:pt x="130" y="63"/>
                    </a:lnTo>
                    <a:lnTo>
                      <a:pt x="128" y="64"/>
                    </a:lnTo>
                    <a:lnTo>
                      <a:pt x="127" y="66"/>
                    </a:lnTo>
                    <a:lnTo>
                      <a:pt x="124" y="68"/>
                    </a:lnTo>
                    <a:lnTo>
                      <a:pt x="122" y="71"/>
                    </a:lnTo>
                    <a:lnTo>
                      <a:pt x="116" y="75"/>
                    </a:lnTo>
                    <a:lnTo>
                      <a:pt x="113" y="78"/>
                    </a:lnTo>
                    <a:lnTo>
                      <a:pt x="111" y="81"/>
                    </a:lnTo>
                    <a:lnTo>
                      <a:pt x="108" y="84"/>
                    </a:lnTo>
                    <a:lnTo>
                      <a:pt x="106" y="85"/>
                    </a:lnTo>
                    <a:lnTo>
                      <a:pt x="105" y="86"/>
                    </a:lnTo>
                    <a:lnTo>
                      <a:pt x="104" y="88"/>
                    </a:lnTo>
                    <a:lnTo>
                      <a:pt x="103" y="89"/>
                    </a:lnTo>
                    <a:lnTo>
                      <a:pt x="102" y="91"/>
                    </a:lnTo>
                    <a:lnTo>
                      <a:pt x="100" y="92"/>
                    </a:lnTo>
                    <a:lnTo>
                      <a:pt x="99" y="93"/>
                    </a:lnTo>
                    <a:lnTo>
                      <a:pt x="98" y="95"/>
                    </a:lnTo>
                    <a:lnTo>
                      <a:pt x="96" y="96"/>
                    </a:lnTo>
                    <a:lnTo>
                      <a:pt x="95" y="97"/>
                    </a:lnTo>
                    <a:lnTo>
                      <a:pt x="93" y="98"/>
                    </a:lnTo>
                    <a:lnTo>
                      <a:pt x="92" y="100"/>
                    </a:lnTo>
                    <a:lnTo>
                      <a:pt x="91" y="101"/>
                    </a:lnTo>
                    <a:lnTo>
                      <a:pt x="89" y="102"/>
                    </a:lnTo>
                    <a:lnTo>
                      <a:pt x="88" y="103"/>
                    </a:lnTo>
                    <a:lnTo>
                      <a:pt x="86" y="104"/>
                    </a:lnTo>
                    <a:lnTo>
                      <a:pt x="85" y="105"/>
                    </a:lnTo>
                    <a:lnTo>
                      <a:pt x="84" y="106"/>
                    </a:lnTo>
                    <a:lnTo>
                      <a:pt x="83" y="107"/>
                    </a:lnTo>
                    <a:lnTo>
                      <a:pt x="82" y="108"/>
                    </a:lnTo>
                    <a:lnTo>
                      <a:pt x="81" y="108"/>
                    </a:lnTo>
                    <a:lnTo>
                      <a:pt x="81" y="109"/>
                    </a:lnTo>
                    <a:lnTo>
                      <a:pt x="80" y="109"/>
                    </a:lnTo>
                    <a:lnTo>
                      <a:pt x="79" y="110"/>
                    </a:lnTo>
                    <a:lnTo>
                      <a:pt x="79" y="110"/>
                    </a:lnTo>
                    <a:lnTo>
                      <a:pt x="78" y="111"/>
                    </a:lnTo>
                    <a:lnTo>
                      <a:pt x="77" y="112"/>
                    </a:lnTo>
                    <a:lnTo>
                      <a:pt x="76" y="112"/>
                    </a:lnTo>
                    <a:lnTo>
                      <a:pt x="76" y="113"/>
                    </a:lnTo>
                    <a:lnTo>
                      <a:pt x="75" y="113"/>
                    </a:lnTo>
                    <a:lnTo>
                      <a:pt x="75" y="114"/>
                    </a:lnTo>
                    <a:lnTo>
                      <a:pt x="75" y="114"/>
                    </a:lnTo>
                    <a:lnTo>
                      <a:pt x="74" y="115"/>
                    </a:lnTo>
                    <a:lnTo>
                      <a:pt x="73" y="115"/>
                    </a:lnTo>
                    <a:lnTo>
                      <a:pt x="72" y="116"/>
                    </a:lnTo>
                    <a:lnTo>
                      <a:pt x="72" y="116"/>
                    </a:lnTo>
                    <a:lnTo>
                      <a:pt x="71" y="117"/>
                    </a:lnTo>
                    <a:lnTo>
                      <a:pt x="70" y="117"/>
                    </a:lnTo>
                    <a:lnTo>
                      <a:pt x="70" y="118"/>
                    </a:lnTo>
                    <a:lnTo>
                      <a:pt x="69" y="118"/>
                    </a:lnTo>
                    <a:lnTo>
                      <a:pt x="68" y="119"/>
                    </a:lnTo>
                    <a:lnTo>
                      <a:pt x="67" y="119"/>
                    </a:lnTo>
                    <a:lnTo>
                      <a:pt x="67" y="120"/>
                    </a:lnTo>
                    <a:lnTo>
                      <a:pt x="66" y="120"/>
                    </a:lnTo>
                    <a:lnTo>
                      <a:pt x="65" y="121"/>
                    </a:lnTo>
                    <a:lnTo>
                      <a:pt x="64" y="121"/>
                    </a:lnTo>
                    <a:lnTo>
                      <a:pt x="64" y="122"/>
                    </a:lnTo>
                    <a:lnTo>
                      <a:pt x="63" y="122"/>
                    </a:lnTo>
                    <a:lnTo>
                      <a:pt x="62" y="123"/>
                    </a:lnTo>
                    <a:lnTo>
                      <a:pt x="61" y="123"/>
                    </a:lnTo>
                    <a:lnTo>
                      <a:pt x="61" y="124"/>
                    </a:lnTo>
                    <a:lnTo>
                      <a:pt x="60" y="124"/>
                    </a:lnTo>
                    <a:lnTo>
                      <a:pt x="59" y="124"/>
                    </a:lnTo>
                    <a:lnTo>
                      <a:pt x="58" y="125"/>
                    </a:lnTo>
                    <a:lnTo>
                      <a:pt x="58" y="125"/>
                    </a:lnTo>
                    <a:lnTo>
                      <a:pt x="57" y="126"/>
                    </a:lnTo>
                    <a:lnTo>
                      <a:pt x="56" y="126"/>
                    </a:lnTo>
                    <a:lnTo>
                      <a:pt x="55" y="126"/>
                    </a:lnTo>
                    <a:lnTo>
                      <a:pt x="55" y="126"/>
                    </a:lnTo>
                    <a:lnTo>
                      <a:pt x="54" y="127"/>
                    </a:lnTo>
                    <a:lnTo>
                      <a:pt x="54" y="127"/>
                    </a:lnTo>
                    <a:lnTo>
                      <a:pt x="53" y="127"/>
                    </a:lnTo>
                    <a:lnTo>
                      <a:pt x="52" y="128"/>
                    </a:lnTo>
                    <a:lnTo>
                      <a:pt x="51" y="128"/>
                    </a:lnTo>
                    <a:lnTo>
                      <a:pt x="50" y="128"/>
                    </a:lnTo>
                    <a:lnTo>
                      <a:pt x="49" y="129"/>
                    </a:lnTo>
                    <a:lnTo>
                      <a:pt x="49" y="129"/>
                    </a:lnTo>
                    <a:lnTo>
                      <a:pt x="48" y="129"/>
                    </a:lnTo>
                    <a:lnTo>
                      <a:pt x="47" y="129"/>
                    </a:lnTo>
                    <a:lnTo>
                      <a:pt x="46" y="130"/>
                    </a:lnTo>
                    <a:lnTo>
                      <a:pt x="46" y="130"/>
                    </a:lnTo>
                    <a:lnTo>
                      <a:pt x="45" y="130"/>
                    </a:lnTo>
                    <a:lnTo>
                      <a:pt x="44" y="130"/>
                    </a:lnTo>
                    <a:lnTo>
                      <a:pt x="43" y="130"/>
                    </a:lnTo>
                    <a:lnTo>
                      <a:pt x="42" y="131"/>
                    </a:lnTo>
                    <a:lnTo>
                      <a:pt x="41" y="131"/>
                    </a:lnTo>
                    <a:lnTo>
                      <a:pt x="40" y="131"/>
                    </a:lnTo>
                    <a:lnTo>
                      <a:pt x="39" y="131"/>
                    </a:lnTo>
                    <a:lnTo>
                      <a:pt x="38" y="131"/>
                    </a:lnTo>
                    <a:lnTo>
                      <a:pt x="37" y="131"/>
                    </a:lnTo>
                    <a:lnTo>
                      <a:pt x="37" y="131"/>
                    </a:lnTo>
                    <a:lnTo>
                      <a:pt x="36" y="131"/>
                    </a:lnTo>
                    <a:lnTo>
                      <a:pt x="36" y="131"/>
                    </a:lnTo>
                    <a:lnTo>
                      <a:pt x="35" y="131"/>
                    </a:lnTo>
                    <a:lnTo>
                      <a:pt x="35" y="131"/>
                    </a:lnTo>
                    <a:lnTo>
                      <a:pt x="34" y="131"/>
                    </a:lnTo>
                    <a:lnTo>
                      <a:pt x="34" y="131"/>
                    </a:lnTo>
                    <a:lnTo>
                      <a:pt x="33" y="131"/>
                    </a:lnTo>
                    <a:lnTo>
                      <a:pt x="32" y="131"/>
                    </a:lnTo>
                    <a:lnTo>
                      <a:pt x="32" y="131"/>
                    </a:lnTo>
                    <a:lnTo>
                      <a:pt x="31" y="131"/>
                    </a:lnTo>
                    <a:lnTo>
                      <a:pt x="31" y="131"/>
                    </a:lnTo>
                    <a:lnTo>
                      <a:pt x="30" y="131"/>
                    </a:lnTo>
                    <a:lnTo>
                      <a:pt x="30" y="131"/>
                    </a:lnTo>
                    <a:lnTo>
                      <a:pt x="29" y="131"/>
                    </a:lnTo>
                    <a:lnTo>
                      <a:pt x="29" y="130"/>
                    </a:lnTo>
                    <a:lnTo>
                      <a:pt x="28" y="130"/>
                    </a:lnTo>
                    <a:lnTo>
                      <a:pt x="28" y="130"/>
                    </a:lnTo>
                    <a:lnTo>
                      <a:pt x="27" y="130"/>
                    </a:lnTo>
                    <a:lnTo>
                      <a:pt x="26" y="130"/>
                    </a:lnTo>
                    <a:lnTo>
                      <a:pt x="26" y="130"/>
                    </a:lnTo>
                    <a:lnTo>
                      <a:pt x="25" y="130"/>
                    </a:lnTo>
                    <a:lnTo>
                      <a:pt x="25" y="129"/>
                    </a:lnTo>
                    <a:lnTo>
                      <a:pt x="24" y="129"/>
                    </a:lnTo>
                    <a:lnTo>
                      <a:pt x="24" y="129"/>
                    </a:lnTo>
                    <a:lnTo>
                      <a:pt x="23" y="129"/>
                    </a:lnTo>
                    <a:lnTo>
                      <a:pt x="23" y="129"/>
                    </a:lnTo>
                    <a:lnTo>
                      <a:pt x="22" y="128"/>
                    </a:lnTo>
                    <a:lnTo>
                      <a:pt x="21" y="128"/>
                    </a:lnTo>
                    <a:lnTo>
                      <a:pt x="21" y="128"/>
                    </a:lnTo>
                    <a:lnTo>
                      <a:pt x="20" y="128"/>
                    </a:lnTo>
                    <a:lnTo>
                      <a:pt x="20" y="127"/>
                    </a:lnTo>
                    <a:lnTo>
                      <a:pt x="19" y="127"/>
                    </a:lnTo>
                    <a:lnTo>
                      <a:pt x="19" y="127"/>
                    </a:lnTo>
                    <a:lnTo>
                      <a:pt x="18" y="127"/>
                    </a:lnTo>
                    <a:lnTo>
                      <a:pt x="18" y="126"/>
                    </a:lnTo>
                    <a:lnTo>
                      <a:pt x="17" y="126"/>
                    </a:lnTo>
                    <a:lnTo>
                      <a:pt x="17" y="126"/>
                    </a:lnTo>
                    <a:lnTo>
                      <a:pt x="17" y="125"/>
                    </a:lnTo>
                    <a:lnTo>
                      <a:pt x="17" y="125"/>
                    </a:lnTo>
                    <a:lnTo>
                      <a:pt x="16" y="125"/>
                    </a:lnTo>
                    <a:lnTo>
                      <a:pt x="16" y="124"/>
                    </a:lnTo>
                    <a:lnTo>
                      <a:pt x="15" y="124"/>
                    </a:lnTo>
                    <a:lnTo>
                      <a:pt x="15" y="124"/>
                    </a:lnTo>
                    <a:lnTo>
                      <a:pt x="14" y="123"/>
                    </a:lnTo>
                    <a:lnTo>
                      <a:pt x="14" y="123"/>
                    </a:lnTo>
                    <a:lnTo>
                      <a:pt x="13" y="123"/>
                    </a:lnTo>
                    <a:lnTo>
                      <a:pt x="13" y="122"/>
                    </a:lnTo>
                    <a:lnTo>
                      <a:pt x="13" y="122"/>
                    </a:lnTo>
                    <a:lnTo>
                      <a:pt x="12" y="121"/>
                    </a:lnTo>
                    <a:lnTo>
                      <a:pt x="12" y="121"/>
                    </a:lnTo>
                    <a:lnTo>
                      <a:pt x="11" y="121"/>
                    </a:lnTo>
                    <a:lnTo>
                      <a:pt x="11" y="120"/>
                    </a:lnTo>
                    <a:lnTo>
                      <a:pt x="11" y="120"/>
                    </a:lnTo>
                    <a:lnTo>
                      <a:pt x="10" y="119"/>
                    </a:lnTo>
                    <a:lnTo>
                      <a:pt x="10" y="119"/>
                    </a:lnTo>
                    <a:lnTo>
                      <a:pt x="9" y="118"/>
                    </a:lnTo>
                    <a:lnTo>
                      <a:pt x="9" y="118"/>
                    </a:lnTo>
                    <a:lnTo>
                      <a:pt x="9" y="118"/>
                    </a:lnTo>
                    <a:lnTo>
                      <a:pt x="8" y="117"/>
                    </a:lnTo>
                    <a:lnTo>
                      <a:pt x="8" y="117"/>
                    </a:lnTo>
                    <a:lnTo>
                      <a:pt x="8" y="116"/>
                    </a:lnTo>
                    <a:lnTo>
                      <a:pt x="7" y="116"/>
                    </a:lnTo>
                    <a:lnTo>
                      <a:pt x="7" y="115"/>
                    </a:lnTo>
                    <a:lnTo>
                      <a:pt x="7" y="115"/>
                    </a:lnTo>
                    <a:lnTo>
                      <a:pt x="6" y="115"/>
                    </a:lnTo>
                    <a:lnTo>
                      <a:pt x="6" y="114"/>
                    </a:lnTo>
                    <a:lnTo>
                      <a:pt x="6" y="114"/>
                    </a:lnTo>
                    <a:lnTo>
                      <a:pt x="6" y="113"/>
                    </a:lnTo>
                    <a:lnTo>
                      <a:pt x="5" y="113"/>
                    </a:lnTo>
                    <a:lnTo>
                      <a:pt x="5" y="112"/>
                    </a:lnTo>
                    <a:lnTo>
                      <a:pt x="5" y="112"/>
                    </a:lnTo>
                    <a:lnTo>
                      <a:pt x="4" y="111"/>
                    </a:lnTo>
                    <a:lnTo>
                      <a:pt x="4" y="111"/>
                    </a:lnTo>
                    <a:lnTo>
                      <a:pt x="4" y="110"/>
                    </a:lnTo>
                    <a:lnTo>
                      <a:pt x="4" y="109"/>
                    </a:lnTo>
                    <a:lnTo>
                      <a:pt x="3" y="109"/>
                    </a:lnTo>
                    <a:lnTo>
                      <a:pt x="3" y="108"/>
                    </a:lnTo>
                    <a:lnTo>
                      <a:pt x="3" y="108"/>
                    </a:lnTo>
                    <a:lnTo>
                      <a:pt x="3" y="107"/>
                    </a:lnTo>
                    <a:lnTo>
                      <a:pt x="2" y="107"/>
                    </a:lnTo>
                    <a:lnTo>
                      <a:pt x="2" y="106"/>
                    </a:lnTo>
                    <a:lnTo>
                      <a:pt x="2" y="106"/>
                    </a:lnTo>
                    <a:lnTo>
                      <a:pt x="2" y="105"/>
                    </a:lnTo>
                    <a:lnTo>
                      <a:pt x="2" y="104"/>
                    </a:lnTo>
                    <a:lnTo>
                      <a:pt x="1" y="104"/>
                    </a:lnTo>
                    <a:lnTo>
                      <a:pt x="1" y="103"/>
                    </a:lnTo>
                    <a:lnTo>
                      <a:pt x="1" y="103"/>
                    </a:lnTo>
                    <a:lnTo>
                      <a:pt x="1" y="102"/>
                    </a:lnTo>
                    <a:lnTo>
                      <a:pt x="1" y="102"/>
                    </a:lnTo>
                    <a:lnTo>
                      <a:pt x="1" y="102"/>
                    </a:lnTo>
                    <a:lnTo>
                      <a:pt x="1" y="101"/>
                    </a:lnTo>
                    <a:lnTo>
                      <a:pt x="1" y="101"/>
                    </a:lnTo>
                    <a:lnTo>
                      <a:pt x="0" y="100"/>
                    </a:lnTo>
                    <a:lnTo>
                      <a:pt x="0" y="99"/>
                    </a:lnTo>
                    <a:lnTo>
                      <a:pt x="0" y="99"/>
                    </a:lnTo>
                    <a:lnTo>
                      <a:pt x="0" y="98"/>
                    </a:lnTo>
                    <a:lnTo>
                      <a:pt x="0" y="98"/>
                    </a:lnTo>
                    <a:lnTo>
                      <a:pt x="0" y="97"/>
                    </a:lnTo>
                    <a:lnTo>
                      <a:pt x="0" y="97"/>
                    </a:lnTo>
                    <a:lnTo>
                      <a:pt x="0" y="96"/>
                    </a:lnTo>
                    <a:lnTo>
                      <a:pt x="0" y="95"/>
                    </a:lnTo>
                    <a:lnTo>
                      <a:pt x="0" y="95"/>
                    </a:lnTo>
                    <a:lnTo>
                      <a:pt x="0" y="94"/>
                    </a:lnTo>
                    <a:lnTo>
                      <a:pt x="0" y="94"/>
                    </a:lnTo>
                    <a:lnTo>
                      <a:pt x="0" y="93"/>
                    </a:lnTo>
                    <a:lnTo>
                      <a:pt x="0" y="92"/>
                    </a:lnTo>
                    <a:lnTo>
                      <a:pt x="0" y="92"/>
                    </a:lnTo>
                    <a:lnTo>
                      <a:pt x="0" y="91"/>
                    </a:lnTo>
                    <a:lnTo>
                      <a:pt x="0" y="91"/>
                    </a:lnTo>
                    <a:lnTo>
                      <a:pt x="0" y="90"/>
                    </a:lnTo>
                    <a:lnTo>
                      <a:pt x="0" y="90"/>
                    </a:lnTo>
                    <a:lnTo>
                      <a:pt x="0" y="89"/>
                    </a:lnTo>
                    <a:lnTo>
                      <a:pt x="1" y="88"/>
                    </a:lnTo>
                    <a:lnTo>
                      <a:pt x="1" y="88"/>
                    </a:lnTo>
                    <a:lnTo>
                      <a:pt x="1" y="87"/>
                    </a:lnTo>
                    <a:lnTo>
                      <a:pt x="1" y="87"/>
                    </a:lnTo>
                    <a:lnTo>
                      <a:pt x="1" y="86"/>
                    </a:lnTo>
                    <a:lnTo>
                      <a:pt x="1" y="86"/>
                    </a:lnTo>
                    <a:lnTo>
                      <a:pt x="1" y="85"/>
                    </a:lnTo>
                    <a:lnTo>
                      <a:pt x="1" y="85"/>
                    </a:lnTo>
                    <a:lnTo>
                      <a:pt x="2" y="84"/>
                    </a:lnTo>
                    <a:lnTo>
                      <a:pt x="2" y="84"/>
                    </a:lnTo>
                    <a:lnTo>
                      <a:pt x="2" y="83"/>
                    </a:lnTo>
                    <a:lnTo>
                      <a:pt x="2" y="83"/>
                    </a:lnTo>
                    <a:lnTo>
                      <a:pt x="2" y="82"/>
                    </a:lnTo>
                    <a:lnTo>
                      <a:pt x="2" y="82"/>
                    </a:lnTo>
                    <a:lnTo>
                      <a:pt x="3" y="81"/>
                    </a:lnTo>
                    <a:lnTo>
                      <a:pt x="3" y="81"/>
                    </a:lnTo>
                    <a:lnTo>
                      <a:pt x="3" y="80"/>
                    </a:lnTo>
                    <a:lnTo>
                      <a:pt x="3" y="79"/>
                    </a:lnTo>
                    <a:lnTo>
                      <a:pt x="4" y="78"/>
                    </a:lnTo>
                    <a:lnTo>
                      <a:pt x="4" y="77"/>
                    </a:lnTo>
                    <a:lnTo>
                      <a:pt x="4" y="77"/>
                    </a:lnTo>
                    <a:lnTo>
                      <a:pt x="5" y="76"/>
                    </a:lnTo>
                    <a:lnTo>
                      <a:pt x="5" y="75"/>
                    </a:lnTo>
                    <a:lnTo>
                      <a:pt x="6" y="74"/>
                    </a:lnTo>
                    <a:lnTo>
                      <a:pt x="6" y="73"/>
                    </a:lnTo>
                    <a:lnTo>
                      <a:pt x="7" y="72"/>
                    </a:lnTo>
                    <a:lnTo>
                      <a:pt x="7" y="72"/>
                    </a:lnTo>
                    <a:lnTo>
                      <a:pt x="8" y="72"/>
                    </a:lnTo>
                    <a:lnTo>
                      <a:pt x="8" y="71"/>
                    </a:lnTo>
                    <a:lnTo>
                      <a:pt x="9" y="70"/>
                    </a:lnTo>
                    <a:lnTo>
                      <a:pt x="9" y="69"/>
                    </a:lnTo>
                    <a:lnTo>
                      <a:pt x="10" y="69"/>
                    </a:lnTo>
                    <a:lnTo>
                      <a:pt x="11" y="68"/>
                    </a:lnTo>
                    <a:lnTo>
                      <a:pt x="11" y="67"/>
                    </a:lnTo>
                    <a:lnTo>
                      <a:pt x="12" y="66"/>
                    </a:lnTo>
                    <a:lnTo>
                      <a:pt x="12" y="66"/>
                    </a:lnTo>
                    <a:lnTo>
                      <a:pt x="13" y="65"/>
                    </a:lnTo>
                    <a:lnTo>
                      <a:pt x="14" y="64"/>
                    </a:lnTo>
                    <a:lnTo>
                      <a:pt x="14" y="63"/>
                    </a:lnTo>
                    <a:lnTo>
                      <a:pt x="15" y="63"/>
                    </a:lnTo>
                    <a:lnTo>
                      <a:pt x="15" y="62"/>
                    </a:lnTo>
                    <a:lnTo>
                      <a:pt x="16" y="61"/>
                    </a:lnTo>
                    <a:lnTo>
                      <a:pt x="17" y="61"/>
                    </a:lnTo>
                    <a:lnTo>
                      <a:pt x="17" y="60"/>
                    </a:lnTo>
                    <a:lnTo>
                      <a:pt x="17" y="59"/>
                    </a:lnTo>
                    <a:lnTo>
                      <a:pt x="18" y="59"/>
                    </a:lnTo>
                    <a:lnTo>
                      <a:pt x="18" y="58"/>
                    </a:lnTo>
                    <a:lnTo>
                      <a:pt x="19" y="57"/>
                    </a:lnTo>
                    <a:lnTo>
                      <a:pt x="20" y="57"/>
                    </a:lnTo>
                    <a:lnTo>
                      <a:pt x="20" y="56"/>
                    </a:lnTo>
                    <a:lnTo>
                      <a:pt x="21" y="55"/>
                    </a:lnTo>
                    <a:lnTo>
                      <a:pt x="22" y="55"/>
                    </a:lnTo>
                    <a:lnTo>
                      <a:pt x="23" y="54"/>
                    </a:lnTo>
                    <a:lnTo>
                      <a:pt x="23" y="54"/>
                    </a:lnTo>
                    <a:lnTo>
                      <a:pt x="24" y="53"/>
                    </a:lnTo>
                    <a:lnTo>
                      <a:pt x="25" y="52"/>
                    </a:lnTo>
                    <a:lnTo>
                      <a:pt x="26" y="52"/>
                    </a:lnTo>
                    <a:lnTo>
                      <a:pt x="26" y="51"/>
                    </a:lnTo>
                    <a:lnTo>
                      <a:pt x="27" y="50"/>
                    </a:lnTo>
                    <a:lnTo>
                      <a:pt x="28" y="50"/>
                    </a:lnTo>
                    <a:lnTo>
                      <a:pt x="29" y="49"/>
                    </a:lnTo>
                    <a:lnTo>
                      <a:pt x="29" y="49"/>
                    </a:lnTo>
                    <a:lnTo>
                      <a:pt x="30" y="48"/>
                    </a:lnTo>
                    <a:lnTo>
                      <a:pt x="31" y="47"/>
                    </a:lnTo>
                    <a:lnTo>
                      <a:pt x="32" y="47"/>
                    </a:lnTo>
                    <a:lnTo>
                      <a:pt x="32" y="46"/>
                    </a:lnTo>
                    <a:lnTo>
                      <a:pt x="33" y="46"/>
                    </a:lnTo>
                    <a:lnTo>
                      <a:pt x="34" y="45"/>
                    </a:lnTo>
                    <a:lnTo>
                      <a:pt x="35" y="44"/>
                    </a:lnTo>
                    <a:lnTo>
                      <a:pt x="36" y="44"/>
                    </a:lnTo>
                    <a:lnTo>
                      <a:pt x="37" y="43"/>
                    </a:lnTo>
                    <a:lnTo>
                      <a:pt x="37" y="43"/>
                    </a:lnTo>
                    <a:lnTo>
                      <a:pt x="38" y="43"/>
                    </a:lnTo>
                    <a:lnTo>
                      <a:pt x="39" y="43"/>
                    </a:lnTo>
                    <a:lnTo>
                      <a:pt x="40" y="42"/>
                    </a:lnTo>
                    <a:lnTo>
                      <a:pt x="41" y="41"/>
                    </a:lnTo>
                    <a:lnTo>
                      <a:pt x="42" y="41"/>
                    </a:lnTo>
                    <a:lnTo>
                      <a:pt x="42" y="40"/>
                    </a:lnTo>
                    <a:lnTo>
                      <a:pt x="43" y="40"/>
                    </a:lnTo>
                    <a:lnTo>
                      <a:pt x="44" y="39"/>
                    </a:lnTo>
                    <a:lnTo>
                      <a:pt x="45" y="39"/>
                    </a:lnTo>
                    <a:lnTo>
                      <a:pt x="46" y="38"/>
                    </a:lnTo>
                    <a:lnTo>
                      <a:pt x="46" y="37"/>
                    </a:lnTo>
                    <a:lnTo>
                      <a:pt x="47" y="37"/>
                    </a:lnTo>
                    <a:lnTo>
                      <a:pt x="48" y="36"/>
                    </a:lnTo>
                    <a:lnTo>
                      <a:pt x="49" y="36"/>
                    </a:lnTo>
                    <a:lnTo>
                      <a:pt x="49" y="35"/>
                    </a:lnTo>
                    <a:lnTo>
                      <a:pt x="50" y="35"/>
                    </a:lnTo>
                    <a:lnTo>
                      <a:pt x="51" y="34"/>
                    </a:lnTo>
                    <a:lnTo>
                      <a:pt x="52" y="34"/>
                    </a:lnTo>
                    <a:lnTo>
                      <a:pt x="53" y="33"/>
                    </a:lnTo>
                    <a:lnTo>
                      <a:pt x="54" y="33"/>
                    </a:lnTo>
                    <a:lnTo>
                      <a:pt x="55" y="32"/>
                    </a:lnTo>
                    <a:lnTo>
                      <a:pt x="56" y="32"/>
                    </a:lnTo>
                    <a:lnTo>
                      <a:pt x="57" y="31"/>
                    </a:lnTo>
                    <a:lnTo>
                      <a:pt x="57" y="31"/>
                    </a:lnTo>
                    <a:lnTo>
                      <a:pt x="58" y="30"/>
                    </a:lnTo>
                    <a:lnTo>
                      <a:pt x="59" y="30"/>
                    </a:lnTo>
                    <a:lnTo>
                      <a:pt x="60" y="29"/>
                    </a:lnTo>
                    <a:lnTo>
                      <a:pt x="60" y="29"/>
                    </a:lnTo>
                    <a:lnTo>
                      <a:pt x="62" y="28"/>
                    </a:lnTo>
                    <a:lnTo>
                      <a:pt x="64" y="27"/>
                    </a:lnTo>
                    <a:lnTo>
                      <a:pt x="66" y="26"/>
                    </a:lnTo>
                    <a:lnTo>
                      <a:pt x="68" y="25"/>
                    </a:lnTo>
                    <a:lnTo>
                      <a:pt x="70" y="24"/>
                    </a:lnTo>
                    <a:lnTo>
                      <a:pt x="72" y="23"/>
                    </a:lnTo>
                    <a:lnTo>
                      <a:pt x="74" y="22"/>
                    </a:lnTo>
                    <a:lnTo>
                      <a:pt x="75" y="21"/>
                    </a:lnTo>
                    <a:lnTo>
                      <a:pt x="77" y="20"/>
                    </a:lnTo>
                    <a:lnTo>
                      <a:pt x="79" y="19"/>
                    </a:lnTo>
                    <a:lnTo>
                      <a:pt x="79" y="19"/>
                    </a:lnTo>
                    <a:lnTo>
                      <a:pt x="81" y="18"/>
                    </a:lnTo>
                    <a:lnTo>
                      <a:pt x="83" y="18"/>
                    </a:lnTo>
                    <a:lnTo>
                      <a:pt x="85" y="17"/>
                    </a:lnTo>
                    <a:lnTo>
                      <a:pt x="87" y="16"/>
                    </a:lnTo>
                    <a:lnTo>
                      <a:pt x="89" y="15"/>
                    </a:lnTo>
                    <a:lnTo>
                      <a:pt x="90" y="15"/>
                    </a:lnTo>
                    <a:lnTo>
                      <a:pt x="91" y="15"/>
                    </a:lnTo>
                    <a:lnTo>
                      <a:pt x="93" y="14"/>
                    </a:lnTo>
                    <a:lnTo>
                      <a:pt x="95" y="13"/>
                    </a:lnTo>
                    <a:lnTo>
                      <a:pt x="97" y="13"/>
                    </a:lnTo>
                    <a:lnTo>
                      <a:pt x="99" y="13"/>
                    </a:lnTo>
                    <a:lnTo>
                      <a:pt x="100" y="13"/>
                    </a:lnTo>
                    <a:lnTo>
                      <a:pt x="101" y="12"/>
                    </a:lnTo>
                    <a:lnTo>
                      <a:pt x="103" y="12"/>
                    </a:lnTo>
                    <a:lnTo>
                      <a:pt x="104" y="11"/>
                    </a:lnTo>
                    <a:lnTo>
                      <a:pt x="106" y="11"/>
                    </a:lnTo>
                    <a:lnTo>
                      <a:pt x="108" y="10"/>
                    </a:lnTo>
                    <a:lnTo>
                      <a:pt x="110" y="10"/>
                    </a:lnTo>
                    <a:lnTo>
                      <a:pt x="112" y="10"/>
                    </a:lnTo>
                    <a:lnTo>
                      <a:pt x="114" y="9"/>
                    </a:lnTo>
                    <a:lnTo>
                      <a:pt x="116" y="9"/>
                    </a:lnTo>
                    <a:lnTo>
                      <a:pt x="118" y="8"/>
                    </a:lnTo>
                    <a:lnTo>
                      <a:pt x="119" y="8"/>
                    </a:lnTo>
                    <a:lnTo>
                      <a:pt x="120" y="8"/>
                    </a:lnTo>
                    <a:lnTo>
                      <a:pt x="122" y="7"/>
                    </a:lnTo>
                    <a:lnTo>
                      <a:pt x="123" y="7"/>
                    </a:lnTo>
                    <a:lnTo>
                      <a:pt x="125" y="7"/>
                    </a:lnTo>
                    <a:lnTo>
                      <a:pt x="127" y="6"/>
                    </a:lnTo>
                    <a:lnTo>
                      <a:pt x="129" y="6"/>
                    </a:lnTo>
                    <a:lnTo>
                      <a:pt x="131" y="6"/>
                    </a:lnTo>
                    <a:lnTo>
                      <a:pt x="132" y="5"/>
                    </a:lnTo>
                    <a:lnTo>
                      <a:pt x="133" y="5"/>
                    </a:lnTo>
                    <a:lnTo>
                      <a:pt x="135" y="5"/>
                    </a:lnTo>
                    <a:lnTo>
                      <a:pt x="136" y="4"/>
                    </a:lnTo>
                    <a:lnTo>
                      <a:pt x="138" y="4"/>
                    </a:lnTo>
                    <a:lnTo>
                      <a:pt x="140" y="4"/>
                    </a:lnTo>
                    <a:lnTo>
                      <a:pt x="141" y="3"/>
                    </a:lnTo>
                    <a:lnTo>
                      <a:pt x="143" y="3"/>
                    </a:lnTo>
                    <a:lnTo>
                      <a:pt x="144" y="3"/>
                    </a:lnTo>
                    <a:lnTo>
                      <a:pt x="145" y="3"/>
                    </a:lnTo>
                    <a:lnTo>
                      <a:pt x="146" y="2"/>
                    </a:lnTo>
                    <a:lnTo>
                      <a:pt x="147" y="2"/>
                    </a:lnTo>
                    <a:lnTo>
                      <a:pt x="149" y="2"/>
                    </a:lnTo>
                    <a:lnTo>
                      <a:pt x="150" y="2"/>
                    </a:lnTo>
                    <a:lnTo>
                      <a:pt x="151" y="2"/>
                    </a:lnTo>
                    <a:lnTo>
                      <a:pt x="153" y="2"/>
                    </a:lnTo>
                    <a:lnTo>
                      <a:pt x="154" y="1"/>
                    </a:lnTo>
                    <a:lnTo>
                      <a:pt x="155" y="1"/>
                    </a:lnTo>
                    <a:lnTo>
                      <a:pt x="155" y="1"/>
                    </a:lnTo>
                    <a:lnTo>
                      <a:pt x="156" y="1"/>
                    </a:lnTo>
                    <a:lnTo>
                      <a:pt x="156" y="1"/>
                    </a:lnTo>
                    <a:lnTo>
                      <a:pt x="157" y="1"/>
                    </a:lnTo>
                    <a:lnTo>
                      <a:pt x="158" y="1"/>
                    </a:lnTo>
                    <a:lnTo>
                      <a:pt x="158" y="1"/>
                    </a:lnTo>
                    <a:lnTo>
                      <a:pt x="159" y="1"/>
                    </a:lnTo>
                    <a:lnTo>
                      <a:pt x="159" y="1"/>
                    </a:lnTo>
                    <a:lnTo>
                      <a:pt x="160" y="1"/>
                    </a:lnTo>
                    <a:lnTo>
                      <a:pt x="160" y="1"/>
                    </a:lnTo>
                    <a:lnTo>
                      <a:pt x="161" y="0"/>
                    </a:lnTo>
                    <a:lnTo>
                      <a:pt x="161" y="0"/>
                    </a:lnTo>
                    <a:lnTo>
                      <a:pt x="162" y="0"/>
                    </a:lnTo>
                    <a:lnTo>
                      <a:pt x="162" y="0"/>
                    </a:lnTo>
                    <a:lnTo>
                      <a:pt x="162" y="0"/>
                    </a:lnTo>
                    <a:lnTo>
                      <a:pt x="163" y="0"/>
                    </a:lnTo>
                    <a:lnTo>
                      <a:pt x="163" y="0"/>
                    </a:lnTo>
                    <a:lnTo>
                      <a:pt x="164" y="0"/>
                    </a:lnTo>
                    <a:lnTo>
                      <a:pt x="164" y="0"/>
                    </a:lnTo>
                    <a:lnTo>
                      <a:pt x="165" y="0"/>
                    </a:lnTo>
                    <a:lnTo>
                      <a:pt x="165" y="0"/>
                    </a:lnTo>
                    <a:lnTo>
                      <a:pt x="166" y="0"/>
                    </a:lnTo>
                    <a:lnTo>
                      <a:pt x="166" y="0"/>
                    </a:lnTo>
                    <a:lnTo>
                      <a:pt x="166" y="0"/>
                    </a:lnTo>
                    <a:lnTo>
                      <a:pt x="167" y="0"/>
                    </a:lnTo>
                    <a:lnTo>
                      <a:pt x="167" y="0"/>
                    </a:lnTo>
                    <a:lnTo>
                      <a:pt x="168" y="0"/>
                    </a:lnTo>
                    <a:lnTo>
                      <a:pt x="169" y="0"/>
                    </a:lnTo>
                    <a:lnTo>
                      <a:pt x="169" y="0"/>
                    </a:lnTo>
                    <a:lnTo>
                      <a:pt x="170" y="1"/>
                    </a:lnTo>
                    <a:lnTo>
                      <a:pt x="170" y="1"/>
                    </a:lnTo>
                    <a:lnTo>
                      <a:pt x="171" y="1"/>
                    </a:lnTo>
                    <a:lnTo>
                      <a:pt x="172" y="1"/>
                    </a:lnTo>
                    <a:lnTo>
                      <a:pt x="173" y="2"/>
                    </a:lnTo>
                    <a:lnTo>
                      <a:pt x="174" y="2"/>
                    </a:lnTo>
                    <a:lnTo>
                      <a:pt x="174" y="2"/>
                    </a:lnTo>
                    <a:lnTo>
                      <a:pt x="175" y="2"/>
                    </a:lnTo>
                    <a:lnTo>
                      <a:pt x="175" y="3"/>
                    </a:lnTo>
                    <a:lnTo>
                      <a:pt x="175" y="3"/>
                    </a:lnTo>
                    <a:lnTo>
                      <a:pt x="176" y="3"/>
                    </a:lnTo>
                    <a:lnTo>
                      <a:pt x="176" y="4"/>
                    </a:lnTo>
                    <a:lnTo>
                      <a:pt x="176" y="4"/>
                    </a:lnTo>
                    <a:lnTo>
                      <a:pt x="180" y="12"/>
                    </a:lnTo>
                    <a:lnTo>
                      <a:pt x="177" y="19"/>
                    </a:lnTo>
                    <a:lnTo>
                      <a:pt x="177" y="19"/>
                    </a:lnTo>
                    <a:lnTo>
                      <a:pt x="169" y="22"/>
                    </a:lnTo>
                    <a:lnTo>
                      <a:pt x="168" y="22"/>
                    </a:lnTo>
                    <a:lnTo>
                      <a:pt x="163" y="23"/>
                    </a:lnTo>
                    <a:lnTo>
                      <a:pt x="163" y="23"/>
                    </a:lnTo>
                    <a:lnTo>
                      <a:pt x="163" y="23"/>
                    </a:lnTo>
                    <a:lnTo>
                      <a:pt x="163" y="23"/>
                    </a:lnTo>
                    <a:lnTo>
                      <a:pt x="163" y="23"/>
                    </a:lnTo>
                    <a:lnTo>
                      <a:pt x="163" y="23"/>
                    </a:lnTo>
                    <a:lnTo>
                      <a:pt x="163" y="23"/>
                    </a:lnTo>
                    <a:lnTo>
                      <a:pt x="163" y="23"/>
                    </a:lnTo>
                    <a:lnTo>
                      <a:pt x="163" y="23"/>
                    </a:lnTo>
                    <a:lnTo>
                      <a:pt x="163" y="24"/>
                    </a:lnTo>
                    <a:lnTo>
                      <a:pt x="163" y="24"/>
                    </a:lnTo>
                    <a:lnTo>
                      <a:pt x="163" y="24"/>
                    </a:lnTo>
                    <a:lnTo>
                      <a:pt x="163" y="24"/>
                    </a:lnTo>
                    <a:lnTo>
                      <a:pt x="163" y="24"/>
                    </a:lnTo>
                    <a:lnTo>
                      <a:pt x="163" y="24"/>
                    </a:lnTo>
                    <a:lnTo>
                      <a:pt x="163" y="24"/>
                    </a:lnTo>
                    <a:lnTo>
                      <a:pt x="163" y="24"/>
                    </a:lnTo>
                    <a:lnTo>
                      <a:pt x="162" y="24"/>
                    </a:lnTo>
                    <a:lnTo>
                      <a:pt x="163" y="24"/>
                    </a:lnTo>
                    <a:lnTo>
                      <a:pt x="162" y="24"/>
                    </a:lnTo>
                    <a:lnTo>
                      <a:pt x="162" y="24"/>
                    </a:lnTo>
                    <a:lnTo>
                      <a:pt x="162" y="24"/>
                    </a:lnTo>
                    <a:lnTo>
                      <a:pt x="162" y="24"/>
                    </a:lnTo>
                    <a:lnTo>
                      <a:pt x="162" y="24"/>
                    </a:lnTo>
                    <a:lnTo>
                      <a:pt x="162" y="24"/>
                    </a:lnTo>
                    <a:lnTo>
                      <a:pt x="162" y="24"/>
                    </a:lnTo>
                    <a:lnTo>
                      <a:pt x="162" y="24"/>
                    </a:lnTo>
                    <a:lnTo>
                      <a:pt x="162" y="24"/>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4" name="Freeform 15">
                <a:extLst>
                  <a:ext uri="{FF2B5EF4-FFF2-40B4-BE49-F238E27FC236}">
                    <a16:creationId xmlns:a16="http://schemas.microsoft.com/office/drawing/2014/main" id="{20C78331-35FC-F728-4A13-C3793BC5CBBE}"/>
                  </a:ext>
                </a:extLst>
              </p:cNvPr>
              <p:cNvSpPr>
                <a:spLocks noEditPoints="1"/>
              </p:cNvSpPr>
              <p:nvPr/>
            </p:nvSpPr>
            <p:spPr bwMode="auto">
              <a:xfrm>
                <a:off x="10985464" y="4616031"/>
                <a:ext cx="75641" cy="110760"/>
              </a:xfrm>
              <a:custGeom>
                <a:avLst/>
                <a:gdLst>
                  <a:gd name="T0" fmla="*/ 45 w 112"/>
                  <a:gd name="T1" fmla="*/ 3 h 164"/>
                  <a:gd name="T2" fmla="*/ 52 w 112"/>
                  <a:gd name="T3" fmla="*/ 7 h 164"/>
                  <a:gd name="T4" fmla="*/ 59 w 112"/>
                  <a:gd name="T5" fmla="*/ 13 h 164"/>
                  <a:gd name="T6" fmla="*/ 64 w 112"/>
                  <a:gd name="T7" fmla="*/ 19 h 164"/>
                  <a:gd name="T8" fmla="*/ 69 w 112"/>
                  <a:gd name="T9" fmla="*/ 26 h 164"/>
                  <a:gd name="T10" fmla="*/ 78 w 112"/>
                  <a:gd name="T11" fmla="*/ 41 h 164"/>
                  <a:gd name="T12" fmla="*/ 88 w 112"/>
                  <a:gd name="T13" fmla="*/ 58 h 164"/>
                  <a:gd name="T14" fmla="*/ 95 w 112"/>
                  <a:gd name="T15" fmla="*/ 77 h 164"/>
                  <a:gd name="T16" fmla="*/ 110 w 112"/>
                  <a:gd name="T17" fmla="*/ 119 h 164"/>
                  <a:gd name="T18" fmla="*/ 109 w 112"/>
                  <a:gd name="T19" fmla="*/ 138 h 164"/>
                  <a:gd name="T20" fmla="*/ 111 w 112"/>
                  <a:gd name="T21" fmla="*/ 147 h 164"/>
                  <a:gd name="T22" fmla="*/ 93 w 112"/>
                  <a:gd name="T23" fmla="*/ 160 h 164"/>
                  <a:gd name="T24" fmla="*/ 89 w 112"/>
                  <a:gd name="T25" fmla="*/ 156 h 164"/>
                  <a:gd name="T26" fmla="*/ 82 w 112"/>
                  <a:gd name="T27" fmla="*/ 158 h 164"/>
                  <a:gd name="T28" fmla="*/ 75 w 112"/>
                  <a:gd name="T29" fmla="*/ 157 h 164"/>
                  <a:gd name="T30" fmla="*/ 68 w 112"/>
                  <a:gd name="T31" fmla="*/ 153 h 164"/>
                  <a:gd name="T32" fmla="*/ 63 w 112"/>
                  <a:gd name="T33" fmla="*/ 149 h 164"/>
                  <a:gd name="T34" fmla="*/ 56 w 112"/>
                  <a:gd name="T35" fmla="*/ 143 h 164"/>
                  <a:gd name="T36" fmla="*/ 49 w 112"/>
                  <a:gd name="T37" fmla="*/ 136 h 164"/>
                  <a:gd name="T38" fmla="*/ 42 w 112"/>
                  <a:gd name="T39" fmla="*/ 129 h 164"/>
                  <a:gd name="T40" fmla="*/ 35 w 112"/>
                  <a:gd name="T41" fmla="*/ 120 h 164"/>
                  <a:gd name="T42" fmla="*/ 28 w 112"/>
                  <a:gd name="T43" fmla="*/ 110 h 164"/>
                  <a:gd name="T44" fmla="*/ 21 w 112"/>
                  <a:gd name="T45" fmla="*/ 102 h 164"/>
                  <a:gd name="T46" fmla="*/ 14 w 112"/>
                  <a:gd name="T47" fmla="*/ 91 h 164"/>
                  <a:gd name="T48" fmla="*/ 9 w 112"/>
                  <a:gd name="T49" fmla="*/ 80 h 164"/>
                  <a:gd name="T50" fmla="*/ 5 w 112"/>
                  <a:gd name="T51" fmla="*/ 70 h 164"/>
                  <a:gd name="T52" fmla="*/ 2 w 112"/>
                  <a:gd name="T53" fmla="*/ 58 h 164"/>
                  <a:gd name="T54" fmla="*/ 0 w 112"/>
                  <a:gd name="T55" fmla="*/ 47 h 164"/>
                  <a:gd name="T56" fmla="*/ 0 w 112"/>
                  <a:gd name="T57" fmla="*/ 36 h 164"/>
                  <a:gd name="T58" fmla="*/ 1 w 112"/>
                  <a:gd name="T59" fmla="*/ 30 h 164"/>
                  <a:gd name="T60" fmla="*/ 3 w 112"/>
                  <a:gd name="T61" fmla="*/ 24 h 164"/>
                  <a:gd name="T62" fmla="*/ 6 w 112"/>
                  <a:gd name="T63" fmla="*/ 18 h 164"/>
                  <a:gd name="T64" fmla="*/ 9 w 112"/>
                  <a:gd name="T65" fmla="*/ 14 h 164"/>
                  <a:gd name="T66" fmla="*/ 14 w 112"/>
                  <a:gd name="T67" fmla="*/ 9 h 164"/>
                  <a:gd name="T68" fmla="*/ 20 w 112"/>
                  <a:gd name="T69" fmla="*/ 6 h 164"/>
                  <a:gd name="T70" fmla="*/ 26 w 112"/>
                  <a:gd name="T71" fmla="*/ 3 h 164"/>
                  <a:gd name="T72" fmla="*/ 32 w 112"/>
                  <a:gd name="T73" fmla="*/ 1 h 164"/>
                  <a:gd name="T74" fmla="*/ 74 w 112"/>
                  <a:gd name="T75" fmla="*/ 140 h 164"/>
                  <a:gd name="T76" fmla="*/ 73 w 112"/>
                  <a:gd name="T77" fmla="*/ 142 h 164"/>
                  <a:gd name="T78" fmla="*/ 34 w 112"/>
                  <a:gd name="T79" fmla="*/ 34 h 164"/>
                  <a:gd name="T80" fmla="*/ 33 w 112"/>
                  <a:gd name="T81" fmla="*/ 35 h 164"/>
                  <a:gd name="T82" fmla="*/ 32 w 112"/>
                  <a:gd name="T83" fmla="*/ 36 h 164"/>
                  <a:gd name="T84" fmla="*/ 32 w 112"/>
                  <a:gd name="T85" fmla="*/ 38 h 164"/>
                  <a:gd name="T86" fmla="*/ 31 w 112"/>
                  <a:gd name="T87" fmla="*/ 40 h 164"/>
                  <a:gd name="T88" fmla="*/ 31 w 112"/>
                  <a:gd name="T89" fmla="*/ 43 h 164"/>
                  <a:gd name="T90" fmla="*/ 31 w 112"/>
                  <a:gd name="T91" fmla="*/ 49 h 164"/>
                  <a:gd name="T92" fmla="*/ 33 w 112"/>
                  <a:gd name="T93" fmla="*/ 56 h 164"/>
                  <a:gd name="T94" fmla="*/ 35 w 112"/>
                  <a:gd name="T95" fmla="*/ 65 h 164"/>
                  <a:gd name="T96" fmla="*/ 38 w 112"/>
                  <a:gd name="T97" fmla="*/ 73 h 164"/>
                  <a:gd name="T98" fmla="*/ 42 w 112"/>
                  <a:gd name="T99" fmla="*/ 83 h 164"/>
                  <a:gd name="T100" fmla="*/ 48 w 112"/>
                  <a:gd name="T101" fmla="*/ 93 h 164"/>
                  <a:gd name="T102" fmla="*/ 53 w 112"/>
                  <a:gd name="T103" fmla="*/ 102 h 164"/>
                  <a:gd name="T104" fmla="*/ 59 w 112"/>
                  <a:gd name="T105" fmla="*/ 110 h 164"/>
                  <a:gd name="T106" fmla="*/ 65 w 112"/>
                  <a:gd name="T107" fmla="*/ 118 h 164"/>
                  <a:gd name="T108" fmla="*/ 56 w 112"/>
                  <a:gd name="T109" fmla="*/ 92 h 164"/>
                  <a:gd name="T110" fmla="*/ 49 w 112"/>
                  <a:gd name="T111" fmla="*/ 73 h 164"/>
                  <a:gd name="T112" fmla="*/ 44 w 112"/>
                  <a:gd name="T113" fmla="*/ 56 h 164"/>
                  <a:gd name="T114" fmla="*/ 39 w 112"/>
                  <a:gd name="T115" fmla="*/ 43 h 164"/>
                  <a:gd name="T116" fmla="*/ 37 w 112"/>
                  <a:gd name="T117" fmla="*/ 38 h 164"/>
                  <a:gd name="T118" fmla="*/ 35 w 112"/>
                  <a:gd name="T119" fmla="*/ 3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2" h="164">
                    <a:moveTo>
                      <a:pt x="36" y="0"/>
                    </a:moveTo>
                    <a:lnTo>
                      <a:pt x="37" y="0"/>
                    </a:lnTo>
                    <a:lnTo>
                      <a:pt x="37" y="1"/>
                    </a:lnTo>
                    <a:lnTo>
                      <a:pt x="38" y="1"/>
                    </a:lnTo>
                    <a:lnTo>
                      <a:pt x="38" y="1"/>
                    </a:lnTo>
                    <a:lnTo>
                      <a:pt x="39" y="1"/>
                    </a:lnTo>
                    <a:lnTo>
                      <a:pt x="40" y="1"/>
                    </a:lnTo>
                    <a:lnTo>
                      <a:pt x="41" y="1"/>
                    </a:lnTo>
                    <a:lnTo>
                      <a:pt x="42" y="1"/>
                    </a:lnTo>
                    <a:lnTo>
                      <a:pt x="42" y="2"/>
                    </a:lnTo>
                    <a:lnTo>
                      <a:pt x="43" y="2"/>
                    </a:lnTo>
                    <a:lnTo>
                      <a:pt x="44" y="2"/>
                    </a:lnTo>
                    <a:lnTo>
                      <a:pt x="45" y="3"/>
                    </a:lnTo>
                    <a:lnTo>
                      <a:pt x="45" y="3"/>
                    </a:lnTo>
                    <a:lnTo>
                      <a:pt x="46" y="3"/>
                    </a:lnTo>
                    <a:lnTo>
                      <a:pt x="47" y="4"/>
                    </a:lnTo>
                    <a:lnTo>
                      <a:pt x="48" y="4"/>
                    </a:lnTo>
                    <a:lnTo>
                      <a:pt x="48" y="4"/>
                    </a:lnTo>
                    <a:lnTo>
                      <a:pt x="48" y="5"/>
                    </a:lnTo>
                    <a:lnTo>
                      <a:pt x="49" y="5"/>
                    </a:lnTo>
                    <a:lnTo>
                      <a:pt x="49" y="5"/>
                    </a:lnTo>
                    <a:lnTo>
                      <a:pt x="50" y="6"/>
                    </a:lnTo>
                    <a:lnTo>
                      <a:pt x="51" y="6"/>
                    </a:lnTo>
                    <a:lnTo>
                      <a:pt x="51" y="6"/>
                    </a:lnTo>
                    <a:lnTo>
                      <a:pt x="52" y="7"/>
                    </a:lnTo>
                    <a:lnTo>
                      <a:pt x="52" y="7"/>
                    </a:lnTo>
                    <a:lnTo>
                      <a:pt x="53" y="8"/>
                    </a:lnTo>
                    <a:lnTo>
                      <a:pt x="53" y="8"/>
                    </a:lnTo>
                    <a:lnTo>
                      <a:pt x="54" y="9"/>
                    </a:lnTo>
                    <a:lnTo>
                      <a:pt x="55" y="9"/>
                    </a:lnTo>
                    <a:lnTo>
                      <a:pt x="55" y="9"/>
                    </a:lnTo>
                    <a:lnTo>
                      <a:pt x="56" y="10"/>
                    </a:lnTo>
                    <a:lnTo>
                      <a:pt x="56" y="10"/>
                    </a:lnTo>
                    <a:lnTo>
                      <a:pt x="57" y="11"/>
                    </a:lnTo>
                    <a:lnTo>
                      <a:pt x="57" y="11"/>
                    </a:lnTo>
                    <a:lnTo>
                      <a:pt x="57" y="12"/>
                    </a:lnTo>
                    <a:lnTo>
                      <a:pt x="58" y="12"/>
                    </a:lnTo>
                    <a:lnTo>
                      <a:pt x="58" y="13"/>
                    </a:lnTo>
                    <a:lnTo>
                      <a:pt x="59" y="13"/>
                    </a:lnTo>
                    <a:lnTo>
                      <a:pt x="59" y="14"/>
                    </a:lnTo>
                    <a:lnTo>
                      <a:pt x="60" y="14"/>
                    </a:lnTo>
                    <a:lnTo>
                      <a:pt x="60" y="14"/>
                    </a:lnTo>
                    <a:lnTo>
                      <a:pt x="61" y="14"/>
                    </a:lnTo>
                    <a:lnTo>
                      <a:pt x="61" y="15"/>
                    </a:lnTo>
                    <a:lnTo>
                      <a:pt x="62" y="15"/>
                    </a:lnTo>
                    <a:lnTo>
                      <a:pt x="62" y="16"/>
                    </a:lnTo>
                    <a:lnTo>
                      <a:pt x="62" y="17"/>
                    </a:lnTo>
                    <a:lnTo>
                      <a:pt x="63" y="17"/>
                    </a:lnTo>
                    <a:lnTo>
                      <a:pt x="63" y="18"/>
                    </a:lnTo>
                    <a:lnTo>
                      <a:pt x="64" y="18"/>
                    </a:lnTo>
                    <a:lnTo>
                      <a:pt x="64" y="19"/>
                    </a:lnTo>
                    <a:lnTo>
                      <a:pt x="64" y="19"/>
                    </a:lnTo>
                    <a:lnTo>
                      <a:pt x="65" y="20"/>
                    </a:lnTo>
                    <a:lnTo>
                      <a:pt x="65" y="20"/>
                    </a:lnTo>
                    <a:lnTo>
                      <a:pt x="66" y="21"/>
                    </a:lnTo>
                    <a:lnTo>
                      <a:pt x="66" y="21"/>
                    </a:lnTo>
                    <a:lnTo>
                      <a:pt x="66" y="22"/>
                    </a:lnTo>
                    <a:lnTo>
                      <a:pt x="67" y="22"/>
                    </a:lnTo>
                    <a:lnTo>
                      <a:pt x="67" y="23"/>
                    </a:lnTo>
                    <a:lnTo>
                      <a:pt x="67" y="23"/>
                    </a:lnTo>
                    <a:lnTo>
                      <a:pt x="67" y="24"/>
                    </a:lnTo>
                    <a:lnTo>
                      <a:pt x="67" y="25"/>
                    </a:lnTo>
                    <a:lnTo>
                      <a:pt x="68" y="25"/>
                    </a:lnTo>
                    <a:lnTo>
                      <a:pt x="68" y="26"/>
                    </a:lnTo>
                    <a:lnTo>
                      <a:pt x="69" y="26"/>
                    </a:lnTo>
                    <a:lnTo>
                      <a:pt x="69" y="27"/>
                    </a:lnTo>
                    <a:lnTo>
                      <a:pt x="70" y="28"/>
                    </a:lnTo>
                    <a:lnTo>
                      <a:pt x="70" y="29"/>
                    </a:lnTo>
                    <a:lnTo>
                      <a:pt x="71" y="30"/>
                    </a:lnTo>
                    <a:lnTo>
                      <a:pt x="72" y="31"/>
                    </a:lnTo>
                    <a:lnTo>
                      <a:pt x="73" y="33"/>
                    </a:lnTo>
                    <a:lnTo>
                      <a:pt x="74" y="34"/>
                    </a:lnTo>
                    <a:lnTo>
                      <a:pt x="75" y="35"/>
                    </a:lnTo>
                    <a:lnTo>
                      <a:pt x="76" y="37"/>
                    </a:lnTo>
                    <a:lnTo>
                      <a:pt x="76" y="38"/>
                    </a:lnTo>
                    <a:lnTo>
                      <a:pt x="76" y="38"/>
                    </a:lnTo>
                    <a:lnTo>
                      <a:pt x="77" y="39"/>
                    </a:lnTo>
                    <a:lnTo>
                      <a:pt x="78" y="41"/>
                    </a:lnTo>
                    <a:lnTo>
                      <a:pt x="79" y="42"/>
                    </a:lnTo>
                    <a:lnTo>
                      <a:pt x="80" y="43"/>
                    </a:lnTo>
                    <a:lnTo>
                      <a:pt x="81" y="44"/>
                    </a:lnTo>
                    <a:lnTo>
                      <a:pt x="82" y="46"/>
                    </a:lnTo>
                    <a:lnTo>
                      <a:pt x="83" y="47"/>
                    </a:lnTo>
                    <a:lnTo>
                      <a:pt x="83" y="49"/>
                    </a:lnTo>
                    <a:lnTo>
                      <a:pt x="84" y="50"/>
                    </a:lnTo>
                    <a:lnTo>
                      <a:pt x="85" y="52"/>
                    </a:lnTo>
                    <a:lnTo>
                      <a:pt x="86" y="53"/>
                    </a:lnTo>
                    <a:lnTo>
                      <a:pt x="87" y="55"/>
                    </a:lnTo>
                    <a:lnTo>
                      <a:pt x="87" y="55"/>
                    </a:lnTo>
                    <a:lnTo>
                      <a:pt x="88" y="56"/>
                    </a:lnTo>
                    <a:lnTo>
                      <a:pt x="88" y="58"/>
                    </a:lnTo>
                    <a:lnTo>
                      <a:pt x="89" y="60"/>
                    </a:lnTo>
                    <a:lnTo>
                      <a:pt x="90" y="61"/>
                    </a:lnTo>
                    <a:lnTo>
                      <a:pt x="90" y="63"/>
                    </a:lnTo>
                    <a:lnTo>
                      <a:pt x="91" y="64"/>
                    </a:lnTo>
                    <a:lnTo>
                      <a:pt x="92" y="66"/>
                    </a:lnTo>
                    <a:lnTo>
                      <a:pt x="92" y="68"/>
                    </a:lnTo>
                    <a:lnTo>
                      <a:pt x="93" y="69"/>
                    </a:lnTo>
                    <a:lnTo>
                      <a:pt x="93" y="69"/>
                    </a:lnTo>
                    <a:lnTo>
                      <a:pt x="94" y="71"/>
                    </a:lnTo>
                    <a:lnTo>
                      <a:pt x="94" y="73"/>
                    </a:lnTo>
                    <a:lnTo>
                      <a:pt x="95" y="73"/>
                    </a:lnTo>
                    <a:lnTo>
                      <a:pt x="95" y="75"/>
                    </a:lnTo>
                    <a:lnTo>
                      <a:pt x="95" y="77"/>
                    </a:lnTo>
                    <a:lnTo>
                      <a:pt x="96" y="80"/>
                    </a:lnTo>
                    <a:lnTo>
                      <a:pt x="98" y="83"/>
                    </a:lnTo>
                    <a:lnTo>
                      <a:pt x="99" y="87"/>
                    </a:lnTo>
                    <a:lnTo>
                      <a:pt x="99" y="88"/>
                    </a:lnTo>
                    <a:lnTo>
                      <a:pt x="100" y="90"/>
                    </a:lnTo>
                    <a:lnTo>
                      <a:pt x="101" y="93"/>
                    </a:lnTo>
                    <a:lnTo>
                      <a:pt x="102" y="96"/>
                    </a:lnTo>
                    <a:lnTo>
                      <a:pt x="103" y="99"/>
                    </a:lnTo>
                    <a:lnTo>
                      <a:pt x="105" y="105"/>
                    </a:lnTo>
                    <a:lnTo>
                      <a:pt x="108" y="111"/>
                    </a:lnTo>
                    <a:lnTo>
                      <a:pt x="109" y="114"/>
                    </a:lnTo>
                    <a:lnTo>
                      <a:pt x="110" y="116"/>
                    </a:lnTo>
                    <a:lnTo>
                      <a:pt x="110" y="119"/>
                    </a:lnTo>
                    <a:lnTo>
                      <a:pt x="111" y="119"/>
                    </a:lnTo>
                    <a:lnTo>
                      <a:pt x="111" y="122"/>
                    </a:lnTo>
                    <a:lnTo>
                      <a:pt x="111" y="123"/>
                    </a:lnTo>
                    <a:lnTo>
                      <a:pt x="111" y="125"/>
                    </a:lnTo>
                    <a:lnTo>
                      <a:pt x="110" y="128"/>
                    </a:lnTo>
                    <a:lnTo>
                      <a:pt x="109" y="131"/>
                    </a:lnTo>
                    <a:lnTo>
                      <a:pt x="109" y="132"/>
                    </a:lnTo>
                    <a:lnTo>
                      <a:pt x="109" y="132"/>
                    </a:lnTo>
                    <a:lnTo>
                      <a:pt x="109" y="134"/>
                    </a:lnTo>
                    <a:lnTo>
                      <a:pt x="109" y="135"/>
                    </a:lnTo>
                    <a:lnTo>
                      <a:pt x="109" y="136"/>
                    </a:lnTo>
                    <a:lnTo>
                      <a:pt x="109" y="137"/>
                    </a:lnTo>
                    <a:lnTo>
                      <a:pt x="109" y="138"/>
                    </a:lnTo>
                    <a:lnTo>
                      <a:pt x="109" y="139"/>
                    </a:lnTo>
                    <a:lnTo>
                      <a:pt x="109" y="140"/>
                    </a:lnTo>
                    <a:lnTo>
                      <a:pt x="109" y="141"/>
                    </a:lnTo>
                    <a:lnTo>
                      <a:pt x="109" y="142"/>
                    </a:lnTo>
                    <a:lnTo>
                      <a:pt x="109" y="143"/>
                    </a:lnTo>
                    <a:lnTo>
                      <a:pt x="110" y="143"/>
                    </a:lnTo>
                    <a:lnTo>
                      <a:pt x="110" y="144"/>
                    </a:lnTo>
                    <a:lnTo>
                      <a:pt x="110" y="145"/>
                    </a:lnTo>
                    <a:lnTo>
                      <a:pt x="110" y="145"/>
                    </a:lnTo>
                    <a:lnTo>
                      <a:pt x="110" y="146"/>
                    </a:lnTo>
                    <a:lnTo>
                      <a:pt x="110" y="146"/>
                    </a:lnTo>
                    <a:lnTo>
                      <a:pt x="111" y="147"/>
                    </a:lnTo>
                    <a:lnTo>
                      <a:pt x="111" y="147"/>
                    </a:lnTo>
                    <a:lnTo>
                      <a:pt x="111" y="147"/>
                    </a:lnTo>
                    <a:lnTo>
                      <a:pt x="111" y="147"/>
                    </a:lnTo>
                    <a:lnTo>
                      <a:pt x="111" y="147"/>
                    </a:lnTo>
                    <a:lnTo>
                      <a:pt x="111" y="147"/>
                    </a:lnTo>
                    <a:lnTo>
                      <a:pt x="111" y="148"/>
                    </a:lnTo>
                    <a:lnTo>
                      <a:pt x="111" y="148"/>
                    </a:lnTo>
                    <a:lnTo>
                      <a:pt x="111" y="148"/>
                    </a:lnTo>
                    <a:lnTo>
                      <a:pt x="112" y="156"/>
                    </a:lnTo>
                    <a:lnTo>
                      <a:pt x="108" y="162"/>
                    </a:lnTo>
                    <a:lnTo>
                      <a:pt x="108" y="162"/>
                    </a:lnTo>
                    <a:lnTo>
                      <a:pt x="99" y="164"/>
                    </a:lnTo>
                    <a:lnTo>
                      <a:pt x="93" y="160"/>
                    </a:lnTo>
                    <a:lnTo>
                      <a:pt x="93" y="160"/>
                    </a:lnTo>
                    <a:lnTo>
                      <a:pt x="93" y="160"/>
                    </a:lnTo>
                    <a:lnTo>
                      <a:pt x="93" y="159"/>
                    </a:lnTo>
                    <a:lnTo>
                      <a:pt x="92" y="159"/>
                    </a:lnTo>
                    <a:lnTo>
                      <a:pt x="92" y="158"/>
                    </a:lnTo>
                    <a:lnTo>
                      <a:pt x="92" y="158"/>
                    </a:lnTo>
                    <a:lnTo>
                      <a:pt x="92" y="158"/>
                    </a:lnTo>
                    <a:lnTo>
                      <a:pt x="91" y="157"/>
                    </a:lnTo>
                    <a:lnTo>
                      <a:pt x="91" y="156"/>
                    </a:lnTo>
                    <a:lnTo>
                      <a:pt x="90" y="155"/>
                    </a:lnTo>
                    <a:lnTo>
                      <a:pt x="90" y="155"/>
                    </a:lnTo>
                    <a:lnTo>
                      <a:pt x="90" y="155"/>
                    </a:lnTo>
                    <a:lnTo>
                      <a:pt x="89" y="155"/>
                    </a:lnTo>
                    <a:lnTo>
                      <a:pt x="89" y="156"/>
                    </a:lnTo>
                    <a:lnTo>
                      <a:pt x="88" y="156"/>
                    </a:lnTo>
                    <a:lnTo>
                      <a:pt x="88" y="156"/>
                    </a:lnTo>
                    <a:lnTo>
                      <a:pt x="87" y="156"/>
                    </a:lnTo>
                    <a:lnTo>
                      <a:pt x="87" y="157"/>
                    </a:lnTo>
                    <a:lnTo>
                      <a:pt x="86" y="157"/>
                    </a:lnTo>
                    <a:lnTo>
                      <a:pt x="86" y="157"/>
                    </a:lnTo>
                    <a:lnTo>
                      <a:pt x="85" y="157"/>
                    </a:lnTo>
                    <a:lnTo>
                      <a:pt x="85" y="157"/>
                    </a:lnTo>
                    <a:lnTo>
                      <a:pt x="84" y="157"/>
                    </a:lnTo>
                    <a:lnTo>
                      <a:pt x="84" y="158"/>
                    </a:lnTo>
                    <a:lnTo>
                      <a:pt x="83" y="158"/>
                    </a:lnTo>
                    <a:lnTo>
                      <a:pt x="83" y="158"/>
                    </a:lnTo>
                    <a:lnTo>
                      <a:pt x="82" y="158"/>
                    </a:lnTo>
                    <a:lnTo>
                      <a:pt x="82" y="158"/>
                    </a:lnTo>
                    <a:lnTo>
                      <a:pt x="82" y="158"/>
                    </a:lnTo>
                    <a:lnTo>
                      <a:pt x="81" y="158"/>
                    </a:lnTo>
                    <a:lnTo>
                      <a:pt x="81" y="158"/>
                    </a:lnTo>
                    <a:lnTo>
                      <a:pt x="80" y="158"/>
                    </a:lnTo>
                    <a:lnTo>
                      <a:pt x="80" y="158"/>
                    </a:lnTo>
                    <a:lnTo>
                      <a:pt x="79" y="158"/>
                    </a:lnTo>
                    <a:lnTo>
                      <a:pt x="79" y="158"/>
                    </a:lnTo>
                    <a:lnTo>
                      <a:pt x="78" y="158"/>
                    </a:lnTo>
                    <a:lnTo>
                      <a:pt x="77" y="157"/>
                    </a:lnTo>
                    <a:lnTo>
                      <a:pt x="77" y="157"/>
                    </a:lnTo>
                    <a:lnTo>
                      <a:pt x="76" y="157"/>
                    </a:lnTo>
                    <a:lnTo>
                      <a:pt x="75" y="157"/>
                    </a:lnTo>
                    <a:lnTo>
                      <a:pt x="75" y="157"/>
                    </a:lnTo>
                    <a:lnTo>
                      <a:pt x="74" y="156"/>
                    </a:lnTo>
                    <a:lnTo>
                      <a:pt x="74" y="156"/>
                    </a:lnTo>
                    <a:lnTo>
                      <a:pt x="73" y="156"/>
                    </a:lnTo>
                    <a:lnTo>
                      <a:pt x="73" y="156"/>
                    </a:lnTo>
                    <a:lnTo>
                      <a:pt x="72" y="156"/>
                    </a:lnTo>
                    <a:lnTo>
                      <a:pt x="71" y="155"/>
                    </a:lnTo>
                    <a:lnTo>
                      <a:pt x="71" y="155"/>
                    </a:lnTo>
                    <a:lnTo>
                      <a:pt x="70" y="155"/>
                    </a:lnTo>
                    <a:lnTo>
                      <a:pt x="70" y="154"/>
                    </a:lnTo>
                    <a:lnTo>
                      <a:pt x="69" y="154"/>
                    </a:lnTo>
                    <a:lnTo>
                      <a:pt x="69" y="154"/>
                    </a:lnTo>
                    <a:lnTo>
                      <a:pt x="68" y="153"/>
                    </a:lnTo>
                    <a:lnTo>
                      <a:pt x="68" y="153"/>
                    </a:lnTo>
                    <a:lnTo>
                      <a:pt x="67" y="153"/>
                    </a:lnTo>
                    <a:lnTo>
                      <a:pt x="67" y="152"/>
                    </a:lnTo>
                    <a:lnTo>
                      <a:pt x="67" y="152"/>
                    </a:lnTo>
                    <a:lnTo>
                      <a:pt x="67" y="152"/>
                    </a:lnTo>
                    <a:lnTo>
                      <a:pt x="66" y="151"/>
                    </a:lnTo>
                    <a:lnTo>
                      <a:pt x="66" y="151"/>
                    </a:lnTo>
                    <a:lnTo>
                      <a:pt x="66" y="151"/>
                    </a:lnTo>
                    <a:lnTo>
                      <a:pt x="65" y="151"/>
                    </a:lnTo>
                    <a:lnTo>
                      <a:pt x="65" y="150"/>
                    </a:lnTo>
                    <a:lnTo>
                      <a:pt x="64" y="150"/>
                    </a:lnTo>
                    <a:lnTo>
                      <a:pt x="64" y="149"/>
                    </a:lnTo>
                    <a:lnTo>
                      <a:pt x="63" y="149"/>
                    </a:lnTo>
                    <a:lnTo>
                      <a:pt x="63" y="149"/>
                    </a:lnTo>
                    <a:lnTo>
                      <a:pt x="62" y="148"/>
                    </a:lnTo>
                    <a:lnTo>
                      <a:pt x="62" y="148"/>
                    </a:lnTo>
                    <a:lnTo>
                      <a:pt x="61" y="147"/>
                    </a:lnTo>
                    <a:lnTo>
                      <a:pt x="61" y="147"/>
                    </a:lnTo>
                    <a:lnTo>
                      <a:pt x="60" y="146"/>
                    </a:lnTo>
                    <a:lnTo>
                      <a:pt x="60" y="146"/>
                    </a:lnTo>
                    <a:lnTo>
                      <a:pt x="59" y="145"/>
                    </a:lnTo>
                    <a:lnTo>
                      <a:pt x="59" y="145"/>
                    </a:lnTo>
                    <a:lnTo>
                      <a:pt x="58" y="145"/>
                    </a:lnTo>
                    <a:lnTo>
                      <a:pt x="58" y="144"/>
                    </a:lnTo>
                    <a:lnTo>
                      <a:pt x="57" y="144"/>
                    </a:lnTo>
                    <a:lnTo>
                      <a:pt x="56" y="143"/>
                    </a:lnTo>
                    <a:lnTo>
                      <a:pt x="56" y="143"/>
                    </a:lnTo>
                    <a:lnTo>
                      <a:pt x="55" y="142"/>
                    </a:lnTo>
                    <a:lnTo>
                      <a:pt x="55" y="142"/>
                    </a:lnTo>
                    <a:lnTo>
                      <a:pt x="54" y="141"/>
                    </a:lnTo>
                    <a:lnTo>
                      <a:pt x="54" y="140"/>
                    </a:lnTo>
                    <a:lnTo>
                      <a:pt x="53" y="140"/>
                    </a:lnTo>
                    <a:lnTo>
                      <a:pt x="53" y="139"/>
                    </a:lnTo>
                    <a:lnTo>
                      <a:pt x="52" y="139"/>
                    </a:lnTo>
                    <a:lnTo>
                      <a:pt x="51" y="138"/>
                    </a:lnTo>
                    <a:lnTo>
                      <a:pt x="51" y="138"/>
                    </a:lnTo>
                    <a:lnTo>
                      <a:pt x="50" y="137"/>
                    </a:lnTo>
                    <a:lnTo>
                      <a:pt x="50" y="137"/>
                    </a:lnTo>
                    <a:lnTo>
                      <a:pt x="49" y="136"/>
                    </a:lnTo>
                    <a:lnTo>
                      <a:pt x="48" y="135"/>
                    </a:lnTo>
                    <a:lnTo>
                      <a:pt x="48" y="135"/>
                    </a:lnTo>
                    <a:lnTo>
                      <a:pt x="47" y="134"/>
                    </a:lnTo>
                    <a:lnTo>
                      <a:pt x="47" y="134"/>
                    </a:lnTo>
                    <a:lnTo>
                      <a:pt x="46" y="133"/>
                    </a:lnTo>
                    <a:lnTo>
                      <a:pt x="46" y="133"/>
                    </a:lnTo>
                    <a:lnTo>
                      <a:pt x="45" y="132"/>
                    </a:lnTo>
                    <a:lnTo>
                      <a:pt x="45" y="132"/>
                    </a:lnTo>
                    <a:lnTo>
                      <a:pt x="44" y="132"/>
                    </a:lnTo>
                    <a:lnTo>
                      <a:pt x="44" y="131"/>
                    </a:lnTo>
                    <a:lnTo>
                      <a:pt x="43" y="131"/>
                    </a:lnTo>
                    <a:lnTo>
                      <a:pt x="43" y="130"/>
                    </a:lnTo>
                    <a:lnTo>
                      <a:pt x="42" y="129"/>
                    </a:lnTo>
                    <a:lnTo>
                      <a:pt x="41" y="129"/>
                    </a:lnTo>
                    <a:lnTo>
                      <a:pt x="41" y="128"/>
                    </a:lnTo>
                    <a:lnTo>
                      <a:pt x="40" y="127"/>
                    </a:lnTo>
                    <a:lnTo>
                      <a:pt x="40" y="127"/>
                    </a:lnTo>
                    <a:lnTo>
                      <a:pt x="39" y="126"/>
                    </a:lnTo>
                    <a:lnTo>
                      <a:pt x="38" y="125"/>
                    </a:lnTo>
                    <a:lnTo>
                      <a:pt x="38" y="125"/>
                    </a:lnTo>
                    <a:lnTo>
                      <a:pt x="38" y="124"/>
                    </a:lnTo>
                    <a:lnTo>
                      <a:pt x="38" y="123"/>
                    </a:lnTo>
                    <a:lnTo>
                      <a:pt x="37" y="122"/>
                    </a:lnTo>
                    <a:lnTo>
                      <a:pt x="37" y="122"/>
                    </a:lnTo>
                    <a:lnTo>
                      <a:pt x="36" y="121"/>
                    </a:lnTo>
                    <a:lnTo>
                      <a:pt x="35" y="120"/>
                    </a:lnTo>
                    <a:lnTo>
                      <a:pt x="35" y="120"/>
                    </a:lnTo>
                    <a:lnTo>
                      <a:pt x="34" y="119"/>
                    </a:lnTo>
                    <a:lnTo>
                      <a:pt x="34" y="118"/>
                    </a:lnTo>
                    <a:lnTo>
                      <a:pt x="33" y="117"/>
                    </a:lnTo>
                    <a:lnTo>
                      <a:pt x="32" y="117"/>
                    </a:lnTo>
                    <a:lnTo>
                      <a:pt x="32" y="116"/>
                    </a:lnTo>
                    <a:lnTo>
                      <a:pt x="31" y="115"/>
                    </a:lnTo>
                    <a:lnTo>
                      <a:pt x="31" y="114"/>
                    </a:lnTo>
                    <a:lnTo>
                      <a:pt x="30" y="113"/>
                    </a:lnTo>
                    <a:lnTo>
                      <a:pt x="30" y="113"/>
                    </a:lnTo>
                    <a:lnTo>
                      <a:pt x="29" y="112"/>
                    </a:lnTo>
                    <a:lnTo>
                      <a:pt x="28" y="111"/>
                    </a:lnTo>
                    <a:lnTo>
                      <a:pt x="28" y="110"/>
                    </a:lnTo>
                    <a:lnTo>
                      <a:pt x="27" y="110"/>
                    </a:lnTo>
                    <a:lnTo>
                      <a:pt x="27" y="109"/>
                    </a:lnTo>
                    <a:lnTo>
                      <a:pt x="27" y="109"/>
                    </a:lnTo>
                    <a:lnTo>
                      <a:pt x="26" y="108"/>
                    </a:lnTo>
                    <a:lnTo>
                      <a:pt x="26" y="107"/>
                    </a:lnTo>
                    <a:lnTo>
                      <a:pt x="25" y="106"/>
                    </a:lnTo>
                    <a:lnTo>
                      <a:pt x="24" y="106"/>
                    </a:lnTo>
                    <a:lnTo>
                      <a:pt x="24" y="105"/>
                    </a:lnTo>
                    <a:lnTo>
                      <a:pt x="23" y="104"/>
                    </a:lnTo>
                    <a:lnTo>
                      <a:pt x="23" y="103"/>
                    </a:lnTo>
                    <a:lnTo>
                      <a:pt x="22" y="102"/>
                    </a:lnTo>
                    <a:lnTo>
                      <a:pt x="22" y="102"/>
                    </a:lnTo>
                    <a:lnTo>
                      <a:pt x="21" y="102"/>
                    </a:lnTo>
                    <a:lnTo>
                      <a:pt x="21" y="101"/>
                    </a:lnTo>
                    <a:lnTo>
                      <a:pt x="20" y="100"/>
                    </a:lnTo>
                    <a:lnTo>
                      <a:pt x="20" y="99"/>
                    </a:lnTo>
                    <a:lnTo>
                      <a:pt x="19" y="98"/>
                    </a:lnTo>
                    <a:lnTo>
                      <a:pt x="18" y="97"/>
                    </a:lnTo>
                    <a:lnTo>
                      <a:pt x="18" y="97"/>
                    </a:lnTo>
                    <a:lnTo>
                      <a:pt x="17" y="96"/>
                    </a:lnTo>
                    <a:lnTo>
                      <a:pt x="17" y="95"/>
                    </a:lnTo>
                    <a:lnTo>
                      <a:pt x="16" y="94"/>
                    </a:lnTo>
                    <a:lnTo>
                      <a:pt x="16" y="93"/>
                    </a:lnTo>
                    <a:lnTo>
                      <a:pt x="15" y="92"/>
                    </a:lnTo>
                    <a:lnTo>
                      <a:pt x="15" y="92"/>
                    </a:lnTo>
                    <a:lnTo>
                      <a:pt x="14" y="91"/>
                    </a:lnTo>
                    <a:lnTo>
                      <a:pt x="14" y="90"/>
                    </a:lnTo>
                    <a:lnTo>
                      <a:pt x="13" y="89"/>
                    </a:lnTo>
                    <a:lnTo>
                      <a:pt x="13" y="88"/>
                    </a:lnTo>
                    <a:lnTo>
                      <a:pt x="13" y="87"/>
                    </a:lnTo>
                    <a:lnTo>
                      <a:pt x="12" y="86"/>
                    </a:lnTo>
                    <a:lnTo>
                      <a:pt x="12" y="85"/>
                    </a:lnTo>
                    <a:lnTo>
                      <a:pt x="11" y="85"/>
                    </a:lnTo>
                    <a:lnTo>
                      <a:pt x="11" y="84"/>
                    </a:lnTo>
                    <a:lnTo>
                      <a:pt x="10" y="83"/>
                    </a:lnTo>
                    <a:lnTo>
                      <a:pt x="10" y="82"/>
                    </a:lnTo>
                    <a:lnTo>
                      <a:pt x="9" y="81"/>
                    </a:lnTo>
                    <a:lnTo>
                      <a:pt x="9" y="81"/>
                    </a:lnTo>
                    <a:lnTo>
                      <a:pt x="9" y="80"/>
                    </a:lnTo>
                    <a:lnTo>
                      <a:pt x="9" y="79"/>
                    </a:lnTo>
                    <a:lnTo>
                      <a:pt x="9" y="78"/>
                    </a:lnTo>
                    <a:lnTo>
                      <a:pt x="9" y="78"/>
                    </a:lnTo>
                    <a:lnTo>
                      <a:pt x="8" y="77"/>
                    </a:lnTo>
                    <a:lnTo>
                      <a:pt x="8" y="76"/>
                    </a:lnTo>
                    <a:lnTo>
                      <a:pt x="8" y="75"/>
                    </a:lnTo>
                    <a:lnTo>
                      <a:pt x="7" y="74"/>
                    </a:lnTo>
                    <a:lnTo>
                      <a:pt x="7" y="73"/>
                    </a:lnTo>
                    <a:lnTo>
                      <a:pt x="6" y="73"/>
                    </a:lnTo>
                    <a:lnTo>
                      <a:pt x="6" y="72"/>
                    </a:lnTo>
                    <a:lnTo>
                      <a:pt x="6" y="71"/>
                    </a:lnTo>
                    <a:lnTo>
                      <a:pt x="5" y="70"/>
                    </a:lnTo>
                    <a:lnTo>
                      <a:pt x="5" y="70"/>
                    </a:lnTo>
                    <a:lnTo>
                      <a:pt x="5" y="69"/>
                    </a:lnTo>
                    <a:lnTo>
                      <a:pt x="5" y="68"/>
                    </a:lnTo>
                    <a:lnTo>
                      <a:pt x="4" y="67"/>
                    </a:lnTo>
                    <a:lnTo>
                      <a:pt x="4" y="66"/>
                    </a:lnTo>
                    <a:lnTo>
                      <a:pt x="4" y="65"/>
                    </a:lnTo>
                    <a:lnTo>
                      <a:pt x="3" y="64"/>
                    </a:lnTo>
                    <a:lnTo>
                      <a:pt x="3" y="63"/>
                    </a:lnTo>
                    <a:lnTo>
                      <a:pt x="3" y="62"/>
                    </a:lnTo>
                    <a:lnTo>
                      <a:pt x="3" y="61"/>
                    </a:lnTo>
                    <a:lnTo>
                      <a:pt x="2" y="61"/>
                    </a:lnTo>
                    <a:lnTo>
                      <a:pt x="2" y="60"/>
                    </a:lnTo>
                    <a:lnTo>
                      <a:pt x="2" y="59"/>
                    </a:lnTo>
                    <a:lnTo>
                      <a:pt x="2" y="58"/>
                    </a:lnTo>
                    <a:lnTo>
                      <a:pt x="1" y="57"/>
                    </a:lnTo>
                    <a:lnTo>
                      <a:pt x="1" y="56"/>
                    </a:lnTo>
                    <a:lnTo>
                      <a:pt x="1" y="56"/>
                    </a:lnTo>
                    <a:lnTo>
                      <a:pt x="1" y="55"/>
                    </a:lnTo>
                    <a:lnTo>
                      <a:pt x="1" y="54"/>
                    </a:lnTo>
                    <a:lnTo>
                      <a:pt x="1" y="53"/>
                    </a:lnTo>
                    <a:lnTo>
                      <a:pt x="1" y="52"/>
                    </a:lnTo>
                    <a:lnTo>
                      <a:pt x="1" y="51"/>
                    </a:lnTo>
                    <a:lnTo>
                      <a:pt x="0" y="50"/>
                    </a:lnTo>
                    <a:lnTo>
                      <a:pt x="0" y="49"/>
                    </a:lnTo>
                    <a:lnTo>
                      <a:pt x="0" y="49"/>
                    </a:lnTo>
                    <a:lnTo>
                      <a:pt x="0" y="48"/>
                    </a:lnTo>
                    <a:lnTo>
                      <a:pt x="0" y="47"/>
                    </a:lnTo>
                    <a:lnTo>
                      <a:pt x="0" y="46"/>
                    </a:lnTo>
                    <a:lnTo>
                      <a:pt x="0" y="45"/>
                    </a:lnTo>
                    <a:lnTo>
                      <a:pt x="0" y="44"/>
                    </a:lnTo>
                    <a:lnTo>
                      <a:pt x="0" y="43"/>
                    </a:lnTo>
                    <a:lnTo>
                      <a:pt x="0" y="43"/>
                    </a:lnTo>
                    <a:lnTo>
                      <a:pt x="0" y="42"/>
                    </a:lnTo>
                    <a:lnTo>
                      <a:pt x="0" y="41"/>
                    </a:lnTo>
                    <a:lnTo>
                      <a:pt x="0" y="40"/>
                    </a:lnTo>
                    <a:lnTo>
                      <a:pt x="0" y="39"/>
                    </a:lnTo>
                    <a:lnTo>
                      <a:pt x="0" y="38"/>
                    </a:lnTo>
                    <a:lnTo>
                      <a:pt x="0" y="37"/>
                    </a:lnTo>
                    <a:lnTo>
                      <a:pt x="0" y="37"/>
                    </a:lnTo>
                    <a:lnTo>
                      <a:pt x="0" y="36"/>
                    </a:lnTo>
                    <a:lnTo>
                      <a:pt x="0" y="36"/>
                    </a:lnTo>
                    <a:lnTo>
                      <a:pt x="0" y="35"/>
                    </a:lnTo>
                    <a:lnTo>
                      <a:pt x="0" y="35"/>
                    </a:lnTo>
                    <a:lnTo>
                      <a:pt x="1" y="34"/>
                    </a:lnTo>
                    <a:lnTo>
                      <a:pt x="1" y="34"/>
                    </a:lnTo>
                    <a:lnTo>
                      <a:pt x="1" y="33"/>
                    </a:lnTo>
                    <a:lnTo>
                      <a:pt x="1" y="33"/>
                    </a:lnTo>
                    <a:lnTo>
                      <a:pt x="1" y="32"/>
                    </a:lnTo>
                    <a:lnTo>
                      <a:pt x="1" y="32"/>
                    </a:lnTo>
                    <a:lnTo>
                      <a:pt x="1" y="31"/>
                    </a:lnTo>
                    <a:lnTo>
                      <a:pt x="1" y="31"/>
                    </a:lnTo>
                    <a:lnTo>
                      <a:pt x="1" y="30"/>
                    </a:lnTo>
                    <a:lnTo>
                      <a:pt x="1" y="30"/>
                    </a:lnTo>
                    <a:lnTo>
                      <a:pt x="2" y="29"/>
                    </a:lnTo>
                    <a:lnTo>
                      <a:pt x="2" y="29"/>
                    </a:lnTo>
                    <a:lnTo>
                      <a:pt x="2" y="28"/>
                    </a:lnTo>
                    <a:lnTo>
                      <a:pt x="2" y="28"/>
                    </a:lnTo>
                    <a:lnTo>
                      <a:pt x="2" y="28"/>
                    </a:lnTo>
                    <a:lnTo>
                      <a:pt x="2" y="27"/>
                    </a:lnTo>
                    <a:lnTo>
                      <a:pt x="2" y="27"/>
                    </a:lnTo>
                    <a:lnTo>
                      <a:pt x="3" y="26"/>
                    </a:lnTo>
                    <a:lnTo>
                      <a:pt x="3" y="26"/>
                    </a:lnTo>
                    <a:lnTo>
                      <a:pt x="3" y="25"/>
                    </a:lnTo>
                    <a:lnTo>
                      <a:pt x="3" y="25"/>
                    </a:lnTo>
                    <a:lnTo>
                      <a:pt x="3" y="25"/>
                    </a:lnTo>
                    <a:lnTo>
                      <a:pt x="3" y="24"/>
                    </a:lnTo>
                    <a:lnTo>
                      <a:pt x="3" y="24"/>
                    </a:lnTo>
                    <a:lnTo>
                      <a:pt x="4" y="23"/>
                    </a:lnTo>
                    <a:lnTo>
                      <a:pt x="4" y="23"/>
                    </a:lnTo>
                    <a:lnTo>
                      <a:pt x="4" y="22"/>
                    </a:lnTo>
                    <a:lnTo>
                      <a:pt x="4" y="22"/>
                    </a:lnTo>
                    <a:lnTo>
                      <a:pt x="5" y="22"/>
                    </a:lnTo>
                    <a:lnTo>
                      <a:pt x="5" y="21"/>
                    </a:lnTo>
                    <a:lnTo>
                      <a:pt x="5" y="21"/>
                    </a:lnTo>
                    <a:lnTo>
                      <a:pt x="5" y="20"/>
                    </a:lnTo>
                    <a:lnTo>
                      <a:pt x="6" y="20"/>
                    </a:lnTo>
                    <a:lnTo>
                      <a:pt x="6" y="19"/>
                    </a:lnTo>
                    <a:lnTo>
                      <a:pt x="6" y="19"/>
                    </a:lnTo>
                    <a:lnTo>
                      <a:pt x="6" y="18"/>
                    </a:lnTo>
                    <a:lnTo>
                      <a:pt x="7" y="18"/>
                    </a:lnTo>
                    <a:lnTo>
                      <a:pt x="7" y="18"/>
                    </a:lnTo>
                    <a:lnTo>
                      <a:pt x="7" y="17"/>
                    </a:lnTo>
                    <a:lnTo>
                      <a:pt x="7" y="17"/>
                    </a:lnTo>
                    <a:lnTo>
                      <a:pt x="8" y="16"/>
                    </a:lnTo>
                    <a:lnTo>
                      <a:pt x="8" y="16"/>
                    </a:lnTo>
                    <a:lnTo>
                      <a:pt x="8" y="16"/>
                    </a:lnTo>
                    <a:lnTo>
                      <a:pt x="9" y="15"/>
                    </a:lnTo>
                    <a:lnTo>
                      <a:pt x="9" y="15"/>
                    </a:lnTo>
                    <a:lnTo>
                      <a:pt x="9" y="14"/>
                    </a:lnTo>
                    <a:lnTo>
                      <a:pt x="9" y="14"/>
                    </a:lnTo>
                    <a:lnTo>
                      <a:pt x="9" y="14"/>
                    </a:lnTo>
                    <a:lnTo>
                      <a:pt x="9" y="14"/>
                    </a:lnTo>
                    <a:lnTo>
                      <a:pt x="10" y="14"/>
                    </a:lnTo>
                    <a:lnTo>
                      <a:pt x="10" y="13"/>
                    </a:lnTo>
                    <a:lnTo>
                      <a:pt x="10" y="13"/>
                    </a:lnTo>
                    <a:lnTo>
                      <a:pt x="11" y="13"/>
                    </a:lnTo>
                    <a:lnTo>
                      <a:pt x="11" y="12"/>
                    </a:lnTo>
                    <a:lnTo>
                      <a:pt x="12" y="12"/>
                    </a:lnTo>
                    <a:lnTo>
                      <a:pt x="12" y="12"/>
                    </a:lnTo>
                    <a:lnTo>
                      <a:pt x="12" y="11"/>
                    </a:lnTo>
                    <a:lnTo>
                      <a:pt x="13" y="11"/>
                    </a:lnTo>
                    <a:lnTo>
                      <a:pt x="13" y="10"/>
                    </a:lnTo>
                    <a:lnTo>
                      <a:pt x="13" y="10"/>
                    </a:lnTo>
                    <a:lnTo>
                      <a:pt x="14" y="10"/>
                    </a:lnTo>
                    <a:lnTo>
                      <a:pt x="14" y="9"/>
                    </a:lnTo>
                    <a:lnTo>
                      <a:pt x="15" y="9"/>
                    </a:lnTo>
                    <a:lnTo>
                      <a:pt x="15" y="9"/>
                    </a:lnTo>
                    <a:lnTo>
                      <a:pt x="16" y="8"/>
                    </a:lnTo>
                    <a:lnTo>
                      <a:pt x="16" y="8"/>
                    </a:lnTo>
                    <a:lnTo>
                      <a:pt x="16" y="8"/>
                    </a:lnTo>
                    <a:lnTo>
                      <a:pt x="17" y="8"/>
                    </a:lnTo>
                    <a:lnTo>
                      <a:pt x="17" y="7"/>
                    </a:lnTo>
                    <a:lnTo>
                      <a:pt x="18" y="7"/>
                    </a:lnTo>
                    <a:lnTo>
                      <a:pt x="18" y="7"/>
                    </a:lnTo>
                    <a:lnTo>
                      <a:pt x="19" y="6"/>
                    </a:lnTo>
                    <a:lnTo>
                      <a:pt x="19" y="6"/>
                    </a:lnTo>
                    <a:lnTo>
                      <a:pt x="20" y="6"/>
                    </a:lnTo>
                    <a:lnTo>
                      <a:pt x="20" y="6"/>
                    </a:lnTo>
                    <a:lnTo>
                      <a:pt x="20" y="5"/>
                    </a:lnTo>
                    <a:lnTo>
                      <a:pt x="21" y="5"/>
                    </a:lnTo>
                    <a:lnTo>
                      <a:pt x="21" y="5"/>
                    </a:lnTo>
                    <a:lnTo>
                      <a:pt x="22" y="5"/>
                    </a:lnTo>
                    <a:lnTo>
                      <a:pt x="22" y="4"/>
                    </a:lnTo>
                    <a:lnTo>
                      <a:pt x="23" y="4"/>
                    </a:lnTo>
                    <a:lnTo>
                      <a:pt x="23" y="4"/>
                    </a:lnTo>
                    <a:lnTo>
                      <a:pt x="24" y="4"/>
                    </a:lnTo>
                    <a:lnTo>
                      <a:pt x="24" y="3"/>
                    </a:lnTo>
                    <a:lnTo>
                      <a:pt x="25" y="3"/>
                    </a:lnTo>
                    <a:lnTo>
                      <a:pt x="25" y="3"/>
                    </a:lnTo>
                    <a:lnTo>
                      <a:pt x="26" y="3"/>
                    </a:lnTo>
                    <a:lnTo>
                      <a:pt x="26" y="3"/>
                    </a:lnTo>
                    <a:lnTo>
                      <a:pt x="27" y="2"/>
                    </a:lnTo>
                    <a:lnTo>
                      <a:pt x="27" y="2"/>
                    </a:lnTo>
                    <a:lnTo>
                      <a:pt x="28" y="2"/>
                    </a:lnTo>
                    <a:lnTo>
                      <a:pt x="28" y="2"/>
                    </a:lnTo>
                    <a:lnTo>
                      <a:pt x="29" y="2"/>
                    </a:lnTo>
                    <a:lnTo>
                      <a:pt x="29" y="1"/>
                    </a:lnTo>
                    <a:lnTo>
                      <a:pt x="30" y="1"/>
                    </a:lnTo>
                    <a:lnTo>
                      <a:pt x="30" y="1"/>
                    </a:lnTo>
                    <a:lnTo>
                      <a:pt x="31" y="1"/>
                    </a:lnTo>
                    <a:lnTo>
                      <a:pt x="31" y="1"/>
                    </a:lnTo>
                    <a:lnTo>
                      <a:pt x="32" y="1"/>
                    </a:lnTo>
                    <a:lnTo>
                      <a:pt x="32" y="1"/>
                    </a:lnTo>
                    <a:lnTo>
                      <a:pt x="32" y="1"/>
                    </a:lnTo>
                    <a:lnTo>
                      <a:pt x="33" y="1"/>
                    </a:lnTo>
                    <a:lnTo>
                      <a:pt x="33" y="1"/>
                    </a:lnTo>
                    <a:lnTo>
                      <a:pt x="34" y="1"/>
                    </a:lnTo>
                    <a:lnTo>
                      <a:pt x="34" y="1"/>
                    </a:lnTo>
                    <a:lnTo>
                      <a:pt x="35" y="0"/>
                    </a:lnTo>
                    <a:lnTo>
                      <a:pt x="35" y="0"/>
                    </a:lnTo>
                    <a:lnTo>
                      <a:pt x="36" y="0"/>
                    </a:lnTo>
                    <a:lnTo>
                      <a:pt x="36" y="0"/>
                    </a:lnTo>
                    <a:lnTo>
                      <a:pt x="36" y="0"/>
                    </a:lnTo>
                    <a:close/>
                    <a:moveTo>
                      <a:pt x="74" y="139"/>
                    </a:moveTo>
                    <a:lnTo>
                      <a:pt x="74" y="139"/>
                    </a:lnTo>
                    <a:lnTo>
                      <a:pt x="74" y="139"/>
                    </a:lnTo>
                    <a:lnTo>
                      <a:pt x="74" y="140"/>
                    </a:lnTo>
                    <a:lnTo>
                      <a:pt x="73" y="140"/>
                    </a:lnTo>
                    <a:lnTo>
                      <a:pt x="73" y="140"/>
                    </a:lnTo>
                    <a:lnTo>
                      <a:pt x="73" y="140"/>
                    </a:lnTo>
                    <a:lnTo>
                      <a:pt x="73" y="141"/>
                    </a:lnTo>
                    <a:lnTo>
                      <a:pt x="73" y="141"/>
                    </a:lnTo>
                    <a:lnTo>
                      <a:pt x="73" y="141"/>
                    </a:lnTo>
                    <a:lnTo>
                      <a:pt x="73" y="141"/>
                    </a:lnTo>
                    <a:lnTo>
                      <a:pt x="73" y="141"/>
                    </a:lnTo>
                    <a:lnTo>
                      <a:pt x="73" y="141"/>
                    </a:lnTo>
                    <a:lnTo>
                      <a:pt x="73" y="142"/>
                    </a:lnTo>
                    <a:lnTo>
                      <a:pt x="73" y="142"/>
                    </a:lnTo>
                    <a:lnTo>
                      <a:pt x="73" y="142"/>
                    </a:lnTo>
                    <a:lnTo>
                      <a:pt x="73" y="142"/>
                    </a:lnTo>
                    <a:lnTo>
                      <a:pt x="73" y="142"/>
                    </a:lnTo>
                    <a:lnTo>
                      <a:pt x="74" y="139"/>
                    </a:lnTo>
                    <a:lnTo>
                      <a:pt x="74" y="139"/>
                    </a:lnTo>
                    <a:lnTo>
                      <a:pt x="74" y="139"/>
                    </a:lnTo>
                    <a:close/>
                    <a:moveTo>
                      <a:pt x="35" y="33"/>
                    </a:moveTo>
                    <a:lnTo>
                      <a:pt x="34" y="33"/>
                    </a:lnTo>
                    <a:lnTo>
                      <a:pt x="34" y="34"/>
                    </a:lnTo>
                    <a:lnTo>
                      <a:pt x="34" y="34"/>
                    </a:lnTo>
                    <a:lnTo>
                      <a:pt x="34" y="34"/>
                    </a:lnTo>
                    <a:lnTo>
                      <a:pt x="34" y="34"/>
                    </a:lnTo>
                    <a:lnTo>
                      <a:pt x="34" y="34"/>
                    </a:lnTo>
                    <a:lnTo>
                      <a:pt x="34" y="34"/>
                    </a:lnTo>
                    <a:lnTo>
                      <a:pt x="34" y="34"/>
                    </a:lnTo>
                    <a:lnTo>
                      <a:pt x="34" y="34"/>
                    </a:lnTo>
                    <a:lnTo>
                      <a:pt x="34" y="34"/>
                    </a:lnTo>
                    <a:lnTo>
                      <a:pt x="34" y="34"/>
                    </a:lnTo>
                    <a:lnTo>
                      <a:pt x="33" y="34"/>
                    </a:lnTo>
                    <a:lnTo>
                      <a:pt x="33" y="34"/>
                    </a:lnTo>
                    <a:lnTo>
                      <a:pt x="33" y="35"/>
                    </a:lnTo>
                    <a:lnTo>
                      <a:pt x="33" y="35"/>
                    </a:lnTo>
                    <a:lnTo>
                      <a:pt x="33" y="35"/>
                    </a:lnTo>
                    <a:lnTo>
                      <a:pt x="33" y="35"/>
                    </a:lnTo>
                    <a:lnTo>
                      <a:pt x="33" y="35"/>
                    </a:lnTo>
                    <a:lnTo>
                      <a:pt x="33" y="35"/>
                    </a:lnTo>
                    <a:lnTo>
                      <a:pt x="33" y="35"/>
                    </a:lnTo>
                    <a:lnTo>
                      <a:pt x="33" y="35"/>
                    </a:lnTo>
                    <a:lnTo>
                      <a:pt x="33" y="35"/>
                    </a:lnTo>
                    <a:lnTo>
                      <a:pt x="33" y="35"/>
                    </a:lnTo>
                    <a:lnTo>
                      <a:pt x="33" y="35"/>
                    </a:lnTo>
                    <a:lnTo>
                      <a:pt x="33" y="35"/>
                    </a:lnTo>
                    <a:lnTo>
                      <a:pt x="33" y="36"/>
                    </a:lnTo>
                    <a:lnTo>
                      <a:pt x="33" y="36"/>
                    </a:lnTo>
                    <a:lnTo>
                      <a:pt x="33" y="36"/>
                    </a:lnTo>
                    <a:lnTo>
                      <a:pt x="32" y="36"/>
                    </a:lnTo>
                    <a:lnTo>
                      <a:pt x="32" y="36"/>
                    </a:lnTo>
                    <a:lnTo>
                      <a:pt x="32" y="36"/>
                    </a:lnTo>
                    <a:lnTo>
                      <a:pt x="32" y="36"/>
                    </a:lnTo>
                    <a:lnTo>
                      <a:pt x="32" y="36"/>
                    </a:lnTo>
                    <a:lnTo>
                      <a:pt x="32" y="36"/>
                    </a:lnTo>
                    <a:lnTo>
                      <a:pt x="32" y="36"/>
                    </a:lnTo>
                    <a:lnTo>
                      <a:pt x="32" y="37"/>
                    </a:lnTo>
                    <a:lnTo>
                      <a:pt x="32" y="37"/>
                    </a:lnTo>
                    <a:lnTo>
                      <a:pt x="32" y="37"/>
                    </a:lnTo>
                    <a:lnTo>
                      <a:pt x="32" y="37"/>
                    </a:lnTo>
                    <a:lnTo>
                      <a:pt x="32" y="37"/>
                    </a:lnTo>
                    <a:lnTo>
                      <a:pt x="32" y="37"/>
                    </a:lnTo>
                    <a:lnTo>
                      <a:pt x="32" y="37"/>
                    </a:lnTo>
                    <a:lnTo>
                      <a:pt x="32" y="37"/>
                    </a:lnTo>
                    <a:lnTo>
                      <a:pt x="32" y="37"/>
                    </a:lnTo>
                    <a:lnTo>
                      <a:pt x="32" y="37"/>
                    </a:lnTo>
                    <a:lnTo>
                      <a:pt x="32" y="38"/>
                    </a:lnTo>
                    <a:lnTo>
                      <a:pt x="32" y="38"/>
                    </a:lnTo>
                    <a:lnTo>
                      <a:pt x="32" y="38"/>
                    </a:lnTo>
                    <a:lnTo>
                      <a:pt x="32" y="38"/>
                    </a:lnTo>
                    <a:lnTo>
                      <a:pt x="32" y="38"/>
                    </a:lnTo>
                    <a:lnTo>
                      <a:pt x="31" y="38"/>
                    </a:lnTo>
                    <a:lnTo>
                      <a:pt x="31" y="38"/>
                    </a:lnTo>
                    <a:lnTo>
                      <a:pt x="31" y="38"/>
                    </a:lnTo>
                    <a:lnTo>
                      <a:pt x="31" y="39"/>
                    </a:lnTo>
                    <a:lnTo>
                      <a:pt x="31" y="39"/>
                    </a:lnTo>
                    <a:lnTo>
                      <a:pt x="31" y="39"/>
                    </a:lnTo>
                    <a:lnTo>
                      <a:pt x="31" y="39"/>
                    </a:lnTo>
                    <a:lnTo>
                      <a:pt x="31" y="39"/>
                    </a:lnTo>
                    <a:lnTo>
                      <a:pt x="31" y="39"/>
                    </a:lnTo>
                    <a:lnTo>
                      <a:pt x="31" y="40"/>
                    </a:lnTo>
                    <a:lnTo>
                      <a:pt x="31" y="40"/>
                    </a:lnTo>
                    <a:lnTo>
                      <a:pt x="31" y="40"/>
                    </a:lnTo>
                    <a:lnTo>
                      <a:pt x="31" y="40"/>
                    </a:lnTo>
                    <a:lnTo>
                      <a:pt x="31" y="40"/>
                    </a:lnTo>
                    <a:lnTo>
                      <a:pt x="31" y="40"/>
                    </a:lnTo>
                    <a:lnTo>
                      <a:pt x="31" y="41"/>
                    </a:lnTo>
                    <a:lnTo>
                      <a:pt x="31" y="41"/>
                    </a:lnTo>
                    <a:lnTo>
                      <a:pt x="31" y="41"/>
                    </a:lnTo>
                    <a:lnTo>
                      <a:pt x="31" y="42"/>
                    </a:lnTo>
                    <a:lnTo>
                      <a:pt x="31" y="42"/>
                    </a:lnTo>
                    <a:lnTo>
                      <a:pt x="31" y="43"/>
                    </a:lnTo>
                    <a:lnTo>
                      <a:pt x="31" y="43"/>
                    </a:lnTo>
                    <a:lnTo>
                      <a:pt x="31" y="43"/>
                    </a:lnTo>
                    <a:lnTo>
                      <a:pt x="31" y="43"/>
                    </a:lnTo>
                    <a:lnTo>
                      <a:pt x="31" y="43"/>
                    </a:lnTo>
                    <a:lnTo>
                      <a:pt x="31" y="44"/>
                    </a:lnTo>
                    <a:lnTo>
                      <a:pt x="31" y="44"/>
                    </a:lnTo>
                    <a:lnTo>
                      <a:pt x="31" y="45"/>
                    </a:lnTo>
                    <a:lnTo>
                      <a:pt x="31" y="45"/>
                    </a:lnTo>
                    <a:lnTo>
                      <a:pt x="31" y="46"/>
                    </a:lnTo>
                    <a:lnTo>
                      <a:pt x="31" y="46"/>
                    </a:lnTo>
                    <a:lnTo>
                      <a:pt x="31" y="47"/>
                    </a:lnTo>
                    <a:lnTo>
                      <a:pt x="31" y="47"/>
                    </a:lnTo>
                    <a:lnTo>
                      <a:pt x="31" y="48"/>
                    </a:lnTo>
                    <a:lnTo>
                      <a:pt x="31" y="48"/>
                    </a:lnTo>
                    <a:lnTo>
                      <a:pt x="31" y="49"/>
                    </a:lnTo>
                    <a:lnTo>
                      <a:pt x="31" y="50"/>
                    </a:lnTo>
                    <a:lnTo>
                      <a:pt x="31" y="50"/>
                    </a:lnTo>
                    <a:lnTo>
                      <a:pt x="31" y="50"/>
                    </a:lnTo>
                    <a:lnTo>
                      <a:pt x="31" y="51"/>
                    </a:lnTo>
                    <a:lnTo>
                      <a:pt x="31" y="51"/>
                    </a:lnTo>
                    <a:lnTo>
                      <a:pt x="32" y="52"/>
                    </a:lnTo>
                    <a:lnTo>
                      <a:pt x="32" y="53"/>
                    </a:lnTo>
                    <a:lnTo>
                      <a:pt x="32" y="53"/>
                    </a:lnTo>
                    <a:lnTo>
                      <a:pt x="32" y="54"/>
                    </a:lnTo>
                    <a:lnTo>
                      <a:pt x="32" y="55"/>
                    </a:lnTo>
                    <a:lnTo>
                      <a:pt x="32" y="55"/>
                    </a:lnTo>
                    <a:lnTo>
                      <a:pt x="32" y="56"/>
                    </a:lnTo>
                    <a:lnTo>
                      <a:pt x="33" y="56"/>
                    </a:lnTo>
                    <a:lnTo>
                      <a:pt x="33" y="57"/>
                    </a:lnTo>
                    <a:lnTo>
                      <a:pt x="33" y="58"/>
                    </a:lnTo>
                    <a:lnTo>
                      <a:pt x="33" y="58"/>
                    </a:lnTo>
                    <a:lnTo>
                      <a:pt x="33" y="59"/>
                    </a:lnTo>
                    <a:lnTo>
                      <a:pt x="33" y="60"/>
                    </a:lnTo>
                    <a:lnTo>
                      <a:pt x="34" y="61"/>
                    </a:lnTo>
                    <a:lnTo>
                      <a:pt x="34" y="61"/>
                    </a:lnTo>
                    <a:lnTo>
                      <a:pt x="34" y="62"/>
                    </a:lnTo>
                    <a:lnTo>
                      <a:pt x="34" y="63"/>
                    </a:lnTo>
                    <a:lnTo>
                      <a:pt x="35" y="63"/>
                    </a:lnTo>
                    <a:lnTo>
                      <a:pt x="35" y="64"/>
                    </a:lnTo>
                    <a:lnTo>
                      <a:pt x="35" y="65"/>
                    </a:lnTo>
                    <a:lnTo>
                      <a:pt x="35" y="65"/>
                    </a:lnTo>
                    <a:lnTo>
                      <a:pt x="36" y="66"/>
                    </a:lnTo>
                    <a:lnTo>
                      <a:pt x="36" y="67"/>
                    </a:lnTo>
                    <a:lnTo>
                      <a:pt x="36" y="68"/>
                    </a:lnTo>
                    <a:lnTo>
                      <a:pt x="36" y="68"/>
                    </a:lnTo>
                    <a:lnTo>
                      <a:pt x="37" y="69"/>
                    </a:lnTo>
                    <a:lnTo>
                      <a:pt x="37" y="70"/>
                    </a:lnTo>
                    <a:lnTo>
                      <a:pt x="37" y="70"/>
                    </a:lnTo>
                    <a:lnTo>
                      <a:pt x="37" y="71"/>
                    </a:lnTo>
                    <a:lnTo>
                      <a:pt x="38" y="71"/>
                    </a:lnTo>
                    <a:lnTo>
                      <a:pt x="38" y="72"/>
                    </a:lnTo>
                    <a:lnTo>
                      <a:pt x="38" y="73"/>
                    </a:lnTo>
                    <a:lnTo>
                      <a:pt x="38" y="73"/>
                    </a:lnTo>
                    <a:lnTo>
                      <a:pt x="38" y="73"/>
                    </a:lnTo>
                    <a:lnTo>
                      <a:pt x="38" y="74"/>
                    </a:lnTo>
                    <a:lnTo>
                      <a:pt x="39" y="75"/>
                    </a:lnTo>
                    <a:lnTo>
                      <a:pt x="39" y="76"/>
                    </a:lnTo>
                    <a:lnTo>
                      <a:pt x="39" y="76"/>
                    </a:lnTo>
                    <a:lnTo>
                      <a:pt x="40" y="77"/>
                    </a:lnTo>
                    <a:lnTo>
                      <a:pt x="40" y="78"/>
                    </a:lnTo>
                    <a:lnTo>
                      <a:pt x="40" y="79"/>
                    </a:lnTo>
                    <a:lnTo>
                      <a:pt x="41" y="80"/>
                    </a:lnTo>
                    <a:lnTo>
                      <a:pt x="41" y="80"/>
                    </a:lnTo>
                    <a:lnTo>
                      <a:pt x="41" y="81"/>
                    </a:lnTo>
                    <a:lnTo>
                      <a:pt x="42" y="82"/>
                    </a:lnTo>
                    <a:lnTo>
                      <a:pt x="42" y="83"/>
                    </a:lnTo>
                    <a:lnTo>
                      <a:pt x="42" y="83"/>
                    </a:lnTo>
                    <a:lnTo>
                      <a:pt x="43" y="84"/>
                    </a:lnTo>
                    <a:lnTo>
                      <a:pt x="43" y="85"/>
                    </a:lnTo>
                    <a:lnTo>
                      <a:pt x="44" y="86"/>
                    </a:lnTo>
                    <a:lnTo>
                      <a:pt x="44" y="86"/>
                    </a:lnTo>
                    <a:lnTo>
                      <a:pt x="44" y="87"/>
                    </a:lnTo>
                    <a:lnTo>
                      <a:pt x="45" y="88"/>
                    </a:lnTo>
                    <a:lnTo>
                      <a:pt x="45" y="89"/>
                    </a:lnTo>
                    <a:lnTo>
                      <a:pt x="46" y="89"/>
                    </a:lnTo>
                    <a:lnTo>
                      <a:pt x="46" y="90"/>
                    </a:lnTo>
                    <a:lnTo>
                      <a:pt x="47" y="91"/>
                    </a:lnTo>
                    <a:lnTo>
                      <a:pt x="47" y="92"/>
                    </a:lnTo>
                    <a:lnTo>
                      <a:pt x="47" y="93"/>
                    </a:lnTo>
                    <a:lnTo>
                      <a:pt x="48" y="93"/>
                    </a:lnTo>
                    <a:lnTo>
                      <a:pt x="48" y="94"/>
                    </a:lnTo>
                    <a:lnTo>
                      <a:pt x="49" y="95"/>
                    </a:lnTo>
                    <a:lnTo>
                      <a:pt x="49" y="95"/>
                    </a:lnTo>
                    <a:lnTo>
                      <a:pt x="49" y="96"/>
                    </a:lnTo>
                    <a:lnTo>
                      <a:pt x="50" y="96"/>
                    </a:lnTo>
                    <a:lnTo>
                      <a:pt x="50" y="97"/>
                    </a:lnTo>
                    <a:lnTo>
                      <a:pt x="50" y="98"/>
                    </a:lnTo>
                    <a:lnTo>
                      <a:pt x="51" y="99"/>
                    </a:lnTo>
                    <a:lnTo>
                      <a:pt x="51" y="99"/>
                    </a:lnTo>
                    <a:lnTo>
                      <a:pt x="52" y="100"/>
                    </a:lnTo>
                    <a:lnTo>
                      <a:pt x="52" y="101"/>
                    </a:lnTo>
                    <a:lnTo>
                      <a:pt x="53" y="101"/>
                    </a:lnTo>
                    <a:lnTo>
                      <a:pt x="53" y="102"/>
                    </a:lnTo>
                    <a:lnTo>
                      <a:pt x="54" y="102"/>
                    </a:lnTo>
                    <a:lnTo>
                      <a:pt x="54" y="103"/>
                    </a:lnTo>
                    <a:lnTo>
                      <a:pt x="55" y="103"/>
                    </a:lnTo>
                    <a:lnTo>
                      <a:pt x="55" y="104"/>
                    </a:lnTo>
                    <a:lnTo>
                      <a:pt x="56" y="105"/>
                    </a:lnTo>
                    <a:lnTo>
                      <a:pt x="56" y="105"/>
                    </a:lnTo>
                    <a:lnTo>
                      <a:pt x="56" y="106"/>
                    </a:lnTo>
                    <a:lnTo>
                      <a:pt x="57" y="107"/>
                    </a:lnTo>
                    <a:lnTo>
                      <a:pt x="57" y="107"/>
                    </a:lnTo>
                    <a:lnTo>
                      <a:pt x="58" y="108"/>
                    </a:lnTo>
                    <a:lnTo>
                      <a:pt x="58" y="109"/>
                    </a:lnTo>
                    <a:lnTo>
                      <a:pt x="59" y="110"/>
                    </a:lnTo>
                    <a:lnTo>
                      <a:pt x="59" y="110"/>
                    </a:lnTo>
                    <a:lnTo>
                      <a:pt x="60" y="111"/>
                    </a:lnTo>
                    <a:lnTo>
                      <a:pt x="60" y="111"/>
                    </a:lnTo>
                    <a:lnTo>
                      <a:pt x="61" y="112"/>
                    </a:lnTo>
                    <a:lnTo>
                      <a:pt x="61" y="113"/>
                    </a:lnTo>
                    <a:lnTo>
                      <a:pt x="62" y="113"/>
                    </a:lnTo>
                    <a:lnTo>
                      <a:pt x="62" y="114"/>
                    </a:lnTo>
                    <a:lnTo>
                      <a:pt x="63" y="115"/>
                    </a:lnTo>
                    <a:lnTo>
                      <a:pt x="63" y="115"/>
                    </a:lnTo>
                    <a:lnTo>
                      <a:pt x="64" y="116"/>
                    </a:lnTo>
                    <a:lnTo>
                      <a:pt x="64" y="117"/>
                    </a:lnTo>
                    <a:lnTo>
                      <a:pt x="65" y="117"/>
                    </a:lnTo>
                    <a:lnTo>
                      <a:pt x="65" y="118"/>
                    </a:lnTo>
                    <a:lnTo>
                      <a:pt x="65" y="118"/>
                    </a:lnTo>
                    <a:lnTo>
                      <a:pt x="65" y="118"/>
                    </a:lnTo>
                    <a:lnTo>
                      <a:pt x="66" y="119"/>
                    </a:lnTo>
                    <a:lnTo>
                      <a:pt x="66" y="119"/>
                    </a:lnTo>
                    <a:lnTo>
                      <a:pt x="66" y="119"/>
                    </a:lnTo>
                    <a:lnTo>
                      <a:pt x="64" y="113"/>
                    </a:lnTo>
                    <a:lnTo>
                      <a:pt x="63" y="110"/>
                    </a:lnTo>
                    <a:lnTo>
                      <a:pt x="62" y="107"/>
                    </a:lnTo>
                    <a:lnTo>
                      <a:pt x="61" y="104"/>
                    </a:lnTo>
                    <a:lnTo>
                      <a:pt x="60" y="102"/>
                    </a:lnTo>
                    <a:lnTo>
                      <a:pt x="59" y="102"/>
                    </a:lnTo>
                    <a:lnTo>
                      <a:pt x="58" y="98"/>
                    </a:lnTo>
                    <a:lnTo>
                      <a:pt x="57" y="95"/>
                    </a:lnTo>
                    <a:lnTo>
                      <a:pt x="56" y="92"/>
                    </a:lnTo>
                    <a:lnTo>
                      <a:pt x="55" y="90"/>
                    </a:lnTo>
                    <a:lnTo>
                      <a:pt x="55" y="89"/>
                    </a:lnTo>
                    <a:lnTo>
                      <a:pt x="54" y="87"/>
                    </a:lnTo>
                    <a:lnTo>
                      <a:pt x="54" y="86"/>
                    </a:lnTo>
                    <a:lnTo>
                      <a:pt x="53" y="84"/>
                    </a:lnTo>
                    <a:lnTo>
                      <a:pt x="53" y="83"/>
                    </a:lnTo>
                    <a:lnTo>
                      <a:pt x="52" y="82"/>
                    </a:lnTo>
                    <a:lnTo>
                      <a:pt x="52" y="81"/>
                    </a:lnTo>
                    <a:lnTo>
                      <a:pt x="51" y="79"/>
                    </a:lnTo>
                    <a:lnTo>
                      <a:pt x="51" y="78"/>
                    </a:lnTo>
                    <a:lnTo>
                      <a:pt x="50" y="76"/>
                    </a:lnTo>
                    <a:lnTo>
                      <a:pt x="50" y="75"/>
                    </a:lnTo>
                    <a:lnTo>
                      <a:pt x="49" y="73"/>
                    </a:lnTo>
                    <a:lnTo>
                      <a:pt x="48" y="73"/>
                    </a:lnTo>
                    <a:lnTo>
                      <a:pt x="48" y="71"/>
                    </a:lnTo>
                    <a:lnTo>
                      <a:pt x="48" y="71"/>
                    </a:lnTo>
                    <a:lnTo>
                      <a:pt x="47" y="70"/>
                    </a:lnTo>
                    <a:lnTo>
                      <a:pt x="47" y="68"/>
                    </a:lnTo>
                    <a:lnTo>
                      <a:pt x="47" y="67"/>
                    </a:lnTo>
                    <a:lnTo>
                      <a:pt x="46" y="65"/>
                    </a:lnTo>
                    <a:lnTo>
                      <a:pt x="46" y="64"/>
                    </a:lnTo>
                    <a:lnTo>
                      <a:pt x="45" y="62"/>
                    </a:lnTo>
                    <a:lnTo>
                      <a:pt x="45" y="61"/>
                    </a:lnTo>
                    <a:lnTo>
                      <a:pt x="44" y="59"/>
                    </a:lnTo>
                    <a:lnTo>
                      <a:pt x="44" y="58"/>
                    </a:lnTo>
                    <a:lnTo>
                      <a:pt x="44" y="56"/>
                    </a:lnTo>
                    <a:lnTo>
                      <a:pt x="43" y="55"/>
                    </a:lnTo>
                    <a:lnTo>
                      <a:pt x="43" y="54"/>
                    </a:lnTo>
                    <a:lnTo>
                      <a:pt x="43" y="53"/>
                    </a:lnTo>
                    <a:lnTo>
                      <a:pt x="42" y="52"/>
                    </a:lnTo>
                    <a:lnTo>
                      <a:pt x="42" y="51"/>
                    </a:lnTo>
                    <a:lnTo>
                      <a:pt x="41" y="50"/>
                    </a:lnTo>
                    <a:lnTo>
                      <a:pt x="41" y="48"/>
                    </a:lnTo>
                    <a:lnTo>
                      <a:pt x="41" y="47"/>
                    </a:lnTo>
                    <a:lnTo>
                      <a:pt x="40" y="46"/>
                    </a:lnTo>
                    <a:lnTo>
                      <a:pt x="40" y="45"/>
                    </a:lnTo>
                    <a:lnTo>
                      <a:pt x="39" y="44"/>
                    </a:lnTo>
                    <a:lnTo>
                      <a:pt x="39" y="43"/>
                    </a:lnTo>
                    <a:lnTo>
                      <a:pt x="39" y="43"/>
                    </a:lnTo>
                    <a:lnTo>
                      <a:pt x="39" y="43"/>
                    </a:lnTo>
                    <a:lnTo>
                      <a:pt x="38" y="43"/>
                    </a:lnTo>
                    <a:lnTo>
                      <a:pt x="38" y="42"/>
                    </a:lnTo>
                    <a:lnTo>
                      <a:pt x="38" y="42"/>
                    </a:lnTo>
                    <a:lnTo>
                      <a:pt x="38" y="41"/>
                    </a:lnTo>
                    <a:lnTo>
                      <a:pt x="38" y="41"/>
                    </a:lnTo>
                    <a:lnTo>
                      <a:pt x="38" y="40"/>
                    </a:lnTo>
                    <a:lnTo>
                      <a:pt x="38" y="40"/>
                    </a:lnTo>
                    <a:lnTo>
                      <a:pt x="38" y="39"/>
                    </a:lnTo>
                    <a:lnTo>
                      <a:pt x="38" y="39"/>
                    </a:lnTo>
                    <a:lnTo>
                      <a:pt x="38" y="39"/>
                    </a:lnTo>
                    <a:lnTo>
                      <a:pt x="37" y="38"/>
                    </a:lnTo>
                    <a:lnTo>
                      <a:pt x="37" y="38"/>
                    </a:lnTo>
                    <a:lnTo>
                      <a:pt x="37" y="37"/>
                    </a:lnTo>
                    <a:lnTo>
                      <a:pt x="37" y="37"/>
                    </a:lnTo>
                    <a:lnTo>
                      <a:pt x="37" y="37"/>
                    </a:lnTo>
                    <a:lnTo>
                      <a:pt x="36" y="36"/>
                    </a:lnTo>
                    <a:lnTo>
                      <a:pt x="36" y="36"/>
                    </a:lnTo>
                    <a:lnTo>
                      <a:pt x="36" y="36"/>
                    </a:lnTo>
                    <a:lnTo>
                      <a:pt x="36" y="35"/>
                    </a:lnTo>
                    <a:lnTo>
                      <a:pt x="36" y="35"/>
                    </a:lnTo>
                    <a:lnTo>
                      <a:pt x="35" y="35"/>
                    </a:lnTo>
                    <a:lnTo>
                      <a:pt x="35" y="34"/>
                    </a:lnTo>
                    <a:lnTo>
                      <a:pt x="35" y="34"/>
                    </a:lnTo>
                    <a:lnTo>
                      <a:pt x="35" y="34"/>
                    </a:lnTo>
                    <a:lnTo>
                      <a:pt x="35" y="33"/>
                    </a:lnTo>
                    <a:lnTo>
                      <a:pt x="35" y="33"/>
                    </a:lnTo>
                    <a:lnTo>
                      <a:pt x="35" y="33"/>
                    </a:lnTo>
                    <a:close/>
                    <a:moveTo>
                      <a:pt x="33" y="31"/>
                    </a:moveTo>
                    <a:lnTo>
                      <a:pt x="33" y="31"/>
                    </a:lnTo>
                    <a:lnTo>
                      <a:pt x="32" y="31"/>
                    </a:lnTo>
                    <a:lnTo>
                      <a:pt x="33" y="31"/>
                    </a:lnTo>
                    <a:lnTo>
                      <a:pt x="33" y="31"/>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75" name="Freeform 21">
                <a:extLst>
                  <a:ext uri="{FF2B5EF4-FFF2-40B4-BE49-F238E27FC236}">
                    <a16:creationId xmlns:a16="http://schemas.microsoft.com/office/drawing/2014/main" id="{54755C8A-0D66-63FC-DD89-BBF6AEBD0445}"/>
                  </a:ext>
                </a:extLst>
              </p:cNvPr>
              <p:cNvSpPr>
                <a:spLocks noEditPoints="1"/>
              </p:cNvSpPr>
              <p:nvPr/>
            </p:nvSpPr>
            <p:spPr bwMode="auto">
              <a:xfrm>
                <a:off x="10584298" y="4505947"/>
                <a:ext cx="621334" cy="301887"/>
              </a:xfrm>
              <a:custGeom>
                <a:avLst/>
                <a:gdLst>
                  <a:gd name="T0" fmla="*/ 40 w 920"/>
                  <a:gd name="T1" fmla="*/ 6 h 447"/>
                  <a:gd name="T2" fmla="*/ 57 w 920"/>
                  <a:gd name="T3" fmla="*/ 18 h 447"/>
                  <a:gd name="T4" fmla="*/ 83 w 920"/>
                  <a:gd name="T5" fmla="*/ 37 h 447"/>
                  <a:gd name="T6" fmla="*/ 126 w 920"/>
                  <a:gd name="T7" fmla="*/ 71 h 447"/>
                  <a:gd name="T8" fmla="*/ 200 w 920"/>
                  <a:gd name="T9" fmla="*/ 132 h 447"/>
                  <a:gd name="T10" fmla="*/ 225 w 920"/>
                  <a:gd name="T11" fmla="*/ 151 h 447"/>
                  <a:gd name="T12" fmla="*/ 249 w 920"/>
                  <a:gd name="T13" fmla="*/ 166 h 447"/>
                  <a:gd name="T14" fmla="*/ 317 w 920"/>
                  <a:gd name="T15" fmla="*/ 184 h 447"/>
                  <a:gd name="T16" fmla="*/ 388 w 920"/>
                  <a:gd name="T17" fmla="*/ 206 h 447"/>
                  <a:gd name="T18" fmla="*/ 455 w 920"/>
                  <a:gd name="T19" fmla="*/ 227 h 447"/>
                  <a:gd name="T20" fmla="*/ 525 w 920"/>
                  <a:gd name="T21" fmla="*/ 251 h 447"/>
                  <a:gd name="T22" fmla="*/ 596 w 920"/>
                  <a:gd name="T23" fmla="*/ 277 h 447"/>
                  <a:gd name="T24" fmla="*/ 661 w 920"/>
                  <a:gd name="T25" fmla="*/ 302 h 447"/>
                  <a:gd name="T26" fmla="*/ 719 w 920"/>
                  <a:gd name="T27" fmla="*/ 329 h 447"/>
                  <a:gd name="T28" fmla="*/ 782 w 920"/>
                  <a:gd name="T29" fmla="*/ 358 h 447"/>
                  <a:gd name="T30" fmla="*/ 828 w 920"/>
                  <a:gd name="T31" fmla="*/ 380 h 447"/>
                  <a:gd name="T32" fmla="*/ 838 w 920"/>
                  <a:gd name="T33" fmla="*/ 386 h 447"/>
                  <a:gd name="T34" fmla="*/ 869 w 920"/>
                  <a:gd name="T35" fmla="*/ 407 h 447"/>
                  <a:gd name="T36" fmla="*/ 888 w 920"/>
                  <a:gd name="T37" fmla="*/ 417 h 447"/>
                  <a:gd name="T38" fmla="*/ 897 w 920"/>
                  <a:gd name="T39" fmla="*/ 423 h 447"/>
                  <a:gd name="T40" fmla="*/ 906 w 920"/>
                  <a:gd name="T41" fmla="*/ 426 h 447"/>
                  <a:gd name="T42" fmla="*/ 909 w 920"/>
                  <a:gd name="T43" fmla="*/ 426 h 447"/>
                  <a:gd name="T44" fmla="*/ 904 w 920"/>
                  <a:gd name="T45" fmla="*/ 447 h 447"/>
                  <a:gd name="T46" fmla="*/ 892 w 920"/>
                  <a:gd name="T47" fmla="*/ 444 h 447"/>
                  <a:gd name="T48" fmla="*/ 880 w 920"/>
                  <a:gd name="T49" fmla="*/ 439 h 447"/>
                  <a:gd name="T50" fmla="*/ 865 w 920"/>
                  <a:gd name="T51" fmla="*/ 431 h 447"/>
                  <a:gd name="T52" fmla="*/ 834 w 920"/>
                  <a:gd name="T53" fmla="*/ 411 h 447"/>
                  <a:gd name="T54" fmla="*/ 819 w 920"/>
                  <a:gd name="T55" fmla="*/ 402 h 447"/>
                  <a:gd name="T56" fmla="*/ 793 w 920"/>
                  <a:gd name="T57" fmla="*/ 391 h 447"/>
                  <a:gd name="T58" fmla="*/ 729 w 920"/>
                  <a:gd name="T59" fmla="*/ 368 h 447"/>
                  <a:gd name="T60" fmla="*/ 665 w 920"/>
                  <a:gd name="T61" fmla="*/ 347 h 447"/>
                  <a:gd name="T62" fmla="*/ 603 w 920"/>
                  <a:gd name="T63" fmla="*/ 324 h 447"/>
                  <a:gd name="T64" fmla="*/ 533 w 920"/>
                  <a:gd name="T65" fmla="*/ 299 h 447"/>
                  <a:gd name="T66" fmla="*/ 463 w 920"/>
                  <a:gd name="T67" fmla="*/ 275 h 447"/>
                  <a:gd name="T68" fmla="*/ 398 w 920"/>
                  <a:gd name="T69" fmla="*/ 253 h 447"/>
                  <a:gd name="T70" fmla="*/ 327 w 920"/>
                  <a:gd name="T71" fmla="*/ 232 h 447"/>
                  <a:gd name="T72" fmla="*/ 257 w 920"/>
                  <a:gd name="T73" fmla="*/ 211 h 447"/>
                  <a:gd name="T74" fmla="*/ 191 w 920"/>
                  <a:gd name="T75" fmla="*/ 194 h 447"/>
                  <a:gd name="T76" fmla="*/ 154 w 920"/>
                  <a:gd name="T77" fmla="*/ 183 h 447"/>
                  <a:gd name="T78" fmla="*/ 127 w 920"/>
                  <a:gd name="T79" fmla="*/ 174 h 447"/>
                  <a:gd name="T80" fmla="*/ 100 w 920"/>
                  <a:gd name="T81" fmla="*/ 163 h 447"/>
                  <a:gd name="T82" fmla="*/ 74 w 920"/>
                  <a:gd name="T83" fmla="*/ 151 h 447"/>
                  <a:gd name="T84" fmla="*/ 49 w 920"/>
                  <a:gd name="T85" fmla="*/ 137 h 447"/>
                  <a:gd name="T86" fmla="*/ 35 w 920"/>
                  <a:gd name="T87" fmla="*/ 128 h 447"/>
                  <a:gd name="T88" fmla="*/ 25 w 920"/>
                  <a:gd name="T89" fmla="*/ 118 h 447"/>
                  <a:gd name="T90" fmla="*/ 19 w 920"/>
                  <a:gd name="T91" fmla="*/ 110 h 447"/>
                  <a:gd name="T92" fmla="*/ 12 w 920"/>
                  <a:gd name="T93" fmla="*/ 100 h 447"/>
                  <a:gd name="T94" fmla="*/ 8 w 920"/>
                  <a:gd name="T95" fmla="*/ 89 h 447"/>
                  <a:gd name="T96" fmla="*/ 4 w 920"/>
                  <a:gd name="T97" fmla="*/ 69 h 447"/>
                  <a:gd name="T98" fmla="*/ 1 w 920"/>
                  <a:gd name="T99" fmla="*/ 45 h 447"/>
                  <a:gd name="T100" fmla="*/ 0 w 920"/>
                  <a:gd name="T101" fmla="*/ 27 h 447"/>
                  <a:gd name="T102" fmla="*/ 3 w 920"/>
                  <a:gd name="T103" fmla="*/ 14 h 447"/>
                  <a:gd name="T104" fmla="*/ 26 w 920"/>
                  <a:gd name="T105" fmla="*/ 0 h 447"/>
                  <a:gd name="T106" fmla="*/ 49 w 920"/>
                  <a:gd name="T107" fmla="*/ 78 h 447"/>
                  <a:gd name="T108" fmla="*/ 53 w 920"/>
                  <a:gd name="T109" fmla="*/ 84 h 447"/>
                  <a:gd name="T110" fmla="*/ 57 w 920"/>
                  <a:gd name="T111" fmla="*/ 89 h 447"/>
                  <a:gd name="T112" fmla="*/ 62 w 920"/>
                  <a:gd name="T113" fmla="*/ 95 h 447"/>
                  <a:gd name="T114" fmla="*/ 68 w 920"/>
                  <a:gd name="T115" fmla="*/ 99 h 447"/>
                  <a:gd name="T116" fmla="*/ 89 w 920"/>
                  <a:gd name="T117" fmla="*/ 112 h 447"/>
                  <a:gd name="T118" fmla="*/ 113 w 920"/>
                  <a:gd name="T119" fmla="*/ 122 h 447"/>
                  <a:gd name="T120" fmla="*/ 108 w 920"/>
                  <a:gd name="T121" fmla="*/ 112 h 447"/>
                  <a:gd name="T122" fmla="*/ 61 w 920"/>
                  <a:gd name="T123" fmla="*/ 74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20" h="447">
                    <a:moveTo>
                      <a:pt x="26" y="0"/>
                    </a:moveTo>
                    <a:lnTo>
                      <a:pt x="28" y="1"/>
                    </a:lnTo>
                    <a:lnTo>
                      <a:pt x="30" y="1"/>
                    </a:lnTo>
                    <a:lnTo>
                      <a:pt x="32" y="2"/>
                    </a:lnTo>
                    <a:lnTo>
                      <a:pt x="33" y="2"/>
                    </a:lnTo>
                    <a:lnTo>
                      <a:pt x="34" y="3"/>
                    </a:lnTo>
                    <a:lnTo>
                      <a:pt x="34" y="3"/>
                    </a:lnTo>
                    <a:lnTo>
                      <a:pt x="35" y="3"/>
                    </a:lnTo>
                    <a:lnTo>
                      <a:pt x="35" y="4"/>
                    </a:lnTo>
                    <a:lnTo>
                      <a:pt x="36" y="4"/>
                    </a:lnTo>
                    <a:lnTo>
                      <a:pt x="37" y="4"/>
                    </a:lnTo>
                    <a:lnTo>
                      <a:pt x="37" y="5"/>
                    </a:lnTo>
                    <a:lnTo>
                      <a:pt x="38" y="5"/>
                    </a:lnTo>
                    <a:lnTo>
                      <a:pt x="39" y="6"/>
                    </a:lnTo>
                    <a:lnTo>
                      <a:pt x="39" y="6"/>
                    </a:lnTo>
                    <a:lnTo>
                      <a:pt x="40" y="6"/>
                    </a:lnTo>
                    <a:lnTo>
                      <a:pt x="41" y="7"/>
                    </a:lnTo>
                    <a:lnTo>
                      <a:pt x="42" y="7"/>
                    </a:lnTo>
                    <a:lnTo>
                      <a:pt x="42" y="8"/>
                    </a:lnTo>
                    <a:lnTo>
                      <a:pt x="43" y="8"/>
                    </a:lnTo>
                    <a:lnTo>
                      <a:pt x="44" y="8"/>
                    </a:lnTo>
                    <a:lnTo>
                      <a:pt x="44" y="9"/>
                    </a:lnTo>
                    <a:lnTo>
                      <a:pt x="45" y="9"/>
                    </a:lnTo>
                    <a:lnTo>
                      <a:pt x="46" y="10"/>
                    </a:lnTo>
                    <a:lnTo>
                      <a:pt x="47" y="11"/>
                    </a:lnTo>
                    <a:lnTo>
                      <a:pt x="49" y="12"/>
                    </a:lnTo>
                    <a:lnTo>
                      <a:pt x="50" y="13"/>
                    </a:lnTo>
                    <a:lnTo>
                      <a:pt x="52" y="14"/>
                    </a:lnTo>
                    <a:lnTo>
                      <a:pt x="53" y="15"/>
                    </a:lnTo>
                    <a:lnTo>
                      <a:pt x="54" y="16"/>
                    </a:lnTo>
                    <a:lnTo>
                      <a:pt x="55" y="17"/>
                    </a:lnTo>
                    <a:lnTo>
                      <a:pt x="57" y="18"/>
                    </a:lnTo>
                    <a:lnTo>
                      <a:pt x="59" y="19"/>
                    </a:lnTo>
                    <a:lnTo>
                      <a:pt x="60" y="21"/>
                    </a:lnTo>
                    <a:lnTo>
                      <a:pt x="62" y="22"/>
                    </a:lnTo>
                    <a:lnTo>
                      <a:pt x="64" y="23"/>
                    </a:lnTo>
                    <a:lnTo>
                      <a:pt x="66" y="24"/>
                    </a:lnTo>
                    <a:lnTo>
                      <a:pt x="67" y="26"/>
                    </a:lnTo>
                    <a:lnTo>
                      <a:pt x="69" y="27"/>
                    </a:lnTo>
                    <a:lnTo>
                      <a:pt x="71" y="28"/>
                    </a:lnTo>
                    <a:lnTo>
                      <a:pt x="73" y="29"/>
                    </a:lnTo>
                    <a:lnTo>
                      <a:pt x="75" y="30"/>
                    </a:lnTo>
                    <a:lnTo>
                      <a:pt x="76" y="31"/>
                    </a:lnTo>
                    <a:lnTo>
                      <a:pt x="78" y="33"/>
                    </a:lnTo>
                    <a:lnTo>
                      <a:pt x="80" y="34"/>
                    </a:lnTo>
                    <a:lnTo>
                      <a:pt x="80" y="34"/>
                    </a:lnTo>
                    <a:lnTo>
                      <a:pt x="82" y="36"/>
                    </a:lnTo>
                    <a:lnTo>
                      <a:pt x="83" y="37"/>
                    </a:lnTo>
                    <a:lnTo>
                      <a:pt x="85" y="39"/>
                    </a:lnTo>
                    <a:lnTo>
                      <a:pt x="87" y="40"/>
                    </a:lnTo>
                    <a:lnTo>
                      <a:pt x="89" y="42"/>
                    </a:lnTo>
                    <a:lnTo>
                      <a:pt x="91" y="44"/>
                    </a:lnTo>
                    <a:lnTo>
                      <a:pt x="93" y="45"/>
                    </a:lnTo>
                    <a:lnTo>
                      <a:pt x="95" y="47"/>
                    </a:lnTo>
                    <a:lnTo>
                      <a:pt x="97" y="48"/>
                    </a:lnTo>
                    <a:lnTo>
                      <a:pt x="99" y="50"/>
                    </a:lnTo>
                    <a:lnTo>
                      <a:pt x="102" y="52"/>
                    </a:lnTo>
                    <a:lnTo>
                      <a:pt x="104" y="53"/>
                    </a:lnTo>
                    <a:lnTo>
                      <a:pt x="106" y="55"/>
                    </a:lnTo>
                    <a:lnTo>
                      <a:pt x="110" y="59"/>
                    </a:lnTo>
                    <a:lnTo>
                      <a:pt x="113" y="61"/>
                    </a:lnTo>
                    <a:lnTo>
                      <a:pt x="118" y="64"/>
                    </a:lnTo>
                    <a:lnTo>
                      <a:pt x="122" y="68"/>
                    </a:lnTo>
                    <a:lnTo>
                      <a:pt x="126" y="71"/>
                    </a:lnTo>
                    <a:lnTo>
                      <a:pt x="131" y="75"/>
                    </a:lnTo>
                    <a:lnTo>
                      <a:pt x="135" y="79"/>
                    </a:lnTo>
                    <a:lnTo>
                      <a:pt x="139" y="82"/>
                    </a:lnTo>
                    <a:lnTo>
                      <a:pt x="143" y="86"/>
                    </a:lnTo>
                    <a:lnTo>
                      <a:pt x="147" y="88"/>
                    </a:lnTo>
                    <a:lnTo>
                      <a:pt x="155" y="95"/>
                    </a:lnTo>
                    <a:lnTo>
                      <a:pt x="164" y="102"/>
                    </a:lnTo>
                    <a:lnTo>
                      <a:pt x="169" y="107"/>
                    </a:lnTo>
                    <a:lnTo>
                      <a:pt x="171" y="109"/>
                    </a:lnTo>
                    <a:lnTo>
                      <a:pt x="179" y="115"/>
                    </a:lnTo>
                    <a:lnTo>
                      <a:pt x="183" y="118"/>
                    </a:lnTo>
                    <a:lnTo>
                      <a:pt x="187" y="121"/>
                    </a:lnTo>
                    <a:lnTo>
                      <a:pt x="190" y="124"/>
                    </a:lnTo>
                    <a:lnTo>
                      <a:pt x="194" y="127"/>
                    </a:lnTo>
                    <a:lnTo>
                      <a:pt x="197" y="130"/>
                    </a:lnTo>
                    <a:lnTo>
                      <a:pt x="200" y="132"/>
                    </a:lnTo>
                    <a:lnTo>
                      <a:pt x="203" y="135"/>
                    </a:lnTo>
                    <a:lnTo>
                      <a:pt x="203" y="135"/>
                    </a:lnTo>
                    <a:lnTo>
                      <a:pt x="206" y="138"/>
                    </a:lnTo>
                    <a:lnTo>
                      <a:pt x="210" y="140"/>
                    </a:lnTo>
                    <a:lnTo>
                      <a:pt x="211" y="141"/>
                    </a:lnTo>
                    <a:lnTo>
                      <a:pt x="212" y="142"/>
                    </a:lnTo>
                    <a:lnTo>
                      <a:pt x="214" y="143"/>
                    </a:lnTo>
                    <a:lnTo>
                      <a:pt x="215" y="145"/>
                    </a:lnTo>
                    <a:lnTo>
                      <a:pt x="216" y="146"/>
                    </a:lnTo>
                    <a:lnTo>
                      <a:pt x="218" y="147"/>
                    </a:lnTo>
                    <a:lnTo>
                      <a:pt x="219" y="147"/>
                    </a:lnTo>
                    <a:lnTo>
                      <a:pt x="220" y="148"/>
                    </a:lnTo>
                    <a:lnTo>
                      <a:pt x="221" y="148"/>
                    </a:lnTo>
                    <a:lnTo>
                      <a:pt x="223" y="149"/>
                    </a:lnTo>
                    <a:lnTo>
                      <a:pt x="224" y="150"/>
                    </a:lnTo>
                    <a:lnTo>
                      <a:pt x="225" y="151"/>
                    </a:lnTo>
                    <a:lnTo>
                      <a:pt x="226" y="152"/>
                    </a:lnTo>
                    <a:lnTo>
                      <a:pt x="226" y="152"/>
                    </a:lnTo>
                    <a:lnTo>
                      <a:pt x="226" y="153"/>
                    </a:lnTo>
                    <a:lnTo>
                      <a:pt x="227" y="154"/>
                    </a:lnTo>
                    <a:lnTo>
                      <a:pt x="228" y="154"/>
                    </a:lnTo>
                    <a:lnTo>
                      <a:pt x="229" y="155"/>
                    </a:lnTo>
                    <a:lnTo>
                      <a:pt x="229" y="155"/>
                    </a:lnTo>
                    <a:lnTo>
                      <a:pt x="230" y="155"/>
                    </a:lnTo>
                    <a:lnTo>
                      <a:pt x="230" y="155"/>
                    </a:lnTo>
                    <a:lnTo>
                      <a:pt x="229" y="158"/>
                    </a:lnTo>
                    <a:lnTo>
                      <a:pt x="228" y="159"/>
                    </a:lnTo>
                    <a:lnTo>
                      <a:pt x="228" y="160"/>
                    </a:lnTo>
                    <a:lnTo>
                      <a:pt x="229" y="160"/>
                    </a:lnTo>
                    <a:lnTo>
                      <a:pt x="236" y="162"/>
                    </a:lnTo>
                    <a:lnTo>
                      <a:pt x="242" y="164"/>
                    </a:lnTo>
                    <a:lnTo>
                      <a:pt x="249" y="166"/>
                    </a:lnTo>
                    <a:lnTo>
                      <a:pt x="255" y="167"/>
                    </a:lnTo>
                    <a:lnTo>
                      <a:pt x="258" y="168"/>
                    </a:lnTo>
                    <a:lnTo>
                      <a:pt x="262" y="169"/>
                    </a:lnTo>
                    <a:lnTo>
                      <a:pt x="265" y="170"/>
                    </a:lnTo>
                    <a:lnTo>
                      <a:pt x="268" y="171"/>
                    </a:lnTo>
                    <a:lnTo>
                      <a:pt x="273" y="172"/>
                    </a:lnTo>
                    <a:lnTo>
                      <a:pt x="277" y="173"/>
                    </a:lnTo>
                    <a:lnTo>
                      <a:pt x="282" y="175"/>
                    </a:lnTo>
                    <a:lnTo>
                      <a:pt x="286" y="176"/>
                    </a:lnTo>
                    <a:lnTo>
                      <a:pt x="290" y="177"/>
                    </a:lnTo>
                    <a:lnTo>
                      <a:pt x="295" y="178"/>
                    </a:lnTo>
                    <a:lnTo>
                      <a:pt x="299" y="179"/>
                    </a:lnTo>
                    <a:lnTo>
                      <a:pt x="304" y="180"/>
                    </a:lnTo>
                    <a:lnTo>
                      <a:pt x="308" y="182"/>
                    </a:lnTo>
                    <a:lnTo>
                      <a:pt x="313" y="183"/>
                    </a:lnTo>
                    <a:lnTo>
                      <a:pt x="317" y="184"/>
                    </a:lnTo>
                    <a:lnTo>
                      <a:pt x="321" y="185"/>
                    </a:lnTo>
                    <a:lnTo>
                      <a:pt x="326" y="187"/>
                    </a:lnTo>
                    <a:lnTo>
                      <a:pt x="330" y="188"/>
                    </a:lnTo>
                    <a:lnTo>
                      <a:pt x="335" y="190"/>
                    </a:lnTo>
                    <a:lnTo>
                      <a:pt x="340" y="191"/>
                    </a:lnTo>
                    <a:lnTo>
                      <a:pt x="343" y="192"/>
                    </a:lnTo>
                    <a:lnTo>
                      <a:pt x="348" y="194"/>
                    </a:lnTo>
                    <a:lnTo>
                      <a:pt x="352" y="195"/>
                    </a:lnTo>
                    <a:lnTo>
                      <a:pt x="357" y="196"/>
                    </a:lnTo>
                    <a:lnTo>
                      <a:pt x="362" y="198"/>
                    </a:lnTo>
                    <a:lnTo>
                      <a:pt x="366" y="199"/>
                    </a:lnTo>
                    <a:lnTo>
                      <a:pt x="371" y="201"/>
                    </a:lnTo>
                    <a:lnTo>
                      <a:pt x="374" y="202"/>
                    </a:lnTo>
                    <a:lnTo>
                      <a:pt x="379" y="203"/>
                    </a:lnTo>
                    <a:lnTo>
                      <a:pt x="383" y="205"/>
                    </a:lnTo>
                    <a:lnTo>
                      <a:pt x="388" y="206"/>
                    </a:lnTo>
                    <a:lnTo>
                      <a:pt x="393" y="207"/>
                    </a:lnTo>
                    <a:lnTo>
                      <a:pt x="397" y="208"/>
                    </a:lnTo>
                    <a:lnTo>
                      <a:pt x="401" y="210"/>
                    </a:lnTo>
                    <a:lnTo>
                      <a:pt x="405" y="211"/>
                    </a:lnTo>
                    <a:lnTo>
                      <a:pt x="410" y="212"/>
                    </a:lnTo>
                    <a:lnTo>
                      <a:pt x="415" y="214"/>
                    </a:lnTo>
                    <a:lnTo>
                      <a:pt x="419" y="215"/>
                    </a:lnTo>
                    <a:lnTo>
                      <a:pt x="424" y="217"/>
                    </a:lnTo>
                    <a:lnTo>
                      <a:pt x="428" y="218"/>
                    </a:lnTo>
                    <a:lnTo>
                      <a:pt x="432" y="220"/>
                    </a:lnTo>
                    <a:lnTo>
                      <a:pt x="437" y="221"/>
                    </a:lnTo>
                    <a:lnTo>
                      <a:pt x="441" y="223"/>
                    </a:lnTo>
                    <a:lnTo>
                      <a:pt x="446" y="224"/>
                    </a:lnTo>
                    <a:lnTo>
                      <a:pt x="450" y="226"/>
                    </a:lnTo>
                    <a:lnTo>
                      <a:pt x="453" y="227"/>
                    </a:lnTo>
                    <a:lnTo>
                      <a:pt x="455" y="227"/>
                    </a:lnTo>
                    <a:lnTo>
                      <a:pt x="459" y="229"/>
                    </a:lnTo>
                    <a:lnTo>
                      <a:pt x="463" y="230"/>
                    </a:lnTo>
                    <a:lnTo>
                      <a:pt x="468" y="232"/>
                    </a:lnTo>
                    <a:lnTo>
                      <a:pt x="472" y="234"/>
                    </a:lnTo>
                    <a:lnTo>
                      <a:pt x="477" y="235"/>
                    </a:lnTo>
                    <a:lnTo>
                      <a:pt x="481" y="236"/>
                    </a:lnTo>
                    <a:lnTo>
                      <a:pt x="486" y="237"/>
                    </a:lnTo>
                    <a:lnTo>
                      <a:pt x="490" y="239"/>
                    </a:lnTo>
                    <a:lnTo>
                      <a:pt x="494" y="240"/>
                    </a:lnTo>
                    <a:lnTo>
                      <a:pt x="499" y="242"/>
                    </a:lnTo>
                    <a:lnTo>
                      <a:pt x="503" y="243"/>
                    </a:lnTo>
                    <a:lnTo>
                      <a:pt x="508" y="245"/>
                    </a:lnTo>
                    <a:lnTo>
                      <a:pt x="512" y="247"/>
                    </a:lnTo>
                    <a:lnTo>
                      <a:pt x="516" y="248"/>
                    </a:lnTo>
                    <a:lnTo>
                      <a:pt x="521" y="250"/>
                    </a:lnTo>
                    <a:lnTo>
                      <a:pt x="525" y="251"/>
                    </a:lnTo>
                    <a:lnTo>
                      <a:pt x="530" y="253"/>
                    </a:lnTo>
                    <a:lnTo>
                      <a:pt x="534" y="255"/>
                    </a:lnTo>
                    <a:lnTo>
                      <a:pt x="539" y="256"/>
                    </a:lnTo>
                    <a:lnTo>
                      <a:pt x="543" y="258"/>
                    </a:lnTo>
                    <a:lnTo>
                      <a:pt x="547" y="260"/>
                    </a:lnTo>
                    <a:lnTo>
                      <a:pt x="552" y="261"/>
                    </a:lnTo>
                    <a:lnTo>
                      <a:pt x="556" y="263"/>
                    </a:lnTo>
                    <a:lnTo>
                      <a:pt x="561" y="265"/>
                    </a:lnTo>
                    <a:lnTo>
                      <a:pt x="565" y="265"/>
                    </a:lnTo>
                    <a:lnTo>
                      <a:pt x="570" y="267"/>
                    </a:lnTo>
                    <a:lnTo>
                      <a:pt x="574" y="268"/>
                    </a:lnTo>
                    <a:lnTo>
                      <a:pt x="578" y="270"/>
                    </a:lnTo>
                    <a:lnTo>
                      <a:pt x="582" y="272"/>
                    </a:lnTo>
                    <a:lnTo>
                      <a:pt x="587" y="274"/>
                    </a:lnTo>
                    <a:lnTo>
                      <a:pt x="591" y="275"/>
                    </a:lnTo>
                    <a:lnTo>
                      <a:pt x="596" y="277"/>
                    </a:lnTo>
                    <a:lnTo>
                      <a:pt x="600" y="279"/>
                    </a:lnTo>
                    <a:lnTo>
                      <a:pt x="604" y="280"/>
                    </a:lnTo>
                    <a:lnTo>
                      <a:pt x="609" y="282"/>
                    </a:lnTo>
                    <a:lnTo>
                      <a:pt x="613" y="284"/>
                    </a:lnTo>
                    <a:lnTo>
                      <a:pt x="618" y="285"/>
                    </a:lnTo>
                    <a:lnTo>
                      <a:pt x="622" y="287"/>
                    </a:lnTo>
                    <a:lnTo>
                      <a:pt x="627" y="289"/>
                    </a:lnTo>
                    <a:lnTo>
                      <a:pt x="631" y="290"/>
                    </a:lnTo>
                    <a:lnTo>
                      <a:pt x="635" y="292"/>
                    </a:lnTo>
                    <a:lnTo>
                      <a:pt x="639" y="294"/>
                    </a:lnTo>
                    <a:lnTo>
                      <a:pt x="643" y="295"/>
                    </a:lnTo>
                    <a:lnTo>
                      <a:pt x="644" y="295"/>
                    </a:lnTo>
                    <a:lnTo>
                      <a:pt x="648" y="297"/>
                    </a:lnTo>
                    <a:lnTo>
                      <a:pt x="652" y="299"/>
                    </a:lnTo>
                    <a:lnTo>
                      <a:pt x="657" y="301"/>
                    </a:lnTo>
                    <a:lnTo>
                      <a:pt x="661" y="302"/>
                    </a:lnTo>
                    <a:lnTo>
                      <a:pt x="665" y="304"/>
                    </a:lnTo>
                    <a:lnTo>
                      <a:pt x="669" y="306"/>
                    </a:lnTo>
                    <a:lnTo>
                      <a:pt x="673" y="308"/>
                    </a:lnTo>
                    <a:lnTo>
                      <a:pt x="678" y="310"/>
                    </a:lnTo>
                    <a:lnTo>
                      <a:pt x="680" y="311"/>
                    </a:lnTo>
                    <a:lnTo>
                      <a:pt x="682" y="312"/>
                    </a:lnTo>
                    <a:lnTo>
                      <a:pt x="687" y="314"/>
                    </a:lnTo>
                    <a:lnTo>
                      <a:pt x="690" y="316"/>
                    </a:lnTo>
                    <a:lnTo>
                      <a:pt x="694" y="318"/>
                    </a:lnTo>
                    <a:lnTo>
                      <a:pt x="699" y="320"/>
                    </a:lnTo>
                    <a:lnTo>
                      <a:pt x="703" y="322"/>
                    </a:lnTo>
                    <a:lnTo>
                      <a:pt x="707" y="324"/>
                    </a:lnTo>
                    <a:lnTo>
                      <a:pt x="708" y="324"/>
                    </a:lnTo>
                    <a:lnTo>
                      <a:pt x="712" y="325"/>
                    </a:lnTo>
                    <a:lnTo>
                      <a:pt x="716" y="327"/>
                    </a:lnTo>
                    <a:lnTo>
                      <a:pt x="719" y="329"/>
                    </a:lnTo>
                    <a:lnTo>
                      <a:pt x="724" y="331"/>
                    </a:lnTo>
                    <a:lnTo>
                      <a:pt x="728" y="333"/>
                    </a:lnTo>
                    <a:lnTo>
                      <a:pt x="733" y="335"/>
                    </a:lnTo>
                    <a:lnTo>
                      <a:pt x="737" y="337"/>
                    </a:lnTo>
                    <a:lnTo>
                      <a:pt x="741" y="339"/>
                    </a:lnTo>
                    <a:lnTo>
                      <a:pt x="746" y="341"/>
                    </a:lnTo>
                    <a:lnTo>
                      <a:pt x="749" y="343"/>
                    </a:lnTo>
                    <a:lnTo>
                      <a:pt x="753" y="345"/>
                    </a:lnTo>
                    <a:lnTo>
                      <a:pt x="756" y="346"/>
                    </a:lnTo>
                    <a:lnTo>
                      <a:pt x="758" y="347"/>
                    </a:lnTo>
                    <a:lnTo>
                      <a:pt x="762" y="349"/>
                    </a:lnTo>
                    <a:lnTo>
                      <a:pt x="766" y="351"/>
                    </a:lnTo>
                    <a:lnTo>
                      <a:pt x="770" y="353"/>
                    </a:lnTo>
                    <a:lnTo>
                      <a:pt x="775" y="354"/>
                    </a:lnTo>
                    <a:lnTo>
                      <a:pt x="778" y="356"/>
                    </a:lnTo>
                    <a:lnTo>
                      <a:pt x="782" y="358"/>
                    </a:lnTo>
                    <a:lnTo>
                      <a:pt x="787" y="360"/>
                    </a:lnTo>
                    <a:lnTo>
                      <a:pt x="791" y="362"/>
                    </a:lnTo>
                    <a:lnTo>
                      <a:pt x="795" y="364"/>
                    </a:lnTo>
                    <a:lnTo>
                      <a:pt x="799" y="366"/>
                    </a:lnTo>
                    <a:lnTo>
                      <a:pt x="804" y="368"/>
                    </a:lnTo>
                    <a:lnTo>
                      <a:pt x="807" y="370"/>
                    </a:lnTo>
                    <a:lnTo>
                      <a:pt x="811" y="372"/>
                    </a:lnTo>
                    <a:lnTo>
                      <a:pt x="815" y="374"/>
                    </a:lnTo>
                    <a:lnTo>
                      <a:pt x="820" y="376"/>
                    </a:lnTo>
                    <a:lnTo>
                      <a:pt x="824" y="378"/>
                    </a:lnTo>
                    <a:lnTo>
                      <a:pt x="824" y="378"/>
                    </a:lnTo>
                    <a:lnTo>
                      <a:pt x="825" y="379"/>
                    </a:lnTo>
                    <a:lnTo>
                      <a:pt x="826" y="379"/>
                    </a:lnTo>
                    <a:lnTo>
                      <a:pt x="826" y="379"/>
                    </a:lnTo>
                    <a:lnTo>
                      <a:pt x="827" y="380"/>
                    </a:lnTo>
                    <a:lnTo>
                      <a:pt x="828" y="380"/>
                    </a:lnTo>
                    <a:lnTo>
                      <a:pt x="828" y="380"/>
                    </a:lnTo>
                    <a:lnTo>
                      <a:pt x="829" y="381"/>
                    </a:lnTo>
                    <a:lnTo>
                      <a:pt x="829" y="381"/>
                    </a:lnTo>
                    <a:lnTo>
                      <a:pt x="830" y="381"/>
                    </a:lnTo>
                    <a:lnTo>
                      <a:pt x="831" y="382"/>
                    </a:lnTo>
                    <a:lnTo>
                      <a:pt x="831" y="382"/>
                    </a:lnTo>
                    <a:lnTo>
                      <a:pt x="831" y="382"/>
                    </a:lnTo>
                    <a:lnTo>
                      <a:pt x="832" y="382"/>
                    </a:lnTo>
                    <a:lnTo>
                      <a:pt x="833" y="383"/>
                    </a:lnTo>
                    <a:lnTo>
                      <a:pt x="833" y="383"/>
                    </a:lnTo>
                    <a:lnTo>
                      <a:pt x="834" y="383"/>
                    </a:lnTo>
                    <a:lnTo>
                      <a:pt x="834" y="383"/>
                    </a:lnTo>
                    <a:lnTo>
                      <a:pt x="834" y="383"/>
                    </a:lnTo>
                    <a:lnTo>
                      <a:pt x="836" y="384"/>
                    </a:lnTo>
                    <a:lnTo>
                      <a:pt x="837" y="385"/>
                    </a:lnTo>
                    <a:lnTo>
                      <a:pt x="838" y="386"/>
                    </a:lnTo>
                    <a:lnTo>
                      <a:pt x="840" y="387"/>
                    </a:lnTo>
                    <a:lnTo>
                      <a:pt x="841" y="388"/>
                    </a:lnTo>
                    <a:lnTo>
                      <a:pt x="843" y="389"/>
                    </a:lnTo>
                    <a:lnTo>
                      <a:pt x="844" y="390"/>
                    </a:lnTo>
                    <a:lnTo>
                      <a:pt x="846" y="391"/>
                    </a:lnTo>
                    <a:lnTo>
                      <a:pt x="847" y="392"/>
                    </a:lnTo>
                    <a:lnTo>
                      <a:pt x="849" y="393"/>
                    </a:lnTo>
                    <a:lnTo>
                      <a:pt x="850" y="394"/>
                    </a:lnTo>
                    <a:lnTo>
                      <a:pt x="854" y="396"/>
                    </a:lnTo>
                    <a:lnTo>
                      <a:pt x="857" y="398"/>
                    </a:lnTo>
                    <a:lnTo>
                      <a:pt x="860" y="400"/>
                    </a:lnTo>
                    <a:lnTo>
                      <a:pt x="863" y="403"/>
                    </a:lnTo>
                    <a:lnTo>
                      <a:pt x="864" y="404"/>
                    </a:lnTo>
                    <a:lnTo>
                      <a:pt x="866" y="405"/>
                    </a:lnTo>
                    <a:lnTo>
                      <a:pt x="867" y="406"/>
                    </a:lnTo>
                    <a:lnTo>
                      <a:pt x="869" y="407"/>
                    </a:lnTo>
                    <a:lnTo>
                      <a:pt x="870" y="408"/>
                    </a:lnTo>
                    <a:lnTo>
                      <a:pt x="872" y="409"/>
                    </a:lnTo>
                    <a:lnTo>
                      <a:pt x="874" y="410"/>
                    </a:lnTo>
                    <a:lnTo>
                      <a:pt x="875" y="411"/>
                    </a:lnTo>
                    <a:lnTo>
                      <a:pt x="877" y="412"/>
                    </a:lnTo>
                    <a:lnTo>
                      <a:pt x="879" y="412"/>
                    </a:lnTo>
                    <a:lnTo>
                      <a:pt x="880" y="413"/>
                    </a:lnTo>
                    <a:lnTo>
                      <a:pt x="882" y="414"/>
                    </a:lnTo>
                    <a:lnTo>
                      <a:pt x="883" y="414"/>
                    </a:lnTo>
                    <a:lnTo>
                      <a:pt x="883" y="415"/>
                    </a:lnTo>
                    <a:lnTo>
                      <a:pt x="884" y="415"/>
                    </a:lnTo>
                    <a:lnTo>
                      <a:pt x="885" y="416"/>
                    </a:lnTo>
                    <a:lnTo>
                      <a:pt x="886" y="416"/>
                    </a:lnTo>
                    <a:lnTo>
                      <a:pt x="886" y="417"/>
                    </a:lnTo>
                    <a:lnTo>
                      <a:pt x="887" y="417"/>
                    </a:lnTo>
                    <a:lnTo>
                      <a:pt x="888" y="417"/>
                    </a:lnTo>
                    <a:lnTo>
                      <a:pt x="888" y="417"/>
                    </a:lnTo>
                    <a:lnTo>
                      <a:pt x="889" y="418"/>
                    </a:lnTo>
                    <a:lnTo>
                      <a:pt x="889" y="418"/>
                    </a:lnTo>
                    <a:lnTo>
                      <a:pt x="890" y="419"/>
                    </a:lnTo>
                    <a:lnTo>
                      <a:pt x="891" y="419"/>
                    </a:lnTo>
                    <a:lnTo>
                      <a:pt x="892" y="419"/>
                    </a:lnTo>
                    <a:lnTo>
                      <a:pt x="892" y="420"/>
                    </a:lnTo>
                    <a:lnTo>
                      <a:pt x="892" y="420"/>
                    </a:lnTo>
                    <a:lnTo>
                      <a:pt x="893" y="420"/>
                    </a:lnTo>
                    <a:lnTo>
                      <a:pt x="893" y="421"/>
                    </a:lnTo>
                    <a:lnTo>
                      <a:pt x="894" y="421"/>
                    </a:lnTo>
                    <a:lnTo>
                      <a:pt x="895" y="421"/>
                    </a:lnTo>
                    <a:lnTo>
                      <a:pt x="895" y="422"/>
                    </a:lnTo>
                    <a:lnTo>
                      <a:pt x="896" y="422"/>
                    </a:lnTo>
                    <a:lnTo>
                      <a:pt x="897" y="422"/>
                    </a:lnTo>
                    <a:lnTo>
                      <a:pt x="897" y="423"/>
                    </a:lnTo>
                    <a:lnTo>
                      <a:pt x="898" y="423"/>
                    </a:lnTo>
                    <a:lnTo>
                      <a:pt x="899" y="423"/>
                    </a:lnTo>
                    <a:lnTo>
                      <a:pt x="899" y="423"/>
                    </a:lnTo>
                    <a:lnTo>
                      <a:pt x="900" y="424"/>
                    </a:lnTo>
                    <a:lnTo>
                      <a:pt x="900" y="424"/>
                    </a:lnTo>
                    <a:lnTo>
                      <a:pt x="901" y="424"/>
                    </a:lnTo>
                    <a:lnTo>
                      <a:pt x="902" y="424"/>
                    </a:lnTo>
                    <a:lnTo>
                      <a:pt x="902" y="424"/>
                    </a:lnTo>
                    <a:lnTo>
                      <a:pt x="903" y="425"/>
                    </a:lnTo>
                    <a:lnTo>
                      <a:pt x="903" y="425"/>
                    </a:lnTo>
                    <a:lnTo>
                      <a:pt x="904" y="425"/>
                    </a:lnTo>
                    <a:lnTo>
                      <a:pt x="904" y="425"/>
                    </a:lnTo>
                    <a:lnTo>
                      <a:pt x="905" y="425"/>
                    </a:lnTo>
                    <a:lnTo>
                      <a:pt x="905" y="425"/>
                    </a:lnTo>
                    <a:lnTo>
                      <a:pt x="905" y="425"/>
                    </a:lnTo>
                    <a:lnTo>
                      <a:pt x="906" y="426"/>
                    </a:lnTo>
                    <a:lnTo>
                      <a:pt x="906" y="426"/>
                    </a:lnTo>
                    <a:lnTo>
                      <a:pt x="907" y="426"/>
                    </a:lnTo>
                    <a:lnTo>
                      <a:pt x="907" y="426"/>
                    </a:lnTo>
                    <a:lnTo>
                      <a:pt x="907" y="426"/>
                    </a:lnTo>
                    <a:lnTo>
                      <a:pt x="907" y="426"/>
                    </a:lnTo>
                    <a:lnTo>
                      <a:pt x="907" y="426"/>
                    </a:lnTo>
                    <a:lnTo>
                      <a:pt x="908" y="426"/>
                    </a:lnTo>
                    <a:lnTo>
                      <a:pt x="908" y="426"/>
                    </a:lnTo>
                    <a:lnTo>
                      <a:pt x="908" y="426"/>
                    </a:lnTo>
                    <a:lnTo>
                      <a:pt x="908" y="426"/>
                    </a:lnTo>
                    <a:lnTo>
                      <a:pt x="908" y="426"/>
                    </a:lnTo>
                    <a:lnTo>
                      <a:pt x="908" y="426"/>
                    </a:lnTo>
                    <a:lnTo>
                      <a:pt x="908" y="426"/>
                    </a:lnTo>
                    <a:lnTo>
                      <a:pt x="908" y="426"/>
                    </a:lnTo>
                    <a:lnTo>
                      <a:pt x="909" y="426"/>
                    </a:lnTo>
                    <a:lnTo>
                      <a:pt x="909" y="426"/>
                    </a:lnTo>
                    <a:lnTo>
                      <a:pt x="917" y="429"/>
                    </a:lnTo>
                    <a:lnTo>
                      <a:pt x="920" y="437"/>
                    </a:lnTo>
                    <a:lnTo>
                      <a:pt x="920" y="437"/>
                    </a:lnTo>
                    <a:lnTo>
                      <a:pt x="916" y="444"/>
                    </a:lnTo>
                    <a:lnTo>
                      <a:pt x="908" y="447"/>
                    </a:lnTo>
                    <a:lnTo>
                      <a:pt x="908" y="447"/>
                    </a:lnTo>
                    <a:lnTo>
                      <a:pt x="908" y="447"/>
                    </a:lnTo>
                    <a:lnTo>
                      <a:pt x="908" y="447"/>
                    </a:lnTo>
                    <a:lnTo>
                      <a:pt x="907" y="447"/>
                    </a:lnTo>
                    <a:lnTo>
                      <a:pt x="907" y="447"/>
                    </a:lnTo>
                    <a:lnTo>
                      <a:pt x="906" y="447"/>
                    </a:lnTo>
                    <a:lnTo>
                      <a:pt x="906" y="447"/>
                    </a:lnTo>
                    <a:lnTo>
                      <a:pt x="906" y="447"/>
                    </a:lnTo>
                    <a:lnTo>
                      <a:pt x="905" y="447"/>
                    </a:lnTo>
                    <a:lnTo>
                      <a:pt x="905" y="447"/>
                    </a:lnTo>
                    <a:lnTo>
                      <a:pt x="904" y="447"/>
                    </a:lnTo>
                    <a:lnTo>
                      <a:pt x="904" y="447"/>
                    </a:lnTo>
                    <a:lnTo>
                      <a:pt x="904" y="447"/>
                    </a:lnTo>
                    <a:lnTo>
                      <a:pt x="903" y="447"/>
                    </a:lnTo>
                    <a:lnTo>
                      <a:pt x="902" y="447"/>
                    </a:lnTo>
                    <a:lnTo>
                      <a:pt x="901" y="447"/>
                    </a:lnTo>
                    <a:lnTo>
                      <a:pt x="900" y="446"/>
                    </a:lnTo>
                    <a:lnTo>
                      <a:pt x="900" y="446"/>
                    </a:lnTo>
                    <a:lnTo>
                      <a:pt x="899" y="446"/>
                    </a:lnTo>
                    <a:lnTo>
                      <a:pt x="898" y="446"/>
                    </a:lnTo>
                    <a:lnTo>
                      <a:pt x="897" y="446"/>
                    </a:lnTo>
                    <a:lnTo>
                      <a:pt x="896" y="445"/>
                    </a:lnTo>
                    <a:lnTo>
                      <a:pt x="896" y="445"/>
                    </a:lnTo>
                    <a:lnTo>
                      <a:pt x="895" y="445"/>
                    </a:lnTo>
                    <a:lnTo>
                      <a:pt x="894" y="445"/>
                    </a:lnTo>
                    <a:lnTo>
                      <a:pt x="893" y="444"/>
                    </a:lnTo>
                    <a:lnTo>
                      <a:pt x="892" y="444"/>
                    </a:lnTo>
                    <a:lnTo>
                      <a:pt x="892" y="444"/>
                    </a:lnTo>
                    <a:lnTo>
                      <a:pt x="892" y="443"/>
                    </a:lnTo>
                    <a:lnTo>
                      <a:pt x="891" y="443"/>
                    </a:lnTo>
                    <a:lnTo>
                      <a:pt x="890" y="443"/>
                    </a:lnTo>
                    <a:lnTo>
                      <a:pt x="889" y="442"/>
                    </a:lnTo>
                    <a:lnTo>
                      <a:pt x="889" y="442"/>
                    </a:lnTo>
                    <a:lnTo>
                      <a:pt x="888" y="442"/>
                    </a:lnTo>
                    <a:lnTo>
                      <a:pt x="887" y="442"/>
                    </a:lnTo>
                    <a:lnTo>
                      <a:pt x="886" y="442"/>
                    </a:lnTo>
                    <a:lnTo>
                      <a:pt x="885" y="442"/>
                    </a:lnTo>
                    <a:lnTo>
                      <a:pt x="885" y="441"/>
                    </a:lnTo>
                    <a:lnTo>
                      <a:pt x="884" y="441"/>
                    </a:lnTo>
                    <a:lnTo>
                      <a:pt x="883" y="440"/>
                    </a:lnTo>
                    <a:lnTo>
                      <a:pt x="882" y="440"/>
                    </a:lnTo>
                    <a:lnTo>
                      <a:pt x="881" y="440"/>
                    </a:lnTo>
                    <a:lnTo>
                      <a:pt x="880" y="439"/>
                    </a:lnTo>
                    <a:lnTo>
                      <a:pt x="880" y="439"/>
                    </a:lnTo>
                    <a:lnTo>
                      <a:pt x="879" y="438"/>
                    </a:lnTo>
                    <a:lnTo>
                      <a:pt x="878" y="438"/>
                    </a:lnTo>
                    <a:lnTo>
                      <a:pt x="877" y="437"/>
                    </a:lnTo>
                    <a:lnTo>
                      <a:pt x="877" y="437"/>
                    </a:lnTo>
                    <a:lnTo>
                      <a:pt x="876" y="437"/>
                    </a:lnTo>
                    <a:lnTo>
                      <a:pt x="875" y="436"/>
                    </a:lnTo>
                    <a:lnTo>
                      <a:pt x="875" y="436"/>
                    </a:lnTo>
                    <a:lnTo>
                      <a:pt x="874" y="436"/>
                    </a:lnTo>
                    <a:lnTo>
                      <a:pt x="873" y="435"/>
                    </a:lnTo>
                    <a:lnTo>
                      <a:pt x="872" y="435"/>
                    </a:lnTo>
                    <a:lnTo>
                      <a:pt x="871" y="434"/>
                    </a:lnTo>
                    <a:lnTo>
                      <a:pt x="870" y="434"/>
                    </a:lnTo>
                    <a:lnTo>
                      <a:pt x="869" y="433"/>
                    </a:lnTo>
                    <a:lnTo>
                      <a:pt x="867" y="432"/>
                    </a:lnTo>
                    <a:lnTo>
                      <a:pt x="865" y="431"/>
                    </a:lnTo>
                    <a:lnTo>
                      <a:pt x="863" y="430"/>
                    </a:lnTo>
                    <a:lnTo>
                      <a:pt x="863" y="428"/>
                    </a:lnTo>
                    <a:lnTo>
                      <a:pt x="861" y="427"/>
                    </a:lnTo>
                    <a:lnTo>
                      <a:pt x="859" y="426"/>
                    </a:lnTo>
                    <a:lnTo>
                      <a:pt x="858" y="425"/>
                    </a:lnTo>
                    <a:lnTo>
                      <a:pt x="856" y="424"/>
                    </a:lnTo>
                    <a:lnTo>
                      <a:pt x="854" y="423"/>
                    </a:lnTo>
                    <a:lnTo>
                      <a:pt x="852" y="422"/>
                    </a:lnTo>
                    <a:lnTo>
                      <a:pt x="851" y="421"/>
                    </a:lnTo>
                    <a:lnTo>
                      <a:pt x="847" y="419"/>
                    </a:lnTo>
                    <a:lnTo>
                      <a:pt x="844" y="417"/>
                    </a:lnTo>
                    <a:lnTo>
                      <a:pt x="841" y="415"/>
                    </a:lnTo>
                    <a:lnTo>
                      <a:pt x="838" y="413"/>
                    </a:lnTo>
                    <a:lnTo>
                      <a:pt x="836" y="412"/>
                    </a:lnTo>
                    <a:lnTo>
                      <a:pt x="835" y="412"/>
                    </a:lnTo>
                    <a:lnTo>
                      <a:pt x="834" y="411"/>
                    </a:lnTo>
                    <a:lnTo>
                      <a:pt x="833" y="410"/>
                    </a:lnTo>
                    <a:lnTo>
                      <a:pt x="831" y="409"/>
                    </a:lnTo>
                    <a:lnTo>
                      <a:pt x="830" y="408"/>
                    </a:lnTo>
                    <a:lnTo>
                      <a:pt x="828" y="407"/>
                    </a:lnTo>
                    <a:lnTo>
                      <a:pt x="827" y="407"/>
                    </a:lnTo>
                    <a:lnTo>
                      <a:pt x="826" y="406"/>
                    </a:lnTo>
                    <a:lnTo>
                      <a:pt x="824" y="405"/>
                    </a:lnTo>
                    <a:lnTo>
                      <a:pt x="823" y="404"/>
                    </a:lnTo>
                    <a:lnTo>
                      <a:pt x="822" y="404"/>
                    </a:lnTo>
                    <a:lnTo>
                      <a:pt x="822" y="404"/>
                    </a:lnTo>
                    <a:lnTo>
                      <a:pt x="821" y="403"/>
                    </a:lnTo>
                    <a:lnTo>
                      <a:pt x="821" y="403"/>
                    </a:lnTo>
                    <a:lnTo>
                      <a:pt x="820" y="403"/>
                    </a:lnTo>
                    <a:lnTo>
                      <a:pt x="819" y="402"/>
                    </a:lnTo>
                    <a:lnTo>
                      <a:pt x="819" y="402"/>
                    </a:lnTo>
                    <a:lnTo>
                      <a:pt x="819" y="402"/>
                    </a:lnTo>
                    <a:lnTo>
                      <a:pt x="818" y="402"/>
                    </a:lnTo>
                    <a:lnTo>
                      <a:pt x="818" y="402"/>
                    </a:lnTo>
                    <a:lnTo>
                      <a:pt x="817" y="401"/>
                    </a:lnTo>
                    <a:lnTo>
                      <a:pt x="817" y="401"/>
                    </a:lnTo>
                    <a:lnTo>
                      <a:pt x="816" y="401"/>
                    </a:lnTo>
                    <a:lnTo>
                      <a:pt x="816" y="401"/>
                    </a:lnTo>
                    <a:lnTo>
                      <a:pt x="816" y="401"/>
                    </a:lnTo>
                    <a:lnTo>
                      <a:pt x="815" y="400"/>
                    </a:lnTo>
                    <a:lnTo>
                      <a:pt x="815" y="400"/>
                    </a:lnTo>
                    <a:lnTo>
                      <a:pt x="814" y="400"/>
                    </a:lnTo>
                    <a:lnTo>
                      <a:pt x="814" y="400"/>
                    </a:lnTo>
                    <a:lnTo>
                      <a:pt x="810" y="398"/>
                    </a:lnTo>
                    <a:lnTo>
                      <a:pt x="805" y="396"/>
                    </a:lnTo>
                    <a:lnTo>
                      <a:pt x="802" y="395"/>
                    </a:lnTo>
                    <a:lnTo>
                      <a:pt x="798" y="393"/>
                    </a:lnTo>
                    <a:lnTo>
                      <a:pt x="793" y="391"/>
                    </a:lnTo>
                    <a:lnTo>
                      <a:pt x="789" y="390"/>
                    </a:lnTo>
                    <a:lnTo>
                      <a:pt x="784" y="388"/>
                    </a:lnTo>
                    <a:lnTo>
                      <a:pt x="780" y="387"/>
                    </a:lnTo>
                    <a:lnTo>
                      <a:pt x="776" y="385"/>
                    </a:lnTo>
                    <a:lnTo>
                      <a:pt x="772" y="383"/>
                    </a:lnTo>
                    <a:lnTo>
                      <a:pt x="768" y="383"/>
                    </a:lnTo>
                    <a:lnTo>
                      <a:pt x="763" y="381"/>
                    </a:lnTo>
                    <a:lnTo>
                      <a:pt x="759" y="380"/>
                    </a:lnTo>
                    <a:lnTo>
                      <a:pt x="754" y="378"/>
                    </a:lnTo>
                    <a:lnTo>
                      <a:pt x="750" y="376"/>
                    </a:lnTo>
                    <a:lnTo>
                      <a:pt x="747" y="375"/>
                    </a:lnTo>
                    <a:lnTo>
                      <a:pt x="745" y="374"/>
                    </a:lnTo>
                    <a:lnTo>
                      <a:pt x="742" y="373"/>
                    </a:lnTo>
                    <a:lnTo>
                      <a:pt x="738" y="372"/>
                    </a:lnTo>
                    <a:lnTo>
                      <a:pt x="733" y="370"/>
                    </a:lnTo>
                    <a:lnTo>
                      <a:pt x="729" y="368"/>
                    </a:lnTo>
                    <a:lnTo>
                      <a:pt x="724" y="367"/>
                    </a:lnTo>
                    <a:lnTo>
                      <a:pt x="720" y="365"/>
                    </a:lnTo>
                    <a:lnTo>
                      <a:pt x="716" y="363"/>
                    </a:lnTo>
                    <a:lnTo>
                      <a:pt x="712" y="362"/>
                    </a:lnTo>
                    <a:lnTo>
                      <a:pt x="708" y="360"/>
                    </a:lnTo>
                    <a:lnTo>
                      <a:pt x="703" y="359"/>
                    </a:lnTo>
                    <a:lnTo>
                      <a:pt x="699" y="357"/>
                    </a:lnTo>
                    <a:lnTo>
                      <a:pt x="695" y="356"/>
                    </a:lnTo>
                    <a:lnTo>
                      <a:pt x="694" y="355"/>
                    </a:lnTo>
                    <a:lnTo>
                      <a:pt x="690" y="354"/>
                    </a:lnTo>
                    <a:lnTo>
                      <a:pt x="686" y="353"/>
                    </a:lnTo>
                    <a:lnTo>
                      <a:pt x="682" y="352"/>
                    </a:lnTo>
                    <a:lnTo>
                      <a:pt x="677" y="350"/>
                    </a:lnTo>
                    <a:lnTo>
                      <a:pt x="673" y="349"/>
                    </a:lnTo>
                    <a:lnTo>
                      <a:pt x="668" y="347"/>
                    </a:lnTo>
                    <a:lnTo>
                      <a:pt x="665" y="347"/>
                    </a:lnTo>
                    <a:lnTo>
                      <a:pt x="664" y="346"/>
                    </a:lnTo>
                    <a:lnTo>
                      <a:pt x="660" y="344"/>
                    </a:lnTo>
                    <a:lnTo>
                      <a:pt x="655" y="343"/>
                    </a:lnTo>
                    <a:lnTo>
                      <a:pt x="651" y="341"/>
                    </a:lnTo>
                    <a:lnTo>
                      <a:pt x="646" y="340"/>
                    </a:lnTo>
                    <a:lnTo>
                      <a:pt x="642" y="338"/>
                    </a:lnTo>
                    <a:lnTo>
                      <a:pt x="637" y="337"/>
                    </a:lnTo>
                    <a:lnTo>
                      <a:pt x="633" y="335"/>
                    </a:lnTo>
                    <a:lnTo>
                      <a:pt x="629" y="334"/>
                    </a:lnTo>
                    <a:lnTo>
                      <a:pt x="629" y="334"/>
                    </a:lnTo>
                    <a:lnTo>
                      <a:pt x="625" y="332"/>
                    </a:lnTo>
                    <a:lnTo>
                      <a:pt x="620" y="330"/>
                    </a:lnTo>
                    <a:lnTo>
                      <a:pt x="616" y="329"/>
                    </a:lnTo>
                    <a:lnTo>
                      <a:pt x="611" y="327"/>
                    </a:lnTo>
                    <a:lnTo>
                      <a:pt x="607" y="325"/>
                    </a:lnTo>
                    <a:lnTo>
                      <a:pt x="603" y="324"/>
                    </a:lnTo>
                    <a:lnTo>
                      <a:pt x="599" y="323"/>
                    </a:lnTo>
                    <a:lnTo>
                      <a:pt x="594" y="321"/>
                    </a:lnTo>
                    <a:lnTo>
                      <a:pt x="590" y="320"/>
                    </a:lnTo>
                    <a:lnTo>
                      <a:pt x="585" y="318"/>
                    </a:lnTo>
                    <a:lnTo>
                      <a:pt x="581" y="316"/>
                    </a:lnTo>
                    <a:lnTo>
                      <a:pt x="576" y="315"/>
                    </a:lnTo>
                    <a:lnTo>
                      <a:pt x="573" y="313"/>
                    </a:lnTo>
                    <a:lnTo>
                      <a:pt x="568" y="312"/>
                    </a:lnTo>
                    <a:lnTo>
                      <a:pt x="564" y="310"/>
                    </a:lnTo>
                    <a:lnTo>
                      <a:pt x="559" y="308"/>
                    </a:lnTo>
                    <a:lnTo>
                      <a:pt x="555" y="307"/>
                    </a:lnTo>
                    <a:lnTo>
                      <a:pt x="550" y="305"/>
                    </a:lnTo>
                    <a:lnTo>
                      <a:pt x="546" y="303"/>
                    </a:lnTo>
                    <a:lnTo>
                      <a:pt x="542" y="302"/>
                    </a:lnTo>
                    <a:lnTo>
                      <a:pt x="538" y="300"/>
                    </a:lnTo>
                    <a:lnTo>
                      <a:pt x="533" y="299"/>
                    </a:lnTo>
                    <a:lnTo>
                      <a:pt x="529" y="297"/>
                    </a:lnTo>
                    <a:lnTo>
                      <a:pt x="524" y="295"/>
                    </a:lnTo>
                    <a:lnTo>
                      <a:pt x="520" y="295"/>
                    </a:lnTo>
                    <a:lnTo>
                      <a:pt x="516" y="293"/>
                    </a:lnTo>
                    <a:lnTo>
                      <a:pt x="512" y="292"/>
                    </a:lnTo>
                    <a:lnTo>
                      <a:pt x="507" y="290"/>
                    </a:lnTo>
                    <a:lnTo>
                      <a:pt x="503" y="289"/>
                    </a:lnTo>
                    <a:lnTo>
                      <a:pt x="498" y="287"/>
                    </a:lnTo>
                    <a:lnTo>
                      <a:pt x="494" y="285"/>
                    </a:lnTo>
                    <a:lnTo>
                      <a:pt x="489" y="284"/>
                    </a:lnTo>
                    <a:lnTo>
                      <a:pt x="486" y="282"/>
                    </a:lnTo>
                    <a:lnTo>
                      <a:pt x="481" y="281"/>
                    </a:lnTo>
                    <a:lnTo>
                      <a:pt x="476" y="279"/>
                    </a:lnTo>
                    <a:lnTo>
                      <a:pt x="472" y="278"/>
                    </a:lnTo>
                    <a:lnTo>
                      <a:pt x="467" y="276"/>
                    </a:lnTo>
                    <a:lnTo>
                      <a:pt x="463" y="275"/>
                    </a:lnTo>
                    <a:lnTo>
                      <a:pt x="458" y="273"/>
                    </a:lnTo>
                    <a:lnTo>
                      <a:pt x="455" y="272"/>
                    </a:lnTo>
                    <a:lnTo>
                      <a:pt x="450" y="270"/>
                    </a:lnTo>
                    <a:lnTo>
                      <a:pt x="446" y="269"/>
                    </a:lnTo>
                    <a:lnTo>
                      <a:pt x="441" y="267"/>
                    </a:lnTo>
                    <a:lnTo>
                      <a:pt x="440" y="267"/>
                    </a:lnTo>
                    <a:lnTo>
                      <a:pt x="437" y="266"/>
                    </a:lnTo>
                    <a:lnTo>
                      <a:pt x="432" y="265"/>
                    </a:lnTo>
                    <a:lnTo>
                      <a:pt x="428" y="264"/>
                    </a:lnTo>
                    <a:lnTo>
                      <a:pt x="424" y="262"/>
                    </a:lnTo>
                    <a:lnTo>
                      <a:pt x="419" y="261"/>
                    </a:lnTo>
                    <a:lnTo>
                      <a:pt x="415" y="259"/>
                    </a:lnTo>
                    <a:lnTo>
                      <a:pt x="410" y="258"/>
                    </a:lnTo>
                    <a:lnTo>
                      <a:pt x="406" y="256"/>
                    </a:lnTo>
                    <a:lnTo>
                      <a:pt x="401" y="255"/>
                    </a:lnTo>
                    <a:lnTo>
                      <a:pt x="398" y="253"/>
                    </a:lnTo>
                    <a:lnTo>
                      <a:pt x="393" y="252"/>
                    </a:lnTo>
                    <a:lnTo>
                      <a:pt x="389" y="251"/>
                    </a:lnTo>
                    <a:lnTo>
                      <a:pt x="384" y="249"/>
                    </a:lnTo>
                    <a:lnTo>
                      <a:pt x="380" y="248"/>
                    </a:lnTo>
                    <a:lnTo>
                      <a:pt x="375" y="246"/>
                    </a:lnTo>
                    <a:lnTo>
                      <a:pt x="371" y="245"/>
                    </a:lnTo>
                    <a:lnTo>
                      <a:pt x="367" y="243"/>
                    </a:lnTo>
                    <a:lnTo>
                      <a:pt x="362" y="242"/>
                    </a:lnTo>
                    <a:lnTo>
                      <a:pt x="358" y="241"/>
                    </a:lnTo>
                    <a:lnTo>
                      <a:pt x="353" y="239"/>
                    </a:lnTo>
                    <a:lnTo>
                      <a:pt x="349" y="238"/>
                    </a:lnTo>
                    <a:lnTo>
                      <a:pt x="344" y="236"/>
                    </a:lnTo>
                    <a:lnTo>
                      <a:pt x="341" y="236"/>
                    </a:lnTo>
                    <a:lnTo>
                      <a:pt x="336" y="235"/>
                    </a:lnTo>
                    <a:lnTo>
                      <a:pt x="332" y="233"/>
                    </a:lnTo>
                    <a:lnTo>
                      <a:pt x="327" y="232"/>
                    </a:lnTo>
                    <a:lnTo>
                      <a:pt x="323" y="231"/>
                    </a:lnTo>
                    <a:lnTo>
                      <a:pt x="318" y="229"/>
                    </a:lnTo>
                    <a:lnTo>
                      <a:pt x="313" y="228"/>
                    </a:lnTo>
                    <a:lnTo>
                      <a:pt x="310" y="227"/>
                    </a:lnTo>
                    <a:lnTo>
                      <a:pt x="305" y="225"/>
                    </a:lnTo>
                    <a:lnTo>
                      <a:pt x="301" y="224"/>
                    </a:lnTo>
                    <a:lnTo>
                      <a:pt x="296" y="223"/>
                    </a:lnTo>
                    <a:lnTo>
                      <a:pt x="292" y="222"/>
                    </a:lnTo>
                    <a:lnTo>
                      <a:pt x="287" y="220"/>
                    </a:lnTo>
                    <a:lnTo>
                      <a:pt x="284" y="219"/>
                    </a:lnTo>
                    <a:lnTo>
                      <a:pt x="279" y="218"/>
                    </a:lnTo>
                    <a:lnTo>
                      <a:pt x="275" y="216"/>
                    </a:lnTo>
                    <a:lnTo>
                      <a:pt x="270" y="215"/>
                    </a:lnTo>
                    <a:lnTo>
                      <a:pt x="266" y="214"/>
                    </a:lnTo>
                    <a:lnTo>
                      <a:pt x="261" y="213"/>
                    </a:lnTo>
                    <a:lnTo>
                      <a:pt x="257" y="211"/>
                    </a:lnTo>
                    <a:lnTo>
                      <a:pt x="254" y="211"/>
                    </a:lnTo>
                    <a:lnTo>
                      <a:pt x="251" y="210"/>
                    </a:lnTo>
                    <a:lnTo>
                      <a:pt x="248" y="209"/>
                    </a:lnTo>
                    <a:lnTo>
                      <a:pt x="245" y="208"/>
                    </a:lnTo>
                    <a:lnTo>
                      <a:pt x="238" y="206"/>
                    </a:lnTo>
                    <a:lnTo>
                      <a:pt x="231" y="205"/>
                    </a:lnTo>
                    <a:lnTo>
                      <a:pt x="225" y="203"/>
                    </a:lnTo>
                    <a:lnTo>
                      <a:pt x="218" y="202"/>
                    </a:lnTo>
                    <a:lnTo>
                      <a:pt x="215" y="201"/>
                    </a:lnTo>
                    <a:lnTo>
                      <a:pt x="211" y="200"/>
                    </a:lnTo>
                    <a:lnTo>
                      <a:pt x="208" y="199"/>
                    </a:lnTo>
                    <a:lnTo>
                      <a:pt x="204" y="198"/>
                    </a:lnTo>
                    <a:lnTo>
                      <a:pt x="201" y="197"/>
                    </a:lnTo>
                    <a:lnTo>
                      <a:pt x="197" y="196"/>
                    </a:lnTo>
                    <a:lnTo>
                      <a:pt x="195" y="195"/>
                    </a:lnTo>
                    <a:lnTo>
                      <a:pt x="191" y="194"/>
                    </a:lnTo>
                    <a:lnTo>
                      <a:pt x="187" y="193"/>
                    </a:lnTo>
                    <a:lnTo>
                      <a:pt x="184" y="192"/>
                    </a:lnTo>
                    <a:lnTo>
                      <a:pt x="180" y="191"/>
                    </a:lnTo>
                    <a:lnTo>
                      <a:pt x="177" y="190"/>
                    </a:lnTo>
                    <a:lnTo>
                      <a:pt x="173" y="189"/>
                    </a:lnTo>
                    <a:lnTo>
                      <a:pt x="170" y="188"/>
                    </a:lnTo>
                    <a:lnTo>
                      <a:pt x="169" y="187"/>
                    </a:lnTo>
                    <a:lnTo>
                      <a:pt x="167" y="186"/>
                    </a:lnTo>
                    <a:lnTo>
                      <a:pt x="166" y="186"/>
                    </a:lnTo>
                    <a:lnTo>
                      <a:pt x="165" y="186"/>
                    </a:lnTo>
                    <a:lnTo>
                      <a:pt x="163" y="185"/>
                    </a:lnTo>
                    <a:lnTo>
                      <a:pt x="162" y="185"/>
                    </a:lnTo>
                    <a:lnTo>
                      <a:pt x="160" y="184"/>
                    </a:lnTo>
                    <a:lnTo>
                      <a:pt x="158" y="184"/>
                    </a:lnTo>
                    <a:lnTo>
                      <a:pt x="156" y="183"/>
                    </a:lnTo>
                    <a:lnTo>
                      <a:pt x="154" y="183"/>
                    </a:lnTo>
                    <a:lnTo>
                      <a:pt x="153" y="182"/>
                    </a:lnTo>
                    <a:lnTo>
                      <a:pt x="151" y="181"/>
                    </a:lnTo>
                    <a:lnTo>
                      <a:pt x="149" y="181"/>
                    </a:lnTo>
                    <a:lnTo>
                      <a:pt x="147" y="180"/>
                    </a:lnTo>
                    <a:lnTo>
                      <a:pt x="145" y="180"/>
                    </a:lnTo>
                    <a:lnTo>
                      <a:pt x="144" y="179"/>
                    </a:lnTo>
                    <a:lnTo>
                      <a:pt x="142" y="178"/>
                    </a:lnTo>
                    <a:lnTo>
                      <a:pt x="140" y="178"/>
                    </a:lnTo>
                    <a:lnTo>
                      <a:pt x="139" y="177"/>
                    </a:lnTo>
                    <a:lnTo>
                      <a:pt x="138" y="177"/>
                    </a:lnTo>
                    <a:lnTo>
                      <a:pt x="136" y="177"/>
                    </a:lnTo>
                    <a:lnTo>
                      <a:pt x="134" y="176"/>
                    </a:lnTo>
                    <a:lnTo>
                      <a:pt x="132" y="176"/>
                    </a:lnTo>
                    <a:lnTo>
                      <a:pt x="130" y="175"/>
                    </a:lnTo>
                    <a:lnTo>
                      <a:pt x="129" y="175"/>
                    </a:lnTo>
                    <a:lnTo>
                      <a:pt x="127" y="174"/>
                    </a:lnTo>
                    <a:lnTo>
                      <a:pt x="125" y="173"/>
                    </a:lnTo>
                    <a:lnTo>
                      <a:pt x="123" y="173"/>
                    </a:lnTo>
                    <a:lnTo>
                      <a:pt x="122" y="172"/>
                    </a:lnTo>
                    <a:lnTo>
                      <a:pt x="120" y="171"/>
                    </a:lnTo>
                    <a:lnTo>
                      <a:pt x="118" y="171"/>
                    </a:lnTo>
                    <a:lnTo>
                      <a:pt x="116" y="170"/>
                    </a:lnTo>
                    <a:lnTo>
                      <a:pt x="114" y="169"/>
                    </a:lnTo>
                    <a:lnTo>
                      <a:pt x="113" y="169"/>
                    </a:lnTo>
                    <a:lnTo>
                      <a:pt x="111" y="168"/>
                    </a:lnTo>
                    <a:lnTo>
                      <a:pt x="110" y="167"/>
                    </a:lnTo>
                    <a:lnTo>
                      <a:pt x="108" y="167"/>
                    </a:lnTo>
                    <a:lnTo>
                      <a:pt x="107" y="166"/>
                    </a:lnTo>
                    <a:lnTo>
                      <a:pt x="105" y="165"/>
                    </a:lnTo>
                    <a:lnTo>
                      <a:pt x="103" y="164"/>
                    </a:lnTo>
                    <a:lnTo>
                      <a:pt x="101" y="164"/>
                    </a:lnTo>
                    <a:lnTo>
                      <a:pt x="100" y="163"/>
                    </a:lnTo>
                    <a:lnTo>
                      <a:pt x="98" y="162"/>
                    </a:lnTo>
                    <a:lnTo>
                      <a:pt x="96" y="162"/>
                    </a:lnTo>
                    <a:lnTo>
                      <a:pt x="95" y="161"/>
                    </a:lnTo>
                    <a:lnTo>
                      <a:pt x="93" y="160"/>
                    </a:lnTo>
                    <a:lnTo>
                      <a:pt x="91" y="159"/>
                    </a:lnTo>
                    <a:lnTo>
                      <a:pt x="89" y="159"/>
                    </a:lnTo>
                    <a:lnTo>
                      <a:pt x="88" y="158"/>
                    </a:lnTo>
                    <a:lnTo>
                      <a:pt x="86" y="157"/>
                    </a:lnTo>
                    <a:lnTo>
                      <a:pt x="84" y="156"/>
                    </a:lnTo>
                    <a:lnTo>
                      <a:pt x="83" y="155"/>
                    </a:lnTo>
                    <a:lnTo>
                      <a:pt x="82" y="155"/>
                    </a:lnTo>
                    <a:lnTo>
                      <a:pt x="80" y="154"/>
                    </a:lnTo>
                    <a:lnTo>
                      <a:pt x="79" y="153"/>
                    </a:lnTo>
                    <a:lnTo>
                      <a:pt x="77" y="152"/>
                    </a:lnTo>
                    <a:lnTo>
                      <a:pt x="75" y="151"/>
                    </a:lnTo>
                    <a:lnTo>
                      <a:pt x="74" y="151"/>
                    </a:lnTo>
                    <a:lnTo>
                      <a:pt x="72" y="150"/>
                    </a:lnTo>
                    <a:lnTo>
                      <a:pt x="70" y="149"/>
                    </a:lnTo>
                    <a:lnTo>
                      <a:pt x="69" y="148"/>
                    </a:lnTo>
                    <a:lnTo>
                      <a:pt x="67" y="147"/>
                    </a:lnTo>
                    <a:lnTo>
                      <a:pt x="65" y="147"/>
                    </a:lnTo>
                    <a:lnTo>
                      <a:pt x="64" y="146"/>
                    </a:lnTo>
                    <a:lnTo>
                      <a:pt x="62" y="146"/>
                    </a:lnTo>
                    <a:lnTo>
                      <a:pt x="61" y="145"/>
                    </a:lnTo>
                    <a:lnTo>
                      <a:pt x="59" y="144"/>
                    </a:lnTo>
                    <a:lnTo>
                      <a:pt x="57" y="143"/>
                    </a:lnTo>
                    <a:lnTo>
                      <a:pt x="56" y="142"/>
                    </a:lnTo>
                    <a:lnTo>
                      <a:pt x="54" y="141"/>
                    </a:lnTo>
                    <a:lnTo>
                      <a:pt x="53" y="140"/>
                    </a:lnTo>
                    <a:lnTo>
                      <a:pt x="52" y="139"/>
                    </a:lnTo>
                    <a:lnTo>
                      <a:pt x="50" y="138"/>
                    </a:lnTo>
                    <a:lnTo>
                      <a:pt x="49" y="137"/>
                    </a:lnTo>
                    <a:lnTo>
                      <a:pt x="47" y="136"/>
                    </a:lnTo>
                    <a:lnTo>
                      <a:pt x="46" y="135"/>
                    </a:lnTo>
                    <a:lnTo>
                      <a:pt x="44" y="134"/>
                    </a:lnTo>
                    <a:lnTo>
                      <a:pt x="43" y="134"/>
                    </a:lnTo>
                    <a:lnTo>
                      <a:pt x="43" y="133"/>
                    </a:lnTo>
                    <a:lnTo>
                      <a:pt x="42" y="133"/>
                    </a:lnTo>
                    <a:lnTo>
                      <a:pt x="41" y="132"/>
                    </a:lnTo>
                    <a:lnTo>
                      <a:pt x="40" y="132"/>
                    </a:lnTo>
                    <a:lnTo>
                      <a:pt x="40" y="131"/>
                    </a:lnTo>
                    <a:lnTo>
                      <a:pt x="39" y="131"/>
                    </a:lnTo>
                    <a:lnTo>
                      <a:pt x="38" y="130"/>
                    </a:lnTo>
                    <a:lnTo>
                      <a:pt x="38" y="130"/>
                    </a:lnTo>
                    <a:lnTo>
                      <a:pt x="37" y="129"/>
                    </a:lnTo>
                    <a:lnTo>
                      <a:pt x="36" y="129"/>
                    </a:lnTo>
                    <a:lnTo>
                      <a:pt x="36" y="128"/>
                    </a:lnTo>
                    <a:lnTo>
                      <a:pt x="35" y="128"/>
                    </a:lnTo>
                    <a:lnTo>
                      <a:pt x="34" y="127"/>
                    </a:lnTo>
                    <a:lnTo>
                      <a:pt x="34" y="127"/>
                    </a:lnTo>
                    <a:lnTo>
                      <a:pt x="33" y="126"/>
                    </a:lnTo>
                    <a:lnTo>
                      <a:pt x="32" y="125"/>
                    </a:lnTo>
                    <a:lnTo>
                      <a:pt x="32" y="125"/>
                    </a:lnTo>
                    <a:lnTo>
                      <a:pt x="31" y="124"/>
                    </a:lnTo>
                    <a:lnTo>
                      <a:pt x="31" y="124"/>
                    </a:lnTo>
                    <a:lnTo>
                      <a:pt x="30" y="123"/>
                    </a:lnTo>
                    <a:lnTo>
                      <a:pt x="29" y="122"/>
                    </a:lnTo>
                    <a:lnTo>
                      <a:pt x="29" y="122"/>
                    </a:lnTo>
                    <a:lnTo>
                      <a:pt x="28" y="121"/>
                    </a:lnTo>
                    <a:lnTo>
                      <a:pt x="28" y="121"/>
                    </a:lnTo>
                    <a:lnTo>
                      <a:pt x="27" y="120"/>
                    </a:lnTo>
                    <a:lnTo>
                      <a:pt x="27" y="119"/>
                    </a:lnTo>
                    <a:lnTo>
                      <a:pt x="26" y="119"/>
                    </a:lnTo>
                    <a:lnTo>
                      <a:pt x="25" y="118"/>
                    </a:lnTo>
                    <a:lnTo>
                      <a:pt x="25" y="118"/>
                    </a:lnTo>
                    <a:lnTo>
                      <a:pt x="24" y="118"/>
                    </a:lnTo>
                    <a:lnTo>
                      <a:pt x="24" y="117"/>
                    </a:lnTo>
                    <a:lnTo>
                      <a:pt x="24" y="117"/>
                    </a:lnTo>
                    <a:lnTo>
                      <a:pt x="24" y="116"/>
                    </a:lnTo>
                    <a:lnTo>
                      <a:pt x="24" y="116"/>
                    </a:lnTo>
                    <a:lnTo>
                      <a:pt x="23" y="116"/>
                    </a:lnTo>
                    <a:lnTo>
                      <a:pt x="23" y="115"/>
                    </a:lnTo>
                    <a:lnTo>
                      <a:pt x="22" y="114"/>
                    </a:lnTo>
                    <a:lnTo>
                      <a:pt x="22" y="114"/>
                    </a:lnTo>
                    <a:lnTo>
                      <a:pt x="21" y="113"/>
                    </a:lnTo>
                    <a:lnTo>
                      <a:pt x="21" y="112"/>
                    </a:lnTo>
                    <a:lnTo>
                      <a:pt x="20" y="112"/>
                    </a:lnTo>
                    <a:lnTo>
                      <a:pt x="20" y="111"/>
                    </a:lnTo>
                    <a:lnTo>
                      <a:pt x="19" y="110"/>
                    </a:lnTo>
                    <a:lnTo>
                      <a:pt x="19" y="110"/>
                    </a:lnTo>
                    <a:lnTo>
                      <a:pt x="19" y="109"/>
                    </a:lnTo>
                    <a:lnTo>
                      <a:pt x="18" y="109"/>
                    </a:lnTo>
                    <a:lnTo>
                      <a:pt x="18" y="108"/>
                    </a:lnTo>
                    <a:lnTo>
                      <a:pt x="17" y="107"/>
                    </a:lnTo>
                    <a:lnTo>
                      <a:pt x="17" y="107"/>
                    </a:lnTo>
                    <a:lnTo>
                      <a:pt x="16" y="106"/>
                    </a:lnTo>
                    <a:lnTo>
                      <a:pt x="16" y="105"/>
                    </a:lnTo>
                    <a:lnTo>
                      <a:pt x="16" y="105"/>
                    </a:lnTo>
                    <a:lnTo>
                      <a:pt x="15" y="104"/>
                    </a:lnTo>
                    <a:lnTo>
                      <a:pt x="15" y="103"/>
                    </a:lnTo>
                    <a:lnTo>
                      <a:pt x="14" y="103"/>
                    </a:lnTo>
                    <a:lnTo>
                      <a:pt x="14" y="102"/>
                    </a:lnTo>
                    <a:lnTo>
                      <a:pt x="14" y="102"/>
                    </a:lnTo>
                    <a:lnTo>
                      <a:pt x="13" y="101"/>
                    </a:lnTo>
                    <a:lnTo>
                      <a:pt x="13" y="100"/>
                    </a:lnTo>
                    <a:lnTo>
                      <a:pt x="12" y="100"/>
                    </a:lnTo>
                    <a:lnTo>
                      <a:pt x="12" y="99"/>
                    </a:lnTo>
                    <a:lnTo>
                      <a:pt x="12" y="98"/>
                    </a:lnTo>
                    <a:lnTo>
                      <a:pt x="11" y="98"/>
                    </a:lnTo>
                    <a:lnTo>
                      <a:pt x="11" y="97"/>
                    </a:lnTo>
                    <a:lnTo>
                      <a:pt x="10" y="96"/>
                    </a:lnTo>
                    <a:lnTo>
                      <a:pt x="10" y="95"/>
                    </a:lnTo>
                    <a:lnTo>
                      <a:pt x="10" y="94"/>
                    </a:lnTo>
                    <a:lnTo>
                      <a:pt x="9" y="93"/>
                    </a:lnTo>
                    <a:lnTo>
                      <a:pt x="9" y="93"/>
                    </a:lnTo>
                    <a:lnTo>
                      <a:pt x="9" y="92"/>
                    </a:lnTo>
                    <a:lnTo>
                      <a:pt x="9" y="91"/>
                    </a:lnTo>
                    <a:lnTo>
                      <a:pt x="9" y="91"/>
                    </a:lnTo>
                    <a:lnTo>
                      <a:pt x="8" y="90"/>
                    </a:lnTo>
                    <a:lnTo>
                      <a:pt x="8" y="90"/>
                    </a:lnTo>
                    <a:lnTo>
                      <a:pt x="8" y="89"/>
                    </a:lnTo>
                    <a:lnTo>
                      <a:pt x="8" y="89"/>
                    </a:lnTo>
                    <a:lnTo>
                      <a:pt x="8" y="88"/>
                    </a:lnTo>
                    <a:lnTo>
                      <a:pt x="7" y="88"/>
                    </a:lnTo>
                    <a:lnTo>
                      <a:pt x="7" y="87"/>
                    </a:lnTo>
                    <a:lnTo>
                      <a:pt x="7" y="85"/>
                    </a:lnTo>
                    <a:lnTo>
                      <a:pt x="7" y="84"/>
                    </a:lnTo>
                    <a:lnTo>
                      <a:pt x="7" y="83"/>
                    </a:lnTo>
                    <a:lnTo>
                      <a:pt x="6" y="82"/>
                    </a:lnTo>
                    <a:lnTo>
                      <a:pt x="6" y="80"/>
                    </a:lnTo>
                    <a:lnTo>
                      <a:pt x="6" y="79"/>
                    </a:lnTo>
                    <a:lnTo>
                      <a:pt x="6" y="78"/>
                    </a:lnTo>
                    <a:lnTo>
                      <a:pt x="5" y="76"/>
                    </a:lnTo>
                    <a:lnTo>
                      <a:pt x="5" y="75"/>
                    </a:lnTo>
                    <a:lnTo>
                      <a:pt x="5" y="74"/>
                    </a:lnTo>
                    <a:lnTo>
                      <a:pt x="5" y="72"/>
                    </a:lnTo>
                    <a:lnTo>
                      <a:pt x="5" y="71"/>
                    </a:lnTo>
                    <a:lnTo>
                      <a:pt x="4" y="69"/>
                    </a:lnTo>
                    <a:lnTo>
                      <a:pt x="4" y="68"/>
                    </a:lnTo>
                    <a:lnTo>
                      <a:pt x="4" y="66"/>
                    </a:lnTo>
                    <a:lnTo>
                      <a:pt x="4" y="64"/>
                    </a:lnTo>
                    <a:lnTo>
                      <a:pt x="3" y="63"/>
                    </a:lnTo>
                    <a:lnTo>
                      <a:pt x="3" y="61"/>
                    </a:lnTo>
                    <a:lnTo>
                      <a:pt x="3" y="60"/>
                    </a:lnTo>
                    <a:lnTo>
                      <a:pt x="3" y="59"/>
                    </a:lnTo>
                    <a:lnTo>
                      <a:pt x="3" y="57"/>
                    </a:lnTo>
                    <a:lnTo>
                      <a:pt x="2" y="56"/>
                    </a:lnTo>
                    <a:lnTo>
                      <a:pt x="2" y="54"/>
                    </a:lnTo>
                    <a:lnTo>
                      <a:pt x="2" y="53"/>
                    </a:lnTo>
                    <a:lnTo>
                      <a:pt x="2" y="51"/>
                    </a:lnTo>
                    <a:lnTo>
                      <a:pt x="2" y="49"/>
                    </a:lnTo>
                    <a:lnTo>
                      <a:pt x="2" y="48"/>
                    </a:lnTo>
                    <a:lnTo>
                      <a:pt x="2" y="46"/>
                    </a:lnTo>
                    <a:lnTo>
                      <a:pt x="1" y="45"/>
                    </a:lnTo>
                    <a:lnTo>
                      <a:pt x="1" y="43"/>
                    </a:lnTo>
                    <a:lnTo>
                      <a:pt x="1" y="42"/>
                    </a:lnTo>
                    <a:lnTo>
                      <a:pt x="1" y="40"/>
                    </a:lnTo>
                    <a:lnTo>
                      <a:pt x="1" y="39"/>
                    </a:lnTo>
                    <a:lnTo>
                      <a:pt x="1" y="37"/>
                    </a:lnTo>
                    <a:lnTo>
                      <a:pt x="1" y="36"/>
                    </a:lnTo>
                    <a:lnTo>
                      <a:pt x="1" y="34"/>
                    </a:lnTo>
                    <a:lnTo>
                      <a:pt x="1" y="33"/>
                    </a:lnTo>
                    <a:lnTo>
                      <a:pt x="1" y="32"/>
                    </a:lnTo>
                    <a:lnTo>
                      <a:pt x="0" y="30"/>
                    </a:lnTo>
                    <a:lnTo>
                      <a:pt x="0" y="29"/>
                    </a:lnTo>
                    <a:lnTo>
                      <a:pt x="0" y="29"/>
                    </a:lnTo>
                    <a:lnTo>
                      <a:pt x="0" y="29"/>
                    </a:lnTo>
                    <a:lnTo>
                      <a:pt x="0" y="28"/>
                    </a:lnTo>
                    <a:lnTo>
                      <a:pt x="0" y="28"/>
                    </a:lnTo>
                    <a:lnTo>
                      <a:pt x="0" y="27"/>
                    </a:lnTo>
                    <a:lnTo>
                      <a:pt x="0" y="26"/>
                    </a:lnTo>
                    <a:lnTo>
                      <a:pt x="1" y="26"/>
                    </a:lnTo>
                    <a:lnTo>
                      <a:pt x="1" y="25"/>
                    </a:lnTo>
                    <a:lnTo>
                      <a:pt x="1" y="24"/>
                    </a:lnTo>
                    <a:lnTo>
                      <a:pt x="1" y="24"/>
                    </a:lnTo>
                    <a:lnTo>
                      <a:pt x="1" y="23"/>
                    </a:lnTo>
                    <a:lnTo>
                      <a:pt x="1" y="22"/>
                    </a:lnTo>
                    <a:lnTo>
                      <a:pt x="1" y="22"/>
                    </a:lnTo>
                    <a:lnTo>
                      <a:pt x="1" y="21"/>
                    </a:lnTo>
                    <a:lnTo>
                      <a:pt x="1" y="20"/>
                    </a:lnTo>
                    <a:lnTo>
                      <a:pt x="1" y="19"/>
                    </a:lnTo>
                    <a:lnTo>
                      <a:pt x="1" y="18"/>
                    </a:lnTo>
                    <a:lnTo>
                      <a:pt x="2" y="17"/>
                    </a:lnTo>
                    <a:lnTo>
                      <a:pt x="2" y="16"/>
                    </a:lnTo>
                    <a:lnTo>
                      <a:pt x="2" y="15"/>
                    </a:lnTo>
                    <a:lnTo>
                      <a:pt x="3" y="14"/>
                    </a:lnTo>
                    <a:lnTo>
                      <a:pt x="3" y="13"/>
                    </a:lnTo>
                    <a:lnTo>
                      <a:pt x="4" y="12"/>
                    </a:lnTo>
                    <a:lnTo>
                      <a:pt x="4" y="11"/>
                    </a:lnTo>
                    <a:lnTo>
                      <a:pt x="5" y="10"/>
                    </a:lnTo>
                    <a:lnTo>
                      <a:pt x="5" y="9"/>
                    </a:lnTo>
                    <a:lnTo>
                      <a:pt x="6" y="8"/>
                    </a:lnTo>
                    <a:lnTo>
                      <a:pt x="7" y="7"/>
                    </a:lnTo>
                    <a:lnTo>
                      <a:pt x="9" y="6"/>
                    </a:lnTo>
                    <a:lnTo>
                      <a:pt x="10" y="4"/>
                    </a:lnTo>
                    <a:lnTo>
                      <a:pt x="12" y="3"/>
                    </a:lnTo>
                    <a:lnTo>
                      <a:pt x="14" y="2"/>
                    </a:lnTo>
                    <a:lnTo>
                      <a:pt x="17" y="1"/>
                    </a:lnTo>
                    <a:lnTo>
                      <a:pt x="19" y="0"/>
                    </a:lnTo>
                    <a:lnTo>
                      <a:pt x="22" y="0"/>
                    </a:lnTo>
                    <a:lnTo>
                      <a:pt x="24" y="0"/>
                    </a:lnTo>
                    <a:lnTo>
                      <a:pt x="26" y="0"/>
                    </a:lnTo>
                    <a:lnTo>
                      <a:pt x="26" y="0"/>
                    </a:lnTo>
                    <a:close/>
                    <a:moveTo>
                      <a:pt x="47" y="63"/>
                    </a:moveTo>
                    <a:lnTo>
                      <a:pt x="47" y="64"/>
                    </a:lnTo>
                    <a:lnTo>
                      <a:pt x="47" y="66"/>
                    </a:lnTo>
                    <a:lnTo>
                      <a:pt x="47" y="67"/>
                    </a:lnTo>
                    <a:lnTo>
                      <a:pt x="48" y="68"/>
                    </a:lnTo>
                    <a:lnTo>
                      <a:pt x="48" y="70"/>
                    </a:lnTo>
                    <a:lnTo>
                      <a:pt x="48" y="71"/>
                    </a:lnTo>
                    <a:lnTo>
                      <a:pt x="48" y="72"/>
                    </a:lnTo>
                    <a:lnTo>
                      <a:pt x="48" y="73"/>
                    </a:lnTo>
                    <a:lnTo>
                      <a:pt x="49" y="74"/>
                    </a:lnTo>
                    <a:lnTo>
                      <a:pt x="49" y="75"/>
                    </a:lnTo>
                    <a:lnTo>
                      <a:pt x="49" y="76"/>
                    </a:lnTo>
                    <a:lnTo>
                      <a:pt x="49" y="77"/>
                    </a:lnTo>
                    <a:lnTo>
                      <a:pt x="49" y="77"/>
                    </a:lnTo>
                    <a:lnTo>
                      <a:pt x="49" y="78"/>
                    </a:lnTo>
                    <a:lnTo>
                      <a:pt x="49" y="78"/>
                    </a:lnTo>
                    <a:lnTo>
                      <a:pt x="49" y="78"/>
                    </a:lnTo>
                    <a:lnTo>
                      <a:pt x="50" y="79"/>
                    </a:lnTo>
                    <a:lnTo>
                      <a:pt x="50" y="79"/>
                    </a:lnTo>
                    <a:lnTo>
                      <a:pt x="50" y="80"/>
                    </a:lnTo>
                    <a:lnTo>
                      <a:pt x="51" y="80"/>
                    </a:lnTo>
                    <a:lnTo>
                      <a:pt x="51" y="81"/>
                    </a:lnTo>
                    <a:lnTo>
                      <a:pt x="51" y="81"/>
                    </a:lnTo>
                    <a:lnTo>
                      <a:pt x="51" y="82"/>
                    </a:lnTo>
                    <a:lnTo>
                      <a:pt x="52" y="82"/>
                    </a:lnTo>
                    <a:lnTo>
                      <a:pt x="52" y="82"/>
                    </a:lnTo>
                    <a:lnTo>
                      <a:pt x="52" y="83"/>
                    </a:lnTo>
                    <a:lnTo>
                      <a:pt x="52" y="83"/>
                    </a:lnTo>
                    <a:lnTo>
                      <a:pt x="53" y="84"/>
                    </a:lnTo>
                    <a:lnTo>
                      <a:pt x="53" y="84"/>
                    </a:lnTo>
                    <a:lnTo>
                      <a:pt x="53" y="84"/>
                    </a:lnTo>
                    <a:lnTo>
                      <a:pt x="53" y="85"/>
                    </a:lnTo>
                    <a:lnTo>
                      <a:pt x="53" y="85"/>
                    </a:lnTo>
                    <a:lnTo>
                      <a:pt x="53" y="86"/>
                    </a:lnTo>
                    <a:lnTo>
                      <a:pt x="53" y="86"/>
                    </a:lnTo>
                    <a:lnTo>
                      <a:pt x="54" y="86"/>
                    </a:lnTo>
                    <a:lnTo>
                      <a:pt x="54" y="87"/>
                    </a:lnTo>
                    <a:lnTo>
                      <a:pt x="54" y="87"/>
                    </a:lnTo>
                    <a:lnTo>
                      <a:pt x="55" y="88"/>
                    </a:lnTo>
                    <a:lnTo>
                      <a:pt x="55" y="88"/>
                    </a:lnTo>
                    <a:lnTo>
                      <a:pt x="55" y="88"/>
                    </a:lnTo>
                    <a:lnTo>
                      <a:pt x="56" y="88"/>
                    </a:lnTo>
                    <a:lnTo>
                      <a:pt x="56" y="88"/>
                    </a:lnTo>
                    <a:lnTo>
                      <a:pt x="56" y="88"/>
                    </a:lnTo>
                    <a:lnTo>
                      <a:pt x="56" y="89"/>
                    </a:lnTo>
                    <a:lnTo>
                      <a:pt x="56" y="89"/>
                    </a:lnTo>
                    <a:lnTo>
                      <a:pt x="57" y="89"/>
                    </a:lnTo>
                    <a:lnTo>
                      <a:pt x="57" y="90"/>
                    </a:lnTo>
                    <a:lnTo>
                      <a:pt x="57" y="90"/>
                    </a:lnTo>
                    <a:lnTo>
                      <a:pt x="58" y="90"/>
                    </a:lnTo>
                    <a:lnTo>
                      <a:pt x="58" y="91"/>
                    </a:lnTo>
                    <a:lnTo>
                      <a:pt x="58" y="91"/>
                    </a:lnTo>
                    <a:lnTo>
                      <a:pt x="59" y="91"/>
                    </a:lnTo>
                    <a:lnTo>
                      <a:pt x="59" y="92"/>
                    </a:lnTo>
                    <a:lnTo>
                      <a:pt x="59" y="92"/>
                    </a:lnTo>
                    <a:lnTo>
                      <a:pt x="60" y="92"/>
                    </a:lnTo>
                    <a:lnTo>
                      <a:pt x="60" y="93"/>
                    </a:lnTo>
                    <a:lnTo>
                      <a:pt x="60" y="93"/>
                    </a:lnTo>
                    <a:lnTo>
                      <a:pt x="61" y="93"/>
                    </a:lnTo>
                    <a:lnTo>
                      <a:pt x="61" y="94"/>
                    </a:lnTo>
                    <a:lnTo>
                      <a:pt x="61" y="94"/>
                    </a:lnTo>
                    <a:lnTo>
                      <a:pt x="62" y="94"/>
                    </a:lnTo>
                    <a:lnTo>
                      <a:pt x="62" y="95"/>
                    </a:lnTo>
                    <a:lnTo>
                      <a:pt x="62" y="95"/>
                    </a:lnTo>
                    <a:lnTo>
                      <a:pt x="63" y="95"/>
                    </a:lnTo>
                    <a:lnTo>
                      <a:pt x="63" y="95"/>
                    </a:lnTo>
                    <a:lnTo>
                      <a:pt x="63" y="96"/>
                    </a:lnTo>
                    <a:lnTo>
                      <a:pt x="64" y="96"/>
                    </a:lnTo>
                    <a:lnTo>
                      <a:pt x="64" y="96"/>
                    </a:lnTo>
                    <a:lnTo>
                      <a:pt x="64" y="97"/>
                    </a:lnTo>
                    <a:lnTo>
                      <a:pt x="65" y="97"/>
                    </a:lnTo>
                    <a:lnTo>
                      <a:pt x="65" y="97"/>
                    </a:lnTo>
                    <a:lnTo>
                      <a:pt x="65" y="97"/>
                    </a:lnTo>
                    <a:lnTo>
                      <a:pt x="66" y="97"/>
                    </a:lnTo>
                    <a:lnTo>
                      <a:pt x="66" y="98"/>
                    </a:lnTo>
                    <a:lnTo>
                      <a:pt x="66" y="98"/>
                    </a:lnTo>
                    <a:lnTo>
                      <a:pt x="67" y="98"/>
                    </a:lnTo>
                    <a:lnTo>
                      <a:pt x="67" y="98"/>
                    </a:lnTo>
                    <a:lnTo>
                      <a:pt x="68" y="99"/>
                    </a:lnTo>
                    <a:lnTo>
                      <a:pt x="69" y="100"/>
                    </a:lnTo>
                    <a:lnTo>
                      <a:pt x="71" y="101"/>
                    </a:lnTo>
                    <a:lnTo>
                      <a:pt x="72" y="102"/>
                    </a:lnTo>
                    <a:lnTo>
                      <a:pt x="74" y="102"/>
                    </a:lnTo>
                    <a:lnTo>
                      <a:pt x="75" y="103"/>
                    </a:lnTo>
                    <a:lnTo>
                      <a:pt x="76" y="104"/>
                    </a:lnTo>
                    <a:lnTo>
                      <a:pt x="78" y="105"/>
                    </a:lnTo>
                    <a:lnTo>
                      <a:pt x="79" y="106"/>
                    </a:lnTo>
                    <a:lnTo>
                      <a:pt x="80" y="106"/>
                    </a:lnTo>
                    <a:lnTo>
                      <a:pt x="82" y="107"/>
                    </a:lnTo>
                    <a:lnTo>
                      <a:pt x="82" y="108"/>
                    </a:lnTo>
                    <a:lnTo>
                      <a:pt x="84" y="109"/>
                    </a:lnTo>
                    <a:lnTo>
                      <a:pt x="85" y="110"/>
                    </a:lnTo>
                    <a:lnTo>
                      <a:pt x="86" y="110"/>
                    </a:lnTo>
                    <a:lnTo>
                      <a:pt x="88" y="111"/>
                    </a:lnTo>
                    <a:lnTo>
                      <a:pt x="89" y="112"/>
                    </a:lnTo>
                    <a:lnTo>
                      <a:pt x="91" y="113"/>
                    </a:lnTo>
                    <a:lnTo>
                      <a:pt x="92" y="113"/>
                    </a:lnTo>
                    <a:lnTo>
                      <a:pt x="94" y="114"/>
                    </a:lnTo>
                    <a:lnTo>
                      <a:pt x="95" y="115"/>
                    </a:lnTo>
                    <a:lnTo>
                      <a:pt x="97" y="115"/>
                    </a:lnTo>
                    <a:lnTo>
                      <a:pt x="98" y="116"/>
                    </a:lnTo>
                    <a:lnTo>
                      <a:pt x="100" y="117"/>
                    </a:lnTo>
                    <a:lnTo>
                      <a:pt x="101" y="118"/>
                    </a:lnTo>
                    <a:lnTo>
                      <a:pt x="103" y="118"/>
                    </a:lnTo>
                    <a:lnTo>
                      <a:pt x="104" y="118"/>
                    </a:lnTo>
                    <a:lnTo>
                      <a:pt x="106" y="119"/>
                    </a:lnTo>
                    <a:lnTo>
                      <a:pt x="107" y="119"/>
                    </a:lnTo>
                    <a:lnTo>
                      <a:pt x="109" y="120"/>
                    </a:lnTo>
                    <a:lnTo>
                      <a:pt x="111" y="121"/>
                    </a:lnTo>
                    <a:lnTo>
                      <a:pt x="111" y="121"/>
                    </a:lnTo>
                    <a:lnTo>
                      <a:pt x="113" y="122"/>
                    </a:lnTo>
                    <a:lnTo>
                      <a:pt x="114" y="123"/>
                    </a:lnTo>
                    <a:lnTo>
                      <a:pt x="116" y="123"/>
                    </a:lnTo>
                    <a:lnTo>
                      <a:pt x="117" y="124"/>
                    </a:lnTo>
                    <a:lnTo>
                      <a:pt x="119" y="125"/>
                    </a:lnTo>
                    <a:lnTo>
                      <a:pt x="121" y="125"/>
                    </a:lnTo>
                    <a:lnTo>
                      <a:pt x="122" y="126"/>
                    </a:lnTo>
                    <a:lnTo>
                      <a:pt x="124" y="127"/>
                    </a:lnTo>
                    <a:lnTo>
                      <a:pt x="125" y="127"/>
                    </a:lnTo>
                    <a:lnTo>
                      <a:pt x="127" y="128"/>
                    </a:lnTo>
                    <a:lnTo>
                      <a:pt x="129" y="129"/>
                    </a:lnTo>
                    <a:lnTo>
                      <a:pt x="129" y="129"/>
                    </a:lnTo>
                    <a:lnTo>
                      <a:pt x="128" y="128"/>
                    </a:lnTo>
                    <a:lnTo>
                      <a:pt x="120" y="121"/>
                    </a:lnTo>
                    <a:lnTo>
                      <a:pt x="116" y="118"/>
                    </a:lnTo>
                    <a:lnTo>
                      <a:pt x="111" y="115"/>
                    </a:lnTo>
                    <a:lnTo>
                      <a:pt x="108" y="112"/>
                    </a:lnTo>
                    <a:lnTo>
                      <a:pt x="104" y="108"/>
                    </a:lnTo>
                    <a:lnTo>
                      <a:pt x="99" y="105"/>
                    </a:lnTo>
                    <a:lnTo>
                      <a:pt x="95" y="101"/>
                    </a:lnTo>
                    <a:lnTo>
                      <a:pt x="91" y="98"/>
                    </a:lnTo>
                    <a:lnTo>
                      <a:pt x="87" y="94"/>
                    </a:lnTo>
                    <a:lnTo>
                      <a:pt x="82" y="91"/>
                    </a:lnTo>
                    <a:lnTo>
                      <a:pt x="79" y="88"/>
                    </a:lnTo>
                    <a:lnTo>
                      <a:pt x="77" y="87"/>
                    </a:lnTo>
                    <a:lnTo>
                      <a:pt x="75" y="85"/>
                    </a:lnTo>
                    <a:lnTo>
                      <a:pt x="73" y="84"/>
                    </a:lnTo>
                    <a:lnTo>
                      <a:pt x="71" y="82"/>
                    </a:lnTo>
                    <a:lnTo>
                      <a:pt x="69" y="80"/>
                    </a:lnTo>
                    <a:lnTo>
                      <a:pt x="67" y="79"/>
                    </a:lnTo>
                    <a:lnTo>
                      <a:pt x="65" y="77"/>
                    </a:lnTo>
                    <a:lnTo>
                      <a:pt x="63" y="76"/>
                    </a:lnTo>
                    <a:lnTo>
                      <a:pt x="61" y="74"/>
                    </a:lnTo>
                    <a:lnTo>
                      <a:pt x="59" y="73"/>
                    </a:lnTo>
                    <a:lnTo>
                      <a:pt x="57" y="71"/>
                    </a:lnTo>
                    <a:lnTo>
                      <a:pt x="55" y="70"/>
                    </a:lnTo>
                    <a:lnTo>
                      <a:pt x="54" y="68"/>
                    </a:lnTo>
                    <a:lnTo>
                      <a:pt x="53" y="68"/>
                    </a:lnTo>
                    <a:lnTo>
                      <a:pt x="53" y="67"/>
                    </a:lnTo>
                    <a:lnTo>
                      <a:pt x="51" y="66"/>
                    </a:lnTo>
                    <a:lnTo>
                      <a:pt x="49" y="64"/>
                    </a:lnTo>
                    <a:lnTo>
                      <a:pt x="47" y="63"/>
                    </a:lnTo>
                    <a:lnTo>
                      <a:pt x="47" y="62"/>
                    </a:lnTo>
                    <a:lnTo>
                      <a:pt x="47" y="63"/>
                    </a:lnTo>
                    <a:lnTo>
                      <a:pt x="47" y="63"/>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grpSp>
        <p:grpSp>
          <p:nvGrpSpPr>
            <p:cNvPr id="35" name="组合 34">
              <a:extLst>
                <a:ext uri="{FF2B5EF4-FFF2-40B4-BE49-F238E27FC236}">
                  <a16:creationId xmlns:a16="http://schemas.microsoft.com/office/drawing/2014/main" id="{169A3636-B9A2-E5BE-CD5A-57989072F820}"/>
                </a:ext>
              </a:extLst>
            </p:cNvPr>
            <p:cNvGrpSpPr/>
            <p:nvPr/>
          </p:nvGrpSpPr>
          <p:grpSpPr>
            <a:xfrm>
              <a:off x="9315339" y="4569447"/>
              <a:ext cx="850282" cy="397789"/>
              <a:chOff x="13179043" y="4505947"/>
              <a:chExt cx="850282" cy="397789"/>
            </a:xfrm>
          </p:grpSpPr>
          <p:sp>
            <p:nvSpPr>
              <p:cNvPr id="36" name="Freeform 16">
                <a:extLst>
                  <a:ext uri="{FF2B5EF4-FFF2-40B4-BE49-F238E27FC236}">
                    <a16:creationId xmlns:a16="http://schemas.microsoft.com/office/drawing/2014/main" id="{53BE5ACF-DB45-1B71-2887-FE1A92754243}"/>
                  </a:ext>
                </a:extLst>
              </p:cNvPr>
              <p:cNvSpPr>
                <a:spLocks noEditPoints="1"/>
              </p:cNvSpPr>
              <p:nvPr/>
            </p:nvSpPr>
            <p:spPr bwMode="auto">
              <a:xfrm>
                <a:off x="13319518" y="4742324"/>
                <a:ext cx="709807" cy="84421"/>
              </a:xfrm>
              <a:custGeom>
                <a:avLst/>
                <a:gdLst>
                  <a:gd name="T0" fmla="*/ 76 w 1051"/>
                  <a:gd name="T1" fmla="*/ 71 h 125"/>
                  <a:gd name="T2" fmla="*/ 160 w 1051"/>
                  <a:gd name="T3" fmla="*/ 72 h 125"/>
                  <a:gd name="T4" fmla="*/ 290 w 1051"/>
                  <a:gd name="T5" fmla="*/ 76 h 125"/>
                  <a:gd name="T6" fmla="*/ 385 w 1051"/>
                  <a:gd name="T7" fmla="*/ 80 h 125"/>
                  <a:gd name="T8" fmla="*/ 474 w 1051"/>
                  <a:gd name="T9" fmla="*/ 83 h 125"/>
                  <a:gd name="T10" fmla="*/ 517 w 1051"/>
                  <a:gd name="T11" fmla="*/ 83 h 125"/>
                  <a:gd name="T12" fmla="*/ 565 w 1051"/>
                  <a:gd name="T13" fmla="*/ 82 h 125"/>
                  <a:gd name="T14" fmla="*/ 610 w 1051"/>
                  <a:gd name="T15" fmla="*/ 80 h 125"/>
                  <a:gd name="T16" fmla="*/ 661 w 1051"/>
                  <a:gd name="T17" fmla="*/ 75 h 125"/>
                  <a:gd name="T18" fmla="*/ 738 w 1051"/>
                  <a:gd name="T19" fmla="*/ 68 h 125"/>
                  <a:gd name="T20" fmla="*/ 774 w 1051"/>
                  <a:gd name="T21" fmla="*/ 63 h 125"/>
                  <a:gd name="T22" fmla="*/ 803 w 1051"/>
                  <a:gd name="T23" fmla="*/ 59 h 125"/>
                  <a:gd name="T24" fmla="*/ 832 w 1051"/>
                  <a:gd name="T25" fmla="*/ 52 h 125"/>
                  <a:gd name="T26" fmla="*/ 863 w 1051"/>
                  <a:gd name="T27" fmla="*/ 41 h 125"/>
                  <a:gd name="T28" fmla="*/ 891 w 1051"/>
                  <a:gd name="T29" fmla="*/ 31 h 125"/>
                  <a:gd name="T30" fmla="*/ 907 w 1051"/>
                  <a:gd name="T31" fmla="*/ 23 h 125"/>
                  <a:gd name="T32" fmla="*/ 925 w 1051"/>
                  <a:gd name="T33" fmla="*/ 14 h 125"/>
                  <a:gd name="T34" fmla="*/ 956 w 1051"/>
                  <a:gd name="T35" fmla="*/ 0 h 125"/>
                  <a:gd name="T36" fmla="*/ 979 w 1051"/>
                  <a:gd name="T37" fmla="*/ 8 h 125"/>
                  <a:gd name="T38" fmla="*/ 1002 w 1051"/>
                  <a:gd name="T39" fmla="*/ 14 h 125"/>
                  <a:gd name="T40" fmla="*/ 1018 w 1051"/>
                  <a:gd name="T41" fmla="*/ 21 h 125"/>
                  <a:gd name="T42" fmla="*/ 1033 w 1051"/>
                  <a:gd name="T43" fmla="*/ 29 h 125"/>
                  <a:gd name="T44" fmla="*/ 1043 w 1051"/>
                  <a:gd name="T45" fmla="*/ 38 h 125"/>
                  <a:gd name="T46" fmla="*/ 1048 w 1051"/>
                  <a:gd name="T47" fmla="*/ 47 h 125"/>
                  <a:gd name="T48" fmla="*/ 1051 w 1051"/>
                  <a:gd name="T49" fmla="*/ 60 h 125"/>
                  <a:gd name="T50" fmla="*/ 1049 w 1051"/>
                  <a:gd name="T51" fmla="*/ 71 h 125"/>
                  <a:gd name="T52" fmla="*/ 1044 w 1051"/>
                  <a:gd name="T53" fmla="*/ 82 h 125"/>
                  <a:gd name="T54" fmla="*/ 1032 w 1051"/>
                  <a:gd name="T55" fmla="*/ 94 h 125"/>
                  <a:gd name="T56" fmla="*/ 1016 w 1051"/>
                  <a:gd name="T57" fmla="*/ 104 h 125"/>
                  <a:gd name="T58" fmla="*/ 999 w 1051"/>
                  <a:gd name="T59" fmla="*/ 111 h 125"/>
                  <a:gd name="T60" fmla="*/ 980 w 1051"/>
                  <a:gd name="T61" fmla="*/ 114 h 125"/>
                  <a:gd name="T62" fmla="*/ 961 w 1051"/>
                  <a:gd name="T63" fmla="*/ 116 h 125"/>
                  <a:gd name="T64" fmla="*/ 941 w 1051"/>
                  <a:gd name="T65" fmla="*/ 116 h 125"/>
                  <a:gd name="T66" fmla="*/ 909 w 1051"/>
                  <a:gd name="T67" fmla="*/ 113 h 125"/>
                  <a:gd name="T68" fmla="*/ 869 w 1051"/>
                  <a:gd name="T69" fmla="*/ 107 h 125"/>
                  <a:gd name="T70" fmla="*/ 842 w 1051"/>
                  <a:gd name="T71" fmla="*/ 93 h 125"/>
                  <a:gd name="T72" fmla="*/ 812 w 1051"/>
                  <a:gd name="T73" fmla="*/ 100 h 125"/>
                  <a:gd name="T74" fmla="*/ 781 w 1051"/>
                  <a:gd name="T75" fmla="*/ 105 h 125"/>
                  <a:gd name="T76" fmla="*/ 746 w 1051"/>
                  <a:gd name="T77" fmla="*/ 110 h 125"/>
                  <a:gd name="T78" fmla="*/ 668 w 1051"/>
                  <a:gd name="T79" fmla="*/ 118 h 125"/>
                  <a:gd name="T80" fmla="*/ 616 w 1051"/>
                  <a:gd name="T81" fmla="*/ 121 h 125"/>
                  <a:gd name="T82" fmla="*/ 569 w 1051"/>
                  <a:gd name="T83" fmla="*/ 124 h 125"/>
                  <a:gd name="T84" fmla="*/ 520 w 1051"/>
                  <a:gd name="T85" fmla="*/ 125 h 125"/>
                  <a:gd name="T86" fmla="*/ 476 w 1051"/>
                  <a:gd name="T87" fmla="*/ 125 h 125"/>
                  <a:gd name="T88" fmla="*/ 388 w 1051"/>
                  <a:gd name="T89" fmla="*/ 121 h 125"/>
                  <a:gd name="T90" fmla="*/ 297 w 1051"/>
                  <a:gd name="T91" fmla="*/ 115 h 125"/>
                  <a:gd name="T92" fmla="*/ 164 w 1051"/>
                  <a:gd name="T93" fmla="*/ 101 h 125"/>
                  <a:gd name="T94" fmla="*/ 80 w 1051"/>
                  <a:gd name="T95" fmla="*/ 94 h 125"/>
                  <a:gd name="T96" fmla="*/ 19 w 1051"/>
                  <a:gd name="T97" fmla="*/ 92 h 125"/>
                  <a:gd name="T98" fmla="*/ 953 w 1051"/>
                  <a:gd name="T99" fmla="*/ 48 h 125"/>
                  <a:gd name="T100" fmla="*/ 932 w 1051"/>
                  <a:gd name="T101" fmla="*/ 58 h 125"/>
                  <a:gd name="T102" fmla="*/ 914 w 1051"/>
                  <a:gd name="T103" fmla="*/ 66 h 125"/>
                  <a:gd name="T104" fmla="*/ 927 w 1051"/>
                  <a:gd name="T105" fmla="*/ 72 h 125"/>
                  <a:gd name="T106" fmla="*/ 949 w 1051"/>
                  <a:gd name="T107" fmla="*/ 73 h 125"/>
                  <a:gd name="T108" fmla="*/ 966 w 1051"/>
                  <a:gd name="T109" fmla="*/ 73 h 125"/>
                  <a:gd name="T110" fmla="*/ 980 w 1051"/>
                  <a:gd name="T111" fmla="*/ 71 h 125"/>
                  <a:gd name="T112" fmla="*/ 993 w 1051"/>
                  <a:gd name="T113" fmla="*/ 68 h 125"/>
                  <a:gd name="T114" fmla="*/ 1002 w 1051"/>
                  <a:gd name="T115" fmla="*/ 64 h 125"/>
                  <a:gd name="T116" fmla="*/ 1004 w 1051"/>
                  <a:gd name="T117" fmla="*/ 61 h 125"/>
                  <a:gd name="T118" fmla="*/ 994 w 1051"/>
                  <a:gd name="T119" fmla="*/ 57 h 125"/>
                  <a:gd name="T120" fmla="*/ 972 w 1051"/>
                  <a:gd name="T121" fmla="*/ 5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51" h="125">
                    <a:moveTo>
                      <a:pt x="19" y="70"/>
                    </a:moveTo>
                    <a:lnTo>
                      <a:pt x="22" y="70"/>
                    </a:lnTo>
                    <a:lnTo>
                      <a:pt x="24" y="70"/>
                    </a:lnTo>
                    <a:lnTo>
                      <a:pt x="26" y="71"/>
                    </a:lnTo>
                    <a:lnTo>
                      <a:pt x="28" y="71"/>
                    </a:lnTo>
                    <a:lnTo>
                      <a:pt x="31" y="71"/>
                    </a:lnTo>
                    <a:lnTo>
                      <a:pt x="33" y="71"/>
                    </a:lnTo>
                    <a:lnTo>
                      <a:pt x="34" y="71"/>
                    </a:lnTo>
                    <a:lnTo>
                      <a:pt x="36" y="71"/>
                    </a:lnTo>
                    <a:lnTo>
                      <a:pt x="39" y="71"/>
                    </a:lnTo>
                    <a:lnTo>
                      <a:pt x="41" y="71"/>
                    </a:lnTo>
                    <a:lnTo>
                      <a:pt x="44" y="71"/>
                    </a:lnTo>
                    <a:lnTo>
                      <a:pt x="46" y="71"/>
                    </a:lnTo>
                    <a:lnTo>
                      <a:pt x="51" y="71"/>
                    </a:lnTo>
                    <a:lnTo>
                      <a:pt x="56" y="71"/>
                    </a:lnTo>
                    <a:lnTo>
                      <a:pt x="61" y="71"/>
                    </a:lnTo>
                    <a:lnTo>
                      <a:pt x="66" y="71"/>
                    </a:lnTo>
                    <a:lnTo>
                      <a:pt x="71" y="71"/>
                    </a:lnTo>
                    <a:lnTo>
                      <a:pt x="76" y="71"/>
                    </a:lnTo>
                    <a:lnTo>
                      <a:pt x="81" y="71"/>
                    </a:lnTo>
                    <a:lnTo>
                      <a:pt x="85" y="71"/>
                    </a:lnTo>
                    <a:lnTo>
                      <a:pt x="90" y="71"/>
                    </a:lnTo>
                    <a:lnTo>
                      <a:pt x="92" y="71"/>
                    </a:lnTo>
                    <a:lnTo>
                      <a:pt x="95" y="71"/>
                    </a:lnTo>
                    <a:lnTo>
                      <a:pt x="101" y="71"/>
                    </a:lnTo>
                    <a:lnTo>
                      <a:pt x="106" y="71"/>
                    </a:lnTo>
                    <a:lnTo>
                      <a:pt x="111" y="71"/>
                    </a:lnTo>
                    <a:lnTo>
                      <a:pt x="115" y="71"/>
                    </a:lnTo>
                    <a:lnTo>
                      <a:pt x="120" y="71"/>
                    </a:lnTo>
                    <a:lnTo>
                      <a:pt x="125" y="71"/>
                    </a:lnTo>
                    <a:lnTo>
                      <a:pt x="130" y="71"/>
                    </a:lnTo>
                    <a:lnTo>
                      <a:pt x="136" y="72"/>
                    </a:lnTo>
                    <a:lnTo>
                      <a:pt x="141" y="72"/>
                    </a:lnTo>
                    <a:lnTo>
                      <a:pt x="145" y="72"/>
                    </a:lnTo>
                    <a:lnTo>
                      <a:pt x="150" y="72"/>
                    </a:lnTo>
                    <a:lnTo>
                      <a:pt x="151" y="72"/>
                    </a:lnTo>
                    <a:lnTo>
                      <a:pt x="155" y="72"/>
                    </a:lnTo>
                    <a:lnTo>
                      <a:pt x="160" y="72"/>
                    </a:lnTo>
                    <a:lnTo>
                      <a:pt x="165" y="72"/>
                    </a:lnTo>
                    <a:lnTo>
                      <a:pt x="170" y="73"/>
                    </a:lnTo>
                    <a:lnTo>
                      <a:pt x="175" y="73"/>
                    </a:lnTo>
                    <a:lnTo>
                      <a:pt x="180" y="73"/>
                    </a:lnTo>
                    <a:lnTo>
                      <a:pt x="185" y="73"/>
                    </a:lnTo>
                    <a:lnTo>
                      <a:pt x="190" y="73"/>
                    </a:lnTo>
                    <a:lnTo>
                      <a:pt x="195" y="74"/>
                    </a:lnTo>
                    <a:lnTo>
                      <a:pt x="200" y="74"/>
                    </a:lnTo>
                    <a:lnTo>
                      <a:pt x="205" y="74"/>
                    </a:lnTo>
                    <a:lnTo>
                      <a:pt x="210" y="74"/>
                    </a:lnTo>
                    <a:lnTo>
                      <a:pt x="220" y="75"/>
                    </a:lnTo>
                    <a:lnTo>
                      <a:pt x="230" y="75"/>
                    </a:lnTo>
                    <a:lnTo>
                      <a:pt x="240" y="76"/>
                    </a:lnTo>
                    <a:lnTo>
                      <a:pt x="246" y="76"/>
                    </a:lnTo>
                    <a:lnTo>
                      <a:pt x="250" y="76"/>
                    </a:lnTo>
                    <a:lnTo>
                      <a:pt x="270" y="76"/>
                    </a:lnTo>
                    <a:lnTo>
                      <a:pt x="280" y="76"/>
                    </a:lnTo>
                    <a:lnTo>
                      <a:pt x="280" y="76"/>
                    </a:lnTo>
                    <a:lnTo>
                      <a:pt x="290" y="76"/>
                    </a:lnTo>
                    <a:lnTo>
                      <a:pt x="300" y="76"/>
                    </a:lnTo>
                    <a:lnTo>
                      <a:pt x="305" y="76"/>
                    </a:lnTo>
                    <a:lnTo>
                      <a:pt x="310" y="76"/>
                    </a:lnTo>
                    <a:lnTo>
                      <a:pt x="315" y="76"/>
                    </a:lnTo>
                    <a:lnTo>
                      <a:pt x="320" y="76"/>
                    </a:lnTo>
                    <a:lnTo>
                      <a:pt x="325" y="76"/>
                    </a:lnTo>
                    <a:lnTo>
                      <a:pt x="325" y="76"/>
                    </a:lnTo>
                    <a:lnTo>
                      <a:pt x="330" y="77"/>
                    </a:lnTo>
                    <a:lnTo>
                      <a:pt x="335" y="77"/>
                    </a:lnTo>
                    <a:lnTo>
                      <a:pt x="340" y="77"/>
                    </a:lnTo>
                    <a:lnTo>
                      <a:pt x="344" y="77"/>
                    </a:lnTo>
                    <a:lnTo>
                      <a:pt x="350" y="78"/>
                    </a:lnTo>
                    <a:lnTo>
                      <a:pt x="355" y="78"/>
                    </a:lnTo>
                    <a:lnTo>
                      <a:pt x="360" y="78"/>
                    </a:lnTo>
                    <a:lnTo>
                      <a:pt x="365" y="79"/>
                    </a:lnTo>
                    <a:lnTo>
                      <a:pt x="370" y="79"/>
                    </a:lnTo>
                    <a:lnTo>
                      <a:pt x="374" y="79"/>
                    </a:lnTo>
                    <a:lnTo>
                      <a:pt x="379" y="79"/>
                    </a:lnTo>
                    <a:lnTo>
                      <a:pt x="385" y="80"/>
                    </a:lnTo>
                    <a:lnTo>
                      <a:pt x="390" y="80"/>
                    </a:lnTo>
                    <a:lnTo>
                      <a:pt x="395" y="80"/>
                    </a:lnTo>
                    <a:lnTo>
                      <a:pt x="400" y="80"/>
                    </a:lnTo>
                    <a:lnTo>
                      <a:pt x="404" y="81"/>
                    </a:lnTo>
                    <a:lnTo>
                      <a:pt x="404" y="81"/>
                    </a:lnTo>
                    <a:lnTo>
                      <a:pt x="409" y="81"/>
                    </a:lnTo>
                    <a:lnTo>
                      <a:pt x="414" y="81"/>
                    </a:lnTo>
                    <a:lnTo>
                      <a:pt x="419" y="81"/>
                    </a:lnTo>
                    <a:lnTo>
                      <a:pt x="425" y="81"/>
                    </a:lnTo>
                    <a:lnTo>
                      <a:pt x="429" y="82"/>
                    </a:lnTo>
                    <a:lnTo>
                      <a:pt x="434" y="82"/>
                    </a:lnTo>
                    <a:lnTo>
                      <a:pt x="439" y="82"/>
                    </a:lnTo>
                    <a:lnTo>
                      <a:pt x="444" y="82"/>
                    </a:lnTo>
                    <a:lnTo>
                      <a:pt x="449" y="82"/>
                    </a:lnTo>
                    <a:lnTo>
                      <a:pt x="454" y="82"/>
                    </a:lnTo>
                    <a:lnTo>
                      <a:pt x="458" y="82"/>
                    </a:lnTo>
                    <a:lnTo>
                      <a:pt x="463" y="83"/>
                    </a:lnTo>
                    <a:lnTo>
                      <a:pt x="469" y="83"/>
                    </a:lnTo>
                    <a:lnTo>
                      <a:pt x="474" y="83"/>
                    </a:lnTo>
                    <a:lnTo>
                      <a:pt x="476" y="83"/>
                    </a:lnTo>
                    <a:lnTo>
                      <a:pt x="479" y="83"/>
                    </a:lnTo>
                    <a:lnTo>
                      <a:pt x="481" y="83"/>
                    </a:lnTo>
                    <a:lnTo>
                      <a:pt x="484" y="83"/>
                    </a:lnTo>
                    <a:lnTo>
                      <a:pt x="486" y="83"/>
                    </a:lnTo>
                    <a:lnTo>
                      <a:pt x="488" y="83"/>
                    </a:lnTo>
                    <a:lnTo>
                      <a:pt x="491" y="83"/>
                    </a:lnTo>
                    <a:lnTo>
                      <a:pt x="493" y="83"/>
                    </a:lnTo>
                    <a:lnTo>
                      <a:pt x="496" y="83"/>
                    </a:lnTo>
                    <a:lnTo>
                      <a:pt x="498" y="83"/>
                    </a:lnTo>
                    <a:lnTo>
                      <a:pt x="501" y="83"/>
                    </a:lnTo>
                    <a:lnTo>
                      <a:pt x="503" y="83"/>
                    </a:lnTo>
                    <a:lnTo>
                      <a:pt x="506" y="83"/>
                    </a:lnTo>
                    <a:lnTo>
                      <a:pt x="508" y="83"/>
                    </a:lnTo>
                    <a:lnTo>
                      <a:pt x="511" y="83"/>
                    </a:lnTo>
                    <a:lnTo>
                      <a:pt x="513" y="83"/>
                    </a:lnTo>
                    <a:lnTo>
                      <a:pt x="514" y="83"/>
                    </a:lnTo>
                    <a:lnTo>
                      <a:pt x="516" y="83"/>
                    </a:lnTo>
                    <a:lnTo>
                      <a:pt x="517" y="83"/>
                    </a:lnTo>
                    <a:lnTo>
                      <a:pt x="520" y="83"/>
                    </a:lnTo>
                    <a:lnTo>
                      <a:pt x="523" y="83"/>
                    </a:lnTo>
                    <a:lnTo>
                      <a:pt x="525" y="83"/>
                    </a:lnTo>
                    <a:lnTo>
                      <a:pt x="528" y="83"/>
                    </a:lnTo>
                    <a:lnTo>
                      <a:pt x="530" y="83"/>
                    </a:lnTo>
                    <a:lnTo>
                      <a:pt x="533" y="83"/>
                    </a:lnTo>
                    <a:lnTo>
                      <a:pt x="535" y="83"/>
                    </a:lnTo>
                    <a:lnTo>
                      <a:pt x="538" y="83"/>
                    </a:lnTo>
                    <a:lnTo>
                      <a:pt x="540" y="83"/>
                    </a:lnTo>
                    <a:lnTo>
                      <a:pt x="543" y="83"/>
                    </a:lnTo>
                    <a:lnTo>
                      <a:pt x="545" y="83"/>
                    </a:lnTo>
                    <a:lnTo>
                      <a:pt x="547" y="83"/>
                    </a:lnTo>
                    <a:lnTo>
                      <a:pt x="549" y="83"/>
                    </a:lnTo>
                    <a:lnTo>
                      <a:pt x="552" y="82"/>
                    </a:lnTo>
                    <a:lnTo>
                      <a:pt x="554" y="82"/>
                    </a:lnTo>
                    <a:lnTo>
                      <a:pt x="557" y="82"/>
                    </a:lnTo>
                    <a:lnTo>
                      <a:pt x="559" y="82"/>
                    </a:lnTo>
                    <a:lnTo>
                      <a:pt x="562" y="82"/>
                    </a:lnTo>
                    <a:lnTo>
                      <a:pt x="565" y="82"/>
                    </a:lnTo>
                    <a:lnTo>
                      <a:pt x="567" y="82"/>
                    </a:lnTo>
                    <a:lnTo>
                      <a:pt x="570" y="82"/>
                    </a:lnTo>
                    <a:lnTo>
                      <a:pt x="572" y="82"/>
                    </a:lnTo>
                    <a:lnTo>
                      <a:pt x="574" y="82"/>
                    </a:lnTo>
                    <a:lnTo>
                      <a:pt x="576" y="82"/>
                    </a:lnTo>
                    <a:lnTo>
                      <a:pt x="579" y="81"/>
                    </a:lnTo>
                    <a:lnTo>
                      <a:pt x="581" y="81"/>
                    </a:lnTo>
                    <a:lnTo>
                      <a:pt x="584" y="81"/>
                    </a:lnTo>
                    <a:lnTo>
                      <a:pt x="586" y="81"/>
                    </a:lnTo>
                    <a:lnTo>
                      <a:pt x="589" y="81"/>
                    </a:lnTo>
                    <a:lnTo>
                      <a:pt x="591" y="81"/>
                    </a:lnTo>
                    <a:lnTo>
                      <a:pt x="594" y="81"/>
                    </a:lnTo>
                    <a:lnTo>
                      <a:pt x="596" y="81"/>
                    </a:lnTo>
                    <a:lnTo>
                      <a:pt x="599" y="80"/>
                    </a:lnTo>
                    <a:lnTo>
                      <a:pt x="601" y="80"/>
                    </a:lnTo>
                    <a:lnTo>
                      <a:pt x="603" y="80"/>
                    </a:lnTo>
                    <a:lnTo>
                      <a:pt x="605" y="80"/>
                    </a:lnTo>
                    <a:lnTo>
                      <a:pt x="608" y="80"/>
                    </a:lnTo>
                    <a:lnTo>
                      <a:pt x="610" y="80"/>
                    </a:lnTo>
                    <a:lnTo>
                      <a:pt x="613" y="79"/>
                    </a:lnTo>
                    <a:lnTo>
                      <a:pt x="615" y="79"/>
                    </a:lnTo>
                    <a:lnTo>
                      <a:pt x="618" y="79"/>
                    </a:lnTo>
                    <a:lnTo>
                      <a:pt x="620" y="79"/>
                    </a:lnTo>
                    <a:lnTo>
                      <a:pt x="623" y="79"/>
                    </a:lnTo>
                    <a:lnTo>
                      <a:pt x="625" y="79"/>
                    </a:lnTo>
                    <a:lnTo>
                      <a:pt x="628" y="78"/>
                    </a:lnTo>
                    <a:lnTo>
                      <a:pt x="630" y="78"/>
                    </a:lnTo>
                    <a:lnTo>
                      <a:pt x="632" y="78"/>
                    </a:lnTo>
                    <a:lnTo>
                      <a:pt x="634" y="78"/>
                    </a:lnTo>
                    <a:lnTo>
                      <a:pt x="637" y="77"/>
                    </a:lnTo>
                    <a:lnTo>
                      <a:pt x="639" y="77"/>
                    </a:lnTo>
                    <a:lnTo>
                      <a:pt x="642" y="77"/>
                    </a:lnTo>
                    <a:lnTo>
                      <a:pt x="644" y="77"/>
                    </a:lnTo>
                    <a:lnTo>
                      <a:pt x="648" y="76"/>
                    </a:lnTo>
                    <a:lnTo>
                      <a:pt x="651" y="76"/>
                    </a:lnTo>
                    <a:lnTo>
                      <a:pt x="655" y="76"/>
                    </a:lnTo>
                    <a:lnTo>
                      <a:pt x="658" y="75"/>
                    </a:lnTo>
                    <a:lnTo>
                      <a:pt x="661" y="75"/>
                    </a:lnTo>
                    <a:lnTo>
                      <a:pt x="664" y="75"/>
                    </a:lnTo>
                    <a:lnTo>
                      <a:pt x="668" y="75"/>
                    </a:lnTo>
                    <a:lnTo>
                      <a:pt x="671" y="74"/>
                    </a:lnTo>
                    <a:lnTo>
                      <a:pt x="678" y="74"/>
                    </a:lnTo>
                    <a:lnTo>
                      <a:pt x="685" y="73"/>
                    </a:lnTo>
                    <a:lnTo>
                      <a:pt x="691" y="72"/>
                    </a:lnTo>
                    <a:lnTo>
                      <a:pt x="698" y="72"/>
                    </a:lnTo>
                    <a:lnTo>
                      <a:pt x="702" y="72"/>
                    </a:lnTo>
                    <a:lnTo>
                      <a:pt x="705" y="71"/>
                    </a:lnTo>
                    <a:lnTo>
                      <a:pt x="709" y="71"/>
                    </a:lnTo>
                    <a:lnTo>
                      <a:pt x="712" y="71"/>
                    </a:lnTo>
                    <a:lnTo>
                      <a:pt x="715" y="70"/>
                    </a:lnTo>
                    <a:lnTo>
                      <a:pt x="718" y="70"/>
                    </a:lnTo>
                    <a:lnTo>
                      <a:pt x="721" y="70"/>
                    </a:lnTo>
                    <a:lnTo>
                      <a:pt x="725" y="69"/>
                    </a:lnTo>
                    <a:lnTo>
                      <a:pt x="728" y="69"/>
                    </a:lnTo>
                    <a:lnTo>
                      <a:pt x="731" y="69"/>
                    </a:lnTo>
                    <a:lnTo>
                      <a:pt x="735" y="68"/>
                    </a:lnTo>
                    <a:lnTo>
                      <a:pt x="738" y="68"/>
                    </a:lnTo>
                    <a:lnTo>
                      <a:pt x="742" y="68"/>
                    </a:lnTo>
                    <a:lnTo>
                      <a:pt x="745" y="67"/>
                    </a:lnTo>
                    <a:lnTo>
                      <a:pt x="747" y="67"/>
                    </a:lnTo>
                    <a:lnTo>
                      <a:pt x="749" y="67"/>
                    </a:lnTo>
                    <a:lnTo>
                      <a:pt x="751" y="66"/>
                    </a:lnTo>
                    <a:lnTo>
                      <a:pt x="752" y="66"/>
                    </a:lnTo>
                    <a:lnTo>
                      <a:pt x="754" y="66"/>
                    </a:lnTo>
                    <a:lnTo>
                      <a:pt x="756" y="66"/>
                    </a:lnTo>
                    <a:lnTo>
                      <a:pt x="757" y="66"/>
                    </a:lnTo>
                    <a:lnTo>
                      <a:pt x="759" y="65"/>
                    </a:lnTo>
                    <a:lnTo>
                      <a:pt x="761" y="65"/>
                    </a:lnTo>
                    <a:lnTo>
                      <a:pt x="762" y="65"/>
                    </a:lnTo>
                    <a:lnTo>
                      <a:pt x="764" y="65"/>
                    </a:lnTo>
                    <a:lnTo>
                      <a:pt x="766" y="64"/>
                    </a:lnTo>
                    <a:lnTo>
                      <a:pt x="767" y="64"/>
                    </a:lnTo>
                    <a:lnTo>
                      <a:pt x="769" y="64"/>
                    </a:lnTo>
                    <a:lnTo>
                      <a:pt x="771" y="64"/>
                    </a:lnTo>
                    <a:lnTo>
                      <a:pt x="772" y="63"/>
                    </a:lnTo>
                    <a:lnTo>
                      <a:pt x="774" y="63"/>
                    </a:lnTo>
                    <a:lnTo>
                      <a:pt x="776" y="63"/>
                    </a:lnTo>
                    <a:lnTo>
                      <a:pt x="776" y="63"/>
                    </a:lnTo>
                    <a:lnTo>
                      <a:pt x="778" y="62"/>
                    </a:lnTo>
                    <a:lnTo>
                      <a:pt x="778" y="62"/>
                    </a:lnTo>
                    <a:lnTo>
                      <a:pt x="780" y="62"/>
                    </a:lnTo>
                    <a:lnTo>
                      <a:pt x="781" y="62"/>
                    </a:lnTo>
                    <a:lnTo>
                      <a:pt x="783" y="62"/>
                    </a:lnTo>
                    <a:lnTo>
                      <a:pt x="785" y="62"/>
                    </a:lnTo>
                    <a:lnTo>
                      <a:pt x="786" y="62"/>
                    </a:lnTo>
                    <a:lnTo>
                      <a:pt x="788" y="62"/>
                    </a:lnTo>
                    <a:lnTo>
                      <a:pt x="790" y="61"/>
                    </a:lnTo>
                    <a:lnTo>
                      <a:pt x="791" y="61"/>
                    </a:lnTo>
                    <a:lnTo>
                      <a:pt x="793" y="61"/>
                    </a:lnTo>
                    <a:lnTo>
                      <a:pt x="794" y="61"/>
                    </a:lnTo>
                    <a:lnTo>
                      <a:pt x="796" y="60"/>
                    </a:lnTo>
                    <a:lnTo>
                      <a:pt x="798" y="60"/>
                    </a:lnTo>
                    <a:lnTo>
                      <a:pt x="799" y="60"/>
                    </a:lnTo>
                    <a:lnTo>
                      <a:pt x="801" y="59"/>
                    </a:lnTo>
                    <a:lnTo>
                      <a:pt x="803" y="59"/>
                    </a:lnTo>
                    <a:lnTo>
                      <a:pt x="804" y="59"/>
                    </a:lnTo>
                    <a:lnTo>
                      <a:pt x="805" y="58"/>
                    </a:lnTo>
                    <a:lnTo>
                      <a:pt x="806" y="58"/>
                    </a:lnTo>
                    <a:lnTo>
                      <a:pt x="808" y="58"/>
                    </a:lnTo>
                    <a:lnTo>
                      <a:pt x="810" y="57"/>
                    </a:lnTo>
                    <a:lnTo>
                      <a:pt x="811" y="57"/>
                    </a:lnTo>
                    <a:lnTo>
                      <a:pt x="813" y="57"/>
                    </a:lnTo>
                    <a:lnTo>
                      <a:pt x="815" y="56"/>
                    </a:lnTo>
                    <a:lnTo>
                      <a:pt x="816" y="56"/>
                    </a:lnTo>
                    <a:lnTo>
                      <a:pt x="818" y="55"/>
                    </a:lnTo>
                    <a:lnTo>
                      <a:pt x="819" y="55"/>
                    </a:lnTo>
                    <a:lnTo>
                      <a:pt x="821" y="55"/>
                    </a:lnTo>
                    <a:lnTo>
                      <a:pt x="823" y="54"/>
                    </a:lnTo>
                    <a:lnTo>
                      <a:pt x="824" y="54"/>
                    </a:lnTo>
                    <a:lnTo>
                      <a:pt x="826" y="53"/>
                    </a:lnTo>
                    <a:lnTo>
                      <a:pt x="828" y="53"/>
                    </a:lnTo>
                    <a:lnTo>
                      <a:pt x="829" y="53"/>
                    </a:lnTo>
                    <a:lnTo>
                      <a:pt x="831" y="52"/>
                    </a:lnTo>
                    <a:lnTo>
                      <a:pt x="832" y="52"/>
                    </a:lnTo>
                    <a:lnTo>
                      <a:pt x="834" y="51"/>
                    </a:lnTo>
                    <a:lnTo>
                      <a:pt x="835" y="51"/>
                    </a:lnTo>
                    <a:lnTo>
                      <a:pt x="836" y="50"/>
                    </a:lnTo>
                    <a:lnTo>
                      <a:pt x="838" y="50"/>
                    </a:lnTo>
                    <a:lnTo>
                      <a:pt x="839" y="49"/>
                    </a:lnTo>
                    <a:lnTo>
                      <a:pt x="841" y="49"/>
                    </a:lnTo>
                    <a:lnTo>
                      <a:pt x="843" y="48"/>
                    </a:lnTo>
                    <a:lnTo>
                      <a:pt x="844" y="48"/>
                    </a:lnTo>
                    <a:lnTo>
                      <a:pt x="846" y="47"/>
                    </a:lnTo>
                    <a:lnTo>
                      <a:pt x="847" y="47"/>
                    </a:lnTo>
                    <a:lnTo>
                      <a:pt x="849" y="46"/>
                    </a:lnTo>
                    <a:lnTo>
                      <a:pt x="851" y="46"/>
                    </a:lnTo>
                    <a:lnTo>
                      <a:pt x="852" y="45"/>
                    </a:lnTo>
                    <a:lnTo>
                      <a:pt x="854" y="45"/>
                    </a:lnTo>
                    <a:lnTo>
                      <a:pt x="856" y="44"/>
                    </a:lnTo>
                    <a:lnTo>
                      <a:pt x="858" y="43"/>
                    </a:lnTo>
                    <a:lnTo>
                      <a:pt x="860" y="43"/>
                    </a:lnTo>
                    <a:lnTo>
                      <a:pt x="862" y="42"/>
                    </a:lnTo>
                    <a:lnTo>
                      <a:pt x="863" y="41"/>
                    </a:lnTo>
                    <a:lnTo>
                      <a:pt x="865" y="40"/>
                    </a:lnTo>
                    <a:lnTo>
                      <a:pt x="867" y="40"/>
                    </a:lnTo>
                    <a:lnTo>
                      <a:pt x="869" y="39"/>
                    </a:lnTo>
                    <a:lnTo>
                      <a:pt x="871" y="38"/>
                    </a:lnTo>
                    <a:lnTo>
                      <a:pt x="873" y="37"/>
                    </a:lnTo>
                    <a:lnTo>
                      <a:pt x="875" y="37"/>
                    </a:lnTo>
                    <a:lnTo>
                      <a:pt x="877" y="36"/>
                    </a:lnTo>
                    <a:lnTo>
                      <a:pt x="879" y="35"/>
                    </a:lnTo>
                    <a:lnTo>
                      <a:pt x="881" y="34"/>
                    </a:lnTo>
                    <a:lnTo>
                      <a:pt x="882" y="34"/>
                    </a:lnTo>
                    <a:lnTo>
                      <a:pt x="883" y="33"/>
                    </a:lnTo>
                    <a:lnTo>
                      <a:pt x="884" y="33"/>
                    </a:lnTo>
                    <a:lnTo>
                      <a:pt x="885" y="33"/>
                    </a:lnTo>
                    <a:lnTo>
                      <a:pt x="886" y="33"/>
                    </a:lnTo>
                    <a:lnTo>
                      <a:pt x="887" y="33"/>
                    </a:lnTo>
                    <a:lnTo>
                      <a:pt x="888" y="32"/>
                    </a:lnTo>
                    <a:lnTo>
                      <a:pt x="889" y="32"/>
                    </a:lnTo>
                    <a:lnTo>
                      <a:pt x="890" y="32"/>
                    </a:lnTo>
                    <a:lnTo>
                      <a:pt x="891" y="31"/>
                    </a:lnTo>
                    <a:lnTo>
                      <a:pt x="892" y="31"/>
                    </a:lnTo>
                    <a:lnTo>
                      <a:pt x="892" y="30"/>
                    </a:lnTo>
                    <a:lnTo>
                      <a:pt x="893" y="30"/>
                    </a:lnTo>
                    <a:lnTo>
                      <a:pt x="894" y="29"/>
                    </a:lnTo>
                    <a:lnTo>
                      <a:pt x="895" y="29"/>
                    </a:lnTo>
                    <a:lnTo>
                      <a:pt x="896" y="28"/>
                    </a:lnTo>
                    <a:lnTo>
                      <a:pt x="896" y="28"/>
                    </a:lnTo>
                    <a:lnTo>
                      <a:pt x="897" y="28"/>
                    </a:lnTo>
                    <a:lnTo>
                      <a:pt x="898" y="27"/>
                    </a:lnTo>
                    <a:lnTo>
                      <a:pt x="899" y="27"/>
                    </a:lnTo>
                    <a:lnTo>
                      <a:pt x="900" y="26"/>
                    </a:lnTo>
                    <a:lnTo>
                      <a:pt x="901" y="26"/>
                    </a:lnTo>
                    <a:lnTo>
                      <a:pt x="902" y="25"/>
                    </a:lnTo>
                    <a:lnTo>
                      <a:pt x="903" y="25"/>
                    </a:lnTo>
                    <a:lnTo>
                      <a:pt x="904" y="24"/>
                    </a:lnTo>
                    <a:lnTo>
                      <a:pt x="905" y="24"/>
                    </a:lnTo>
                    <a:lnTo>
                      <a:pt x="906" y="24"/>
                    </a:lnTo>
                    <a:lnTo>
                      <a:pt x="907" y="23"/>
                    </a:lnTo>
                    <a:lnTo>
                      <a:pt x="907" y="23"/>
                    </a:lnTo>
                    <a:lnTo>
                      <a:pt x="908" y="22"/>
                    </a:lnTo>
                    <a:lnTo>
                      <a:pt x="909" y="22"/>
                    </a:lnTo>
                    <a:lnTo>
                      <a:pt x="910" y="21"/>
                    </a:lnTo>
                    <a:lnTo>
                      <a:pt x="911" y="21"/>
                    </a:lnTo>
                    <a:lnTo>
                      <a:pt x="912" y="20"/>
                    </a:lnTo>
                    <a:lnTo>
                      <a:pt x="913" y="20"/>
                    </a:lnTo>
                    <a:lnTo>
                      <a:pt x="914" y="19"/>
                    </a:lnTo>
                    <a:lnTo>
                      <a:pt x="914" y="19"/>
                    </a:lnTo>
                    <a:lnTo>
                      <a:pt x="915" y="19"/>
                    </a:lnTo>
                    <a:lnTo>
                      <a:pt x="916" y="18"/>
                    </a:lnTo>
                    <a:lnTo>
                      <a:pt x="917" y="18"/>
                    </a:lnTo>
                    <a:lnTo>
                      <a:pt x="918" y="17"/>
                    </a:lnTo>
                    <a:lnTo>
                      <a:pt x="919" y="17"/>
                    </a:lnTo>
                    <a:lnTo>
                      <a:pt x="919" y="17"/>
                    </a:lnTo>
                    <a:lnTo>
                      <a:pt x="920" y="16"/>
                    </a:lnTo>
                    <a:lnTo>
                      <a:pt x="921" y="16"/>
                    </a:lnTo>
                    <a:lnTo>
                      <a:pt x="921" y="15"/>
                    </a:lnTo>
                    <a:lnTo>
                      <a:pt x="923" y="15"/>
                    </a:lnTo>
                    <a:lnTo>
                      <a:pt x="925" y="14"/>
                    </a:lnTo>
                    <a:lnTo>
                      <a:pt x="926" y="13"/>
                    </a:lnTo>
                    <a:lnTo>
                      <a:pt x="928" y="12"/>
                    </a:lnTo>
                    <a:lnTo>
                      <a:pt x="932" y="11"/>
                    </a:lnTo>
                    <a:lnTo>
                      <a:pt x="934" y="10"/>
                    </a:lnTo>
                    <a:lnTo>
                      <a:pt x="935" y="9"/>
                    </a:lnTo>
                    <a:lnTo>
                      <a:pt x="937" y="9"/>
                    </a:lnTo>
                    <a:lnTo>
                      <a:pt x="937" y="9"/>
                    </a:lnTo>
                    <a:lnTo>
                      <a:pt x="937" y="9"/>
                    </a:lnTo>
                    <a:lnTo>
                      <a:pt x="939" y="6"/>
                    </a:lnTo>
                    <a:lnTo>
                      <a:pt x="942" y="4"/>
                    </a:lnTo>
                    <a:lnTo>
                      <a:pt x="945" y="3"/>
                    </a:lnTo>
                    <a:lnTo>
                      <a:pt x="945" y="3"/>
                    </a:lnTo>
                    <a:lnTo>
                      <a:pt x="947" y="2"/>
                    </a:lnTo>
                    <a:lnTo>
                      <a:pt x="950" y="1"/>
                    </a:lnTo>
                    <a:lnTo>
                      <a:pt x="952" y="0"/>
                    </a:lnTo>
                    <a:lnTo>
                      <a:pt x="953" y="0"/>
                    </a:lnTo>
                    <a:lnTo>
                      <a:pt x="955" y="0"/>
                    </a:lnTo>
                    <a:lnTo>
                      <a:pt x="955" y="0"/>
                    </a:lnTo>
                    <a:lnTo>
                      <a:pt x="956" y="0"/>
                    </a:lnTo>
                    <a:lnTo>
                      <a:pt x="957" y="0"/>
                    </a:lnTo>
                    <a:lnTo>
                      <a:pt x="958" y="1"/>
                    </a:lnTo>
                    <a:lnTo>
                      <a:pt x="958" y="1"/>
                    </a:lnTo>
                    <a:lnTo>
                      <a:pt x="959" y="1"/>
                    </a:lnTo>
                    <a:lnTo>
                      <a:pt x="960" y="1"/>
                    </a:lnTo>
                    <a:lnTo>
                      <a:pt x="961" y="1"/>
                    </a:lnTo>
                    <a:lnTo>
                      <a:pt x="963" y="2"/>
                    </a:lnTo>
                    <a:lnTo>
                      <a:pt x="964" y="2"/>
                    </a:lnTo>
                    <a:lnTo>
                      <a:pt x="966" y="3"/>
                    </a:lnTo>
                    <a:lnTo>
                      <a:pt x="968" y="3"/>
                    </a:lnTo>
                    <a:lnTo>
                      <a:pt x="969" y="4"/>
                    </a:lnTo>
                    <a:lnTo>
                      <a:pt x="971" y="4"/>
                    </a:lnTo>
                    <a:lnTo>
                      <a:pt x="973" y="5"/>
                    </a:lnTo>
                    <a:lnTo>
                      <a:pt x="975" y="6"/>
                    </a:lnTo>
                    <a:lnTo>
                      <a:pt x="977" y="6"/>
                    </a:lnTo>
                    <a:lnTo>
                      <a:pt x="978" y="7"/>
                    </a:lnTo>
                    <a:lnTo>
                      <a:pt x="978" y="7"/>
                    </a:lnTo>
                    <a:lnTo>
                      <a:pt x="979" y="7"/>
                    </a:lnTo>
                    <a:lnTo>
                      <a:pt x="979" y="8"/>
                    </a:lnTo>
                    <a:lnTo>
                      <a:pt x="980" y="8"/>
                    </a:lnTo>
                    <a:lnTo>
                      <a:pt x="981" y="8"/>
                    </a:lnTo>
                    <a:lnTo>
                      <a:pt x="981" y="8"/>
                    </a:lnTo>
                    <a:lnTo>
                      <a:pt x="982" y="8"/>
                    </a:lnTo>
                    <a:lnTo>
                      <a:pt x="982" y="9"/>
                    </a:lnTo>
                    <a:lnTo>
                      <a:pt x="982" y="9"/>
                    </a:lnTo>
                    <a:lnTo>
                      <a:pt x="984" y="9"/>
                    </a:lnTo>
                    <a:lnTo>
                      <a:pt x="986" y="10"/>
                    </a:lnTo>
                    <a:lnTo>
                      <a:pt x="988" y="10"/>
                    </a:lnTo>
                    <a:lnTo>
                      <a:pt x="990" y="11"/>
                    </a:lnTo>
                    <a:lnTo>
                      <a:pt x="991" y="11"/>
                    </a:lnTo>
                    <a:lnTo>
                      <a:pt x="992" y="11"/>
                    </a:lnTo>
                    <a:lnTo>
                      <a:pt x="993" y="12"/>
                    </a:lnTo>
                    <a:lnTo>
                      <a:pt x="995" y="12"/>
                    </a:lnTo>
                    <a:lnTo>
                      <a:pt x="996" y="12"/>
                    </a:lnTo>
                    <a:lnTo>
                      <a:pt x="998" y="13"/>
                    </a:lnTo>
                    <a:lnTo>
                      <a:pt x="999" y="13"/>
                    </a:lnTo>
                    <a:lnTo>
                      <a:pt x="1000" y="14"/>
                    </a:lnTo>
                    <a:lnTo>
                      <a:pt x="1002" y="14"/>
                    </a:lnTo>
                    <a:lnTo>
                      <a:pt x="1003" y="15"/>
                    </a:lnTo>
                    <a:lnTo>
                      <a:pt x="1005" y="15"/>
                    </a:lnTo>
                    <a:lnTo>
                      <a:pt x="1006" y="16"/>
                    </a:lnTo>
                    <a:lnTo>
                      <a:pt x="1007" y="16"/>
                    </a:lnTo>
                    <a:lnTo>
                      <a:pt x="1008" y="16"/>
                    </a:lnTo>
                    <a:lnTo>
                      <a:pt x="1008" y="17"/>
                    </a:lnTo>
                    <a:lnTo>
                      <a:pt x="1008" y="17"/>
                    </a:lnTo>
                    <a:lnTo>
                      <a:pt x="1009" y="17"/>
                    </a:lnTo>
                    <a:lnTo>
                      <a:pt x="1010" y="17"/>
                    </a:lnTo>
                    <a:lnTo>
                      <a:pt x="1011" y="18"/>
                    </a:lnTo>
                    <a:lnTo>
                      <a:pt x="1012" y="18"/>
                    </a:lnTo>
                    <a:lnTo>
                      <a:pt x="1012" y="18"/>
                    </a:lnTo>
                    <a:lnTo>
                      <a:pt x="1013" y="19"/>
                    </a:lnTo>
                    <a:lnTo>
                      <a:pt x="1014" y="19"/>
                    </a:lnTo>
                    <a:lnTo>
                      <a:pt x="1015" y="19"/>
                    </a:lnTo>
                    <a:lnTo>
                      <a:pt x="1015" y="20"/>
                    </a:lnTo>
                    <a:lnTo>
                      <a:pt x="1016" y="20"/>
                    </a:lnTo>
                    <a:lnTo>
                      <a:pt x="1017" y="20"/>
                    </a:lnTo>
                    <a:lnTo>
                      <a:pt x="1018" y="21"/>
                    </a:lnTo>
                    <a:lnTo>
                      <a:pt x="1019" y="21"/>
                    </a:lnTo>
                    <a:lnTo>
                      <a:pt x="1019" y="21"/>
                    </a:lnTo>
                    <a:lnTo>
                      <a:pt x="1020" y="22"/>
                    </a:lnTo>
                    <a:lnTo>
                      <a:pt x="1021" y="22"/>
                    </a:lnTo>
                    <a:lnTo>
                      <a:pt x="1022" y="22"/>
                    </a:lnTo>
                    <a:lnTo>
                      <a:pt x="1023" y="23"/>
                    </a:lnTo>
                    <a:lnTo>
                      <a:pt x="1023" y="23"/>
                    </a:lnTo>
                    <a:lnTo>
                      <a:pt x="1024" y="24"/>
                    </a:lnTo>
                    <a:lnTo>
                      <a:pt x="1025" y="24"/>
                    </a:lnTo>
                    <a:lnTo>
                      <a:pt x="1026" y="25"/>
                    </a:lnTo>
                    <a:lnTo>
                      <a:pt x="1026" y="25"/>
                    </a:lnTo>
                    <a:lnTo>
                      <a:pt x="1027" y="25"/>
                    </a:lnTo>
                    <a:lnTo>
                      <a:pt x="1028" y="26"/>
                    </a:lnTo>
                    <a:lnTo>
                      <a:pt x="1029" y="26"/>
                    </a:lnTo>
                    <a:lnTo>
                      <a:pt x="1030" y="27"/>
                    </a:lnTo>
                    <a:lnTo>
                      <a:pt x="1030" y="27"/>
                    </a:lnTo>
                    <a:lnTo>
                      <a:pt x="1031" y="28"/>
                    </a:lnTo>
                    <a:lnTo>
                      <a:pt x="1032" y="28"/>
                    </a:lnTo>
                    <a:lnTo>
                      <a:pt x="1033" y="29"/>
                    </a:lnTo>
                    <a:lnTo>
                      <a:pt x="1033" y="29"/>
                    </a:lnTo>
                    <a:lnTo>
                      <a:pt x="1034" y="30"/>
                    </a:lnTo>
                    <a:lnTo>
                      <a:pt x="1035" y="31"/>
                    </a:lnTo>
                    <a:lnTo>
                      <a:pt x="1036" y="31"/>
                    </a:lnTo>
                    <a:lnTo>
                      <a:pt x="1036" y="32"/>
                    </a:lnTo>
                    <a:lnTo>
                      <a:pt x="1037" y="32"/>
                    </a:lnTo>
                    <a:lnTo>
                      <a:pt x="1037" y="33"/>
                    </a:lnTo>
                    <a:lnTo>
                      <a:pt x="1038" y="33"/>
                    </a:lnTo>
                    <a:lnTo>
                      <a:pt x="1038" y="33"/>
                    </a:lnTo>
                    <a:lnTo>
                      <a:pt x="1039" y="34"/>
                    </a:lnTo>
                    <a:lnTo>
                      <a:pt x="1040" y="35"/>
                    </a:lnTo>
                    <a:lnTo>
                      <a:pt x="1040" y="35"/>
                    </a:lnTo>
                    <a:lnTo>
                      <a:pt x="1041" y="36"/>
                    </a:lnTo>
                    <a:lnTo>
                      <a:pt x="1041" y="36"/>
                    </a:lnTo>
                    <a:lnTo>
                      <a:pt x="1041" y="36"/>
                    </a:lnTo>
                    <a:lnTo>
                      <a:pt x="1042" y="37"/>
                    </a:lnTo>
                    <a:lnTo>
                      <a:pt x="1042" y="37"/>
                    </a:lnTo>
                    <a:lnTo>
                      <a:pt x="1042" y="38"/>
                    </a:lnTo>
                    <a:lnTo>
                      <a:pt x="1043" y="38"/>
                    </a:lnTo>
                    <a:lnTo>
                      <a:pt x="1043" y="38"/>
                    </a:lnTo>
                    <a:lnTo>
                      <a:pt x="1043" y="39"/>
                    </a:lnTo>
                    <a:lnTo>
                      <a:pt x="1044" y="39"/>
                    </a:lnTo>
                    <a:lnTo>
                      <a:pt x="1044" y="40"/>
                    </a:lnTo>
                    <a:lnTo>
                      <a:pt x="1044" y="40"/>
                    </a:lnTo>
                    <a:lnTo>
                      <a:pt x="1045" y="41"/>
                    </a:lnTo>
                    <a:lnTo>
                      <a:pt x="1045" y="41"/>
                    </a:lnTo>
                    <a:lnTo>
                      <a:pt x="1045" y="42"/>
                    </a:lnTo>
                    <a:lnTo>
                      <a:pt x="1046" y="42"/>
                    </a:lnTo>
                    <a:lnTo>
                      <a:pt x="1046" y="43"/>
                    </a:lnTo>
                    <a:lnTo>
                      <a:pt x="1046" y="43"/>
                    </a:lnTo>
                    <a:lnTo>
                      <a:pt x="1046" y="44"/>
                    </a:lnTo>
                    <a:lnTo>
                      <a:pt x="1047" y="44"/>
                    </a:lnTo>
                    <a:lnTo>
                      <a:pt x="1047" y="45"/>
                    </a:lnTo>
                    <a:lnTo>
                      <a:pt x="1047" y="45"/>
                    </a:lnTo>
                    <a:lnTo>
                      <a:pt x="1047" y="46"/>
                    </a:lnTo>
                    <a:lnTo>
                      <a:pt x="1048" y="46"/>
                    </a:lnTo>
                    <a:lnTo>
                      <a:pt x="1048" y="47"/>
                    </a:lnTo>
                    <a:lnTo>
                      <a:pt x="1048" y="47"/>
                    </a:lnTo>
                    <a:lnTo>
                      <a:pt x="1048" y="48"/>
                    </a:lnTo>
                    <a:lnTo>
                      <a:pt x="1049" y="49"/>
                    </a:lnTo>
                    <a:lnTo>
                      <a:pt x="1049" y="49"/>
                    </a:lnTo>
                    <a:lnTo>
                      <a:pt x="1049" y="50"/>
                    </a:lnTo>
                    <a:lnTo>
                      <a:pt x="1049" y="50"/>
                    </a:lnTo>
                    <a:lnTo>
                      <a:pt x="1050" y="51"/>
                    </a:lnTo>
                    <a:lnTo>
                      <a:pt x="1050" y="52"/>
                    </a:lnTo>
                    <a:lnTo>
                      <a:pt x="1050" y="52"/>
                    </a:lnTo>
                    <a:lnTo>
                      <a:pt x="1050" y="53"/>
                    </a:lnTo>
                    <a:lnTo>
                      <a:pt x="1050" y="54"/>
                    </a:lnTo>
                    <a:lnTo>
                      <a:pt x="1050" y="54"/>
                    </a:lnTo>
                    <a:lnTo>
                      <a:pt x="1050" y="55"/>
                    </a:lnTo>
                    <a:lnTo>
                      <a:pt x="1051" y="56"/>
                    </a:lnTo>
                    <a:lnTo>
                      <a:pt x="1051" y="56"/>
                    </a:lnTo>
                    <a:lnTo>
                      <a:pt x="1051" y="57"/>
                    </a:lnTo>
                    <a:lnTo>
                      <a:pt x="1051" y="58"/>
                    </a:lnTo>
                    <a:lnTo>
                      <a:pt x="1051" y="58"/>
                    </a:lnTo>
                    <a:lnTo>
                      <a:pt x="1051" y="59"/>
                    </a:lnTo>
                    <a:lnTo>
                      <a:pt x="1051" y="60"/>
                    </a:lnTo>
                    <a:lnTo>
                      <a:pt x="1051" y="60"/>
                    </a:lnTo>
                    <a:lnTo>
                      <a:pt x="1051" y="61"/>
                    </a:lnTo>
                    <a:lnTo>
                      <a:pt x="1051" y="62"/>
                    </a:lnTo>
                    <a:lnTo>
                      <a:pt x="1051" y="62"/>
                    </a:lnTo>
                    <a:lnTo>
                      <a:pt x="1051" y="62"/>
                    </a:lnTo>
                    <a:lnTo>
                      <a:pt x="1051" y="63"/>
                    </a:lnTo>
                    <a:lnTo>
                      <a:pt x="1051" y="63"/>
                    </a:lnTo>
                    <a:lnTo>
                      <a:pt x="1051" y="64"/>
                    </a:lnTo>
                    <a:lnTo>
                      <a:pt x="1051" y="65"/>
                    </a:lnTo>
                    <a:lnTo>
                      <a:pt x="1051" y="65"/>
                    </a:lnTo>
                    <a:lnTo>
                      <a:pt x="1050" y="66"/>
                    </a:lnTo>
                    <a:lnTo>
                      <a:pt x="1050" y="67"/>
                    </a:lnTo>
                    <a:lnTo>
                      <a:pt x="1050" y="67"/>
                    </a:lnTo>
                    <a:lnTo>
                      <a:pt x="1050" y="68"/>
                    </a:lnTo>
                    <a:lnTo>
                      <a:pt x="1050" y="69"/>
                    </a:lnTo>
                    <a:lnTo>
                      <a:pt x="1050" y="69"/>
                    </a:lnTo>
                    <a:lnTo>
                      <a:pt x="1050" y="70"/>
                    </a:lnTo>
                    <a:lnTo>
                      <a:pt x="1049" y="71"/>
                    </a:lnTo>
                    <a:lnTo>
                      <a:pt x="1049" y="71"/>
                    </a:lnTo>
                    <a:lnTo>
                      <a:pt x="1049" y="72"/>
                    </a:lnTo>
                    <a:lnTo>
                      <a:pt x="1049" y="72"/>
                    </a:lnTo>
                    <a:lnTo>
                      <a:pt x="1048" y="73"/>
                    </a:lnTo>
                    <a:lnTo>
                      <a:pt x="1048" y="74"/>
                    </a:lnTo>
                    <a:lnTo>
                      <a:pt x="1048" y="74"/>
                    </a:lnTo>
                    <a:lnTo>
                      <a:pt x="1048" y="75"/>
                    </a:lnTo>
                    <a:lnTo>
                      <a:pt x="1047" y="75"/>
                    </a:lnTo>
                    <a:lnTo>
                      <a:pt x="1047" y="76"/>
                    </a:lnTo>
                    <a:lnTo>
                      <a:pt x="1047" y="77"/>
                    </a:lnTo>
                    <a:lnTo>
                      <a:pt x="1047" y="77"/>
                    </a:lnTo>
                    <a:lnTo>
                      <a:pt x="1046" y="78"/>
                    </a:lnTo>
                    <a:lnTo>
                      <a:pt x="1046" y="78"/>
                    </a:lnTo>
                    <a:lnTo>
                      <a:pt x="1046" y="79"/>
                    </a:lnTo>
                    <a:lnTo>
                      <a:pt x="1045" y="79"/>
                    </a:lnTo>
                    <a:lnTo>
                      <a:pt x="1045" y="80"/>
                    </a:lnTo>
                    <a:lnTo>
                      <a:pt x="1045" y="80"/>
                    </a:lnTo>
                    <a:lnTo>
                      <a:pt x="1044" y="81"/>
                    </a:lnTo>
                    <a:lnTo>
                      <a:pt x="1044" y="82"/>
                    </a:lnTo>
                    <a:lnTo>
                      <a:pt x="1044" y="82"/>
                    </a:lnTo>
                    <a:lnTo>
                      <a:pt x="1043" y="83"/>
                    </a:lnTo>
                    <a:lnTo>
                      <a:pt x="1043" y="83"/>
                    </a:lnTo>
                    <a:lnTo>
                      <a:pt x="1043" y="84"/>
                    </a:lnTo>
                    <a:lnTo>
                      <a:pt x="1042" y="84"/>
                    </a:lnTo>
                    <a:lnTo>
                      <a:pt x="1042" y="85"/>
                    </a:lnTo>
                    <a:lnTo>
                      <a:pt x="1041" y="86"/>
                    </a:lnTo>
                    <a:lnTo>
                      <a:pt x="1040" y="87"/>
                    </a:lnTo>
                    <a:lnTo>
                      <a:pt x="1040" y="87"/>
                    </a:lnTo>
                    <a:lnTo>
                      <a:pt x="1039" y="88"/>
                    </a:lnTo>
                    <a:lnTo>
                      <a:pt x="1038" y="89"/>
                    </a:lnTo>
                    <a:lnTo>
                      <a:pt x="1038" y="90"/>
                    </a:lnTo>
                    <a:lnTo>
                      <a:pt x="1037" y="90"/>
                    </a:lnTo>
                    <a:lnTo>
                      <a:pt x="1037" y="91"/>
                    </a:lnTo>
                    <a:lnTo>
                      <a:pt x="1036" y="92"/>
                    </a:lnTo>
                    <a:lnTo>
                      <a:pt x="1036" y="92"/>
                    </a:lnTo>
                    <a:lnTo>
                      <a:pt x="1035" y="92"/>
                    </a:lnTo>
                    <a:lnTo>
                      <a:pt x="1034" y="93"/>
                    </a:lnTo>
                    <a:lnTo>
                      <a:pt x="1033" y="94"/>
                    </a:lnTo>
                    <a:lnTo>
                      <a:pt x="1032" y="94"/>
                    </a:lnTo>
                    <a:lnTo>
                      <a:pt x="1032" y="95"/>
                    </a:lnTo>
                    <a:lnTo>
                      <a:pt x="1031" y="96"/>
                    </a:lnTo>
                    <a:lnTo>
                      <a:pt x="1030" y="96"/>
                    </a:lnTo>
                    <a:lnTo>
                      <a:pt x="1029" y="97"/>
                    </a:lnTo>
                    <a:lnTo>
                      <a:pt x="1028" y="97"/>
                    </a:lnTo>
                    <a:lnTo>
                      <a:pt x="1027" y="98"/>
                    </a:lnTo>
                    <a:lnTo>
                      <a:pt x="1027" y="99"/>
                    </a:lnTo>
                    <a:lnTo>
                      <a:pt x="1026" y="99"/>
                    </a:lnTo>
                    <a:lnTo>
                      <a:pt x="1025" y="100"/>
                    </a:lnTo>
                    <a:lnTo>
                      <a:pt x="1024" y="100"/>
                    </a:lnTo>
                    <a:lnTo>
                      <a:pt x="1023" y="101"/>
                    </a:lnTo>
                    <a:lnTo>
                      <a:pt x="1022" y="101"/>
                    </a:lnTo>
                    <a:lnTo>
                      <a:pt x="1021" y="102"/>
                    </a:lnTo>
                    <a:lnTo>
                      <a:pt x="1021" y="102"/>
                    </a:lnTo>
                    <a:lnTo>
                      <a:pt x="1020" y="103"/>
                    </a:lnTo>
                    <a:lnTo>
                      <a:pt x="1019" y="103"/>
                    </a:lnTo>
                    <a:lnTo>
                      <a:pt x="1018" y="103"/>
                    </a:lnTo>
                    <a:lnTo>
                      <a:pt x="1017" y="104"/>
                    </a:lnTo>
                    <a:lnTo>
                      <a:pt x="1016" y="104"/>
                    </a:lnTo>
                    <a:lnTo>
                      <a:pt x="1015" y="105"/>
                    </a:lnTo>
                    <a:lnTo>
                      <a:pt x="1014" y="105"/>
                    </a:lnTo>
                    <a:lnTo>
                      <a:pt x="1013" y="106"/>
                    </a:lnTo>
                    <a:lnTo>
                      <a:pt x="1012" y="106"/>
                    </a:lnTo>
                    <a:lnTo>
                      <a:pt x="1011" y="106"/>
                    </a:lnTo>
                    <a:lnTo>
                      <a:pt x="1011" y="107"/>
                    </a:lnTo>
                    <a:lnTo>
                      <a:pt x="1010" y="107"/>
                    </a:lnTo>
                    <a:lnTo>
                      <a:pt x="1009" y="107"/>
                    </a:lnTo>
                    <a:lnTo>
                      <a:pt x="1008" y="108"/>
                    </a:lnTo>
                    <a:lnTo>
                      <a:pt x="1008" y="108"/>
                    </a:lnTo>
                    <a:lnTo>
                      <a:pt x="1007" y="108"/>
                    </a:lnTo>
                    <a:lnTo>
                      <a:pt x="1006" y="109"/>
                    </a:lnTo>
                    <a:lnTo>
                      <a:pt x="1005" y="109"/>
                    </a:lnTo>
                    <a:lnTo>
                      <a:pt x="1004" y="109"/>
                    </a:lnTo>
                    <a:lnTo>
                      <a:pt x="1003" y="110"/>
                    </a:lnTo>
                    <a:lnTo>
                      <a:pt x="1002" y="110"/>
                    </a:lnTo>
                    <a:lnTo>
                      <a:pt x="1001" y="110"/>
                    </a:lnTo>
                    <a:lnTo>
                      <a:pt x="1000" y="110"/>
                    </a:lnTo>
                    <a:lnTo>
                      <a:pt x="999" y="111"/>
                    </a:lnTo>
                    <a:lnTo>
                      <a:pt x="998" y="111"/>
                    </a:lnTo>
                    <a:lnTo>
                      <a:pt x="997" y="111"/>
                    </a:lnTo>
                    <a:lnTo>
                      <a:pt x="996" y="111"/>
                    </a:lnTo>
                    <a:lnTo>
                      <a:pt x="995" y="112"/>
                    </a:lnTo>
                    <a:lnTo>
                      <a:pt x="994" y="112"/>
                    </a:lnTo>
                    <a:lnTo>
                      <a:pt x="993" y="112"/>
                    </a:lnTo>
                    <a:lnTo>
                      <a:pt x="992" y="112"/>
                    </a:lnTo>
                    <a:lnTo>
                      <a:pt x="991" y="112"/>
                    </a:lnTo>
                    <a:lnTo>
                      <a:pt x="990" y="113"/>
                    </a:lnTo>
                    <a:lnTo>
                      <a:pt x="989" y="113"/>
                    </a:lnTo>
                    <a:lnTo>
                      <a:pt x="988" y="113"/>
                    </a:lnTo>
                    <a:lnTo>
                      <a:pt x="987" y="113"/>
                    </a:lnTo>
                    <a:lnTo>
                      <a:pt x="986" y="113"/>
                    </a:lnTo>
                    <a:lnTo>
                      <a:pt x="985" y="113"/>
                    </a:lnTo>
                    <a:lnTo>
                      <a:pt x="984" y="114"/>
                    </a:lnTo>
                    <a:lnTo>
                      <a:pt x="983" y="114"/>
                    </a:lnTo>
                    <a:lnTo>
                      <a:pt x="982" y="114"/>
                    </a:lnTo>
                    <a:lnTo>
                      <a:pt x="981" y="114"/>
                    </a:lnTo>
                    <a:lnTo>
                      <a:pt x="980" y="114"/>
                    </a:lnTo>
                    <a:lnTo>
                      <a:pt x="979" y="114"/>
                    </a:lnTo>
                    <a:lnTo>
                      <a:pt x="979" y="114"/>
                    </a:lnTo>
                    <a:lnTo>
                      <a:pt x="978" y="115"/>
                    </a:lnTo>
                    <a:lnTo>
                      <a:pt x="977" y="115"/>
                    </a:lnTo>
                    <a:lnTo>
                      <a:pt x="976" y="115"/>
                    </a:lnTo>
                    <a:lnTo>
                      <a:pt x="975" y="115"/>
                    </a:lnTo>
                    <a:lnTo>
                      <a:pt x="974" y="115"/>
                    </a:lnTo>
                    <a:lnTo>
                      <a:pt x="973" y="115"/>
                    </a:lnTo>
                    <a:lnTo>
                      <a:pt x="972" y="115"/>
                    </a:lnTo>
                    <a:lnTo>
                      <a:pt x="971" y="115"/>
                    </a:lnTo>
                    <a:lnTo>
                      <a:pt x="969" y="115"/>
                    </a:lnTo>
                    <a:lnTo>
                      <a:pt x="968" y="115"/>
                    </a:lnTo>
                    <a:lnTo>
                      <a:pt x="967" y="115"/>
                    </a:lnTo>
                    <a:lnTo>
                      <a:pt x="966" y="115"/>
                    </a:lnTo>
                    <a:lnTo>
                      <a:pt x="965" y="116"/>
                    </a:lnTo>
                    <a:lnTo>
                      <a:pt x="964" y="116"/>
                    </a:lnTo>
                    <a:lnTo>
                      <a:pt x="963" y="116"/>
                    </a:lnTo>
                    <a:lnTo>
                      <a:pt x="962" y="116"/>
                    </a:lnTo>
                    <a:lnTo>
                      <a:pt x="961" y="116"/>
                    </a:lnTo>
                    <a:lnTo>
                      <a:pt x="960" y="116"/>
                    </a:lnTo>
                    <a:lnTo>
                      <a:pt x="959" y="116"/>
                    </a:lnTo>
                    <a:lnTo>
                      <a:pt x="958" y="116"/>
                    </a:lnTo>
                    <a:lnTo>
                      <a:pt x="957" y="116"/>
                    </a:lnTo>
                    <a:lnTo>
                      <a:pt x="956" y="116"/>
                    </a:lnTo>
                    <a:lnTo>
                      <a:pt x="954" y="116"/>
                    </a:lnTo>
                    <a:lnTo>
                      <a:pt x="953" y="116"/>
                    </a:lnTo>
                    <a:lnTo>
                      <a:pt x="952" y="116"/>
                    </a:lnTo>
                    <a:lnTo>
                      <a:pt x="951" y="116"/>
                    </a:lnTo>
                    <a:lnTo>
                      <a:pt x="950" y="116"/>
                    </a:lnTo>
                    <a:lnTo>
                      <a:pt x="950" y="116"/>
                    </a:lnTo>
                    <a:lnTo>
                      <a:pt x="949" y="116"/>
                    </a:lnTo>
                    <a:lnTo>
                      <a:pt x="948" y="116"/>
                    </a:lnTo>
                    <a:lnTo>
                      <a:pt x="947" y="116"/>
                    </a:lnTo>
                    <a:lnTo>
                      <a:pt x="946" y="116"/>
                    </a:lnTo>
                    <a:lnTo>
                      <a:pt x="945" y="116"/>
                    </a:lnTo>
                    <a:lnTo>
                      <a:pt x="943" y="116"/>
                    </a:lnTo>
                    <a:lnTo>
                      <a:pt x="942" y="116"/>
                    </a:lnTo>
                    <a:lnTo>
                      <a:pt x="941" y="116"/>
                    </a:lnTo>
                    <a:lnTo>
                      <a:pt x="940" y="116"/>
                    </a:lnTo>
                    <a:lnTo>
                      <a:pt x="939" y="116"/>
                    </a:lnTo>
                    <a:lnTo>
                      <a:pt x="938" y="116"/>
                    </a:lnTo>
                    <a:lnTo>
                      <a:pt x="937" y="115"/>
                    </a:lnTo>
                    <a:lnTo>
                      <a:pt x="936" y="115"/>
                    </a:lnTo>
                    <a:lnTo>
                      <a:pt x="935" y="115"/>
                    </a:lnTo>
                    <a:lnTo>
                      <a:pt x="934" y="115"/>
                    </a:lnTo>
                    <a:lnTo>
                      <a:pt x="932" y="115"/>
                    </a:lnTo>
                    <a:lnTo>
                      <a:pt x="930" y="115"/>
                    </a:lnTo>
                    <a:lnTo>
                      <a:pt x="928" y="115"/>
                    </a:lnTo>
                    <a:lnTo>
                      <a:pt x="926" y="115"/>
                    </a:lnTo>
                    <a:lnTo>
                      <a:pt x="924" y="115"/>
                    </a:lnTo>
                    <a:lnTo>
                      <a:pt x="921" y="114"/>
                    </a:lnTo>
                    <a:lnTo>
                      <a:pt x="920" y="114"/>
                    </a:lnTo>
                    <a:lnTo>
                      <a:pt x="918" y="114"/>
                    </a:lnTo>
                    <a:lnTo>
                      <a:pt x="916" y="114"/>
                    </a:lnTo>
                    <a:lnTo>
                      <a:pt x="913" y="114"/>
                    </a:lnTo>
                    <a:lnTo>
                      <a:pt x="911" y="113"/>
                    </a:lnTo>
                    <a:lnTo>
                      <a:pt x="909" y="113"/>
                    </a:lnTo>
                    <a:lnTo>
                      <a:pt x="907" y="113"/>
                    </a:lnTo>
                    <a:lnTo>
                      <a:pt x="905" y="113"/>
                    </a:lnTo>
                    <a:lnTo>
                      <a:pt x="902" y="112"/>
                    </a:lnTo>
                    <a:lnTo>
                      <a:pt x="900" y="112"/>
                    </a:lnTo>
                    <a:lnTo>
                      <a:pt x="898" y="112"/>
                    </a:lnTo>
                    <a:lnTo>
                      <a:pt x="896" y="111"/>
                    </a:lnTo>
                    <a:lnTo>
                      <a:pt x="894" y="111"/>
                    </a:lnTo>
                    <a:lnTo>
                      <a:pt x="892" y="111"/>
                    </a:lnTo>
                    <a:lnTo>
                      <a:pt x="890" y="111"/>
                    </a:lnTo>
                    <a:lnTo>
                      <a:pt x="888" y="110"/>
                    </a:lnTo>
                    <a:lnTo>
                      <a:pt x="886" y="110"/>
                    </a:lnTo>
                    <a:lnTo>
                      <a:pt x="884" y="110"/>
                    </a:lnTo>
                    <a:lnTo>
                      <a:pt x="882" y="109"/>
                    </a:lnTo>
                    <a:lnTo>
                      <a:pt x="880" y="109"/>
                    </a:lnTo>
                    <a:lnTo>
                      <a:pt x="878" y="108"/>
                    </a:lnTo>
                    <a:lnTo>
                      <a:pt x="876" y="108"/>
                    </a:lnTo>
                    <a:lnTo>
                      <a:pt x="874" y="108"/>
                    </a:lnTo>
                    <a:lnTo>
                      <a:pt x="871" y="107"/>
                    </a:lnTo>
                    <a:lnTo>
                      <a:pt x="869" y="107"/>
                    </a:lnTo>
                    <a:lnTo>
                      <a:pt x="868" y="107"/>
                    </a:lnTo>
                    <a:lnTo>
                      <a:pt x="867" y="107"/>
                    </a:lnTo>
                    <a:lnTo>
                      <a:pt x="866" y="106"/>
                    </a:lnTo>
                    <a:lnTo>
                      <a:pt x="865" y="106"/>
                    </a:lnTo>
                    <a:lnTo>
                      <a:pt x="864" y="104"/>
                    </a:lnTo>
                    <a:lnTo>
                      <a:pt x="863" y="102"/>
                    </a:lnTo>
                    <a:lnTo>
                      <a:pt x="861" y="101"/>
                    </a:lnTo>
                    <a:lnTo>
                      <a:pt x="860" y="100"/>
                    </a:lnTo>
                    <a:lnTo>
                      <a:pt x="859" y="99"/>
                    </a:lnTo>
                    <a:lnTo>
                      <a:pt x="858" y="99"/>
                    </a:lnTo>
                    <a:lnTo>
                      <a:pt x="856" y="98"/>
                    </a:lnTo>
                    <a:lnTo>
                      <a:pt x="854" y="97"/>
                    </a:lnTo>
                    <a:lnTo>
                      <a:pt x="852" y="97"/>
                    </a:lnTo>
                    <a:lnTo>
                      <a:pt x="850" y="96"/>
                    </a:lnTo>
                    <a:lnTo>
                      <a:pt x="849" y="95"/>
                    </a:lnTo>
                    <a:lnTo>
                      <a:pt x="847" y="95"/>
                    </a:lnTo>
                    <a:lnTo>
                      <a:pt x="845" y="94"/>
                    </a:lnTo>
                    <a:lnTo>
                      <a:pt x="843" y="93"/>
                    </a:lnTo>
                    <a:lnTo>
                      <a:pt x="842" y="93"/>
                    </a:lnTo>
                    <a:lnTo>
                      <a:pt x="841" y="92"/>
                    </a:lnTo>
                    <a:lnTo>
                      <a:pt x="841" y="92"/>
                    </a:lnTo>
                    <a:lnTo>
                      <a:pt x="840" y="93"/>
                    </a:lnTo>
                    <a:lnTo>
                      <a:pt x="838" y="93"/>
                    </a:lnTo>
                    <a:lnTo>
                      <a:pt x="836" y="94"/>
                    </a:lnTo>
                    <a:lnTo>
                      <a:pt x="834" y="94"/>
                    </a:lnTo>
                    <a:lnTo>
                      <a:pt x="833" y="95"/>
                    </a:lnTo>
                    <a:lnTo>
                      <a:pt x="832" y="95"/>
                    </a:lnTo>
                    <a:lnTo>
                      <a:pt x="830" y="96"/>
                    </a:lnTo>
                    <a:lnTo>
                      <a:pt x="828" y="96"/>
                    </a:lnTo>
                    <a:lnTo>
                      <a:pt x="826" y="97"/>
                    </a:lnTo>
                    <a:lnTo>
                      <a:pt x="825" y="97"/>
                    </a:lnTo>
                    <a:lnTo>
                      <a:pt x="823" y="97"/>
                    </a:lnTo>
                    <a:lnTo>
                      <a:pt x="821" y="98"/>
                    </a:lnTo>
                    <a:lnTo>
                      <a:pt x="819" y="98"/>
                    </a:lnTo>
                    <a:lnTo>
                      <a:pt x="817" y="99"/>
                    </a:lnTo>
                    <a:lnTo>
                      <a:pt x="816" y="99"/>
                    </a:lnTo>
                    <a:lnTo>
                      <a:pt x="814" y="99"/>
                    </a:lnTo>
                    <a:lnTo>
                      <a:pt x="812" y="100"/>
                    </a:lnTo>
                    <a:lnTo>
                      <a:pt x="810" y="100"/>
                    </a:lnTo>
                    <a:lnTo>
                      <a:pt x="809" y="100"/>
                    </a:lnTo>
                    <a:lnTo>
                      <a:pt x="807" y="101"/>
                    </a:lnTo>
                    <a:lnTo>
                      <a:pt x="805" y="101"/>
                    </a:lnTo>
                    <a:lnTo>
                      <a:pt x="804" y="101"/>
                    </a:lnTo>
                    <a:lnTo>
                      <a:pt x="803" y="102"/>
                    </a:lnTo>
                    <a:lnTo>
                      <a:pt x="801" y="102"/>
                    </a:lnTo>
                    <a:lnTo>
                      <a:pt x="799" y="102"/>
                    </a:lnTo>
                    <a:lnTo>
                      <a:pt x="797" y="103"/>
                    </a:lnTo>
                    <a:lnTo>
                      <a:pt x="796" y="103"/>
                    </a:lnTo>
                    <a:lnTo>
                      <a:pt x="794" y="103"/>
                    </a:lnTo>
                    <a:lnTo>
                      <a:pt x="792" y="104"/>
                    </a:lnTo>
                    <a:lnTo>
                      <a:pt x="790" y="104"/>
                    </a:lnTo>
                    <a:lnTo>
                      <a:pt x="788" y="104"/>
                    </a:lnTo>
                    <a:lnTo>
                      <a:pt x="787" y="105"/>
                    </a:lnTo>
                    <a:lnTo>
                      <a:pt x="785" y="105"/>
                    </a:lnTo>
                    <a:lnTo>
                      <a:pt x="785" y="105"/>
                    </a:lnTo>
                    <a:lnTo>
                      <a:pt x="783" y="105"/>
                    </a:lnTo>
                    <a:lnTo>
                      <a:pt x="781" y="105"/>
                    </a:lnTo>
                    <a:lnTo>
                      <a:pt x="780" y="106"/>
                    </a:lnTo>
                    <a:lnTo>
                      <a:pt x="778" y="106"/>
                    </a:lnTo>
                    <a:lnTo>
                      <a:pt x="776" y="106"/>
                    </a:lnTo>
                    <a:lnTo>
                      <a:pt x="775" y="106"/>
                    </a:lnTo>
                    <a:lnTo>
                      <a:pt x="774" y="107"/>
                    </a:lnTo>
                    <a:lnTo>
                      <a:pt x="772" y="107"/>
                    </a:lnTo>
                    <a:lnTo>
                      <a:pt x="770" y="107"/>
                    </a:lnTo>
                    <a:lnTo>
                      <a:pt x="768" y="107"/>
                    </a:lnTo>
                    <a:lnTo>
                      <a:pt x="767" y="108"/>
                    </a:lnTo>
                    <a:lnTo>
                      <a:pt x="765" y="108"/>
                    </a:lnTo>
                    <a:lnTo>
                      <a:pt x="763" y="108"/>
                    </a:lnTo>
                    <a:lnTo>
                      <a:pt x="761" y="108"/>
                    </a:lnTo>
                    <a:lnTo>
                      <a:pt x="760" y="109"/>
                    </a:lnTo>
                    <a:lnTo>
                      <a:pt x="758" y="109"/>
                    </a:lnTo>
                    <a:lnTo>
                      <a:pt x="756" y="109"/>
                    </a:lnTo>
                    <a:lnTo>
                      <a:pt x="754" y="109"/>
                    </a:lnTo>
                    <a:lnTo>
                      <a:pt x="752" y="109"/>
                    </a:lnTo>
                    <a:lnTo>
                      <a:pt x="749" y="110"/>
                    </a:lnTo>
                    <a:lnTo>
                      <a:pt x="746" y="110"/>
                    </a:lnTo>
                    <a:lnTo>
                      <a:pt x="743" y="111"/>
                    </a:lnTo>
                    <a:lnTo>
                      <a:pt x="739" y="111"/>
                    </a:lnTo>
                    <a:lnTo>
                      <a:pt x="736" y="111"/>
                    </a:lnTo>
                    <a:lnTo>
                      <a:pt x="732" y="112"/>
                    </a:lnTo>
                    <a:lnTo>
                      <a:pt x="729" y="112"/>
                    </a:lnTo>
                    <a:lnTo>
                      <a:pt x="725" y="112"/>
                    </a:lnTo>
                    <a:lnTo>
                      <a:pt x="722" y="113"/>
                    </a:lnTo>
                    <a:lnTo>
                      <a:pt x="718" y="113"/>
                    </a:lnTo>
                    <a:lnTo>
                      <a:pt x="716" y="113"/>
                    </a:lnTo>
                    <a:lnTo>
                      <a:pt x="712" y="114"/>
                    </a:lnTo>
                    <a:lnTo>
                      <a:pt x="709" y="114"/>
                    </a:lnTo>
                    <a:lnTo>
                      <a:pt x="706" y="114"/>
                    </a:lnTo>
                    <a:lnTo>
                      <a:pt x="702" y="115"/>
                    </a:lnTo>
                    <a:lnTo>
                      <a:pt x="695" y="115"/>
                    </a:lnTo>
                    <a:lnTo>
                      <a:pt x="689" y="116"/>
                    </a:lnTo>
                    <a:lnTo>
                      <a:pt x="682" y="116"/>
                    </a:lnTo>
                    <a:lnTo>
                      <a:pt x="675" y="117"/>
                    </a:lnTo>
                    <a:lnTo>
                      <a:pt x="672" y="117"/>
                    </a:lnTo>
                    <a:lnTo>
                      <a:pt x="668" y="118"/>
                    </a:lnTo>
                    <a:lnTo>
                      <a:pt x="665" y="118"/>
                    </a:lnTo>
                    <a:lnTo>
                      <a:pt x="661" y="118"/>
                    </a:lnTo>
                    <a:lnTo>
                      <a:pt x="659" y="119"/>
                    </a:lnTo>
                    <a:lnTo>
                      <a:pt x="655" y="119"/>
                    </a:lnTo>
                    <a:lnTo>
                      <a:pt x="652" y="119"/>
                    </a:lnTo>
                    <a:lnTo>
                      <a:pt x="648" y="120"/>
                    </a:lnTo>
                    <a:lnTo>
                      <a:pt x="646" y="120"/>
                    </a:lnTo>
                    <a:lnTo>
                      <a:pt x="643" y="120"/>
                    </a:lnTo>
                    <a:lnTo>
                      <a:pt x="641" y="120"/>
                    </a:lnTo>
                    <a:lnTo>
                      <a:pt x="638" y="121"/>
                    </a:lnTo>
                    <a:lnTo>
                      <a:pt x="636" y="121"/>
                    </a:lnTo>
                    <a:lnTo>
                      <a:pt x="633" y="121"/>
                    </a:lnTo>
                    <a:lnTo>
                      <a:pt x="631" y="121"/>
                    </a:lnTo>
                    <a:lnTo>
                      <a:pt x="629" y="121"/>
                    </a:lnTo>
                    <a:lnTo>
                      <a:pt x="626" y="121"/>
                    </a:lnTo>
                    <a:lnTo>
                      <a:pt x="624" y="121"/>
                    </a:lnTo>
                    <a:lnTo>
                      <a:pt x="621" y="121"/>
                    </a:lnTo>
                    <a:lnTo>
                      <a:pt x="618" y="121"/>
                    </a:lnTo>
                    <a:lnTo>
                      <a:pt x="616" y="121"/>
                    </a:lnTo>
                    <a:lnTo>
                      <a:pt x="613" y="122"/>
                    </a:lnTo>
                    <a:lnTo>
                      <a:pt x="611" y="122"/>
                    </a:lnTo>
                    <a:lnTo>
                      <a:pt x="608" y="122"/>
                    </a:lnTo>
                    <a:lnTo>
                      <a:pt x="606" y="122"/>
                    </a:lnTo>
                    <a:lnTo>
                      <a:pt x="603" y="122"/>
                    </a:lnTo>
                    <a:lnTo>
                      <a:pt x="601" y="122"/>
                    </a:lnTo>
                    <a:lnTo>
                      <a:pt x="599" y="122"/>
                    </a:lnTo>
                    <a:lnTo>
                      <a:pt x="596" y="123"/>
                    </a:lnTo>
                    <a:lnTo>
                      <a:pt x="594" y="123"/>
                    </a:lnTo>
                    <a:lnTo>
                      <a:pt x="591" y="123"/>
                    </a:lnTo>
                    <a:lnTo>
                      <a:pt x="588" y="123"/>
                    </a:lnTo>
                    <a:lnTo>
                      <a:pt x="586" y="123"/>
                    </a:lnTo>
                    <a:lnTo>
                      <a:pt x="583" y="123"/>
                    </a:lnTo>
                    <a:lnTo>
                      <a:pt x="581" y="123"/>
                    </a:lnTo>
                    <a:lnTo>
                      <a:pt x="578" y="124"/>
                    </a:lnTo>
                    <a:lnTo>
                      <a:pt x="575" y="124"/>
                    </a:lnTo>
                    <a:lnTo>
                      <a:pt x="574" y="124"/>
                    </a:lnTo>
                    <a:lnTo>
                      <a:pt x="571" y="124"/>
                    </a:lnTo>
                    <a:lnTo>
                      <a:pt x="569" y="124"/>
                    </a:lnTo>
                    <a:lnTo>
                      <a:pt x="566" y="124"/>
                    </a:lnTo>
                    <a:lnTo>
                      <a:pt x="563" y="124"/>
                    </a:lnTo>
                    <a:lnTo>
                      <a:pt x="561" y="124"/>
                    </a:lnTo>
                    <a:lnTo>
                      <a:pt x="558" y="124"/>
                    </a:lnTo>
                    <a:lnTo>
                      <a:pt x="556" y="124"/>
                    </a:lnTo>
                    <a:lnTo>
                      <a:pt x="553" y="124"/>
                    </a:lnTo>
                    <a:lnTo>
                      <a:pt x="550" y="124"/>
                    </a:lnTo>
                    <a:lnTo>
                      <a:pt x="548" y="125"/>
                    </a:lnTo>
                    <a:lnTo>
                      <a:pt x="545" y="125"/>
                    </a:lnTo>
                    <a:lnTo>
                      <a:pt x="544" y="125"/>
                    </a:lnTo>
                    <a:lnTo>
                      <a:pt x="541" y="125"/>
                    </a:lnTo>
                    <a:lnTo>
                      <a:pt x="538" y="125"/>
                    </a:lnTo>
                    <a:lnTo>
                      <a:pt x="536" y="125"/>
                    </a:lnTo>
                    <a:lnTo>
                      <a:pt x="533" y="125"/>
                    </a:lnTo>
                    <a:lnTo>
                      <a:pt x="531" y="125"/>
                    </a:lnTo>
                    <a:lnTo>
                      <a:pt x="528" y="125"/>
                    </a:lnTo>
                    <a:lnTo>
                      <a:pt x="525" y="125"/>
                    </a:lnTo>
                    <a:lnTo>
                      <a:pt x="523" y="125"/>
                    </a:lnTo>
                    <a:lnTo>
                      <a:pt x="520" y="125"/>
                    </a:lnTo>
                    <a:lnTo>
                      <a:pt x="518" y="125"/>
                    </a:lnTo>
                    <a:lnTo>
                      <a:pt x="516" y="125"/>
                    </a:lnTo>
                    <a:lnTo>
                      <a:pt x="514" y="125"/>
                    </a:lnTo>
                    <a:lnTo>
                      <a:pt x="513" y="125"/>
                    </a:lnTo>
                    <a:lnTo>
                      <a:pt x="511" y="125"/>
                    </a:lnTo>
                    <a:lnTo>
                      <a:pt x="508" y="125"/>
                    </a:lnTo>
                    <a:lnTo>
                      <a:pt x="506" y="125"/>
                    </a:lnTo>
                    <a:lnTo>
                      <a:pt x="503" y="125"/>
                    </a:lnTo>
                    <a:lnTo>
                      <a:pt x="500" y="125"/>
                    </a:lnTo>
                    <a:lnTo>
                      <a:pt x="498" y="125"/>
                    </a:lnTo>
                    <a:lnTo>
                      <a:pt x="495" y="125"/>
                    </a:lnTo>
                    <a:lnTo>
                      <a:pt x="493" y="125"/>
                    </a:lnTo>
                    <a:lnTo>
                      <a:pt x="490" y="125"/>
                    </a:lnTo>
                    <a:lnTo>
                      <a:pt x="487" y="125"/>
                    </a:lnTo>
                    <a:lnTo>
                      <a:pt x="486" y="125"/>
                    </a:lnTo>
                    <a:lnTo>
                      <a:pt x="483" y="125"/>
                    </a:lnTo>
                    <a:lnTo>
                      <a:pt x="481" y="125"/>
                    </a:lnTo>
                    <a:lnTo>
                      <a:pt x="478" y="125"/>
                    </a:lnTo>
                    <a:lnTo>
                      <a:pt x="476" y="125"/>
                    </a:lnTo>
                    <a:lnTo>
                      <a:pt x="473" y="125"/>
                    </a:lnTo>
                    <a:lnTo>
                      <a:pt x="468" y="124"/>
                    </a:lnTo>
                    <a:lnTo>
                      <a:pt x="463" y="124"/>
                    </a:lnTo>
                    <a:lnTo>
                      <a:pt x="458" y="124"/>
                    </a:lnTo>
                    <a:lnTo>
                      <a:pt x="453" y="124"/>
                    </a:lnTo>
                    <a:lnTo>
                      <a:pt x="448" y="124"/>
                    </a:lnTo>
                    <a:lnTo>
                      <a:pt x="443" y="124"/>
                    </a:lnTo>
                    <a:lnTo>
                      <a:pt x="438" y="124"/>
                    </a:lnTo>
                    <a:lnTo>
                      <a:pt x="432" y="123"/>
                    </a:lnTo>
                    <a:lnTo>
                      <a:pt x="428" y="123"/>
                    </a:lnTo>
                    <a:lnTo>
                      <a:pt x="423" y="123"/>
                    </a:lnTo>
                    <a:lnTo>
                      <a:pt x="418" y="123"/>
                    </a:lnTo>
                    <a:lnTo>
                      <a:pt x="413" y="123"/>
                    </a:lnTo>
                    <a:lnTo>
                      <a:pt x="407" y="122"/>
                    </a:lnTo>
                    <a:lnTo>
                      <a:pt x="402" y="122"/>
                    </a:lnTo>
                    <a:lnTo>
                      <a:pt x="402" y="122"/>
                    </a:lnTo>
                    <a:lnTo>
                      <a:pt x="398" y="122"/>
                    </a:lnTo>
                    <a:lnTo>
                      <a:pt x="393" y="122"/>
                    </a:lnTo>
                    <a:lnTo>
                      <a:pt x="388" y="121"/>
                    </a:lnTo>
                    <a:lnTo>
                      <a:pt x="382" y="121"/>
                    </a:lnTo>
                    <a:lnTo>
                      <a:pt x="377" y="121"/>
                    </a:lnTo>
                    <a:lnTo>
                      <a:pt x="373" y="121"/>
                    </a:lnTo>
                    <a:lnTo>
                      <a:pt x="368" y="121"/>
                    </a:lnTo>
                    <a:lnTo>
                      <a:pt x="363" y="121"/>
                    </a:lnTo>
                    <a:lnTo>
                      <a:pt x="357" y="121"/>
                    </a:lnTo>
                    <a:lnTo>
                      <a:pt x="352" y="120"/>
                    </a:lnTo>
                    <a:lnTo>
                      <a:pt x="347" y="120"/>
                    </a:lnTo>
                    <a:lnTo>
                      <a:pt x="343" y="120"/>
                    </a:lnTo>
                    <a:lnTo>
                      <a:pt x="338" y="119"/>
                    </a:lnTo>
                    <a:lnTo>
                      <a:pt x="333" y="119"/>
                    </a:lnTo>
                    <a:lnTo>
                      <a:pt x="327" y="119"/>
                    </a:lnTo>
                    <a:lnTo>
                      <a:pt x="322" y="118"/>
                    </a:lnTo>
                    <a:lnTo>
                      <a:pt x="322" y="118"/>
                    </a:lnTo>
                    <a:lnTo>
                      <a:pt x="317" y="118"/>
                    </a:lnTo>
                    <a:lnTo>
                      <a:pt x="313" y="117"/>
                    </a:lnTo>
                    <a:lnTo>
                      <a:pt x="308" y="117"/>
                    </a:lnTo>
                    <a:lnTo>
                      <a:pt x="302" y="116"/>
                    </a:lnTo>
                    <a:lnTo>
                      <a:pt x="297" y="115"/>
                    </a:lnTo>
                    <a:lnTo>
                      <a:pt x="287" y="114"/>
                    </a:lnTo>
                    <a:lnTo>
                      <a:pt x="278" y="113"/>
                    </a:lnTo>
                    <a:lnTo>
                      <a:pt x="278" y="113"/>
                    </a:lnTo>
                    <a:lnTo>
                      <a:pt x="268" y="111"/>
                    </a:lnTo>
                    <a:lnTo>
                      <a:pt x="248" y="108"/>
                    </a:lnTo>
                    <a:lnTo>
                      <a:pt x="244" y="108"/>
                    </a:lnTo>
                    <a:lnTo>
                      <a:pt x="238" y="107"/>
                    </a:lnTo>
                    <a:lnTo>
                      <a:pt x="228" y="106"/>
                    </a:lnTo>
                    <a:lnTo>
                      <a:pt x="218" y="105"/>
                    </a:lnTo>
                    <a:lnTo>
                      <a:pt x="208" y="105"/>
                    </a:lnTo>
                    <a:lnTo>
                      <a:pt x="203" y="104"/>
                    </a:lnTo>
                    <a:lnTo>
                      <a:pt x="199" y="104"/>
                    </a:lnTo>
                    <a:lnTo>
                      <a:pt x="194" y="103"/>
                    </a:lnTo>
                    <a:lnTo>
                      <a:pt x="188" y="103"/>
                    </a:lnTo>
                    <a:lnTo>
                      <a:pt x="183" y="102"/>
                    </a:lnTo>
                    <a:lnTo>
                      <a:pt x="178" y="102"/>
                    </a:lnTo>
                    <a:lnTo>
                      <a:pt x="173" y="101"/>
                    </a:lnTo>
                    <a:lnTo>
                      <a:pt x="169" y="101"/>
                    </a:lnTo>
                    <a:lnTo>
                      <a:pt x="164" y="101"/>
                    </a:lnTo>
                    <a:lnTo>
                      <a:pt x="159" y="100"/>
                    </a:lnTo>
                    <a:lnTo>
                      <a:pt x="154" y="100"/>
                    </a:lnTo>
                    <a:lnTo>
                      <a:pt x="149" y="100"/>
                    </a:lnTo>
                    <a:lnTo>
                      <a:pt x="148" y="99"/>
                    </a:lnTo>
                    <a:lnTo>
                      <a:pt x="143" y="99"/>
                    </a:lnTo>
                    <a:lnTo>
                      <a:pt x="139" y="99"/>
                    </a:lnTo>
                    <a:lnTo>
                      <a:pt x="134" y="98"/>
                    </a:lnTo>
                    <a:lnTo>
                      <a:pt x="129" y="98"/>
                    </a:lnTo>
                    <a:lnTo>
                      <a:pt x="124" y="97"/>
                    </a:lnTo>
                    <a:lnTo>
                      <a:pt x="119" y="97"/>
                    </a:lnTo>
                    <a:lnTo>
                      <a:pt x="114" y="97"/>
                    </a:lnTo>
                    <a:lnTo>
                      <a:pt x="110" y="96"/>
                    </a:lnTo>
                    <a:lnTo>
                      <a:pt x="105" y="96"/>
                    </a:lnTo>
                    <a:lnTo>
                      <a:pt x="100" y="96"/>
                    </a:lnTo>
                    <a:lnTo>
                      <a:pt x="95" y="95"/>
                    </a:lnTo>
                    <a:lnTo>
                      <a:pt x="91" y="95"/>
                    </a:lnTo>
                    <a:lnTo>
                      <a:pt x="89" y="95"/>
                    </a:lnTo>
                    <a:lnTo>
                      <a:pt x="84" y="95"/>
                    </a:lnTo>
                    <a:lnTo>
                      <a:pt x="80" y="94"/>
                    </a:lnTo>
                    <a:lnTo>
                      <a:pt x="75" y="94"/>
                    </a:lnTo>
                    <a:lnTo>
                      <a:pt x="70" y="94"/>
                    </a:lnTo>
                    <a:lnTo>
                      <a:pt x="65" y="93"/>
                    </a:lnTo>
                    <a:lnTo>
                      <a:pt x="60" y="93"/>
                    </a:lnTo>
                    <a:lnTo>
                      <a:pt x="55" y="93"/>
                    </a:lnTo>
                    <a:lnTo>
                      <a:pt x="51" y="93"/>
                    </a:lnTo>
                    <a:lnTo>
                      <a:pt x="46" y="93"/>
                    </a:lnTo>
                    <a:lnTo>
                      <a:pt x="43" y="92"/>
                    </a:lnTo>
                    <a:lnTo>
                      <a:pt x="41" y="92"/>
                    </a:lnTo>
                    <a:lnTo>
                      <a:pt x="38" y="92"/>
                    </a:lnTo>
                    <a:lnTo>
                      <a:pt x="36" y="92"/>
                    </a:lnTo>
                    <a:lnTo>
                      <a:pt x="33" y="92"/>
                    </a:lnTo>
                    <a:lnTo>
                      <a:pt x="32" y="92"/>
                    </a:lnTo>
                    <a:lnTo>
                      <a:pt x="31" y="92"/>
                    </a:lnTo>
                    <a:lnTo>
                      <a:pt x="28" y="92"/>
                    </a:lnTo>
                    <a:lnTo>
                      <a:pt x="26" y="92"/>
                    </a:lnTo>
                    <a:lnTo>
                      <a:pt x="24" y="92"/>
                    </a:lnTo>
                    <a:lnTo>
                      <a:pt x="22" y="92"/>
                    </a:lnTo>
                    <a:lnTo>
                      <a:pt x="19" y="92"/>
                    </a:lnTo>
                    <a:lnTo>
                      <a:pt x="17" y="92"/>
                    </a:lnTo>
                    <a:lnTo>
                      <a:pt x="14" y="92"/>
                    </a:lnTo>
                    <a:lnTo>
                      <a:pt x="12" y="92"/>
                    </a:lnTo>
                    <a:lnTo>
                      <a:pt x="12" y="92"/>
                    </a:lnTo>
                    <a:lnTo>
                      <a:pt x="4" y="90"/>
                    </a:lnTo>
                    <a:lnTo>
                      <a:pt x="0" y="82"/>
                    </a:lnTo>
                    <a:lnTo>
                      <a:pt x="0" y="82"/>
                    </a:lnTo>
                    <a:lnTo>
                      <a:pt x="4" y="74"/>
                    </a:lnTo>
                    <a:lnTo>
                      <a:pt x="12" y="70"/>
                    </a:lnTo>
                    <a:lnTo>
                      <a:pt x="14" y="70"/>
                    </a:lnTo>
                    <a:lnTo>
                      <a:pt x="17" y="70"/>
                    </a:lnTo>
                    <a:lnTo>
                      <a:pt x="19" y="70"/>
                    </a:lnTo>
                    <a:lnTo>
                      <a:pt x="19" y="70"/>
                    </a:lnTo>
                    <a:close/>
                    <a:moveTo>
                      <a:pt x="959" y="46"/>
                    </a:moveTo>
                    <a:lnTo>
                      <a:pt x="958" y="46"/>
                    </a:lnTo>
                    <a:lnTo>
                      <a:pt x="957" y="46"/>
                    </a:lnTo>
                    <a:lnTo>
                      <a:pt x="956" y="47"/>
                    </a:lnTo>
                    <a:lnTo>
                      <a:pt x="955" y="47"/>
                    </a:lnTo>
                    <a:lnTo>
                      <a:pt x="953" y="48"/>
                    </a:lnTo>
                    <a:lnTo>
                      <a:pt x="952" y="49"/>
                    </a:lnTo>
                    <a:lnTo>
                      <a:pt x="950" y="49"/>
                    </a:lnTo>
                    <a:lnTo>
                      <a:pt x="949" y="50"/>
                    </a:lnTo>
                    <a:lnTo>
                      <a:pt x="945" y="52"/>
                    </a:lnTo>
                    <a:lnTo>
                      <a:pt x="944" y="53"/>
                    </a:lnTo>
                    <a:lnTo>
                      <a:pt x="942" y="53"/>
                    </a:lnTo>
                    <a:lnTo>
                      <a:pt x="940" y="54"/>
                    </a:lnTo>
                    <a:lnTo>
                      <a:pt x="939" y="55"/>
                    </a:lnTo>
                    <a:lnTo>
                      <a:pt x="938" y="55"/>
                    </a:lnTo>
                    <a:lnTo>
                      <a:pt x="937" y="55"/>
                    </a:lnTo>
                    <a:lnTo>
                      <a:pt x="936" y="56"/>
                    </a:lnTo>
                    <a:lnTo>
                      <a:pt x="936" y="56"/>
                    </a:lnTo>
                    <a:lnTo>
                      <a:pt x="935" y="56"/>
                    </a:lnTo>
                    <a:lnTo>
                      <a:pt x="935" y="56"/>
                    </a:lnTo>
                    <a:lnTo>
                      <a:pt x="934" y="57"/>
                    </a:lnTo>
                    <a:lnTo>
                      <a:pt x="933" y="57"/>
                    </a:lnTo>
                    <a:lnTo>
                      <a:pt x="933" y="57"/>
                    </a:lnTo>
                    <a:lnTo>
                      <a:pt x="933" y="57"/>
                    </a:lnTo>
                    <a:lnTo>
                      <a:pt x="932" y="58"/>
                    </a:lnTo>
                    <a:lnTo>
                      <a:pt x="932" y="58"/>
                    </a:lnTo>
                    <a:lnTo>
                      <a:pt x="931" y="58"/>
                    </a:lnTo>
                    <a:lnTo>
                      <a:pt x="930" y="59"/>
                    </a:lnTo>
                    <a:lnTo>
                      <a:pt x="929" y="59"/>
                    </a:lnTo>
                    <a:lnTo>
                      <a:pt x="928" y="60"/>
                    </a:lnTo>
                    <a:lnTo>
                      <a:pt x="927" y="60"/>
                    </a:lnTo>
                    <a:lnTo>
                      <a:pt x="926" y="61"/>
                    </a:lnTo>
                    <a:lnTo>
                      <a:pt x="925" y="62"/>
                    </a:lnTo>
                    <a:lnTo>
                      <a:pt x="924" y="62"/>
                    </a:lnTo>
                    <a:lnTo>
                      <a:pt x="923" y="62"/>
                    </a:lnTo>
                    <a:lnTo>
                      <a:pt x="922" y="62"/>
                    </a:lnTo>
                    <a:lnTo>
                      <a:pt x="921" y="63"/>
                    </a:lnTo>
                    <a:lnTo>
                      <a:pt x="920" y="63"/>
                    </a:lnTo>
                    <a:lnTo>
                      <a:pt x="919" y="64"/>
                    </a:lnTo>
                    <a:lnTo>
                      <a:pt x="918" y="64"/>
                    </a:lnTo>
                    <a:lnTo>
                      <a:pt x="917" y="65"/>
                    </a:lnTo>
                    <a:lnTo>
                      <a:pt x="916" y="65"/>
                    </a:lnTo>
                    <a:lnTo>
                      <a:pt x="915" y="66"/>
                    </a:lnTo>
                    <a:lnTo>
                      <a:pt x="914" y="66"/>
                    </a:lnTo>
                    <a:lnTo>
                      <a:pt x="913" y="67"/>
                    </a:lnTo>
                    <a:lnTo>
                      <a:pt x="912" y="67"/>
                    </a:lnTo>
                    <a:lnTo>
                      <a:pt x="911" y="68"/>
                    </a:lnTo>
                    <a:lnTo>
                      <a:pt x="910" y="68"/>
                    </a:lnTo>
                    <a:lnTo>
                      <a:pt x="909" y="69"/>
                    </a:lnTo>
                    <a:lnTo>
                      <a:pt x="908" y="69"/>
                    </a:lnTo>
                    <a:lnTo>
                      <a:pt x="907" y="70"/>
                    </a:lnTo>
                    <a:lnTo>
                      <a:pt x="906" y="70"/>
                    </a:lnTo>
                    <a:lnTo>
                      <a:pt x="908" y="70"/>
                    </a:lnTo>
                    <a:lnTo>
                      <a:pt x="910" y="70"/>
                    </a:lnTo>
                    <a:lnTo>
                      <a:pt x="912" y="70"/>
                    </a:lnTo>
                    <a:lnTo>
                      <a:pt x="914" y="71"/>
                    </a:lnTo>
                    <a:lnTo>
                      <a:pt x="916" y="71"/>
                    </a:lnTo>
                    <a:lnTo>
                      <a:pt x="918" y="71"/>
                    </a:lnTo>
                    <a:lnTo>
                      <a:pt x="920" y="71"/>
                    </a:lnTo>
                    <a:lnTo>
                      <a:pt x="921" y="72"/>
                    </a:lnTo>
                    <a:lnTo>
                      <a:pt x="923" y="72"/>
                    </a:lnTo>
                    <a:lnTo>
                      <a:pt x="925" y="72"/>
                    </a:lnTo>
                    <a:lnTo>
                      <a:pt x="927" y="72"/>
                    </a:lnTo>
                    <a:lnTo>
                      <a:pt x="929" y="72"/>
                    </a:lnTo>
                    <a:lnTo>
                      <a:pt x="931" y="72"/>
                    </a:lnTo>
                    <a:lnTo>
                      <a:pt x="933" y="72"/>
                    </a:lnTo>
                    <a:lnTo>
                      <a:pt x="935" y="73"/>
                    </a:lnTo>
                    <a:lnTo>
                      <a:pt x="936" y="73"/>
                    </a:lnTo>
                    <a:lnTo>
                      <a:pt x="937" y="73"/>
                    </a:lnTo>
                    <a:lnTo>
                      <a:pt x="938" y="73"/>
                    </a:lnTo>
                    <a:lnTo>
                      <a:pt x="939" y="73"/>
                    </a:lnTo>
                    <a:lnTo>
                      <a:pt x="940" y="73"/>
                    </a:lnTo>
                    <a:lnTo>
                      <a:pt x="941" y="73"/>
                    </a:lnTo>
                    <a:lnTo>
                      <a:pt x="942" y="73"/>
                    </a:lnTo>
                    <a:lnTo>
                      <a:pt x="943" y="73"/>
                    </a:lnTo>
                    <a:lnTo>
                      <a:pt x="944" y="73"/>
                    </a:lnTo>
                    <a:lnTo>
                      <a:pt x="945" y="73"/>
                    </a:lnTo>
                    <a:lnTo>
                      <a:pt x="946" y="73"/>
                    </a:lnTo>
                    <a:lnTo>
                      <a:pt x="947" y="73"/>
                    </a:lnTo>
                    <a:lnTo>
                      <a:pt x="948" y="73"/>
                    </a:lnTo>
                    <a:lnTo>
                      <a:pt x="948" y="73"/>
                    </a:lnTo>
                    <a:lnTo>
                      <a:pt x="949" y="73"/>
                    </a:lnTo>
                    <a:lnTo>
                      <a:pt x="950" y="73"/>
                    </a:lnTo>
                    <a:lnTo>
                      <a:pt x="950" y="73"/>
                    </a:lnTo>
                    <a:lnTo>
                      <a:pt x="951" y="73"/>
                    </a:lnTo>
                    <a:lnTo>
                      <a:pt x="952" y="73"/>
                    </a:lnTo>
                    <a:lnTo>
                      <a:pt x="953" y="73"/>
                    </a:lnTo>
                    <a:lnTo>
                      <a:pt x="954" y="73"/>
                    </a:lnTo>
                    <a:lnTo>
                      <a:pt x="955" y="73"/>
                    </a:lnTo>
                    <a:lnTo>
                      <a:pt x="956" y="73"/>
                    </a:lnTo>
                    <a:lnTo>
                      <a:pt x="957" y="73"/>
                    </a:lnTo>
                    <a:lnTo>
                      <a:pt x="958" y="73"/>
                    </a:lnTo>
                    <a:lnTo>
                      <a:pt x="959" y="73"/>
                    </a:lnTo>
                    <a:lnTo>
                      <a:pt x="959" y="73"/>
                    </a:lnTo>
                    <a:lnTo>
                      <a:pt x="960" y="73"/>
                    </a:lnTo>
                    <a:lnTo>
                      <a:pt x="961" y="73"/>
                    </a:lnTo>
                    <a:lnTo>
                      <a:pt x="962" y="73"/>
                    </a:lnTo>
                    <a:lnTo>
                      <a:pt x="963" y="73"/>
                    </a:lnTo>
                    <a:lnTo>
                      <a:pt x="964" y="73"/>
                    </a:lnTo>
                    <a:lnTo>
                      <a:pt x="965" y="73"/>
                    </a:lnTo>
                    <a:lnTo>
                      <a:pt x="966" y="73"/>
                    </a:lnTo>
                    <a:lnTo>
                      <a:pt x="966" y="73"/>
                    </a:lnTo>
                    <a:lnTo>
                      <a:pt x="967" y="73"/>
                    </a:lnTo>
                    <a:lnTo>
                      <a:pt x="968" y="73"/>
                    </a:lnTo>
                    <a:lnTo>
                      <a:pt x="969" y="72"/>
                    </a:lnTo>
                    <a:lnTo>
                      <a:pt x="970" y="72"/>
                    </a:lnTo>
                    <a:lnTo>
                      <a:pt x="971" y="72"/>
                    </a:lnTo>
                    <a:lnTo>
                      <a:pt x="971" y="72"/>
                    </a:lnTo>
                    <a:lnTo>
                      <a:pt x="972" y="72"/>
                    </a:lnTo>
                    <a:lnTo>
                      <a:pt x="973" y="72"/>
                    </a:lnTo>
                    <a:lnTo>
                      <a:pt x="974" y="72"/>
                    </a:lnTo>
                    <a:lnTo>
                      <a:pt x="975" y="72"/>
                    </a:lnTo>
                    <a:lnTo>
                      <a:pt x="975" y="72"/>
                    </a:lnTo>
                    <a:lnTo>
                      <a:pt x="976" y="72"/>
                    </a:lnTo>
                    <a:lnTo>
                      <a:pt x="977" y="72"/>
                    </a:lnTo>
                    <a:lnTo>
                      <a:pt x="978" y="71"/>
                    </a:lnTo>
                    <a:lnTo>
                      <a:pt x="979" y="71"/>
                    </a:lnTo>
                    <a:lnTo>
                      <a:pt x="979" y="71"/>
                    </a:lnTo>
                    <a:lnTo>
                      <a:pt x="979" y="71"/>
                    </a:lnTo>
                    <a:lnTo>
                      <a:pt x="980" y="71"/>
                    </a:lnTo>
                    <a:lnTo>
                      <a:pt x="981" y="71"/>
                    </a:lnTo>
                    <a:lnTo>
                      <a:pt x="981" y="71"/>
                    </a:lnTo>
                    <a:lnTo>
                      <a:pt x="982" y="71"/>
                    </a:lnTo>
                    <a:lnTo>
                      <a:pt x="983" y="70"/>
                    </a:lnTo>
                    <a:lnTo>
                      <a:pt x="983" y="70"/>
                    </a:lnTo>
                    <a:lnTo>
                      <a:pt x="984" y="70"/>
                    </a:lnTo>
                    <a:lnTo>
                      <a:pt x="985" y="70"/>
                    </a:lnTo>
                    <a:lnTo>
                      <a:pt x="986" y="70"/>
                    </a:lnTo>
                    <a:lnTo>
                      <a:pt x="986" y="70"/>
                    </a:lnTo>
                    <a:lnTo>
                      <a:pt x="987" y="70"/>
                    </a:lnTo>
                    <a:lnTo>
                      <a:pt x="988" y="69"/>
                    </a:lnTo>
                    <a:lnTo>
                      <a:pt x="988" y="69"/>
                    </a:lnTo>
                    <a:lnTo>
                      <a:pt x="989" y="69"/>
                    </a:lnTo>
                    <a:lnTo>
                      <a:pt x="989" y="69"/>
                    </a:lnTo>
                    <a:lnTo>
                      <a:pt x="990" y="69"/>
                    </a:lnTo>
                    <a:lnTo>
                      <a:pt x="991" y="69"/>
                    </a:lnTo>
                    <a:lnTo>
                      <a:pt x="991" y="68"/>
                    </a:lnTo>
                    <a:lnTo>
                      <a:pt x="992" y="68"/>
                    </a:lnTo>
                    <a:lnTo>
                      <a:pt x="993" y="68"/>
                    </a:lnTo>
                    <a:lnTo>
                      <a:pt x="993" y="68"/>
                    </a:lnTo>
                    <a:lnTo>
                      <a:pt x="994" y="68"/>
                    </a:lnTo>
                    <a:lnTo>
                      <a:pt x="994" y="67"/>
                    </a:lnTo>
                    <a:lnTo>
                      <a:pt x="995" y="67"/>
                    </a:lnTo>
                    <a:lnTo>
                      <a:pt x="995" y="67"/>
                    </a:lnTo>
                    <a:lnTo>
                      <a:pt x="996" y="67"/>
                    </a:lnTo>
                    <a:lnTo>
                      <a:pt x="996" y="67"/>
                    </a:lnTo>
                    <a:lnTo>
                      <a:pt x="997" y="66"/>
                    </a:lnTo>
                    <a:lnTo>
                      <a:pt x="997" y="66"/>
                    </a:lnTo>
                    <a:lnTo>
                      <a:pt x="998" y="66"/>
                    </a:lnTo>
                    <a:lnTo>
                      <a:pt x="998" y="66"/>
                    </a:lnTo>
                    <a:lnTo>
                      <a:pt x="999" y="66"/>
                    </a:lnTo>
                    <a:lnTo>
                      <a:pt x="999" y="65"/>
                    </a:lnTo>
                    <a:lnTo>
                      <a:pt x="1000" y="65"/>
                    </a:lnTo>
                    <a:lnTo>
                      <a:pt x="1000" y="65"/>
                    </a:lnTo>
                    <a:lnTo>
                      <a:pt x="1001" y="65"/>
                    </a:lnTo>
                    <a:lnTo>
                      <a:pt x="1001" y="64"/>
                    </a:lnTo>
                    <a:lnTo>
                      <a:pt x="1001" y="64"/>
                    </a:lnTo>
                    <a:lnTo>
                      <a:pt x="1002" y="64"/>
                    </a:lnTo>
                    <a:lnTo>
                      <a:pt x="1002" y="64"/>
                    </a:lnTo>
                    <a:lnTo>
                      <a:pt x="1003" y="64"/>
                    </a:lnTo>
                    <a:lnTo>
                      <a:pt x="1003" y="63"/>
                    </a:lnTo>
                    <a:lnTo>
                      <a:pt x="1003" y="63"/>
                    </a:lnTo>
                    <a:lnTo>
                      <a:pt x="1004" y="63"/>
                    </a:lnTo>
                    <a:lnTo>
                      <a:pt x="1004" y="63"/>
                    </a:lnTo>
                    <a:lnTo>
                      <a:pt x="1004" y="62"/>
                    </a:lnTo>
                    <a:lnTo>
                      <a:pt x="1005" y="62"/>
                    </a:lnTo>
                    <a:lnTo>
                      <a:pt x="1005" y="62"/>
                    </a:lnTo>
                    <a:lnTo>
                      <a:pt x="1005" y="62"/>
                    </a:lnTo>
                    <a:lnTo>
                      <a:pt x="1006" y="62"/>
                    </a:lnTo>
                    <a:lnTo>
                      <a:pt x="1006" y="62"/>
                    </a:lnTo>
                    <a:lnTo>
                      <a:pt x="1006" y="62"/>
                    </a:lnTo>
                    <a:lnTo>
                      <a:pt x="1006" y="62"/>
                    </a:lnTo>
                    <a:lnTo>
                      <a:pt x="1005" y="62"/>
                    </a:lnTo>
                    <a:lnTo>
                      <a:pt x="1005" y="62"/>
                    </a:lnTo>
                    <a:lnTo>
                      <a:pt x="1005" y="61"/>
                    </a:lnTo>
                    <a:lnTo>
                      <a:pt x="1004" y="61"/>
                    </a:lnTo>
                    <a:lnTo>
                      <a:pt x="1004" y="61"/>
                    </a:lnTo>
                    <a:lnTo>
                      <a:pt x="1003" y="61"/>
                    </a:lnTo>
                    <a:lnTo>
                      <a:pt x="1003" y="61"/>
                    </a:lnTo>
                    <a:lnTo>
                      <a:pt x="1002" y="60"/>
                    </a:lnTo>
                    <a:lnTo>
                      <a:pt x="1002" y="60"/>
                    </a:lnTo>
                    <a:lnTo>
                      <a:pt x="1001" y="60"/>
                    </a:lnTo>
                    <a:lnTo>
                      <a:pt x="1001" y="60"/>
                    </a:lnTo>
                    <a:lnTo>
                      <a:pt x="1000" y="59"/>
                    </a:lnTo>
                    <a:lnTo>
                      <a:pt x="1000" y="59"/>
                    </a:lnTo>
                    <a:lnTo>
                      <a:pt x="999" y="59"/>
                    </a:lnTo>
                    <a:lnTo>
                      <a:pt x="999" y="59"/>
                    </a:lnTo>
                    <a:lnTo>
                      <a:pt x="998" y="58"/>
                    </a:lnTo>
                    <a:lnTo>
                      <a:pt x="998" y="58"/>
                    </a:lnTo>
                    <a:lnTo>
                      <a:pt x="997" y="58"/>
                    </a:lnTo>
                    <a:lnTo>
                      <a:pt x="997" y="58"/>
                    </a:lnTo>
                    <a:lnTo>
                      <a:pt x="996" y="58"/>
                    </a:lnTo>
                    <a:lnTo>
                      <a:pt x="996" y="57"/>
                    </a:lnTo>
                    <a:lnTo>
                      <a:pt x="995" y="57"/>
                    </a:lnTo>
                    <a:lnTo>
                      <a:pt x="994" y="57"/>
                    </a:lnTo>
                    <a:lnTo>
                      <a:pt x="994" y="57"/>
                    </a:lnTo>
                    <a:lnTo>
                      <a:pt x="993" y="57"/>
                    </a:lnTo>
                    <a:lnTo>
                      <a:pt x="993" y="56"/>
                    </a:lnTo>
                    <a:lnTo>
                      <a:pt x="992" y="56"/>
                    </a:lnTo>
                    <a:lnTo>
                      <a:pt x="991" y="56"/>
                    </a:lnTo>
                    <a:lnTo>
                      <a:pt x="990" y="55"/>
                    </a:lnTo>
                    <a:lnTo>
                      <a:pt x="989" y="55"/>
                    </a:lnTo>
                    <a:lnTo>
                      <a:pt x="987" y="55"/>
                    </a:lnTo>
                    <a:lnTo>
                      <a:pt x="986" y="54"/>
                    </a:lnTo>
                    <a:lnTo>
                      <a:pt x="985" y="54"/>
                    </a:lnTo>
                    <a:lnTo>
                      <a:pt x="984" y="53"/>
                    </a:lnTo>
                    <a:lnTo>
                      <a:pt x="983" y="53"/>
                    </a:lnTo>
                    <a:lnTo>
                      <a:pt x="981" y="53"/>
                    </a:lnTo>
                    <a:lnTo>
                      <a:pt x="980" y="52"/>
                    </a:lnTo>
                    <a:lnTo>
                      <a:pt x="979" y="52"/>
                    </a:lnTo>
                    <a:lnTo>
                      <a:pt x="979" y="52"/>
                    </a:lnTo>
                    <a:lnTo>
                      <a:pt x="978" y="52"/>
                    </a:lnTo>
                    <a:lnTo>
                      <a:pt x="976" y="51"/>
                    </a:lnTo>
                    <a:lnTo>
                      <a:pt x="974" y="50"/>
                    </a:lnTo>
                    <a:lnTo>
                      <a:pt x="972" y="50"/>
                    </a:lnTo>
                    <a:lnTo>
                      <a:pt x="971" y="50"/>
                    </a:lnTo>
                    <a:lnTo>
                      <a:pt x="970" y="49"/>
                    </a:lnTo>
                    <a:lnTo>
                      <a:pt x="969" y="49"/>
                    </a:lnTo>
                    <a:lnTo>
                      <a:pt x="968" y="49"/>
                    </a:lnTo>
                    <a:lnTo>
                      <a:pt x="967" y="49"/>
                    </a:lnTo>
                    <a:lnTo>
                      <a:pt x="966" y="48"/>
                    </a:lnTo>
                    <a:lnTo>
                      <a:pt x="965" y="48"/>
                    </a:lnTo>
                    <a:lnTo>
                      <a:pt x="964" y="48"/>
                    </a:lnTo>
                    <a:lnTo>
                      <a:pt x="963" y="47"/>
                    </a:lnTo>
                    <a:lnTo>
                      <a:pt x="962" y="47"/>
                    </a:lnTo>
                    <a:lnTo>
                      <a:pt x="960" y="46"/>
                    </a:lnTo>
                    <a:lnTo>
                      <a:pt x="959" y="46"/>
                    </a:lnTo>
                    <a:lnTo>
                      <a:pt x="959" y="46"/>
                    </a:lnTo>
                    <a:lnTo>
                      <a:pt x="959" y="46"/>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37" name="Freeform 17">
                <a:extLst>
                  <a:ext uri="{FF2B5EF4-FFF2-40B4-BE49-F238E27FC236}">
                    <a16:creationId xmlns:a16="http://schemas.microsoft.com/office/drawing/2014/main" id="{C09FC2D7-9724-FC26-7BB7-63532384225B}"/>
                  </a:ext>
                </a:extLst>
              </p:cNvPr>
              <p:cNvSpPr>
                <a:spLocks/>
              </p:cNvSpPr>
              <p:nvPr/>
            </p:nvSpPr>
            <p:spPr bwMode="auto">
              <a:xfrm>
                <a:off x="13624107" y="4715985"/>
                <a:ext cx="135748" cy="92525"/>
              </a:xfrm>
              <a:custGeom>
                <a:avLst/>
                <a:gdLst>
                  <a:gd name="T0" fmla="*/ 182 w 201"/>
                  <a:gd name="T1" fmla="*/ 2 h 137"/>
                  <a:gd name="T2" fmla="*/ 189 w 201"/>
                  <a:gd name="T3" fmla="*/ 7 h 137"/>
                  <a:gd name="T4" fmla="*/ 193 w 201"/>
                  <a:gd name="T5" fmla="*/ 11 h 137"/>
                  <a:gd name="T6" fmla="*/ 196 w 201"/>
                  <a:gd name="T7" fmla="*/ 14 h 137"/>
                  <a:gd name="T8" fmla="*/ 198 w 201"/>
                  <a:gd name="T9" fmla="*/ 18 h 137"/>
                  <a:gd name="T10" fmla="*/ 200 w 201"/>
                  <a:gd name="T11" fmla="*/ 23 h 137"/>
                  <a:gd name="T12" fmla="*/ 201 w 201"/>
                  <a:gd name="T13" fmla="*/ 27 h 137"/>
                  <a:gd name="T14" fmla="*/ 201 w 201"/>
                  <a:gd name="T15" fmla="*/ 36 h 137"/>
                  <a:gd name="T16" fmla="*/ 200 w 201"/>
                  <a:gd name="T17" fmla="*/ 43 h 137"/>
                  <a:gd name="T18" fmla="*/ 197 w 201"/>
                  <a:gd name="T19" fmla="*/ 51 h 137"/>
                  <a:gd name="T20" fmla="*/ 194 w 201"/>
                  <a:gd name="T21" fmla="*/ 57 h 137"/>
                  <a:gd name="T22" fmla="*/ 190 w 201"/>
                  <a:gd name="T23" fmla="*/ 63 h 137"/>
                  <a:gd name="T24" fmla="*/ 185 w 201"/>
                  <a:gd name="T25" fmla="*/ 69 h 137"/>
                  <a:gd name="T26" fmla="*/ 180 w 201"/>
                  <a:gd name="T27" fmla="*/ 74 h 137"/>
                  <a:gd name="T28" fmla="*/ 175 w 201"/>
                  <a:gd name="T29" fmla="*/ 79 h 137"/>
                  <a:gd name="T30" fmla="*/ 169 w 201"/>
                  <a:gd name="T31" fmla="*/ 85 h 137"/>
                  <a:gd name="T32" fmla="*/ 162 w 201"/>
                  <a:gd name="T33" fmla="*/ 90 h 137"/>
                  <a:gd name="T34" fmla="*/ 156 w 201"/>
                  <a:gd name="T35" fmla="*/ 95 h 137"/>
                  <a:gd name="T36" fmla="*/ 149 w 201"/>
                  <a:gd name="T37" fmla="*/ 100 h 137"/>
                  <a:gd name="T38" fmla="*/ 143 w 201"/>
                  <a:gd name="T39" fmla="*/ 103 h 137"/>
                  <a:gd name="T40" fmla="*/ 129 w 201"/>
                  <a:gd name="T41" fmla="*/ 110 h 137"/>
                  <a:gd name="T42" fmla="*/ 116 w 201"/>
                  <a:gd name="T43" fmla="*/ 116 h 137"/>
                  <a:gd name="T44" fmla="*/ 104 w 201"/>
                  <a:gd name="T45" fmla="*/ 120 h 137"/>
                  <a:gd name="T46" fmla="*/ 96 w 201"/>
                  <a:gd name="T47" fmla="*/ 122 h 137"/>
                  <a:gd name="T48" fmla="*/ 89 w 201"/>
                  <a:gd name="T49" fmla="*/ 125 h 137"/>
                  <a:gd name="T50" fmla="*/ 81 w 201"/>
                  <a:gd name="T51" fmla="*/ 127 h 137"/>
                  <a:gd name="T52" fmla="*/ 73 w 201"/>
                  <a:gd name="T53" fmla="*/ 129 h 137"/>
                  <a:gd name="T54" fmla="*/ 67 w 201"/>
                  <a:gd name="T55" fmla="*/ 131 h 137"/>
                  <a:gd name="T56" fmla="*/ 62 w 201"/>
                  <a:gd name="T57" fmla="*/ 133 h 137"/>
                  <a:gd name="T58" fmla="*/ 56 w 201"/>
                  <a:gd name="T59" fmla="*/ 135 h 137"/>
                  <a:gd name="T60" fmla="*/ 49 w 201"/>
                  <a:gd name="T61" fmla="*/ 136 h 137"/>
                  <a:gd name="T62" fmla="*/ 42 w 201"/>
                  <a:gd name="T63" fmla="*/ 137 h 137"/>
                  <a:gd name="T64" fmla="*/ 36 w 201"/>
                  <a:gd name="T65" fmla="*/ 137 h 137"/>
                  <a:gd name="T66" fmla="*/ 30 w 201"/>
                  <a:gd name="T67" fmla="*/ 137 h 137"/>
                  <a:gd name="T68" fmla="*/ 23 w 201"/>
                  <a:gd name="T69" fmla="*/ 137 h 137"/>
                  <a:gd name="T70" fmla="*/ 16 w 201"/>
                  <a:gd name="T71" fmla="*/ 137 h 137"/>
                  <a:gd name="T72" fmla="*/ 11 w 201"/>
                  <a:gd name="T73" fmla="*/ 137 h 137"/>
                  <a:gd name="T74" fmla="*/ 12 w 201"/>
                  <a:gd name="T75" fmla="*/ 116 h 137"/>
                  <a:gd name="T76" fmla="*/ 17 w 201"/>
                  <a:gd name="T77" fmla="*/ 115 h 137"/>
                  <a:gd name="T78" fmla="*/ 22 w 201"/>
                  <a:gd name="T79" fmla="*/ 113 h 137"/>
                  <a:gd name="T80" fmla="*/ 26 w 201"/>
                  <a:gd name="T81" fmla="*/ 111 h 137"/>
                  <a:gd name="T82" fmla="*/ 30 w 201"/>
                  <a:gd name="T83" fmla="*/ 108 h 137"/>
                  <a:gd name="T84" fmla="*/ 34 w 201"/>
                  <a:gd name="T85" fmla="*/ 104 h 137"/>
                  <a:gd name="T86" fmla="*/ 36 w 201"/>
                  <a:gd name="T87" fmla="*/ 101 h 137"/>
                  <a:gd name="T88" fmla="*/ 40 w 201"/>
                  <a:gd name="T89" fmla="*/ 98 h 137"/>
                  <a:gd name="T90" fmla="*/ 44 w 201"/>
                  <a:gd name="T91" fmla="*/ 95 h 137"/>
                  <a:gd name="T92" fmla="*/ 50 w 201"/>
                  <a:gd name="T93" fmla="*/ 91 h 137"/>
                  <a:gd name="T94" fmla="*/ 59 w 201"/>
                  <a:gd name="T95" fmla="*/ 85 h 137"/>
                  <a:gd name="T96" fmla="*/ 68 w 201"/>
                  <a:gd name="T97" fmla="*/ 78 h 137"/>
                  <a:gd name="T98" fmla="*/ 78 w 201"/>
                  <a:gd name="T99" fmla="*/ 71 h 137"/>
                  <a:gd name="T100" fmla="*/ 98 w 201"/>
                  <a:gd name="T101" fmla="*/ 53 h 137"/>
                  <a:gd name="T102" fmla="*/ 113 w 201"/>
                  <a:gd name="T103" fmla="*/ 42 h 137"/>
                  <a:gd name="T104" fmla="*/ 123 w 201"/>
                  <a:gd name="T105" fmla="*/ 33 h 137"/>
                  <a:gd name="T106" fmla="*/ 134 w 201"/>
                  <a:gd name="T107" fmla="*/ 25 h 137"/>
                  <a:gd name="T108" fmla="*/ 142 w 201"/>
                  <a:gd name="T109" fmla="*/ 20 h 137"/>
                  <a:gd name="T110" fmla="*/ 147 w 201"/>
                  <a:gd name="T111" fmla="*/ 17 h 137"/>
                  <a:gd name="T112" fmla="*/ 151 w 201"/>
                  <a:gd name="T113" fmla="*/ 13 h 137"/>
                  <a:gd name="T114" fmla="*/ 155 w 201"/>
                  <a:gd name="T115" fmla="*/ 8 h 137"/>
                  <a:gd name="T116" fmla="*/ 160 w 201"/>
                  <a:gd name="T117" fmla="*/ 4 h 137"/>
                  <a:gd name="T118" fmla="*/ 167 w 201"/>
                  <a:gd name="T119" fmla="*/ 1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1" h="137">
                    <a:moveTo>
                      <a:pt x="174" y="0"/>
                    </a:moveTo>
                    <a:lnTo>
                      <a:pt x="175" y="0"/>
                    </a:lnTo>
                    <a:lnTo>
                      <a:pt x="176" y="1"/>
                    </a:lnTo>
                    <a:lnTo>
                      <a:pt x="178" y="1"/>
                    </a:lnTo>
                    <a:lnTo>
                      <a:pt x="179" y="1"/>
                    </a:lnTo>
                    <a:lnTo>
                      <a:pt x="180" y="1"/>
                    </a:lnTo>
                    <a:lnTo>
                      <a:pt x="180" y="2"/>
                    </a:lnTo>
                    <a:lnTo>
                      <a:pt x="181" y="2"/>
                    </a:lnTo>
                    <a:lnTo>
                      <a:pt x="182" y="2"/>
                    </a:lnTo>
                    <a:lnTo>
                      <a:pt x="183" y="3"/>
                    </a:lnTo>
                    <a:lnTo>
                      <a:pt x="184" y="3"/>
                    </a:lnTo>
                    <a:lnTo>
                      <a:pt x="185" y="4"/>
                    </a:lnTo>
                    <a:lnTo>
                      <a:pt x="186" y="4"/>
                    </a:lnTo>
                    <a:lnTo>
                      <a:pt x="186" y="5"/>
                    </a:lnTo>
                    <a:lnTo>
                      <a:pt x="187" y="6"/>
                    </a:lnTo>
                    <a:lnTo>
                      <a:pt x="188" y="6"/>
                    </a:lnTo>
                    <a:lnTo>
                      <a:pt x="189" y="7"/>
                    </a:lnTo>
                    <a:lnTo>
                      <a:pt x="189" y="7"/>
                    </a:lnTo>
                    <a:lnTo>
                      <a:pt x="190" y="8"/>
                    </a:lnTo>
                    <a:lnTo>
                      <a:pt x="190" y="8"/>
                    </a:lnTo>
                    <a:lnTo>
                      <a:pt x="190" y="8"/>
                    </a:lnTo>
                    <a:lnTo>
                      <a:pt x="191" y="9"/>
                    </a:lnTo>
                    <a:lnTo>
                      <a:pt x="191" y="9"/>
                    </a:lnTo>
                    <a:lnTo>
                      <a:pt x="192" y="10"/>
                    </a:lnTo>
                    <a:lnTo>
                      <a:pt x="192" y="10"/>
                    </a:lnTo>
                    <a:lnTo>
                      <a:pt x="192" y="10"/>
                    </a:lnTo>
                    <a:lnTo>
                      <a:pt x="193" y="11"/>
                    </a:lnTo>
                    <a:lnTo>
                      <a:pt x="193" y="11"/>
                    </a:lnTo>
                    <a:lnTo>
                      <a:pt x="193" y="12"/>
                    </a:lnTo>
                    <a:lnTo>
                      <a:pt x="194" y="12"/>
                    </a:lnTo>
                    <a:lnTo>
                      <a:pt x="194" y="12"/>
                    </a:lnTo>
                    <a:lnTo>
                      <a:pt x="194" y="13"/>
                    </a:lnTo>
                    <a:lnTo>
                      <a:pt x="195" y="13"/>
                    </a:lnTo>
                    <a:lnTo>
                      <a:pt x="195" y="13"/>
                    </a:lnTo>
                    <a:lnTo>
                      <a:pt x="195" y="13"/>
                    </a:lnTo>
                    <a:lnTo>
                      <a:pt x="196" y="14"/>
                    </a:lnTo>
                    <a:lnTo>
                      <a:pt x="196" y="14"/>
                    </a:lnTo>
                    <a:lnTo>
                      <a:pt x="196" y="15"/>
                    </a:lnTo>
                    <a:lnTo>
                      <a:pt x="196" y="15"/>
                    </a:lnTo>
                    <a:lnTo>
                      <a:pt x="197" y="16"/>
                    </a:lnTo>
                    <a:lnTo>
                      <a:pt x="197" y="16"/>
                    </a:lnTo>
                    <a:lnTo>
                      <a:pt x="197" y="16"/>
                    </a:lnTo>
                    <a:lnTo>
                      <a:pt x="197" y="17"/>
                    </a:lnTo>
                    <a:lnTo>
                      <a:pt x="198" y="17"/>
                    </a:lnTo>
                    <a:lnTo>
                      <a:pt x="198" y="18"/>
                    </a:lnTo>
                    <a:lnTo>
                      <a:pt x="198" y="18"/>
                    </a:lnTo>
                    <a:lnTo>
                      <a:pt x="198" y="19"/>
                    </a:lnTo>
                    <a:lnTo>
                      <a:pt x="199" y="19"/>
                    </a:lnTo>
                    <a:lnTo>
                      <a:pt x="199" y="20"/>
                    </a:lnTo>
                    <a:lnTo>
                      <a:pt x="199" y="20"/>
                    </a:lnTo>
                    <a:lnTo>
                      <a:pt x="199" y="21"/>
                    </a:lnTo>
                    <a:lnTo>
                      <a:pt x="199" y="21"/>
                    </a:lnTo>
                    <a:lnTo>
                      <a:pt x="199" y="22"/>
                    </a:lnTo>
                    <a:lnTo>
                      <a:pt x="200" y="23"/>
                    </a:lnTo>
                    <a:lnTo>
                      <a:pt x="200" y="23"/>
                    </a:lnTo>
                    <a:lnTo>
                      <a:pt x="200" y="24"/>
                    </a:lnTo>
                    <a:lnTo>
                      <a:pt x="200" y="24"/>
                    </a:lnTo>
                    <a:lnTo>
                      <a:pt x="200" y="25"/>
                    </a:lnTo>
                    <a:lnTo>
                      <a:pt x="200" y="25"/>
                    </a:lnTo>
                    <a:lnTo>
                      <a:pt x="200" y="26"/>
                    </a:lnTo>
                    <a:lnTo>
                      <a:pt x="201" y="26"/>
                    </a:lnTo>
                    <a:lnTo>
                      <a:pt x="201" y="27"/>
                    </a:lnTo>
                    <a:lnTo>
                      <a:pt x="201" y="27"/>
                    </a:lnTo>
                    <a:lnTo>
                      <a:pt x="201" y="28"/>
                    </a:lnTo>
                    <a:lnTo>
                      <a:pt x="201" y="29"/>
                    </a:lnTo>
                    <a:lnTo>
                      <a:pt x="201" y="30"/>
                    </a:lnTo>
                    <a:lnTo>
                      <a:pt x="201" y="31"/>
                    </a:lnTo>
                    <a:lnTo>
                      <a:pt x="201" y="32"/>
                    </a:lnTo>
                    <a:lnTo>
                      <a:pt x="201" y="33"/>
                    </a:lnTo>
                    <a:lnTo>
                      <a:pt x="201" y="34"/>
                    </a:lnTo>
                    <a:lnTo>
                      <a:pt x="201" y="35"/>
                    </a:lnTo>
                    <a:lnTo>
                      <a:pt x="201" y="36"/>
                    </a:lnTo>
                    <a:lnTo>
                      <a:pt x="201" y="37"/>
                    </a:lnTo>
                    <a:lnTo>
                      <a:pt x="201" y="38"/>
                    </a:lnTo>
                    <a:lnTo>
                      <a:pt x="201" y="39"/>
                    </a:lnTo>
                    <a:lnTo>
                      <a:pt x="201" y="40"/>
                    </a:lnTo>
                    <a:lnTo>
                      <a:pt x="200" y="41"/>
                    </a:lnTo>
                    <a:lnTo>
                      <a:pt x="200" y="41"/>
                    </a:lnTo>
                    <a:lnTo>
                      <a:pt x="200" y="42"/>
                    </a:lnTo>
                    <a:lnTo>
                      <a:pt x="200" y="42"/>
                    </a:lnTo>
                    <a:lnTo>
                      <a:pt x="200" y="43"/>
                    </a:lnTo>
                    <a:lnTo>
                      <a:pt x="199" y="44"/>
                    </a:lnTo>
                    <a:lnTo>
                      <a:pt x="199" y="45"/>
                    </a:lnTo>
                    <a:lnTo>
                      <a:pt x="199" y="46"/>
                    </a:lnTo>
                    <a:lnTo>
                      <a:pt x="199" y="47"/>
                    </a:lnTo>
                    <a:lnTo>
                      <a:pt x="198" y="47"/>
                    </a:lnTo>
                    <a:lnTo>
                      <a:pt x="198" y="48"/>
                    </a:lnTo>
                    <a:lnTo>
                      <a:pt x="198" y="49"/>
                    </a:lnTo>
                    <a:lnTo>
                      <a:pt x="197" y="50"/>
                    </a:lnTo>
                    <a:lnTo>
                      <a:pt x="197" y="51"/>
                    </a:lnTo>
                    <a:lnTo>
                      <a:pt x="197" y="51"/>
                    </a:lnTo>
                    <a:lnTo>
                      <a:pt x="196" y="52"/>
                    </a:lnTo>
                    <a:lnTo>
                      <a:pt x="196" y="53"/>
                    </a:lnTo>
                    <a:lnTo>
                      <a:pt x="196" y="54"/>
                    </a:lnTo>
                    <a:lnTo>
                      <a:pt x="195" y="54"/>
                    </a:lnTo>
                    <a:lnTo>
                      <a:pt x="195" y="55"/>
                    </a:lnTo>
                    <a:lnTo>
                      <a:pt x="194" y="56"/>
                    </a:lnTo>
                    <a:lnTo>
                      <a:pt x="194" y="57"/>
                    </a:lnTo>
                    <a:lnTo>
                      <a:pt x="194" y="57"/>
                    </a:lnTo>
                    <a:lnTo>
                      <a:pt x="193" y="58"/>
                    </a:lnTo>
                    <a:lnTo>
                      <a:pt x="193" y="59"/>
                    </a:lnTo>
                    <a:lnTo>
                      <a:pt x="192" y="59"/>
                    </a:lnTo>
                    <a:lnTo>
                      <a:pt x="192" y="60"/>
                    </a:lnTo>
                    <a:lnTo>
                      <a:pt x="191" y="61"/>
                    </a:lnTo>
                    <a:lnTo>
                      <a:pt x="191" y="62"/>
                    </a:lnTo>
                    <a:lnTo>
                      <a:pt x="190" y="62"/>
                    </a:lnTo>
                    <a:lnTo>
                      <a:pt x="190" y="62"/>
                    </a:lnTo>
                    <a:lnTo>
                      <a:pt x="190" y="63"/>
                    </a:lnTo>
                    <a:lnTo>
                      <a:pt x="189" y="64"/>
                    </a:lnTo>
                    <a:lnTo>
                      <a:pt x="189" y="64"/>
                    </a:lnTo>
                    <a:lnTo>
                      <a:pt x="188" y="65"/>
                    </a:lnTo>
                    <a:lnTo>
                      <a:pt x="188" y="66"/>
                    </a:lnTo>
                    <a:lnTo>
                      <a:pt x="187" y="66"/>
                    </a:lnTo>
                    <a:lnTo>
                      <a:pt x="187" y="67"/>
                    </a:lnTo>
                    <a:lnTo>
                      <a:pt x="186" y="68"/>
                    </a:lnTo>
                    <a:lnTo>
                      <a:pt x="186" y="68"/>
                    </a:lnTo>
                    <a:lnTo>
                      <a:pt x="185" y="69"/>
                    </a:lnTo>
                    <a:lnTo>
                      <a:pt x="185" y="70"/>
                    </a:lnTo>
                    <a:lnTo>
                      <a:pt x="184" y="70"/>
                    </a:lnTo>
                    <a:lnTo>
                      <a:pt x="183" y="71"/>
                    </a:lnTo>
                    <a:lnTo>
                      <a:pt x="183" y="71"/>
                    </a:lnTo>
                    <a:lnTo>
                      <a:pt x="182" y="72"/>
                    </a:lnTo>
                    <a:lnTo>
                      <a:pt x="182" y="72"/>
                    </a:lnTo>
                    <a:lnTo>
                      <a:pt x="181" y="72"/>
                    </a:lnTo>
                    <a:lnTo>
                      <a:pt x="180" y="73"/>
                    </a:lnTo>
                    <a:lnTo>
                      <a:pt x="180" y="74"/>
                    </a:lnTo>
                    <a:lnTo>
                      <a:pt x="180" y="74"/>
                    </a:lnTo>
                    <a:lnTo>
                      <a:pt x="180" y="75"/>
                    </a:lnTo>
                    <a:lnTo>
                      <a:pt x="179" y="75"/>
                    </a:lnTo>
                    <a:lnTo>
                      <a:pt x="178" y="76"/>
                    </a:lnTo>
                    <a:lnTo>
                      <a:pt x="178" y="77"/>
                    </a:lnTo>
                    <a:lnTo>
                      <a:pt x="177" y="77"/>
                    </a:lnTo>
                    <a:lnTo>
                      <a:pt x="176" y="78"/>
                    </a:lnTo>
                    <a:lnTo>
                      <a:pt x="176" y="79"/>
                    </a:lnTo>
                    <a:lnTo>
                      <a:pt x="175" y="79"/>
                    </a:lnTo>
                    <a:lnTo>
                      <a:pt x="174" y="80"/>
                    </a:lnTo>
                    <a:lnTo>
                      <a:pt x="174" y="80"/>
                    </a:lnTo>
                    <a:lnTo>
                      <a:pt x="173" y="81"/>
                    </a:lnTo>
                    <a:lnTo>
                      <a:pt x="172" y="82"/>
                    </a:lnTo>
                    <a:lnTo>
                      <a:pt x="172" y="82"/>
                    </a:lnTo>
                    <a:lnTo>
                      <a:pt x="171" y="83"/>
                    </a:lnTo>
                    <a:lnTo>
                      <a:pt x="170" y="83"/>
                    </a:lnTo>
                    <a:lnTo>
                      <a:pt x="170" y="84"/>
                    </a:lnTo>
                    <a:lnTo>
                      <a:pt x="169" y="85"/>
                    </a:lnTo>
                    <a:lnTo>
                      <a:pt x="168" y="85"/>
                    </a:lnTo>
                    <a:lnTo>
                      <a:pt x="168" y="86"/>
                    </a:lnTo>
                    <a:lnTo>
                      <a:pt x="167" y="86"/>
                    </a:lnTo>
                    <a:lnTo>
                      <a:pt x="166" y="87"/>
                    </a:lnTo>
                    <a:lnTo>
                      <a:pt x="165" y="88"/>
                    </a:lnTo>
                    <a:lnTo>
                      <a:pt x="165" y="88"/>
                    </a:lnTo>
                    <a:lnTo>
                      <a:pt x="164" y="89"/>
                    </a:lnTo>
                    <a:lnTo>
                      <a:pt x="163" y="89"/>
                    </a:lnTo>
                    <a:lnTo>
                      <a:pt x="162" y="90"/>
                    </a:lnTo>
                    <a:lnTo>
                      <a:pt x="162" y="90"/>
                    </a:lnTo>
                    <a:lnTo>
                      <a:pt x="161" y="91"/>
                    </a:lnTo>
                    <a:lnTo>
                      <a:pt x="160" y="92"/>
                    </a:lnTo>
                    <a:lnTo>
                      <a:pt x="159" y="92"/>
                    </a:lnTo>
                    <a:lnTo>
                      <a:pt x="159" y="93"/>
                    </a:lnTo>
                    <a:lnTo>
                      <a:pt x="158" y="93"/>
                    </a:lnTo>
                    <a:lnTo>
                      <a:pt x="157" y="94"/>
                    </a:lnTo>
                    <a:lnTo>
                      <a:pt x="156" y="94"/>
                    </a:lnTo>
                    <a:lnTo>
                      <a:pt x="156" y="95"/>
                    </a:lnTo>
                    <a:lnTo>
                      <a:pt x="155" y="96"/>
                    </a:lnTo>
                    <a:lnTo>
                      <a:pt x="154" y="96"/>
                    </a:lnTo>
                    <a:lnTo>
                      <a:pt x="153" y="97"/>
                    </a:lnTo>
                    <a:lnTo>
                      <a:pt x="152" y="97"/>
                    </a:lnTo>
                    <a:lnTo>
                      <a:pt x="152" y="98"/>
                    </a:lnTo>
                    <a:lnTo>
                      <a:pt x="152" y="98"/>
                    </a:lnTo>
                    <a:lnTo>
                      <a:pt x="151" y="99"/>
                    </a:lnTo>
                    <a:lnTo>
                      <a:pt x="150" y="99"/>
                    </a:lnTo>
                    <a:lnTo>
                      <a:pt x="149" y="100"/>
                    </a:lnTo>
                    <a:lnTo>
                      <a:pt x="149" y="100"/>
                    </a:lnTo>
                    <a:lnTo>
                      <a:pt x="149" y="101"/>
                    </a:lnTo>
                    <a:lnTo>
                      <a:pt x="148" y="101"/>
                    </a:lnTo>
                    <a:lnTo>
                      <a:pt x="147" y="101"/>
                    </a:lnTo>
                    <a:lnTo>
                      <a:pt x="146" y="101"/>
                    </a:lnTo>
                    <a:lnTo>
                      <a:pt x="145" y="102"/>
                    </a:lnTo>
                    <a:lnTo>
                      <a:pt x="144" y="102"/>
                    </a:lnTo>
                    <a:lnTo>
                      <a:pt x="143" y="103"/>
                    </a:lnTo>
                    <a:lnTo>
                      <a:pt x="143" y="103"/>
                    </a:lnTo>
                    <a:lnTo>
                      <a:pt x="142" y="104"/>
                    </a:lnTo>
                    <a:lnTo>
                      <a:pt x="140" y="104"/>
                    </a:lnTo>
                    <a:lnTo>
                      <a:pt x="140" y="105"/>
                    </a:lnTo>
                    <a:lnTo>
                      <a:pt x="138" y="105"/>
                    </a:lnTo>
                    <a:lnTo>
                      <a:pt x="136" y="106"/>
                    </a:lnTo>
                    <a:lnTo>
                      <a:pt x="135" y="107"/>
                    </a:lnTo>
                    <a:lnTo>
                      <a:pt x="133" y="108"/>
                    </a:lnTo>
                    <a:lnTo>
                      <a:pt x="131" y="109"/>
                    </a:lnTo>
                    <a:lnTo>
                      <a:pt x="129" y="110"/>
                    </a:lnTo>
                    <a:lnTo>
                      <a:pt x="128" y="111"/>
                    </a:lnTo>
                    <a:lnTo>
                      <a:pt x="127" y="111"/>
                    </a:lnTo>
                    <a:lnTo>
                      <a:pt x="126" y="111"/>
                    </a:lnTo>
                    <a:lnTo>
                      <a:pt x="124" y="112"/>
                    </a:lnTo>
                    <a:lnTo>
                      <a:pt x="123" y="113"/>
                    </a:lnTo>
                    <a:lnTo>
                      <a:pt x="121" y="114"/>
                    </a:lnTo>
                    <a:lnTo>
                      <a:pt x="119" y="115"/>
                    </a:lnTo>
                    <a:lnTo>
                      <a:pt x="117" y="115"/>
                    </a:lnTo>
                    <a:lnTo>
                      <a:pt x="116" y="116"/>
                    </a:lnTo>
                    <a:lnTo>
                      <a:pt x="114" y="117"/>
                    </a:lnTo>
                    <a:lnTo>
                      <a:pt x="112" y="118"/>
                    </a:lnTo>
                    <a:lnTo>
                      <a:pt x="111" y="118"/>
                    </a:lnTo>
                    <a:lnTo>
                      <a:pt x="110" y="118"/>
                    </a:lnTo>
                    <a:lnTo>
                      <a:pt x="108" y="119"/>
                    </a:lnTo>
                    <a:lnTo>
                      <a:pt x="107" y="119"/>
                    </a:lnTo>
                    <a:lnTo>
                      <a:pt x="106" y="119"/>
                    </a:lnTo>
                    <a:lnTo>
                      <a:pt x="105" y="120"/>
                    </a:lnTo>
                    <a:lnTo>
                      <a:pt x="104" y="120"/>
                    </a:lnTo>
                    <a:lnTo>
                      <a:pt x="103" y="120"/>
                    </a:lnTo>
                    <a:lnTo>
                      <a:pt x="102" y="120"/>
                    </a:lnTo>
                    <a:lnTo>
                      <a:pt x="102" y="121"/>
                    </a:lnTo>
                    <a:lnTo>
                      <a:pt x="101" y="121"/>
                    </a:lnTo>
                    <a:lnTo>
                      <a:pt x="100" y="121"/>
                    </a:lnTo>
                    <a:lnTo>
                      <a:pt x="99" y="122"/>
                    </a:lnTo>
                    <a:lnTo>
                      <a:pt x="98" y="122"/>
                    </a:lnTo>
                    <a:lnTo>
                      <a:pt x="97" y="122"/>
                    </a:lnTo>
                    <a:lnTo>
                      <a:pt x="96" y="122"/>
                    </a:lnTo>
                    <a:lnTo>
                      <a:pt x="95" y="123"/>
                    </a:lnTo>
                    <a:lnTo>
                      <a:pt x="94" y="123"/>
                    </a:lnTo>
                    <a:lnTo>
                      <a:pt x="94" y="123"/>
                    </a:lnTo>
                    <a:lnTo>
                      <a:pt x="93" y="123"/>
                    </a:lnTo>
                    <a:lnTo>
                      <a:pt x="92" y="124"/>
                    </a:lnTo>
                    <a:lnTo>
                      <a:pt x="92" y="124"/>
                    </a:lnTo>
                    <a:lnTo>
                      <a:pt x="91" y="124"/>
                    </a:lnTo>
                    <a:lnTo>
                      <a:pt x="90" y="125"/>
                    </a:lnTo>
                    <a:lnTo>
                      <a:pt x="89" y="125"/>
                    </a:lnTo>
                    <a:lnTo>
                      <a:pt x="88" y="125"/>
                    </a:lnTo>
                    <a:lnTo>
                      <a:pt x="87" y="125"/>
                    </a:lnTo>
                    <a:lnTo>
                      <a:pt x="86" y="126"/>
                    </a:lnTo>
                    <a:lnTo>
                      <a:pt x="85" y="126"/>
                    </a:lnTo>
                    <a:lnTo>
                      <a:pt x="84" y="126"/>
                    </a:lnTo>
                    <a:lnTo>
                      <a:pt x="84" y="126"/>
                    </a:lnTo>
                    <a:lnTo>
                      <a:pt x="83" y="126"/>
                    </a:lnTo>
                    <a:lnTo>
                      <a:pt x="82" y="127"/>
                    </a:lnTo>
                    <a:lnTo>
                      <a:pt x="81" y="127"/>
                    </a:lnTo>
                    <a:lnTo>
                      <a:pt x="80" y="127"/>
                    </a:lnTo>
                    <a:lnTo>
                      <a:pt x="79" y="127"/>
                    </a:lnTo>
                    <a:lnTo>
                      <a:pt x="78" y="128"/>
                    </a:lnTo>
                    <a:lnTo>
                      <a:pt x="78" y="128"/>
                    </a:lnTo>
                    <a:lnTo>
                      <a:pt x="77" y="128"/>
                    </a:lnTo>
                    <a:lnTo>
                      <a:pt x="76" y="128"/>
                    </a:lnTo>
                    <a:lnTo>
                      <a:pt x="75" y="129"/>
                    </a:lnTo>
                    <a:lnTo>
                      <a:pt x="74" y="129"/>
                    </a:lnTo>
                    <a:lnTo>
                      <a:pt x="73" y="129"/>
                    </a:lnTo>
                    <a:lnTo>
                      <a:pt x="72" y="129"/>
                    </a:lnTo>
                    <a:lnTo>
                      <a:pt x="72" y="129"/>
                    </a:lnTo>
                    <a:lnTo>
                      <a:pt x="71" y="130"/>
                    </a:lnTo>
                    <a:lnTo>
                      <a:pt x="70" y="130"/>
                    </a:lnTo>
                    <a:lnTo>
                      <a:pt x="69" y="130"/>
                    </a:lnTo>
                    <a:lnTo>
                      <a:pt x="68" y="130"/>
                    </a:lnTo>
                    <a:lnTo>
                      <a:pt x="68" y="130"/>
                    </a:lnTo>
                    <a:lnTo>
                      <a:pt x="67" y="131"/>
                    </a:lnTo>
                    <a:lnTo>
                      <a:pt x="67" y="131"/>
                    </a:lnTo>
                    <a:lnTo>
                      <a:pt x="66" y="131"/>
                    </a:lnTo>
                    <a:lnTo>
                      <a:pt x="65" y="131"/>
                    </a:lnTo>
                    <a:lnTo>
                      <a:pt x="65" y="131"/>
                    </a:lnTo>
                    <a:lnTo>
                      <a:pt x="65" y="132"/>
                    </a:lnTo>
                    <a:lnTo>
                      <a:pt x="64" y="132"/>
                    </a:lnTo>
                    <a:lnTo>
                      <a:pt x="64" y="132"/>
                    </a:lnTo>
                    <a:lnTo>
                      <a:pt x="64" y="132"/>
                    </a:lnTo>
                    <a:lnTo>
                      <a:pt x="63" y="132"/>
                    </a:lnTo>
                    <a:lnTo>
                      <a:pt x="62" y="133"/>
                    </a:lnTo>
                    <a:lnTo>
                      <a:pt x="61" y="133"/>
                    </a:lnTo>
                    <a:lnTo>
                      <a:pt x="60" y="133"/>
                    </a:lnTo>
                    <a:lnTo>
                      <a:pt x="60" y="134"/>
                    </a:lnTo>
                    <a:lnTo>
                      <a:pt x="59" y="134"/>
                    </a:lnTo>
                    <a:lnTo>
                      <a:pt x="58" y="134"/>
                    </a:lnTo>
                    <a:lnTo>
                      <a:pt x="57" y="134"/>
                    </a:lnTo>
                    <a:lnTo>
                      <a:pt x="57" y="135"/>
                    </a:lnTo>
                    <a:lnTo>
                      <a:pt x="57" y="135"/>
                    </a:lnTo>
                    <a:lnTo>
                      <a:pt x="56" y="135"/>
                    </a:lnTo>
                    <a:lnTo>
                      <a:pt x="55" y="135"/>
                    </a:lnTo>
                    <a:lnTo>
                      <a:pt x="54" y="135"/>
                    </a:lnTo>
                    <a:lnTo>
                      <a:pt x="53" y="135"/>
                    </a:lnTo>
                    <a:lnTo>
                      <a:pt x="53" y="135"/>
                    </a:lnTo>
                    <a:lnTo>
                      <a:pt x="52" y="135"/>
                    </a:lnTo>
                    <a:lnTo>
                      <a:pt x="51" y="136"/>
                    </a:lnTo>
                    <a:lnTo>
                      <a:pt x="50" y="136"/>
                    </a:lnTo>
                    <a:lnTo>
                      <a:pt x="49" y="136"/>
                    </a:lnTo>
                    <a:lnTo>
                      <a:pt x="49" y="136"/>
                    </a:lnTo>
                    <a:lnTo>
                      <a:pt x="48" y="136"/>
                    </a:lnTo>
                    <a:lnTo>
                      <a:pt x="48" y="136"/>
                    </a:lnTo>
                    <a:lnTo>
                      <a:pt x="47" y="136"/>
                    </a:lnTo>
                    <a:lnTo>
                      <a:pt x="46" y="136"/>
                    </a:lnTo>
                    <a:lnTo>
                      <a:pt x="45" y="136"/>
                    </a:lnTo>
                    <a:lnTo>
                      <a:pt x="44" y="136"/>
                    </a:lnTo>
                    <a:lnTo>
                      <a:pt x="44" y="136"/>
                    </a:lnTo>
                    <a:lnTo>
                      <a:pt x="43" y="137"/>
                    </a:lnTo>
                    <a:lnTo>
                      <a:pt x="42" y="137"/>
                    </a:lnTo>
                    <a:lnTo>
                      <a:pt x="41" y="137"/>
                    </a:lnTo>
                    <a:lnTo>
                      <a:pt x="40" y="137"/>
                    </a:lnTo>
                    <a:lnTo>
                      <a:pt x="40" y="137"/>
                    </a:lnTo>
                    <a:lnTo>
                      <a:pt x="39" y="137"/>
                    </a:lnTo>
                    <a:lnTo>
                      <a:pt x="38" y="137"/>
                    </a:lnTo>
                    <a:lnTo>
                      <a:pt x="37" y="137"/>
                    </a:lnTo>
                    <a:lnTo>
                      <a:pt x="36" y="137"/>
                    </a:lnTo>
                    <a:lnTo>
                      <a:pt x="36" y="137"/>
                    </a:lnTo>
                    <a:lnTo>
                      <a:pt x="36" y="137"/>
                    </a:lnTo>
                    <a:lnTo>
                      <a:pt x="35" y="137"/>
                    </a:lnTo>
                    <a:lnTo>
                      <a:pt x="34" y="137"/>
                    </a:lnTo>
                    <a:lnTo>
                      <a:pt x="33" y="137"/>
                    </a:lnTo>
                    <a:lnTo>
                      <a:pt x="33" y="137"/>
                    </a:lnTo>
                    <a:lnTo>
                      <a:pt x="32" y="137"/>
                    </a:lnTo>
                    <a:lnTo>
                      <a:pt x="31" y="137"/>
                    </a:lnTo>
                    <a:lnTo>
                      <a:pt x="30" y="137"/>
                    </a:lnTo>
                    <a:lnTo>
                      <a:pt x="30" y="137"/>
                    </a:lnTo>
                    <a:lnTo>
                      <a:pt x="30" y="137"/>
                    </a:lnTo>
                    <a:lnTo>
                      <a:pt x="29" y="137"/>
                    </a:lnTo>
                    <a:lnTo>
                      <a:pt x="28" y="137"/>
                    </a:lnTo>
                    <a:lnTo>
                      <a:pt x="27" y="137"/>
                    </a:lnTo>
                    <a:lnTo>
                      <a:pt x="27" y="137"/>
                    </a:lnTo>
                    <a:lnTo>
                      <a:pt x="26" y="137"/>
                    </a:lnTo>
                    <a:lnTo>
                      <a:pt x="25" y="137"/>
                    </a:lnTo>
                    <a:lnTo>
                      <a:pt x="24" y="137"/>
                    </a:lnTo>
                    <a:lnTo>
                      <a:pt x="23" y="137"/>
                    </a:lnTo>
                    <a:lnTo>
                      <a:pt x="23" y="137"/>
                    </a:lnTo>
                    <a:lnTo>
                      <a:pt x="22" y="137"/>
                    </a:lnTo>
                    <a:lnTo>
                      <a:pt x="21" y="137"/>
                    </a:lnTo>
                    <a:lnTo>
                      <a:pt x="20" y="137"/>
                    </a:lnTo>
                    <a:lnTo>
                      <a:pt x="20" y="137"/>
                    </a:lnTo>
                    <a:lnTo>
                      <a:pt x="19" y="137"/>
                    </a:lnTo>
                    <a:lnTo>
                      <a:pt x="18" y="137"/>
                    </a:lnTo>
                    <a:lnTo>
                      <a:pt x="17" y="137"/>
                    </a:lnTo>
                    <a:lnTo>
                      <a:pt x="17" y="137"/>
                    </a:lnTo>
                    <a:lnTo>
                      <a:pt x="16" y="137"/>
                    </a:lnTo>
                    <a:lnTo>
                      <a:pt x="15" y="137"/>
                    </a:lnTo>
                    <a:lnTo>
                      <a:pt x="14" y="137"/>
                    </a:lnTo>
                    <a:lnTo>
                      <a:pt x="14" y="137"/>
                    </a:lnTo>
                    <a:lnTo>
                      <a:pt x="13" y="137"/>
                    </a:lnTo>
                    <a:lnTo>
                      <a:pt x="12" y="137"/>
                    </a:lnTo>
                    <a:lnTo>
                      <a:pt x="11" y="137"/>
                    </a:lnTo>
                    <a:lnTo>
                      <a:pt x="11" y="137"/>
                    </a:lnTo>
                    <a:lnTo>
                      <a:pt x="11" y="137"/>
                    </a:lnTo>
                    <a:lnTo>
                      <a:pt x="11" y="137"/>
                    </a:lnTo>
                    <a:lnTo>
                      <a:pt x="4" y="134"/>
                    </a:lnTo>
                    <a:lnTo>
                      <a:pt x="0" y="127"/>
                    </a:lnTo>
                    <a:lnTo>
                      <a:pt x="0" y="127"/>
                    </a:lnTo>
                    <a:lnTo>
                      <a:pt x="4" y="119"/>
                    </a:lnTo>
                    <a:lnTo>
                      <a:pt x="11" y="116"/>
                    </a:lnTo>
                    <a:lnTo>
                      <a:pt x="11" y="116"/>
                    </a:lnTo>
                    <a:lnTo>
                      <a:pt x="11" y="116"/>
                    </a:lnTo>
                    <a:lnTo>
                      <a:pt x="12" y="116"/>
                    </a:lnTo>
                    <a:lnTo>
                      <a:pt x="12" y="116"/>
                    </a:lnTo>
                    <a:lnTo>
                      <a:pt x="13" y="116"/>
                    </a:lnTo>
                    <a:lnTo>
                      <a:pt x="13" y="115"/>
                    </a:lnTo>
                    <a:lnTo>
                      <a:pt x="14" y="115"/>
                    </a:lnTo>
                    <a:lnTo>
                      <a:pt x="14" y="115"/>
                    </a:lnTo>
                    <a:lnTo>
                      <a:pt x="15" y="115"/>
                    </a:lnTo>
                    <a:lnTo>
                      <a:pt x="15" y="115"/>
                    </a:lnTo>
                    <a:lnTo>
                      <a:pt x="16" y="115"/>
                    </a:lnTo>
                    <a:lnTo>
                      <a:pt x="16" y="115"/>
                    </a:lnTo>
                    <a:lnTo>
                      <a:pt x="17" y="115"/>
                    </a:lnTo>
                    <a:lnTo>
                      <a:pt x="18" y="115"/>
                    </a:lnTo>
                    <a:lnTo>
                      <a:pt x="18" y="114"/>
                    </a:lnTo>
                    <a:lnTo>
                      <a:pt x="19" y="114"/>
                    </a:lnTo>
                    <a:lnTo>
                      <a:pt x="19" y="114"/>
                    </a:lnTo>
                    <a:lnTo>
                      <a:pt x="20" y="114"/>
                    </a:lnTo>
                    <a:lnTo>
                      <a:pt x="20" y="114"/>
                    </a:lnTo>
                    <a:lnTo>
                      <a:pt x="21" y="113"/>
                    </a:lnTo>
                    <a:lnTo>
                      <a:pt x="21" y="113"/>
                    </a:lnTo>
                    <a:lnTo>
                      <a:pt x="22" y="113"/>
                    </a:lnTo>
                    <a:lnTo>
                      <a:pt x="22" y="113"/>
                    </a:lnTo>
                    <a:lnTo>
                      <a:pt x="23" y="112"/>
                    </a:lnTo>
                    <a:lnTo>
                      <a:pt x="23" y="112"/>
                    </a:lnTo>
                    <a:lnTo>
                      <a:pt x="24" y="112"/>
                    </a:lnTo>
                    <a:lnTo>
                      <a:pt x="24" y="112"/>
                    </a:lnTo>
                    <a:lnTo>
                      <a:pt x="24" y="112"/>
                    </a:lnTo>
                    <a:lnTo>
                      <a:pt x="25" y="111"/>
                    </a:lnTo>
                    <a:lnTo>
                      <a:pt x="25" y="111"/>
                    </a:lnTo>
                    <a:lnTo>
                      <a:pt x="26" y="111"/>
                    </a:lnTo>
                    <a:lnTo>
                      <a:pt x="26" y="110"/>
                    </a:lnTo>
                    <a:lnTo>
                      <a:pt x="26" y="110"/>
                    </a:lnTo>
                    <a:lnTo>
                      <a:pt x="27" y="110"/>
                    </a:lnTo>
                    <a:lnTo>
                      <a:pt x="27" y="109"/>
                    </a:lnTo>
                    <a:lnTo>
                      <a:pt x="28" y="109"/>
                    </a:lnTo>
                    <a:lnTo>
                      <a:pt x="28" y="109"/>
                    </a:lnTo>
                    <a:lnTo>
                      <a:pt x="29" y="108"/>
                    </a:lnTo>
                    <a:lnTo>
                      <a:pt x="29" y="108"/>
                    </a:lnTo>
                    <a:lnTo>
                      <a:pt x="30" y="108"/>
                    </a:lnTo>
                    <a:lnTo>
                      <a:pt x="30" y="107"/>
                    </a:lnTo>
                    <a:lnTo>
                      <a:pt x="31" y="107"/>
                    </a:lnTo>
                    <a:lnTo>
                      <a:pt x="31" y="107"/>
                    </a:lnTo>
                    <a:lnTo>
                      <a:pt x="32" y="106"/>
                    </a:lnTo>
                    <a:lnTo>
                      <a:pt x="32" y="106"/>
                    </a:lnTo>
                    <a:lnTo>
                      <a:pt x="32" y="105"/>
                    </a:lnTo>
                    <a:lnTo>
                      <a:pt x="33" y="105"/>
                    </a:lnTo>
                    <a:lnTo>
                      <a:pt x="33" y="104"/>
                    </a:lnTo>
                    <a:lnTo>
                      <a:pt x="34" y="104"/>
                    </a:lnTo>
                    <a:lnTo>
                      <a:pt x="34" y="104"/>
                    </a:lnTo>
                    <a:lnTo>
                      <a:pt x="34" y="103"/>
                    </a:lnTo>
                    <a:lnTo>
                      <a:pt x="35" y="103"/>
                    </a:lnTo>
                    <a:lnTo>
                      <a:pt x="35" y="103"/>
                    </a:lnTo>
                    <a:lnTo>
                      <a:pt x="35" y="102"/>
                    </a:lnTo>
                    <a:lnTo>
                      <a:pt x="36" y="102"/>
                    </a:lnTo>
                    <a:lnTo>
                      <a:pt x="36" y="102"/>
                    </a:lnTo>
                    <a:lnTo>
                      <a:pt x="36" y="101"/>
                    </a:lnTo>
                    <a:lnTo>
                      <a:pt x="36" y="101"/>
                    </a:lnTo>
                    <a:lnTo>
                      <a:pt x="37" y="101"/>
                    </a:lnTo>
                    <a:lnTo>
                      <a:pt x="37" y="101"/>
                    </a:lnTo>
                    <a:lnTo>
                      <a:pt x="37" y="100"/>
                    </a:lnTo>
                    <a:lnTo>
                      <a:pt x="38" y="100"/>
                    </a:lnTo>
                    <a:lnTo>
                      <a:pt x="38" y="100"/>
                    </a:lnTo>
                    <a:lnTo>
                      <a:pt x="38" y="100"/>
                    </a:lnTo>
                    <a:lnTo>
                      <a:pt x="39" y="99"/>
                    </a:lnTo>
                    <a:lnTo>
                      <a:pt x="39" y="99"/>
                    </a:lnTo>
                    <a:lnTo>
                      <a:pt x="40" y="98"/>
                    </a:lnTo>
                    <a:lnTo>
                      <a:pt x="40" y="98"/>
                    </a:lnTo>
                    <a:lnTo>
                      <a:pt x="41" y="98"/>
                    </a:lnTo>
                    <a:lnTo>
                      <a:pt x="41" y="97"/>
                    </a:lnTo>
                    <a:lnTo>
                      <a:pt x="42" y="97"/>
                    </a:lnTo>
                    <a:lnTo>
                      <a:pt x="42" y="97"/>
                    </a:lnTo>
                    <a:lnTo>
                      <a:pt x="43" y="96"/>
                    </a:lnTo>
                    <a:lnTo>
                      <a:pt x="43" y="96"/>
                    </a:lnTo>
                    <a:lnTo>
                      <a:pt x="43" y="96"/>
                    </a:lnTo>
                    <a:lnTo>
                      <a:pt x="44" y="95"/>
                    </a:lnTo>
                    <a:lnTo>
                      <a:pt x="44" y="95"/>
                    </a:lnTo>
                    <a:lnTo>
                      <a:pt x="45" y="95"/>
                    </a:lnTo>
                    <a:lnTo>
                      <a:pt x="45" y="95"/>
                    </a:lnTo>
                    <a:lnTo>
                      <a:pt x="46" y="94"/>
                    </a:lnTo>
                    <a:lnTo>
                      <a:pt x="46" y="94"/>
                    </a:lnTo>
                    <a:lnTo>
                      <a:pt x="47" y="93"/>
                    </a:lnTo>
                    <a:lnTo>
                      <a:pt x="48" y="93"/>
                    </a:lnTo>
                    <a:lnTo>
                      <a:pt x="49" y="92"/>
                    </a:lnTo>
                    <a:lnTo>
                      <a:pt x="50" y="91"/>
                    </a:lnTo>
                    <a:lnTo>
                      <a:pt x="50" y="91"/>
                    </a:lnTo>
                    <a:lnTo>
                      <a:pt x="51" y="90"/>
                    </a:lnTo>
                    <a:lnTo>
                      <a:pt x="52" y="90"/>
                    </a:lnTo>
                    <a:lnTo>
                      <a:pt x="54" y="89"/>
                    </a:lnTo>
                    <a:lnTo>
                      <a:pt x="55" y="88"/>
                    </a:lnTo>
                    <a:lnTo>
                      <a:pt x="56" y="88"/>
                    </a:lnTo>
                    <a:lnTo>
                      <a:pt x="57" y="87"/>
                    </a:lnTo>
                    <a:lnTo>
                      <a:pt x="58" y="86"/>
                    </a:lnTo>
                    <a:lnTo>
                      <a:pt x="59" y="85"/>
                    </a:lnTo>
                    <a:lnTo>
                      <a:pt x="60" y="84"/>
                    </a:lnTo>
                    <a:lnTo>
                      <a:pt x="61" y="84"/>
                    </a:lnTo>
                    <a:lnTo>
                      <a:pt x="62" y="83"/>
                    </a:lnTo>
                    <a:lnTo>
                      <a:pt x="63" y="82"/>
                    </a:lnTo>
                    <a:lnTo>
                      <a:pt x="65" y="81"/>
                    </a:lnTo>
                    <a:lnTo>
                      <a:pt x="65" y="80"/>
                    </a:lnTo>
                    <a:lnTo>
                      <a:pt x="66" y="80"/>
                    </a:lnTo>
                    <a:lnTo>
                      <a:pt x="67" y="79"/>
                    </a:lnTo>
                    <a:lnTo>
                      <a:pt x="68" y="78"/>
                    </a:lnTo>
                    <a:lnTo>
                      <a:pt x="69" y="77"/>
                    </a:lnTo>
                    <a:lnTo>
                      <a:pt x="70" y="76"/>
                    </a:lnTo>
                    <a:lnTo>
                      <a:pt x="71" y="75"/>
                    </a:lnTo>
                    <a:lnTo>
                      <a:pt x="72" y="74"/>
                    </a:lnTo>
                    <a:lnTo>
                      <a:pt x="74" y="73"/>
                    </a:lnTo>
                    <a:lnTo>
                      <a:pt x="75" y="72"/>
                    </a:lnTo>
                    <a:lnTo>
                      <a:pt x="76" y="72"/>
                    </a:lnTo>
                    <a:lnTo>
                      <a:pt x="77" y="72"/>
                    </a:lnTo>
                    <a:lnTo>
                      <a:pt x="78" y="71"/>
                    </a:lnTo>
                    <a:lnTo>
                      <a:pt x="79" y="70"/>
                    </a:lnTo>
                    <a:lnTo>
                      <a:pt x="80" y="69"/>
                    </a:lnTo>
                    <a:lnTo>
                      <a:pt x="83" y="67"/>
                    </a:lnTo>
                    <a:lnTo>
                      <a:pt x="85" y="65"/>
                    </a:lnTo>
                    <a:lnTo>
                      <a:pt x="87" y="63"/>
                    </a:lnTo>
                    <a:lnTo>
                      <a:pt x="90" y="61"/>
                    </a:lnTo>
                    <a:lnTo>
                      <a:pt x="92" y="59"/>
                    </a:lnTo>
                    <a:lnTo>
                      <a:pt x="95" y="55"/>
                    </a:lnTo>
                    <a:lnTo>
                      <a:pt x="98" y="53"/>
                    </a:lnTo>
                    <a:lnTo>
                      <a:pt x="100" y="51"/>
                    </a:lnTo>
                    <a:lnTo>
                      <a:pt x="102" y="49"/>
                    </a:lnTo>
                    <a:lnTo>
                      <a:pt x="105" y="47"/>
                    </a:lnTo>
                    <a:lnTo>
                      <a:pt x="107" y="45"/>
                    </a:lnTo>
                    <a:lnTo>
                      <a:pt x="108" y="45"/>
                    </a:lnTo>
                    <a:lnTo>
                      <a:pt x="109" y="44"/>
                    </a:lnTo>
                    <a:lnTo>
                      <a:pt x="111" y="43"/>
                    </a:lnTo>
                    <a:lnTo>
                      <a:pt x="112" y="42"/>
                    </a:lnTo>
                    <a:lnTo>
                      <a:pt x="113" y="42"/>
                    </a:lnTo>
                    <a:lnTo>
                      <a:pt x="114" y="41"/>
                    </a:lnTo>
                    <a:lnTo>
                      <a:pt x="115" y="40"/>
                    </a:lnTo>
                    <a:lnTo>
                      <a:pt x="116" y="39"/>
                    </a:lnTo>
                    <a:lnTo>
                      <a:pt x="118" y="38"/>
                    </a:lnTo>
                    <a:lnTo>
                      <a:pt x="119" y="37"/>
                    </a:lnTo>
                    <a:lnTo>
                      <a:pt x="120" y="36"/>
                    </a:lnTo>
                    <a:lnTo>
                      <a:pt x="121" y="35"/>
                    </a:lnTo>
                    <a:lnTo>
                      <a:pt x="122" y="34"/>
                    </a:lnTo>
                    <a:lnTo>
                      <a:pt x="123" y="33"/>
                    </a:lnTo>
                    <a:lnTo>
                      <a:pt x="124" y="32"/>
                    </a:lnTo>
                    <a:lnTo>
                      <a:pt x="125" y="31"/>
                    </a:lnTo>
                    <a:lnTo>
                      <a:pt x="126" y="31"/>
                    </a:lnTo>
                    <a:lnTo>
                      <a:pt x="127" y="30"/>
                    </a:lnTo>
                    <a:lnTo>
                      <a:pt x="129" y="29"/>
                    </a:lnTo>
                    <a:lnTo>
                      <a:pt x="130" y="28"/>
                    </a:lnTo>
                    <a:lnTo>
                      <a:pt x="131" y="27"/>
                    </a:lnTo>
                    <a:lnTo>
                      <a:pt x="132" y="26"/>
                    </a:lnTo>
                    <a:lnTo>
                      <a:pt x="134" y="25"/>
                    </a:lnTo>
                    <a:lnTo>
                      <a:pt x="135" y="25"/>
                    </a:lnTo>
                    <a:lnTo>
                      <a:pt x="135" y="25"/>
                    </a:lnTo>
                    <a:lnTo>
                      <a:pt x="136" y="24"/>
                    </a:lnTo>
                    <a:lnTo>
                      <a:pt x="137" y="23"/>
                    </a:lnTo>
                    <a:lnTo>
                      <a:pt x="139" y="22"/>
                    </a:lnTo>
                    <a:lnTo>
                      <a:pt x="140" y="21"/>
                    </a:lnTo>
                    <a:lnTo>
                      <a:pt x="141" y="21"/>
                    </a:lnTo>
                    <a:lnTo>
                      <a:pt x="142" y="20"/>
                    </a:lnTo>
                    <a:lnTo>
                      <a:pt x="142" y="20"/>
                    </a:lnTo>
                    <a:lnTo>
                      <a:pt x="143" y="20"/>
                    </a:lnTo>
                    <a:lnTo>
                      <a:pt x="144" y="19"/>
                    </a:lnTo>
                    <a:lnTo>
                      <a:pt x="144" y="19"/>
                    </a:lnTo>
                    <a:lnTo>
                      <a:pt x="145" y="18"/>
                    </a:lnTo>
                    <a:lnTo>
                      <a:pt x="146" y="18"/>
                    </a:lnTo>
                    <a:lnTo>
                      <a:pt x="146" y="18"/>
                    </a:lnTo>
                    <a:lnTo>
                      <a:pt x="146" y="18"/>
                    </a:lnTo>
                    <a:lnTo>
                      <a:pt x="146" y="18"/>
                    </a:lnTo>
                    <a:lnTo>
                      <a:pt x="147" y="17"/>
                    </a:lnTo>
                    <a:lnTo>
                      <a:pt x="147" y="17"/>
                    </a:lnTo>
                    <a:lnTo>
                      <a:pt x="147" y="17"/>
                    </a:lnTo>
                    <a:lnTo>
                      <a:pt x="148" y="16"/>
                    </a:lnTo>
                    <a:lnTo>
                      <a:pt x="148" y="15"/>
                    </a:lnTo>
                    <a:lnTo>
                      <a:pt x="149" y="14"/>
                    </a:lnTo>
                    <a:lnTo>
                      <a:pt x="150" y="13"/>
                    </a:lnTo>
                    <a:lnTo>
                      <a:pt x="150" y="13"/>
                    </a:lnTo>
                    <a:lnTo>
                      <a:pt x="151" y="13"/>
                    </a:lnTo>
                    <a:lnTo>
                      <a:pt x="151" y="13"/>
                    </a:lnTo>
                    <a:lnTo>
                      <a:pt x="152" y="12"/>
                    </a:lnTo>
                    <a:lnTo>
                      <a:pt x="152" y="12"/>
                    </a:lnTo>
                    <a:lnTo>
                      <a:pt x="152" y="11"/>
                    </a:lnTo>
                    <a:lnTo>
                      <a:pt x="152" y="11"/>
                    </a:lnTo>
                    <a:lnTo>
                      <a:pt x="152" y="10"/>
                    </a:lnTo>
                    <a:lnTo>
                      <a:pt x="153" y="9"/>
                    </a:lnTo>
                    <a:lnTo>
                      <a:pt x="154" y="9"/>
                    </a:lnTo>
                    <a:lnTo>
                      <a:pt x="154" y="8"/>
                    </a:lnTo>
                    <a:lnTo>
                      <a:pt x="155" y="8"/>
                    </a:lnTo>
                    <a:lnTo>
                      <a:pt x="156" y="7"/>
                    </a:lnTo>
                    <a:lnTo>
                      <a:pt x="156" y="6"/>
                    </a:lnTo>
                    <a:lnTo>
                      <a:pt x="157" y="6"/>
                    </a:lnTo>
                    <a:lnTo>
                      <a:pt x="157" y="6"/>
                    </a:lnTo>
                    <a:lnTo>
                      <a:pt x="158" y="5"/>
                    </a:lnTo>
                    <a:lnTo>
                      <a:pt x="158" y="5"/>
                    </a:lnTo>
                    <a:lnTo>
                      <a:pt x="159" y="5"/>
                    </a:lnTo>
                    <a:lnTo>
                      <a:pt x="159" y="4"/>
                    </a:lnTo>
                    <a:lnTo>
                      <a:pt x="160" y="4"/>
                    </a:lnTo>
                    <a:lnTo>
                      <a:pt x="161" y="4"/>
                    </a:lnTo>
                    <a:lnTo>
                      <a:pt x="161" y="3"/>
                    </a:lnTo>
                    <a:lnTo>
                      <a:pt x="162" y="3"/>
                    </a:lnTo>
                    <a:lnTo>
                      <a:pt x="163" y="3"/>
                    </a:lnTo>
                    <a:lnTo>
                      <a:pt x="164" y="2"/>
                    </a:lnTo>
                    <a:lnTo>
                      <a:pt x="164" y="2"/>
                    </a:lnTo>
                    <a:lnTo>
                      <a:pt x="165" y="2"/>
                    </a:lnTo>
                    <a:lnTo>
                      <a:pt x="166" y="1"/>
                    </a:lnTo>
                    <a:lnTo>
                      <a:pt x="167" y="1"/>
                    </a:lnTo>
                    <a:lnTo>
                      <a:pt x="168" y="1"/>
                    </a:lnTo>
                    <a:lnTo>
                      <a:pt x="169" y="1"/>
                    </a:lnTo>
                    <a:lnTo>
                      <a:pt x="170" y="1"/>
                    </a:lnTo>
                    <a:lnTo>
                      <a:pt x="171" y="0"/>
                    </a:lnTo>
                    <a:lnTo>
                      <a:pt x="172" y="0"/>
                    </a:lnTo>
                    <a:lnTo>
                      <a:pt x="173" y="0"/>
                    </a:lnTo>
                    <a:lnTo>
                      <a:pt x="174" y="0"/>
                    </a:lnTo>
                    <a:lnTo>
                      <a:pt x="174" y="0"/>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38" name="Freeform 18">
                <a:extLst>
                  <a:ext uri="{FF2B5EF4-FFF2-40B4-BE49-F238E27FC236}">
                    <a16:creationId xmlns:a16="http://schemas.microsoft.com/office/drawing/2014/main" id="{EFF9AC59-D971-8518-201C-C93FB70A59EB}"/>
                  </a:ext>
                </a:extLst>
              </p:cNvPr>
              <p:cNvSpPr>
                <a:spLocks/>
              </p:cNvSpPr>
              <p:nvPr/>
            </p:nvSpPr>
            <p:spPr bwMode="auto">
              <a:xfrm>
                <a:off x="13497814" y="4700452"/>
                <a:ext cx="131696" cy="75641"/>
              </a:xfrm>
              <a:custGeom>
                <a:avLst/>
                <a:gdLst>
                  <a:gd name="T0" fmla="*/ 179 w 195"/>
                  <a:gd name="T1" fmla="*/ 1 h 112"/>
                  <a:gd name="T2" fmla="*/ 188 w 195"/>
                  <a:gd name="T3" fmla="*/ 7 h 112"/>
                  <a:gd name="T4" fmla="*/ 193 w 195"/>
                  <a:gd name="T5" fmla="*/ 13 h 112"/>
                  <a:gd name="T6" fmla="*/ 194 w 195"/>
                  <a:gd name="T7" fmla="*/ 19 h 112"/>
                  <a:gd name="T8" fmla="*/ 195 w 195"/>
                  <a:gd name="T9" fmla="*/ 25 h 112"/>
                  <a:gd name="T10" fmla="*/ 194 w 195"/>
                  <a:gd name="T11" fmla="*/ 30 h 112"/>
                  <a:gd name="T12" fmla="*/ 194 w 195"/>
                  <a:gd name="T13" fmla="*/ 36 h 112"/>
                  <a:gd name="T14" fmla="*/ 191 w 195"/>
                  <a:gd name="T15" fmla="*/ 43 h 112"/>
                  <a:gd name="T16" fmla="*/ 188 w 195"/>
                  <a:gd name="T17" fmla="*/ 49 h 112"/>
                  <a:gd name="T18" fmla="*/ 185 w 195"/>
                  <a:gd name="T19" fmla="*/ 56 h 112"/>
                  <a:gd name="T20" fmla="*/ 181 w 195"/>
                  <a:gd name="T21" fmla="*/ 62 h 112"/>
                  <a:gd name="T22" fmla="*/ 177 w 195"/>
                  <a:gd name="T23" fmla="*/ 67 h 112"/>
                  <a:gd name="T24" fmla="*/ 173 w 195"/>
                  <a:gd name="T25" fmla="*/ 73 h 112"/>
                  <a:gd name="T26" fmla="*/ 168 w 195"/>
                  <a:gd name="T27" fmla="*/ 79 h 112"/>
                  <a:gd name="T28" fmla="*/ 163 w 195"/>
                  <a:gd name="T29" fmla="*/ 84 h 112"/>
                  <a:gd name="T30" fmla="*/ 159 w 195"/>
                  <a:gd name="T31" fmla="*/ 87 h 112"/>
                  <a:gd name="T32" fmla="*/ 154 w 195"/>
                  <a:gd name="T33" fmla="*/ 89 h 112"/>
                  <a:gd name="T34" fmla="*/ 149 w 195"/>
                  <a:gd name="T35" fmla="*/ 92 h 112"/>
                  <a:gd name="T36" fmla="*/ 145 w 195"/>
                  <a:gd name="T37" fmla="*/ 94 h 112"/>
                  <a:gd name="T38" fmla="*/ 140 w 195"/>
                  <a:gd name="T39" fmla="*/ 95 h 112"/>
                  <a:gd name="T40" fmla="*/ 135 w 195"/>
                  <a:gd name="T41" fmla="*/ 96 h 112"/>
                  <a:gd name="T42" fmla="*/ 128 w 195"/>
                  <a:gd name="T43" fmla="*/ 98 h 112"/>
                  <a:gd name="T44" fmla="*/ 118 w 195"/>
                  <a:gd name="T45" fmla="*/ 100 h 112"/>
                  <a:gd name="T46" fmla="*/ 109 w 195"/>
                  <a:gd name="T47" fmla="*/ 101 h 112"/>
                  <a:gd name="T48" fmla="*/ 99 w 195"/>
                  <a:gd name="T49" fmla="*/ 101 h 112"/>
                  <a:gd name="T50" fmla="*/ 90 w 195"/>
                  <a:gd name="T51" fmla="*/ 101 h 112"/>
                  <a:gd name="T52" fmla="*/ 76 w 195"/>
                  <a:gd name="T53" fmla="*/ 101 h 112"/>
                  <a:gd name="T54" fmla="*/ 67 w 195"/>
                  <a:gd name="T55" fmla="*/ 104 h 112"/>
                  <a:gd name="T56" fmla="*/ 58 w 195"/>
                  <a:gd name="T57" fmla="*/ 107 h 112"/>
                  <a:gd name="T58" fmla="*/ 50 w 195"/>
                  <a:gd name="T59" fmla="*/ 110 h 112"/>
                  <a:gd name="T60" fmla="*/ 41 w 195"/>
                  <a:gd name="T61" fmla="*/ 111 h 112"/>
                  <a:gd name="T62" fmla="*/ 33 w 195"/>
                  <a:gd name="T63" fmla="*/ 106 h 112"/>
                  <a:gd name="T64" fmla="*/ 22 w 195"/>
                  <a:gd name="T65" fmla="*/ 102 h 112"/>
                  <a:gd name="T66" fmla="*/ 19 w 195"/>
                  <a:gd name="T67" fmla="*/ 103 h 112"/>
                  <a:gd name="T68" fmla="*/ 16 w 195"/>
                  <a:gd name="T69" fmla="*/ 104 h 112"/>
                  <a:gd name="T70" fmla="*/ 11 w 195"/>
                  <a:gd name="T71" fmla="*/ 104 h 112"/>
                  <a:gd name="T72" fmla="*/ 12 w 195"/>
                  <a:gd name="T73" fmla="*/ 82 h 112"/>
                  <a:gd name="T74" fmla="*/ 16 w 195"/>
                  <a:gd name="T75" fmla="*/ 80 h 112"/>
                  <a:gd name="T76" fmla="*/ 20 w 195"/>
                  <a:gd name="T77" fmla="*/ 78 h 112"/>
                  <a:gd name="T78" fmla="*/ 23 w 195"/>
                  <a:gd name="T79" fmla="*/ 76 h 112"/>
                  <a:gd name="T80" fmla="*/ 27 w 195"/>
                  <a:gd name="T81" fmla="*/ 75 h 112"/>
                  <a:gd name="T82" fmla="*/ 30 w 195"/>
                  <a:gd name="T83" fmla="*/ 73 h 112"/>
                  <a:gd name="T84" fmla="*/ 36 w 195"/>
                  <a:gd name="T85" fmla="*/ 69 h 112"/>
                  <a:gd name="T86" fmla="*/ 43 w 195"/>
                  <a:gd name="T87" fmla="*/ 67 h 112"/>
                  <a:gd name="T88" fmla="*/ 51 w 195"/>
                  <a:gd name="T89" fmla="*/ 65 h 112"/>
                  <a:gd name="T90" fmla="*/ 59 w 195"/>
                  <a:gd name="T91" fmla="*/ 62 h 112"/>
                  <a:gd name="T92" fmla="*/ 68 w 195"/>
                  <a:gd name="T93" fmla="*/ 59 h 112"/>
                  <a:gd name="T94" fmla="*/ 77 w 195"/>
                  <a:gd name="T95" fmla="*/ 55 h 112"/>
                  <a:gd name="T96" fmla="*/ 85 w 195"/>
                  <a:gd name="T97" fmla="*/ 50 h 112"/>
                  <a:gd name="T98" fmla="*/ 93 w 195"/>
                  <a:gd name="T99" fmla="*/ 46 h 112"/>
                  <a:gd name="T100" fmla="*/ 102 w 195"/>
                  <a:gd name="T101" fmla="*/ 41 h 112"/>
                  <a:gd name="T102" fmla="*/ 110 w 195"/>
                  <a:gd name="T103" fmla="*/ 36 h 112"/>
                  <a:gd name="T104" fmla="*/ 118 w 195"/>
                  <a:gd name="T105" fmla="*/ 32 h 112"/>
                  <a:gd name="T106" fmla="*/ 125 w 195"/>
                  <a:gd name="T107" fmla="*/ 27 h 112"/>
                  <a:gd name="T108" fmla="*/ 132 w 195"/>
                  <a:gd name="T109" fmla="*/ 22 h 112"/>
                  <a:gd name="T110" fmla="*/ 138 w 195"/>
                  <a:gd name="T111" fmla="*/ 18 h 112"/>
                  <a:gd name="T112" fmla="*/ 143 w 195"/>
                  <a:gd name="T113" fmla="*/ 13 h 112"/>
                  <a:gd name="T114" fmla="*/ 149 w 195"/>
                  <a:gd name="T115" fmla="*/ 8 h 112"/>
                  <a:gd name="T116" fmla="*/ 153 w 195"/>
                  <a:gd name="T117" fmla="*/ 6 h 112"/>
                  <a:gd name="T118" fmla="*/ 157 w 195"/>
                  <a:gd name="T119" fmla="*/ 4 h 112"/>
                  <a:gd name="T120" fmla="*/ 161 w 195"/>
                  <a:gd name="T121" fmla="*/ 2 h 112"/>
                  <a:gd name="T122" fmla="*/ 166 w 195"/>
                  <a:gd name="T123"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95" h="112">
                    <a:moveTo>
                      <a:pt x="171" y="0"/>
                    </a:moveTo>
                    <a:lnTo>
                      <a:pt x="172" y="0"/>
                    </a:lnTo>
                    <a:lnTo>
                      <a:pt x="174" y="0"/>
                    </a:lnTo>
                    <a:lnTo>
                      <a:pt x="175" y="0"/>
                    </a:lnTo>
                    <a:lnTo>
                      <a:pt x="176" y="0"/>
                    </a:lnTo>
                    <a:lnTo>
                      <a:pt x="177" y="1"/>
                    </a:lnTo>
                    <a:lnTo>
                      <a:pt x="178" y="1"/>
                    </a:lnTo>
                    <a:lnTo>
                      <a:pt x="179" y="1"/>
                    </a:lnTo>
                    <a:lnTo>
                      <a:pt x="180" y="2"/>
                    </a:lnTo>
                    <a:lnTo>
                      <a:pt x="181" y="2"/>
                    </a:lnTo>
                    <a:lnTo>
                      <a:pt x="183" y="3"/>
                    </a:lnTo>
                    <a:lnTo>
                      <a:pt x="184" y="4"/>
                    </a:lnTo>
                    <a:lnTo>
                      <a:pt x="185" y="4"/>
                    </a:lnTo>
                    <a:lnTo>
                      <a:pt x="186" y="5"/>
                    </a:lnTo>
                    <a:lnTo>
                      <a:pt x="187" y="6"/>
                    </a:lnTo>
                    <a:lnTo>
                      <a:pt x="188" y="7"/>
                    </a:lnTo>
                    <a:lnTo>
                      <a:pt x="189" y="7"/>
                    </a:lnTo>
                    <a:lnTo>
                      <a:pt x="189" y="7"/>
                    </a:lnTo>
                    <a:lnTo>
                      <a:pt x="190" y="8"/>
                    </a:lnTo>
                    <a:lnTo>
                      <a:pt x="191" y="9"/>
                    </a:lnTo>
                    <a:lnTo>
                      <a:pt x="191" y="10"/>
                    </a:lnTo>
                    <a:lnTo>
                      <a:pt x="192" y="11"/>
                    </a:lnTo>
                    <a:lnTo>
                      <a:pt x="193" y="12"/>
                    </a:lnTo>
                    <a:lnTo>
                      <a:pt x="193" y="13"/>
                    </a:lnTo>
                    <a:lnTo>
                      <a:pt x="193" y="14"/>
                    </a:lnTo>
                    <a:lnTo>
                      <a:pt x="194" y="15"/>
                    </a:lnTo>
                    <a:lnTo>
                      <a:pt x="194" y="16"/>
                    </a:lnTo>
                    <a:lnTo>
                      <a:pt x="194" y="16"/>
                    </a:lnTo>
                    <a:lnTo>
                      <a:pt x="194" y="17"/>
                    </a:lnTo>
                    <a:lnTo>
                      <a:pt x="194" y="18"/>
                    </a:lnTo>
                    <a:lnTo>
                      <a:pt x="194" y="19"/>
                    </a:lnTo>
                    <a:lnTo>
                      <a:pt x="194" y="19"/>
                    </a:lnTo>
                    <a:lnTo>
                      <a:pt x="194" y="20"/>
                    </a:lnTo>
                    <a:lnTo>
                      <a:pt x="194" y="21"/>
                    </a:lnTo>
                    <a:lnTo>
                      <a:pt x="194" y="22"/>
                    </a:lnTo>
                    <a:lnTo>
                      <a:pt x="194" y="22"/>
                    </a:lnTo>
                    <a:lnTo>
                      <a:pt x="194" y="23"/>
                    </a:lnTo>
                    <a:lnTo>
                      <a:pt x="194" y="23"/>
                    </a:lnTo>
                    <a:lnTo>
                      <a:pt x="195" y="24"/>
                    </a:lnTo>
                    <a:lnTo>
                      <a:pt x="195" y="25"/>
                    </a:lnTo>
                    <a:lnTo>
                      <a:pt x="195" y="25"/>
                    </a:lnTo>
                    <a:lnTo>
                      <a:pt x="195" y="26"/>
                    </a:lnTo>
                    <a:lnTo>
                      <a:pt x="194" y="26"/>
                    </a:lnTo>
                    <a:lnTo>
                      <a:pt x="194" y="27"/>
                    </a:lnTo>
                    <a:lnTo>
                      <a:pt x="194" y="27"/>
                    </a:lnTo>
                    <a:lnTo>
                      <a:pt x="194" y="28"/>
                    </a:lnTo>
                    <a:lnTo>
                      <a:pt x="194" y="29"/>
                    </a:lnTo>
                    <a:lnTo>
                      <a:pt x="194" y="30"/>
                    </a:lnTo>
                    <a:lnTo>
                      <a:pt x="194" y="31"/>
                    </a:lnTo>
                    <a:lnTo>
                      <a:pt x="194" y="32"/>
                    </a:lnTo>
                    <a:lnTo>
                      <a:pt x="194" y="33"/>
                    </a:lnTo>
                    <a:lnTo>
                      <a:pt x="194" y="34"/>
                    </a:lnTo>
                    <a:lnTo>
                      <a:pt x="194" y="35"/>
                    </a:lnTo>
                    <a:lnTo>
                      <a:pt x="194" y="36"/>
                    </a:lnTo>
                    <a:lnTo>
                      <a:pt x="194" y="36"/>
                    </a:lnTo>
                    <a:lnTo>
                      <a:pt x="194" y="36"/>
                    </a:lnTo>
                    <a:lnTo>
                      <a:pt x="193" y="37"/>
                    </a:lnTo>
                    <a:lnTo>
                      <a:pt x="193" y="38"/>
                    </a:lnTo>
                    <a:lnTo>
                      <a:pt x="193" y="39"/>
                    </a:lnTo>
                    <a:lnTo>
                      <a:pt x="192" y="40"/>
                    </a:lnTo>
                    <a:lnTo>
                      <a:pt x="192" y="40"/>
                    </a:lnTo>
                    <a:lnTo>
                      <a:pt x="192" y="41"/>
                    </a:lnTo>
                    <a:lnTo>
                      <a:pt x="192" y="42"/>
                    </a:lnTo>
                    <a:lnTo>
                      <a:pt x="191" y="43"/>
                    </a:lnTo>
                    <a:lnTo>
                      <a:pt x="191" y="44"/>
                    </a:lnTo>
                    <a:lnTo>
                      <a:pt x="191" y="44"/>
                    </a:lnTo>
                    <a:lnTo>
                      <a:pt x="190" y="45"/>
                    </a:lnTo>
                    <a:lnTo>
                      <a:pt x="190" y="46"/>
                    </a:lnTo>
                    <a:lnTo>
                      <a:pt x="190" y="47"/>
                    </a:lnTo>
                    <a:lnTo>
                      <a:pt x="189" y="48"/>
                    </a:lnTo>
                    <a:lnTo>
                      <a:pt x="189" y="48"/>
                    </a:lnTo>
                    <a:lnTo>
                      <a:pt x="188" y="49"/>
                    </a:lnTo>
                    <a:lnTo>
                      <a:pt x="188" y="50"/>
                    </a:lnTo>
                    <a:lnTo>
                      <a:pt x="188" y="51"/>
                    </a:lnTo>
                    <a:lnTo>
                      <a:pt x="187" y="52"/>
                    </a:lnTo>
                    <a:lnTo>
                      <a:pt x="187" y="52"/>
                    </a:lnTo>
                    <a:lnTo>
                      <a:pt x="186" y="53"/>
                    </a:lnTo>
                    <a:lnTo>
                      <a:pt x="186" y="54"/>
                    </a:lnTo>
                    <a:lnTo>
                      <a:pt x="186" y="55"/>
                    </a:lnTo>
                    <a:lnTo>
                      <a:pt x="185" y="56"/>
                    </a:lnTo>
                    <a:lnTo>
                      <a:pt x="185" y="56"/>
                    </a:lnTo>
                    <a:lnTo>
                      <a:pt x="184" y="57"/>
                    </a:lnTo>
                    <a:lnTo>
                      <a:pt x="184" y="58"/>
                    </a:lnTo>
                    <a:lnTo>
                      <a:pt x="183" y="59"/>
                    </a:lnTo>
                    <a:lnTo>
                      <a:pt x="183" y="60"/>
                    </a:lnTo>
                    <a:lnTo>
                      <a:pt x="182" y="60"/>
                    </a:lnTo>
                    <a:lnTo>
                      <a:pt x="182" y="61"/>
                    </a:lnTo>
                    <a:lnTo>
                      <a:pt x="181" y="62"/>
                    </a:lnTo>
                    <a:lnTo>
                      <a:pt x="181" y="63"/>
                    </a:lnTo>
                    <a:lnTo>
                      <a:pt x="180" y="64"/>
                    </a:lnTo>
                    <a:lnTo>
                      <a:pt x="180" y="64"/>
                    </a:lnTo>
                    <a:lnTo>
                      <a:pt x="179" y="65"/>
                    </a:lnTo>
                    <a:lnTo>
                      <a:pt x="179" y="65"/>
                    </a:lnTo>
                    <a:lnTo>
                      <a:pt x="178" y="66"/>
                    </a:lnTo>
                    <a:lnTo>
                      <a:pt x="178" y="66"/>
                    </a:lnTo>
                    <a:lnTo>
                      <a:pt x="177" y="67"/>
                    </a:lnTo>
                    <a:lnTo>
                      <a:pt x="177" y="68"/>
                    </a:lnTo>
                    <a:lnTo>
                      <a:pt x="176" y="69"/>
                    </a:lnTo>
                    <a:lnTo>
                      <a:pt x="176" y="70"/>
                    </a:lnTo>
                    <a:lnTo>
                      <a:pt x="175" y="70"/>
                    </a:lnTo>
                    <a:lnTo>
                      <a:pt x="175" y="71"/>
                    </a:lnTo>
                    <a:lnTo>
                      <a:pt x="174" y="72"/>
                    </a:lnTo>
                    <a:lnTo>
                      <a:pt x="173" y="73"/>
                    </a:lnTo>
                    <a:lnTo>
                      <a:pt x="173" y="73"/>
                    </a:lnTo>
                    <a:lnTo>
                      <a:pt x="172" y="74"/>
                    </a:lnTo>
                    <a:lnTo>
                      <a:pt x="172" y="75"/>
                    </a:lnTo>
                    <a:lnTo>
                      <a:pt x="171" y="75"/>
                    </a:lnTo>
                    <a:lnTo>
                      <a:pt x="170" y="76"/>
                    </a:lnTo>
                    <a:lnTo>
                      <a:pt x="170" y="77"/>
                    </a:lnTo>
                    <a:lnTo>
                      <a:pt x="169" y="77"/>
                    </a:lnTo>
                    <a:lnTo>
                      <a:pt x="168" y="78"/>
                    </a:lnTo>
                    <a:lnTo>
                      <a:pt x="168" y="79"/>
                    </a:lnTo>
                    <a:lnTo>
                      <a:pt x="167" y="80"/>
                    </a:lnTo>
                    <a:lnTo>
                      <a:pt x="166" y="80"/>
                    </a:lnTo>
                    <a:lnTo>
                      <a:pt x="166" y="81"/>
                    </a:lnTo>
                    <a:lnTo>
                      <a:pt x="165" y="82"/>
                    </a:lnTo>
                    <a:lnTo>
                      <a:pt x="165" y="82"/>
                    </a:lnTo>
                    <a:lnTo>
                      <a:pt x="164" y="83"/>
                    </a:lnTo>
                    <a:lnTo>
                      <a:pt x="164" y="83"/>
                    </a:lnTo>
                    <a:lnTo>
                      <a:pt x="163" y="84"/>
                    </a:lnTo>
                    <a:lnTo>
                      <a:pt x="162" y="85"/>
                    </a:lnTo>
                    <a:lnTo>
                      <a:pt x="162" y="85"/>
                    </a:lnTo>
                    <a:lnTo>
                      <a:pt x="161" y="85"/>
                    </a:lnTo>
                    <a:lnTo>
                      <a:pt x="161" y="86"/>
                    </a:lnTo>
                    <a:lnTo>
                      <a:pt x="160" y="86"/>
                    </a:lnTo>
                    <a:lnTo>
                      <a:pt x="160" y="86"/>
                    </a:lnTo>
                    <a:lnTo>
                      <a:pt x="159" y="87"/>
                    </a:lnTo>
                    <a:lnTo>
                      <a:pt x="159" y="87"/>
                    </a:lnTo>
                    <a:lnTo>
                      <a:pt x="159" y="87"/>
                    </a:lnTo>
                    <a:lnTo>
                      <a:pt x="158" y="87"/>
                    </a:lnTo>
                    <a:lnTo>
                      <a:pt x="158" y="88"/>
                    </a:lnTo>
                    <a:lnTo>
                      <a:pt x="157" y="88"/>
                    </a:lnTo>
                    <a:lnTo>
                      <a:pt x="156" y="88"/>
                    </a:lnTo>
                    <a:lnTo>
                      <a:pt x="156" y="89"/>
                    </a:lnTo>
                    <a:lnTo>
                      <a:pt x="155" y="89"/>
                    </a:lnTo>
                    <a:lnTo>
                      <a:pt x="154" y="89"/>
                    </a:lnTo>
                    <a:lnTo>
                      <a:pt x="154" y="90"/>
                    </a:lnTo>
                    <a:lnTo>
                      <a:pt x="153" y="90"/>
                    </a:lnTo>
                    <a:lnTo>
                      <a:pt x="152" y="90"/>
                    </a:lnTo>
                    <a:lnTo>
                      <a:pt x="152" y="91"/>
                    </a:lnTo>
                    <a:lnTo>
                      <a:pt x="151" y="91"/>
                    </a:lnTo>
                    <a:lnTo>
                      <a:pt x="151" y="91"/>
                    </a:lnTo>
                    <a:lnTo>
                      <a:pt x="150" y="92"/>
                    </a:lnTo>
                    <a:lnTo>
                      <a:pt x="149" y="92"/>
                    </a:lnTo>
                    <a:lnTo>
                      <a:pt x="149" y="92"/>
                    </a:lnTo>
                    <a:lnTo>
                      <a:pt x="148" y="92"/>
                    </a:lnTo>
                    <a:lnTo>
                      <a:pt x="148" y="93"/>
                    </a:lnTo>
                    <a:lnTo>
                      <a:pt x="147" y="93"/>
                    </a:lnTo>
                    <a:lnTo>
                      <a:pt x="147" y="93"/>
                    </a:lnTo>
                    <a:lnTo>
                      <a:pt x="146" y="93"/>
                    </a:lnTo>
                    <a:lnTo>
                      <a:pt x="145" y="93"/>
                    </a:lnTo>
                    <a:lnTo>
                      <a:pt x="145" y="94"/>
                    </a:lnTo>
                    <a:lnTo>
                      <a:pt x="144" y="94"/>
                    </a:lnTo>
                    <a:lnTo>
                      <a:pt x="144" y="94"/>
                    </a:lnTo>
                    <a:lnTo>
                      <a:pt x="143" y="94"/>
                    </a:lnTo>
                    <a:lnTo>
                      <a:pt x="142" y="95"/>
                    </a:lnTo>
                    <a:lnTo>
                      <a:pt x="142" y="95"/>
                    </a:lnTo>
                    <a:lnTo>
                      <a:pt x="141" y="95"/>
                    </a:lnTo>
                    <a:lnTo>
                      <a:pt x="140" y="95"/>
                    </a:lnTo>
                    <a:lnTo>
                      <a:pt x="140" y="95"/>
                    </a:lnTo>
                    <a:lnTo>
                      <a:pt x="139" y="95"/>
                    </a:lnTo>
                    <a:lnTo>
                      <a:pt x="138" y="95"/>
                    </a:lnTo>
                    <a:lnTo>
                      <a:pt x="138" y="95"/>
                    </a:lnTo>
                    <a:lnTo>
                      <a:pt x="138" y="95"/>
                    </a:lnTo>
                    <a:lnTo>
                      <a:pt x="137" y="96"/>
                    </a:lnTo>
                    <a:lnTo>
                      <a:pt x="137" y="96"/>
                    </a:lnTo>
                    <a:lnTo>
                      <a:pt x="136" y="96"/>
                    </a:lnTo>
                    <a:lnTo>
                      <a:pt x="135" y="96"/>
                    </a:lnTo>
                    <a:lnTo>
                      <a:pt x="135" y="96"/>
                    </a:lnTo>
                    <a:lnTo>
                      <a:pt x="134" y="96"/>
                    </a:lnTo>
                    <a:lnTo>
                      <a:pt x="134" y="97"/>
                    </a:lnTo>
                    <a:lnTo>
                      <a:pt x="133" y="97"/>
                    </a:lnTo>
                    <a:lnTo>
                      <a:pt x="132" y="97"/>
                    </a:lnTo>
                    <a:lnTo>
                      <a:pt x="130" y="97"/>
                    </a:lnTo>
                    <a:lnTo>
                      <a:pt x="129" y="98"/>
                    </a:lnTo>
                    <a:lnTo>
                      <a:pt x="128" y="98"/>
                    </a:lnTo>
                    <a:lnTo>
                      <a:pt x="126" y="98"/>
                    </a:lnTo>
                    <a:lnTo>
                      <a:pt x="125" y="98"/>
                    </a:lnTo>
                    <a:lnTo>
                      <a:pt x="124" y="99"/>
                    </a:lnTo>
                    <a:lnTo>
                      <a:pt x="123" y="99"/>
                    </a:lnTo>
                    <a:lnTo>
                      <a:pt x="121" y="99"/>
                    </a:lnTo>
                    <a:lnTo>
                      <a:pt x="120" y="99"/>
                    </a:lnTo>
                    <a:lnTo>
                      <a:pt x="119" y="99"/>
                    </a:lnTo>
                    <a:lnTo>
                      <a:pt x="118" y="100"/>
                    </a:lnTo>
                    <a:lnTo>
                      <a:pt x="116" y="100"/>
                    </a:lnTo>
                    <a:lnTo>
                      <a:pt x="115" y="100"/>
                    </a:lnTo>
                    <a:lnTo>
                      <a:pt x="114" y="100"/>
                    </a:lnTo>
                    <a:lnTo>
                      <a:pt x="113" y="100"/>
                    </a:lnTo>
                    <a:lnTo>
                      <a:pt x="111" y="100"/>
                    </a:lnTo>
                    <a:lnTo>
                      <a:pt x="110" y="100"/>
                    </a:lnTo>
                    <a:lnTo>
                      <a:pt x="109" y="100"/>
                    </a:lnTo>
                    <a:lnTo>
                      <a:pt x="109" y="101"/>
                    </a:lnTo>
                    <a:lnTo>
                      <a:pt x="107" y="101"/>
                    </a:lnTo>
                    <a:lnTo>
                      <a:pt x="106" y="101"/>
                    </a:lnTo>
                    <a:lnTo>
                      <a:pt x="105" y="101"/>
                    </a:lnTo>
                    <a:lnTo>
                      <a:pt x="104" y="101"/>
                    </a:lnTo>
                    <a:lnTo>
                      <a:pt x="103" y="101"/>
                    </a:lnTo>
                    <a:lnTo>
                      <a:pt x="101" y="101"/>
                    </a:lnTo>
                    <a:lnTo>
                      <a:pt x="100" y="101"/>
                    </a:lnTo>
                    <a:lnTo>
                      <a:pt x="99" y="101"/>
                    </a:lnTo>
                    <a:lnTo>
                      <a:pt x="98" y="101"/>
                    </a:lnTo>
                    <a:lnTo>
                      <a:pt x="97" y="101"/>
                    </a:lnTo>
                    <a:lnTo>
                      <a:pt x="96" y="101"/>
                    </a:lnTo>
                    <a:lnTo>
                      <a:pt x="94" y="101"/>
                    </a:lnTo>
                    <a:lnTo>
                      <a:pt x="93" y="101"/>
                    </a:lnTo>
                    <a:lnTo>
                      <a:pt x="92" y="101"/>
                    </a:lnTo>
                    <a:lnTo>
                      <a:pt x="91" y="101"/>
                    </a:lnTo>
                    <a:lnTo>
                      <a:pt x="90" y="101"/>
                    </a:lnTo>
                    <a:lnTo>
                      <a:pt x="87" y="101"/>
                    </a:lnTo>
                    <a:lnTo>
                      <a:pt x="85" y="101"/>
                    </a:lnTo>
                    <a:lnTo>
                      <a:pt x="83" y="101"/>
                    </a:lnTo>
                    <a:lnTo>
                      <a:pt x="83" y="101"/>
                    </a:lnTo>
                    <a:lnTo>
                      <a:pt x="81" y="100"/>
                    </a:lnTo>
                    <a:lnTo>
                      <a:pt x="79" y="100"/>
                    </a:lnTo>
                    <a:lnTo>
                      <a:pt x="78" y="100"/>
                    </a:lnTo>
                    <a:lnTo>
                      <a:pt x="76" y="101"/>
                    </a:lnTo>
                    <a:lnTo>
                      <a:pt x="75" y="101"/>
                    </a:lnTo>
                    <a:lnTo>
                      <a:pt x="74" y="102"/>
                    </a:lnTo>
                    <a:lnTo>
                      <a:pt x="73" y="102"/>
                    </a:lnTo>
                    <a:lnTo>
                      <a:pt x="71" y="103"/>
                    </a:lnTo>
                    <a:lnTo>
                      <a:pt x="70" y="103"/>
                    </a:lnTo>
                    <a:lnTo>
                      <a:pt x="69" y="104"/>
                    </a:lnTo>
                    <a:lnTo>
                      <a:pt x="68" y="104"/>
                    </a:lnTo>
                    <a:lnTo>
                      <a:pt x="67" y="104"/>
                    </a:lnTo>
                    <a:lnTo>
                      <a:pt x="66" y="104"/>
                    </a:lnTo>
                    <a:lnTo>
                      <a:pt x="65" y="105"/>
                    </a:lnTo>
                    <a:lnTo>
                      <a:pt x="64" y="105"/>
                    </a:lnTo>
                    <a:lnTo>
                      <a:pt x="63" y="106"/>
                    </a:lnTo>
                    <a:lnTo>
                      <a:pt x="61" y="106"/>
                    </a:lnTo>
                    <a:lnTo>
                      <a:pt x="60" y="107"/>
                    </a:lnTo>
                    <a:lnTo>
                      <a:pt x="59" y="107"/>
                    </a:lnTo>
                    <a:lnTo>
                      <a:pt x="58" y="107"/>
                    </a:lnTo>
                    <a:lnTo>
                      <a:pt x="56" y="108"/>
                    </a:lnTo>
                    <a:lnTo>
                      <a:pt x="55" y="108"/>
                    </a:lnTo>
                    <a:lnTo>
                      <a:pt x="54" y="109"/>
                    </a:lnTo>
                    <a:lnTo>
                      <a:pt x="53" y="109"/>
                    </a:lnTo>
                    <a:lnTo>
                      <a:pt x="53" y="109"/>
                    </a:lnTo>
                    <a:lnTo>
                      <a:pt x="51" y="109"/>
                    </a:lnTo>
                    <a:lnTo>
                      <a:pt x="51" y="110"/>
                    </a:lnTo>
                    <a:lnTo>
                      <a:pt x="50" y="110"/>
                    </a:lnTo>
                    <a:lnTo>
                      <a:pt x="49" y="110"/>
                    </a:lnTo>
                    <a:lnTo>
                      <a:pt x="48" y="111"/>
                    </a:lnTo>
                    <a:lnTo>
                      <a:pt x="46" y="111"/>
                    </a:lnTo>
                    <a:lnTo>
                      <a:pt x="45" y="111"/>
                    </a:lnTo>
                    <a:lnTo>
                      <a:pt x="44" y="112"/>
                    </a:lnTo>
                    <a:lnTo>
                      <a:pt x="43" y="112"/>
                    </a:lnTo>
                    <a:lnTo>
                      <a:pt x="43" y="112"/>
                    </a:lnTo>
                    <a:lnTo>
                      <a:pt x="41" y="111"/>
                    </a:lnTo>
                    <a:lnTo>
                      <a:pt x="40" y="111"/>
                    </a:lnTo>
                    <a:lnTo>
                      <a:pt x="39" y="110"/>
                    </a:lnTo>
                    <a:lnTo>
                      <a:pt x="38" y="110"/>
                    </a:lnTo>
                    <a:lnTo>
                      <a:pt x="37" y="109"/>
                    </a:lnTo>
                    <a:lnTo>
                      <a:pt x="36" y="108"/>
                    </a:lnTo>
                    <a:lnTo>
                      <a:pt x="35" y="107"/>
                    </a:lnTo>
                    <a:lnTo>
                      <a:pt x="33" y="106"/>
                    </a:lnTo>
                    <a:lnTo>
                      <a:pt x="33" y="106"/>
                    </a:lnTo>
                    <a:lnTo>
                      <a:pt x="32" y="105"/>
                    </a:lnTo>
                    <a:lnTo>
                      <a:pt x="31" y="105"/>
                    </a:lnTo>
                    <a:lnTo>
                      <a:pt x="29" y="104"/>
                    </a:lnTo>
                    <a:lnTo>
                      <a:pt x="28" y="104"/>
                    </a:lnTo>
                    <a:lnTo>
                      <a:pt x="28" y="104"/>
                    </a:lnTo>
                    <a:lnTo>
                      <a:pt x="28" y="104"/>
                    </a:lnTo>
                    <a:lnTo>
                      <a:pt x="22" y="102"/>
                    </a:lnTo>
                    <a:lnTo>
                      <a:pt x="22" y="102"/>
                    </a:lnTo>
                    <a:lnTo>
                      <a:pt x="22" y="102"/>
                    </a:lnTo>
                    <a:lnTo>
                      <a:pt x="22" y="102"/>
                    </a:lnTo>
                    <a:lnTo>
                      <a:pt x="21" y="102"/>
                    </a:lnTo>
                    <a:lnTo>
                      <a:pt x="21" y="103"/>
                    </a:lnTo>
                    <a:lnTo>
                      <a:pt x="21" y="103"/>
                    </a:lnTo>
                    <a:lnTo>
                      <a:pt x="20" y="103"/>
                    </a:lnTo>
                    <a:lnTo>
                      <a:pt x="20" y="103"/>
                    </a:lnTo>
                    <a:lnTo>
                      <a:pt x="19" y="103"/>
                    </a:lnTo>
                    <a:lnTo>
                      <a:pt x="19" y="103"/>
                    </a:lnTo>
                    <a:lnTo>
                      <a:pt x="18" y="104"/>
                    </a:lnTo>
                    <a:lnTo>
                      <a:pt x="18" y="104"/>
                    </a:lnTo>
                    <a:lnTo>
                      <a:pt x="17" y="104"/>
                    </a:lnTo>
                    <a:lnTo>
                      <a:pt x="17" y="104"/>
                    </a:lnTo>
                    <a:lnTo>
                      <a:pt x="17" y="104"/>
                    </a:lnTo>
                    <a:lnTo>
                      <a:pt x="16" y="104"/>
                    </a:lnTo>
                    <a:lnTo>
                      <a:pt x="16" y="104"/>
                    </a:lnTo>
                    <a:lnTo>
                      <a:pt x="15" y="104"/>
                    </a:lnTo>
                    <a:lnTo>
                      <a:pt x="15" y="104"/>
                    </a:lnTo>
                    <a:lnTo>
                      <a:pt x="14" y="104"/>
                    </a:lnTo>
                    <a:lnTo>
                      <a:pt x="13" y="104"/>
                    </a:lnTo>
                    <a:lnTo>
                      <a:pt x="13" y="104"/>
                    </a:lnTo>
                    <a:lnTo>
                      <a:pt x="12" y="104"/>
                    </a:lnTo>
                    <a:lnTo>
                      <a:pt x="12" y="104"/>
                    </a:lnTo>
                    <a:lnTo>
                      <a:pt x="11" y="104"/>
                    </a:lnTo>
                    <a:lnTo>
                      <a:pt x="4" y="101"/>
                    </a:lnTo>
                    <a:lnTo>
                      <a:pt x="0" y="94"/>
                    </a:lnTo>
                    <a:lnTo>
                      <a:pt x="0" y="94"/>
                    </a:lnTo>
                    <a:lnTo>
                      <a:pt x="4" y="86"/>
                    </a:lnTo>
                    <a:lnTo>
                      <a:pt x="11" y="83"/>
                    </a:lnTo>
                    <a:lnTo>
                      <a:pt x="11" y="83"/>
                    </a:lnTo>
                    <a:lnTo>
                      <a:pt x="11" y="83"/>
                    </a:lnTo>
                    <a:lnTo>
                      <a:pt x="12" y="82"/>
                    </a:lnTo>
                    <a:lnTo>
                      <a:pt x="12" y="82"/>
                    </a:lnTo>
                    <a:lnTo>
                      <a:pt x="13" y="82"/>
                    </a:lnTo>
                    <a:lnTo>
                      <a:pt x="13" y="81"/>
                    </a:lnTo>
                    <a:lnTo>
                      <a:pt x="14" y="81"/>
                    </a:lnTo>
                    <a:lnTo>
                      <a:pt x="14" y="81"/>
                    </a:lnTo>
                    <a:lnTo>
                      <a:pt x="15" y="81"/>
                    </a:lnTo>
                    <a:lnTo>
                      <a:pt x="15" y="80"/>
                    </a:lnTo>
                    <a:lnTo>
                      <a:pt x="16" y="80"/>
                    </a:lnTo>
                    <a:lnTo>
                      <a:pt x="16" y="80"/>
                    </a:lnTo>
                    <a:lnTo>
                      <a:pt x="17" y="79"/>
                    </a:lnTo>
                    <a:lnTo>
                      <a:pt x="17" y="79"/>
                    </a:lnTo>
                    <a:lnTo>
                      <a:pt x="18" y="79"/>
                    </a:lnTo>
                    <a:lnTo>
                      <a:pt x="18" y="79"/>
                    </a:lnTo>
                    <a:lnTo>
                      <a:pt x="19" y="78"/>
                    </a:lnTo>
                    <a:lnTo>
                      <a:pt x="19" y="78"/>
                    </a:lnTo>
                    <a:lnTo>
                      <a:pt x="20" y="78"/>
                    </a:lnTo>
                    <a:lnTo>
                      <a:pt x="20" y="78"/>
                    </a:lnTo>
                    <a:lnTo>
                      <a:pt x="21" y="77"/>
                    </a:lnTo>
                    <a:lnTo>
                      <a:pt x="21" y="77"/>
                    </a:lnTo>
                    <a:lnTo>
                      <a:pt x="22" y="77"/>
                    </a:lnTo>
                    <a:lnTo>
                      <a:pt x="22" y="77"/>
                    </a:lnTo>
                    <a:lnTo>
                      <a:pt x="22" y="77"/>
                    </a:lnTo>
                    <a:lnTo>
                      <a:pt x="22" y="76"/>
                    </a:lnTo>
                    <a:lnTo>
                      <a:pt x="23" y="76"/>
                    </a:lnTo>
                    <a:lnTo>
                      <a:pt x="23" y="76"/>
                    </a:lnTo>
                    <a:lnTo>
                      <a:pt x="24" y="76"/>
                    </a:lnTo>
                    <a:lnTo>
                      <a:pt x="24" y="75"/>
                    </a:lnTo>
                    <a:lnTo>
                      <a:pt x="25" y="75"/>
                    </a:lnTo>
                    <a:lnTo>
                      <a:pt x="25" y="75"/>
                    </a:lnTo>
                    <a:lnTo>
                      <a:pt x="26" y="75"/>
                    </a:lnTo>
                    <a:lnTo>
                      <a:pt x="26" y="75"/>
                    </a:lnTo>
                    <a:lnTo>
                      <a:pt x="27" y="75"/>
                    </a:lnTo>
                    <a:lnTo>
                      <a:pt x="27" y="74"/>
                    </a:lnTo>
                    <a:lnTo>
                      <a:pt x="28" y="74"/>
                    </a:lnTo>
                    <a:lnTo>
                      <a:pt x="29" y="74"/>
                    </a:lnTo>
                    <a:lnTo>
                      <a:pt x="29" y="74"/>
                    </a:lnTo>
                    <a:lnTo>
                      <a:pt x="30" y="74"/>
                    </a:lnTo>
                    <a:lnTo>
                      <a:pt x="30" y="74"/>
                    </a:lnTo>
                    <a:lnTo>
                      <a:pt x="30" y="73"/>
                    </a:lnTo>
                    <a:lnTo>
                      <a:pt x="30" y="73"/>
                    </a:lnTo>
                    <a:lnTo>
                      <a:pt x="31" y="72"/>
                    </a:lnTo>
                    <a:lnTo>
                      <a:pt x="32" y="71"/>
                    </a:lnTo>
                    <a:lnTo>
                      <a:pt x="32" y="70"/>
                    </a:lnTo>
                    <a:lnTo>
                      <a:pt x="32" y="70"/>
                    </a:lnTo>
                    <a:lnTo>
                      <a:pt x="33" y="70"/>
                    </a:lnTo>
                    <a:lnTo>
                      <a:pt x="34" y="70"/>
                    </a:lnTo>
                    <a:lnTo>
                      <a:pt x="35" y="70"/>
                    </a:lnTo>
                    <a:lnTo>
                      <a:pt x="36" y="69"/>
                    </a:lnTo>
                    <a:lnTo>
                      <a:pt x="37" y="69"/>
                    </a:lnTo>
                    <a:lnTo>
                      <a:pt x="38" y="69"/>
                    </a:lnTo>
                    <a:lnTo>
                      <a:pt x="39" y="68"/>
                    </a:lnTo>
                    <a:lnTo>
                      <a:pt x="40" y="68"/>
                    </a:lnTo>
                    <a:lnTo>
                      <a:pt x="41" y="68"/>
                    </a:lnTo>
                    <a:lnTo>
                      <a:pt x="41" y="68"/>
                    </a:lnTo>
                    <a:lnTo>
                      <a:pt x="42" y="68"/>
                    </a:lnTo>
                    <a:lnTo>
                      <a:pt x="43" y="67"/>
                    </a:lnTo>
                    <a:lnTo>
                      <a:pt x="44" y="67"/>
                    </a:lnTo>
                    <a:lnTo>
                      <a:pt x="45" y="67"/>
                    </a:lnTo>
                    <a:lnTo>
                      <a:pt x="46" y="66"/>
                    </a:lnTo>
                    <a:lnTo>
                      <a:pt x="47" y="66"/>
                    </a:lnTo>
                    <a:lnTo>
                      <a:pt x="48" y="66"/>
                    </a:lnTo>
                    <a:lnTo>
                      <a:pt x="49" y="65"/>
                    </a:lnTo>
                    <a:lnTo>
                      <a:pt x="50" y="65"/>
                    </a:lnTo>
                    <a:lnTo>
                      <a:pt x="51" y="65"/>
                    </a:lnTo>
                    <a:lnTo>
                      <a:pt x="51" y="65"/>
                    </a:lnTo>
                    <a:lnTo>
                      <a:pt x="52" y="65"/>
                    </a:lnTo>
                    <a:lnTo>
                      <a:pt x="53" y="64"/>
                    </a:lnTo>
                    <a:lnTo>
                      <a:pt x="54" y="64"/>
                    </a:lnTo>
                    <a:lnTo>
                      <a:pt x="56" y="63"/>
                    </a:lnTo>
                    <a:lnTo>
                      <a:pt x="57" y="63"/>
                    </a:lnTo>
                    <a:lnTo>
                      <a:pt x="58" y="63"/>
                    </a:lnTo>
                    <a:lnTo>
                      <a:pt x="59" y="62"/>
                    </a:lnTo>
                    <a:lnTo>
                      <a:pt x="60" y="62"/>
                    </a:lnTo>
                    <a:lnTo>
                      <a:pt x="61" y="61"/>
                    </a:lnTo>
                    <a:lnTo>
                      <a:pt x="62" y="61"/>
                    </a:lnTo>
                    <a:lnTo>
                      <a:pt x="63" y="60"/>
                    </a:lnTo>
                    <a:lnTo>
                      <a:pt x="64" y="60"/>
                    </a:lnTo>
                    <a:lnTo>
                      <a:pt x="65" y="59"/>
                    </a:lnTo>
                    <a:lnTo>
                      <a:pt x="67" y="59"/>
                    </a:lnTo>
                    <a:lnTo>
                      <a:pt x="68" y="59"/>
                    </a:lnTo>
                    <a:lnTo>
                      <a:pt x="69" y="58"/>
                    </a:lnTo>
                    <a:lnTo>
                      <a:pt x="70" y="58"/>
                    </a:lnTo>
                    <a:lnTo>
                      <a:pt x="71" y="57"/>
                    </a:lnTo>
                    <a:lnTo>
                      <a:pt x="72" y="57"/>
                    </a:lnTo>
                    <a:lnTo>
                      <a:pt x="73" y="56"/>
                    </a:lnTo>
                    <a:lnTo>
                      <a:pt x="74" y="56"/>
                    </a:lnTo>
                    <a:lnTo>
                      <a:pt x="75" y="55"/>
                    </a:lnTo>
                    <a:lnTo>
                      <a:pt x="77" y="55"/>
                    </a:lnTo>
                    <a:lnTo>
                      <a:pt x="78" y="54"/>
                    </a:lnTo>
                    <a:lnTo>
                      <a:pt x="79" y="53"/>
                    </a:lnTo>
                    <a:lnTo>
                      <a:pt x="80" y="53"/>
                    </a:lnTo>
                    <a:lnTo>
                      <a:pt x="80" y="52"/>
                    </a:lnTo>
                    <a:lnTo>
                      <a:pt x="81" y="52"/>
                    </a:lnTo>
                    <a:lnTo>
                      <a:pt x="82" y="51"/>
                    </a:lnTo>
                    <a:lnTo>
                      <a:pt x="83" y="51"/>
                    </a:lnTo>
                    <a:lnTo>
                      <a:pt x="85" y="50"/>
                    </a:lnTo>
                    <a:lnTo>
                      <a:pt x="86" y="50"/>
                    </a:lnTo>
                    <a:lnTo>
                      <a:pt x="87" y="49"/>
                    </a:lnTo>
                    <a:lnTo>
                      <a:pt x="88" y="48"/>
                    </a:lnTo>
                    <a:lnTo>
                      <a:pt x="89" y="48"/>
                    </a:lnTo>
                    <a:lnTo>
                      <a:pt x="90" y="47"/>
                    </a:lnTo>
                    <a:lnTo>
                      <a:pt x="91" y="47"/>
                    </a:lnTo>
                    <a:lnTo>
                      <a:pt x="92" y="46"/>
                    </a:lnTo>
                    <a:lnTo>
                      <a:pt x="93" y="46"/>
                    </a:lnTo>
                    <a:lnTo>
                      <a:pt x="95" y="45"/>
                    </a:lnTo>
                    <a:lnTo>
                      <a:pt x="96" y="44"/>
                    </a:lnTo>
                    <a:lnTo>
                      <a:pt x="97" y="44"/>
                    </a:lnTo>
                    <a:lnTo>
                      <a:pt x="98" y="43"/>
                    </a:lnTo>
                    <a:lnTo>
                      <a:pt x="99" y="43"/>
                    </a:lnTo>
                    <a:lnTo>
                      <a:pt x="100" y="42"/>
                    </a:lnTo>
                    <a:lnTo>
                      <a:pt x="101" y="41"/>
                    </a:lnTo>
                    <a:lnTo>
                      <a:pt x="102" y="41"/>
                    </a:lnTo>
                    <a:lnTo>
                      <a:pt x="103" y="40"/>
                    </a:lnTo>
                    <a:lnTo>
                      <a:pt x="104" y="40"/>
                    </a:lnTo>
                    <a:lnTo>
                      <a:pt x="105" y="39"/>
                    </a:lnTo>
                    <a:lnTo>
                      <a:pt x="106" y="38"/>
                    </a:lnTo>
                    <a:lnTo>
                      <a:pt x="107" y="38"/>
                    </a:lnTo>
                    <a:lnTo>
                      <a:pt x="109" y="37"/>
                    </a:lnTo>
                    <a:lnTo>
                      <a:pt x="109" y="37"/>
                    </a:lnTo>
                    <a:lnTo>
                      <a:pt x="110" y="36"/>
                    </a:lnTo>
                    <a:lnTo>
                      <a:pt x="111" y="36"/>
                    </a:lnTo>
                    <a:lnTo>
                      <a:pt x="112" y="36"/>
                    </a:lnTo>
                    <a:lnTo>
                      <a:pt x="113" y="35"/>
                    </a:lnTo>
                    <a:lnTo>
                      <a:pt x="114" y="35"/>
                    </a:lnTo>
                    <a:lnTo>
                      <a:pt x="115" y="34"/>
                    </a:lnTo>
                    <a:lnTo>
                      <a:pt x="116" y="33"/>
                    </a:lnTo>
                    <a:lnTo>
                      <a:pt x="117" y="33"/>
                    </a:lnTo>
                    <a:lnTo>
                      <a:pt x="118" y="32"/>
                    </a:lnTo>
                    <a:lnTo>
                      <a:pt x="119" y="31"/>
                    </a:lnTo>
                    <a:lnTo>
                      <a:pt x="120" y="31"/>
                    </a:lnTo>
                    <a:lnTo>
                      <a:pt x="121" y="30"/>
                    </a:lnTo>
                    <a:lnTo>
                      <a:pt x="121" y="30"/>
                    </a:lnTo>
                    <a:lnTo>
                      <a:pt x="122" y="29"/>
                    </a:lnTo>
                    <a:lnTo>
                      <a:pt x="123" y="28"/>
                    </a:lnTo>
                    <a:lnTo>
                      <a:pt x="124" y="28"/>
                    </a:lnTo>
                    <a:lnTo>
                      <a:pt x="125" y="27"/>
                    </a:lnTo>
                    <a:lnTo>
                      <a:pt x="126" y="27"/>
                    </a:lnTo>
                    <a:lnTo>
                      <a:pt x="127" y="26"/>
                    </a:lnTo>
                    <a:lnTo>
                      <a:pt x="128" y="25"/>
                    </a:lnTo>
                    <a:lnTo>
                      <a:pt x="129" y="25"/>
                    </a:lnTo>
                    <a:lnTo>
                      <a:pt x="130" y="24"/>
                    </a:lnTo>
                    <a:lnTo>
                      <a:pt x="130" y="24"/>
                    </a:lnTo>
                    <a:lnTo>
                      <a:pt x="131" y="23"/>
                    </a:lnTo>
                    <a:lnTo>
                      <a:pt x="132" y="22"/>
                    </a:lnTo>
                    <a:lnTo>
                      <a:pt x="133" y="22"/>
                    </a:lnTo>
                    <a:lnTo>
                      <a:pt x="134" y="21"/>
                    </a:lnTo>
                    <a:lnTo>
                      <a:pt x="135" y="21"/>
                    </a:lnTo>
                    <a:lnTo>
                      <a:pt x="135" y="20"/>
                    </a:lnTo>
                    <a:lnTo>
                      <a:pt x="136" y="19"/>
                    </a:lnTo>
                    <a:lnTo>
                      <a:pt x="137" y="19"/>
                    </a:lnTo>
                    <a:lnTo>
                      <a:pt x="138" y="18"/>
                    </a:lnTo>
                    <a:lnTo>
                      <a:pt x="138" y="18"/>
                    </a:lnTo>
                    <a:lnTo>
                      <a:pt x="138" y="17"/>
                    </a:lnTo>
                    <a:lnTo>
                      <a:pt x="139" y="17"/>
                    </a:lnTo>
                    <a:lnTo>
                      <a:pt x="140" y="16"/>
                    </a:lnTo>
                    <a:lnTo>
                      <a:pt x="140" y="15"/>
                    </a:lnTo>
                    <a:lnTo>
                      <a:pt x="141" y="15"/>
                    </a:lnTo>
                    <a:lnTo>
                      <a:pt x="142" y="14"/>
                    </a:lnTo>
                    <a:lnTo>
                      <a:pt x="142" y="14"/>
                    </a:lnTo>
                    <a:lnTo>
                      <a:pt x="143" y="13"/>
                    </a:lnTo>
                    <a:lnTo>
                      <a:pt x="143" y="13"/>
                    </a:lnTo>
                    <a:lnTo>
                      <a:pt x="144" y="12"/>
                    </a:lnTo>
                    <a:lnTo>
                      <a:pt x="145" y="12"/>
                    </a:lnTo>
                    <a:lnTo>
                      <a:pt x="145" y="11"/>
                    </a:lnTo>
                    <a:lnTo>
                      <a:pt x="146" y="11"/>
                    </a:lnTo>
                    <a:lnTo>
                      <a:pt x="147" y="10"/>
                    </a:lnTo>
                    <a:lnTo>
                      <a:pt x="148" y="9"/>
                    </a:lnTo>
                    <a:lnTo>
                      <a:pt x="149" y="8"/>
                    </a:lnTo>
                    <a:lnTo>
                      <a:pt x="150" y="8"/>
                    </a:lnTo>
                    <a:lnTo>
                      <a:pt x="150" y="7"/>
                    </a:lnTo>
                    <a:lnTo>
                      <a:pt x="151" y="7"/>
                    </a:lnTo>
                    <a:lnTo>
                      <a:pt x="151" y="7"/>
                    </a:lnTo>
                    <a:lnTo>
                      <a:pt x="152" y="7"/>
                    </a:lnTo>
                    <a:lnTo>
                      <a:pt x="152" y="7"/>
                    </a:lnTo>
                    <a:lnTo>
                      <a:pt x="153" y="6"/>
                    </a:lnTo>
                    <a:lnTo>
                      <a:pt x="153" y="6"/>
                    </a:lnTo>
                    <a:lnTo>
                      <a:pt x="154" y="6"/>
                    </a:lnTo>
                    <a:lnTo>
                      <a:pt x="154" y="5"/>
                    </a:lnTo>
                    <a:lnTo>
                      <a:pt x="155" y="5"/>
                    </a:lnTo>
                    <a:lnTo>
                      <a:pt x="155" y="5"/>
                    </a:lnTo>
                    <a:lnTo>
                      <a:pt x="156" y="5"/>
                    </a:lnTo>
                    <a:lnTo>
                      <a:pt x="156" y="4"/>
                    </a:lnTo>
                    <a:lnTo>
                      <a:pt x="157" y="4"/>
                    </a:lnTo>
                    <a:lnTo>
                      <a:pt x="157" y="4"/>
                    </a:lnTo>
                    <a:lnTo>
                      <a:pt x="158" y="4"/>
                    </a:lnTo>
                    <a:lnTo>
                      <a:pt x="158" y="3"/>
                    </a:lnTo>
                    <a:lnTo>
                      <a:pt x="159" y="3"/>
                    </a:lnTo>
                    <a:lnTo>
                      <a:pt x="159" y="3"/>
                    </a:lnTo>
                    <a:lnTo>
                      <a:pt x="160" y="3"/>
                    </a:lnTo>
                    <a:lnTo>
                      <a:pt x="160" y="2"/>
                    </a:lnTo>
                    <a:lnTo>
                      <a:pt x="161" y="2"/>
                    </a:lnTo>
                    <a:lnTo>
                      <a:pt x="161" y="2"/>
                    </a:lnTo>
                    <a:lnTo>
                      <a:pt x="162" y="2"/>
                    </a:lnTo>
                    <a:lnTo>
                      <a:pt x="163" y="1"/>
                    </a:lnTo>
                    <a:lnTo>
                      <a:pt x="163" y="1"/>
                    </a:lnTo>
                    <a:lnTo>
                      <a:pt x="164" y="1"/>
                    </a:lnTo>
                    <a:lnTo>
                      <a:pt x="165" y="1"/>
                    </a:lnTo>
                    <a:lnTo>
                      <a:pt x="165" y="1"/>
                    </a:lnTo>
                    <a:lnTo>
                      <a:pt x="165" y="0"/>
                    </a:lnTo>
                    <a:lnTo>
                      <a:pt x="166" y="0"/>
                    </a:lnTo>
                    <a:lnTo>
                      <a:pt x="167" y="0"/>
                    </a:lnTo>
                    <a:lnTo>
                      <a:pt x="168" y="0"/>
                    </a:lnTo>
                    <a:lnTo>
                      <a:pt x="169" y="0"/>
                    </a:lnTo>
                    <a:lnTo>
                      <a:pt x="169" y="0"/>
                    </a:lnTo>
                    <a:lnTo>
                      <a:pt x="170" y="0"/>
                    </a:lnTo>
                    <a:lnTo>
                      <a:pt x="171" y="0"/>
                    </a:lnTo>
                    <a:lnTo>
                      <a:pt x="171" y="0"/>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39" name="Freeform 19">
                <a:extLst>
                  <a:ext uri="{FF2B5EF4-FFF2-40B4-BE49-F238E27FC236}">
                    <a16:creationId xmlns:a16="http://schemas.microsoft.com/office/drawing/2014/main" id="{E769EFA3-B21A-7A82-41A5-AFDC127A854E}"/>
                  </a:ext>
                </a:extLst>
              </p:cNvPr>
              <p:cNvSpPr>
                <a:spLocks/>
              </p:cNvSpPr>
              <p:nvPr/>
            </p:nvSpPr>
            <p:spPr bwMode="auto">
              <a:xfrm>
                <a:off x="13751751" y="4815263"/>
                <a:ext cx="121565" cy="88473"/>
              </a:xfrm>
              <a:custGeom>
                <a:avLst/>
                <a:gdLst>
                  <a:gd name="T0" fmla="*/ 17 w 180"/>
                  <a:gd name="T1" fmla="*/ 24 h 131"/>
                  <a:gd name="T2" fmla="*/ 17 w 180"/>
                  <a:gd name="T3" fmla="*/ 23 h 131"/>
                  <a:gd name="T4" fmla="*/ 4 w 180"/>
                  <a:gd name="T5" fmla="*/ 3 h 131"/>
                  <a:gd name="T6" fmla="*/ 9 w 180"/>
                  <a:gd name="T7" fmla="*/ 1 h 131"/>
                  <a:gd name="T8" fmla="*/ 14 w 180"/>
                  <a:gd name="T9" fmla="*/ 0 h 131"/>
                  <a:gd name="T10" fmla="*/ 17 w 180"/>
                  <a:gd name="T11" fmla="*/ 0 h 131"/>
                  <a:gd name="T12" fmla="*/ 21 w 180"/>
                  <a:gd name="T13" fmla="*/ 1 h 131"/>
                  <a:gd name="T14" fmla="*/ 26 w 180"/>
                  <a:gd name="T15" fmla="*/ 1 h 131"/>
                  <a:gd name="T16" fmla="*/ 35 w 180"/>
                  <a:gd name="T17" fmla="*/ 3 h 131"/>
                  <a:gd name="T18" fmla="*/ 47 w 180"/>
                  <a:gd name="T19" fmla="*/ 5 h 131"/>
                  <a:gd name="T20" fmla="*/ 60 w 180"/>
                  <a:gd name="T21" fmla="*/ 8 h 131"/>
                  <a:gd name="T22" fmla="*/ 74 w 180"/>
                  <a:gd name="T23" fmla="*/ 11 h 131"/>
                  <a:gd name="T24" fmla="*/ 87 w 180"/>
                  <a:gd name="T25" fmla="*/ 14 h 131"/>
                  <a:gd name="T26" fmla="*/ 101 w 180"/>
                  <a:gd name="T27" fmla="*/ 19 h 131"/>
                  <a:gd name="T28" fmla="*/ 114 w 180"/>
                  <a:gd name="T29" fmla="*/ 26 h 131"/>
                  <a:gd name="T30" fmla="*/ 123 w 180"/>
                  <a:gd name="T31" fmla="*/ 31 h 131"/>
                  <a:gd name="T32" fmla="*/ 131 w 180"/>
                  <a:gd name="T33" fmla="*/ 35 h 131"/>
                  <a:gd name="T34" fmla="*/ 137 w 180"/>
                  <a:gd name="T35" fmla="*/ 40 h 131"/>
                  <a:gd name="T36" fmla="*/ 143 w 180"/>
                  <a:gd name="T37" fmla="*/ 43 h 131"/>
                  <a:gd name="T38" fmla="*/ 150 w 180"/>
                  <a:gd name="T39" fmla="*/ 48 h 131"/>
                  <a:gd name="T40" fmla="*/ 155 w 180"/>
                  <a:gd name="T41" fmla="*/ 52 h 131"/>
                  <a:gd name="T42" fmla="*/ 161 w 180"/>
                  <a:gd name="T43" fmla="*/ 57 h 131"/>
                  <a:gd name="T44" fmla="*/ 165 w 180"/>
                  <a:gd name="T45" fmla="*/ 63 h 131"/>
                  <a:gd name="T46" fmla="*/ 170 w 180"/>
                  <a:gd name="T47" fmla="*/ 69 h 131"/>
                  <a:gd name="T48" fmla="*/ 174 w 180"/>
                  <a:gd name="T49" fmla="*/ 74 h 131"/>
                  <a:gd name="T50" fmla="*/ 177 w 180"/>
                  <a:gd name="T51" fmla="*/ 81 h 131"/>
                  <a:gd name="T52" fmla="*/ 179 w 180"/>
                  <a:gd name="T53" fmla="*/ 85 h 131"/>
                  <a:gd name="T54" fmla="*/ 179 w 180"/>
                  <a:gd name="T55" fmla="*/ 89 h 131"/>
                  <a:gd name="T56" fmla="*/ 180 w 180"/>
                  <a:gd name="T57" fmla="*/ 93 h 131"/>
                  <a:gd name="T58" fmla="*/ 180 w 180"/>
                  <a:gd name="T59" fmla="*/ 98 h 131"/>
                  <a:gd name="T60" fmla="*/ 179 w 180"/>
                  <a:gd name="T61" fmla="*/ 102 h 131"/>
                  <a:gd name="T62" fmla="*/ 178 w 180"/>
                  <a:gd name="T63" fmla="*/ 106 h 131"/>
                  <a:gd name="T64" fmla="*/ 176 w 180"/>
                  <a:gd name="T65" fmla="*/ 111 h 131"/>
                  <a:gd name="T66" fmla="*/ 174 w 180"/>
                  <a:gd name="T67" fmla="*/ 115 h 131"/>
                  <a:gd name="T68" fmla="*/ 171 w 180"/>
                  <a:gd name="T69" fmla="*/ 118 h 131"/>
                  <a:gd name="T70" fmla="*/ 168 w 180"/>
                  <a:gd name="T71" fmla="*/ 121 h 131"/>
                  <a:gd name="T72" fmla="*/ 165 w 180"/>
                  <a:gd name="T73" fmla="*/ 124 h 131"/>
                  <a:gd name="T74" fmla="*/ 161 w 180"/>
                  <a:gd name="T75" fmla="*/ 127 h 131"/>
                  <a:gd name="T76" fmla="*/ 157 w 180"/>
                  <a:gd name="T77" fmla="*/ 129 h 131"/>
                  <a:gd name="T78" fmla="*/ 153 w 180"/>
                  <a:gd name="T79" fmla="*/ 130 h 131"/>
                  <a:gd name="T80" fmla="*/ 148 w 180"/>
                  <a:gd name="T81" fmla="*/ 131 h 131"/>
                  <a:gd name="T82" fmla="*/ 144 w 180"/>
                  <a:gd name="T83" fmla="*/ 131 h 131"/>
                  <a:gd name="T84" fmla="*/ 137 w 180"/>
                  <a:gd name="T85" fmla="*/ 130 h 131"/>
                  <a:gd name="T86" fmla="*/ 131 w 180"/>
                  <a:gd name="T87" fmla="*/ 129 h 131"/>
                  <a:gd name="T88" fmla="*/ 125 w 180"/>
                  <a:gd name="T89" fmla="*/ 126 h 131"/>
                  <a:gd name="T90" fmla="*/ 119 w 180"/>
                  <a:gd name="T91" fmla="*/ 123 h 131"/>
                  <a:gd name="T92" fmla="*/ 113 w 180"/>
                  <a:gd name="T93" fmla="*/ 119 h 131"/>
                  <a:gd name="T94" fmla="*/ 107 w 180"/>
                  <a:gd name="T95" fmla="*/ 115 h 131"/>
                  <a:gd name="T96" fmla="*/ 102 w 180"/>
                  <a:gd name="T97" fmla="*/ 111 h 131"/>
                  <a:gd name="T98" fmla="*/ 96 w 180"/>
                  <a:gd name="T99" fmla="*/ 106 h 131"/>
                  <a:gd name="T100" fmla="*/ 85 w 180"/>
                  <a:gd name="T101" fmla="*/ 97 h 131"/>
                  <a:gd name="T102" fmla="*/ 75 w 180"/>
                  <a:gd name="T103" fmla="*/ 86 h 131"/>
                  <a:gd name="T104" fmla="*/ 53 w 180"/>
                  <a:gd name="T105" fmla="*/ 66 h 131"/>
                  <a:gd name="T106" fmla="*/ 44 w 180"/>
                  <a:gd name="T107" fmla="*/ 56 h 131"/>
                  <a:gd name="T108" fmla="*/ 34 w 180"/>
                  <a:gd name="T109" fmla="*/ 47 h 131"/>
                  <a:gd name="T110" fmla="*/ 30 w 180"/>
                  <a:gd name="T111" fmla="*/ 43 h 131"/>
                  <a:gd name="T112" fmla="*/ 28 w 180"/>
                  <a:gd name="T113" fmla="*/ 38 h 131"/>
                  <a:gd name="T114" fmla="*/ 26 w 180"/>
                  <a:gd name="T115" fmla="*/ 32 h 131"/>
                  <a:gd name="T116" fmla="*/ 24 w 180"/>
                  <a:gd name="T117" fmla="*/ 29 h 131"/>
                  <a:gd name="T118" fmla="*/ 21 w 180"/>
                  <a:gd name="T119" fmla="*/ 26 h 131"/>
                  <a:gd name="T120" fmla="*/ 19 w 180"/>
                  <a:gd name="T121" fmla="*/ 24 h 131"/>
                  <a:gd name="T122" fmla="*/ 18 w 180"/>
                  <a:gd name="T123" fmla="*/ 2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0" h="131">
                    <a:moveTo>
                      <a:pt x="17" y="24"/>
                    </a:moveTo>
                    <a:lnTo>
                      <a:pt x="17" y="24"/>
                    </a:lnTo>
                    <a:lnTo>
                      <a:pt x="17" y="24"/>
                    </a:lnTo>
                    <a:lnTo>
                      <a:pt x="17" y="24"/>
                    </a:lnTo>
                    <a:lnTo>
                      <a:pt x="17" y="24"/>
                    </a:lnTo>
                    <a:lnTo>
                      <a:pt x="17" y="24"/>
                    </a:lnTo>
                    <a:lnTo>
                      <a:pt x="17" y="24"/>
                    </a:lnTo>
                    <a:lnTo>
                      <a:pt x="17" y="24"/>
                    </a:lnTo>
                    <a:lnTo>
                      <a:pt x="17" y="23"/>
                    </a:lnTo>
                    <a:lnTo>
                      <a:pt x="17" y="23"/>
                    </a:lnTo>
                    <a:lnTo>
                      <a:pt x="17" y="23"/>
                    </a:lnTo>
                    <a:lnTo>
                      <a:pt x="17" y="23"/>
                    </a:lnTo>
                    <a:lnTo>
                      <a:pt x="17" y="23"/>
                    </a:lnTo>
                    <a:lnTo>
                      <a:pt x="17" y="23"/>
                    </a:lnTo>
                    <a:lnTo>
                      <a:pt x="17" y="23"/>
                    </a:lnTo>
                    <a:lnTo>
                      <a:pt x="17" y="23"/>
                    </a:lnTo>
                    <a:lnTo>
                      <a:pt x="17" y="23"/>
                    </a:lnTo>
                    <a:lnTo>
                      <a:pt x="12" y="22"/>
                    </a:lnTo>
                    <a:lnTo>
                      <a:pt x="11" y="22"/>
                    </a:lnTo>
                    <a:lnTo>
                      <a:pt x="3" y="19"/>
                    </a:lnTo>
                    <a:lnTo>
                      <a:pt x="3" y="19"/>
                    </a:lnTo>
                    <a:lnTo>
                      <a:pt x="0" y="12"/>
                    </a:lnTo>
                    <a:lnTo>
                      <a:pt x="4" y="4"/>
                    </a:lnTo>
                    <a:lnTo>
                      <a:pt x="4" y="3"/>
                    </a:lnTo>
                    <a:lnTo>
                      <a:pt x="5" y="3"/>
                    </a:lnTo>
                    <a:lnTo>
                      <a:pt x="5" y="3"/>
                    </a:lnTo>
                    <a:lnTo>
                      <a:pt x="6" y="2"/>
                    </a:lnTo>
                    <a:lnTo>
                      <a:pt x="6" y="2"/>
                    </a:lnTo>
                    <a:lnTo>
                      <a:pt x="7" y="2"/>
                    </a:lnTo>
                    <a:lnTo>
                      <a:pt x="7" y="2"/>
                    </a:lnTo>
                    <a:lnTo>
                      <a:pt x="8" y="1"/>
                    </a:lnTo>
                    <a:lnTo>
                      <a:pt x="9" y="1"/>
                    </a:lnTo>
                    <a:lnTo>
                      <a:pt x="10" y="1"/>
                    </a:lnTo>
                    <a:lnTo>
                      <a:pt x="10" y="1"/>
                    </a:lnTo>
                    <a:lnTo>
                      <a:pt x="11" y="0"/>
                    </a:lnTo>
                    <a:lnTo>
                      <a:pt x="12" y="0"/>
                    </a:lnTo>
                    <a:lnTo>
                      <a:pt x="12" y="0"/>
                    </a:lnTo>
                    <a:lnTo>
                      <a:pt x="13" y="0"/>
                    </a:lnTo>
                    <a:lnTo>
                      <a:pt x="13" y="0"/>
                    </a:lnTo>
                    <a:lnTo>
                      <a:pt x="14" y="0"/>
                    </a:lnTo>
                    <a:lnTo>
                      <a:pt x="14" y="0"/>
                    </a:lnTo>
                    <a:lnTo>
                      <a:pt x="14" y="0"/>
                    </a:lnTo>
                    <a:lnTo>
                      <a:pt x="15" y="0"/>
                    </a:lnTo>
                    <a:lnTo>
                      <a:pt x="15" y="0"/>
                    </a:lnTo>
                    <a:lnTo>
                      <a:pt x="16" y="0"/>
                    </a:lnTo>
                    <a:lnTo>
                      <a:pt x="16" y="0"/>
                    </a:lnTo>
                    <a:lnTo>
                      <a:pt x="17" y="0"/>
                    </a:lnTo>
                    <a:lnTo>
                      <a:pt x="17" y="0"/>
                    </a:lnTo>
                    <a:lnTo>
                      <a:pt x="18" y="0"/>
                    </a:lnTo>
                    <a:lnTo>
                      <a:pt x="19" y="0"/>
                    </a:lnTo>
                    <a:lnTo>
                      <a:pt x="19" y="0"/>
                    </a:lnTo>
                    <a:lnTo>
                      <a:pt x="20" y="0"/>
                    </a:lnTo>
                    <a:lnTo>
                      <a:pt x="20" y="0"/>
                    </a:lnTo>
                    <a:lnTo>
                      <a:pt x="20" y="1"/>
                    </a:lnTo>
                    <a:lnTo>
                      <a:pt x="20" y="1"/>
                    </a:lnTo>
                    <a:lnTo>
                      <a:pt x="21" y="1"/>
                    </a:lnTo>
                    <a:lnTo>
                      <a:pt x="21" y="1"/>
                    </a:lnTo>
                    <a:lnTo>
                      <a:pt x="22" y="1"/>
                    </a:lnTo>
                    <a:lnTo>
                      <a:pt x="23" y="1"/>
                    </a:lnTo>
                    <a:lnTo>
                      <a:pt x="23" y="1"/>
                    </a:lnTo>
                    <a:lnTo>
                      <a:pt x="24" y="1"/>
                    </a:lnTo>
                    <a:lnTo>
                      <a:pt x="24" y="1"/>
                    </a:lnTo>
                    <a:lnTo>
                      <a:pt x="25" y="1"/>
                    </a:lnTo>
                    <a:lnTo>
                      <a:pt x="26" y="1"/>
                    </a:lnTo>
                    <a:lnTo>
                      <a:pt x="26" y="1"/>
                    </a:lnTo>
                    <a:lnTo>
                      <a:pt x="27" y="2"/>
                    </a:lnTo>
                    <a:lnTo>
                      <a:pt x="29" y="2"/>
                    </a:lnTo>
                    <a:lnTo>
                      <a:pt x="30" y="2"/>
                    </a:lnTo>
                    <a:lnTo>
                      <a:pt x="31" y="2"/>
                    </a:lnTo>
                    <a:lnTo>
                      <a:pt x="33" y="2"/>
                    </a:lnTo>
                    <a:lnTo>
                      <a:pt x="34" y="2"/>
                    </a:lnTo>
                    <a:lnTo>
                      <a:pt x="35" y="3"/>
                    </a:lnTo>
                    <a:lnTo>
                      <a:pt x="36" y="3"/>
                    </a:lnTo>
                    <a:lnTo>
                      <a:pt x="37" y="3"/>
                    </a:lnTo>
                    <a:lnTo>
                      <a:pt x="39" y="3"/>
                    </a:lnTo>
                    <a:lnTo>
                      <a:pt x="40" y="4"/>
                    </a:lnTo>
                    <a:lnTo>
                      <a:pt x="42" y="4"/>
                    </a:lnTo>
                    <a:lnTo>
                      <a:pt x="44" y="4"/>
                    </a:lnTo>
                    <a:lnTo>
                      <a:pt x="45" y="5"/>
                    </a:lnTo>
                    <a:lnTo>
                      <a:pt x="47" y="5"/>
                    </a:lnTo>
                    <a:lnTo>
                      <a:pt x="49" y="5"/>
                    </a:lnTo>
                    <a:lnTo>
                      <a:pt x="49" y="6"/>
                    </a:lnTo>
                    <a:lnTo>
                      <a:pt x="51" y="6"/>
                    </a:lnTo>
                    <a:lnTo>
                      <a:pt x="53" y="6"/>
                    </a:lnTo>
                    <a:lnTo>
                      <a:pt x="55" y="7"/>
                    </a:lnTo>
                    <a:lnTo>
                      <a:pt x="57" y="7"/>
                    </a:lnTo>
                    <a:lnTo>
                      <a:pt x="58" y="7"/>
                    </a:lnTo>
                    <a:lnTo>
                      <a:pt x="60" y="8"/>
                    </a:lnTo>
                    <a:lnTo>
                      <a:pt x="61" y="8"/>
                    </a:lnTo>
                    <a:lnTo>
                      <a:pt x="62" y="8"/>
                    </a:lnTo>
                    <a:lnTo>
                      <a:pt x="64" y="9"/>
                    </a:lnTo>
                    <a:lnTo>
                      <a:pt x="66" y="9"/>
                    </a:lnTo>
                    <a:lnTo>
                      <a:pt x="68" y="10"/>
                    </a:lnTo>
                    <a:lnTo>
                      <a:pt x="70" y="10"/>
                    </a:lnTo>
                    <a:lnTo>
                      <a:pt x="72" y="10"/>
                    </a:lnTo>
                    <a:lnTo>
                      <a:pt x="74" y="11"/>
                    </a:lnTo>
                    <a:lnTo>
                      <a:pt x="76" y="11"/>
                    </a:lnTo>
                    <a:lnTo>
                      <a:pt x="78" y="12"/>
                    </a:lnTo>
                    <a:lnTo>
                      <a:pt x="79" y="12"/>
                    </a:lnTo>
                    <a:lnTo>
                      <a:pt x="80" y="13"/>
                    </a:lnTo>
                    <a:lnTo>
                      <a:pt x="81" y="13"/>
                    </a:lnTo>
                    <a:lnTo>
                      <a:pt x="83" y="13"/>
                    </a:lnTo>
                    <a:lnTo>
                      <a:pt x="85" y="13"/>
                    </a:lnTo>
                    <a:lnTo>
                      <a:pt x="87" y="14"/>
                    </a:lnTo>
                    <a:lnTo>
                      <a:pt x="89" y="15"/>
                    </a:lnTo>
                    <a:lnTo>
                      <a:pt x="90" y="15"/>
                    </a:lnTo>
                    <a:lnTo>
                      <a:pt x="91" y="15"/>
                    </a:lnTo>
                    <a:lnTo>
                      <a:pt x="93" y="16"/>
                    </a:lnTo>
                    <a:lnTo>
                      <a:pt x="95" y="17"/>
                    </a:lnTo>
                    <a:lnTo>
                      <a:pt x="97" y="18"/>
                    </a:lnTo>
                    <a:lnTo>
                      <a:pt x="99" y="18"/>
                    </a:lnTo>
                    <a:lnTo>
                      <a:pt x="101" y="19"/>
                    </a:lnTo>
                    <a:lnTo>
                      <a:pt x="101" y="19"/>
                    </a:lnTo>
                    <a:lnTo>
                      <a:pt x="103" y="20"/>
                    </a:lnTo>
                    <a:lnTo>
                      <a:pt x="105" y="21"/>
                    </a:lnTo>
                    <a:lnTo>
                      <a:pt x="107" y="22"/>
                    </a:lnTo>
                    <a:lnTo>
                      <a:pt x="108" y="23"/>
                    </a:lnTo>
                    <a:lnTo>
                      <a:pt x="110" y="24"/>
                    </a:lnTo>
                    <a:lnTo>
                      <a:pt x="112" y="25"/>
                    </a:lnTo>
                    <a:lnTo>
                      <a:pt x="114" y="26"/>
                    </a:lnTo>
                    <a:lnTo>
                      <a:pt x="116" y="27"/>
                    </a:lnTo>
                    <a:lnTo>
                      <a:pt x="118" y="28"/>
                    </a:lnTo>
                    <a:lnTo>
                      <a:pt x="120" y="29"/>
                    </a:lnTo>
                    <a:lnTo>
                      <a:pt x="121" y="29"/>
                    </a:lnTo>
                    <a:lnTo>
                      <a:pt x="121" y="30"/>
                    </a:lnTo>
                    <a:lnTo>
                      <a:pt x="122" y="30"/>
                    </a:lnTo>
                    <a:lnTo>
                      <a:pt x="123" y="31"/>
                    </a:lnTo>
                    <a:lnTo>
                      <a:pt x="123" y="31"/>
                    </a:lnTo>
                    <a:lnTo>
                      <a:pt x="124" y="32"/>
                    </a:lnTo>
                    <a:lnTo>
                      <a:pt x="125" y="32"/>
                    </a:lnTo>
                    <a:lnTo>
                      <a:pt x="126" y="33"/>
                    </a:lnTo>
                    <a:lnTo>
                      <a:pt x="127" y="33"/>
                    </a:lnTo>
                    <a:lnTo>
                      <a:pt x="128" y="34"/>
                    </a:lnTo>
                    <a:lnTo>
                      <a:pt x="129" y="34"/>
                    </a:lnTo>
                    <a:lnTo>
                      <a:pt x="130" y="35"/>
                    </a:lnTo>
                    <a:lnTo>
                      <a:pt x="131" y="35"/>
                    </a:lnTo>
                    <a:lnTo>
                      <a:pt x="132" y="36"/>
                    </a:lnTo>
                    <a:lnTo>
                      <a:pt x="132" y="36"/>
                    </a:lnTo>
                    <a:lnTo>
                      <a:pt x="133" y="37"/>
                    </a:lnTo>
                    <a:lnTo>
                      <a:pt x="134" y="37"/>
                    </a:lnTo>
                    <a:lnTo>
                      <a:pt x="135" y="38"/>
                    </a:lnTo>
                    <a:lnTo>
                      <a:pt x="136" y="39"/>
                    </a:lnTo>
                    <a:lnTo>
                      <a:pt x="136" y="39"/>
                    </a:lnTo>
                    <a:lnTo>
                      <a:pt x="137" y="40"/>
                    </a:lnTo>
                    <a:lnTo>
                      <a:pt x="138" y="40"/>
                    </a:lnTo>
                    <a:lnTo>
                      <a:pt x="138" y="41"/>
                    </a:lnTo>
                    <a:lnTo>
                      <a:pt x="139" y="41"/>
                    </a:lnTo>
                    <a:lnTo>
                      <a:pt x="140" y="42"/>
                    </a:lnTo>
                    <a:lnTo>
                      <a:pt x="141" y="43"/>
                    </a:lnTo>
                    <a:lnTo>
                      <a:pt x="142" y="43"/>
                    </a:lnTo>
                    <a:lnTo>
                      <a:pt x="143" y="43"/>
                    </a:lnTo>
                    <a:lnTo>
                      <a:pt x="143" y="43"/>
                    </a:lnTo>
                    <a:lnTo>
                      <a:pt x="144" y="44"/>
                    </a:lnTo>
                    <a:lnTo>
                      <a:pt x="145" y="44"/>
                    </a:lnTo>
                    <a:lnTo>
                      <a:pt x="146" y="45"/>
                    </a:lnTo>
                    <a:lnTo>
                      <a:pt x="147" y="46"/>
                    </a:lnTo>
                    <a:lnTo>
                      <a:pt x="148" y="46"/>
                    </a:lnTo>
                    <a:lnTo>
                      <a:pt x="148" y="47"/>
                    </a:lnTo>
                    <a:lnTo>
                      <a:pt x="149" y="47"/>
                    </a:lnTo>
                    <a:lnTo>
                      <a:pt x="150" y="48"/>
                    </a:lnTo>
                    <a:lnTo>
                      <a:pt x="150" y="48"/>
                    </a:lnTo>
                    <a:lnTo>
                      <a:pt x="151" y="49"/>
                    </a:lnTo>
                    <a:lnTo>
                      <a:pt x="151" y="49"/>
                    </a:lnTo>
                    <a:lnTo>
                      <a:pt x="152" y="50"/>
                    </a:lnTo>
                    <a:lnTo>
                      <a:pt x="153" y="50"/>
                    </a:lnTo>
                    <a:lnTo>
                      <a:pt x="154" y="51"/>
                    </a:lnTo>
                    <a:lnTo>
                      <a:pt x="155" y="52"/>
                    </a:lnTo>
                    <a:lnTo>
                      <a:pt x="155" y="52"/>
                    </a:lnTo>
                    <a:lnTo>
                      <a:pt x="156" y="53"/>
                    </a:lnTo>
                    <a:lnTo>
                      <a:pt x="157" y="54"/>
                    </a:lnTo>
                    <a:lnTo>
                      <a:pt x="157" y="54"/>
                    </a:lnTo>
                    <a:lnTo>
                      <a:pt x="158" y="55"/>
                    </a:lnTo>
                    <a:lnTo>
                      <a:pt x="159" y="55"/>
                    </a:lnTo>
                    <a:lnTo>
                      <a:pt x="160" y="56"/>
                    </a:lnTo>
                    <a:lnTo>
                      <a:pt x="160" y="57"/>
                    </a:lnTo>
                    <a:lnTo>
                      <a:pt x="161" y="57"/>
                    </a:lnTo>
                    <a:lnTo>
                      <a:pt x="162" y="58"/>
                    </a:lnTo>
                    <a:lnTo>
                      <a:pt x="162" y="59"/>
                    </a:lnTo>
                    <a:lnTo>
                      <a:pt x="163" y="59"/>
                    </a:lnTo>
                    <a:lnTo>
                      <a:pt x="164" y="60"/>
                    </a:lnTo>
                    <a:lnTo>
                      <a:pt x="164" y="61"/>
                    </a:lnTo>
                    <a:lnTo>
                      <a:pt x="165" y="61"/>
                    </a:lnTo>
                    <a:lnTo>
                      <a:pt x="165" y="62"/>
                    </a:lnTo>
                    <a:lnTo>
                      <a:pt x="165" y="63"/>
                    </a:lnTo>
                    <a:lnTo>
                      <a:pt x="166" y="63"/>
                    </a:lnTo>
                    <a:lnTo>
                      <a:pt x="166" y="64"/>
                    </a:lnTo>
                    <a:lnTo>
                      <a:pt x="167" y="65"/>
                    </a:lnTo>
                    <a:lnTo>
                      <a:pt x="168" y="66"/>
                    </a:lnTo>
                    <a:lnTo>
                      <a:pt x="168" y="66"/>
                    </a:lnTo>
                    <a:lnTo>
                      <a:pt x="169" y="67"/>
                    </a:lnTo>
                    <a:lnTo>
                      <a:pt x="169" y="68"/>
                    </a:lnTo>
                    <a:lnTo>
                      <a:pt x="170" y="69"/>
                    </a:lnTo>
                    <a:lnTo>
                      <a:pt x="171" y="69"/>
                    </a:lnTo>
                    <a:lnTo>
                      <a:pt x="171" y="70"/>
                    </a:lnTo>
                    <a:lnTo>
                      <a:pt x="172" y="71"/>
                    </a:lnTo>
                    <a:lnTo>
                      <a:pt x="172" y="72"/>
                    </a:lnTo>
                    <a:lnTo>
                      <a:pt x="173" y="72"/>
                    </a:lnTo>
                    <a:lnTo>
                      <a:pt x="173" y="72"/>
                    </a:lnTo>
                    <a:lnTo>
                      <a:pt x="174" y="73"/>
                    </a:lnTo>
                    <a:lnTo>
                      <a:pt x="174" y="74"/>
                    </a:lnTo>
                    <a:lnTo>
                      <a:pt x="175" y="75"/>
                    </a:lnTo>
                    <a:lnTo>
                      <a:pt x="175" y="76"/>
                    </a:lnTo>
                    <a:lnTo>
                      <a:pt x="176" y="77"/>
                    </a:lnTo>
                    <a:lnTo>
                      <a:pt x="176" y="77"/>
                    </a:lnTo>
                    <a:lnTo>
                      <a:pt x="176" y="78"/>
                    </a:lnTo>
                    <a:lnTo>
                      <a:pt x="177" y="79"/>
                    </a:lnTo>
                    <a:lnTo>
                      <a:pt x="177" y="80"/>
                    </a:lnTo>
                    <a:lnTo>
                      <a:pt x="177" y="81"/>
                    </a:lnTo>
                    <a:lnTo>
                      <a:pt x="178" y="81"/>
                    </a:lnTo>
                    <a:lnTo>
                      <a:pt x="178" y="82"/>
                    </a:lnTo>
                    <a:lnTo>
                      <a:pt x="178" y="82"/>
                    </a:lnTo>
                    <a:lnTo>
                      <a:pt x="178" y="83"/>
                    </a:lnTo>
                    <a:lnTo>
                      <a:pt x="178" y="83"/>
                    </a:lnTo>
                    <a:lnTo>
                      <a:pt x="178" y="84"/>
                    </a:lnTo>
                    <a:lnTo>
                      <a:pt x="179" y="84"/>
                    </a:lnTo>
                    <a:lnTo>
                      <a:pt x="179" y="85"/>
                    </a:lnTo>
                    <a:lnTo>
                      <a:pt x="179" y="85"/>
                    </a:lnTo>
                    <a:lnTo>
                      <a:pt x="179" y="86"/>
                    </a:lnTo>
                    <a:lnTo>
                      <a:pt x="179" y="86"/>
                    </a:lnTo>
                    <a:lnTo>
                      <a:pt x="179" y="87"/>
                    </a:lnTo>
                    <a:lnTo>
                      <a:pt x="179" y="87"/>
                    </a:lnTo>
                    <a:lnTo>
                      <a:pt x="179" y="88"/>
                    </a:lnTo>
                    <a:lnTo>
                      <a:pt x="179" y="88"/>
                    </a:lnTo>
                    <a:lnTo>
                      <a:pt x="179" y="89"/>
                    </a:lnTo>
                    <a:lnTo>
                      <a:pt x="180" y="89"/>
                    </a:lnTo>
                    <a:lnTo>
                      <a:pt x="180" y="90"/>
                    </a:lnTo>
                    <a:lnTo>
                      <a:pt x="180" y="90"/>
                    </a:lnTo>
                    <a:lnTo>
                      <a:pt x="180" y="91"/>
                    </a:lnTo>
                    <a:lnTo>
                      <a:pt x="180" y="91"/>
                    </a:lnTo>
                    <a:lnTo>
                      <a:pt x="180" y="92"/>
                    </a:lnTo>
                    <a:lnTo>
                      <a:pt x="180" y="92"/>
                    </a:lnTo>
                    <a:lnTo>
                      <a:pt x="180" y="93"/>
                    </a:lnTo>
                    <a:lnTo>
                      <a:pt x="180" y="94"/>
                    </a:lnTo>
                    <a:lnTo>
                      <a:pt x="180" y="94"/>
                    </a:lnTo>
                    <a:lnTo>
                      <a:pt x="180" y="95"/>
                    </a:lnTo>
                    <a:lnTo>
                      <a:pt x="180" y="95"/>
                    </a:lnTo>
                    <a:lnTo>
                      <a:pt x="180" y="96"/>
                    </a:lnTo>
                    <a:lnTo>
                      <a:pt x="180" y="97"/>
                    </a:lnTo>
                    <a:lnTo>
                      <a:pt x="180" y="97"/>
                    </a:lnTo>
                    <a:lnTo>
                      <a:pt x="180" y="98"/>
                    </a:lnTo>
                    <a:lnTo>
                      <a:pt x="180" y="98"/>
                    </a:lnTo>
                    <a:lnTo>
                      <a:pt x="180" y="99"/>
                    </a:lnTo>
                    <a:lnTo>
                      <a:pt x="180" y="99"/>
                    </a:lnTo>
                    <a:lnTo>
                      <a:pt x="180" y="100"/>
                    </a:lnTo>
                    <a:lnTo>
                      <a:pt x="180" y="101"/>
                    </a:lnTo>
                    <a:lnTo>
                      <a:pt x="179" y="101"/>
                    </a:lnTo>
                    <a:lnTo>
                      <a:pt x="179" y="102"/>
                    </a:lnTo>
                    <a:lnTo>
                      <a:pt x="179" y="102"/>
                    </a:lnTo>
                    <a:lnTo>
                      <a:pt x="179" y="102"/>
                    </a:lnTo>
                    <a:lnTo>
                      <a:pt x="179" y="103"/>
                    </a:lnTo>
                    <a:lnTo>
                      <a:pt x="179" y="103"/>
                    </a:lnTo>
                    <a:lnTo>
                      <a:pt x="179" y="104"/>
                    </a:lnTo>
                    <a:lnTo>
                      <a:pt x="178" y="104"/>
                    </a:lnTo>
                    <a:lnTo>
                      <a:pt x="178" y="105"/>
                    </a:lnTo>
                    <a:lnTo>
                      <a:pt x="178" y="106"/>
                    </a:lnTo>
                    <a:lnTo>
                      <a:pt x="178" y="106"/>
                    </a:lnTo>
                    <a:lnTo>
                      <a:pt x="178" y="107"/>
                    </a:lnTo>
                    <a:lnTo>
                      <a:pt x="177" y="107"/>
                    </a:lnTo>
                    <a:lnTo>
                      <a:pt x="177" y="108"/>
                    </a:lnTo>
                    <a:lnTo>
                      <a:pt x="177" y="108"/>
                    </a:lnTo>
                    <a:lnTo>
                      <a:pt x="177" y="109"/>
                    </a:lnTo>
                    <a:lnTo>
                      <a:pt x="176" y="109"/>
                    </a:lnTo>
                    <a:lnTo>
                      <a:pt x="176" y="110"/>
                    </a:lnTo>
                    <a:lnTo>
                      <a:pt x="176" y="111"/>
                    </a:lnTo>
                    <a:lnTo>
                      <a:pt x="176" y="111"/>
                    </a:lnTo>
                    <a:lnTo>
                      <a:pt x="175" y="112"/>
                    </a:lnTo>
                    <a:lnTo>
                      <a:pt x="175" y="112"/>
                    </a:lnTo>
                    <a:lnTo>
                      <a:pt x="175" y="113"/>
                    </a:lnTo>
                    <a:lnTo>
                      <a:pt x="174" y="113"/>
                    </a:lnTo>
                    <a:lnTo>
                      <a:pt x="174" y="114"/>
                    </a:lnTo>
                    <a:lnTo>
                      <a:pt x="174" y="114"/>
                    </a:lnTo>
                    <a:lnTo>
                      <a:pt x="174" y="115"/>
                    </a:lnTo>
                    <a:lnTo>
                      <a:pt x="173" y="115"/>
                    </a:lnTo>
                    <a:lnTo>
                      <a:pt x="173" y="115"/>
                    </a:lnTo>
                    <a:lnTo>
                      <a:pt x="173" y="116"/>
                    </a:lnTo>
                    <a:lnTo>
                      <a:pt x="172" y="116"/>
                    </a:lnTo>
                    <a:lnTo>
                      <a:pt x="172" y="117"/>
                    </a:lnTo>
                    <a:lnTo>
                      <a:pt x="172" y="117"/>
                    </a:lnTo>
                    <a:lnTo>
                      <a:pt x="171" y="118"/>
                    </a:lnTo>
                    <a:lnTo>
                      <a:pt x="171" y="118"/>
                    </a:lnTo>
                    <a:lnTo>
                      <a:pt x="171" y="118"/>
                    </a:lnTo>
                    <a:lnTo>
                      <a:pt x="170" y="119"/>
                    </a:lnTo>
                    <a:lnTo>
                      <a:pt x="170" y="119"/>
                    </a:lnTo>
                    <a:lnTo>
                      <a:pt x="169" y="120"/>
                    </a:lnTo>
                    <a:lnTo>
                      <a:pt x="169" y="120"/>
                    </a:lnTo>
                    <a:lnTo>
                      <a:pt x="169" y="121"/>
                    </a:lnTo>
                    <a:lnTo>
                      <a:pt x="168" y="121"/>
                    </a:lnTo>
                    <a:lnTo>
                      <a:pt x="168" y="121"/>
                    </a:lnTo>
                    <a:lnTo>
                      <a:pt x="167" y="122"/>
                    </a:lnTo>
                    <a:lnTo>
                      <a:pt x="167" y="122"/>
                    </a:lnTo>
                    <a:lnTo>
                      <a:pt x="167" y="123"/>
                    </a:lnTo>
                    <a:lnTo>
                      <a:pt x="166" y="123"/>
                    </a:lnTo>
                    <a:lnTo>
                      <a:pt x="166" y="123"/>
                    </a:lnTo>
                    <a:lnTo>
                      <a:pt x="165" y="124"/>
                    </a:lnTo>
                    <a:lnTo>
                      <a:pt x="165" y="124"/>
                    </a:lnTo>
                    <a:lnTo>
                      <a:pt x="165" y="124"/>
                    </a:lnTo>
                    <a:lnTo>
                      <a:pt x="165" y="125"/>
                    </a:lnTo>
                    <a:lnTo>
                      <a:pt x="164" y="125"/>
                    </a:lnTo>
                    <a:lnTo>
                      <a:pt x="164" y="125"/>
                    </a:lnTo>
                    <a:lnTo>
                      <a:pt x="163" y="126"/>
                    </a:lnTo>
                    <a:lnTo>
                      <a:pt x="163" y="126"/>
                    </a:lnTo>
                    <a:lnTo>
                      <a:pt x="162" y="126"/>
                    </a:lnTo>
                    <a:lnTo>
                      <a:pt x="162" y="127"/>
                    </a:lnTo>
                    <a:lnTo>
                      <a:pt x="161" y="127"/>
                    </a:lnTo>
                    <a:lnTo>
                      <a:pt x="161" y="127"/>
                    </a:lnTo>
                    <a:lnTo>
                      <a:pt x="160" y="127"/>
                    </a:lnTo>
                    <a:lnTo>
                      <a:pt x="160" y="128"/>
                    </a:lnTo>
                    <a:lnTo>
                      <a:pt x="159" y="128"/>
                    </a:lnTo>
                    <a:lnTo>
                      <a:pt x="159" y="128"/>
                    </a:lnTo>
                    <a:lnTo>
                      <a:pt x="158" y="128"/>
                    </a:lnTo>
                    <a:lnTo>
                      <a:pt x="158" y="129"/>
                    </a:lnTo>
                    <a:lnTo>
                      <a:pt x="157" y="129"/>
                    </a:lnTo>
                    <a:lnTo>
                      <a:pt x="156" y="129"/>
                    </a:lnTo>
                    <a:lnTo>
                      <a:pt x="156" y="129"/>
                    </a:lnTo>
                    <a:lnTo>
                      <a:pt x="155" y="129"/>
                    </a:lnTo>
                    <a:lnTo>
                      <a:pt x="155" y="130"/>
                    </a:lnTo>
                    <a:lnTo>
                      <a:pt x="154" y="130"/>
                    </a:lnTo>
                    <a:lnTo>
                      <a:pt x="154" y="130"/>
                    </a:lnTo>
                    <a:lnTo>
                      <a:pt x="153" y="130"/>
                    </a:lnTo>
                    <a:lnTo>
                      <a:pt x="153" y="130"/>
                    </a:lnTo>
                    <a:lnTo>
                      <a:pt x="152" y="130"/>
                    </a:lnTo>
                    <a:lnTo>
                      <a:pt x="151" y="130"/>
                    </a:lnTo>
                    <a:lnTo>
                      <a:pt x="151" y="131"/>
                    </a:lnTo>
                    <a:lnTo>
                      <a:pt x="150" y="131"/>
                    </a:lnTo>
                    <a:lnTo>
                      <a:pt x="150" y="131"/>
                    </a:lnTo>
                    <a:lnTo>
                      <a:pt x="149" y="131"/>
                    </a:lnTo>
                    <a:lnTo>
                      <a:pt x="149" y="131"/>
                    </a:lnTo>
                    <a:lnTo>
                      <a:pt x="148" y="131"/>
                    </a:lnTo>
                    <a:lnTo>
                      <a:pt x="148" y="131"/>
                    </a:lnTo>
                    <a:lnTo>
                      <a:pt x="147" y="131"/>
                    </a:lnTo>
                    <a:lnTo>
                      <a:pt x="146" y="131"/>
                    </a:lnTo>
                    <a:lnTo>
                      <a:pt x="146" y="131"/>
                    </a:lnTo>
                    <a:lnTo>
                      <a:pt x="145" y="131"/>
                    </a:lnTo>
                    <a:lnTo>
                      <a:pt x="145" y="131"/>
                    </a:lnTo>
                    <a:lnTo>
                      <a:pt x="144" y="131"/>
                    </a:lnTo>
                    <a:lnTo>
                      <a:pt x="144" y="131"/>
                    </a:lnTo>
                    <a:lnTo>
                      <a:pt x="143" y="131"/>
                    </a:lnTo>
                    <a:lnTo>
                      <a:pt x="143" y="131"/>
                    </a:lnTo>
                    <a:lnTo>
                      <a:pt x="142" y="131"/>
                    </a:lnTo>
                    <a:lnTo>
                      <a:pt x="141" y="131"/>
                    </a:lnTo>
                    <a:lnTo>
                      <a:pt x="140" y="131"/>
                    </a:lnTo>
                    <a:lnTo>
                      <a:pt x="139" y="131"/>
                    </a:lnTo>
                    <a:lnTo>
                      <a:pt x="138" y="131"/>
                    </a:lnTo>
                    <a:lnTo>
                      <a:pt x="137" y="130"/>
                    </a:lnTo>
                    <a:lnTo>
                      <a:pt x="136" y="130"/>
                    </a:lnTo>
                    <a:lnTo>
                      <a:pt x="136" y="130"/>
                    </a:lnTo>
                    <a:lnTo>
                      <a:pt x="135" y="130"/>
                    </a:lnTo>
                    <a:lnTo>
                      <a:pt x="134" y="130"/>
                    </a:lnTo>
                    <a:lnTo>
                      <a:pt x="133" y="129"/>
                    </a:lnTo>
                    <a:lnTo>
                      <a:pt x="132" y="129"/>
                    </a:lnTo>
                    <a:lnTo>
                      <a:pt x="131" y="129"/>
                    </a:lnTo>
                    <a:lnTo>
                      <a:pt x="131" y="129"/>
                    </a:lnTo>
                    <a:lnTo>
                      <a:pt x="130" y="128"/>
                    </a:lnTo>
                    <a:lnTo>
                      <a:pt x="129" y="128"/>
                    </a:lnTo>
                    <a:lnTo>
                      <a:pt x="128" y="128"/>
                    </a:lnTo>
                    <a:lnTo>
                      <a:pt x="127" y="127"/>
                    </a:lnTo>
                    <a:lnTo>
                      <a:pt x="126" y="127"/>
                    </a:lnTo>
                    <a:lnTo>
                      <a:pt x="126" y="127"/>
                    </a:lnTo>
                    <a:lnTo>
                      <a:pt x="125" y="126"/>
                    </a:lnTo>
                    <a:lnTo>
                      <a:pt x="125" y="126"/>
                    </a:lnTo>
                    <a:lnTo>
                      <a:pt x="124" y="126"/>
                    </a:lnTo>
                    <a:lnTo>
                      <a:pt x="123" y="126"/>
                    </a:lnTo>
                    <a:lnTo>
                      <a:pt x="122" y="125"/>
                    </a:lnTo>
                    <a:lnTo>
                      <a:pt x="122" y="125"/>
                    </a:lnTo>
                    <a:lnTo>
                      <a:pt x="121" y="124"/>
                    </a:lnTo>
                    <a:lnTo>
                      <a:pt x="120" y="124"/>
                    </a:lnTo>
                    <a:lnTo>
                      <a:pt x="119" y="124"/>
                    </a:lnTo>
                    <a:lnTo>
                      <a:pt x="119" y="123"/>
                    </a:lnTo>
                    <a:lnTo>
                      <a:pt x="118" y="123"/>
                    </a:lnTo>
                    <a:lnTo>
                      <a:pt x="117" y="122"/>
                    </a:lnTo>
                    <a:lnTo>
                      <a:pt x="116" y="122"/>
                    </a:lnTo>
                    <a:lnTo>
                      <a:pt x="116" y="121"/>
                    </a:lnTo>
                    <a:lnTo>
                      <a:pt x="115" y="121"/>
                    </a:lnTo>
                    <a:lnTo>
                      <a:pt x="114" y="120"/>
                    </a:lnTo>
                    <a:lnTo>
                      <a:pt x="113" y="120"/>
                    </a:lnTo>
                    <a:lnTo>
                      <a:pt x="113" y="119"/>
                    </a:lnTo>
                    <a:lnTo>
                      <a:pt x="112" y="119"/>
                    </a:lnTo>
                    <a:lnTo>
                      <a:pt x="111" y="118"/>
                    </a:lnTo>
                    <a:lnTo>
                      <a:pt x="110" y="118"/>
                    </a:lnTo>
                    <a:lnTo>
                      <a:pt x="110" y="117"/>
                    </a:lnTo>
                    <a:lnTo>
                      <a:pt x="109" y="117"/>
                    </a:lnTo>
                    <a:lnTo>
                      <a:pt x="108" y="116"/>
                    </a:lnTo>
                    <a:lnTo>
                      <a:pt x="108" y="116"/>
                    </a:lnTo>
                    <a:lnTo>
                      <a:pt x="107" y="115"/>
                    </a:lnTo>
                    <a:lnTo>
                      <a:pt x="107" y="115"/>
                    </a:lnTo>
                    <a:lnTo>
                      <a:pt x="106" y="114"/>
                    </a:lnTo>
                    <a:lnTo>
                      <a:pt x="106" y="114"/>
                    </a:lnTo>
                    <a:lnTo>
                      <a:pt x="105" y="113"/>
                    </a:lnTo>
                    <a:lnTo>
                      <a:pt x="104" y="113"/>
                    </a:lnTo>
                    <a:lnTo>
                      <a:pt x="104" y="112"/>
                    </a:lnTo>
                    <a:lnTo>
                      <a:pt x="103" y="112"/>
                    </a:lnTo>
                    <a:lnTo>
                      <a:pt x="102" y="111"/>
                    </a:lnTo>
                    <a:lnTo>
                      <a:pt x="101" y="110"/>
                    </a:lnTo>
                    <a:lnTo>
                      <a:pt x="101" y="110"/>
                    </a:lnTo>
                    <a:lnTo>
                      <a:pt x="100" y="109"/>
                    </a:lnTo>
                    <a:lnTo>
                      <a:pt x="99" y="109"/>
                    </a:lnTo>
                    <a:lnTo>
                      <a:pt x="99" y="108"/>
                    </a:lnTo>
                    <a:lnTo>
                      <a:pt x="98" y="108"/>
                    </a:lnTo>
                    <a:lnTo>
                      <a:pt x="97" y="107"/>
                    </a:lnTo>
                    <a:lnTo>
                      <a:pt x="96" y="106"/>
                    </a:lnTo>
                    <a:lnTo>
                      <a:pt x="95" y="105"/>
                    </a:lnTo>
                    <a:lnTo>
                      <a:pt x="94" y="104"/>
                    </a:lnTo>
                    <a:lnTo>
                      <a:pt x="92" y="103"/>
                    </a:lnTo>
                    <a:lnTo>
                      <a:pt x="91" y="102"/>
                    </a:lnTo>
                    <a:lnTo>
                      <a:pt x="89" y="101"/>
                    </a:lnTo>
                    <a:lnTo>
                      <a:pt x="88" y="100"/>
                    </a:lnTo>
                    <a:lnTo>
                      <a:pt x="87" y="98"/>
                    </a:lnTo>
                    <a:lnTo>
                      <a:pt x="85" y="97"/>
                    </a:lnTo>
                    <a:lnTo>
                      <a:pt x="84" y="96"/>
                    </a:lnTo>
                    <a:lnTo>
                      <a:pt x="82" y="95"/>
                    </a:lnTo>
                    <a:lnTo>
                      <a:pt x="81" y="93"/>
                    </a:lnTo>
                    <a:lnTo>
                      <a:pt x="80" y="92"/>
                    </a:lnTo>
                    <a:lnTo>
                      <a:pt x="78" y="91"/>
                    </a:lnTo>
                    <a:lnTo>
                      <a:pt x="78" y="89"/>
                    </a:lnTo>
                    <a:lnTo>
                      <a:pt x="76" y="88"/>
                    </a:lnTo>
                    <a:lnTo>
                      <a:pt x="75" y="86"/>
                    </a:lnTo>
                    <a:lnTo>
                      <a:pt x="74" y="85"/>
                    </a:lnTo>
                    <a:lnTo>
                      <a:pt x="72" y="84"/>
                    </a:lnTo>
                    <a:lnTo>
                      <a:pt x="69" y="81"/>
                    </a:lnTo>
                    <a:lnTo>
                      <a:pt x="67" y="78"/>
                    </a:lnTo>
                    <a:lnTo>
                      <a:pt x="64" y="75"/>
                    </a:lnTo>
                    <a:lnTo>
                      <a:pt x="58" y="71"/>
                    </a:lnTo>
                    <a:lnTo>
                      <a:pt x="56" y="68"/>
                    </a:lnTo>
                    <a:lnTo>
                      <a:pt x="53" y="66"/>
                    </a:lnTo>
                    <a:lnTo>
                      <a:pt x="52" y="64"/>
                    </a:lnTo>
                    <a:lnTo>
                      <a:pt x="50" y="63"/>
                    </a:lnTo>
                    <a:lnTo>
                      <a:pt x="49" y="62"/>
                    </a:lnTo>
                    <a:lnTo>
                      <a:pt x="49" y="60"/>
                    </a:lnTo>
                    <a:lnTo>
                      <a:pt x="47" y="59"/>
                    </a:lnTo>
                    <a:lnTo>
                      <a:pt x="46" y="58"/>
                    </a:lnTo>
                    <a:lnTo>
                      <a:pt x="45" y="57"/>
                    </a:lnTo>
                    <a:lnTo>
                      <a:pt x="44" y="56"/>
                    </a:lnTo>
                    <a:lnTo>
                      <a:pt x="42" y="54"/>
                    </a:lnTo>
                    <a:lnTo>
                      <a:pt x="41" y="53"/>
                    </a:lnTo>
                    <a:lnTo>
                      <a:pt x="40" y="52"/>
                    </a:lnTo>
                    <a:lnTo>
                      <a:pt x="39" y="51"/>
                    </a:lnTo>
                    <a:lnTo>
                      <a:pt x="38" y="50"/>
                    </a:lnTo>
                    <a:lnTo>
                      <a:pt x="36" y="49"/>
                    </a:lnTo>
                    <a:lnTo>
                      <a:pt x="35" y="48"/>
                    </a:lnTo>
                    <a:lnTo>
                      <a:pt x="34" y="47"/>
                    </a:lnTo>
                    <a:lnTo>
                      <a:pt x="33" y="46"/>
                    </a:lnTo>
                    <a:lnTo>
                      <a:pt x="32" y="45"/>
                    </a:lnTo>
                    <a:lnTo>
                      <a:pt x="32" y="45"/>
                    </a:lnTo>
                    <a:lnTo>
                      <a:pt x="31" y="43"/>
                    </a:lnTo>
                    <a:lnTo>
                      <a:pt x="30" y="43"/>
                    </a:lnTo>
                    <a:lnTo>
                      <a:pt x="30" y="43"/>
                    </a:lnTo>
                    <a:lnTo>
                      <a:pt x="30" y="43"/>
                    </a:lnTo>
                    <a:lnTo>
                      <a:pt x="30" y="43"/>
                    </a:lnTo>
                    <a:lnTo>
                      <a:pt x="29" y="42"/>
                    </a:lnTo>
                    <a:lnTo>
                      <a:pt x="29" y="41"/>
                    </a:lnTo>
                    <a:lnTo>
                      <a:pt x="29" y="40"/>
                    </a:lnTo>
                    <a:lnTo>
                      <a:pt x="29" y="40"/>
                    </a:lnTo>
                    <a:lnTo>
                      <a:pt x="28" y="39"/>
                    </a:lnTo>
                    <a:lnTo>
                      <a:pt x="28" y="38"/>
                    </a:lnTo>
                    <a:lnTo>
                      <a:pt x="28" y="38"/>
                    </a:lnTo>
                    <a:lnTo>
                      <a:pt x="28" y="38"/>
                    </a:lnTo>
                    <a:lnTo>
                      <a:pt x="28" y="37"/>
                    </a:lnTo>
                    <a:lnTo>
                      <a:pt x="27" y="36"/>
                    </a:lnTo>
                    <a:lnTo>
                      <a:pt x="27" y="35"/>
                    </a:lnTo>
                    <a:lnTo>
                      <a:pt x="27" y="34"/>
                    </a:lnTo>
                    <a:lnTo>
                      <a:pt x="27" y="34"/>
                    </a:lnTo>
                    <a:lnTo>
                      <a:pt x="27" y="33"/>
                    </a:lnTo>
                    <a:lnTo>
                      <a:pt x="26" y="32"/>
                    </a:lnTo>
                    <a:lnTo>
                      <a:pt x="26" y="32"/>
                    </a:lnTo>
                    <a:lnTo>
                      <a:pt x="26" y="31"/>
                    </a:lnTo>
                    <a:lnTo>
                      <a:pt x="25" y="31"/>
                    </a:lnTo>
                    <a:lnTo>
                      <a:pt x="25" y="30"/>
                    </a:lnTo>
                    <a:lnTo>
                      <a:pt x="25" y="30"/>
                    </a:lnTo>
                    <a:lnTo>
                      <a:pt x="25" y="30"/>
                    </a:lnTo>
                    <a:lnTo>
                      <a:pt x="24" y="29"/>
                    </a:lnTo>
                    <a:lnTo>
                      <a:pt x="24" y="29"/>
                    </a:lnTo>
                    <a:lnTo>
                      <a:pt x="24" y="29"/>
                    </a:lnTo>
                    <a:lnTo>
                      <a:pt x="23" y="28"/>
                    </a:lnTo>
                    <a:lnTo>
                      <a:pt x="23" y="28"/>
                    </a:lnTo>
                    <a:lnTo>
                      <a:pt x="23" y="27"/>
                    </a:lnTo>
                    <a:lnTo>
                      <a:pt x="22" y="27"/>
                    </a:lnTo>
                    <a:lnTo>
                      <a:pt x="22" y="27"/>
                    </a:lnTo>
                    <a:lnTo>
                      <a:pt x="21" y="27"/>
                    </a:lnTo>
                    <a:lnTo>
                      <a:pt x="21" y="26"/>
                    </a:lnTo>
                    <a:lnTo>
                      <a:pt x="21" y="26"/>
                    </a:lnTo>
                    <a:lnTo>
                      <a:pt x="20" y="26"/>
                    </a:lnTo>
                    <a:lnTo>
                      <a:pt x="20" y="26"/>
                    </a:lnTo>
                    <a:lnTo>
                      <a:pt x="20" y="25"/>
                    </a:lnTo>
                    <a:lnTo>
                      <a:pt x="20" y="25"/>
                    </a:lnTo>
                    <a:lnTo>
                      <a:pt x="20" y="25"/>
                    </a:lnTo>
                    <a:lnTo>
                      <a:pt x="20" y="25"/>
                    </a:lnTo>
                    <a:lnTo>
                      <a:pt x="20" y="25"/>
                    </a:lnTo>
                    <a:lnTo>
                      <a:pt x="19" y="24"/>
                    </a:lnTo>
                    <a:lnTo>
                      <a:pt x="19" y="24"/>
                    </a:lnTo>
                    <a:lnTo>
                      <a:pt x="19" y="24"/>
                    </a:lnTo>
                    <a:lnTo>
                      <a:pt x="19" y="24"/>
                    </a:lnTo>
                    <a:lnTo>
                      <a:pt x="18" y="24"/>
                    </a:lnTo>
                    <a:lnTo>
                      <a:pt x="18" y="24"/>
                    </a:lnTo>
                    <a:lnTo>
                      <a:pt x="18" y="24"/>
                    </a:lnTo>
                    <a:lnTo>
                      <a:pt x="18" y="24"/>
                    </a:lnTo>
                    <a:lnTo>
                      <a:pt x="18" y="24"/>
                    </a:lnTo>
                    <a:lnTo>
                      <a:pt x="18" y="24"/>
                    </a:lnTo>
                    <a:lnTo>
                      <a:pt x="18" y="24"/>
                    </a:lnTo>
                    <a:lnTo>
                      <a:pt x="18" y="24"/>
                    </a:lnTo>
                    <a:lnTo>
                      <a:pt x="17" y="24"/>
                    </a:lnTo>
                    <a:lnTo>
                      <a:pt x="18" y="24"/>
                    </a:lnTo>
                    <a:lnTo>
                      <a:pt x="17" y="24"/>
                    </a:lnTo>
                    <a:lnTo>
                      <a:pt x="17" y="24"/>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41" name="Freeform 20">
                <a:extLst>
                  <a:ext uri="{FF2B5EF4-FFF2-40B4-BE49-F238E27FC236}">
                    <a16:creationId xmlns:a16="http://schemas.microsoft.com/office/drawing/2014/main" id="{15DA78A9-329A-C760-EE68-BD30208B468F}"/>
                  </a:ext>
                </a:extLst>
              </p:cNvPr>
              <p:cNvSpPr>
                <a:spLocks noEditPoints="1"/>
              </p:cNvSpPr>
              <p:nvPr/>
            </p:nvSpPr>
            <p:spPr bwMode="auto">
              <a:xfrm>
                <a:off x="13322895" y="4616031"/>
                <a:ext cx="75641" cy="110760"/>
              </a:xfrm>
              <a:custGeom>
                <a:avLst/>
                <a:gdLst>
                  <a:gd name="T0" fmla="*/ 82 w 112"/>
                  <a:gd name="T1" fmla="*/ 1 h 164"/>
                  <a:gd name="T2" fmla="*/ 89 w 112"/>
                  <a:gd name="T3" fmla="*/ 4 h 164"/>
                  <a:gd name="T4" fmla="*/ 95 w 112"/>
                  <a:gd name="T5" fmla="*/ 7 h 164"/>
                  <a:gd name="T6" fmla="*/ 100 w 112"/>
                  <a:gd name="T7" fmla="*/ 12 h 164"/>
                  <a:gd name="T8" fmla="*/ 105 w 112"/>
                  <a:gd name="T9" fmla="*/ 16 h 164"/>
                  <a:gd name="T10" fmla="*/ 107 w 112"/>
                  <a:gd name="T11" fmla="*/ 21 h 164"/>
                  <a:gd name="T12" fmla="*/ 110 w 112"/>
                  <a:gd name="T13" fmla="*/ 27 h 164"/>
                  <a:gd name="T14" fmla="*/ 111 w 112"/>
                  <a:gd name="T15" fmla="*/ 33 h 164"/>
                  <a:gd name="T16" fmla="*/ 112 w 112"/>
                  <a:gd name="T17" fmla="*/ 41 h 164"/>
                  <a:gd name="T18" fmla="*/ 111 w 112"/>
                  <a:gd name="T19" fmla="*/ 52 h 164"/>
                  <a:gd name="T20" fmla="*/ 109 w 112"/>
                  <a:gd name="T21" fmla="*/ 63 h 164"/>
                  <a:gd name="T22" fmla="*/ 106 w 112"/>
                  <a:gd name="T23" fmla="*/ 74 h 164"/>
                  <a:gd name="T24" fmla="*/ 101 w 112"/>
                  <a:gd name="T25" fmla="*/ 85 h 164"/>
                  <a:gd name="T26" fmla="*/ 95 w 112"/>
                  <a:gd name="T27" fmla="*/ 96 h 164"/>
                  <a:gd name="T28" fmla="*/ 88 w 112"/>
                  <a:gd name="T29" fmla="*/ 106 h 164"/>
                  <a:gd name="T30" fmla="*/ 81 w 112"/>
                  <a:gd name="T31" fmla="*/ 115 h 164"/>
                  <a:gd name="T32" fmla="*/ 74 w 112"/>
                  <a:gd name="T33" fmla="*/ 125 h 164"/>
                  <a:gd name="T34" fmla="*/ 67 w 112"/>
                  <a:gd name="T35" fmla="*/ 132 h 164"/>
                  <a:gd name="T36" fmla="*/ 60 w 112"/>
                  <a:gd name="T37" fmla="*/ 139 h 164"/>
                  <a:gd name="T38" fmla="*/ 52 w 112"/>
                  <a:gd name="T39" fmla="*/ 146 h 164"/>
                  <a:gd name="T40" fmla="*/ 47 w 112"/>
                  <a:gd name="T41" fmla="*/ 151 h 164"/>
                  <a:gd name="T42" fmla="*/ 41 w 112"/>
                  <a:gd name="T43" fmla="*/ 155 h 164"/>
                  <a:gd name="T44" fmla="*/ 33 w 112"/>
                  <a:gd name="T45" fmla="*/ 158 h 164"/>
                  <a:gd name="T46" fmla="*/ 27 w 112"/>
                  <a:gd name="T47" fmla="*/ 157 h 164"/>
                  <a:gd name="T48" fmla="*/ 21 w 112"/>
                  <a:gd name="T49" fmla="*/ 157 h 164"/>
                  <a:gd name="T50" fmla="*/ 1 w 112"/>
                  <a:gd name="T51" fmla="*/ 148 h 164"/>
                  <a:gd name="T52" fmla="*/ 3 w 112"/>
                  <a:gd name="T53" fmla="*/ 143 h 164"/>
                  <a:gd name="T54" fmla="*/ 3 w 112"/>
                  <a:gd name="T55" fmla="*/ 131 h 164"/>
                  <a:gd name="T56" fmla="*/ 11 w 112"/>
                  <a:gd name="T57" fmla="*/ 93 h 164"/>
                  <a:gd name="T58" fmla="*/ 21 w 112"/>
                  <a:gd name="T59" fmla="*/ 68 h 164"/>
                  <a:gd name="T60" fmla="*/ 29 w 112"/>
                  <a:gd name="T61" fmla="*/ 49 h 164"/>
                  <a:gd name="T62" fmla="*/ 39 w 112"/>
                  <a:gd name="T63" fmla="*/ 33 h 164"/>
                  <a:gd name="T64" fmla="*/ 46 w 112"/>
                  <a:gd name="T65" fmla="*/ 22 h 164"/>
                  <a:gd name="T66" fmla="*/ 51 w 112"/>
                  <a:gd name="T67" fmla="*/ 15 h 164"/>
                  <a:gd name="T68" fmla="*/ 57 w 112"/>
                  <a:gd name="T69" fmla="*/ 10 h 164"/>
                  <a:gd name="T70" fmla="*/ 64 w 112"/>
                  <a:gd name="T71" fmla="*/ 5 h 164"/>
                  <a:gd name="T72" fmla="*/ 73 w 112"/>
                  <a:gd name="T73" fmla="*/ 1 h 164"/>
                  <a:gd name="T74" fmla="*/ 39 w 112"/>
                  <a:gd name="T75" fmla="*/ 142 h 164"/>
                  <a:gd name="T76" fmla="*/ 38 w 112"/>
                  <a:gd name="T77" fmla="*/ 139 h 164"/>
                  <a:gd name="T78" fmla="*/ 76 w 112"/>
                  <a:gd name="T79" fmla="*/ 37 h 164"/>
                  <a:gd name="T80" fmla="*/ 74 w 112"/>
                  <a:gd name="T81" fmla="*/ 42 h 164"/>
                  <a:gd name="T82" fmla="*/ 69 w 112"/>
                  <a:gd name="T83" fmla="*/ 53 h 164"/>
                  <a:gd name="T84" fmla="*/ 64 w 112"/>
                  <a:gd name="T85" fmla="*/ 71 h 164"/>
                  <a:gd name="T86" fmla="*/ 58 w 112"/>
                  <a:gd name="T87" fmla="*/ 87 h 164"/>
                  <a:gd name="T88" fmla="*/ 47 w 112"/>
                  <a:gd name="T89" fmla="*/ 119 h 164"/>
                  <a:gd name="T90" fmla="*/ 51 w 112"/>
                  <a:gd name="T91" fmla="*/ 112 h 164"/>
                  <a:gd name="T92" fmla="*/ 57 w 112"/>
                  <a:gd name="T93" fmla="*/ 103 h 164"/>
                  <a:gd name="T94" fmla="*/ 63 w 112"/>
                  <a:gd name="T95" fmla="*/ 95 h 164"/>
                  <a:gd name="T96" fmla="*/ 68 w 112"/>
                  <a:gd name="T97" fmla="*/ 86 h 164"/>
                  <a:gd name="T98" fmla="*/ 73 w 112"/>
                  <a:gd name="T99" fmla="*/ 76 h 164"/>
                  <a:gd name="T100" fmla="*/ 77 w 112"/>
                  <a:gd name="T101" fmla="*/ 68 h 164"/>
                  <a:gd name="T102" fmla="*/ 79 w 112"/>
                  <a:gd name="T103" fmla="*/ 58 h 164"/>
                  <a:gd name="T104" fmla="*/ 81 w 112"/>
                  <a:gd name="T105" fmla="*/ 50 h 164"/>
                  <a:gd name="T106" fmla="*/ 81 w 112"/>
                  <a:gd name="T107" fmla="*/ 44 h 164"/>
                  <a:gd name="T108" fmla="*/ 81 w 112"/>
                  <a:gd name="T109" fmla="*/ 40 h 164"/>
                  <a:gd name="T110" fmla="*/ 81 w 112"/>
                  <a:gd name="T111" fmla="*/ 38 h 164"/>
                  <a:gd name="T112" fmla="*/ 80 w 112"/>
                  <a:gd name="T113" fmla="*/ 37 h 164"/>
                  <a:gd name="T114" fmla="*/ 79 w 112"/>
                  <a:gd name="T115" fmla="*/ 35 h 164"/>
                  <a:gd name="T116" fmla="*/ 78 w 112"/>
                  <a:gd name="T117" fmla="*/ 34 h 164"/>
                  <a:gd name="T118" fmla="*/ 78 w 112"/>
                  <a:gd name="T119" fmla="*/ 3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2" h="164">
                    <a:moveTo>
                      <a:pt x="78" y="0"/>
                    </a:moveTo>
                    <a:lnTo>
                      <a:pt x="78" y="0"/>
                    </a:lnTo>
                    <a:lnTo>
                      <a:pt x="78" y="1"/>
                    </a:lnTo>
                    <a:lnTo>
                      <a:pt x="78" y="1"/>
                    </a:lnTo>
                    <a:lnTo>
                      <a:pt x="79" y="1"/>
                    </a:lnTo>
                    <a:lnTo>
                      <a:pt x="79" y="1"/>
                    </a:lnTo>
                    <a:lnTo>
                      <a:pt x="80" y="1"/>
                    </a:lnTo>
                    <a:lnTo>
                      <a:pt x="80" y="1"/>
                    </a:lnTo>
                    <a:lnTo>
                      <a:pt x="81" y="1"/>
                    </a:lnTo>
                    <a:lnTo>
                      <a:pt x="81" y="1"/>
                    </a:lnTo>
                    <a:lnTo>
                      <a:pt x="81" y="1"/>
                    </a:lnTo>
                    <a:lnTo>
                      <a:pt x="82" y="1"/>
                    </a:lnTo>
                    <a:lnTo>
                      <a:pt x="82" y="1"/>
                    </a:lnTo>
                    <a:lnTo>
                      <a:pt x="83" y="1"/>
                    </a:lnTo>
                    <a:lnTo>
                      <a:pt x="83" y="2"/>
                    </a:lnTo>
                    <a:lnTo>
                      <a:pt x="84" y="2"/>
                    </a:lnTo>
                    <a:lnTo>
                      <a:pt x="84" y="2"/>
                    </a:lnTo>
                    <a:lnTo>
                      <a:pt x="85" y="2"/>
                    </a:lnTo>
                    <a:lnTo>
                      <a:pt x="85" y="2"/>
                    </a:lnTo>
                    <a:lnTo>
                      <a:pt x="86" y="3"/>
                    </a:lnTo>
                    <a:lnTo>
                      <a:pt x="86" y="3"/>
                    </a:lnTo>
                    <a:lnTo>
                      <a:pt x="87" y="3"/>
                    </a:lnTo>
                    <a:lnTo>
                      <a:pt x="87" y="3"/>
                    </a:lnTo>
                    <a:lnTo>
                      <a:pt x="88" y="3"/>
                    </a:lnTo>
                    <a:lnTo>
                      <a:pt x="88" y="4"/>
                    </a:lnTo>
                    <a:lnTo>
                      <a:pt x="89" y="4"/>
                    </a:lnTo>
                    <a:lnTo>
                      <a:pt x="89" y="4"/>
                    </a:lnTo>
                    <a:lnTo>
                      <a:pt x="90" y="4"/>
                    </a:lnTo>
                    <a:lnTo>
                      <a:pt x="90" y="5"/>
                    </a:lnTo>
                    <a:lnTo>
                      <a:pt x="91" y="5"/>
                    </a:lnTo>
                    <a:lnTo>
                      <a:pt x="91" y="5"/>
                    </a:lnTo>
                    <a:lnTo>
                      <a:pt x="92" y="5"/>
                    </a:lnTo>
                    <a:lnTo>
                      <a:pt x="92" y="6"/>
                    </a:lnTo>
                    <a:lnTo>
                      <a:pt x="93" y="6"/>
                    </a:lnTo>
                    <a:lnTo>
                      <a:pt x="93" y="6"/>
                    </a:lnTo>
                    <a:lnTo>
                      <a:pt x="93" y="6"/>
                    </a:lnTo>
                    <a:lnTo>
                      <a:pt x="94" y="7"/>
                    </a:lnTo>
                    <a:lnTo>
                      <a:pt x="94" y="7"/>
                    </a:lnTo>
                    <a:lnTo>
                      <a:pt x="95" y="7"/>
                    </a:lnTo>
                    <a:lnTo>
                      <a:pt x="95" y="8"/>
                    </a:lnTo>
                    <a:lnTo>
                      <a:pt x="96" y="8"/>
                    </a:lnTo>
                    <a:lnTo>
                      <a:pt x="96" y="8"/>
                    </a:lnTo>
                    <a:lnTo>
                      <a:pt x="97" y="8"/>
                    </a:lnTo>
                    <a:lnTo>
                      <a:pt x="97" y="9"/>
                    </a:lnTo>
                    <a:lnTo>
                      <a:pt x="97" y="9"/>
                    </a:lnTo>
                    <a:lnTo>
                      <a:pt x="98" y="9"/>
                    </a:lnTo>
                    <a:lnTo>
                      <a:pt x="98" y="10"/>
                    </a:lnTo>
                    <a:lnTo>
                      <a:pt x="99" y="10"/>
                    </a:lnTo>
                    <a:lnTo>
                      <a:pt x="99" y="10"/>
                    </a:lnTo>
                    <a:lnTo>
                      <a:pt x="99" y="11"/>
                    </a:lnTo>
                    <a:lnTo>
                      <a:pt x="100" y="11"/>
                    </a:lnTo>
                    <a:lnTo>
                      <a:pt x="100" y="12"/>
                    </a:lnTo>
                    <a:lnTo>
                      <a:pt x="101" y="12"/>
                    </a:lnTo>
                    <a:lnTo>
                      <a:pt x="101" y="12"/>
                    </a:lnTo>
                    <a:lnTo>
                      <a:pt x="101" y="13"/>
                    </a:lnTo>
                    <a:lnTo>
                      <a:pt x="102" y="13"/>
                    </a:lnTo>
                    <a:lnTo>
                      <a:pt x="102" y="13"/>
                    </a:lnTo>
                    <a:lnTo>
                      <a:pt x="102" y="14"/>
                    </a:lnTo>
                    <a:lnTo>
                      <a:pt x="103" y="14"/>
                    </a:lnTo>
                    <a:lnTo>
                      <a:pt x="103" y="14"/>
                    </a:lnTo>
                    <a:lnTo>
                      <a:pt x="103" y="14"/>
                    </a:lnTo>
                    <a:lnTo>
                      <a:pt x="104" y="14"/>
                    </a:lnTo>
                    <a:lnTo>
                      <a:pt x="104" y="15"/>
                    </a:lnTo>
                    <a:lnTo>
                      <a:pt x="104" y="15"/>
                    </a:lnTo>
                    <a:lnTo>
                      <a:pt x="105" y="16"/>
                    </a:lnTo>
                    <a:lnTo>
                      <a:pt x="105" y="16"/>
                    </a:lnTo>
                    <a:lnTo>
                      <a:pt x="105" y="16"/>
                    </a:lnTo>
                    <a:lnTo>
                      <a:pt x="106" y="17"/>
                    </a:lnTo>
                    <a:lnTo>
                      <a:pt x="106" y="17"/>
                    </a:lnTo>
                    <a:lnTo>
                      <a:pt x="106" y="18"/>
                    </a:lnTo>
                    <a:lnTo>
                      <a:pt x="106" y="18"/>
                    </a:lnTo>
                    <a:lnTo>
                      <a:pt x="107" y="18"/>
                    </a:lnTo>
                    <a:lnTo>
                      <a:pt x="107" y="19"/>
                    </a:lnTo>
                    <a:lnTo>
                      <a:pt x="107" y="19"/>
                    </a:lnTo>
                    <a:lnTo>
                      <a:pt x="107" y="20"/>
                    </a:lnTo>
                    <a:lnTo>
                      <a:pt x="107" y="20"/>
                    </a:lnTo>
                    <a:lnTo>
                      <a:pt x="107" y="21"/>
                    </a:lnTo>
                    <a:lnTo>
                      <a:pt x="107" y="21"/>
                    </a:lnTo>
                    <a:lnTo>
                      <a:pt x="107" y="22"/>
                    </a:lnTo>
                    <a:lnTo>
                      <a:pt x="108" y="22"/>
                    </a:lnTo>
                    <a:lnTo>
                      <a:pt x="108" y="22"/>
                    </a:lnTo>
                    <a:lnTo>
                      <a:pt x="108" y="23"/>
                    </a:lnTo>
                    <a:lnTo>
                      <a:pt x="108" y="23"/>
                    </a:lnTo>
                    <a:lnTo>
                      <a:pt x="109" y="24"/>
                    </a:lnTo>
                    <a:lnTo>
                      <a:pt x="109" y="24"/>
                    </a:lnTo>
                    <a:lnTo>
                      <a:pt x="109" y="25"/>
                    </a:lnTo>
                    <a:lnTo>
                      <a:pt x="109" y="25"/>
                    </a:lnTo>
                    <a:lnTo>
                      <a:pt x="109" y="25"/>
                    </a:lnTo>
                    <a:lnTo>
                      <a:pt x="109" y="26"/>
                    </a:lnTo>
                    <a:lnTo>
                      <a:pt x="109" y="26"/>
                    </a:lnTo>
                    <a:lnTo>
                      <a:pt x="110" y="27"/>
                    </a:lnTo>
                    <a:lnTo>
                      <a:pt x="110" y="27"/>
                    </a:lnTo>
                    <a:lnTo>
                      <a:pt x="110" y="28"/>
                    </a:lnTo>
                    <a:lnTo>
                      <a:pt x="110" y="28"/>
                    </a:lnTo>
                    <a:lnTo>
                      <a:pt x="110" y="28"/>
                    </a:lnTo>
                    <a:lnTo>
                      <a:pt x="110" y="29"/>
                    </a:lnTo>
                    <a:lnTo>
                      <a:pt x="110" y="29"/>
                    </a:lnTo>
                    <a:lnTo>
                      <a:pt x="111" y="30"/>
                    </a:lnTo>
                    <a:lnTo>
                      <a:pt x="111" y="30"/>
                    </a:lnTo>
                    <a:lnTo>
                      <a:pt x="111" y="31"/>
                    </a:lnTo>
                    <a:lnTo>
                      <a:pt x="111" y="31"/>
                    </a:lnTo>
                    <a:lnTo>
                      <a:pt x="111" y="32"/>
                    </a:lnTo>
                    <a:lnTo>
                      <a:pt x="111" y="32"/>
                    </a:lnTo>
                    <a:lnTo>
                      <a:pt x="111" y="33"/>
                    </a:lnTo>
                    <a:lnTo>
                      <a:pt x="111" y="33"/>
                    </a:lnTo>
                    <a:lnTo>
                      <a:pt x="111" y="34"/>
                    </a:lnTo>
                    <a:lnTo>
                      <a:pt x="112" y="34"/>
                    </a:lnTo>
                    <a:lnTo>
                      <a:pt x="112" y="35"/>
                    </a:lnTo>
                    <a:lnTo>
                      <a:pt x="112" y="35"/>
                    </a:lnTo>
                    <a:lnTo>
                      <a:pt x="112" y="36"/>
                    </a:lnTo>
                    <a:lnTo>
                      <a:pt x="112" y="36"/>
                    </a:lnTo>
                    <a:lnTo>
                      <a:pt x="112" y="37"/>
                    </a:lnTo>
                    <a:lnTo>
                      <a:pt x="112" y="37"/>
                    </a:lnTo>
                    <a:lnTo>
                      <a:pt x="112" y="38"/>
                    </a:lnTo>
                    <a:lnTo>
                      <a:pt x="112" y="39"/>
                    </a:lnTo>
                    <a:lnTo>
                      <a:pt x="112" y="40"/>
                    </a:lnTo>
                    <a:lnTo>
                      <a:pt x="112" y="41"/>
                    </a:lnTo>
                    <a:lnTo>
                      <a:pt x="112" y="42"/>
                    </a:lnTo>
                    <a:lnTo>
                      <a:pt x="112" y="43"/>
                    </a:lnTo>
                    <a:lnTo>
                      <a:pt x="112" y="43"/>
                    </a:lnTo>
                    <a:lnTo>
                      <a:pt x="112" y="44"/>
                    </a:lnTo>
                    <a:lnTo>
                      <a:pt x="112" y="45"/>
                    </a:lnTo>
                    <a:lnTo>
                      <a:pt x="112" y="46"/>
                    </a:lnTo>
                    <a:lnTo>
                      <a:pt x="112" y="47"/>
                    </a:lnTo>
                    <a:lnTo>
                      <a:pt x="112" y="48"/>
                    </a:lnTo>
                    <a:lnTo>
                      <a:pt x="112" y="49"/>
                    </a:lnTo>
                    <a:lnTo>
                      <a:pt x="112" y="49"/>
                    </a:lnTo>
                    <a:lnTo>
                      <a:pt x="112" y="50"/>
                    </a:lnTo>
                    <a:lnTo>
                      <a:pt x="112" y="51"/>
                    </a:lnTo>
                    <a:lnTo>
                      <a:pt x="111" y="52"/>
                    </a:lnTo>
                    <a:lnTo>
                      <a:pt x="111" y="53"/>
                    </a:lnTo>
                    <a:lnTo>
                      <a:pt x="111" y="54"/>
                    </a:lnTo>
                    <a:lnTo>
                      <a:pt x="111" y="55"/>
                    </a:lnTo>
                    <a:lnTo>
                      <a:pt x="111" y="56"/>
                    </a:lnTo>
                    <a:lnTo>
                      <a:pt x="111" y="56"/>
                    </a:lnTo>
                    <a:lnTo>
                      <a:pt x="111" y="57"/>
                    </a:lnTo>
                    <a:lnTo>
                      <a:pt x="110" y="58"/>
                    </a:lnTo>
                    <a:lnTo>
                      <a:pt x="110" y="59"/>
                    </a:lnTo>
                    <a:lnTo>
                      <a:pt x="110" y="60"/>
                    </a:lnTo>
                    <a:lnTo>
                      <a:pt x="110" y="61"/>
                    </a:lnTo>
                    <a:lnTo>
                      <a:pt x="109" y="61"/>
                    </a:lnTo>
                    <a:lnTo>
                      <a:pt x="109" y="62"/>
                    </a:lnTo>
                    <a:lnTo>
                      <a:pt x="109" y="63"/>
                    </a:lnTo>
                    <a:lnTo>
                      <a:pt x="109" y="64"/>
                    </a:lnTo>
                    <a:lnTo>
                      <a:pt x="108" y="65"/>
                    </a:lnTo>
                    <a:lnTo>
                      <a:pt x="108" y="66"/>
                    </a:lnTo>
                    <a:lnTo>
                      <a:pt x="108" y="67"/>
                    </a:lnTo>
                    <a:lnTo>
                      <a:pt x="108" y="68"/>
                    </a:lnTo>
                    <a:lnTo>
                      <a:pt x="107" y="69"/>
                    </a:lnTo>
                    <a:lnTo>
                      <a:pt x="107" y="70"/>
                    </a:lnTo>
                    <a:lnTo>
                      <a:pt x="107" y="70"/>
                    </a:lnTo>
                    <a:lnTo>
                      <a:pt x="107" y="71"/>
                    </a:lnTo>
                    <a:lnTo>
                      <a:pt x="107" y="72"/>
                    </a:lnTo>
                    <a:lnTo>
                      <a:pt x="107" y="73"/>
                    </a:lnTo>
                    <a:lnTo>
                      <a:pt x="106" y="73"/>
                    </a:lnTo>
                    <a:lnTo>
                      <a:pt x="106" y="74"/>
                    </a:lnTo>
                    <a:lnTo>
                      <a:pt x="105" y="75"/>
                    </a:lnTo>
                    <a:lnTo>
                      <a:pt x="105" y="76"/>
                    </a:lnTo>
                    <a:lnTo>
                      <a:pt x="105" y="77"/>
                    </a:lnTo>
                    <a:lnTo>
                      <a:pt x="104" y="78"/>
                    </a:lnTo>
                    <a:lnTo>
                      <a:pt x="104" y="78"/>
                    </a:lnTo>
                    <a:lnTo>
                      <a:pt x="104" y="79"/>
                    </a:lnTo>
                    <a:lnTo>
                      <a:pt x="103" y="80"/>
                    </a:lnTo>
                    <a:lnTo>
                      <a:pt x="103" y="81"/>
                    </a:lnTo>
                    <a:lnTo>
                      <a:pt x="103" y="81"/>
                    </a:lnTo>
                    <a:lnTo>
                      <a:pt x="102" y="82"/>
                    </a:lnTo>
                    <a:lnTo>
                      <a:pt x="102" y="83"/>
                    </a:lnTo>
                    <a:lnTo>
                      <a:pt x="101" y="84"/>
                    </a:lnTo>
                    <a:lnTo>
                      <a:pt x="101" y="85"/>
                    </a:lnTo>
                    <a:lnTo>
                      <a:pt x="100" y="85"/>
                    </a:lnTo>
                    <a:lnTo>
                      <a:pt x="100" y="86"/>
                    </a:lnTo>
                    <a:lnTo>
                      <a:pt x="100" y="87"/>
                    </a:lnTo>
                    <a:lnTo>
                      <a:pt x="99" y="88"/>
                    </a:lnTo>
                    <a:lnTo>
                      <a:pt x="99" y="89"/>
                    </a:lnTo>
                    <a:lnTo>
                      <a:pt x="98" y="90"/>
                    </a:lnTo>
                    <a:lnTo>
                      <a:pt x="98" y="91"/>
                    </a:lnTo>
                    <a:lnTo>
                      <a:pt x="97" y="92"/>
                    </a:lnTo>
                    <a:lnTo>
                      <a:pt x="97" y="92"/>
                    </a:lnTo>
                    <a:lnTo>
                      <a:pt x="96" y="93"/>
                    </a:lnTo>
                    <a:lnTo>
                      <a:pt x="96" y="94"/>
                    </a:lnTo>
                    <a:lnTo>
                      <a:pt x="95" y="95"/>
                    </a:lnTo>
                    <a:lnTo>
                      <a:pt x="95" y="96"/>
                    </a:lnTo>
                    <a:lnTo>
                      <a:pt x="94" y="97"/>
                    </a:lnTo>
                    <a:lnTo>
                      <a:pt x="94" y="97"/>
                    </a:lnTo>
                    <a:lnTo>
                      <a:pt x="93" y="98"/>
                    </a:lnTo>
                    <a:lnTo>
                      <a:pt x="92" y="99"/>
                    </a:lnTo>
                    <a:lnTo>
                      <a:pt x="92" y="100"/>
                    </a:lnTo>
                    <a:lnTo>
                      <a:pt x="91" y="101"/>
                    </a:lnTo>
                    <a:lnTo>
                      <a:pt x="91" y="102"/>
                    </a:lnTo>
                    <a:lnTo>
                      <a:pt x="90" y="102"/>
                    </a:lnTo>
                    <a:lnTo>
                      <a:pt x="90" y="102"/>
                    </a:lnTo>
                    <a:lnTo>
                      <a:pt x="89" y="103"/>
                    </a:lnTo>
                    <a:lnTo>
                      <a:pt x="89" y="104"/>
                    </a:lnTo>
                    <a:lnTo>
                      <a:pt x="88" y="105"/>
                    </a:lnTo>
                    <a:lnTo>
                      <a:pt x="88" y="106"/>
                    </a:lnTo>
                    <a:lnTo>
                      <a:pt x="87" y="106"/>
                    </a:lnTo>
                    <a:lnTo>
                      <a:pt x="86" y="107"/>
                    </a:lnTo>
                    <a:lnTo>
                      <a:pt x="86" y="108"/>
                    </a:lnTo>
                    <a:lnTo>
                      <a:pt x="85" y="109"/>
                    </a:lnTo>
                    <a:lnTo>
                      <a:pt x="85" y="109"/>
                    </a:lnTo>
                    <a:lnTo>
                      <a:pt x="85" y="110"/>
                    </a:lnTo>
                    <a:lnTo>
                      <a:pt x="84" y="110"/>
                    </a:lnTo>
                    <a:lnTo>
                      <a:pt x="84" y="111"/>
                    </a:lnTo>
                    <a:lnTo>
                      <a:pt x="83" y="112"/>
                    </a:lnTo>
                    <a:lnTo>
                      <a:pt x="83" y="113"/>
                    </a:lnTo>
                    <a:lnTo>
                      <a:pt x="82" y="113"/>
                    </a:lnTo>
                    <a:lnTo>
                      <a:pt x="81" y="114"/>
                    </a:lnTo>
                    <a:lnTo>
                      <a:pt x="81" y="115"/>
                    </a:lnTo>
                    <a:lnTo>
                      <a:pt x="80" y="116"/>
                    </a:lnTo>
                    <a:lnTo>
                      <a:pt x="80" y="117"/>
                    </a:lnTo>
                    <a:lnTo>
                      <a:pt x="79" y="117"/>
                    </a:lnTo>
                    <a:lnTo>
                      <a:pt x="78" y="118"/>
                    </a:lnTo>
                    <a:lnTo>
                      <a:pt x="78" y="119"/>
                    </a:lnTo>
                    <a:lnTo>
                      <a:pt x="78" y="120"/>
                    </a:lnTo>
                    <a:lnTo>
                      <a:pt x="78" y="120"/>
                    </a:lnTo>
                    <a:lnTo>
                      <a:pt x="77" y="121"/>
                    </a:lnTo>
                    <a:lnTo>
                      <a:pt x="77" y="122"/>
                    </a:lnTo>
                    <a:lnTo>
                      <a:pt x="76" y="122"/>
                    </a:lnTo>
                    <a:lnTo>
                      <a:pt x="75" y="123"/>
                    </a:lnTo>
                    <a:lnTo>
                      <a:pt x="75" y="124"/>
                    </a:lnTo>
                    <a:lnTo>
                      <a:pt x="74" y="125"/>
                    </a:lnTo>
                    <a:lnTo>
                      <a:pt x="74" y="125"/>
                    </a:lnTo>
                    <a:lnTo>
                      <a:pt x="73" y="126"/>
                    </a:lnTo>
                    <a:lnTo>
                      <a:pt x="72" y="127"/>
                    </a:lnTo>
                    <a:lnTo>
                      <a:pt x="72" y="127"/>
                    </a:lnTo>
                    <a:lnTo>
                      <a:pt x="71" y="128"/>
                    </a:lnTo>
                    <a:lnTo>
                      <a:pt x="71" y="129"/>
                    </a:lnTo>
                    <a:lnTo>
                      <a:pt x="70" y="129"/>
                    </a:lnTo>
                    <a:lnTo>
                      <a:pt x="69" y="130"/>
                    </a:lnTo>
                    <a:lnTo>
                      <a:pt x="69" y="131"/>
                    </a:lnTo>
                    <a:lnTo>
                      <a:pt x="68" y="131"/>
                    </a:lnTo>
                    <a:lnTo>
                      <a:pt x="68" y="132"/>
                    </a:lnTo>
                    <a:lnTo>
                      <a:pt x="67" y="132"/>
                    </a:lnTo>
                    <a:lnTo>
                      <a:pt x="67" y="132"/>
                    </a:lnTo>
                    <a:lnTo>
                      <a:pt x="66" y="133"/>
                    </a:lnTo>
                    <a:lnTo>
                      <a:pt x="66" y="133"/>
                    </a:lnTo>
                    <a:lnTo>
                      <a:pt x="65" y="134"/>
                    </a:lnTo>
                    <a:lnTo>
                      <a:pt x="65" y="134"/>
                    </a:lnTo>
                    <a:lnTo>
                      <a:pt x="64" y="135"/>
                    </a:lnTo>
                    <a:lnTo>
                      <a:pt x="64" y="135"/>
                    </a:lnTo>
                    <a:lnTo>
                      <a:pt x="63" y="136"/>
                    </a:lnTo>
                    <a:lnTo>
                      <a:pt x="62" y="137"/>
                    </a:lnTo>
                    <a:lnTo>
                      <a:pt x="62" y="137"/>
                    </a:lnTo>
                    <a:lnTo>
                      <a:pt x="61" y="138"/>
                    </a:lnTo>
                    <a:lnTo>
                      <a:pt x="61" y="138"/>
                    </a:lnTo>
                    <a:lnTo>
                      <a:pt x="60" y="139"/>
                    </a:lnTo>
                    <a:lnTo>
                      <a:pt x="60" y="139"/>
                    </a:lnTo>
                    <a:lnTo>
                      <a:pt x="59" y="140"/>
                    </a:lnTo>
                    <a:lnTo>
                      <a:pt x="58" y="140"/>
                    </a:lnTo>
                    <a:lnTo>
                      <a:pt x="58" y="141"/>
                    </a:lnTo>
                    <a:lnTo>
                      <a:pt x="57" y="142"/>
                    </a:lnTo>
                    <a:lnTo>
                      <a:pt x="57" y="142"/>
                    </a:lnTo>
                    <a:lnTo>
                      <a:pt x="56" y="143"/>
                    </a:lnTo>
                    <a:lnTo>
                      <a:pt x="56" y="143"/>
                    </a:lnTo>
                    <a:lnTo>
                      <a:pt x="55" y="144"/>
                    </a:lnTo>
                    <a:lnTo>
                      <a:pt x="54" y="144"/>
                    </a:lnTo>
                    <a:lnTo>
                      <a:pt x="54" y="145"/>
                    </a:lnTo>
                    <a:lnTo>
                      <a:pt x="53" y="145"/>
                    </a:lnTo>
                    <a:lnTo>
                      <a:pt x="53" y="145"/>
                    </a:lnTo>
                    <a:lnTo>
                      <a:pt x="52" y="146"/>
                    </a:lnTo>
                    <a:lnTo>
                      <a:pt x="52" y="146"/>
                    </a:lnTo>
                    <a:lnTo>
                      <a:pt x="51" y="147"/>
                    </a:lnTo>
                    <a:lnTo>
                      <a:pt x="51" y="147"/>
                    </a:lnTo>
                    <a:lnTo>
                      <a:pt x="50" y="148"/>
                    </a:lnTo>
                    <a:lnTo>
                      <a:pt x="50" y="148"/>
                    </a:lnTo>
                    <a:lnTo>
                      <a:pt x="49" y="149"/>
                    </a:lnTo>
                    <a:lnTo>
                      <a:pt x="49" y="149"/>
                    </a:lnTo>
                    <a:lnTo>
                      <a:pt x="49" y="149"/>
                    </a:lnTo>
                    <a:lnTo>
                      <a:pt x="49" y="150"/>
                    </a:lnTo>
                    <a:lnTo>
                      <a:pt x="48" y="150"/>
                    </a:lnTo>
                    <a:lnTo>
                      <a:pt x="48" y="151"/>
                    </a:lnTo>
                    <a:lnTo>
                      <a:pt x="47" y="151"/>
                    </a:lnTo>
                    <a:lnTo>
                      <a:pt x="47" y="151"/>
                    </a:lnTo>
                    <a:lnTo>
                      <a:pt x="47" y="151"/>
                    </a:lnTo>
                    <a:lnTo>
                      <a:pt x="46" y="152"/>
                    </a:lnTo>
                    <a:lnTo>
                      <a:pt x="46" y="152"/>
                    </a:lnTo>
                    <a:lnTo>
                      <a:pt x="45" y="152"/>
                    </a:lnTo>
                    <a:lnTo>
                      <a:pt x="45" y="153"/>
                    </a:lnTo>
                    <a:lnTo>
                      <a:pt x="44" y="153"/>
                    </a:lnTo>
                    <a:lnTo>
                      <a:pt x="44" y="153"/>
                    </a:lnTo>
                    <a:lnTo>
                      <a:pt x="43" y="154"/>
                    </a:lnTo>
                    <a:lnTo>
                      <a:pt x="43" y="154"/>
                    </a:lnTo>
                    <a:lnTo>
                      <a:pt x="42" y="154"/>
                    </a:lnTo>
                    <a:lnTo>
                      <a:pt x="42" y="155"/>
                    </a:lnTo>
                    <a:lnTo>
                      <a:pt x="41" y="155"/>
                    </a:lnTo>
                    <a:lnTo>
                      <a:pt x="41" y="155"/>
                    </a:lnTo>
                    <a:lnTo>
                      <a:pt x="40" y="156"/>
                    </a:lnTo>
                    <a:lnTo>
                      <a:pt x="40" y="156"/>
                    </a:lnTo>
                    <a:lnTo>
                      <a:pt x="39" y="156"/>
                    </a:lnTo>
                    <a:lnTo>
                      <a:pt x="38" y="156"/>
                    </a:lnTo>
                    <a:lnTo>
                      <a:pt x="38" y="156"/>
                    </a:lnTo>
                    <a:lnTo>
                      <a:pt x="37" y="157"/>
                    </a:lnTo>
                    <a:lnTo>
                      <a:pt x="37" y="157"/>
                    </a:lnTo>
                    <a:lnTo>
                      <a:pt x="36" y="157"/>
                    </a:lnTo>
                    <a:lnTo>
                      <a:pt x="35" y="157"/>
                    </a:lnTo>
                    <a:lnTo>
                      <a:pt x="35" y="157"/>
                    </a:lnTo>
                    <a:lnTo>
                      <a:pt x="34" y="158"/>
                    </a:lnTo>
                    <a:lnTo>
                      <a:pt x="33" y="158"/>
                    </a:lnTo>
                    <a:lnTo>
                      <a:pt x="33" y="158"/>
                    </a:lnTo>
                    <a:lnTo>
                      <a:pt x="32" y="158"/>
                    </a:lnTo>
                    <a:lnTo>
                      <a:pt x="32" y="158"/>
                    </a:lnTo>
                    <a:lnTo>
                      <a:pt x="31" y="158"/>
                    </a:lnTo>
                    <a:lnTo>
                      <a:pt x="31" y="158"/>
                    </a:lnTo>
                    <a:lnTo>
                      <a:pt x="30" y="158"/>
                    </a:lnTo>
                    <a:lnTo>
                      <a:pt x="30" y="158"/>
                    </a:lnTo>
                    <a:lnTo>
                      <a:pt x="30" y="158"/>
                    </a:lnTo>
                    <a:lnTo>
                      <a:pt x="29" y="158"/>
                    </a:lnTo>
                    <a:lnTo>
                      <a:pt x="29" y="158"/>
                    </a:lnTo>
                    <a:lnTo>
                      <a:pt x="28" y="158"/>
                    </a:lnTo>
                    <a:lnTo>
                      <a:pt x="28" y="157"/>
                    </a:lnTo>
                    <a:lnTo>
                      <a:pt x="27" y="157"/>
                    </a:lnTo>
                    <a:lnTo>
                      <a:pt x="27" y="157"/>
                    </a:lnTo>
                    <a:lnTo>
                      <a:pt x="26" y="157"/>
                    </a:lnTo>
                    <a:lnTo>
                      <a:pt x="26" y="157"/>
                    </a:lnTo>
                    <a:lnTo>
                      <a:pt x="25" y="157"/>
                    </a:lnTo>
                    <a:lnTo>
                      <a:pt x="25" y="156"/>
                    </a:lnTo>
                    <a:lnTo>
                      <a:pt x="24" y="156"/>
                    </a:lnTo>
                    <a:lnTo>
                      <a:pt x="24" y="156"/>
                    </a:lnTo>
                    <a:lnTo>
                      <a:pt x="23" y="156"/>
                    </a:lnTo>
                    <a:lnTo>
                      <a:pt x="23" y="155"/>
                    </a:lnTo>
                    <a:lnTo>
                      <a:pt x="22" y="155"/>
                    </a:lnTo>
                    <a:lnTo>
                      <a:pt x="22" y="155"/>
                    </a:lnTo>
                    <a:lnTo>
                      <a:pt x="22" y="155"/>
                    </a:lnTo>
                    <a:lnTo>
                      <a:pt x="21" y="156"/>
                    </a:lnTo>
                    <a:lnTo>
                      <a:pt x="21" y="157"/>
                    </a:lnTo>
                    <a:lnTo>
                      <a:pt x="21" y="158"/>
                    </a:lnTo>
                    <a:lnTo>
                      <a:pt x="21" y="158"/>
                    </a:lnTo>
                    <a:lnTo>
                      <a:pt x="21" y="158"/>
                    </a:lnTo>
                    <a:lnTo>
                      <a:pt x="21" y="159"/>
                    </a:lnTo>
                    <a:lnTo>
                      <a:pt x="20" y="159"/>
                    </a:lnTo>
                    <a:lnTo>
                      <a:pt x="20" y="160"/>
                    </a:lnTo>
                    <a:lnTo>
                      <a:pt x="20" y="160"/>
                    </a:lnTo>
                    <a:lnTo>
                      <a:pt x="20" y="160"/>
                    </a:lnTo>
                    <a:lnTo>
                      <a:pt x="13" y="164"/>
                    </a:lnTo>
                    <a:lnTo>
                      <a:pt x="4" y="162"/>
                    </a:lnTo>
                    <a:lnTo>
                      <a:pt x="4" y="162"/>
                    </a:lnTo>
                    <a:lnTo>
                      <a:pt x="0" y="156"/>
                    </a:lnTo>
                    <a:lnTo>
                      <a:pt x="1" y="148"/>
                    </a:lnTo>
                    <a:lnTo>
                      <a:pt x="1" y="148"/>
                    </a:lnTo>
                    <a:lnTo>
                      <a:pt x="1" y="147"/>
                    </a:lnTo>
                    <a:lnTo>
                      <a:pt x="1" y="147"/>
                    </a:lnTo>
                    <a:lnTo>
                      <a:pt x="1" y="147"/>
                    </a:lnTo>
                    <a:lnTo>
                      <a:pt x="1" y="147"/>
                    </a:lnTo>
                    <a:lnTo>
                      <a:pt x="1" y="147"/>
                    </a:lnTo>
                    <a:lnTo>
                      <a:pt x="1" y="147"/>
                    </a:lnTo>
                    <a:lnTo>
                      <a:pt x="2" y="146"/>
                    </a:lnTo>
                    <a:lnTo>
                      <a:pt x="2" y="146"/>
                    </a:lnTo>
                    <a:lnTo>
                      <a:pt x="2" y="145"/>
                    </a:lnTo>
                    <a:lnTo>
                      <a:pt x="2" y="145"/>
                    </a:lnTo>
                    <a:lnTo>
                      <a:pt x="2" y="144"/>
                    </a:lnTo>
                    <a:lnTo>
                      <a:pt x="3" y="143"/>
                    </a:lnTo>
                    <a:lnTo>
                      <a:pt x="3" y="143"/>
                    </a:lnTo>
                    <a:lnTo>
                      <a:pt x="3" y="142"/>
                    </a:lnTo>
                    <a:lnTo>
                      <a:pt x="3" y="141"/>
                    </a:lnTo>
                    <a:lnTo>
                      <a:pt x="3" y="140"/>
                    </a:lnTo>
                    <a:lnTo>
                      <a:pt x="3" y="139"/>
                    </a:lnTo>
                    <a:lnTo>
                      <a:pt x="3" y="138"/>
                    </a:lnTo>
                    <a:lnTo>
                      <a:pt x="3" y="137"/>
                    </a:lnTo>
                    <a:lnTo>
                      <a:pt x="3" y="136"/>
                    </a:lnTo>
                    <a:lnTo>
                      <a:pt x="3" y="135"/>
                    </a:lnTo>
                    <a:lnTo>
                      <a:pt x="3" y="134"/>
                    </a:lnTo>
                    <a:lnTo>
                      <a:pt x="3" y="132"/>
                    </a:lnTo>
                    <a:lnTo>
                      <a:pt x="3" y="132"/>
                    </a:lnTo>
                    <a:lnTo>
                      <a:pt x="3" y="131"/>
                    </a:lnTo>
                    <a:lnTo>
                      <a:pt x="2" y="128"/>
                    </a:lnTo>
                    <a:lnTo>
                      <a:pt x="1" y="125"/>
                    </a:lnTo>
                    <a:lnTo>
                      <a:pt x="1" y="123"/>
                    </a:lnTo>
                    <a:lnTo>
                      <a:pt x="1" y="122"/>
                    </a:lnTo>
                    <a:lnTo>
                      <a:pt x="1" y="119"/>
                    </a:lnTo>
                    <a:lnTo>
                      <a:pt x="2" y="119"/>
                    </a:lnTo>
                    <a:lnTo>
                      <a:pt x="2" y="116"/>
                    </a:lnTo>
                    <a:lnTo>
                      <a:pt x="3" y="114"/>
                    </a:lnTo>
                    <a:lnTo>
                      <a:pt x="4" y="111"/>
                    </a:lnTo>
                    <a:lnTo>
                      <a:pt x="7" y="105"/>
                    </a:lnTo>
                    <a:lnTo>
                      <a:pt x="9" y="99"/>
                    </a:lnTo>
                    <a:lnTo>
                      <a:pt x="10" y="96"/>
                    </a:lnTo>
                    <a:lnTo>
                      <a:pt x="11" y="93"/>
                    </a:lnTo>
                    <a:lnTo>
                      <a:pt x="12" y="90"/>
                    </a:lnTo>
                    <a:lnTo>
                      <a:pt x="13" y="88"/>
                    </a:lnTo>
                    <a:lnTo>
                      <a:pt x="13" y="87"/>
                    </a:lnTo>
                    <a:lnTo>
                      <a:pt x="14" y="83"/>
                    </a:lnTo>
                    <a:lnTo>
                      <a:pt x="16" y="80"/>
                    </a:lnTo>
                    <a:lnTo>
                      <a:pt x="17" y="77"/>
                    </a:lnTo>
                    <a:lnTo>
                      <a:pt x="18" y="75"/>
                    </a:lnTo>
                    <a:lnTo>
                      <a:pt x="18" y="73"/>
                    </a:lnTo>
                    <a:lnTo>
                      <a:pt x="19" y="73"/>
                    </a:lnTo>
                    <a:lnTo>
                      <a:pt x="19" y="71"/>
                    </a:lnTo>
                    <a:lnTo>
                      <a:pt x="20" y="69"/>
                    </a:lnTo>
                    <a:lnTo>
                      <a:pt x="20" y="69"/>
                    </a:lnTo>
                    <a:lnTo>
                      <a:pt x="21" y="68"/>
                    </a:lnTo>
                    <a:lnTo>
                      <a:pt x="21" y="66"/>
                    </a:lnTo>
                    <a:lnTo>
                      <a:pt x="21" y="64"/>
                    </a:lnTo>
                    <a:lnTo>
                      <a:pt x="22" y="63"/>
                    </a:lnTo>
                    <a:lnTo>
                      <a:pt x="22" y="61"/>
                    </a:lnTo>
                    <a:lnTo>
                      <a:pt x="23" y="60"/>
                    </a:lnTo>
                    <a:lnTo>
                      <a:pt x="24" y="58"/>
                    </a:lnTo>
                    <a:lnTo>
                      <a:pt x="24" y="56"/>
                    </a:lnTo>
                    <a:lnTo>
                      <a:pt x="25" y="55"/>
                    </a:lnTo>
                    <a:lnTo>
                      <a:pt x="25" y="55"/>
                    </a:lnTo>
                    <a:lnTo>
                      <a:pt x="26" y="53"/>
                    </a:lnTo>
                    <a:lnTo>
                      <a:pt x="27" y="52"/>
                    </a:lnTo>
                    <a:lnTo>
                      <a:pt x="28" y="50"/>
                    </a:lnTo>
                    <a:lnTo>
                      <a:pt x="29" y="49"/>
                    </a:lnTo>
                    <a:lnTo>
                      <a:pt x="30" y="47"/>
                    </a:lnTo>
                    <a:lnTo>
                      <a:pt x="30" y="46"/>
                    </a:lnTo>
                    <a:lnTo>
                      <a:pt x="31" y="44"/>
                    </a:lnTo>
                    <a:lnTo>
                      <a:pt x="32" y="43"/>
                    </a:lnTo>
                    <a:lnTo>
                      <a:pt x="33" y="42"/>
                    </a:lnTo>
                    <a:lnTo>
                      <a:pt x="34" y="41"/>
                    </a:lnTo>
                    <a:lnTo>
                      <a:pt x="35" y="39"/>
                    </a:lnTo>
                    <a:lnTo>
                      <a:pt x="36" y="38"/>
                    </a:lnTo>
                    <a:lnTo>
                      <a:pt x="36" y="38"/>
                    </a:lnTo>
                    <a:lnTo>
                      <a:pt x="36" y="37"/>
                    </a:lnTo>
                    <a:lnTo>
                      <a:pt x="37" y="35"/>
                    </a:lnTo>
                    <a:lnTo>
                      <a:pt x="38" y="34"/>
                    </a:lnTo>
                    <a:lnTo>
                      <a:pt x="39" y="33"/>
                    </a:lnTo>
                    <a:lnTo>
                      <a:pt x="40" y="31"/>
                    </a:lnTo>
                    <a:lnTo>
                      <a:pt x="41" y="30"/>
                    </a:lnTo>
                    <a:lnTo>
                      <a:pt x="42" y="29"/>
                    </a:lnTo>
                    <a:lnTo>
                      <a:pt x="43" y="28"/>
                    </a:lnTo>
                    <a:lnTo>
                      <a:pt x="43" y="27"/>
                    </a:lnTo>
                    <a:lnTo>
                      <a:pt x="43" y="26"/>
                    </a:lnTo>
                    <a:lnTo>
                      <a:pt x="44" y="26"/>
                    </a:lnTo>
                    <a:lnTo>
                      <a:pt x="44" y="25"/>
                    </a:lnTo>
                    <a:lnTo>
                      <a:pt x="45" y="25"/>
                    </a:lnTo>
                    <a:lnTo>
                      <a:pt x="45" y="24"/>
                    </a:lnTo>
                    <a:lnTo>
                      <a:pt x="46" y="23"/>
                    </a:lnTo>
                    <a:lnTo>
                      <a:pt x="46" y="23"/>
                    </a:lnTo>
                    <a:lnTo>
                      <a:pt x="46" y="22"/>
                    </a:lnTo>
                    <a:lnTo>
                      <a:pt x="47" y="22"/>
                    </a:lnTo>
                    <a:lnTo>
                      <a:pt x="47" y="21"/>
                    </a:lnTo>
                    <a:lnTo>
                      <a:pt x="47" y="21"/>
                    </a:lnTo>
                    <a:lnTo>
                      <a:pt x="48" y="20"/>
                    </a:lnTo>
                    <a:lnTo>
                      <a:pt x="48" y="20"/>
                    </a:lnTo>
                    <a:lnTo>
                      <a:pt x="49" y="19"/>
                    </a:lnTo>
                    <a:lnTo>
                      <a:pt x="49" y="19"/>
                    </a:lnTo>
                    <a:lnTo>
                      <a:pt x="49" y="18"/>
                    </a:lnTo>
                    <a:lnTo>
                      <a:pt x="49" y="18"/>
                    </a:lnTo>
                    <a:lnTo>
                      <a:pt x="49" y="17"/>
                    </a:lnTo>
                    <a:lnTo>
                      <a:pt x="50" y="17"/>
                    </a:lnTo>
                    <a:lnTo>
                      <a:pt x="50" y="16"/>
                    </a:lnTo>
                    <a:lnTo>
                      <a:pt x="51" y="15"/>
                    </a:lnTo>
                    <a:lnTo>
                      <a:pt x="51" y="15"/>
                    </a:lnTo>
                    <a:lnTo>
                      <a:pt x="51" y="14"/>
                    </a:lnTo>
                    <a:lnTo>
                      <a:pt x="52" y="14"/>
                    </a:lnTo>
                    <a:lnTo>
                      <a:pt x="52" y="14"/>
                    </a:lnTo>
                    <a:lnTo>
                      <a:pt x="53" y="14"/>
                    </a:lnTo>
                    <a:lnTo>
                      <a:pt x="53" y="13"/>
                    </a:lnTo>
                    <a:lnTo>
                      <a:pt x="54" y="13"/>
                    </a:lnTo>
                    <a:lnTo>
                      <a:pt x="54" y="12"/>
                    </a:lnTo>
                    <a:lnTo>
                      <a:pt x="55" y="12"/>
                    </a:lnTo>
                    <a:lnTo>
                      <a:pt x="55" y="11"/>
                    </a:lnTo>
                    <a:lnTo>
                      <a:pt x="56" y="11"/>
                    </a:lnTo>
                    <a:lnTo>
                      <a:pt x="56" y="10"/>
                    </a:lnTo>
                    <a:lnTo>
                      <a:pt x="57" y="10"/>
                    </a:lnTo>
                    <a:lnTo>
                      <a:pt x="57" y="9"/>
                    </a:lnTo>
                    <a:lnTo>
                      <a:pt x="58" y="9"/>
                    </a:lnTo>
                    <a:lnTo>
                      <a:pt x="58" y="9"/>
                    </a:lnTo>
                    <a:lnTo>
                      <a:pt x="59" y="8"/>
                    </a:lnTo>
                    <a:lnTo>
                      <a:pt x="59" y="8"/>
                    </a:lnTo>
                    <a:lnTo>
                      <a:pt x="60" y="7"/>
                    </a:lnTo>
                    <a:lnTo>
                      <a:pt x="60" y="7"/>
                    </a:lnTo>
                    <a:lnTo>
                      <a:pt x="61" y="6"/>
                    </a:lnTo>
                    <a:lnTo>
                      <a:pt x="61" y="6"/>
                    </a:lnTo>
                    <a:lnTo>
                      <a:pt x="62" y="6"/>
                    </a:lnTo>
                    <a:lnTo>
                      <a:pt x="63" y="5"/>
                    </a:lnTo>
                    <a:lnTo>
                      <a:pt x="63" y="5"/>
                    </a:lnTo>
                    <a:lnTo>
                      <a:pt x="64" y="5"/>
                    </a:lnTo>
                    <a:lnTo>
                      <a:pt x="64" y="4"/>
                    </a:lnTo>
                    <a:lnTo>
                      <a:pt x="64" y="4"/>
                    </a:lnTo>
                    <a:lnTo>
                      <a:pt x="65" y="4"/>
                    </a:lnTo>
                    <a:lnTo>
                      <a:pt x="66" y="3"/>
                    </a:lnTo>
                    <a:lnTo>
                      <a:pt x="67" y="3"/>
                    </a:lnTo>
                    <a:lnTo>
                      <a:pt x="67" y="3"/>
                    </a:lnTo>
                    <a:lnTo>
                      <a:pt x="68" y="2"/>
                    </a:lnTo>
                    <a:lnTo>
                      <a:pt x="69" y="2"/>
                    </a:lnTo>
                    <a:lnTo>
                      <a:pt x="70" y="2"/>
                    </a:lnTo>
                    <a:lnTo>
                      <a:pt x="70" y="1"/>
                    </a:lnTo>
                    <a:lnTo>
                      <a:pt x="71" y="1"/>
                    </a:lnTo>
                    <a:lnTo>
                      <a:pt x="72" y="1"/>
                    </a:lnTo>
                    <a:lnTo>
                      <a:pt x="73" y="1"/>
                    </a:lnTo>
                    <a:lnTo>
                      <a:pt x="74" y="1"/>
                    </a:lnTo>
                    <a:lnTo>
                      <a:pt x="75" y="1"/>
                    </a:lnTo>
                    <a:lnTo>
                      <a:pt x="76" y="1"/>
                    </a:lnTo>
                    <a:lnTo>
                      <a:pt x="76" y="0"/>
                    </a:lnTo>
                    <a:lnTo>
                      <a:pt x="77" y="0"/>
                    </a:lnTo>
                    <a:lnTo>
                      <a:pt x="77" y="0"/>
                    </a:lnTo>
                    <a:lnTo>
                      <a:pt x="78" y="0"/>
                    </a:lnTo>
                    <a:lnTo>
                      <a:pt x="78" y="0"/>
                    </a:lnTo>
                    <a:close/>
                    <a:moveTo>
                      <a:pt x="39" y="142"/>
                    </a:moveTo>
                    <a:lnTo>
                      <a:pt x="39" y="142"/>
                    </a:lnTo>
                    <a:lnTo>
                      <a:pt x="39" y="142"/>
                    </a:lnTo>
                    <a:lnTo>
                      <a:pt x="39" y="142"/>
                    </a:lnTo>
                    <a:lnTo>
                      <a:pt x="39" y="142"/>
                    </a:lnTo>
                    <a:lnTo>
                      <a:pt x="39" y="141"/>
                    </a:lnTo>
                    <a:lnTo>
                      <a:pt x="39" y="141"/>
                    </a:lnTo>
                    <a:lnTo>
                      <a:pt x="39" y="141"/>
                    </a:lnTo>
                    <a:lnTo>
                      <a:pt x="39" y="141"/>
                    </a:lnTo>
                    <a:lnTo>
                      <a:pt x="39" y="141"/>
                    </a:lnTo>
                    <a:lnTo>
                      <a:pt x="39" y="141"/>
                    </a:lnTo>
                    <a:lnTo>
                      <a:pt x="39" y="140"/>
                    </a:lnTo>
                    <a:lnTo>
                      <a:pt x="39" y="140"/>
                    </a:lnTo>
                    <a:lnTo>
                      <a:pt x="39" y="140"/>
                    </a:lnTo>
                    <a:lnTo>
                      <a:pt x="38" y="140"/>
                    </a:lnTo>
                    <a:lnTo>
                      <a:pt x="38" y="139"/>
                    </a:lnTo>
                    <a:lnTo>
                      <a:pt x="38" y="139"/>
                    </a:lnTo>
                    <a:lnTo>
                      <a:pt x="38" y="139"/>
                    </a:lnTo>
                    <a:lnTo>
                      <a:pt x="38" y="139"/>
                    </a:lnTo>
                    <a:lnTo>
                      <a:pt x="39" y="142"/>
                    </a:lnTo>
                    <a:lnTo>
                      <a:pt x="39" y="142"/>
                    </a:lnTo>
                    <a:close/>
                    <a:moveTo>
                      <a:pt x="78" y="34"/>
                    </a:moveTo>
                    <a:lnTo>
                      <a:pt x="78" y="34"/>
                    </a:lnTo>
                    <a:lnTo>
                      <a:pt x="78" y="34"/>
                    </a:lnTo>
                    <a:lnTo>
                      <a:pt x="78" y="35"/>
                    </a:lnTo>
                    <a:lnTo>
                      <a:pt x="78" y="35"/>
                    </a:lnTo>
                    <a:lnTo>
                      <a:pt x="77" y="35"/>
                    </a:lnTo>
                    <a:lnTo>
                      <a:pt x="77" y="36"/>
                    </a:lnTo>
                    <a:lnTo>
                      <a:pt x="77" y="36"/>
                    </a:lnTo>
                    <a:lnTo>
                      <a:pt x="77" y="36"/>
                    </a:lnTo>
                    <a:lnTo>
                      <a:pt x="76" y="37"/>
                    </a:lnTo>
                    <a:lnTo>
                      <a:pt x="76" y="37"/>
                    </a:lnTo>
                    <a:lnTo>
                      <a:pt x="76" y="37"/>
                    </a:lnTo>
                    <a:lnTo>
                      <a:pt x="76" y="38"/>
                    </a:lnTo>
                    <a:lnTo>
                      <a:pt x="76" y="38"/>
                    </a:lnTo>
                    <a:lnTo>
                      <a:pt x="75" y="39"/>
                    </a:lnTo>
                    <a:lnTo>
                      <a:pt x="75" y="39"/>
                    </a:lnTo>
                    <a:lnTo>
                      <a:pt x="75" y="39"/>
                    </a:lnTo>
                    <a:lnTo>
                      <a:pt x="75" y="40"/>
                    </a:lnTo>
                    <a:lnTo>
                      <a:pt x="75" y="40"/>
                    </a:lnTo>
                    <a:lnTo>
                      <a:pt x="74" y="41"/>
                    </a:lnTo>
                    <a:lnTo>
                      <a:pt x="74" y="41"/>
                    </a:lnTo>
                    <a:lnTo>
                      <a:pt x="74" y="42"/>
                    </a:lnTo>
                    <a:lnTo>
                      <a:pt x="74" y="42"/>
                    </a:lnTo>
                    <a:lnTo>
                      <a:pt x="74" y="43"/>
                    </a:lnTo>
                    <a:lnTo>
                      <a:pt x="73" y="43"/>
                    </a:lnTo>
                    <a:lnTo>
                      <a:pt x="73" y="43"/>
                    </a:lnTo>
                    <a:lnTo>
                      <a:pt x="73" y="43"/>
                    </a:lnTo>
                    <a:lnTo>
                      <a:pt x="73" y="44"/>
                    </a:lnTo>
                    <a:lnTo>
                      <a:pt x="72" y="45"/>
                    </a:lnTo>
                    <a:lnTo>
                      <a:pt x="72" y="46"/>
                    </a:lnTo>
                    <a:lnTo>
                      <a:pt x="71" y="47"/>
                    </a:lnTo>
                    <a:lnTo>
                      <a:pt x="71" y="48"/>
                    </a:lnTo>
                    <a:lnTo>
                      <a:pt x="71" y="50"/>
                    </a:lnTo>
                    <a:lnTo>
                      <a:pt x="70" y="51"/>
                    </a:lnTo>
                    <a:lnTo>
                      <a:pt x="70" y="52"/>
                    </a:lnTo>
                    <a:lnTo>
                      <a:pt x="69" y="53"/>
                    </a:lnTo>
                    <a:lnTo>
                      <a:pt x="69" y="54"/>
                    </a:lnTo>
                    <a:lnTo>
                      <a:pt x="69" y="55"/>
                    </a:lnTo>
                    <a:lnTo>
                      <a:pt x="68" y="56"/>
                    </a:lnTo>
                    <a:lnTo>
                      <a:pt x="68" y="58"/>
                    </a:lnTo>
                    <a:lnTo>
                      <a:pt x="68" y="59"/>
                    </a:lnTo>
                    <a:lnTo>
                      <a:pt x="67" y="61"/>
                    </a:lnTo>
                    <a:lnTo>
                      <a:pt x="67" y="62"/>
                    </a:lnTo>
                    <a:lnTo>
                      <a:pt x="66" y="64"/>
                    </a:lnTo>
                    <a:lnTo>
                      <a:pt x="66" y="65"/>
                    </a:lnTo>
                    <a:lnTo>
                      <a:pt x="65" y="67"/>
                    </a:lnTo>
                    <a:lnTo>
                      <a:pt x="65" y="68"/>
                    </a:lnTo>
                    <a:lnTo>
                      <a:pt x="65" y="70"/>
                    </a:lnTo>
                    <a:lnTo>
                      <a:pt x="64" y="71"/>
                    </a:lnTo>
                    <a:lnTo>
                      <a:pt x="64" y="71"/>
                    </a:lnTo>
                    <a:lnTo>
                      <a:pt x="64" y="73"/>
                    </a:lnTo>
                    <a:lnTo>
                      <a:pt x="63" y="73"/>
                    </a:lnTo>
                    <a:lnTo>
                      <a:pt x="63" y="75"/>
                    </a:lnTo>
                    <a:lnTo>
                      <a:pt x="62" y="76"/>
                    </a:lnTo>
                    <a:lnTo>
                      <a:pt x="61" y="78"/>
                    </a:lnTo>
                    <a:lnTo>
                      <a:pt x="61" y="79"/>
                    </a:lnTo>
                    <a:lnTo>
                      <a:pt x="60" y="81"/>
                    </a:lnTo>
                    <a:lnTo>
                      <a:pt x="60" y="82"/>
                    </a:lnTo>
                    <a:lnTo>
                      <a:pt x="59" y="83"/>
                    </a:lnTo>
                    <a:lnTo>
                      <a:pt x="59" y="84"/>
                    </a:lnTo>
                    <a:lnTo>
                      <a:pt x="58" y="86"/>
                    </a:lnTo>
                    <a:lnTo>
                      <a:pt x="58" y="87"/>
                    </a:lnTo>
                    <a:lnTo>
                      <a:pt x="57" y="89"/>
                    </a:lnTo>
                    <a:lnTo>
                      <a:pt x="57" y="90"/>
                    </a:lnTo>
                    <a:lnTo>
                      <a:pt x="56" y="92"/>
                    </a:lnTo>
                    <a:lnTo>
                      <a:pt x="55" y="95"/>
                    </a:lnTo>
                    <a:lnTo>
                      <a:pt x="54" y="98"/>
                    </a:lnTo>
                    <a:lnTo>
                      <a:pt x="53" y="102"/>
                    </a:lnTo>
                    <a:lnTo>
                      <a:pt x="52" y="102"/>
                    </a:lnTo>
                    <a:lnTo>
                      <a:pt x="51" y="104"/>
                    </a:lnTo>
                    <a:lnTo>
                      <a:pt x="50" y="107"/>
                    </a:lnTo>
                    <a:lnTo>
                      <a:pt x="49" y="110"/>
                    </a:lnTo>
                    <a:lnTo>
                      <a:pt x="49" y="113"/>
                    </a:lnTo>
                    <a:lnTo>
                      <a:pt x="47" y="119"/>
                    </a:lnTo>
                    <a:lnTo>
                      <a:pt x="47" y="119"/>
                    </a:lnTo>
                    <a:lnTo>
                      <a:pt x="47" y="119"/>
                    </a:lnTo>
                    <a:lnTo>
                      <a:pt x="48" y="118"/>
                    </a:lnTo>
                    <a:lnTo>
                      <a:pt x="48" y="118"/>
                    </a:lnTo>
                    <a:lnTo>
                      <a:pt x="48" y="118"/>
                    </a:lnTo>
                    <a:lnTo>
                      <a:pt x="48" y="117"/>
                    </a:lnTo>
                    <a:lnTo>
                      <a:pt x="49" y="117"/>
                    </a:lnTo>
                    <a:lnTo>
                      <a:pt x="49" y="116"/>
                    </a:lnTo>
                    <a:lnTo>
                      <a:pt x="49" y="115"/>
                    </a:lnTo>
                    <a:lnTo>
                      <a:pt x="49" y="115"/>
                    </a:lnTo>
                    <a:lnTo>
                      <a:pt x="50" y="114"/>
                    </a:lnTo>
                    <a:lnTo>
                      <a:pt x="50" y="113"/>
                    </a:lnTo>
                    <a:lnTo>
                      <a:pt x="51" y="113"/>
                    </a:lnTo>
                    <a:lnTo>
                      <a:pt x="51" y="112"/>
                    </a:lnTo>
                    <a:lnTo>
                      <a:pt x="52" y="111"/>
                    </a:lnTo>
                    <a:lnTo>
                      <a:pt x="52" y="111"/>
                    </a:lnTo>
                    <a:lnTo>
                      <a:pt x="53" y="110"/>
                    </a:lnTo>
                    <a:lnTo>
                      <a:pt x="53" y="110"/>
                    </a:lnTo>
                    <a:lnTo>
                      <a:pt x="54" y="109"/>
                    </a:lnTo>
                    <a:lnTo>
                      <a:pt x="54" y="108"/>
                    </a:lnTo>
                    <a:lnTo>
                      <a:pt x="55" y="107"/>
                    </a:lnTo>
                    <a:lnTo>
                      <a:pt x="55" y="107"/>
                    </a:lnTo>
                    <a:lnTo>
                      <a:pt x="56" y="106"/>
                    </a:lnTo>
                    <a:lnTo>
                      <a:pt x="56" y="105"/>
                    </a:lnTo>
                    <a:lnTo>
                      <a:pt x="56" y="105"/>
                    </a:lnTo>
                    <a:lnTo>
                      <a:pt x="57" y="104"/>
                    </a:lnTo>
                    <a:lnTo>
                      <a:pt x="57" y="103"/>
                    </a:lnTo>
                    <a:lnTo>
                      <a:pt x="58" y="103"/>
                    </a:lnTo>
                    <a:lnTo>
                      <a:pt x="58" y="102"/>
                    </a:lnTo>
                    <a:lnTo>
                      <a:pt x="59" y="102"/>
                    </a:lnTo>
                    <a:lnTo>
                      <a:pt x="59" y="101"/>
                    </a:lnTo>
                    <a:lnTo>
                      <a:pt x="60" y="101"/>
                    </a:lnTo>
                    <a:lnTo>
                      <a:pt x="60" y="100"/>
                    </a:lnTo>
                    <a:lnTo>
                      <a:pt x="61" y="99"/>
                    </a:lnTo>
                    <a:lnTo>
                      <a:pt x="61" y="99"/>
                    </a:lnTo>
                    <a:lnTo>
                      <a:pt x="62" y="98"/>
                    </a:lnTo>
                    <a:lnTo>
                      <a:pt x="62" y="97"/>
                    </a:lnTo>
                    <a:lnTo>
                      <a:pt x="62" y="96"/>
                    </a:lnTo>
                    <a:lnTo>
                      <a:pt x="63" y="96"/>
                    </a:lnTo>
                    <a:lnTo>
                      <a:pt x="63" y="95"/>
                    </a:lnTo>
                    <a:lnTo>
                      <a:pt x="63" y="95"/>
                    </a:lnTo>
                    <a:lnTo>
                      <a:pt x="64" y="94"/>
                    </a:lnTo>
                    <a:lnTo>
                      <a:pt x="64" y="93"/>
                    </a:lnTo>
                    <a:lnTo>
                      <a:pt x="65" y="93"/>
                    </a:lnTo>
                    <a:lnTo>
                      <a:pt x="65" y="92"/>
                    </a:lnTo>
                    <a:lnTo>
                      <a:pt x="65" y="91"/>
                    </a:lnTo>
                    <a:lnTo>
                      <a:pt x="66" y="90"/>
                    </a:lnTo>
                    <a:lnTo>
                      <a:pt x="66" y="89"/>
                    </a:lnTo>
                    <a:lnTo>
                      <a:pt x="67" y="89"/>
                    </a:lnTo>
                    <a:lnTo>
                      <a:pt x="67" y="88"/>
                    </a:lnTo>
                    <a:lnTo>
                      <a:pt x="68" y="87"/>
                    </a:lnTo>
                    <a:lnTo>
                      <a:pt x="68" y="86"/>
                    </a:lnTo>
                    <a:lnTo>
                      <a:pt x="68" y="86"/>
                    </a:lnTo>
                    <a:lnTo>
                      <a:pt x="69" y="85"/>
                    </a:lnTo>
                    <a:lnTo>
                      <a:pt x="69" y="84"/>
                    </a:lnTo>
                    <a:lnTo>
                      <a:pt x="70" y="83"/>
                    </a:lnTo>
                    <a:lnTo>
                      <a:pt x="70" y="83"/>
                    </a:lnTo>
                    <a:lnTo>
                      <a:pt x="70" y="82"/>
                    </a:lnTo>
                    <a:lnTo>
                      <a:pt x="71" y="81"/>
                    </a:lnTo>
                    <a:lnTo>
                      <a:pt x="71" y="80"/>
                    </a:lnTo>
                    <a:lnTo>
                      <a:pt x="71" y="80"/>
                    </a:lnTo>
                    <a:lnTo>
                      <a:pt x="72" y="79"/>
                    </a:lnTo>
                    <a:lnTo>
                      <a:pt x="72" y="78"/>
                    </a:lnTo>
                    <a:lnTo>
                      <a:pt x="73" y="77"/>
                    </a:lnTo>
                    <a:lnTo>
                      <a:pt x="73" y="76"/>
                    </a:lnTo>
                    <a:lnTo>
                      <a:pt x="73" y="76"/>
                    </a:lnTo>
                    <a:lnTo>
                      <a:pt x="74" y="75"/>
                    </a:lnTo>
                    <a:lnTo>
                      <a:pt x="74" y="74"/>
                    </a:lnTo>
                    <a:lnTo>
                      <a:pt x="74" y="73"/>
                    </a:lnTo>
                    <a:lnTo>
                      <a:pt x="74" y="73"/>
                    </a:lnTo>
                    <a:lnTo>
                      <a:pt x="75" y="73"/>
                    </a:lnTo>
                    <a:lnTo>
                      <a:pt x="75" y="72"/>
                    </a:lnTo>
                    <a:lnTo>
                      <a:pt x="75" y="71"/>
                    </a:lnTo>
                    <a:lnTo>
                      <a:pt x="76" y="71"/>
                    </a:lnTo>
                    <a:lnTo>
                      <a:pt x="76" y="70"/>
                    </a:lnTo>
                    <a:lnTo>
                      <a:pt x="76" y="70"/>
                    </a:lnTo>
                    <a:lnTo>
                      <a:pt x="76" y="69"/>
                    </a:lnTo>
                    <a:lnTo>
                      <a:pt x="77" y="68"/>
                    </a:lnTo>
                    <a:lnTo>
                      <a:pt x="77" y="68"/>
                    </a:lnTo>
                    <a:lnTo>
                      <a:pt x="77" y="67"/>
                    </a:lnTo>
                    <a:lnTo>
                      <a:pt x="77" y="66"/>
                    </a:lnTo>
                    <a:lnTo>
                      <a:pt x="78" y="65"/>
                    </a:lnTo>
                    <a:lnTo>
                      <a:pt x="78" y="65"/>
                    </a:lnTo>
                    <a:lnTo>
                      <a:pt x="78" y="64"/>
                    </a:lnTo>
                    <a:lnTo>
                      <a:pt x="78" y="63"/>
                    </a:lnTo>
                    <a:lnTo>
                      <a:pt x="78" y="63"/>
                    </a:lnTo>
                    <a:lnTo>
                      <a:pt x="78" y="62"/>
                    </a:lnTo>
                    <a:lnTo>
                      <a:pt x="78" y="61"/>
                    </a:lnTo>
                    <a:lnTo>
                      <a:pt x="78" y="61"/>
                    </a:lnTo>
                    <a:lnTo>
                      <a:pt x="79" y="60"/>
                    </a:lnTo>
                    <a:lnTo>
                      <a:pt x="79" y="59"/>
                    </a:lnTo>
                    <a:lnTo>
                      <a:pt x="79" y="58"/>
                    </a:lnTo>
                    <a:lnTo>
                      <a:pt x="79" y="58"/>
                    </a:lnTo>
                    <a:lnTo>
                      <a:pt x="79" y="57"/>
                    </a:lnTo>
                    <a:lnTo>
                      <a:pt x="80" y="56"/>
                    </a:lnTo>
                    <a:lnTo>
                      <a:pt x="80" y="56"/>
                    </a:lnTo>
                    <a:lnTo>
                      <a:pt x="80" y="55"/>
                    </a:lnTo>
                    <a:lnTo>
                      <a:pt x="80" y="55"/>
                    </a:lnTo>
                    <a:lnTo>
                      <a:pt x="80" y="54"/>
                    </a:lnTo>
                    <a:lnTo>
                      <a:pt x="80" y="53"/>
                    </a:lnTo>
                    <a:lnTo>
                      <a:pt x="80" y="53"/>
                    </a:lnTo>
                    <a:lnTo>
                      <a:pt x="81" y="52"/>
                    </a:lnTo>
                    <a:lnTo>
                      <a:pt x="81" y="51"/>
                    </a:lnTo>
                    <a:lnTo>
                      <a:pt x="81" y="51"/>
                    </a:lnTo>
                    <a:lnTo>
                      <a:pt x="81" y="50"/>
                    </a:lnTo>
                    <a:lnTo>
                      <a:pt x="81" y="50"/>
                    </a:lnTo>
                    <a:lnTo>
                      <a:pt x="81" y="50"/>
                    </a:lnTo>
                    <a:lnTo>
                      <a:pt x="81" y="49"/>
                    </a:lnTo>
                    <a:lnTo>
                      <a:pt x="81" y="48"/>
                    </a:lnTo>
                    <a:lnTo>
                      <a:pt x="81" y="48"/>
                    </a:lnTo>
                    <a:lnTo>
                      <a:pt x="81" y="47"/>
                    </a:lnTo>
                    <a:lnTo>
                      <a:pt x="81" y="47"/>
                    </a:lnTo>
                    <a:lnTo>
                      <a:pt x="81" y="46"/>
                    </a:lnTo>
                    <a:lnTo>
                      <a:pt x="81" y="46"/>
                    </a:lnTo>
                    <a:lnTo>
                      <a:pt x="81" y="45"/>
                    </a:lnTo>
                    <a:lnTo>
                      <a:pt x="81" y="45"/>
                    </a:lnTo>
                    <a:lnTo>
                      <a:pt x="81" y="44"/>
                    </a:lnTo>
                    <a:lnTo>
                      <a:pt x="81" y="44"/>
                    </a:lnTo>
                    <a:lnTo>
                      <a:pt x="81" y="43"/>
                    </a:lnTo>
                    <a:lnTo>
                      <a:pt x="81" y="43"/>
                    </a:lnTo>
                    <a:lnTo>
                      <a:pt x="81" y="43"/>
                    </a:lnTo>
                    <a:lnTo>
                      <a:pt x="81" y="43"/>
                    </a:lnTo>
                    <a:lnTo>
                      <a:pt x="81" y="43"/>
                    </a:lnTo>
                    <a:lnTo>
                      <a:pt x="81" y="42"/>
                    </a:lnTo>
                    <a:lnTo>
                      <a:pt x="81" y="42"/>
                    </a:lnTo>
                    <a:lnTo>
                      <a:pt x="81" y="41"/>
                    </a:lnTo>
                    <a:lnTo>
                      <a:pt x="81" y="41"/>
                    </a:lnTo>
                    <a:lnTo>
                      <a:pt x="81" y="41"/>
                    </a:lnTo>
                    <a:lnTo>
                      <a:pt x="81" y="40"/>
                    </a:lnTo>
                    <a:lnTo>
                      <a:pt x="81" y="40"/>
                    </a:lnTo>
                    <a:lnTo>
                      <a:pt x="81" y="40"/>
                    </a:lnTo>
                    <a:lnTo>
                      <a:pt x="81" y="40"/>
                    </a:lnTo>
                    <a:lnTo>
                      <a:pt x="81" y="40"/>
                    </a:lnTo>
                    <a:lnTo>
                      <a:pt x="81" y="40"/>
                    </a:lnTo>
                    <a:lnTo>
                      <a:pt x="81" y="39"/>
                    </a:lnTo>
                    <a:lnTo>
                      <a:pt x="81" y="39"/>
                    </a:lnTo>
                    <a:lnTo>
                      <a:pt x="81" y="39"/>
                    </a:lnTo>
                    <a:lnTo>
                      <a:pt x="81" y="39"/>
                    </a:lnTo>
                    <a:lnTo>
                      <a:pt x="81" y="39"/>
                    </a:lnTo>
                    <a:lnTo>
                      <a:pt x="81" y="39"/>
                    </a:lnTo>
                    <a:lnTo>
                      <a:pt x="81" y="38"/>
                    </a:lnTo>
                    <a:lnTo>
                      <a:pt x="81" y="38"/>
                    </a:lnTo>
                    <a:lnTo>
                      <a:pt x="81" y="38"/>
                    </a:lnTo>
                    <a:lnTo>
                      <a:pt x="81" y="38"/>
                    </a:lnTo>
                    <a:lnTo>
                      <a:pt x="80" y="38"/>
                    </a:lnTo>
                    <a:lnTo>
                      <a:pt x="80" y="38"/>
                    </a:lnTo>
                    <a:lnTo>
                      <a:pt x="80" y="38"/>
                    </a:lnTo>
                    <a:lnTo>
                      <a:pt x="80" y="38"/>
                    </a:lnTo>
                    <a:lnTo>
                      <a:pt x="80" y="37"/>
                    </a:lnTo>
                    <a:lnTo>
                      <a:pt x="80" y="37"/>
                    </a:lnTo>
                    <a:lnTo>
                      <a:pt x="80" y="37"/>
                    </a:lnTo>
                    <a:lnTo>
                      <a:pt x="80" y="37"/>
                    </a:lnTo>
                    <a:lnTo>
                      <a:pt x="80" y="37"/>
                    </a:lnTo>
                    <a:lnTo>
                      <a:pt x="80" y="37"/>
                    </a:lnTo>
                    <a:lnTo>
                      <a:pt x="80" y="37"/>
                    </a:lnTo>
                    <a:lnTo>
                      <a:pt x="80" y="37"/>
                    </a:lnTo>
                    <a:lnTo>
                      <a:pt x="80" y="37"/>
                    </a:lnTo>
                    <a:lnTo>
                      <a:pt x="80" y="37"/>
                    </a:lnTo>
                    <a:lnTo>
                      <a:pt x="80" y="36"/>
                    </a:lnTo>
                    <a:lnTo>
                      <a:pt x="80" y="36"/>
                    </a:lnTo>
                    <a:lnTo>
                      <a:pt x="80" y="36"/>
                    </a:lnTo>
                    <a:lnTo>
                      <a:pt x="80" y="36"/>
                    </a:lnTo>
                    <a:lnTo>
                      <a:pt x="80" y="36"/>
                    </a:lnTo>
                    <a:lnTo>
                      <a:pt x="80" y="36"/>
                    </a:lnTo>
                    <a:lnTo>
                      <a:pt x="80" y="36"/>
                    </a:lnTo>
                    <a:lnTo>
                      <a:pt x="80" y="36"/>
                    </a:lnTo>
                    <a:lnTo>
                      <a:pt x="79" y="36"/>
                    </a:lnTo>
                    <a:lnTo>
                      <a:pt x="79" y="36"/>
                    </a:lnTo>
                    <a:lnTo>
                      <a:pt x="79" y="35"/>
                    </a:lnTo>
                    <a:lnTo>
                      <a:pt x="79" y="35"/>
                    </a:lnTo>
                    <a:lnTo>
                      <a:pt x="79" y="35"/>
                    </a:lnTo>
                    <a:lnTo>
                      <a:pt x="79" y="35"/>
                    </a:lnTo>
                    <a:lnTo>
                      <a:pt x="79" y="35"/>
                    </a:lnTo>
                    <a:lnTo>
                      <a:pt x="79" y="35"/>
                    </a:lnTo>
                    <a:lnTo>
                      <a:pt x="79" y="35"/>
                    </a:lnTo>
                    <a:lnTo>
                      <a:pt x="79" y="35"/>
                    </a:lnTo>
                    <a:lnTo>
                      <a:pt x="79" y="35"/>
                    </a:lnTo>
                    <a:lnTo>
                      <a:pt x="79" y="35"/>
                    </a:lnTo>
                    <a:lnTo>
                      <a:pt x="79" y="35"/>
                    </a:lnTo>
                    <a:lnTo>
                      <a:pt x="79" y="35"/>
                    </a:lnTo>
                    <a:lnTo>
                      <a:pt x="79" y="34"/>
                    </a:lnTo>
                    <a:lnTo>
                      <a:pt x="79" y="34"/>
                    </a:lnTo>
                    <a:lnTo>
                      <a:pt x="78" y="34"/>
                    </a:lnTo>
                    <a:lnTo>
                      <a:pt x="78" y="34"/>
                    </a:lnTo>
                    <a:lnTo>
                      <a:pt x="78" y="34"/>
                    </a:lnTo>
                    <a:lnTo>
                      <a:pt x="78" y="34"/>
                    </a:lnTo>
                    <a:lnTo>
                      <a:pt x="78" y="34"/>
                    </a:lnTo>
                    <a:lnTo>
                      <a:pt x="78" y="34"/>
                    </a:lnTo>
                    <a:lnTo>
                      <a:pt x="78" y="34"/>
                    </a:lnTo>
                    <a:lnTo>
                      <a:pt x="78" y="34"/>
                    </a:lnTo>
                    <a:lnTo>
                      <a:pt x="78" y="34"/>
                    </a:lnTo>
                    <a:lnTo>
                      <a:pt x="78" y="34"/>
                    </a:lnTo>
                    <a:lnTo>
                      <a:pt x="78" y="33"/>
                    </a:lnTo>
                    <a:lnTo>
                      <a:pt x="78" y="33"/>
                    </a:lnTo>
                    <a:lnTo>
                      <a:pt x="78" y="33"/>
                    </a:lnTo>
                    <a:lnTo>
                      <a:pt x="78" y="34"/>
                    </a:lnTo>
                    <a:lnTo>
                      <a:pt x="78" y="34"/>
                    </a:lnTo>
                    <a:close/>
                    <a:moveTo>
                      <a:pt x="80" y="31"/>
                    </a:moveTo>
                    <a:lnTo>
                      <a:pt x="80" y="31"/>
                    </a:lnTo>
                    <a:lnTo>
                      <a:pt x="80" y="31"/>
                    </a:lnTo>
                    <a:lnTo>
                      <a:pt x="80" y="31"/>
                    </a:lnTo>
                    <a:lnTo>
                      <a:pt x="80" y="31"/>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sp>
            <p:nvSpPr>
              <p:cNvPr id="69" name="Freeform 22">
                <a:extLst>
                  <a:ext uri="{FF2B5EF4-FFF2-40B4-BE49-F238E27FC236}">
                    <a16:creationId xmlns:a16="http://schemas.microsoft.com/office/drawing/2014/main" id="{5E7422C2-575F-69CE-9A0E-78984480A3C4}"/>
                  </a:ext>
                </a:extLst>
              </p:cNvPr>
              <p:cNvSpPr>
                <a:spLocks noEditPoints="1"/>
              </p:cNvSpPr>
              <p:nvPr/>
            </p:nvSpPr>
            <p:spPr bwMode="auto">
              <a:xfrm>
                <a:off x="13179043" y="4505947"/>
                <a:ext cx="620659" cy="301887"/>
              </a:xfrm>
              <a:custGeom>
                <a:avLst/>
                <a:gdLst>
                  <a:gd name="T0" fmla="*/ 917 w 919"/>
                  <a:gd name="T1" fmla="*/ 15 h 447"/>
                  <a:gd name="T2" fmla="*/ 919 w 919"/>
                  <a:gd name="T3" fmla="*/ 28 h 447"/>
                  <a:gd name="T4" fmla="*/ 918 w 919"/>
                  <a:gd name="T5" fmla="*/ 46 h 447"/>
                  <a:gd name="T6" fmla="*/ 915 w 919"/>
                  <a:gd name="T7" fmla="*/ 71 h 447"/>
                  <a:gd name="T8" fmla="*/ 911 w 919"/>
                  <a:gd name="T9" fmla="*/ 89 h 447"/>
                  <a:gd name="T10" fmla="*/ 906 w 919"/>
                  <a:gd name="T11" fmla="*/ 100 h 447"/>
                  <a:gd name="T12" fmla="*/ 900 w 919"/>
                  <a:gd name="T13" fmla="*/ 110 h 447"/>
                  <a:gd name="T14" fmla="*/ 893 w 919"/>
                  <a:gd name="T15" fmla="*/ 119 h 447"/>
                  <a:gd name="T16" fmla="*/ 883 w 919"/>
                  <a:gd name="T17" fmla="*/ 128 h 447"/>
                  <a:gd name="T18" fmla="*/ 869 w 919"/>
                  <a:gd name="T19" fmla="*/ 138 h 447"/>
                  <a:gd name="T20" fmla="*/ 844 w 919"/>
                  <a:gd name="T21" fmla="*/ 151 h 447"/>
                  <a:gd name="T22" fmla="*/ 818 w 919"/>
                  <a:gd name="T23" fmla="*/ 164 h 447"/>
                  <a:gd name="T24" fmla="*/ 790 w 919"/>
                  <a:gd name="T25" fmla="*/ 175 h 447"/>
                  <a:gd name="T26" fmla="*/ 763 w 919"/>
                  <a:gd name="T27" fmla="*/ 183 h 447"/>
                  <a:gd name="T28" fmla="*/ 724 w 919"/>
                  <a:gd name="T29" fmla="*/ 195 h 447"/>
                  <a:gd name="T30" fmla="*/ 658 w 919"/>
                  <a:gd name="T31" fmla="*/ 213 h 447"/>
                  <a:gd name="T32" fmla="*/ 587 w 919"/>
                  <a:gd name="T33" fmla="*/ 233 h 447"/>
                  <a:gd name="T34" fmla="*/ 518 w 919"/>
                  <a:gd name="T35" fmla="*/ 255 h 447"/>
                  <a:gd name="T36" fmla="*/ 452 w 919"/>
                  <a:gd name="T37" fmla="*/ 276 h 447"/>
                  <a:gd name="T38" fmla="*/ 381 w 919"/>
                  <a:gd name="T39" fmla="*/ 300 h 447"/>
                  <a:gd name="T40" fmla="*/ 312 w 919"/>
                  <a:gd name="T41" fmla="*/ 325 h 447"/>
                  <a:gd name="T42" fmla="*/ 251 w 919"/>
                  <a:gd name="T43" fmla="*/ 347 h 447"/>
                  <a:gd name="T44" fmla="*/ 186 w 919"/>
                  <a:gd name="T45" fmla="*/ 370 h 447"/>
                  <a:gd name="T46" fmla="*/ 121 w 919"/>
                  <a:gd name="T47" fmla="*/ 393 h 447"/>
                  <a:gd name="T48" fmla="*/ 100 w 919"/>
                  <a:gd name="T49" fmla="*/ 402 h 447"/>
                  <a:gd name="T50" fmla="*/ 84 w 919"/>
                  <a:gd name="T51" fmla="*/ 412 h 447"/>
                  <a:gd name="T52" fmla="*/ 52 w 919"/>
                  <a:gd name="T53" fmla="*/ 432 h 447"/>
                  <a:gd name="T54" fmla="*/ 38 w 919"/>
                  <a:gd name="T55" fmla="*/ 440 h 447"/>
                  <a:gd name="T56" fmla="*/ 26 w 919"/>
                  <a:gd name="T57" fmla="*/ 444 h 447"/>
                  <a:gd name="T58" fmla="*/ 14 w 919"/>
                  <a:gd name="T59" fmla="*/ 447 h 447"/>
                  <a:gd name="T60" fmla="*/ 11 w 919"/>
                  <a:gd name="T61" fmla="*/ 426 h 447"/>
                  <a:gd name="T62" fmla="*/ 14 w 919"/>
                  <a:gd name="T63" fmla="*/ 425 h 447"/>
                  <a:gd name="T64" fmla="*/ 23 w 919"/>
                  <a:gd name="T65" fmla="*/ 422 h 447"/>
                  <a:gd name="T66" fmla="*/ 33 w 919"/>
                  <a:gd name="T67" fmla="*/ 417 h 447"/>
                  <a:gd name="T68" fmla="*/ 53 w 919"/>
                  <a:gd name="T69" fmla="*/ 405 h 447"/>
                  <a:gd name="T70" fmla="*/ 83 w 919"/>
                  <a:gd name="T71" fmla="*/ 384 h 447"/>
                  <a:gd name="T72" fmla="*/ 93 w 919"/>
                  <a:gd name="T73" fmla="*/ 379 h 447"/>
                  <a:gd name="T74" fmla="*/ 145 w 919"/>
                  <a:gd name="T75" fmla="*/ 354 h 447"/>
                  <a:gd name="T76" fmla="*/ 207 w 919"/>
                  <a:gd name="T77" fmla="*/ 325 h 447"/>
                  <a:gd name="T78" fmla="*/ 267 w 919"/>
                  <a:gd name="T79" fmla="*/ 299 h 447"/>
                  <a:gd name="T80" fmla="*/ 332 w 919"/>
                  <a:gd name="T81" fmla="*/ 274 h 447"/>
                  <a:gd name="T82" fmla="*/ 403 w 919"/>
                  <a:gd name="T83" fmla="*/ 248 h 447"/>
                  <a:gd name="T84" fmla="*/ 469 w 919"/>
                  <a:gd name="T85" fmla="*/ 226 h 447"/>
                  <a:gd name="T86" fmla="*/ 540 w 919"/>
                  <a:gd name="T87" fmla="*/ 203 h 447"/>
                  <a:gd name="T88" fmla="*/ 611 w 919"/>
                  <a:gd name="T89" fmla="*/ 182 h 447"/>
                  <a:gd name="T90" fmla="*/ 683 w 919"/>
                  <a:gd name="T91" fmla="*/ 162 h 447"/>
                  <a:gd name="T92" fmla="*/ 697 w 919"/>
                  <a:gd name="T93" fmla="*/ 149 h 447"/>
                  <a:gd name="T94" fmla="*/ 725 w 919"/>
                  <a:gd name="T95" fmla="*/ 127 h 447"/>
                  <a:gd name="T96" fmla="*/ 806 w 919"/>
                  <a:gd name="T97" fmla="*/ 61 h 447"/>
                  <a:gd name="T98" fmla="*/ 841 w 919"/>
                  <a:gd name="T99" fmla="*/ 33 h 447"/>
                  <a:gd name="T100" fmla="*/ 868 w 919"/>
                  <a:gd name="T101" fmla="*/ 14 h 447"/>
                  <a:gd name="T102" fmla="*/ 882 w 919"/>
                  <a:gd name="T103" fmla="*/ 5 h 447"/>
                  <a:gd name="T104" fmla="*/ 870 w 919"/>
                  <a:gd name="T105" fmla="*/ 64 h 447"/>
                  <a:gd name="T106" fmla="*/ 842 w 919"/>
                  <a:gd name="T107" fmla="*/ 87 h 447"/>
                  <a:gd name="T108" fmla="*/ 794 w 919"/>
                  <a:gd name="T109" fmla="*/ 127 h 447"/>
                  <a:gd name="T110" fmla="*/ 818 w 919"/>
                  <a:gd name="T111" fmla="*/ 118 h 447"/>
                  <a:gd name="T112" fmla="*/ 840 w 919"/>
                  <a:gd name="T113" fmla="*/ 106 h 447"/>
                  <a:gd name="T114" fmla="*/ 854 w 919"/>
                  <a:gd name="T115" fmla="*/ 97 h 447"/>
                  <a:gd name="T116" fmla="*/ 860 w 919"/>
                  <a:gd name="T117" fmla="*/ 92 h 447"/>
                  <a:gd name="T118" fmla="*/ 865 w 919"/>
                  <a:gd name="T119" fmla="*/ 87 h 447"/>
                  <a:gd name="T120" fmla="*/ 868 w 919"/>
                  <a:gd name="T121" fmla="*/ 81 h 447"/>
                  <a:gd name="T122" fmla="*/ 871 w 919"/>
                  <a:gd name="T123" fmla="*/ 68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19" h="447">
                    <a:moveTo>
                      <a:pt x="897" y="0"/>
                    </a:moveTo>
                    <a:lnTo>
                      <a:pt x="900" y="0"/>
                    </a:lnTo>
                    <a:lnTo>
                      <a:pt x="902" y="1"/>
                    </a:lnTo>
                    <a:lnTo>
                      <a:pt x="905" y="2"/>
                    </a:lnTo>
                    <a:lnTo>
                      <a:pt x="907" y="3"/>
                    </a:lnTo>
                    <a:lnTo>
                      <a:pt x="909" y="4"/>
                    </a:lnTo>
                    <a:lnTo>
                      <a:pt x="910" y="6"/>
                    </a:lnTo>
                    <a:lnTo>
                      <a:pt x="912" y="7"/>
                    </a:lnTo>
                    <a:lnTo>
                      <a:pt x="913" y="8"/>
                    </a:lnTo>
                    <a:lnTo>
                      <a:pt x="914" y="9"/>
                    </a:lnTo>
                    <a:lnTo>
                      <a:pt x="914" y="10"/>
                    </a:lnTo>
                    <a:lnTo>
                      <a:pt x="915" y="11"/>
                    </a:lnTo>
                    <a:lnTo>
                      <a:pt x="915" y="12"/>
                    </a:lnTo>
                    <a:lnTo>
                      <a:pt x="916" y="13"/>
                    </a:lnTo>
                    <a:lnTo>
                      <a:pt x="916" y="14"/>
                    </a:lnTo>
                    <a:lnTo>
                      <a:pt x="917" y="15"/>
                    </a:lnTo>
                    <a:lnTo>
                      <a:pt x="917" y="16"/>
                    </a:lnTo>
                    <a:lnTo>
                      <a:pt x="917" y="17"/>
                    </a:lnTo>
                    <a:lnTo>
                      <a:pt x="918" y="18"/>
                    </a:lnTo>
                    <a:lnTo>
                      <a:pt x="918" y="19"/>
                    </a:lnTo>
                    <a:lnTo>
                      <a:pt x="918" y="20"/>
                    </a:lnTo>
                    <a:lnTo>
                      <a:pt x="918" y="21"/>
                    </a:lnTo>
                    <a:lnTo>
                      <a:pt x="918" y="22"/>
                    </a:lnTo>
                    <a:lnTo>
                      <a:pt x="918" y="22"/>
                    </a:lnTo>
                    <a:lnTo>
                      <a:pt x="918" y="23"/>
                    </a:lnTo>
                    <a:lnTo>
                      <a:pt x="918" y="24"/>
                    </a:lnTo>
                    <a:lnTo>
                      <a:pt x="918" y="24"/>
                    </a:lnTo>
                    <a:lnTo>
                      <a:pt x="918" y="25"/>
                    </a:lnTo>
                    <a:lnTo>
                      <a:pt x="919" y="26"/>
                    </a:lnTo>
                    <a:lnTo>
                      <a:pt x="919" y="26"/>
                    </a:lnTo>
                    <a:lnTo>
                      <a:pt x="919" y="27"/>
                    </a:lnTo>
                    <a:lnTo>
                      <a:pt x="919" y="28"/>
                    </a:lnTo>
                    <a:lnTo>
                      <a:pt x="919" y="28"/>
                    </a:lnTo>
                    <a:lnTo>
                      <a:pt x="919" y="29"/>
                    </a:lnTo>
                    <a:lnTo>
                      <a:pt x="919" y="29"/>
                    </a:lnTo>
                    <a:lnTo>
                      <a:pt x="919" y="29"/>
                    </a:lnTo>
                    <a:lnTo>
                      <a:pt x="919" y="30"/>
                    </a:lnTo>
                    <a:lnTo>
                      <a:pt x="919" y="32"/>
                    </a:lnTo>
                    <a:lnTo>
                      <a:pt x="918" y="33"/>
                    </a:lnTo>
                    <a:lnTo>
                      <a:pt x="918" y="34"/>
                    </a:lnTo>
                    <a:lnTo>
                      <a:pt x="918" y="36"/>
                    </a:lnTo>
                    <a:lnTo>
                      <a:pt x="918" y="37"/>
                    </a:lnTo>
                    <a:lnTo>
                      <a:pt x="918" y="39"/>
                    </a:lnTo>
                    <a:lnTo>
                      <a:pt x="918" y="40"/>
                    </a:lnTo>
                    <a:lnTo>
                      <a:pt x="918" y="42"/>
                    </a:lnTo>
                    <a:lnTo>
                      <a:pt x="918" y="43"/>
                    </a:lnTo>
                    <a:lnTo>
                      <a:pt x="918" y="45"/>
                    </a:lnTo>
                    <a:lnTo>
                      <a:pt x="918" y="46"/>
                    </a:lnTo>
                    <a:lnTo>
                      <a:pt x="917" y="48"/>
                    </a:lnTo>
                    <a:lnTo>
                      <a:pt x="917" y="49"/>
                    </a:lnTo>
                    <a:lnTo>
                      <a:pt x="917" y="51"/>
                    </a:lnTo>
                    <a:lnTo>
                      <a:pt x="917" y="53"/>
                    </a:lnTo>
                    <a:lnTo>
                      <a:pt x="917" y="54"/>
                    </a:lnTo>
                    <a:lnTo>
                      <a:pt x="917" y="56"/>
                    </a:lnTo>
                    <a:lnTo>
                      <a:pt x="916" y="57"/>
                    </a:lnTo>
                    <a:lnTo>
                      <a:pt x="916" y="59"/>
                    </a:lnTo>
                    <a:lnTo>
                      <a:pt x="916" y="60"/>
                    </a:lnTo>
                    <a:lnTo>
                      <a:pt x="916" y="61"/>
                    </a:lnTo>
                    <a:lnTo>
                      <a:pt x="916" y="63"/>
                    </a:lnTo>
                    <a:lnTo>
                      <a:pt x="915" y="64"/>
                    </a:lnTo>
                    <a:lnTo>
                      <a:pt x="915" y="66"/>
                    </a:lnTo>
                    <a:lnTo>
                      <a:pt x="915" y="68"/>
                    </a:lnTo>
                    <a:lnTo>
                      <a:pt x="915" y="69"/>
                    </a:lnTo>
                    <a:lnTo>
                      <a:pt x="915" y="71"/>
                    </a:lnTo>
                    <a:lnTo>
                      <a:pt x="914" y="72"/>
                    </a:lnTo>
                    <a:lnTo>
                      <a:pt x="914" y="74"/>
                    </a:lnTo>
                    <a:lnTo>
                      <a:pt x="914" y="75"/>
                    </a:lnTo>
                    <a:lnTo>
                      <a:pt x="914" y="76"/>
                    </a:lnTo>
                    <a:lnTo>
                      <a:pt x="913" y="78"/>
                    </a:lnTo>
                    <a:lnTo>
                      <a:pt x="913" y="79"/>
                    </a:lnTo>
                    <a:lnTo>
                      <a:pt x="913" y="80"/>
                    </a:lnTo>
                    <a:lnTo>
                      <a:pt x="913" y="82"/>
                    </a:lnTo>
                    <a:lnTo>
                      <a:pt x="913" y="83"/>
                    </a:lnTo>
                    <a:lnTo>
                      <a:pt x="912" y="84"/>
                    </a:lnTo>
                    <a:lnTo>
                      <a:pt x="912" y="85"/>
                    </a:lnTo>
                    <a:lnTo>
                      <a:pt x="912" y="87"/>
                    </a:lnTo>
                    <a:lnTo>
                      <a:pt x="912" y="88"/>
                    </a:lnTo>
                    <a:lnTo>
                      <a:pt x="911" y="88"/>
                    </a:lnTo>
                    <a:lnTo>
                      <a:pt x="911" y="89"/>
                    </a:lnTo>
                    <a:lnTo>
                      <a:pt x="911" y="89"/>
                    </a:lnTo>
                    <a:lnTo>
                      <a:pt x="911" y="90"/>
                    </a:lnTo>
                    <a:lnTo>
                      <a:pt x="911" y="90"/>
                    </a:lnTo>
                    <a:lnTo>
                      <a:pt x="911" y="91"/>
                    </a:lnTo>
                    <a:lnTo>
                      <a:pt x="910" y="91"/>
                    </a:lnTo>
                    <a:lnTo>
                      <a:pt x="910" y="92"/>
                    </a:lnTo>
                    <a:lnTo>
                      <a:pt x="910" y="93"/>
                    </a:lnTo>
                    <a:lnTo>
                      <a:pt x="910" y="93"/>
                    </a:lnTo>
                    <a:lnTo>
                      <a:pt x="909" y="94"/>
                    </a:lnTo>
                    <a:lnTo>
                      <a:pt x="909" y="95"/>
                    </a:lnTo>
                    <a:lnTo>
                      <a:pt x="909" y="96"/>
                    </a:lnTo>
                    <a:lnTo>
                      <a:pt x="908" y="97"/>
                    </a:lnTo>
                    <a:lnTo>
                      <a:pt x="908" y="98"/>
                    </a:lnTo>
                    <a:lnTo>
                      <a:pt x="907" y="98"/>
                    </a:lnTo>
                    <a:lnTo>
                      <a:pt x="907" y="99"/>
                    </a:lnTo>
                    <a:lnTo>
                      <a:pt x="907" y="100"/>
                    </a:lnTo>
                    <a:lnTo>
                      <a:pt x="906" y="100"/>
                    </a:lnTo>
                    <a:lnTo>
                      <a:pt x="906" y="101"/>
                    </a:lnTo>
                    <a:lnTo>
                      <a:pt x="905" y="102"/>
                    </a:lnTo>
                    <a:lnTo>
                      <a:pt x="905" y="102"/>
                    </a:lnTo>
                    <a:lnTo>
                      <a:pt x="905" y="103"/>
                    </a:lnTo>
                    <a:lnTo>
                      <a:pt x="904" y="103"/>
                    </a:lnTo>
                    <a:lnTo>
                      <a:pt x="904" y="104"/>
                    </a:lnTo>
                    <a:lnTo>
                      <a:pt x="903" y="105"/>
                    </a:lnTo>
                    <a:lnTo>
                      <a:pt x="903" y="105"/>
                    </a:lnTo>
                    <a:lnTo>
                      <a:pt x="903" y="106"/>
                    </a:lnTo>
                    <a:lnTo>
                      <a:pt x="902" y="107"/>
                    </a:lnTo>
                    <a:lnTo>
                      <a:pt x="902" y="107"/>
                    </a:lnTo>
                    <a:lnTo>
                      <a:pt x="901" y="108"/>
                    </a:lnTo>
                    <a:lnTo>
                      <a:pt x="901" y="109"/>
                    </a:lnTo>
                    <a:lnTo>
                      <a:pt x="900" y="109"/>
                    </a:lnTo>
                    <a:lnTo>
                      <a:pt x="900" y="110"/>
                    </a:lnTo>
                    <a:lnTo>
                      <a:pt x="900" y="110"/>
                    </a:lnTo>
                    <a:lnTo>
                      <a:pt x="899" y="111"/>
                    </a:lnTo>
                    <a:lnTo>
                      <a:pt x="899" y="112"/>
                    </a:lnTo>
                    <a:lnTo>
                      <a:pt x="898" y="112"/>
                    </a:lnTo>
                    <a:lnTo>
                      <a:pt x="898" y="113"/>
                    </a:lnTo>
                    <a:lnTo>
                      <a:pt x="897" y="114"/>
                    </a:lnTo>
                    <a:lnTo>
                      <a:pt x="897" y="114"/>
                    </a:lnTo>
                    <a:lnTo>
                      <a:pt x="897" y="115"/>
                    </a:lnTo>
                    <a:lnTo>
                      <a:pt x="897" y="116"/>
                    </a:lnTo>
                    <a:lnTo>
                      <a:pt x="896" y="116"/>
                    </a:lnTo>
                    <a:lnTo>
                      <a:pt x="896" y="116"/>
                    </a:lnTo>
                    <a:lnTo>
                      <a:pt x="896" y="117"/>
                    </a:lnTo>
                    <a:lnTo>
                      <a:pt x="895" y="117"/>
                    </a:lnTo>
                    <a:lnTo>
                      <a:pt x="895" y="118"/>
                    </a:lnTo>
                    <a:lnTo>
                      <a:pt x="894" y="118"/>
                    </a:lnTo>
                    <a:lnTo>
                      <a:pt x="894" y="118"/>
                    </a:lnTo>
                    <a:lnTo>
                      <a:pt x="893" y="119"/>
                    </a:lnTo>
                    <a:lnTo>
                      <a:pt x="892" y="119"/>
                    </a:lnTo>
                    <a:lnTo>
                      <a:pt x="892" y="120"/>
                    </a:lnTo>
                    <a:lnTo>
                      <a:pt x="891" y="121"/>
                    </a:lnTo>
                    <a:lnTo>
                      <a:pt x="891" y="121"/>
                    </a:lnTo>
                    <a:lnTo>
                      <a:pt x="890" y="122"/>
                    </a:lnTo>
                    <a:lnTo>
                      <a:pt x="890" y="122"/>
                    </a:lnTo>
                    <a:lnTo>
                      <a:pt x="889" y="123"/>
                    </a:lnTo>
                    <a:lnTo>
                      <a:pt x="888" y="124"/>
                    </a:lnTo>
                    <a:lnTo>
                      <a:pt x="888" y="124"/>
                    </a:lnTo>
                    <a:lnTo>
                      <a:pt x="887" y="125"/>
                    </a:lnTo>
                    <a:lnTo>
                      <a:pt x="887" y="125"/>
                    </a:lnTo>
                    <a:lnTo>
                      <a:pt x="886" y="126"/>
                    </a:lnTo>
                    <a:lnTo>
                      <a:pt x="885" y="127"/>
                    </a:lnTo>
                    <a:lnTo>
                      <a:pt x="885" y="127"/>
                    </a:lnTo>
                    <a:lnTo>
                      <a:pt x="884" y="128"/>
                    </a:lnTo>
                    <a:lnTo>
                      <a:pt x="883" y="128"/>
                    </a:lnTo>
                    <a:lnTo>
                      <a:pt x="883" y="129"/>
                    </a:lnTo>
                    <a:lnTo>
                      <a:pt x="882" y="129"/>
                    </a:lnTo>
                    <a:lnTo>
                      <a:pt x="881" y="130"/>
                    </a:lnTo>
                    <a:lnTo>
                      <a:pt x="881" y="130"/>
                    </a:lnTo>
                    <a:lnTo>
                      <a:pt x="880" y="131"/>
                    </a:lnTo>
                    <a:lnTo>
                      <a:pt x="879" y="131"/>
                    </a:lnTo>
                    <a:lnTo>
                      <a:pt x="879" y="132"/>
                    </a:lnTo>
                    <a:lnTo>
                      <a:pt x="878" y="132"/>
                    </a:lnTo>
                    <a:lnTo>
                      <a:pt x="877" y="133"/>
                    </a:lnTo>
                    <a:lnTo>
                      <a:pt x="876" y="133"/>
                    </a:lnTo>
                    <a:lnTo>
                      <a:pt x="876" y="134"/>
                    </a:lnTo>
                    <a:lnTo>
                      <a:pt x="875" y="134"/>
                    </a:lnTo>
                    <a:lnTo>
                      <a:pt x="873" y="135"/>
                    </a:lnTo>
                    <a:lnTo>
                      <a:pt x="872" y="136"/>
                    </a:lnTo>
                    <a:lnTo>
                      <a:pt x="870" y="137"/>
                    </a:lnTo>
                    <a:lnTo>
                      <a:pt x="869" y="138"/>
                    </a:lnTo>
                    <a:lnTo>
                      <a:pt x="868" y="139"/>
                    </a:lnTo>
                    <a:lnTo>
                      <a:pt x="867" y="140"/>
                    </a:lnTo>
                    <a:lnTo>
                      <a:pt x="865" y="141"/>
                    </a:lnTo>
                    <a:lnTo>
                      <a:pt x="863" y="142"/>
                    </a:lnTo>
                    <a:lnTo>
                      <a:pt x="862" y="143"/>
                    </a:lnTo>
                    <a:lnTo>
                      <a:pt x="860" y="144"/>
                    </a:lnTo>
                    <a:lnTo>
                      <a:pt x="859" y="145"/>
                    </a:lnTo>
                    <a:lnTo>
                      <a:pt x="857" y="146"/>
                    </a:lnTo>
                    <a:lnTo>
                      <a:pt x="855" y="146"/>
                    </a:lnTo>
                    <a:lnTo>
                      <a:pt x="854" y="147"/>
                    </a:lnTo>
                    <a:lnTo>
                      <a:pt x="852" y="147"/>
                    </a:lnTo>
                    <a:lnTo>
                      <a:pt x="850" y="148"/>
                    </a:lnTo>
                    <a:lnTo>
                      <a:pt x="849" y="149"/>
                    </a:lnTo>
                    <a:lnTo>
                      <a:pt x="847" y="150"/>
                    </a:lnTo>
                    <a:lnTo>
                      <a:pt x="845" y="151"/>
                    </a:lnTo>
                    <a:lnTo>
                      <a:pt x="844" y="151"/>
                    </a:lnTo>
                    <a:lnTo>
                      <a:pt x="842" y="152"/>
                    </a:lnTo>
                    <a:lnTo>
                      <a:pt x="840" y="153"/>
                    </a:lnTo>
                    <a:lnTo>
                      <a:pt x="839" y="154"/>
                    </a:lnTo>
                    <a:lnTo>
                      <a:pt x="838" y="155"/>
                    </a:lnTo>
                    <a:lnTo>
                      <a:pt x="836" y="155"/>
                    </a:lnTo>
                    <a:lnTo>
                      <a:pt x="835" y="156"/>
                    </a:lnTo>
                    <a:lnTo>
                      <a:pt x="833" y="157"/>
                    </a:lnTo>
                    <a:lnTo>
                      <a:pt x="831" y="158"/>
                    </a:lnTo>
                    <a:lnTo>
                      <a:pt x="830" y="159"/>
                    </a:lnTo>
                    <a:lnTo>
                      <a:pt x="828" y="159"/>
                    </a:lnTo>
                    <a:lnTo>
                      <a:pt x="826" y="160"/>
                    </a:lnTo>
                    <a:lnTo>
                      <a:pt x="824" y="161"/>
                    </a:lnTo>
                    <a:lnTo>
                      <a:pt x="823" y="162"/>
                    </a:lnTo>
                    <a:lnTo>
                      <a:pt x="821" y="162"/>
                    </a:lnTo>
                    <a:lnTo>
                      <a:pt x="819" y="163"/>
                    </a:lnTo>
                    <a:lnTo>
                      <a:pt x="818" y="164"/>
                    </a:lnTo>
                    <a:lnTo>
                      <a:pt x="816" y="164"/>
                    </a:lnTo>
                    <a:lnTo>
                      <a:pt x="814" y="165"/>
                    </a:lnTo>
                    <a:lnTo>
                      <a:pt x="812" y="166"/>
                    </a:lnTo>
                    <a:lnTo>
                      <a:pt x="811" y="167"/>
                    </a:lnTo>
                    <a:lnTo>
                      <a:pt x="810" y="167"/>
                    </a:lnTo>
                    <a:lnTo>
                      <a:pt x="808" y="168"/>
                    </a:lnTo>
                    <a:lnTo>
                      <a:pt x="806" y="169"/>
                    </a:lnTo>
                    <a:lnTo>
                      <a:pt x="805" y="169"/>
                    </a:lnTo>
                    <a:lnTo>
                      <a:pt x="803" y="170"/>
                    </a:lnTo>
                    <a:lnTo>
                      <a:pt x="801" y="171"/>
                    </a:lnTo>
                    <a:lnTo>
                      <a:pt x="799" y="171"/>
                    </a:lnTo>
                    <a:lnTo>
                      <a:pt x="798" y="172"/>
                    </a:lnTo>
                    <a:lnTo>
                      <a:pt x="796" y="173"/>
                    </a:lnTo>
                    <a:lnTo>
                      <a:pt x="794" y="173"/>
                    </a:lnTo>
                    <a:lnTo>
                      <a:pt x="792" y="174"/>
                    </a:lnTo>
                    <a:lnTo>
                      <a:pt x="790" y="175"/>
                    </a:lnTo>
                    <a:lnTo>
                      <a:pt x="789" y="175"/>
                    </a:lnTo>
                    <a:lnTo>
                      <a:pt x="787" y="176"/>
                    </a:lnTo>
                    <a:lnTo>
                      <a:pt x="785" y="176"/>
                    </a:lnTo>
                    <a:lnTo>
                      <a:pt x="783" y="177"/>
                    </a:lnTo>
                    <a:lnTo>
                      <a:pt x="782" y="177"/>
                    </a:lnTo>
                    <a:lnTo>
                      <a:pt x="781" y="177"/>
                    </a:lnTo>
                    <a:lnTo>
                      <a:pt x="779" y="178"/>
                    </a:lnTo>
                    <a:lnTo>
                      <a:pt x="777" y="178"/>
                    </a:lnTo>
                    <a:lnTo>
                      <a:pt x="775" y="179"/>
                    </a:lnTo>
                    <a:lnTo>
                      <a:pt x="774" y="180"/>
                    </a:lnTo>
                    <a:lnTo>
                      <a:pt x="772" y="180"/>
                    </a:lnTo>
                    <a:lnTo>
                      <a:pt x="770" y="181"/>
                    </a:lnTo>
                    <a:lnTo>
                      <a:pt x="768" y="181"/>
                    </a:lnTo>
                    <a:lnTo>
                      <a:pt x="766" y="182"/>
                    </a:lnTo>
                    <a:lnTo>
                      <a:pt x="765" y="183"/>
                    </a:lnTo>
                    <a:lnTo>
                      <a:pt x="763" y="183"/>
                    </a:lnTo>
                    <a:lnTo>
                      <a:pt x="761" y="184"/>
                    </a:lnTo>
                    <a:lnTo>
                      <a:pt x="759" y="184"/>
                    </a:lnTo>
                    <a:lnTo>
                      <a:pt x="757" y="185"/>
                    </a:lnTo>
                    <a:lnTo>
                      <a:pt x="756" y="185"/>
                    </a:lnTo>
                    <a:lnTo>
                      <a:pt x="754" y="186"/>
                    </a:lnTo>
                    <a:lnTo>
                      <a:pt x="753" y="186"/>
                    </a:lnTo>
                    <a:lnTo>
                      <a:pt x="753" y="186"/>
                    </a:lnTo>
                    <a:lnTo>
                      <a:pt x="751" y="187"/>
                    </a:lnTo>
                    <a:lnTo>
                      <a:pt x="749" y="188"/>
                    </a:lnTo>
                    <a:lnTo>
                      <a:pt x="746" y="189"/>
                    </a:lnTo>
                    <a:lnTo>
                      <a:pt x="742" y="190"/>
                    </a:lnTo>
                    <a:lnTo>
                      <a:pt x="739" y="191"/>
                    </a:lnTo>
                    <a:lnTo>
                      <a:pt x="735" y="192"/>
                    </a:lnTo>
                    <a:lnTo>
                      <a:pt x="732" y="193"/>
                    </a:lnTo>
                    <a:lnTo>
                      <a:pt x="728" y="194"/>
                    </a:lnTo>
                    <a:lnTo>
                      <a:pt x="724" y="195"/>
                    </a:lnTo>
                    <a:lnTo>
                      <a:pt x="722" y="196"/>
                    </a:lnTo>
                    <a:lnTo>
                      <a:pt x="718" y="197"/>
                    </a:lnTo>
                    <a:lnTo>
                      <a:pt x="715" y="198"/>
                    </a:lnTo>
                    <a:lnTo>
                      <a:pt x="711" y="199"/>
                    </a:lnTo>
                    <a:lnTo>
                      <a:pt x="708" y="200"/>
                    </a:lnTo>
                    <a:lnTo>
                      <a:pt x="704" y="201"/>
                    </a:lnTo>
                    <a:lnTo>
                      <a:pt x="701" y="202"/>
                    </a:lnTo>
                    <a:lnTo>
                      <a:pt x="695" y="203"/>
                    </a:lnTo>
                    <a:lnTo>
                      <a:pt x="688" y="205"/>
                    </a:lnTo>
                    <a:lnTo>
                      <a:pt x="681" y="206"/>
                    </a:lnTo>
                    <a:lnTo>
                      <a:pt x="675" y="208"/>
                    </a:lnTo>
                    <a:lnTo>
                      <a:pt x="671" y="209"/>
                    </a:lnTo>
                    <a:lnTo>
                      <a:pt x="668" y="210"/>
                    </a:lnTo>
                    <a:lnTo>
                      <a:pt x="666" y="211"/>
                    </a:lnTo>
                    <a:lnTo>
                      <a:pt x="662" y="211"/>
                    </a:lnTo>
                    <a:lnTo>
                      <a:pt x="658" y="213"/>
                    </a:lnTo>
                    <a:lnTo>
                      <a:pt x="653" y="214"/>
                    </a:lnTo>
                    <a:lnTo>
                      <a:pt x="649" y="215"/>
                    </a:lnTo>
                    <a:lnTo>
                      <a:pt x="644" y="216"/>
                    </a:lnTo>
                    <a:lnTo>
                      <a:pt x="640" y="218"/>
                    </a:lnTo>
                    <a:lnTo>
                      <a:pt x="636" y="219"/>
                    </a:lnTo>
                    <a:lnTo>
                      <a:pt x="632" y="220"/>
                    </a:lnTo>
                    <a:lnTo>
                      <a:pt x="627" y="222"/>
                    </a:lnTo>
                    <a:lnTo>
                      <a:pt x="623" y="223"/>
                    </a:lnTo>
                    <a:lnTo>
                      <a:pt x="618" y="224"/>
                    </a:lnTo>
                    <a:lnTo>
                      <a:pt x="614" y="225"/>
                    </a:lnTo>
                    <a:lnTo>
                      <a:pt x="610" y="227"/>
                    </a:lnTo>
                    <a:lnTo>
                      <a:pt x="606" y="228"/>
                    </a:lnTo>
                    <a:lnTo>
                      <a:pt x="601" y="229"/>
                    </a:lnTo>
                    <a:lnTo>
                      <a:pt x="597" y="231"/>
                    </a:lnTo>
                    <a:lnTo>
                      <a:pt x="592" y="232"/>
                    </a:lnTo>
                    <a:lnTo>
                      <a:pt x="587" y="233"/>
                    </a:lnTo>
                    <a:lnTo>
                      <a:pt x="583" y="235"/>
                    </a:lnTo>
                    <a:lnTo>
                      <a:pt x="579" y="236"/>
                    </a:lnTo>
                    <a:lnTo>
                      <a:pt x="575" y="236"/>
                    </a:lnTo>
                    <a:lnTo>
                      <a:pt x="570" y="238"/>
                    </a:lnTo>
                    <a:lnTo>
                      <a:pt x="566" y="239"/>
                    </a:lnTo>
                    <a:lnTo>
                      <a:pt x="561" y="241"/>
                    </a:lnTo>
                    <a:lnTo>
                      <a:pt x="557" y="242"/>
                    </a:lnTo>
                    <a:lnTo>
                      <a:pt x="552" y="243"/>
                    </a:lnTo>
                    <a:lnTo>
                      <a:pt x="549" y="245"/>
                    </a:lnTo>
                    <a:lnTo>
                      <a:pt x="544" y="246"/>
                    </a:lnTo>
                    <a:lnTo>
                      <a:pt x="540" y="248"/>
                    </a:lnTo>
                    <a:lnTo>
                      <a:pt x="535" y="249"/>
                    </a:lnTo>
                    <a:lnTo>
                      <a:pt x="530" y="251"/>
                    </a:lnTo>
                    <a:lnTo>
                      <a:pt x="526" y="252"/>
                    </a:lnTo>
                    <a:lnTo>
                      <a:pt x="522" y="253"/>
                    </a:lnTo>
                    <a:lnTo>
                      <a:pt x="518" y="255"/>
                    </a:lnTo>
                    <a:lnTo>
                      <a:pt x="513" y="256"/>
                    </a:lnTo>
                    <a:lnTo>
                      <a:pt x="509" y="258"/>
                    </a:lnTo>
                    <a:lnTo>
                      <a:pt x="504" y="259"/>
                    </a:lnTo>
                    <a:lnTo>
                      <a:pt x="500" y="261"/>
                    </a:lnTo>
                    <a:lnTo>
                      <a:pt x="495" y="262"/>
                    </a:lnTo>
                    <a:lnTo>
                      <a:pt x="492" y="264"/>
                    </a:lnTo>
                    <a:lnTo>
                      <a:pt x="487" y="265"/>
                    </a:lnTo>
                    <a:lnTo>
                      <a:pt x="482" y="266"/>
                    </a:lnTo>
                    <a:lnTo>
                      <a:pt x="479" y="267"/>
                    </a:lnTo>
                    <a:lnTo>
                      <a:pt x="478" y="267"/>
                    </a:lnTo>
                    <a:lnTo>
                      <a:pt x="473" y="269"/>
                    </a:lnTo>
                    <a:lnTo>
                      <a:pt x="469" y="270"/>
                    </a:lnTo>
                    <a:lnTo>
                      <a:pt x="465" y="272"/>
                    </a:lnTo>
                    <a:lnTo>
                      <a:pt x="461" y="273"/>
                    </a:lnTo>
                    <a:lnTo>
                      <a:pt x="456" y="275"/>
                    </a:lnTo>
                    <a:lnTo>
                      <a:pt x="452" y="276"/>
                    </a:lnTo>
                    <a:lnTo>
                      <a:pt x="447" y="278"/>
                    </a:lnTo>
                    <a:lnTo>
                      <a:pt x="443" y="279"/>
                    </a:lnTo>
                    <a:lnTo>
                      <a:pt x="438" y="281"/>
                    </a:lnTo>
                    <a:lnTo>
                      <a:pt x="434" y="282"/>
                    </a:lnTo>
                    <a:lnTo>
                      <a:pt x="430" y="284"/>
                    </a:lnTo>
                    <a:lnTo>
                      <a:pt x="425" y="285"/>
                    </a:lnTo>
                    <a:lnTo>
                      <a:pt x="421" y="287"/>
                    </a:lnTo>
                    <a:lnTo>
                      <a:pt x="416" y="289"/>
                    </a:lnTo>
                    <a:lnTo>
                      <a:pt x="412" y="290"/>
                    </a:lnTo>
                    <a:lnTo>
                      <a:pt x="407" y="292"/>
                    </a:lnTo>
                    <a:lnTo>
                      <a:pt x="404" y="293"/>
                    </a:lnTo>
                    <a:lnTo>
                      <a:pt x="399" y="295"/>
                    </a:lnTo>
                    <a:lnTo>
                      <a:pt x="395" y="295"/>
                    </a:lnTo>
                    <a:lnTo>
                      <a:pt x="390" y="297"/>
                    </a:lnTo>
                    <a:lnTo>
                      <a:pt x="386" y="299"/>
                    </a:lnTo>
                    <a:lnTo>
                      <a:pt x="381" y="300"/>
                    </a:lnTo>
                    <a:lnTo>
                      <a:pt x="378" y="302"/>
                    </a:lnTo>
                    <a:lnTo>
                      <a:pt x="373" y="303"/>
                    </a:lnTo>
                    <a:lnTo>
                      <a:pt x="369" y="305"/>
                    </a:lnTo>
                    <a:lnTo>
                      <a:pt x="364" y="307"/>
                    </a:lnTo>
                    <a:lnTo>
                      <a:pt x="360" y="308"/>
                    </a:lnTo>
                    <a:lnTo>
                      <a:pt x="355" y="310"/>
                    </a:lnTo>
                    <a:lnTo>
                      <a:pt x="351" y="312"/>
                    </a:lnTo>
                    <a:lnTo>
                      <a:pt x="347" y="313"/>
                    </a:lnTo>
                    <a:lnTo>
                      <a:pt x="343" y="315"/>
                    </a:lnTo>
                    <a:lnTo>
                      <a:pt x="338" y="316"/>
                    </a:lnTo>
                    <a:lnTo>
                      <a:pt x="334" y="318"/>
                    </a:lnTo>
                    <a:lnTo>
                      <a:pt x="329" y="320"/>
                    </a:lnTo>
                    <a:lnTo>
                      <a:pt x="325" y="321"/>
                    </a:lnTo>
                    <a:lnTo>
                      <a:pt x="320" y="323"/>
                    </a:lnTo>
                    <a:lnTo>
                      <a:pt x="317" y="324"/>
                    </a:lnTo>
                    <a:lnTo>
                      <a:pt x="312" y="325"/>
                    </a:lnTo>
                    <a:lnTo>
                      <a:pt x="308" y="327"/>
                    </a:lnTo>
                    <a:lnTo>
                      <a:pt x="303" y="329"/>
                    </a:lnTo>
                    <a:lnTo>
                      <a:pt x="299" y="330"/>
                    </a:lnTo>
                    <a:lnTo>
                      <a:pt x="294" y="332"/>
                    </a:lnTo>
                    <a:lnTo>
                      <a:pt x="291" y="334"/>
                    </a:lnTo>
                    <a:lnTo>
                      <a:pt x="291" y="334"/>
                    </a:lnTo>
                    <a:lnTo>
                      <a:pt x="286" y="335"/>
                    </a:lnTo>
                    <a:lnTo>
                      <a:pt x="282" y="337"/>
                    </a:lnTo>
                    <a:lnTo>
                      <a:pt x="277" y="338"/>
                    </a:lnTo>
                    <a:lnTo>
                      <a:pt x="273" y="340"/>
                    </a:lnTo>
                    <a:lnTo>
                      <a:pt x="268" y="341"/>
                    </a:lnTo>
                    <a:lnTo>
                      <a:pt x="264" y="343"/>
                    </a:lnTo>
                    <a:lnTo>
                      <a:pt x="260" y="344"/>
                    </a:lnTo>
                    <a:lnTo>
                      <a:pt x="256" y="346"/>
                    </a:lnTo>
                    <a:lnTo>
                      <a:pt x="254" y="347"/>
                    </a:lnTo>
                    <a:lnTo>
                      <a:pt x="251" y="347"/>
                    </a:lnTo>
                    <a:lnTo>
                      <a:pt x="246" y="349"/>
                    </a:lnTo>
                    <a:lnTo>
                      <a:pt x="242" y="350"/>
                    </a:lnTo>
                    <a:lnTo>
                      <a:pt x="237" y="352"/>
                    </a:lnTo>
                    <a:lnTo>
                      <a:pt x="234" y="353"/>
                    </a:lnTo>
                    <a:lnTo>
                      <a:pt x="229" y="354"/>
                    </a:lnTo>
                    <a:lnTo>
                      <a:pt x="225" y="355"/>
                    </a:lnTo>
                    <a:lnTo>
                      <a:pt x="224" y="356"/>
                    </a:lnTo>
                    <a:lnTo>
                      <a:pt x="220" y="357"/>
                    </a:lnTo>
                    <a:lnTo>
                      <a:pt x="216" y="359"/>
                    </a:lnTo>
                    <a:lnTo>
                      <a:pt x="211" y="360"/>
                    </a:lnTo>
                    <a:lnTo>
                      <a:pt x="207" y="362"/>
                    </a:lnTo>
                    <a:lnTo>
                      <a:pt x="204" y="363"/>
                    </a:lnTo>
                    <a:lnTo>
                      <a:pt x="199" y="365"/>
                    </a:lnTo>
                    <a:lnTo>
                      <a:pt x="195" y="367"/>
                    </a:lnTo>
                    <a:lnTo>
                      <a:pt x="190" y="368"/>
                    </a:lnTo>
                    <a:lnTo>
                      <a:pt x="186" y="370"/>
                    </a:lnTo>
                    <a:lnTo>
                      <a:pt x="181" y="372"/>
                    </a:lnTo>
                    <a:lnTo>
                      <a:pt x="177" y="373"/>
                    </a:lnTo>
                    <a:lnTo>
                      <a:pt x="175" y="374"/>
                    </a:lnTo>
                    <a:lnTo>
                      <a:pt x="173" y="375"/>
                    </a:lnTo>
                    <a:lnTo>
                      <a:pt x="169" y="376"/>
                    </a:lnTo>
                    <a:lnTo>
                      <a:pt x="165" y="378"/>
                    </a:lnTo>
                    <a:lnTo>
                      <a:pt x="160" y="380"/>
                    </a:lnTo>
                    <a:lnTo>
                      <a:pt x="156" y="381"/>
                    </a:lnTo>
                    <a:lnTo>
                      <a:pt x="151" y="383"/>
                    </a:lnTo>
                    <a:lnTo>
                      <a:pt x="147" y="383"/>
                    </a:lnTo>
                    <a:lnTo>
                      <a:pt x="143" y="385"/>
                    </a:lnTo>
                    <a:lnTo>
                      <a:pt x="139" y="387"/>
                    </a:lnTo>
                    <a:lnTo>
                      <a:pt x="135" y="388"/>
                    </a:lnTo>
                    <a:lnTo>
                      <a:pt x="130" y="390"/>
                    </a:lnTo>
                    <a:lnTo>
                      <a:pt x="126" y="391"/>
                    </a:lnTo>
                    <a:lnTo>
                      <a:pt x="121" y="393"/>
                    </a:lnTo>
                    <a:lnTo>
                      <a:pt x="118" y="395"/>
                    </a:lnTo>
                    <a:lnTo>
                      <a:pt x="114" y="396"/>
                    </a:lnTo>
                    <a:lnTo>
                      <a:pt x="109" y="398"/>
                    </a:lnTo>
                    <a:lnTo>
                      <a:pt x="105" y="400"/>
                    </a:lnTo>
                    <a:lnTo>
                      <a:pt x="105" y="400"/>
                    </a:lnTo>
                    <a:lnTo>
                      <a:pt x="104" y="400"/>
                    </a:lnTo>
                    <a:lnTo>
                      <a:pt x="104" y="400"/>
                    </a:lnTo>
                    <a:lnTo>
                      <a:pt x="103" y="401"/>
                    </a:lnTo>
                    <a:lnTo>
                      <a:pt x="103" y="401"/>
                    </a:lnTo>
                    <a:lnTo>
                      <a:pt x="103" y="401"/>
                    </a:lnTo>
                    <a:lnTo>
                      <a:pt x="102" y="401"/>
                    </a:lnTo>
                    <a:lnTo>
                      <a:pt x="102" y="401"/>
                    </a:lnTo>
                    <a:lnTo>
                      <a:pt x="101" y="402"/>
                    </a:lnTo>
                    <a:lnTo>
                      <a:pt x="101" y="402"/>
                    </a:lnTo>
                    <a:lnTo>
                      <a:pt x="100" y="402"/>
                    </a:lnTo>
                    <a:lnTo>
                      <a:pt x="100" y="402"/>
                    </a:lnTo>
                    <a:lnTo>
                      <a:pt x="100" y="402"/>
                    </a:lnTo>
                    <a:lnTo>
                      <a:pt x="99" y="403"/>
                    </a:lnTo>
                    <a:lnTo>
                      <a:pt x="98" y="403"/>
                    </a:lnTo>
                    <a:lnTo>
                      <a:pt x="98" y="403"/>
                    </a:lnTo>
                    <a:lnTo>
                      <a:pt x="97" y="404"/>
                    </a:lnTo>
                    <a:lnTo>
                      <a:pt x="97" y="404"/>
                    </a:lnTo>
                    <a:lnTo>
                      <a:pt x="96" y="404"/>
                    </a:lnTo>
                    <a:lnTo>
                      <a:pt x="95" y="405"/>
                    </a:lnTo>
                    <a:lnTo>
                      <a:pt x="93" y="406"/>
                    </a:lnTo>
                    <a:lnTo>
                      <a:pt x="92" y="407"/>
                    </a:lnTo>
                    <a:lnTo>
                      <a:pt x="91" y="407"/>
                    </a:lnTo>
                    <a:lnTo>
                      <a:pt x="89" y="408"/>
                    </a:lnTo>
                    <a:lnTo>
                      <a:pt x="89" y="409"/>
                    </a:lnTo>
                    <a:lnTo>
                      <a:pt x="87" y="410"/>
                    </a:lnTo>
                    <a:lnTo>
                      <a:pt x="86" y="411"/>
                    </a:lnTo>
                    <a:lnTo>
                      <a:pt x="84" y="412"/>
                    </a:lnTo>
                    <a:lnTo>
                      <a:pt x="83" y="412"/>
                    </a:lnTo>
                    <a:lnTo>
                      <a:pt x="81" y="413"/>
                    </a:lnTo>
                    <a:lnTo>
                      <a:pt x="78" y="415"/>
                    </a:lnTo>
                    <a:lnTo>
                      <a:pt x="75" y="417"/>
                    </a:lnTo>
                    <a:lnTo>
                      <a:pt x="72" y="419"/>
                    </a:lnTo>
                    <a:lnTo>
                      <a:pt x="68" y="421"/>
                    </a:lnTo>
                    <a:lnTo>
                      <a:pt x="67" y="422"/>
                    </a:lnTo>
                    <a:lnTo>
                      <a:pt x="65" y="423"/>
                    </a:lnTo>
                    <a:lnTo>
                      <a:pt x="63" y="424"/>
                    </a:lnTo>
                    <a:lnTo>
                      <a:pt x="61" y="425"/>
                    </a:lnTo>
                    <a:lnTo>
                      <a:pt x="60" y="426"/>
                    </a:lnTo>
                    <a:lnTo>
                      <a:pt x="59" y="427"/>
                    </a:lnTo>
                    <a:lnTo>
                      <a:pt x="57" y="428"/>
                    </a:lnTo>
                    <a:lnTo>
                      <a:pt x="56" y="430"/>
                    </a:lnTo>
                    <a:lnTo>
                      <a:pt x="54" y="431"/>
                    </a:lnTo>
                    <a:lnTo>
                      <a:pt x="52" y="432"/>
                    </a:lnTo>
                    <a:lnTo>
                      <a:pt x="50" y="433"/>
                    </a:lnTo>
                    <a:lnTo>
                      <a:pt x="49" y="434"/>
                    </a:lnTo>
                    <a:lnTo>
                      <a:pt x="48" y="434"/>
                    </a:lnTo>
                    <a:lnTo>
                      <a:pt x="47" y="435"/>
                    </a:lnTo>
                    <a:lnTo>
                      <a:pt x="46" y="435"/>
                    </a:lnTo>
                    <a:lnTo>
                      <a:pt x="45" y="436"/>
                    </a:lnTo>
                    <a:lnTo>
                      <a:pt x="44" y="436"/>
                    </a:lnTo>
                    <a:lnTo>
                      <a:pt x="44" y="436"/>
                    </a:lnTo>
                    <a:lnTo>
                      <a:pt x="43" y="437"/>
                    </a:lnTo>
                    <a:lnTo>
                      <a:pt x="42" y="437"/>
                    </a:lnTo>
                    <a:lnTo>
                      <a:pt x="42" y="437"/>
                    </a:lnTo>
                    <a:lnTo>
                      <a:pt x="41" y="438"/>
                    </a:lnTo>
                    <a:lnTo>
                      <a:pt x="40" y="438"/>
                    </a:lnTo>
                    <a:lnTo>
                      <a:pt x="39" y="439"/>
                    </a:lnTo>
                    <a:lnTo>
                      <a:pt x="39" y="439"/>
                    </a:lnTo>
                    <a:lnTo>
                      <a:pt x="38" y="440"/>
                    </a:lnTo>
                    <a:lnTo>
                      <a:pt x="37" y="440"/>
                    </a:lnTo>
                    <a:lnTo>
                      <a:pt x="36" y="440"/>
                    </a:lnTo>
                    <a:lnTo>
                      <a:pt x="35" y="441"/>
                    </a:lnTo>
                    <a:lnTo>
                      <a:pt x="34" y="441"/>
                    </a:lnTo>
                    <a:lnTo>
                      <a:pt x="34" y="442"/>
                    </a:lnTo>
                    <a:lnTo>
                      <a:pt x="33" y="442"/>
                    </a:lnTo>
                    <a:lnTo>
                      <a:pt x="32" y="442"/>
                    </a:lnTo>
                    <a:lnTo>
                      <a:pt x="31" y="442"/>
                    </a:lnTo>
                    <a:lnTo>
                      <a:pt x="31" y="442"/>
                    </a:lnTo>
                    <a:lnTo>
                      <a:pt x="31" y="442"/>
                    </a:lnTo>
                    <a:lnTo>
                      <a:pt x="30" y="443"/>
                    </a:lnTo>
                    <a:lnTo>
                      <a:pt x="29" y="443"/>
                    </a:lnTo>
                    <a:lnTo>
                      <a:pt x="28" y="443"/>
                    </a:lnTo>
                    <a:lnTo>
                      <a:pt x="27" y="444"/>
                    </a:lnTo>
                    <a:lnTo>
                      <a:pt x="27" y="444"/>
                    </a:lnTo>
                    <a:lnTo>
                      <a:pt x="26" y="444"/>
                    </a:lnTo>
                    <a:lnTo>
                      <a:pt x="25" y="445"/>
                    </a:lnTo>
                    <a:lnTo>
                      <a:pt x="24" y="445"/>
                    </a:lnTo>
                    <a:lnTo>
                      <a:pt x="23" y="445"/>
                    </a:lnTo>
                    <a:lnTo>
                      <a:pt x="23" y="445"/>
                    </a:lnTo>
                    <a:lnTo>
                      <a:pt x="22" y="446"/>
                    </a:lnTo>
                    <a:lnTo>
                      <a:pt x="21" y="446"/>
                    </a:lnTo>
                    <a:lnTo>
                      <a:pt x="20" y="446"/>
                    </a:lnTo>
                    <a:lnTo>
                      <a:pt x="19" y="446"/>
                    </a:lnTo>
                    <a:lnTo>
                      <a:pt x="19" y="446"/>
                    </a:lnTo>
                    <a:lnTo>
                      <a:pt x="18" y="447"/>
                    </a:lnTo>
                    <a:lnTo>
                      <a:pt x="17" y="447"/>
                    </a:lnTo>
                    <a:lnTo>
                      <a:pt x="16" y="447"/>
                    </a:lnTo>
                    <a:lnTo>
                      <a:pt x="15" y="447"/>
                    </a:lnTo>
                    <a:lnTo>
                      <a:pt x="15" y="447"/>
                    </a:lnTo>
                    <a:lnTo>
                      <a:pt x="15" y="447"/>
                    </a:lnTo>
                    <a:lnTo>
                      <a:pt x="14" y="447"/>
                    </a:lnTo>
                    <a:lnTo>
                      <a:pt x="14" y="447"/>
                    </a:lnTo>
                    <a:lnTo>
                      <a:pt x="13" y="447"/>
                    </a:lnTo>
                    <a:lnTo>
                      <a:pt x="13" y="447"/>
                    </a:lnTo>
                    <a:lnTo>
                      <a:pt x="13" y="447"/>
                    </a:lnTo>
                    <a:lnTo>
                      <a:pt x="12" y="447"/>
                    </a:lnTo>
                    <a:lnTo>
                      <a:pt x="12" y="447"/>
                    </a:lnTo>
                    <a:lnTo>
                      <a:pt x="11" y="447"/>
                    </a:lnTo>
                    <a:lnTo>
                      <a:pt x="11" y="447"/>
                    </a:lnTo>
                    <a:lnTo>
                      <a:pt x="11" y="447"/>
                    </a:lnTo>
                    <a:lnTo>
                      <a:pt x="11" y="447"/>
                    </a:lnTo>
                    <a:lnTo>
                      <a:pt x="3" y="444"/>
                    </a:lnTo>
                    <a:lnTo>
                      <a:pt x="0" y="437"/>
                    </a:lnTo>
                    <a:lnTo>
                      <a:pt x="0" y="437"/>
                    </a:lnTo>
                    <a:lnTo>
                      <a:pt x="2" y="429"/>
                    </a:lnTo>
                    <a:lnTo>
                      <a:pt x="10" y="426"/>
                    </a:lnTo>
                    <a:lnTo>
                      <a:pt x="11" y="426"/>
                    </a:lnTo>
                    <a:lnTo>
                      <a:pt x="11" y="426"/>
                    </a:lnTo>
                    <a:lnTo>
                      <a:pt x="11" y="426"/>
                    </a:lnTo>
                    <a:lnTo>
                      <a:pt x="11" y="426"/>
                    </a:lnTo>
                    <a:lnTo>
                      <a:pt x="11" y="426"/>
                    </a:lnTo>
                    <a:lnTo>
                      <a:pt x="11" y="426"/>
                    </a:lnTo>
                    <a:lnTo>
                      <a:pt x="11" y="426"/>
                    </a:lnTo>
                    <a:lnTo>
                      <a:pt x="11" y="426"/>
                    </a:lnTo>
                    <a:lnTo>
                      <a:pt x="12" y="426"/>
                    </a:lnTo>
                    <a:lnTo>
                      <a:pt x="12" y="426"/>
                    </a:lnTo>
                    <a:lnTo>
                      <a:pt x="12" y="426"/>
                    </a:lnTo>
                    <a:lnTo>
                      <a:pt x="12" y="426"/>
                    </a:lnTo>
                    <a:lnTo>
                      <a:pt x="12" y="426"/>
                    </a:lnTo>
                    <a:lnTo>
                      <a:pt x="13" y="426"/>
                    </a:lnTo>
                    <a:lnTo>
                      <a:pt x="13" y="426"/>
                    </a:lnTo>
                    <a:lnTo>
                      <a:pt x="14" y="425"/>
                    </a:lnTo>
                    <a:lnTo>
                      <a:pt x="14" y="425"/>
                    </a:lnTo>
                    <a:lnTo>
                      <a:pt x="14" y="425"/>
                    </a:lnTo>
                    <a:lnTo>
                      <a:pt x="15" y="425"/>
                    </a:lnTo>
                    <a:lnTo>
                      <a:pt x="15" y="425"/>
                    </a:lnTo>
                    <a:lnTo>
                      <a:pt x="16" y="425"/>
                    </a:lnTo>
                    <a:lnTo>
                      <a:pt x="16" y="425"/>
                    </a:lnTo>
                    <a:lnTo>
                      <a:pt x="17" y="424"/>
                    </a:lnTo>
                    <a:lnTo>
                      <a:pt x="18" y="424"/>
                    </a:lnTo>
                    <a:lnTo>
                      <a:pt x="18" y="424"/>
                    </a:lnTo>
                    <a:lnTo>
                      <a:pt x="19" y="424"/>
                    </a:lnTo>
                    <a:lnTo>
                      <a:pt x="19" y="424"/>
                    </a:lnTo>
                    <a:lnTo>
                      <a:pt x="20" y="423"/>
                    </a:lnTo>
                    <a:lnTo>
                      <a:pt x="20" y="423"/>
                    </a:lnTo>
                    <a:lnTo>
                      <a:pt x="21" y="423"/>
                    </a:lnTo>
                    <a:lnTo>
                      <a:pt x="22" y="423"/>
                    </a:lnTo>
                    <a:lnTo>
                      <a:pt x="22" y="422"/>
                    </a:lnTo>
                    <a:lnTo>
                      <a:pt x="23" y="422"/>
                    </a:lnTo>
                    <a:lnTo>
                      <a:pt x="24" y="422"/>
                    </a:lnTo>
                    <a:lnTo>
                      <a:pt x="24" y="421"/>
                    </a:lnTo>
                    <a:lnTo>
                      <a:pt x="25" y="421"/>
                    </a:lnTo>
                    <a:lnTo>
                      <a:pt x="26" y="421"/>
                    </a:lnTo>
                    <a:lnTo>
                      <a:pt x="26" y="420"/>
                    </a:lnTo>
                    <a:lnTo>
                      <a:pt x="27" y="420"/>
                    </a:lnTo>
                    <a:lnTo>
                      <a:pt x="28" y="420"/>
                    </a:lnTo>
                    <a:lnTo>
                      <a:pt x="28" y="419"/>
                    </a:lnTo>
                    <a:lnTo>
                      <a:pt x="29" y="419"/>
                    </a:lnTo>
                    <a:lnTo>
                      <a:pt x="30" y="419"/>
                    </a:lnTo>
                    <a:lnTo>
                      <a:pt x="31" y="418"/>
                    </a:lnTo>
                    <a:lnTo>
                      <a:pt x="31" y="418"/>
                    </a:lnTo>
                    <a:lnTo>
                      <a:pt x="31" y="417"/>
                    </a:lnTo>
                    <a:lnTo>
                      <a:pt x="31" y="417"/>
                    </a:lnTo>
                    <a:lnTo>
                      <a:pt x="32" y="417"/>
                    </a:lnTo>
                    <a:lnTo>
                      <a:pt x="33" y="417"/>
                    </a:lnTo>
                    <a:lnTo>
                      <a:pt x="33" y="416"/>
                    </a:lnTo>
                    <a:lnTo>
                      <a:pt x="34" y="416"/>
                    </a:lnTo>
                    <a:lnTo>
                      <a:pt x="35" y="415"/>
                    </a:lnTo>
                    <a:lnTo>
                      <a:pt x="36" y="415"/>
                    </a:lnTo>
                    <a:lnTo>
                      <a:pt x="37" y="414"/>
                    </a:lnTo>
                    <a:lnTo>
                      <a:pt x="37" y="414"/>
                    </a:lnTo>
                    <a:lnTo>
                      <a:pt x="39" y="413"/>
                    </a:lnTo>
                    <a:lnTo>
                      <a:pt x="40" y="412"/>
                    </a:lnTo>
                    <a:lnTo>
                      <a:pt x="42" y="412"/>
                    </a:lnTo>
                    <a:lnTo>
                      <a:pt x="44" y="411"/>
                    </a:lnTo>
                    <a:lnTo>
                      <a:pt x="45" y="410"/>
                    </a:lnTo>
                    <a:lnTo>
                      <a:pt x="47" y="409"/>
                    </a:lnTo>
                    <a:lnTo>
                      <a:pt x="49" y="408"/>
                    </a:lnTo>
                    <a:lnTo>
                      <a:pt x="50" y="407"/>
                    </a:lnTo>
                    <a:lnTo>
                      <a:pt x="52" y="406"/>
                    </a:lnTo>
                    <a:lnTo>
                      <a:pt x="53" y="405"/>
                    </a:lnTo>
                    <a:lnTo>
                      <a:pt x="55" y="404"/>
                    </a:lnTo>
                    <a:lnTo>
                      <a:pt x="57" y="403"/>
                    </a:lnTo>
                    <a:lnTo>
                      <a:pt x="60" y="400"/>
                    </a:lnTo>
                    <a:lnTo>
                      <a:pt x="62" y="398"/>
                    </a:lnTo>
                    <a:lnTo>
                      <a:pt x="65" y="396"/>
                    </a:lnTo>
                    <a:lnTo>
                      <a:pt x="69" y="394"/>
                    </a:lnTo>
                    <a:lnTo>
                      <a:pt x="70" y="393"/>
                    </a:lnTo>
                    <a:lnTo>
                      <a:pt x="72" y="392"/>
                    </a:lnTo>
                    <a:lnTo>
                      <a:pt x="73" y="391"/>
                    </a:lnTo>
                    <a:lnTo>
                      <a:pt x="75" y="390"/>
                    </a:lnTo>
                    <a:lnTo>
                      <a:pt x="76" y="389"/>
                    </a:lnTo>
                    <a:lnTo>
                      <a:pt x="78" y="388"/>
                    </a:lnTo>
                    <a:lnTo>
                      <a:pt x="79" y="387"/>
                    </a:lnTo>
                    <a:lnTo>
                      <a:pt x="81" y="386"/>
                    </a:lnTo>
                    <a:lnTo>
                      <a:pt x="82" y="385"/>
                    </a:lnTo>
                    <a:lnTo>
                      <a:pt x="83" y="384"/>
                    </a:lnTo>
                    <a:lnTo>
                      <a:pt x="85" y="383"/>
                    </a:lnTo>
                    <a:lnTo>
                      <a:pt x="85" y="383"/>
                    </a:lnTo>
                    <a:lnTo>
                      <a:pt x="86" y="383"/>
                    </a:lnTo>
                    <a:lnTo>
                      <a:pt x="87" y="383"/>
                    </a:lnTo>
                    <a:lnTo>
                      <a:pt x="87" y="383"/>
                    </a:lnTo>
                    <a:lnTo>
                      <a:pt x="88" y="382"/>
                    </a:lnTo>
                    <a:lnTo>
                      <a:pt x="89" y="382"/>
                    </a:lnTo>
                    <a:lnTo>
                      <a:pt x="89" y="382"/>
                    </a:lnTo>
                    <a:lnTo>
                      <a:pt x="89" y="382"/>
                    </a:lnTo>
                    <a:lnTo>
                      <a:pt x="89" y="381"/>
                    </a:lnTo>
                    <a:lnTo>
                      <a:pt x="90" y="381"/>
                    </a:lnTo>
                    <a:lnTo>
                      <a:pt x="90" y="381"/>
                    </a:lnTo>
                    <a:lnTo>
                      <a:pt x="91" y="380"/>
                    </a:lnTo>
                    <a:lnTo>
                      <a:pt x="92" y="380"/>
                    </a:lnTo>
                    <a:lnTo>
                      <a:pt x="92" y="380"/>
                    </a:lnTo>
                    <a:lnTo>
                      <a:pt x="93" y="379"/>
                    </a:lnTo>
                    <a:lnTo>
                      <a:pt x="93" y="379"/>
                    </a:lnTo>
                    <a:lnTo>
                      <a:pt x="94" y="379"/>
                    </a:lnTo>
                    <a:lnTo>
                      <a:pt x="95" y="378"/>
                    </a:lnTo>
                    <a:lnTo>
                      <a:pt x="95" y="378"/>
                    </a:lnTo>
                    <a:lnTo>
                      <a:pt x="99" y="376"/>
                    </a:lnTo>
                    <a:lnTo>
                      <a:pt x="104" y="374"/>
                    </a:lnTo>
                    <a:lnTo>
                      <a:pt x="108" y="372"/>
                    </a:lnTo>
                    <a:lnTo>
                      <a:pt x="112" y="370"/>
                    </a:lnTo>
                    <a:lnTo>
                      <a:pt x="116" y="368"/>
                    </a:lnTo>
                    <a:lnTo>
                      <a:pt x="120" y="366"/>
                    </a:lnTo>
                    <a:lnTo>
                      <a:pt x="124" y="364"/>
                    </a:lnTo>
                    <a:lnTo>
                      <a:pt x="128" y="362"/>
                    </a:lnTo>
                    <a:lnTo>
                      <a:pt x="133" y="360"/>
                    </a:lnTo>
                    <a:lnTo>
                      <a:pt x="137" y="358"/>
                    </a:lnTo>
                    <a:lnTo>
                      <a:pt x="141" y="356"/>
                    </a:lnTo>
                    <a:lnTo>
                      <a:pt x="145" y="354"/>
                    </a:lnTo>
                    <a:lnTo>
                      <a:pt x="149" y="353"/>
                    </a:lnTo>
                    <a:lnTo>
                      <a:pt x="153" y="351"/>
                    </a:lnTo>
                    <a:lnTo>
                      <a:pt x="157" y="349"/>
                    </a:lnTo>
                    <a:lnTo>
                      <a:pt x="161" y="347"/>
                    </a:lnTo>
                    <a:lnTo>
                      <a:pt x="163" y="346"/>
                    </a:lnTo>
                    <a:lnTo>
                      <a:pt x="166" y="345"/>
                    </a:lnTo>
                    <a:lnTo>
                      <a:pt x="170" y="343"/>
                    </a:lnTo>
                    <a:lnTo>
                      <a:pt x="174" y="341"/>
                    </a:lnTo>
                    <a:lnTo>
                      <a:pt x="178" y="339"/>
                    </a:lnTo>
                    <a:lnTo>
                      <a:pt x="182" y="337"/>
                    </a:lnTo>
                    <a:lnTo>
                      <a:pt x="186" y="335"/>
                    </a:lnTo>
                    <a:lnTo>
                      <a:pt x="191" y="333"/>
                    </a:lnTo>
                    <a:lnTo>
                      <a:pt x="195" y="331"/>
                    </a:lnTo>
                    <a:lnTo>
                      <a:pt x="200" y="329"/>
                    </a:lnTo>
                    <a:lnTo>
                      <a:pt x="204" y="327"/>
                    </a:lnTo>
                    <a:lnTo>
                      <a:pt x="207" y="325"/>
                    </a:lnTo>
                    <a:lnTo>
                      <a:pt x="211" y="324"/>
                    </a:lnTo>
                    <a:lnTo>
                      <a:pt x="212" y="324"/>
                    </a:lnTo>
                    <a:lnTo>
                      <a:pt x="216" y="322"/>
                    </a:lnTo>
                    <a:lnTo>
                      <a:pt x="220" y="320"/>
                    </a:lnTo>
                    <a:lnTo>
                      <a:pt x="225" y="318"/>
                    </a:lnTo>
                    <a:lnTo>
                      <a:pt x="229" y="316"/>
                    </a:lnTo>
                    <a:lnTo>
                      <a:pt x="233" y="314"/>
                    </a:lnTo>
                    <a:lnTo>
                      <a:pt x="237" y="312"/>
                    </a:lnTo>
                    <a:lnTo>
                      <a:pt x="239" y="311"/>
                    </a:lnTo>
                    <a:lnTo>
                      <a:pt x="241" y="310"/>
                    </a:lnTo>
                    <a:lnTo>
                      <a:pt x="246" y="308"/>
                    </a:lnTo>
                    <a:lnTo>
                      <a:pt x="250" y="306"/>
                    </a:lnTo>
                    <a:lnTo>
                      <a:pt x="254" y="304"/>
                    </a:lnTo>
                    <a:lnTo>
                      <a:pt x="259" y="302"/>
                    </a:lnTo>
                    <a:lnTo>
                      <a:pt x="262" y="301"/>
                    </a:lnTo>
                    <a:lnTo>
                      <a:pt x="267" y="299"/>
                    </a:lnTo>
                    <a:lnTo>
                      <a:pt x="271" y="297"/>
                    </a:lnTo>
                    <a:lnTo>
                      <a:pt x="275" y="295"/>
                    </a:lnTo>
                    <a:lnTo>
                      <a:pt x="276" y="295"/>
                    </a:lnTo>
                    <a:lnTo>
                      <a:pt x="280" y="294"/>
                    </a:lnTo>
                    <a:lnTo>
                      <a:pt x="284" y="292"/>
                    </a:lnTo>
                    <a:lnTo>
                      <a:pt x="289" y="290"/>
                    </a:lnTo>
                    <a:lnTo>
                      <a:pt x="292" y="289"/>
                    </a:lnTo>
                    <a:lnTo>
                      <a:pt x="297" y="287"/>
                    </a:lnTo>
                    <a:lnTo>
                      <a:pt x="301" y="285"/>
                    </a:lnTo>
                    <a:lnTo>
                      <a:pt x="306" y="284"/>
                    </a:lnTo>
                    <a:lnTo>
                      <a:pt x="311" y="282"/>
                    </a:lnTo>
                    <a:lnTo>
                      <a:pt x="315" y="280"/>
                    </a:lnTo>
                    <a:lnTo>
                      <a:pt x="320" y="279"/>
                    </a:lnTo>
                    <a:lnTo>
                      <a:pt x="323" y="277"/>
                    </a:lnTo>
                    <a:lnTo>
                      <a:pt x="328" y="275"/>
                    </a:lnTo>
                    <a:lnTo>
                      <a:pt x="332" y="274"/>
                    </a:lnTo>
                    <a:lnTo>
                      <a:pt x="337" y="272"/>
                    </a:lnTo>
                    <a:lnTo>
                      <a:pt x="341" y="270"/>
                    </a:lnTo>
                    <a:lnTo>
                      <a:pt x="346" y="268"/>
                    </a:lnTo>
                    <a:lnTo>
                      <a:pt x="349" y="267"/>
                    </a:lnTo>
                    <a:lnTo>
                      <a:pt x="354" y="265"/>
                    </a:lnTo>
                    <a:lnTo>
                      <a:pt x="358" y="265"/>
                    </a:lnTo>
                    <a:lnTo>
                      <a:pt x="363" y="263"/>
                    </a:lnTo>
                    <a:lnTo>
                      <a:pt x="368" y="261"/>
                    </a:lnTo>
                    <a:lnTo>
                      <a:pt x="372" y="260"/>
                    </a:lnTo>
                    <a:lnTo>
                      <a:pt x="377" y="258"/>
                    </a:lnTo>
                    <a:lnTo>
                      <a:pt x="380" y="256"/>
                    </a:lnTo>
                    <a:lnTo>
                      <a:pt x="385" y="255"/>
                    </a:lnTo>
                    <a:lnTo>
                      <a:pt x="389" y="253"/>
                    </a:lnTo>
                    <a:lnTo>
                      <a:pt x="394" y="251"/>
                    </a:lnTo>
                    <a:lnTo>
                      <a:pt x="398" y="250"/>
                    </a:lnTo>
                    <a:lnTo>
                      <a:pt x="403" y="248"/>
                    </a:lnTo>
                    <a:lnTo>
                      <a:pt x="407" y="247"/>
                    </a:lnTo>
                    <a:lnTo>
                      <a:pt x="411" y="245"/>
                    </a:lnTo>
                    <a:lnTo>
                      <a:pt x="416" y="243"/>
                    </a:lnTo>
                    <a:lnTo>
                      <a:pt x="420" y="242"/>
                    </a:lnTo>
                    <a:lnTo>
                      <a:pt x="425" y="240"/>
                    </a:lnTo>
                    <a:lnTo>
                      <a:pt x="429" y="239"/>
                    </a:lnTo>
                    <a:lnTo>
                      <a:pt x="434" y="237"/>
                    </a:lnTo>
                    <a:lnTo>
                      <a:pt x="438" y="236"/>
                    </a:lnTo>
                    <a:lnTo>
                      <a:pt x="442" y="235"/>
                    </a:lnTo>
                    <a:lnTo>
                      <a:pt x="447" y="234"/>
                    </a:lnTo>
                    <a:lnTo>
                      <a:pt x="451" y="232"/>
                    </a:lnTo>
                    <a:lnTo>
                      <a:pt x="456" y="230"/>
                    </a:lnTo>
                    <a:lnTo>
                      <a:pt x="461" y="229"/>
                    </a:lnTo>
                    <a:lnTo>
                      <a:pt x="465" y="227"/>
                    </a:lnTo>
                    <a:lnTo>
                      <a:pt x="466" y="227"/>
                    </a:lnTo>
                    <a:lnTo>
                      <a:pt x="469" y="226"/>
                    </a:lnTo>
                    <a:lnTo>
                      <a:pt x="473" y="224"/>
                    </a:lnTo>
                    <a:lnTo>
                      <a:pt x="478" y="223"/>
                    </a:lnTo>
                    <a:lnTo>
                      <a:pt x="482" y="221"/>
                    </a:lnTo>
                    <a:lnTo>
                      <a:pt x="487" y="220"/>
                    </a:lnTo>
                    <a:lnTo>
                      <a:pt x="492" y="218"/>
                    </a:lnTo>
                    <a:lnTo>
                      <a:pt x="495" y="217"/>
                    </a:lnTo>
                    <a:lnTo>
                      <a:pt x="500" y="215"/>
                    </a:lnTo>
                    <a:lnTo>
                      <a:pt x="504" y="214"/>
                    </a:lnTo>
                    <a:lnTo>
                      <a:pt x="509" y="212"/>
                    </a:lnTo>
                    <a:lnTo>
                      <a:pt x="514" y="211"/>
                    </a:lnTo>
                    <a:lnTo>
                      <a:pt x="518" y="210"/>
                    </a:lnTo>
                    <a:lnTo>
                      <a:pt x="523" y="208"/>
                    </a:lnTo>
                    <a:lnTo>
                      <a:pt x="526" y="207"/>
                    </a:lnTo>
                    <a:lnTo>
                      <a:pt x="531" y="206"/>
                    </a:lnTo>
                    <a:lnTo>
                      <a:pt x="536" y="205"/>
                    </a:lnTo>
                    <a:lnTo>
                      <a:pt x="540" y="203"/>
                    </a:lnTo>
                    <a:lnTo>
                      <a:pt x="545" y="202"/>
                    </a:lnTo>
                    <a:lnTo>
                      <a:pt x="549" y="201"/>
                    </a:lnTo>
                    <a:lnTo>
                      <a:pt x="553" y="199"/>
                    </a:lnTo>
                    <a:lnTo>
                      <a:pt x="558" y="198"/>
                    </a:lnTo>
                    <a:lnTo>
                      <a:pt x="562" y="196"/>
                    </a:lnTo>
                    <a:lnTo>
                      <a:pt x="567" y="195"/>
                    </a:lnTo>
                    <a:lnTo>
                      <a:pt x="571" y="194"/>
                    </a:lnTo>
                    <a:lnTo>
                      <a:pt x="576" y="192"/>
                    </a:lnTo>
                    <a:lnTo>
                      <a:pt x="580" y="191"/>
                    </a:lnTo>
                    <a:lnTo>
                      <a:pt x="584" y="190"/>
                    </a:lnTo>
                    <a:lnTo>
                      <a:pt x="589" y="188"/>
                    </a:lnTo>
                    <a:lnTo>
                      <a:pt x="593" y="187"/>
                    </a:lnTo>
                    <a:lnTo>
                      <a:pt x="598" y="185"/>
                    </a:lnTo>
                    <a:lnTo>
                      <a:pt x="602" y="184"/>
                    </a:lnTo>
                    <a:lnTo>
                      <a:pt x="607" y="183"/>
                    </a:lnTo>
                    <a:lnTo>
                      <a:pt x="611" y="182"/>
                    </a:lnTo>
                    <a:lnTo>
                      <a:pt x="615" y="180"/>
                    </a:lnTo>
                    <a:lnTo>
                      <a:pt x="620" y="179"/>
                    </a:lnTo>
                    <a:lnTo>
                      <a:pt x="624" y="178"/>
                    </a:lnTo>
                    <a:lnTo>
                      <a:pt x="629" y="177"/>
                    </a:lnTo>
                    <a:lnTo>
                      <a:pt x="633" y="176"/>
                    </a:lnTo>
                    <a:lnTo>
                      <a:pt x="637" y="175"/>
                    </a:lnTo>
                    <a:lnTo>
                      <a:pt x="642" y="173"/>
                    </a:lnTo>
                    <a:lnTo>
                      <a:pt x="646" y="172"/>
                    </a:lnTo>
                    <a:lnTo>
                      <a:pt x="651" y="171"/>
                    </a:lnTo>
                    <a:lnTo>
                      <a:pt x="654" y="170"/>
                    </a:lnTo>
                    <a:lnTo>
                      <a:pt x="657" y="169"/>
                    </a:lnTo>
                    <a:lnTo>
                      <a:pt x="661" y="168"/>
                    </a:lnTo>
                    <a:lnTo>
                      <a:pt x="664" y="167"/>
                    </a:lnTo>
                    <a:lnTo>
                      <a:pt x="670" y="166"/>
                    </a:lnTo>
                    <a:lnTo>
                      <a:pt x="677" y="164"/>
                    </a:lnTo>
                    <a:lnTo>
                      <a:pt x="683" y="162"/>
                    </a:lnTo>
                    <a:lnTo>
                      <a:pt x="690" y="160"/>
                    </a:lnTo>
                    <a:lnTo>
                      <a:pt x="691" y="160"/>
                    </a:lnTo>
                    <a:lnTo>
                      <a:pt x="691" y="159"/>
                    </a:lnTo>
                    <a:lnTo>
                      <a:pt x="690" y="158"/>
                    </a:lnTo>
                    <a:lnTo>
                      <a:pt x="689" y="155"/>
                    </a:lnTo>
                    <a:lnTo>
                      <a:pt x="689" y="155"/>
                    </a:lnTo>
                    <a:lnTo>
                      <a:pt x="690" y="155"/>
                    </a:lnTo>
                    <a:lnTo>
                      <a:pt x="690" y="155"/>
                    </a:lnTo>
                    <a:lnTo>
                      <a:pt x="691" y="154"/>
                    </a:lnTo>
                    <a:lnTo>
                      <a:pt x="692" y="154"/>
                    </a:lnTo>
                    <a:lnTo>
                      <a:pt x="693" y="153"/>
                    </a:lnTo>
                    <a:lnTo>
                      <a:pt x="694" y="152"/>
                    </a:lnTo>
                    <a:lnTo>
                      <a:pt x="694" y="152"/>
                    </a:lnTo>
                    <a:lnTo>
                      <a:pt x="695" y="151"/>
                    </a:lnTo>
                    <a:lnTo>
                      <a:pt x="695" y="150"/>
                    </a:lnTo>
                    <a:lnTo>
                      <a:pt x="697" y="149"/>
                    </a:lnTo>
                    <a:lnTo>
                      <a:pt x="698" y="148"/>
                    </a:lnTo>
                    <a:lnTo>
                      <a:pt x="699" y="148"/>
                    </a:lnTo>
                    <a:lnTo>
                      <a:pt x="700" y="147"/>
                    </a:lnTo>
                    <a:lnTo>
                      <a:pt x="701" y="147"/>
                    </a:lnTo>
                    <a:lnTo>
                      <a:pt x="703" y="146"/>
                    </a:lnTo>
                    <a:lnTo>
                      <a:pt x="704" y="145"/>
                    </a:lnTo>
                    <a:lnTo>
                      <a:pt x="705" y="143"/>
                    </a:lnTo>
                    <a:lnTo>
                      <a:pt x="707" y="142"/>
                    </a:lnTo>
                    <a:lnTo>
                      <a:pt x="708" y="141"/>
                    </a:lnTo>
                    <a:lnTo>
                      <a:pt x="710" y="140"/>
                    </a:lnTo>
                    <a:lnTo>
                      <a:pt x="713" y="138"/>
                    </a:lnTo>
                    <a:lnTo>
                      <a:pt x="716" y="135"/>
                    </a:lnTo>
                    <a:lnTo>
                      <a:pt x="716" y="135"/>
                    </a:lnTo>
                    <a:lnTo>
                      <a:pt x="719" y="132"/>
                    </a:lnTo>
                    <a:lnTo>
                      <a:pt x="722" y="130"/>
                    </a:lnTo>
                    <a:lnTo>
                      <a:pt x="725" y="127"/>
                    </a:lnTo>
                    <a:lnTo>
                      <a:pt x="729" y="124"/>
                    </a:lnTo>
                    <a:lnTo>
                      <a:pt x="732" y="121"/>
                    </a:lnTo>
                    <a:lnTo>
                      <a:pt x="736" y="118"/>
                    </a:lnTo>
                    <a:lnTo>
                      <a:pt x="740" y="115"/>
                    </a:lnTo>
                    <a:lnTo>
                      <a:pt x="748" y="109"/>
                    </a:lnTo>
                    <a:lnTo>
                      <a:pt x="755" y="102"/>
                    </a:lnTo>
                    <a:lnTo>
                      <a:pt x="764" y="95"/>
                    </a:lnTo>
                    <a:lnTo>
                      <a:pt x="772" y="88"/>
                    </a:lnTo>
                    <a:lnTo>
                      <a:pt x="776" y="86"/>
                    </a:lnTo>
                    <a:lnTo>
                      <a:pt x="781" y="82"/>
                    </a:lnTo>
                    <a:lnTo>
                      <a:pt x="784" y="79"/>
                    </a:lnTo>
                    <a:lnTo>
                      <a:pt x="789" y="75"/>
                    </a:lnTo>
                    <a:lnTo>
                      <a:pt x="793" y="71"/>
                    </a:lnTo>
                    <a:lnTo>
                      <a:pt x="797" y="68"/>
                    </a:lnTo>
                    <a:lnTo>
                      <a:pt x="802" y="64"/>
                    </a:lnTo>
                    <a:lnTo>
                      <a:pt x="806" y="61"/>
                    </a:lnTo>
                    <a:lnTo>
                      <a:pt x="810" y="59"/>
                    </a:lnTo>
                    <a:lnTo>
                      <a:pt x="813" y="55"/>
                    </a:lnTo>
                    <a:lnTo>
                      <a:pt x="815" y="53"/>
                    </a:lnTo>
                    <a:lnTo>
                      <a:pt x="818" y="52"/>
                    </a:lnTo>
                    <a:lnTo>
                      <a:pt x="820" y="50"/>
                    </a:lnTo>
                    <a:lnTo>
                      <a:pt x="822" y="48"/>
                    </a:lnTo>
                    <a:lnTo>
                      <a:pt x="824" y="47"/>
                    </a:lnTo>
                    <a:lnTo>
                      <a:pt x="826" y="45"/>
                    </a:lnTo>
                    <a:lnTo>
                      <a:pt x="828" y="44"/>
                    </a:lnTo>
                    <a:lnTo>
                      <a:pt x="830" y="42"/>
                    </a:lnTo>
                    <a:lnTo>
                      <a:pt x="832" y="40"/>
                    </a:lnTo>
                    <a:lnTo>
                      <a:pt x="834" y="39"/>
                    </a:lnTo>
                    <a:lnTo>
                      <a:pt x="836" y="37"/>
                    </a:lnTo>
                    <a:lnTo>
                      <a:pt x="838" y="36"/>
                    </a:lnTo>
                    <a:lnTo>
                      <a:pt x="839" y="34"/>
                    </a:lnTo>
                    <a:lnTo>
                      <a:pt x="841" y="33"/>
                    </a:lnTo>
                    <a:lnTo>
                      <a:pt x="843" y="31"/>
                    </a:lnTo>
                    <a:lnTo>
                      <a:pt x="844" y="30"/>
                    </a:lnTo>
                    <a:lnTo>
                      <a:pt x="846" y="29"/>
                    </a:lnTo>
                    <a:lnTo>
                      <a:pt x="848" y="28"/>
                    </a:lnTo>
                    <a:lnTo>
                      <a:pt x="850" y="27"/>
                    </a:lnTo>
                    <a:lnTo>
                      <a:pt x="852" y="26"/>
                    </a:lnTo>
                    <a:lnTo>
                      <a:pt x="854" y="24"/>
                    </a:lnTo>
                    <a:lnTo>
                      <a:pt x="855" y="23"/>
                    </a:lnTo>
                    <a:lnTo>
                      <a:pt x="857" y="22"/>
                    </a:lnTo>
                    <a:lnTo>
                      <a:pt x="859" y="21"/>
                    </a:lnTo>
                    <a:lnTo>
                      <a:pt x="860" y="19"/>
                    </a:lnTo>
                    <a:lnTo>
                      <a:pt x="862" y="18"/>
                    </a:lnTo>
                    <a:lnTo>
                      <a:pt x="864" y="17"/>
                    </a:lnTo>
                    <a:lnTo>
                      <a:pt x="865" y="16"/>
                    </a:lnTo>
                    <a:lnTo>
                      <a:pt x="867" y="15"/>
                    </a:lnTo>
                    <a:lnTo>
                      <a:pt x="868" y="14"/>
                    </a:lnTo>
                    <a:lnTo>
                      <a:pt x="869" y="13"/>
                    </a:lnTo>
                    <a:lnTo>
                      <a:pt x="870" y="12"/>
                    </a:lnTo>
                    <a:lnTo>
                      <a:pt x="872" y="11"/>
                    </a:lnTo>
                    <a:lnTo>
                      <a:pt x="873" y="10"/>
                    </a:lnTo>
                    <a:lnTo>
                      <a:pt x="874" y="9"/>
                    </a:lnTo>
                    <a:lnTo>
                      <a:pt x="875" y="9"/>
                    </a:lnTo>
                    <a:lnTo>
                      <a:pt x="875" y="8"/>
                    </a:lnTo>
                    <a:lnTo>
                      <a:pt x="876" y="8"/>
                    </a:lnTo>
                    <a:lnTo>
                      <a:pt x="877" y="8"/>
                    </a:lnTo>
                    <a:lnTo>
                      <a:pt x="878" y="7"/>
                    </a:lnTo>
                    <a:lnTo>
                      <a:pt x="878" y="7"/>
                    </a:lnTo>
                    <a:lnTo>
                      <a:pt x="879" y="6"/>
                    </a:lnTo>
                    <a:lnTo>
                      <a:pt x="880" y="6"/>
                    </a:lnTo>
                    <a:lnTo>
                      <a:pt x="880" y="6"/>
                    </a:lnTo>
                    <a:lnTo>
                      <a:pt x="881" y="5"/>
                    </a:lnTo>
                    <a:lnTo>
                      <a:pt x="882" y="5"/>
                    </a:lnTo>
                    <a:lnTo>
                      <a:pt x="882" y="4"/>
                    </a:lnTo>
                    <a:lnTo>
                      <a:pt x="883" y="4"/>
                    </a:lnTo>
                    <a:lnTo>
                      <a:pt x="884" y="4"/>
                    </a:lnTo>
                    <a:lnTo>
                      <a:pt x="884" y="3"/>
                    </a:lnTo>
                    <a:lnTo>
                      <a:pt x="885" y="3"/>
                    </a:lnTo>
                    <a:lnTo>
                      <a:pt x="886" y="3"/>
                    </a:lnTo>
                    <a:lnTo>
                      <a:pt x="886" y="2"/>
                    </a:lnTo>
                    <a:lnTo>
                      <a:pt x="887" y="2"/>
                    </a:lnTo>
                    <a:lnTo>
                      <a:pt x="889" y="1"/>
                    </a:lnTo>
                    <a:lnTo>
                      <a:pt x="891" y="1"/>
                    </a:lnTo>
                    <a:lnTo>
                      <a:pt x="893" y="0"/>
                    </a:lnTo>
                    <a:lnTo>
                      <a:pt x="896" y="0"/>
                    </a:lnTo>
                    <a:lnTo>
                      <a:pt x="897" y="0"/>
                    </a:lnTo>
                    <a:lnTo>
                      <a:pt x="897" y="0"/>
                    </a:lnTo>
                    <a:close/>
                    <a:moveTo>
                      <a:pt x="872" y="63"/>
                    </a:moveTo>
                    <a:lnTo>
                      <a:pt x="870" y="64"/>
                    </a:lnTo>
                    <a:lnTo>
                      <a:pt x="868" y="66"/>
                    </a:lnTo>
                    <a:lnTo>
                      <a:pt x="867" y="67"/>
                    </a:lnTo>
                    <a:lnTo>
                      <a:pt x="866" y="68"/>
                    </a:lnTo>
                    <a:lnTo>
                      <a:pt x="866" y="68"/>
                    </a:lnTo>
                    <a:lnTo>
                      <a:pt x="864" y="70"/>
                    </a:lnTo>
                    <a:lnTo>
                      <a:pt x="862" y="71"/>
                    </a:lnTo>
                    <a:lnTo>
                      <a:pt x="860" y="73"/>
                    </a:lnTo>
                    <a:lnTo>
                      <a:pt x="858" y="74"/>
                    </a:lnTo>
                    <a:lnTo>
                      <a:pt x="856" y="76"/>
                    </a:lnTo>
                    <a:lnTo>
                      <a:pt x="854" y="77"/>
                    </a:lnTo>
                    <a:lnTo>
                      <a:pt x="852" y="79"/>
                    </a:lnTo>
                    <a:lnTo>
                      <a:pt x="850" y="80"/>
                    </a:lnTo>
                    <a:lnTo>
                      <a:pt x="848" y="82"/>
                    </a:lnTo>
                    <a:lnTo>
                      <a:pt x="846" y="84"/>
                    </a:lnTo>
                    <a:lnTo>
                      <a:pt x="844" y="85"/>
                    </a:lnTo>
                    <a:lnTo>
                      <a:pt x="842" y="87"/>
                    </a:lnTo>
                    <a:lnTo>
                      <a:pt x="840" y="88"/>
                    </a:lnTo>
                    <a:lnTo>
                      <a:pt x="837" y="91"/>
                    </a:lnTo>
                    <a:lnTo>
                      <a:pt x="832" y="94"/>
                    </a:lnTo>
                    <a:lnTo>
                      <a:pt x="828" y="98"/>
                    </a:lnTo>
                    <a:lnTo>
                      <a:pt x="824" y="101"/>
                    </a:lnTo>
                    <a:lnTo>
                      <a:pt x="820" y="105"/>
                    </a:lnTo>
                    <a:lnTo>
                      <a:pt x="815" y="108"/>
                    </a:lnTo>
                    <a:lnTo>
                      <a:pt x="811" y="112"/>
                    </a:lnTo>
                    <a:lnTo>
                      <a:pt x="808" y="115"/>
                    </a:lnTo>
                    <a:lnTo>
                      <a:pt x="803" y="118"/>
                    </a:lnTo>
                    <a:lnTo>
                      <a:pt x="799" y="121"/>
                    </a:lnTo>
                    <a:lnTo>
                      <a:pt x="791" y="128"/>
                    </a:lnTo>
                    <a:lnTo>
                      <a:pt x="790" y="129"/>
                    </a:lnTo>
                    <a:lnTo>
                      <a:pt x="790" y="129"/>
                    </a:lnTo>
                    <a:lnTo>
                      <a:pt x="792" y="128"/>
                    </a:lnTo>
                    <a:lnTo>
                      <a:pt x="794" y="127"/>
                    </a:lnTo>
                    <a:lnTo>
                      <a:pt x="795" y="127"/>
                    </a:lnTo>
                    <a:lnTo>
                      <a:pt x="797" y="126"/>
                    </a:lnTo>
                    <a:lnTo>
                      <a:pt x="799" y="125"/>
                    </a:lnTo>
                    <a:lnTo>
                      <a:pt x="800" y="125"/>
                    </a:lnTo>
                    <a:lnTo>
                      <a:pt x="802" y="124"/>
                    </a:lnTo>
                    <a:lnTo>
                      <a:pt x="803" y="123"/>
                    </a:lnTo>
                    <a:lnTo>
                      <a:pt x="805" y="123"/>
                    </a:lnTo>
                    <a:lnTo>
                      <a:pt x="806" y="122"/>
                    </a:lnTo>
                    <a:lnTo>
                      <a:pt x="808" y="121"/>
                    </a:lnTo>
                    <a:lnTo>
                      <a:pt x="810" y="121"/>
                    </a:lnTo>
                    <a:lnTo>
                      <a:pt x="811" y="120"/>
                    </a:lnTo>
                    <a:lnTo>
                      <a:pt x="812" y="119"/>
                    </a:lnTo>
                    <a:lnTo>
                      <a:pt x="813" y="119"/>
                    </a:lnTo>
                    <a:lnTo>
                      <a:pt x="815" y="118"/>
                    </a:lnTo>
                    <a:lnTo>
                      <a:pt x="816" y="118"/>
                    </a:lnTo>
                    <a:lnTo>
                      <a:pt x="818" y="118"/>
                    </a:lnTo>
                    <a:lnTo>
                      <a:pt x="819" y="117"/>
                    </a:lnTo>
                    <a:lnTo>
                      <a:pt x="821" y="116"/>
                    </a:lnTo>
                    <a:lnTo>
                      <a:pt x="822" y="115"/>
                    </a:lnTo>
                    <a:lnTo>
                      <a:pt x="824" y="115"/>
                    </a:lnTo>
                    <a:lnTo>
                      <a:pt x="825" y="114"/>
                    </a:lnTo>
                    <a:lnTo>
                      <a:pt x="827" y="113"/>
                    </a:lnTo>
                    <a:lnTo>
                      <a:pt x="828" y="113"/>
                    </a:lnTo>
                    <a:lnTo>
                      <a:pt x="830" y="112"/>
                    </a:lnTo>
                    <a:lnTo>
                      <a:pt x="831" y="111"/>
                    </a:lnTo>
                    <a:lnTo>
                      <a:pt x="833" y="110"/>
                    </a:lnTo>
                    <a:lnTo>
                      <a:pt x="834" y="110"/>
                    </a:lnTo>
                    <a:lnTo>
                      <a:pt x="835" y="109"/>
                    </a:lnTo>
                    <a:lnTo>
                      <a:pt x="837" y="108"/>
                    </a:lnTo>
                    <a:lnTo>
                      <a:pt x="838" y="107"/>
                    </a:lnTo>
                    <a:lnTo>
                      <a:pt x="839" y="106"/>
                    </a:lnTo>
                    <a:lnTo>
                      <a:pt x="840" y="106"/>
                    </a:lnTo>
                    <a:lnTo>
                      <a:pt x="841" y="105"/>
                    </a:lnTo>
                    <a:lnTo>
                      <a:pt x="843" y="104"/>
                    </a:lnTo>
                    <a:lnTo>
                      <a:pt x="844" y="103"/>
                    </a:lnTo>
                    <a:lnTo>
                      <a:pt x="846" y="102"/>
                    </a:lnTo>
                    <a:lnTo>
                      <a:pt x="847" y="102"/>
                    </a:lnTo>
                    <a:lnTo>
                      <a:pt x="848" y="101"/>
                    </a:lnTo>
                    <a:lnTo>
                      <a:pt x="850" y="100"/>
                    </a:lnTo>
                    <a:lnTo>
                      <a:pt x="851" y="99"/>
                    </a:lnTo>
                    <a:lnTo>
                      <a:pt x="852" y="98"/>
                    </a:lnTo>
                    <a:lnTo>
                      <a:pt x="853" y="98"/>
                    </a:lnTo>
                    <a:lnTo>
                      <a:pt x="853" y="98"/>
                    </a:lnTo>
                    <a:lnTo>
                      <a:pt x="853" y="98"/>
                    </a:lnTo>
                    <a:lnTo>
                      <a:pt x="853" y="97"/>
                    </a:lnTo>
                    <a:lnTo>
                      <a:pt x="854" y="97"/>
                    </a:lnTo>
                    <a:lnTo>
                      <a:pt x="854" y="97"/>
                    </a:lnTo>
                    <a:lnTo>
                      <a:pt x="854" y="97"/>
                    </a:lnTo>
                    <a:lnTo>
                      <a:pt x="855" y="97"/>
                    </a:lnTo>
                    <a:lnTo>
                      <a:pt x="855" y="96"/>
                    </a:lnTo>
                    <a:lnTo>
                      <a:pt x="855" y="96"/>
                    </a:lnTo>
                    <a:lnTo>
                      <a:pt x="856" y="96"/>
                    </a:lnTo>
                    <a:lnTo>
                      <a:pt x="856" y="95"/>
                    </a:lnTo>
                    <a:lnTo>
                      <a:pt x="856" y="95"/>
                    </a:lnTo>
                    <a:lnTo>
                      <a:pt x="857" y="95"/>
                    </a:lnTo>
                    <a:lnTo>
                      <a:pt x="857" y="95"/>
                    </a:lnTo>
                    <a:lnTo>
                      <a:pt x="857" y="94"/>
                    </a:lnTo>
                    <a:lnTo>
                      <a:pt x="858" y="94"/>
                    </a:lnTo>
                    <a:lnTo>
                      <a:pt x="858" y="94"/>
                    </a:lnTo>
                    <a:lnTo>
                      <a:pt x="858" y="93"/>
                    </a:lnTo>
                    <a:lnTo>
                      <a:pt x="859" y="93"/>
                    </a:lnTo>
                    <a:lnTo>
                      <a:pt x="859" y="93"/>
                    </a:lnTo>
                    <a:lnTo>
                      <a:pt x="859" y="92"/>
                    </a:lnTo>
                    <a:lnTo>
                      <a:pt x="860" y="92"/>
                    </a:lnTo>
                    <a:lnTo>
                      <a:pt x="860" y="92"/>
                    </a:lnTo>
                    <a:lnTo>
                      <a:pt x="860" y="91"/>
                    </a:lnTo>
                    <a:lnTo>
                      <a:pt x="861" y="91"/>
                    </a:lnTo>
                    <a:lnTo>
                      <a:pt x="861" y="91"/>
                    </a:lnTo>
                    <a:lnTo>
                      <a:pt x="861" y="90"/>
                    </a:lnTo>
                    <a:lnTo>
                      <a:pt x="862" y="90"/>
                    </a:lnTo>
                    <a:lnTo>
                      <a:pt x="862" y="90"/>
                    </a:lnTo>
                    <a:lnTo>
                      <a:pt x="862" y="89"/>
                    </a:lnTo>
                    <a:lnTo>
                      <a:pt x="863" y="89"/>
                    </a:lnTo>
                    <a:lnTo>
                      <a:pt x="863" y="89"/>
                    </a:lnTo>
                    <a:lnTo>
                      <a:pt x="863" y="88"/>
                    </a:lnTo>
                    <a:lnTo>
                      <a:pt x="863" y="88"/>
                    </a:lnTo>
                    <a:lnTo>
                      <a:pt x="864" y="88"/>
                    </a:lnTo>
                    <a:lnTo>
                      <a:pt x="864" y="88"/>
                    </a:lnTo>
                    <a:lnTo>
                      <a:pt x="864" y="88"/>
                    </a:lnTo>
                    <a:lnTo>
                      <a:pt x="865" y="87"/>
                    </a:lnTo>
                    <a:lnTo>
                      <a:pt x="865" y="87"/>
                    </a:lnTo>
                    <a:lnTo>
                      <a:pt x="865" y="86"/>
                    </a:lnTo>
                    <a:lnTo>
                      <a:pt x="866" y="86"/>
                    </a:lnTo>
                    <a:lnTo>
                      <a:pt x="866" y="86"/>
                    </a:lnTo>
                    <a:lnTo>
                      <a:pt x="866" y="85"/>
                    </a:lnTo>
                    <a:lnTo>
                      <a:pt x="866" y="85"/>
                    </a:lnTo>
                    <a:lnTo>
                      <a:pt x="867" y="84"/>
                    </a:lnTo>
                    <a:lnTo>
                      <a:pt x="867" y="84"/>
                    </a:lnTo>
                    <a:lnTo>
                      <a:pt x="867" y="84"/>
                    </a:lnTo>
                    <a:lnTo>
                      <a:pt x="868" y="83"/>
                    </a:lnTo>
                    <a:lnTo>
                      <a:pt x="868" y="83"/>
                    </a:lnTo>
                    <a:lnTo>
                      <a:pt x="868" y="82"/>
                    </a:lnTo>
                    <a:lnTo>
                      <a:pt x="868" y="82"/>
                    </a:lnTo>
                    <a:lnTo>
                      <a:pt x="868" y="82"/>
                    </a:lnTo>
                    <a:lnTo>
                      <a:pt x="868" y="81"/>
                    </a:lnTo>
                    <a:lnTo>
                      <a:pt x="868" y="81"/>
                    </a:lnTo>
                    <a:lnTo>
                      <a:pt x="869" y="80"/>
                    </a:lnTo>
                    <a:lnTo>
                      <a:pt x="869" y="80"/>
                    </a:lnTo>
                    <a:lnTo>
                      <a:pt x="869" y="79"/>
                    </a:lnTo>
                    <a:lnTo>
                      <a:pt x="869" y="79"/>
                    </a:lnTo>
                    <a:lnTo>
                      <a:pt x="870" y="78"/>
                    </a:lnTo>
                    <a:lnTo>
                      <a:pt x="870" y="78"/>
                    </a:lnTo>
                    <a:lnTo>
                      <a:pt x="870" y="77"/>
                    </a:lnTo>
                    <a:lnTo>
                      <a:pt x="870" y="77"/>
                    </a:lnTo>
                    <a:lnTo>
                      <a:pt x="870" y="76"/>
                    </a:lnTo>
                    <a:lnTo>
                      <a:pt x="870" y="75"/>
                    </a:lnTo>
                    <a:lnTo>
                      <a:pt x="870" y="74"/>
                    </a:lnTo>
                    <a:lnTo>
                      <a:pt x="871" y="73"/>
                    </a:lnTo>
                    <a:lnTo>
                      <a:pt x="871" y="72"/>
                    </a:lnTo>
                    <a:lnTo>
                      <a:pt x="871" y="71"/>
                    </a:lnTo>
                    <a:lnTo>
                      <a:pt x="871" y="70"/>
                    </a:lnTo>
                    <a:lnTo>
                      <a:pt x="871" y="68"/>
                    </a:lnTo>
                    <a:lnTo>
                      <a:pt x="872" y="67"/>
                    </a:lnTo>
                    <a:lnTo>
                      <a:pt x="872" y="66"/>
                    </a:lnTo>
                    <a:lnTo>
                      <a:pt x="872" y="64"/>
                    </a:lnTo>
                    <a:lnTo>
                      <a:pt x="872" y="63"/>
                    </a:lnTo>
                    <a:lnTo>
                      <a:pt x="872" y="62"/>
                    </a:lnTo>
                    <a:lnTo>
                      <a:pt x="872" y="63"/>
                    </a:lnTo>
                    <a:lnTo>
                      <a:pt x="872" y="63"/>
                    </a:lnTo>
                    <a:close/>
                  </a:path>
                </a:pathLst>
              </a:custGeom>
              <a:solidFill>
                <a:srgbClr val="23499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noAutofit/>
              </a:bodyPr>
              <a:lstStyle/>
              <a:p>
                <a:endParaRPr lang="zh-CN" altLang="en-US">
                  <a:solidFill>
                    <a:schemeClr val="lt1"/>
                  </a:solidFill>
                  <a:cs typeface="+mn-ea"/>
                </a:endParaRPr>
              </a:p>
            </p:txBody>
          </p:sp>
        </p:grpSp>
      </p:grpSp>
    </p:spTree>
    <p:extLst>
      <p:ext uri="{BB962C8B-B14F-4D97-AF65-F5344CB8AC3E}">
        <p14:creationId xmlns:p14="http://schemas.microsoft.com/office/powerpoint/2010/main" val="37313565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A" val="v5.2.2"/>
</p:tagLst>
</file>

<file path=ppt/theme/theme1.xml><?xml version="1.0" encoding="utf-8"?>
<a:theme xmlns:a="http://schemas.openxmlformats.org/drawingml/2006/main" name="51PPT模板网">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ubikxvs">
      <a:majorFont>
        <a:latin typeface="HarmonyOS Sans SC Light" panose="020F0302020204030204"/>
        <a:ea typeface="阿里巴巴普惠体 2.0 55 Regular"/>
        <a:cs typeface=""/>
      </a:majorFont>
      <a:minorFont>
        <a:latin typeface="HarmonyOS Sans SC Light" panose="020F0502020204030204"/>
        <a:ea typeface="阿里巴巴普惠体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TotalTime>
  <Words>2548</Words>
  <Application>Microsoft Office PowerPoint</Application>
  <PresentationFormat>宽屏</PresentationFormat>
  <Paragraphs>223</Paragraphs>
  <Slides>25</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25</vt:i4>
      </vt:variant>
    </vt:vector>
  </HeadingPairs>
  <TitlesOfParts>
    <vt:vector size="33" baseType="lpstr">
      <vt:lpstr>HarmonyOS Sans SC Black</vt:lpstr>
      <vt:lpstr>HarmonyOS Sans SC Light</vt:lpstr>
      <vt:lpstr>MiSans Semibold</vt:lpstr>
      <vt:lpstr>等线</vt:lpstr>
      <vt:lpstr>思源黑体 CN Heavy</vt:lpstr>
      <vt:lpstr>思源黑体 CN Normal</vt:lpstr>
      <vt:lpstr>Arial</vt:lpstr>
      <vt:lpstr>51PPT模板网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51PPT模板网</Manager>
  <Company>www.51pptmoban.com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蓝金简约学术风毕业论文答辩PPT模板</dc:title>
  <dc:creator>©51PPT模板网（www.51pptmoban.com）</dc:creator>
  <dc:description>51PPT模板网，幻灯片演示模板及素材免费下载！_x000d_
51PPT模板网 唯一访问网址：www.51pptmoban.com</dc:description>
  <cp:lastModifiedBy>©51PPT模板网（www.51pptmoban.com）</cp:lastModifiedBy>
  <cp:revision>63</cp:revision>
  <dcterms:created xsi:type="dcterms:W3CDTF">2026-03-23T13:00:23Z</dcterms:created>
  <dcterms:modified xsi:type="dcterms:W3CDTF">2026-04-06T08:55:06Z</dcterms:modified>
  <cp:contentStatus>蓝金简约学术风毕业论文答辩PPT模板，www.51pptmoban.com</cp:contentStatus>
  <cp:version>51pptmoban.com（V51PPT-26040603版）</cp:version>
</cp:coreProperties>
</file>