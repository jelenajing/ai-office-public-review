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深度学习图像识别算法优化研究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基于多尺度特征融合与轻量化网络的改进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研究背景与动机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核心优化方法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实验设计与结果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结论与未来展望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研究背景与动机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现有算法瓶颈与优化空间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现有的ResNet与EfficientNet等主流架构在ImageNet等数据集上表现优异，但其深层结构导致推理延迟显著增加。研究表明，超过60%的卷积操作在特征图响应上存在高度冗余。这为结构化剪枝与通道注意力机制的引入提供了理论依据。本文提出的优化策略正是基于对冗余特征的精准剔除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核心优化方法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轻量化网络架构关键模块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实验设计与结果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性能对比与消融实验分析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在标准测试集上，优化模型将参数量压缩至原基线的58%，推理速度提升1.8倍。混淆矩阵显示，复杂背景下的误分类率下降显著。消融实验结果指出，移除注意力模块会导致精度骤降3.5%，验证了其核心地位。该结果充分证明了所提架构的有效性与鲁棒性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结论与未来展望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感谢聆听与提问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本汇报至此结束。研究过程中的每一步都离不开团队的支持与指导。欢迎各位评委老师批评指正，共同探讨深度学习前沿问题。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