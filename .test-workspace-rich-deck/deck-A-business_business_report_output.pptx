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001" r:id="rId1001"/>
    <p:sldId id="2002" r:id="rId1002"/>
    <p:sldId id="2003" r:id="rId1003"/>
    <p:sldId id="2004" r:id="rId1004"/>
    <p:sldId id="2005" r:id="rId1005"/>
    <p:sldId id="2006" r:id="rId1006"/>
    <p:sldId id="2007" r:id="rId1007"/>
    <p:sldId id="2008" r:id="rId1008"/>
    <p:sldId id="2009" r:id="rId1009"/>
    <p:sldId id="2010" r:id="rId1010"/>
    <p:sldId id="2011" r:id="rId10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  <p15:guide id="5" orient="horz" pos="187" userDrawn="1">
          <p15:clr>
            <a:srgbClr val="A4A3A4"/>
          </p15:clr>
        </p15:guide>
        <p15:guide id="6" orient="horz" pos="43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B6F3"/>
    <a:srgbClr val="4F6DD9"/>
    <a:srgbClr val="8EC4F9"/>
    <a:srgbClr val="ECF1FB"/>
    <a:srgbClr val="2477DF"/>
    <a:srgbClr val="0A5DB8"/>
    <a:srgbClr val="075DB6"/>
    <a:srgbClr val="0E8AE6"/>
    <a:srgbClr val="333D4F"/>
    <a:srgbClr val="356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180"/>
      </p:cViewPr>
      <p:guideLst>
        <p:guide orient="horz" pos="2160"/>
        <p:guide pos="3840"/>
        <p:guide pos="597"/>
        <p:guide pos="7083"/>
        <p:guide orient="horz" pos="187"/>
        <p:guide orient="horz" pos="43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  <Relationship Id="rId1001" Type="http://schemas.openxmlformats.org/officeDocument/2006/relationships/slide" Target="slides/slide1.xml"/>
  <Relationship Id="rId1002" Type="http://schemas.openxmlformats.org/officeDocument/2006/relationships/slide" Target="slides/slide2.xml"/>
  <Relationship Id="rId1003" Type="http://schemas.openxmlformats.org/officeDocument/2006/relationships/slide" Target="slides/slide3.xml"/>
  <Relationship Id="rId1004" Type="http://schemas.openxmlformats.org/officeDocument/2006/relationships/slide" Target="slides/slide4.xml"/>
  <Relationship Id="rId1005" Type="http://schemas.openxmlformats.org/officeDocument/2006/relationships/slide" Target="slides/slide5.xml"/>
  <Relationship Id="rId1006" Type="http://schemas.openxmlformats.org/officeDocument/2006/relationships/slide" Target="slides/slide6.xml"/>
  <Relationship Id="rId1007" Type="http://schemas.openxmlformats.org/officeDocument/2006/relationships/slide" Target="slides/slide7.xml"/>
  <Relationship Id="rId1008" Type="http://schemas.openxmlformats.org/officeDocument/2006/relationships/slide" Target="slides/slide8.xml"/>
  <Relationship Id="rId1009" Type="http://schemas.openxmlformats.org/officeDocument/2006/relationships/slide" Target="slides/slide9.xml"/>
  <Relationship Id="rId1010" Type="http://schemas.openxmlformats.org/officeDocument/2006/relationships/slide" Target="slides/slide10.xml"/>
  <Relationship Id="rId1011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E91A9-7D51-45AC-99CF-5B4BE8E5D258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51BCF9-41BE-4529-A674-4CB1B70F52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905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506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19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503906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5611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0668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0668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79009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:\51PPT模板网\51pptmoban.com\图片.jpg">
            <a:extLst>
              <a:ext uri="{FF2B5EF4-FFF2-40B4-BE49-F238E27FC236}">
                <a16:creationId xmlns:a16="http://schemas.microsoft.com/office/drawing/2014/main" id="{8B5AE83D-0A1C-8FAF-3456-FD8866E159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308100"/>
            <a:ext cx="12192000" cy="55499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E49DC4B-ACE2-126B-A29C-C938E45EA15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V="1">
            <a:off x="0" y="0"/>
            <a:ext cx="12192000" cy="13081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115EE7BC-0FCF-7A08-C677-98F30B287980}"/>
              </a:ext>
            </a:extLst>
          </p:cNvPr>
          <p:cNvSpPr/>
          <p:nvPr userDrawn="1"/>
        </p:nvSpPr>
        <p:spPr>
          <a:xfrm>
            <a:off x="0" y="5815009"/>
            <a:ext cx="11656766" cy="1042991"/>
          </a:xfrm>
          <a:custGeom>
            <a:avLst/>
            <a:gdLst>
              <a:gd name="csX0" fmla="*/ 4552950 w 11656766"/>
              <a:gd name="csY0" fmla="*/ 0 h 1042991"/>
              <a:gd name="csX1" fmla="*/ 11322466 w 11656766"/>
              <a:gd name="csY1" fmla="*/ 929698 h 1042991"/>
              <a:gd name="csX2" fmla="*/ 11656766 w 11656766"/>
              <a:gd name="csY2" fmla="*/ 1042991 h 1042991"/>
              <a:gd name="csX3" fmla="*/ 0 w 11656766"/>
              <a:gd name="csY3" fmla="*/ 1042991 h 1042991"/>
              <a:gd name="csX4" fmla="*/ 0 w 11656766"/>
              <a:gd name="csY4" fmla="*/ 387139 h 1042991"/>
              <a:gd name="csX5" fmla="*/ 188043 w 11656766"/>
              <a:gd name="csY5" fmla="*/ 352905 h 1042991"/>
              <a:gd name="csX6" fmla="*/ 4552950 w 11656766"/>
              <a:gd name="csY6" fmla="*/ 0 h 104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656766" h="1042991">
                <a:moveTo>
                  <a:pt x="4552950" y="0"/>
                </a:moveTo>
                <a:cubicBezTo>
                  <a:pt x="7159396" y="0"/>
                  <a:pt x="9534514" y="352060"/>
                  <a:pt x="11322466" y="929698"/>
                </a:cubicBezTo>
                <a:lnTo>
                  <a:pt x="11656766" y="1042991"/>
                </a:lnTo>
                <a:lnTo>
                  <a:pt x="0" y="104299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CAC05647-ACD3-E420-C208-4F3E33853B1C}"/>
              </a:ext>
            </a:extLst>
          </p:cNvPr>
          <p:cNvSpPr/>
          <p:nvPr userDrawn="1"/>
        </p:nvSpPr>
        <p:spPr>
          <a:xfrm>
            <a:off x="0" y="6146457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 descr="D:\51PPT模板网\51pptmoban.com\图片.jpg">
            <a:extLst>
              <a:ext uri="{FF2B5EF4-FFF2-40B4-BE49-F238E27FC236}">
                <a16:creationId xmlns:a16="http://schemas.microsoft.com/office/drawing/2014/main" id="{D16F6829-AF0A-20CC-A55D-86690F9165C1}"/>
              </a:ext>
            </a:extLst>
          </p:cNvPr>
          <p:cNvSpPr/>
          <p:nvPr userDrawn="1"/>
        </p:nvSpPr>
        <p:spPr>
          <a:xfrm>
            <a:off x="11112706" y="5700366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39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533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7B49B-7BB0-B5A1-0A62-362867BF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9E3DA3-B135-4FB8-2042-3579F1AFE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CC0808-00A3-FADD-1CC7-7AE71CC3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77A24-D2A0-B339-8664-2DCA3DC6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C99E18-68FD-0CC2-3A13-BC2B7B62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1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8C674A-5E66-651A-4546-6F842171E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578B22-E3EC-E850-58B6-8F0EF2EB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EB379F-9DB3-5C64-F352-D05CCF07D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BD7CB3-1B08-2027-1B99-7C4D759AE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DCD3D1-DB68-51DB-4A5A-16DB6EE8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76AC1-797C-D34E-7E5C-8D18B904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94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FE1BCE-F6B7-DAC8-069D-D36E0FAD3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CBE06-59D2-CAEB-2819-3DF22DA6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54F479-EE0B-5832-10E4-2C2746B7C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35B961-C9AC-52B5-A104-EC58CF75E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38B0689-F36E-0570-EDF5-B479B15A8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436CF38-FCC7-202D-7232-E66B63DF7B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A9B3F8-8583-901D-8B8F-A0080DA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3589911-BE46-35B9-C1BC-F84F4BE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65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AB894-4B66-3ECD-8455-5555B89AA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A5FFCC-39F8-C47C-A135-ED56C94C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5CD318-03FC-6D0B-89BC-B3C54767F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4132983-65C6-0373-7AC0-F83AFB589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939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0CA882-9181-AC09-2277-B16FD822AF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A0F899-82FC-63DC-953B-7FCC4815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BA89F-23B6-8DE9-FB79-95D766E05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0DA3C7-8C28-A710-A8AA-F92AF3F46544}"/>
              </a:ext>
            </a:extLst>
          </p:cNvPr>
          <p:cNvSpPr txBox="1"/>
          <p:nvPr userDrawn="1"/>
        </p:nvSpPr>
        <p:spPr>
          <a:xfrm>
            <a:off x="768925" y="52809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326618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E87B3-F7F6-F804-94CF-2C4FE7A4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F015F3-08B0-5FF8-7987-21BCDE2A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3858DD-AE87-F411-259A-36F443356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1257D-90CC-3F3B-7328-40AC51011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D5ED3-F5B8-F375-E150-33CFA825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E5E807-9061-9E0D-5447-C4524C57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18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CCD9F-7045-7840-FCF7-80E99A6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DA590F-2B8B-06C4-9B73-9F07536A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097849-3F02-49BD-02AF-E9452B3B4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226607-7EFD-C48C-9482-F2663B22F4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6306AA-EF92-6EEC-9351-4BBFA324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48180F-10C0-2C58-FE33-49EB6C3C7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74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A257C-A513-3BF0-9EE3-AE010D0FA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23B782-A820-4D54-B801-399A480F4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7333E-1070-E7DB-EB38-EC622DB2D1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25FEBA-5128-A726-940E-CE49DE2EC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C018EB-C525-116A-534E-9D5CD343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5308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8CC7DE-79DB-27FB-B259-8407015A6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3A9F5E-EE84-D901-0DF9-BEDF573B8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3A10A9-F6DB-4E32-B32D-83453E21C4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CFD5D8-1B84-4FCD-A912-0E9F1AA9EE30}" type="datetimeFigureOut">
              <a:rPr lang="zh-CN" altLang="en-US" smtClean="0"/>
              <a:t>2026-05-07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FD8CA-9946-DE8A-C0CA-87E97754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20437-62CF-E1E2-E757-9AE8C541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DCFD20-16A8-4A32-A0DB-FB3C73B4CF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86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736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107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838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62" r:id="rId4"/>
    <p:sldLayoutId id="2147483663" r:id="rId5"/>
    <p:sldLayoutId id="214748366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C795D-A965-C4C8-D0C6-CB8FB7D7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58FDB91-BEB7-5CBF-329D-A12ED828A8B0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B2CC646-C556-33AF-3679-0F9534640F3F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F57AEBB-AF57-5DFD-BE73-97F98A0035B3}"/>
              </a:ext>
            </a:extLst>
          </p:cNvPr>
          <p:cNvSpPr/>
          <p:nvPr/>
        </p:nvSpPr>
        <p:spPr>
          <a:xfrm>
            <a:off x="-13908" y="-499837"/>
            <a:ext cx="286632" cy="286632"/>
          </a:xfrm>
          <a:prstGeom prst="ellipse">
            <a:avLst/>
          </a:prstGeom>
          <a:solidFill>
            <a:srgbClr val="4F6D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3F937C8-2769-DCAD-409D-25D462A1F4EA}"/>
              </a:ext>
            </a:extLst>
          </p:cNvPr>
          <p:cNvSpPr/>
          <p:nvPr/>
        </p:nvSpPr>
        <p:spPr>
          <a:xfrm>
            <a:off x="417892" y="-499837"/>
            <a:ext cx="286632" cy="286632"/>
          </a:xfrm>
          <a:prstGeom prst="ellipse">
            <a:avLst/>
          </a:prstGeom>
          <a:solidFill>
            <a:srgbClr val="97B6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6EEC2B7-400B-E637-DAD3-EAC873C6D48D}"/>
              </a:ext>
            </a:extLst>
          </p:cNvPr>
          <p:cNvSpPr/>
          <p:nvPr/>
        </p:nvSpPr>
        <p:spPr>
          <a:xfrm>
            <a:off x="849692" y="-499837"/>
            <a:ext cx="286632" cy="286632"/>
          </a:xfrm>
          <a:prstGeom prst="ellipse">
            <a:avLst/>
          </a:prstGeom>
          <a:solidFill>
            <a:srgbClr val="FDCC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2291845E-0801-6C42-C7ED-FEA55DE484CB}"/>
              </a:ext>
            </a:extLst>
          </p:cNvPr>
          <p:cNvSpPr/>
          <p:nvPr/>
        </p:nvSpPr>
        <p:spPr>
          <a:xfrm>
            <a:off x="12814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D425F32-E9D8-CDBB-2014-195AAC7F4376}"/>
              </a:ext>
            </a:extLst>
          </p:cNvPr>
          <p:cNvSpPr/>
          <p:nvPr/>
        </p:nvSpPr>
        <p:spPr>
          <a:xfrm>
            <a:off x="1713292" y="-499837"/>
            <a:ext cx="286632" cy="286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F226778-4F90-2713-7939-093717DFC711}"/>
              </a:ext>
            </a:extLst>
          </p:cNvPr>
          <p:cNvSpPr txBox="1"/>
          <p:nvPr/>
        </p:nvSpPr>
        <p:spPr>
          <a:xfrm>
            <a:off x="2310352" y="1515002"/>
            <a:ext cx="75713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AI Office 智能办公平台产品介绍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DCC3551C-0E9C-E178-BB73-7D66F582B45D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3EFB0FB-920C-D9E4-D784-87CDD758CDDA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A218D96D-37AE-7815-449A-CBA7BF0F3600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8F533B97-51C4-79FB-3C44-8C87EBCE08C3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BB2E5FA6-E9EF-B001-CAC0-EC5CD71638E4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1EFD39E8-B6C7-E356-6427-C5296A3CAA40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BFEC4EB6-699C-9E36-EBEB-179A28C50FB2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DAF8EAA2-624B-8D2E-F853-3F8604CEBE1A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985DBEA0-961D-9BE9-0964-C4E0B1B16ACF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E04F1CB1-5428-F288-C3B4-6F92A9474BB3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21DCC848-4E31-9A25-7439-D8A9949BEC93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47E94F2C-C7E3-D2E2-918C-AE0E0228CF64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3C30AC02-CCBF-FD28-6581-2A6910118513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5A77E2FC-C787-7167-182F-16067A56FE8C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重塑企业生产力，驱动数字化新增长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14C8276-D6EA-61A5-AB7E-2C05A525663E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B18AA79A-B897-B98E-9BCC-66F31F7C012B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D29BDEDF-B7EC-3C66-7309-29958E1C33C9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574D28EE-3E09-D182-C510-82D63D4BBB79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2026.05.08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1F7D64EB-74CB-8CE5-3783-DEF3A61A3CA4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67C11CDD-76BB-423C-6D17-02E5E5CA60AD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65F1FE68-EDDA-B6E9-636C-ADA0038BE9E8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56956BC4-AD80-981A-CA55-09DC358B8E0D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1FBCCB81-F9A8-0A4F-AE00-09643E2306EB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述职报告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工作计划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商务通用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411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C0E053-E91D-6561-1704-C82D4A207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E1CF63BA-43E3-1D1F-AEA4-BC492908E05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5F6A56AC-93FD-FD1F-642E-F6BA909BDD19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85BCD65-CAAB-C7C2-4A77-70EB22D8764E}"/>
              </a:ext>
            </a:extLst>
          </p:cNvPr>
          <p:cNvSpPr txBox="1"/>
          <p:nvPr/>
        </p:nvSpPr>
        <p:spPr>
          <a:xfrm>
            <a:off x="5311173" y="180929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B77549F7-9A9E-8061-A760-BA29C18BC6C0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259479-3F98-6417-376C-36C3B7DB5F93}"/>
              </a:ext>
            </a:extLst>
          </p:cNvPr>
          <p:cNvSpPr txBox="1"/>
          <p:nvPr/>
        </p:nvSpPr>
        <p:spPr>
          <a:xfrm>
            <a:off x="5253925" y="1067411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CONTENTS</a:t>
            </a:r>
            <a:endParaRPr lang="zh-CN" alt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C462CFF1-A40C-2166-A923-5A8A140BDC51}"/>
              </a:ext>
            </a:extLst>
          </p:cNvPr>
          <p:cNvGrpSpPr/>
          <p:nvPr/>
        </p:nvGrpSpPr>
        <p:grpSpPr>
          <a:xfrm>
            <a:off x="2003599" y="1903413"/>
            <a:ext cx="8184801" cy="624180"/>
            <a:chOff x="1953357" y="1903413"/>
            <a:chExt cx="8184801" cy="624180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FCE0BE0B-2CF4-72FA-7BA3-D612F7D1EC8B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80A66FB-FE3B-A4DC-0C29-E4B80C564AB0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任意多边形: 形状 42">
                <a:extLst>
                  <a:ext uri="{FF2B5EF4-FFF2-40B4-BE49-F238E27FC236}">
                    <a16:creationId xmlns:a16="http://schemas.microsoft.com/office/drawing/2014/main" id="{3F7EB5B4-F50C-FC10-4744-317620827A8F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886758D-C974-CBF1-9853-66511FC32138}"/>
                  </a:ext>
                </a:extLst>
              </p:cNvPr>
              <p:cNvSpPr txBox="1"/>
              <p:nvPr/>
            </p:nvSpPr>
            <p:spPr>
              <a:xfrm>
                <a:off x="2038381" y="2008923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01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BE284848-75F4-3C25-6B79-A2D4E77AFFA3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  <p:grpSp>
          <p:nvGrpSpPr>
            <p:cNvPr id="152" name="组合 151">
              <a:extLst>
                <a:ext uri="{FF2B5EF4-FFF2-40B4-BE49-F238E27FC236}">
                  <a16:creationId xmlns:a16="http://schemas.microsoft.com/office/drawing/2014/main" id="{5BB05835-AAC0-753A-4348-3468C160B431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53" name="矩形: 圆角 152">
                <a:extLst>
                  <a:ext uri="{FF2B5EF4-FFF2-40B4-BE49-F238E27FC236}">
                    <a16:creationId xmlns:a16="http://schemas.microsoft.com/office/drawing/2014/main" id="{C57D5E41-29A8-CF0C-A494-F309411E7535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任意多边形: 形状 153">
                <a:extLst>
                  <a:ext uri="{FF2B5EF4-FFF2-40B4-BE49-F238E27FC236}">
                    <a16:creationId xmlns:a16="http://schemas.microsoft.com/office/drawing/2014/main" id="{FED6967F-C666-02D0-51D1-5B89F02FCC1D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C2E55F57-B220-E720-6DEF-E8CE9E2A1C6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02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513186BC-F421-8521-5455-160ECA40D099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42D9064-ADDC-8F94-CD5F-3750B5BBC695}"/>
              </a:ext>
            </a:extLst>
          </p:cNvPr>
          <p:cNvGrpSpPr/>
          <p:nvPr/>
        </p:nvGrpSpPr>
        <p:grpSpPr>
          <a:xfrm>
            <a:off x="2003599" y="3930040"/>
            <a:ext cx="8184801" cy="624180"/>
            <a:chOff x="1953357" y="1903413"/>
            <a:chExt cx="8184801" cy="624180"/>
          </a:xfrm>
        </p:grpSpPr>
        <p:grpSp>
          <p:nvGrpSpPr>
            <p:cNvPr id="159" name="组合 158">
              <a:extLst>
                <a:ext uri="{FF2B5EF4-FFF2-40B4-BE49-F238E27FC236}">
                  <a16:creationId xmlns:a16="http://schemas.microsoft.com/office/drawing/2014/main" id="{4AB861DA-5AEC-0563-AC60-2DEA75A89CC0}"/>
                </a:ext>
              </a:extLst>
            </p:cNvPr>
            <p:cNvGrpSpPr/>
            <p:nvPr/>
          </p:nvGrpSpPr>
          <p:grpSpPr>
            <a:xfrm>
              <a:off x="1953357" y="1903413"/>
              <a:ext cx="3924300" cy="624180"/>
              <a:chOff x="1930400" y="1957312"/>
              <a:chExt cx="3924300" cy="624180"/>
            </a:xfrm>
          </p:grpSpPr>
          <p:sp>
            <p:nvSpPr>
              <p:cNvPr id="165" name="矩形: 圆角 164">
                <a:extLst>
                  <a:ext uri="{FF2B5EF4-FFF2-40B4-BE49-F238E27FC236}">
                    <a16:creationId xmlns:a16="http://schemas.microsoft.com/office/drawing/2014/main" id="{1C96E63C-3F02-141B-3A1B-1794558726BB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任意多边形: 形状 165">
                <a:extLst>
                  <a:ext uri="{FF2B5EF4-FFF2-40B4-BE49-F238E27FC236}">
                    <a16:creationId xmlns:a16="http://schemas.microsoft.com/office/drawing/2014/main" id="{29F891DB-DB57-DED8-72CD-61F35413CFE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4AA633FD-8D23-6E9A-8478-67B7ED18ABF0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03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6260E904-6822-D91F-CE47-D89941AA272E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D2CCC0AD-C12D-B49B-FFBD-9D50CBD3B7EB}"/>
                </a:ext>
              </a:extLst>
            </p:cNvPr>
            <p:cNvGrpSpPr/>
            <p:nvPr/>
          </p:nvGrpSpPr>
          <p:grpSpPr>
            <a:xfrm>
              <a:off x="6213858" y="1903413"/>
              <a:ext cx="3924300" cy="624180"/>
              <a:chOff x="1930400" y="1957312"/>
              <a:chExt cx="3924300" cy="624180"/>
            </a:xfrm>
          </p:grpSpPr>
          <p:sp>
            <p:nvSpPr>
              <p:cNvPr id="161" name="矩形: 圆角 160">
                <a:extLst>
                  <a:ext uri="{FF2B5EF4-FFF2-40B4-BE49-F238E27FC236}">
                    <a16:creationId xmlns:a16="http://schemas.microsoft.com/office/drawing/2014/main" id="{8317E1DE-DE58-D147-2CD6-8613FDE0BC7D}"/>
                  </a:ext>
                </a:extLst>
              </p:cNvPr>
              <p:cNvSpPr/>
              <p:nvPr/>
            </p:nvSpPr>
            <p:spPr>
              <a:xfrm>
                <a:off x="1930400" y="1957312"/>
                <a:ext cx="3924300" cy="542924"/>
              </a:xfrm>
              <a:prstGeom prst="roundRect">
                <a:avLst>
                  <a:gd name="adj" fmla="val 18508"/>
                </a:avLst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任意多边形: 形状 161">
                <a:extLst>
                  <a:ext uri="{FF2B5EF4-FFF2-40B4-BE49-F238E27FC236}">
                    <a16:creationId xmlns:a16="http://schemas.microsoft.com/office/drawing/2014/main" id="{390AE64F-4C3B-D0AE-8703-8B1FAAAF6C7B}"/>
                  </a:ext>
                </a:extLst>
              </p:cNvPr>
              <p:cNvSpPr/>
              <p:nvPr/>
            </p:nvSpPr>
            <p:spPr>
              <a:xfrm>
                <a:off x="1930400" y="2000469"/>
                <a:ext cx="3924300" cy="581023"/>
              </a:xfrm>
              <a:custGeom>
                <a:avLst/>
                <a:gdLst>
                  <a:gd name="csX0" fmla="*/ 819551 w 3924300"/>
                  <a:gd name="csY0" fmla="*/ 0 h 581023"/>
                  <a:gd name="csX1" fmla="*/ 2193829 w 3924300"/>
                  <a:gd name="csY1" fmla="*/ 0 h 581023"/>
                  <a:gd name="csX2" fmla="*/ 2393256 w 3924300"/>
                  <a:gd name="csY2" fmla="*/ 0 h 581023"/>
                  <a:gd name="csX3" fmla="*/ 3767535 w 3924300"/>
                  <a:gd name="csY3" fmla="*/ 0 h 581023"/>
                  <a:gd name="csX4" fmla="*/ 3848103 w 3924300"/>
                  <a:gd name="csY4" fmla="*/ 80569 h 581023"/>
                  <a:gd name="csX5" fmla="*/ 3848103 w 3924300"/>
                  <a:gd name="csY5" fmla="*/ 487067 h 581023"/>
                  <a:gd name="csX6" fmla="*/ 3924300 w 3924300"/>
                  <a:gd name="csY6" fmla="*/ 487067 h 581023"/>
                  <a:gd name="csX7" fmla="*/ 3924300 w 3924300"/>
                  <a:gd name="csY7" fmla="*/ 581023 h 581023"/>
                  <a:gd name="csX8" fmla="*/ 3848103 w 3924300"/>
                  <a:gd name="csY8" fmla="*/ 581023 h 581023"/>
                  <a:gd name="csX9" fmla="*/ 502010 w 3924300"/>
                  <a:gd name="csY9" fmla="*/ 581023 h 581023"/>
                  <a:gd name="csX10" fmla="*/ 0 w 3924300"/>
                  <a:gd name="csY10" fmla="*/ 581023 h 581023"/>
                  <a:gd name="csX11" fmla="*/ 0 w 3924300"/>
                  <a:gd name="csY11" fmla="*/ 487067 h 581023"/>
                  <a:gd name="csX12" fmla="*/ 674296 w 3924300"/>
                  <a:gd name="csY12" fmla="*/ 487067 h 581023"/>
                  <a:gd name="csX13" fmla="*/ 688266 w 3924300"/>
                  <a:gd name="csY13" fmla="*/ 472788 h 581023"/>
                  <a:gd name="csX14" fmla="*/ 731466 w 3924300"/>
                  <a:gd name="csY14" fmla="*/ 369864 h 581023"/>
                  <a:gd name="csX15" fmla="*/ 735921 w 3924300"/>
                  <a:gd name="csY15" fmla="*/ 344864 h 581023"/>
                  <a:gd name="csX16" fmla="*/ 735921 w 3924300"/>
                  <a:gd name="csY16" fmla="*/ 258198 h 581023"/>
                  <a:gd name="csX17" fmla="*/ 735921 w 3924300"/>
                  <a:gd name="csY17" fmla="*/ 165682 h 581023"/>
                  <a:gd name="csX18" fmla="*/ 738981 w 3924300"/>
                  <a:gd name="csY18" fmla="*/ 148344 h 581023"/>
                  <a:gd name="csX19" fmla="*/ 738981 w 3924300"/>
                  <a:gd name="csY19" fmla="*/ 80568 h 581023"/>
                  <a:gd name="csX20" fmla="*/ 819551 w 3924300"/>
                  <a:gd name="csY20" fmla="*/ 0 h 581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924300" h="581023">
                    <a:moveTo>
                      <a:pt x="819551" y="0"/>
                    </a:moveTo>
                    <a:lnTo>
                      <a:pt x="2193829" y="0"/>
                    </a:lnTo>
                    <a:lnTo>
                      <a:pt x="2393256" y="0"/>
                    </a:lnTo>
                    <a:lnTo>
                      <a:pt x="3767535" y="0"/>
                    </a:lnTo>
                    <a:cubicBezTo>
                      <a:pt x="3812032" y="0"/>
                      <a:pt x="3848103" y="36071"/>
                      <a:pt x="3848103" y="80569"/>
                    </a:cubicBezTo>
                    <a:lnTo>
                      <a:pt x="3848103" y="487067"/>
                    </a:lnTo>
                    <a:lnTo>
                      <a:pt x="3924300" y="487067"/>
                    </a:lnTo>
                    <a:lnTo>
                      <a:pt x="3924300" y="581023"/>
                    </a:lnTo>
                    <a:lnTo>
                      <a:pt x="3848103" y="581023"/>
                    </a:lnTo>
                    <a:lnTo>
                      <a:pt x="502010" y="581023"/>
                    </a:lnTo>
                    <a:lnTo>
                      <a:pt x="0" y="581023"/>
                    </a:lnTo>
                    <a:lnTo>
                      <a:pt x="0" y="487067"/>
                    </a:lnTo>
                    <a:lnTo>
                      <a:pt x="674296" y="487067"/>
                    </a:lnTo>
                    <a:lnTo>
                      <a:pt x="688266" y="472788"/>
                    </a:lnTo>
                    <a:cubicBezTo>
                      <a:pt x="705903" y="451008"/>
                      <a:pt x="721178" y="419237"/>
                      <a:pt x="731466" y="369864"/>
                    </a:cubicBezTo>
                    <a:lnTo>
                      <a:pt x="735921" y="344864"/>
                    </a:lnTo>
                    <a:lnTo>
                      <a:pt x="735921" y="258198"/>
                    </a:lnTo>
                    <a:lnTo>
                      <a:pt x="735921" y="165682"/>
                    </a:lnTo>
                    <a:lnTo>
                      <a:pt x="738981" y="148344"/>
                    </a:lnTo>
                    <a:lnTo>
                      <a:pt x="738981" y="80568"/>
                    </a:lnTo>
                    <a:cubicBezTo>
                      <a:pt x="738981" y="36071"/>
                      <a:pt x="775053" y="0"/>
                      <a:pt x="8195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B6C8CD0B-1728-381F-F1A5-07AB1E39BEDF}"/>
                  </a:ext>
                </a:extLst>
              </p:cNvPr>
              <p:cNvSpPr txBox="1"/>
              <p:nvPr/>
            </p:nvSpPr>
            <p:spPr>
              <a:xfrm>
                <a:off x="2038382" y="2008923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sz="2400">
                    <a:solidFill>
                      <a:srgbClr val="1F8DE6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defRPr>
                </a:lvl1pPr>
              </a:lstStyle>
              <a:p>
                <a:r>
                  <a:rPr lang="en-US" altLang="zh-CN" dirty="0">
                    <a:solidFill>
                      <a:schemeClr val="bg1"/>
                    </a:solidFill>
                  </a:rPr>
                  <a:t>04</a:t>
                </a:r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B88CFAD-F882-252B-132B-87CADE582C41}"/>
                  </a:ext>
                </a:extLst>
              </p:cNvPr>
              <p:cNvSpPr txBox="1"/>
              <p:nvPr/>
            </p:nvSpPr>
            <p:spPr>
              <a:xfrm>
                <a:off x="2898947" y="2081919"/>
                <a:ext cx="2825125" cy="369332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/>
            </p:txBody>
          </p:sp>
        </p:grpSp>
      </p:grpSp>
    </p:spTree>
    <p:extLst>
      <p:ext uri="{BB962C8B-B14F-4D97-AF65-F5344CB8AC3E}">
        <p14:creationId xmlns:p14="http://schemas.microsoft.com/office/powerpoint/2010/main" val="217155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01 产品定位与核心痛点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传统办公三大核心痛点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跨部门协作信息滞后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重复性文档处理耗时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02 核心功能模块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智能文档与内容生成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一键生成专业报告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多语言实时翻译校对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智能会议与协同提效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实时语音转写纪要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跨时区智能日程调度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E59C5-6A68-45F3-4952-E9CE3AEE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C00252-7FC6-402B-88C6-2E2C598B55C2}"/>
              </a:ext>
            </a:extLst>
          </p:cNvPr>
          <p:cNvSpPr/>
          <p:nvPr/>
        </p:nvSpPr>
        <p:spPr>
          <a:xfrm>
            <a:off x="0" y="5315133"/>
            <a:ext cx="12192000" cy="1542867"/>
          </a:xfrm>
          <a:custGeom>
            <a:avLst/>
            <a:gdLst>
              <a:gd name="csX0" fmla="*/ 4552950 w 12192000"/>
              <a:gd name="csY0" fmla="*/ 0 h 1542867"/>
              <a:gd name="csX1" fmla="*/ 11672122 w 12192000"/>
              <a:gd name="csY1" fmla="*/ 1048195 h 1542867"/>
              <a:gd name="csX2" fmla="*/ 12192000 w 12192000"/>
              <a:gd name="csY2" fmla="*/ 1251521 h 1542867"/>
              <a:gd name="csX3" fmla="*/ 12192000 w 12192000"/>
              <a:gd name="csY3" fmla="*/ 1542867 h 1542867"/>
              <a:gd name="csX4" fmla="*/ 0 w 12192000"/>
              <a:gd name="csY4" fmla="*/ 1542867 h 1542867"/>
              <a:gd name="csX5" fmla="*/ 0 w 12192000"/>
              <a:gd name="csY5" fmla="*/ 387139 h 1542867"/>
              <a:gd name="csX6" fmla="*/ 188043 w 12192000"/>
              <a:gd name="csY6" fmla="*/ 352905 h 1542867"/>
              <a:gd name="csX7" fmla="*/ 4552950 w 12192000"/>
              <a:gd name="csY7" fmla="*/ 0 h 15428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542867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1542867"/>
                </a:lnTo>
                <a:lnTo>
                  <a:pt x="0" y="1542867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55B7065-268A-7E91-EB80-8BABD8F35166}"/>
              </a:ext>
            </a:extLst>
          </p:cNvPr>
          <p:cNvSpPr/>
          <p:nvPr/>
        </p:nvSpPr>
        <p:spPr>
          <a:xfrm>
            <a:off x="0" y="5909671"/>
            <a:ext cx="12192000" cy="948329"/>
          </a:xfrm>
          <a:custGeom>
            <a:avLst/>
            <a:gdLst>
              <a:gd name="csX0" fmla="*/ 6096000 w 12192000"/>
              <a:gd name="csY0" fmla="*/ 0 h 948329"/>
              <a:gd name="csX1" fmla="*/ 11777135 w 12192000"/>
              <a:gd name="csY1" fmla="*/ 553777 h 948329"/>
              <a:gd name="csX2" fmla="*/ 12192000 w 12192000"/>
              <a:gd name="csY2" fmla="*/ 661197 h 948329"/>
              <a:gd name="csX3" fmla="*/ 12192000 w 12192000"/>
              <a:gd name="csY3" fmla="*/ 948329 h 948329"/>
              <a:gd name="csX4" fmla="*/ 0 w 12192000"/>
              <a:gd name="csY4" fmla="*/ 948329 h 948329"/>
              <a:gd name="csX5" fmla="*/ 0 w 12192000"/>
              <a:gd name="csY5" fmla="*/ 661197 h 948329"/>
              <a:gd name="csX6" fmla="*/ 414865 w 12192000"/>
              <a:gd name="csY6" fmla="*/ 553777 h 948329"/>
              <a:gd name="csX7" fmla="*/ 6096000 w 12192000"/>
              <a:gd name="csY7" fmla="*/ 0 h 94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948329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948329"/>
                </a:lnTo>
                <a:lnTo>
                  <a:pt x="0" y="948329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9" name="图形 948">
            <a:extLst>
              <a:ext uri="{FF2B5EF4-FFF2-40B4-BE49-F238E27FC236}">
                <a16:creationId xmlns:a16="http://schemas.microsoft.com/office/drawing/2014/main" id="{7DDE5E84-DE9F-D219-DA3C-D583F4AA3777}"/>
              </a:ext>
            </a:extLst>
          </p:cNvPr>
          <p:cNvSpPr/>
          <p:nvPr/>
        </p:nvSpPr>
        <p:spPr>
          <a:xfrm>
            <a:off x="10490406" y="5315133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A2C7E0DF-D28B-A6D4-9666-9530A1679106}"/>
              </a:ext>
            </a:extLst>
          </p:cNvPr>
          <p:cNvGrpSpPr/>
          <p:nvPr/>
        </p:nvGrpSpPr>
        <p:grpSpPr>
          <a:xfrm>
            <a:off x="4133850" y="17256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B162BBAD-8EBD-9C50-73AB-5EE3E95375CC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FB9F17F6-3DC6-09B1-FA0E-FDBDDF8B5ACC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FEFF321E-9836-920D-B1B5-03DAA0C783BB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FA7446E-9220-8C0E-03CF-2BF9E8791A13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03 商业价值与ROI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9EFBED-4C63-49B6-C6F6-EA05019D68AA}"/>
              </a:ext>
            </a:extLst>
          </p:cNvPr>
          <p:cNvSpPr txBox="1"/>
          <p:nvPr/>
        </p:nvSpPr>
        <p:spPr>
          <a:xfrm>
            <a:off x="2902567" y="2667353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</p:spTree>
    <p:extLst>
      <p:ext uri="{BB962C8B-B14F-4D97-AF65-F5344CB8AC3E}">
        <p14:creationId xmlns:p14="http://schemas.microsoft.com/office/powerpoint/2010/main" val="2435301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核心效能指标与ROI分析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行政人力成本显著下降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决策响应速度大幅缩短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35FCD0-9476-C6F1-4790-BE7CA9AB2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组合 45">
            <a:extLst>
              <a:ext uri="{FF2B5EF4-FFF2-40B4-BE49-F238E27FC236}">
                <a16:creationId xmlns:a16="http://schemas.microsoft.com/office/drawing/2014/main" id="{C5885AD2-EE96-DDFA-DE56-A73F165A5CFC}"/>
              </a:ext>
            </a:extLst>
          </p:cNvPr>
          <p:cNvGrpSpPr/>
          <p:nvPr/>
        </p:nvGrpSpPr>
        <p:grpSpPr>
          <a:xfrm>
            <a:off x="4133850" y="87313"/>
            <a:ext cx="3924300" cy="624180"/>
            <a:chOff x="1930400" y="1957312"/>
            <a:chExt cx="3924300" cy="624180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A2241631-D7DF-0744-65E4-B1941D882318}"/>
                </a:ext>
              </a:extLst>
            </p:cNvPr>
            <p:cNvSpPr/>
            <p:nvPr/>
          </p:nvSpPr>
          <p:spPr>
            <a:xfrm>
              <a:off x="1930400" y="1957312"/>
              <a:ext cx="3924300" cy="542924"/>
            </a:xfrm>
            <a:prstGeom prst="roundRect">
              <a:avLst>
                <a:gd name="adj" fmla="val 18508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1CF84B09-1100-CB71-38F0-59ACBF06F2BA}"/>
                </a:ext>
              </a:extLst>
            </p:cNvPr>
            <p:cNvSpPr/>
            <p:nvPr/>
          </p:nvSpPr>
          <p:spPr>
            <a:xfrm>
              <a:off x="1930400" y="2000469"/>
              <a:ext cx="3924300" cy="581023"/>
            </a:xfrm>
            <a:custGeom>
              <a:avLst/>
              <a:gdLst>
                <a:gd name="csX0" fmla="*/ 819551 w 3924300"/>
                <a:gd name="csY0" fmla="*/ 0 h 581023"/>
                <a:gd name="csX1" fmla="*/ 2193829 w 3924300"/>
                <a:gd name="csY1" fmla="*/ 0 h 581023"/>
                <a:gd name="csX2" fmla="*/ 2393256 w 3924300"/>
                <a:gd name="csY2" fmla="*/ 0 h 581023"/>
                <a:gd name="csX3" fmla="*/ 3767535 w 3924300"/>
                <a:gd name="csY3" fmla="*/ 0 h 581023"/>
                <a:gd name="csX4" fmla="*/ 3848103 w 3924300"/>
                <a:gd name="csY4" fmla="*/ 80569 h 581023"/>
                <a:gd name="csX5" fmla="*/ 3848103 w 3924300"/>
                <a:gd name="csY5" fmla="*/ 487067 h 581023"/>
                <a:gd name="csX6" fmla="*/ 3924300 w 3924300"/>
                <a:gd name="csY6" fmla="*/ 487067 h 581023"/>
                <a:gd name="csX7" fmla="*/ 3924300 w 3924300"/>
                <a:gd name="csY7" fmla="*/ 581023 h 581023"/>
                <a:gd name="csX8" fmla="*/ 3848103 w 3924300"/>
                <a:gd name="csY8" fmla="*/ 581023 h 581023"/>
                <a:gd name="csX9" fmla="*/ 502010 w 3924300"/>
                <a:gd name="csY9" fmla="*/ 581023 h 581023"/>
                <a:gd name="csX10" fmla="*/ 0 w 3924300"/>
                <a:gd name="csY10" fmla="*/ 581023 h 581023"/>
                <a:gd name="csX11" fmla="*/ 0 w 3924300"/>
                <a:gd name="csY11" fmla="*/ 487067 h 581023"/>
                <a:gd name="csX12" fmla="*/ 674296 w 3924300"/>
                <a:gd name="csY12" fmla="*/ 487067 h 581023"/>
                <a:gd name="csX13" fmla="*/ 688266 w 3924300"/>
                <a:gd name="csY13" fmla="*/ 472788 h 581023"/>
                <a:gd name="csX14" fmla="*/ 731466 w 3924300"/>
                <a:gd name="csY14" fmla="*/ 369864 h 581023"/>
                <a:gd name="csX15" fmla="*/ 735921 w 3924300"/>
                <a:gd name="csY15" fmla="*/ 344864 h 581023"/>
                <a:gd name="csX16" fmla="*/ 735921 w 3924300"/>
                <a:gd name="csY16" fmla="*/ 258198 h 581023"/>
                <a:gd name="csX17" fmla="*/ 735921 w 3924300"/>
                <a:gd name="csY17" fmla="*/ 165682 h 581023"/>
                <a:gd name="csX18" fmla="*/ 738981 w 3924300"/>
                <a:gd name="csY18" fmla="*/ 148344 h 581023"/>
                <a:gd name="csX19" fmla="*/ 738981 w 3924300"/>
                <a:gd name="csY19" fmla="*/ 80568 h 581023"/>
                <a:gd name="csX20" fmla="*/ 819551 w 3924300"/>
                <a:gd name="csY20" fmla="*/ 0 h 581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3924300" h="581023">
                  <a:moveTo>
                    <a:pt x="819551" y="0"/>
                  </a:moveTo>
                  <a:lnTo>
                    <a:pt x="2193829" y="0"/>
                  </a:lnTo>
                  <a:lnTo>
                    <a:pt x="2393256" y="0"/>
                  </a:lnTo>
                  <a:lnTo>
                    <a:pt x="3767535" y="0"/>
                  </a:lnTo>
                  <a:cubicBezTo>
                    <a:pt x="3812032" y="0"/>
                    <a:pt x="3848103" y="36071"/>
                    <a:pt x="3848103" y="80569"/>
                  </a:cubicBezTo>
                  <a:lnTo>
                    <a:pt x="3848103" y="487067"/>
                  </a:lnTo>
                  <a:lnTo>
                    <a:pt x="3924300" y="487067"/>
                  </a:lnTo>
                  <a:lnTo>
                    <a:pt x="3924300" y="581023"/>
                  </a:lnTo>
                  <a:lnTo>
                    <a:pt x="3848103" y="581023"/>
                  </a:lnTo>
                  <a:lnTo>
                    <a:pt x="502010" y="581023"/>
                  </a:lnTo>
                  <a:lnTo>
                    <a:pt x="0" y="581023"/>
                  </a:lnTo>
                  <a:lnTo>
                    <a:pt x="0" y="487067"/>
                  </a:lnTo>
                  <a:lnTo>
                    <a:pt x="674296" y="487067"/>
                  </a:lnTo>
                  <a:lnTo>
                    <a:pt x="688266" y="472788"/>
                  </a:lnTo>
                  <a:cubicBezTo>
                    <a:pt x="705903" y="451008"/>
                    <a:pt x="721178" y="419237"/>
                    <a:pt x="731466" y="369864"/>
                  </a:cubicBezTo>
                  <a:lnTo>
                    <a:pt x="735921" y="344864"/>
                  </a:lnTo>
                  <a:lnTo>
                    <a:pt x="735921" y="258198"/>
                  </a:lnTo>
                  <a:lnTo>
                    <a:pt x="735921" y="165682"/>
                  </a:lnTo>
                  <a:lnTo>
                    <a:pt x="738981" y="148344"/>
                  </a:lnTo>
                  <a:lnTo>
                    <a:pt x="738981" y="80568"/>
                  </a:lnTo>
                  <a:cubicBezTo>
                    <a:pt x="738981" y="36071"/>
                    <a:pt x="775053" y="0"/>
                    <a:pt x="819551" y="0"/>
                  </a:cubicBezTo>
                  <a:close/>
                </a:path>
              </a:pathLst>
            </a:custGeom>
            <a:solidFill>
              <a:schemeClr val="bg1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528ED4D3-BE53-F71D-68D6-1F17AF35D538}"/>
                </a:ext>
              </a:extLst>
            </p:cNvPr>
            <p:cNvSpPr txBox="1"/>
            <p:nvPr/>
          </p:nvSpPr>
          <p:spPr>
            <a:xfrm>
              <a:off x="2038381" y="2008923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2400">
                  <a:solidFill>
                    <a:srgbClr val="1F8DE6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defRPr>
              </a:lvl1pPr>
            </a:lstStyle>
            <a:p>
              <a:r>
                <a:rPr lang="en-US" altLang="zh-CN" dirty="0">
                  <a:solidFill>
                    <a:schemeClr val="bg1"/>
                  </a:solidFill>
                </a:rPr>
                <a:t>01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FFA9565-CDF8-C2DF-DAAA-57F4E71730B4}"/>
                </a:ext>
              </a:extLst>
            </p:cNvPr>
            <p:cNvSpPr txBox="1"/>
            <p:nvPr/>
          </p:nvSpPr>
          <p:spPr>
            <a:xfrm>
              <a:off x="2898947" y="2081919"/>
              <a:ext cx="2825125" cy="369332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行业落地场景与实施保障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6637338" y="1257300"/>
            <a:ext cx="4606925" cy="2698750"/>
          </a:xfrm>
          <a:prstGeom prst="rect">
            <a:avLst/>
          </a:prstGeom>
          <a:solidFill>
            <a:srgbClr val="ECF1FB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 noProof="1">
              <a:solidFill>
                <a:schemeClr val="lt1"/>
              </a:solidFill>
              <a:sym typeface="+mn-lt"/>
            </a:endParaRPr>
          </a:p>
        </p:txBody>
      </p:sp>
      <p:sp>
        <p:nvSpPr>
          <p:cNvPr id="8197" name="Oval 5"/>
          <p:cNvSpPr/>
          <p:nvPr/>
        </p:nvSpPr>
        <p:spPr>
          <a:xfrm>
            <a:off x="7028164" y="1633538"/>
            <a:ext cx="750888" cy="749300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198" name="Freeform 7" descr="D:\51PPT模板网\51pptmoban.com\图片.jpg"/>
          <p:cNvSpPr>
            <a:spLocks noEditPoints="1"/>
          </p:cNvSpPr>
          <p:nvPr/>
        </p:nvSpPr>
        <p:spPr>
          <a:xfrm>
            <a:off x="7207552" y="1811338"/>
            <a:ext cx="392112" cy="392112"/>
          </a:xfrm>
          <a:custGeom>
            <a:avLst/>
            <a:gdLst/>
            <a:ahLst/>
            <a:cxnLst>
              <a:cxn ang="0">
                <a:pos x="362692" y="296236"/>
              </a:cxn>
              <a:cxn ang="0">
                <a:pos x="362692" y="248254"/>
              </a:cxn>
              <a:cxn ang="0">
                <a:pos x="290572" y="176281"/>
              </a:cxn>
              <a:cxn ang="0">
                <a:pos x="248763" y="176281"/>
              </a:cxn>
              <a:cxn ang="0">
                <a:pos x="216361" y="154376"/>
              </a:cxn>
              <a:cxn ang="0">
                <a:pos x="216361" y="95963"/>
              </a:cxn>
              <a:cxn ang="0">
                <a:pos x="246672" y="50068"/>
              </a:cxn>
              <a:cxn ang="0">
                <a:pos x="196502" y="0"/>
              </a:cxn>
              <a:cxn ang="0">
                <a:pos x="146331" y="50068"/>
              </a:cxn>
              <a:cxn ang="0">
                <a:pos x="176642" y="95963"/>
              </a:cxn>
              <a:cxn ang="0">
                <a:pos x="176642" y="154376"/>
              </a:cxn>
              <a:cxn ang="0">
                <a:pos x="144240" y="176281"/>
              </a:cxn>
              <a:cxn ang="0">
                <a:pos x="102431" y="176281"/>
              </a:cxn>
              <a:cxn ang="0">
                <a:pos x="30311" y="248254"/>
              </a:cxn>
              <a:cxn ang="0">
                <a:pos x="30311" y="296236"/>
              </a:cxn>
              <a:cxn ang="0">
                <a:pos x="0" y="342131"/>
              </a:cxn>
              <a:cxn ang="0">
                <a:pos x="50170" y="392200"/>
              </a:cxn>
              <a:cxn ang="0">
                <a:pos x="100341" y="342131"/>
              </a:cxn>
              <a:cxn ang="0">
                <a:pos x="70029" y="296236"/>
              </a:cxn>
              <a:cxn ang="0">
                <a:pos x="70029" y="248254"/>
              </a:cxn>
              <a:cxn ang="0">
                <a:pos x="102431" y="215918"/>
              </a:cxn>
              <a:cxn ang="0">
                <a:pos x="144240" y="215918"/>
              </a:cxn>
              <a:cxn ang="0">
                <a:pos x="176642" y="210703"/>
              </a:cxn>
              <a:cxn ang="0">
                <a:pos x="176642" y="296236"/>
              </a:cxn>
              <a:cxn ang="0">
                <a:pos x="146331" y="342131"/>
              </a:cxn>
              <a:cxn ang="0">
                <a:pos x="196502" y="392200"/>
              </a:cxn>
              <a:cxn ang="0">
                <a:pos x="246672" y="342131"/>
              </a:cxn>
              <a:cxn ang="0">
                <a:pos x="216361" y="296236"/>
              </a:cxn>
              <a:cxn ang="0">
                <a:pos x="216361" y="210703"/>
              </a:cxn>
              <a:cxn ang="0">
                <a:pos x="248763" y="215918"/>
              </a:cxn>
              <a:cxn ang="0">
                <a:pos x="290572" y="215918"/>
              </a:cxn>
              <a:cxn ang="0">
                <a:pos x="322974" y="248254"/>
              </a:cxn>
              <a:cxn ang="0">
                <a:pos x="322974" y="296236"/>
              </a:cxn>
              <a:cxn ang="0">
                <a:pos x="292662" y="342131"/>
              </a:cxn>
              <a:cxn ang="0">
                <a:pos x="342833" y="392200"/>
              </a:cxn>
              <a:cxn ang="0">
                <a:pos x="393004" y="342131"/>
              </a:cxn>
              <a:cxn ang="0">
                <a:pos x="362692" y="296236"/>
              </a:cxn>
              <a:cxn ang="0">
                <a:pos x="78391" y="342131"/>
              </a:cxn>
              <a:cxn ang="0">
                <a:pos x="50170" y="371338"/>
              </a:cxn>
              <a:cxn ang="0">
                <a:pos x="20904" y="342131"/>
              </a:cxn>
              <a:cxn ang="0">
                <a:pos x="50170" y="312925"/>
              </a:cxn>
              <a:cxn ang="0">
                <a:pos x="78391" y="342131"/>
              </a:cxn>
              <a:cxn ang="0">
                <a:pos x="167235" y="50068"/>
              </a:cxn>
              <a:cxn ang="0">
                <a:pos x="196502" y="20861"/>
              </a:cxn>
              <a:cxn ang="0">
                <a:pos x="224723" y="50068"/>
              </a:cxn>
              <a:cxn ang="0">
                <a:pos x="196502" y="79274"/>
              </a:cxn>
              <a:cxn ang="0">
                <a:pos x="167235" y="50068"/>
              </a:cxn>
              <a:cxn ang="0">
                <a:pos x="224723" y="342131"/>
              </a:cxn>
              <a:cxn ang="0">
                <a:pos x="196502" y="371338"/>
              </a:cxn>
              <a:cxn ang="0">
                <a:pos x="167235" y="342131"/>
              </a:cxn>
              <a:cxn ang="0">
                <a:pos x="196502" y="312925"/>
              </a:cxn>
              <a:cxn ang="0">
                <a:pos x="224723" y="342131"/>
              </a:cxn>
              <a:cxn ang="0">
                <a:pos x="342833" y="371338"/>
              </a:cxn>
              <a:cxn ang="0">
                <a:pos x="313567" y="342131"/>
              </a:cxn>
              <a:cxn ang="0">
                <a:pos x="342833" y="312925"/>
              </a:cxn>
              <a:cxn ang="0">
                <a:pos x="371054" y="342131"/>
              </a:cxn>
              <a:cxn ang="0">
                <a:pos x="342833" y="371338"/>
              </a:cxn>
            </a:cxnLst>
            <a:rect l="l" t="t" r="r" b="b"/>
            <a:pathLst>
              <a:path w="376" h="376">
                <a:moveTo>
                  <a:pt x="347" y="284"/>
                </a:moveTo>
                <a:cubicBezTo>
                  <a:pt x="347" y="238"/>
                  <a:pt x="347" y="238"/>
                  <a:pt x="347" y="238"/>
                </a:cubicBezTo>
                <a:cubicBezTo>
                  <a:pt x="347" y="210"/>
                  <a:pt x="328" y="169"/>
                  <a:pt x="278" y="169"/>
                </a:cubicBezTo>
                <a:cubicBezTo>
                  <a:pt x="238" y="169"/>
                  <a:pt x="238" y="169"/>
                  <a:pt x="238" y="169"/>
                </a:cubicBezTo>
                <a:cubicBezTo>
                  <a:pt x="210" y="169"/>
                  <a:pt x="207" y="155"/>
                  <a:pt x="207" y="148"/>
                </a:cubicBezTo>
                <a:cubicBezTo>
                  <a:pt x="207" y="92"/>
                  <a:pt x="207" y="92"/>
                  <a:pt x="207" y="92"/>
                </a:cubicBezTo>
                <a:cubicBezTo>
                  <a:pt x="224" y="85"/>
                  <a:pt x="236" y="68"/>
                  <a:pt x="236" y="48"/>
                </a:cubicBezTo>
                <a:cubicBezTo>
                  <a:pt x="236" y="21"/>
                  <a:pt x="214" y="0"/>
                  <a:pt x="188" y="0"/>
                </a:cubicBezTo>
                <a:cubicBezTo>
                  <a:pt x="161" y="0"/>
                  <a:pt x="140" y="21"/>
                  <a:pt x="140" y="48"/>
                </a:cubicBezTo>
                <a:cubicBezTo>
                  <a:pt x="140" y="68"/>
                  <a:pt x="152" y="85"/>
                  <a:pt x="169" y="92"/>
                </a:cubicBezTo>
                <a:cubicBezTo>
                  <a:pt x="169" y="148"/>
                  <a:pt x="169" y="148"/>
                  <a:pt x="169" y="148"/>
                </a:cubicBezTo>
                <a:cubicBezTo>
                  <a:pt x="169" y="153"/>
                  <a:pt x="167" y="169"/>
                  <a:pt x="138" y="169"/>
                </a:cubicBezTo>
                <a:cubicBezTo>
                  <a:pt x="98" y="169"/>
                  <a:pt x="98" y="169"/>
                  <a:pt x="98" y="169"/>
                </a:cubicBezTo>
                <a:cubicBezTo>
                  <a:pt x="47" y="169"/>
                  <a:pt x="29" y="210"/>
                  <a:pt x="29" y="238"/>
                </a:cubicBezTo>
                <a:cubicBezTo>
                  <a:pt x="29" y="284"/>
                  <a:pt x="29" y="284"/>
                  <a:pt x="29" y="284"/>
                </a:cubicBezTo>
                <a:cubicBezTo>
                  <a:pt x="12" y="291"/>
                  <a:pt x="0" y="308"/>
                  <a:pt x="0" y="328"/>
                </a:cubicBezTo>
                <a:cubicBezTo>
                  <a:pt x="0" y="354"/>
                  <a:pt x="21" y="376"/>
                  <a:pt x="48" y="376"/>
                </a:cubicBezTo>
                <a:cubicBezTo>
                  <a:pt x="74" y="376"/>
                  <a:pt x="96" y="354"/>
                  <a:pt x="96" y="328"/>
                </a:cubicBezTo>
                <a:cubicBezTo>
                  <a:pt x="96" y="308"/>
                  <a:pt x="84" y="291"/>
                  <a:pt x="67" y="284"/>
                </a:cubicBezTo>
                <a:cubicBezTo>
                  <a:pt x="67" y="238"/>
                  <a:pt x="67" y="238"/>
                  <a:pt x="67" y="238"/>
                </a:cubicBezTo>
                <a:cubicBezTo>
                  <a:pt x="67" y="233"/>
                  <a:pt x="68" y="207"/>
                  <a:pt x="98" y="207"/>
                </a:cubicBezTo>
                <a:cubicBezTo>
                  <a:pt x="138" y="207"/>
                  <a:pt x="138" y="207"/>
                  <a:pt x="138" y="207"/>
                </a:cubicBezTo>
                <a:cubicBezTo>
                  <a:pt x="150" y="207"/>
                  <a:pt x="160" y="205"/>
                  <a:pt x="169" y="202"/>
                </a:cubicBezTo>
                <a:cubicBezTo>
                  <a:pt x="169" y="284"/>
                  <a:pt x="169" y="284"/>
                  <a:pt x="169" y="284"/>
                </a:cubicBezTo>
                <a:cubicBezTo>
                  <a:pt x="152" y="291"/>
                  <a:pt x="140" y="308"/>
                  <a:pt x="140" y="328"/>
                </a:cubicBezTo>
                <a:cubicBezTo>
                  <a:pt x="140" y="354"/>
                  <a:pt x="161" y="376"/>
                  <a:pt x="188" y="376"/>
                </a:cubicBezTo>
                <a:cubicBezTo>
                  <a:pt x="214" y="376"/>
                  <a:pt x="236" y="354"/>
                  <a:pt x="236" y="328"/>
                </a:cubicBezTo>
                <a:cubicBezTo>
                  <a:pt x="236" y="308"/>
                  <a:pt x="224" y="291"/>
                  <a:pt x="207" y="284"/>
                </a:cubicBezTo>
                <a:cubicBezTo>
                  <a:pt x="207" y="202"/>
                  <a:pt x="207" y="202"/>
                  <a:pt x="207" y="202"/>
                </a:cubicBezTo>
                <a:cubicBezTo>
                  <a:pt x="215" y="205"/>
                  <a:pt x="226" y="207"/>
                  <a:pt x="238" y="207"/>
                </a:cubicBezTo>
                <a:cubicBezTo>
                  <a:pt x="278" y="207"/>
                  <a:pt x="278" y="207"/>
                  <a:pt x="278" y="207"/>
                </a:cubicBezTo>
                <a:cubicBezTo>
                  <a:pt x="306" y="207"/>
                  <a:pt x="309" y="231"/>
                  <a:pt x="309" y="238"/>
                </a:cubicBezTo>
                <a:cubicBezTo>
                  <a:pt x="309" y="284"/>
                  <a:pt x="309" y="284"/>
                  <a:pt x="309" y="284"/>
                </a:cubicBezTo>
                <a:cubicBezTo>
                  <a:pt x="292" y="291"/>
                  <a:pt x="280" y="308"/>
                  <a:pt x="280" y="328"/>
                </a:cubicBezTo>
                <a:cubicBezTo>
                  <a:pt x="280" y="354"/>
                  <a:pt x="301" y="376"/>
                  <a:pt x="328" y="376"/>
                </a:cubicBezTo>
                <a:cubicBezTo>
                  <a:pt x="354" y="376"/>
                  <a:pt x="376" y="354"/>
                  <a:pt x="376" y="328"/>
                </a:cubicBezTo>
                <a:cubicBezTo>
                  <a:pt x="376" y="308"/>
                  <a:pt x="364" y="291"/>
                  <a:pt x="347" y="284"/>
                </a:cubicBezTo>
                <a:close/>
                <a:moveTo>
                  <a:pt x="75" y="328"/>
                </a:moveTo>
                <a:cubicBezTo>
                  <a:pt x="75" y="343"/>
                  <a:pt x="63" y="356"/>
                  <a:pt x="48" y="356"/>
                </a:cubicBezTo>
                <a:cubicBezTo>
                  <a:pt x="32" y="356"/>
                  <a:pt x="20" y="343"/>
                  <a:pt x="20" y="328"/>
                </a:cubicBezTo>
                <a:cubicBezTo>
                  <a:pt x="20" y="313"/>
                  <a:pt x="32" y="300"/>
                  <a:pt x="48" y="300"/>
                </a:cubicBezTo>
                <a:cubicBezTo>
                  <a:pt x="63" y="300"/>
                  <a:pt x="75" y="313"/>
                  <a:pt x="75" y="328"/>
                </a:cubicBezTo>
                <a:close/>
                <a:moveTo>
                  <a:pt x="160" y="48"/>
                </a:moveTo>
                <a:cubicBezTo>
                  <a:pt x="160" y="33"/>
                  <a:pt x="172" y="20"/>
                  <a:pt x="188" y="20"/>
                </a:cubicBezTo>
                <a:cubicBezTo>
                  <a:pt x="203" y="20"/>
                  <a:pt x="215" y="33"/>
                  <a:pt x="215" y="48"/>
                </a:cubicBezTo>
                <a:cubicBezTo>
                  <a:pt x="215" y="63"/>
                  <a:pt x="203" y="76"/>
                  <a:pt x="188" y="76"/>
                </a:cubicBezTo>
                <a:cubicBezTo>
                  <a:pt x="172" y="76"/>
                  <a:pt x="160" y="63"/>
                  <a:pt x="160" y="48"/>
                </a:cubicBezTo>
                <a:close/>
                <a:moveTo>
                  <a:pt x="215" y="328"/>
                </a:moveTo>
                <a:cubicBezTo>
                  <a:pt x="215" y="343"/>
                  <a:pt x="203" y="356"/>
                  <a:pt x="188" y="356"/>
                </a:cubicBezTo>
                <a:cubicBezTo>
                  <a:pt x="172" y="356"/>
                  <a:pt x="160" y="343"/>
                  <a:pt x="160" y="328"/>
                </a:cubicBezTo>
                <a:cubicBezTo>
                  <a:pt x="160" y="313"/>
                  <a:pt x="172" y="300"/>
                  <a:pt x="188" y="300"/>
                </a:cubicBezTo>
                <a:cubicBezTo>
                  <a:pt x="203" y="300"/>
                  <a:pt x="215" y="313"/>
                  <a:pt x="215" y="328"/>
                </a:cubicBezTo>
                <a:close/>
                <a:moveTo>
                  <a:pt x="328" y="356"/>
                </a:moveTo>
                <a:cubicBezTo>
                  <a:pt x="312" y="356"/>
                  <a:pt x="300" y="343"/>
                  <a:pt x="300" y="328"/>
                </a:cubicBezTo>
                <a:cubicBezTo>
                  <a:pt x="300" y="313"/>
                  <a:pt x="312" y="300"/>
                  <a:pt x="328" y="300"/>
                </a:cubicBezTo>
                <a:cubicBezTo>
                  <a:pt x="343" y="300"/>
                  <a:pt x="355" y="313"/>
                  <a:pt x="355" y="328"/>
                </a:cubicBezTo>
                <a:cubicBezTo>
                  <a:pt x="355" y="343"/>
                  <a:pt x="343" y="356"/>
                  <a:pt x="328" y="35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199" name="Oval 26"/>
          <p:cNvSpPr/>
          <p:nvPr/>
        </p:nvSpPr>
        <p:spPr>
          <a:xfrm>
            <a:off x="7028164" y="2789238"/>
            <a:ext cx="750888" cy="750887"/>
          </a:xfrm>
          <a:prstGeom prst="roundRect">
            <a:avLst>
              <a:gd name="adj" fmla="val 16667"/>
            </a:avLst>
          </a:prstGeom>
          <a:solidFill>
            <a:srgbClr val="4F6DD9"/>
          </a:solidFill>
          <a:ln w="9525">
            <a:noFill/>
          </a:ln>
        </p:spPr>
        <p:txBody>
          <a:bodyPr anchor="ctr" anchorCtr="0"/>
          <a:lstStyle/>
          <a:p>
            <a:pPr algn="ctr"/>
            <a:endParaRPr lang="en-US" altLang="zh-CN" sz="3100">
              <a:solidFill>
                <a:srgbClr val="079FB6"/>
              </a:solidFill>
              <a:cs typeface="+mn-ea"/>
              <a:sym typeface="+mn-lt"/>
            </a:endParaRPr>
          </a:p>
        </p:txBody>
      </p:sp>
      <p:sp>
        <p:nvSpPr>
          <p:cNvPr id="8200" name="Freeform 6" descr="D:\51PPT模板网\51pptmoban.com\图片.jpg"/>
          <p:cNvSpPr>
            <a:spLocks noEditPoints="1"/>
          </p:cNvSpPr>
          <p:nvPr/>
        </p:nvSpPr>
        <p:spPr>
          <a:xfrm>
            <a:off x="7169452" y="2924175"/>
            <a:ext cx="468312" cy="479425"/>
          </a:xfrm>
          <a:custGeom>
            <a:avLst/>
            <a:gdLst/>
            <a:ahLst/>
            <a:cxnLst>
              <a:cxn ang="0">
                <a:pos x="136035" y="105865"/>
              </a:cxn>
              <a:cxn ang="0">
                <a:pos x="95562" y="384045"/>
              </a:cxn>
              <a:cxn ang="0">
                <a:pos x="373255" y="343500"/>
              </a:cxn>
              <a:cxn ang="0">
                <a:pos x="300178" y="179070"/>
              </a:cxn>
              <a:cxn ang="0">
                <a:pos x="136035" y="105865"/>
              </a:cxn>
              <a:cxn ang="0">
                <a:pos x="344024" y="322102"/>
              </a:cxn>
              <a:cxn ang="0">
                <a:pos x="223728" y="255654"/>
              </a:cxn>
              <a:cxn ang="0">
                <a:pos x="157396" y="135147"/>
              </a:cxn>
              <a:cxn ang="0">
                <a:pos x="277693" y="201595"/>
              </a:cxn>
              <a:cxn ang="0">
                <a:pos x="344024" y="322102"/>
              </a:cxn>
              <a:cxn ang="0">
                <a:pos x="347397" y="144157"/>
              </a:cxn>
              <a:cxn ang="0">
                <a:pos x="363137" y="137400"/>
              </a:cxn>
              <a:cxn ang="0">
                <a:pos x="405859" y="94603"/>
              </a:cxn>
              <a:cxn ang="0">
                <a:pos x="405859" y="63069"/>
              </a:cxn>
              <a:cxn ang="0">
                <a:pos x="374379" y="63069"/>
              </a:cxn>
              <a:cxn ang="0">
                <a:pos x="331657" y="105865"/>
              </a:cxn>
              <a:cxn ang="0">
                <a:pos x="331657" y="137400"/>
              </a:cxn>
              <a:cxn ang="0">
                <a:pos x="347397" y="144157"/>
              </a:cxn>
              <a:cxn ang="0">
                <a:pos x="266450" y="88972"/>
              </a:cxn>
              <a:cxn ang="0">
                <a:pos x="277693" y="91224"/>
              </a:cxn>
              <a:cxn ang="0">
                <a:pos x="296805" y="79962"/>
              </a:cxn>
              <a:cxn ang="0">
                <a:pos x="321539" y="37165"/>
              </a:cxn>
              <a:cxn ang="0">
                <a:pos x="312545" y="5631"/>
              </a:cxn>
              <a:cxn ang="0">
                <a:pos x="282190" y="14641"/>
              </a:cxn>
              <a:cxn ang="0">
                <a:pos x="257456" y="58564"/>
              </a:cxn>
              <a:cxn ang="0">
                <a:pos x="266450" y="88972"/>
              </a:cxn>
              <a:cxn ang="0">
                <a:pos x="463196" y="156546"/>
              </a:cxn>
              <a:cxn ang="0">
                <a:pos x="432841" y="147536"/>
              </a:cxn>
              <a:cxn ang="0">
                <a:pos x="388995" y="172313"/>
              </a:cxn>
              <a:cxn ang="0">
                <a:pos x="380001" y="202721"/>
              </a:cxn>
              <a:cxn ang="0">
                <a:pos x="400237" y="213984"/>
              </a:cxn>
              <a:cxn ang="0">
                <a:pos x="411480" y="211731"/>
              </a:cxn>
              <a:cxn ang="0">
                <a:pos x="454202" y="186954"/>
              </a:cxn>
              <a:cxn ang="0">
                <a:pos x="463196" y="156546"/>
              </a:cxn>
            </a:cxnLst>
            <a:rect l="l" t="t" r="r" b="b"/>
            <a:pathLst>
              <a:path w="417" h="426">
                <a:moveTo>
                  <a:pt x="121" y="94"/>
                </a:moveTo>
                <a:cubicBezTo>
                  <a:pt x="98" y="116"/>
                  <a:pt x="0" y="256"/>
                  <a:pt x="85" y="341"/>
                </a:cubicBezTo>
                <a:cubicBezTo>
                  <a:pt x="170" y="426"/>
                  <a:pt x="309" y="328"/>
                  <a:pt x="332" y="305"/>
                </a:cubicBezTo>
                <a:cubicBezTo>
                  <a:pt x="354" y="283"/>
                  <a:pt x="325" y="217"/>
                  <a:pt x="267" y="159"/>
                </a:cubicBezTo>
                <a:cubicBezTo>
                  <a:pt x="209" y="101"/>
                  <a:pt x="143" y="72"/>
                  <a:pt x="121" y="94"/>
                </a:cubicBezTo>
                <a:close/>
                <a:moveTo>
                  <a:pt x="306" y="286"/>
                </a:moveTo>
                <a:cubicBezTo>
                  <a:pt x="299" y="292"/>
                  <a:pt x="248" y="277"/>
                  <a:pt x="199" y="227"/>
                </a:cubicBezTo>
                <a:cubicBezTo>
                  <a:pt x="149" y="178"/>
                  <a:pt x="134" y="127"/>
                  <a:pt x="140" y="120"/>
                </a:cubicBezTo>
                <a:cubicBezTo>
                  <a:pt x="147" y="113"/>
                  <a:pt x="198" y="129"/>
                  <a:pt x="247" y="179"/>
                </a:cubicBezTo>
                <a:cubicBezTo>
                  <a:pt x="297" y="228"/>
                  <a:pt x="313" y="279"/>
                  <a:pt x="306" y="286"/>
                </a:cubicBezTo>
                <a:close/>
                <a:moveTo>
                  <a:pt x="309" y="128"/>
                </a:moveTo>
                <a:cubicBezTo>
                  <a:pt x="314" y="128"/>
                  <a:pt x="319" y="126"/>
                  <a:pt x="323" y="122"/>
                </a:cubicBezTo>
                <a:cubicBezTo>
                  <a:pt x="361" y="84"/>
                  <a:pt x="361" y="84"/>
                  <a:pt x="361" y="84"/>
                </a:cubicBezTo>
                <a:cubicBezTo>
                  <a:pt x="369" y="76"/>
                  <a:pt x="369" y="64"/>
                  <a:pt x="361" y="56"/>
                </a:cubicBezTo>
                <a:cubicBezTo>
                  <a:pt x="353" y="48"/>
                  <a:pt x="341" y="48"/>
                  <a:pt x="333" y="56"/>
                </a:cubicBezTo>
                <a:cubicBezTo>
                  <a:pt x="295" y="94"/>
                  <a:pt x="295" y="94"/>
                  <a:pt x="295" y="94"/>
                </a:cubicBezTo>
                <a:cubicBezTo>
                  <a:pt x="287" y="102"/>
                  <a:pt x="287" y="115"/>
                  <a:pt x="295" y="122"/>
                </a:cubicBezTo>
                <a:cubicBezTo>
                  <a:pt x="299" y="126"/>
                  <a:pt x="304" y="128"/>
                  <a:pt x="309" y="128"/>
                </a:cubicBezTo>
                <a:close/>
                <a:moveTo>
                  <a:pt x="237" y="79"/>
                </a:moveTo>
                <a:cubicBezTo>
                  <a:pt x="240" y="81"/>
                  <a:pt x="243" y="81"/>
                  <a:pt x="247" y="81"/>
                </a:cubicBezTo>
                <a:cubicBezTo>
                  <a:pt x="254" y="81"/>
                  <a:pt x="260" y="78"/>
                  <a:pt x="264" y="71"/>
                </a:cubicBezTo>
                <a:cubicBezTo>
                  <a:pt x="286" y="33"/>
                  <a:pt x="286" y="33"/>
                  <a:pt x="286" y="33"/>
                </a:cubicBezTo>
                <a:cubicBezTo>
                  <a:pt x="291" y="23"/>
                  <a:pt x="288" y="11"/>
                  <a:pt x="278" y="5"/>
                </a:cubicBezTo>
                <a:cubicBezTo>
                  <a:pt x="268" y="0"/>
                  <a:pt x="256" y="3"/>
                  <a:pt x="251" y="13"/>
                </a:cubicBezTo>
                <a:cubicBezTo>
                  <a:pt x="229" y="52"/>
                  <a:pt x="229" y="52"/>
                  <a:pt x="229" y="52"/>
                </a:cubicBezTo>
                <a:cubicBezTo>
                  <a:pt x="224" y="61"/>
                  <a:pt x="227" y="73"/>
                  <a:pt x="237" y="79"/>
                </a:cubicBezTo>
                <a:close/>
                <a:moveTo>
                  <a:pt x="412" y="139"/>
                </a:moveTo>
                <a:cubicBezTo>
                  <a:pt x="406" y="129"/>
                  <a:pt x="394" y="126"/>
                  <a:pt x="385" y="131"/>
                </a:cubicBezTo>
                <a:cubicBezTo>
                  <a:pt x="346" y="153"/>
                  <a:pt x="346" y="153"/>
                  <a:pt x="346" y="153"/>
                </a:cubicBezTo>
                <a:cubicBezTo>
                  <a:pt x="336" y="158"/>
                  <a:pt x="333" y="171"/>
                  <a:pt x="338" y="180"/>
                </a:cubicBezTo>
                <a:cubicBezTo>
                  <a:pt x="342" y="187"/>
                  <a:pt x="349" y="190"/>
                  <a:pt x="356" y="190"/>
                </a:cubicBezTo>
                <a:cubicBezTo>
                  <a:pt x="359" y="190"/>
                  <a:pt x="363" y="190"/>
                  <a:pt x="366" y="188"/>
                </a:cubicBezTo>
                <a:cubicBezTo>
                  <a:pt x="404" y="166"/>
                  <a:pt x="404" y="166"/>
                  <a:pt x="404" y="166"/>
                </a:cubicBezTo>
                <a:cubicBezTo>
                  <a:pt x="414" y="161"/>
                  <a:pt x="417" y="149"/>
                  <a:pt x="412" y="13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: 圆角 1" descr="D:\51PPT模板网\51pptmoban.com\图片.jpg">
            <a:extLst>
              <a:ext uri="{FF2B5EF4-FFF2-40B4-BE49-F238E27FC236}">
                <a16:creationId xmlns:a16="http://schemas.microsoft.com/office/drawing/2014/main" id="{2FA916B1-9A03-BA12-B2EB-37B28806E7AE}"/>
              </a:ext>
            </a:extLst>
          </p:cNvPr>
          <p:cNvSpPr/>
          <p:nvPr/>
        </p:nvSpPr>
        <p:spPr>
          <a:xfrm>
            <a:off x="947736" y="1257300"/>
            <a:ext cx="5689601" cy="2698750"/>
          </a:xfrm>
          <a:prstGeom prst="roundRect">
            <a:avLst>
              <a:gd name="adj" fmla="val 0"/>
            </a:avLst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D84538-735A-C17C-C3C9-CAE333CD830D}"/>
              </a:ext>
            </a:extLst>
          </p:cNvPr>
          <p:cNvGrpSpPr/>
          <p:nvPr/>
        </p:nvGrpSpPr>
        <p:grpSpPr>
          <a:xfrm>
            <a:off x="7958440" y="1562625"/>
            <a:ext cx="2987071" cy="889537"/>
            <a:chOff x="773266" y="1906534"/>
            <a:chExt cx="2987071" cy="88953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C0FD5D7-0CB8-9713-211D-B21B807F7D6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4E05DFA-6EC8-A13C-478E-256FEF695CBF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金融合规审查自动化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8E5819-D95D-02D5-498B-0D420A10F6A9}"/>
              </a:ext>
            </a:extLst>
          </p:cNvPr>
          <p:cNvGrpSpPr/>
          <p:nvPr/>
        </p:nvGrpSpPr>
        <p:grpSpPr>
          <a:xfrm>
            <a:off x="7958440" y="2730231"/>
            <a:ext cx="2987071" cy="889537"/>
            <a:chOff x="773266" y="1906534"/>
            <a:chExt cx="2987071" cy="889537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0C10041-E416-6099-6AB3-A2BA8D408C30}"/>
                </a:ext>
              </a:extLst>
            </p:cNvPr>
            <p:cNvSpPr txBox="1"/>
            <p:nvPr/>
          </p:nvSpPr>
          <p:spPr>
            <a:xfrm>
              <a:off x="773266" y="2219631"/>
              <a:ext cx="2987071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10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/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68A6CA-4FA0-3D9C-D77F-BFFDEFA6E668}"/>
                </a:ext>
              </a:extLst>
            </p:cNvPr>
            <p:cNvSpPr txBox="1"/>
            <p:nvPr/>
          </p:nvSpPr>
          <p:spPr>
            <a:xfrm>
              <a:off x="773266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制造工程文档协同</a:t>
              </a:r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EFA89ABA-A1B0-67E5-FE50-8C4C84F70485}"/>
              </a:ext>
            </a:extLst>
          </p:cNvPr>
          <p:cNvSpPr txBox="1"/>
          <p:nvPr/>
        </p:nvSpPr>
        <p:spPr>
          <a:xfrm>
            <a:off x="1691968" y="4332288"/>
            <a:ext cx="8808064" cy="1031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b="1" dirty="0"/>
              <a:t>平台具备高度可配置性，支持主流企业级系统无缝对接。完善的实施方法论与售后保障体系，确保技术价值平稳落地。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474915F-5055-3DA6-341F-D16E2373EA56}"/>
              </a:ext>
            </a:extLst>
          </p:cNvPr>
          <p:cNvGrpSpPr/>
          <p:nvPr/>
        </p:nvGrpSpPr>
        <p:grpSpPr>
          <a:xfrm>
            <a:off x="1189753" y="4455111"/>
            <a:ext cx="9829287" cy="868660"/>
            <a:chOff x="1218328" y="4683711"/>
            <a:chExt cx="9829287" cy="868660"/>
          </a:xfrm>
          <a:solidFill>
            <a:srgbClr val="0E4C9B"/>
          </a:solidFill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C09F3F4-4A33-2752-0042-4986B63E694A}"/>
                </a:ext>
              </a:extLst>
            </p:cNvPr>
            <p:cNvSpPr txBox="1"/>
            <p:nvPr/>
          </p:nvSpPr>
          <p:spPr>
            <a:xfrm>
              <a:off x="1218328" y="4683711"/>
              <a:ext cx="423862" cy="360541"/>
            </a:xfrm>
            <a:custGeom>
              <a:avLst/>
              <a:gdLst/>
              <a:ahLst/>
              <a:cxnLst/>
              <a:rect l="l" t="t" r="r" b="b"/>
              <a:pathLst>
                <a:path w="574852" h="488975">
                  <a:moveTo>
                    <a:pt x="469697" y="0"/>
                  </a:moveTo>
                  <a:lnTo>
                    <a:pt x="532790" y="24536"/>
                  </a:lnTo>
                  <a:cubicBezTo>
                    <a:pt x="504748" y="65430"/>
                    <a:pt x="485762" y="101943"/>
                    <a:pt x="475831" y="134074"/>
                  </a:cubicBezTo>
                  <a:cubicBezTo>
                    <a:pt x="465899" y="166205"/>
                    <a:pt x="459765" y="202133"/>
                    <a:pt x="457428" y="241859"/>
                  </a:cubicBezTo>
                  <a:lnTo>
                    <a:pt x="574852" y="241859"/>
                  </a:lnTo>
                  <a:lnTo>
                    <a:pt x="574852" y="488975"/>
                  </a:lnTo>
                  <a:lnTo>
                    <a:pt x="324231" y="488975"/>
                  </a:lnTo>
                  <a:lnTo>
                    <a:pt x="324231" y="282169"/>
                  </a:lnTo>
                  <a:cubicBezTo>
                    <a:pt x="324231" y="234264"/>
                    <a:pt x="337959" y="184023"/>
                    <a:pt x="365417" y="131445"/>
                  </a:cubicBezTo>
                  <a:cubicBezTo>
                    <a:pt x="392874" y="78867"/>
                    <a:pt x="427634" y="35052"/>
                    <a:pt x="469697" y="0"/>
                  </a:cubicBezTo>
                  <a:close/>
                  <a:moveTo>
                    <a:pt x="141960" y="0"/>
                  </a:moveTo>
                  <a:lnTo>
                    <a:pt x="206806" y="24536"/>
                  </a:lnTo>
                  <a:cubicBezTo>
                    <a:pt x="179933" y="65430"/>
                    <a:pt x="161239" y="101943"/>
                    <a:pt x="150723" y="134074"/>
                  </a:cubicBezTo>
                  <a:cubicBezTo>
                    <a:pt x="140208" y="166205"/>
                    <a:pt x="133781" y="202133"/>
                    <a:pt x="131445" y="241859"/>
                  </a:cubicBezTo>
                  <a:lnTo>
                    <a:pt x="252374" y="241859"/>
                  </a:lnTo>
                  <a:lnTo>
                    <a:pt x="252374" y="488975"/>
                  </a:lnTo>
                  <a:lnTo>
                    <a:pt x="0" y="488975"/>
                  </a:lnTo>
                  <a:lnTo>
                    <a:pt x="0" y="282169"/>
                  </a:lnTo>
                  <a:cubicBezTo>
                    <a:pt x="0" y="234264"/>
                    <a:pt x="13728" y="184023"/>
                    <a:pt x="41186" y="131445"/>
                  </a:cubicBezTo>
                  <a:cubicBezTo>
                    <a:pt x="68643" y="78867"/>
                    <a:pt x="102235" y="35052"/>
                    <a:pt x="141960" y="0"/>
                  </a:cubicBez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  <p:sp>
          <p:nvSpPr>
            <p:cNvPr id="16" name="文本框 15" descr="D:\51PPT模板网\51pptmoban.com\图片.jpg">
              <a:extLst>
                <a:ext uri="{FF2B5EF4-FFF2-40B4-BE49-F238E27FC236}">
                  <a16:creationId xmlns:a16="http://schemas.microsoft.com/office/drawing/2014/main" id="{2BA9091A-B3CB-7454-48A5-759E9829877D}"/>
                </a:ext>
              </a:extLst>
            </p:cNvPr>
            <p:cNvSpPr txBox="1"/>
            <p:nvPr/>
          </p:nvSpPr>
          <p:spPr>
            <a:xfrm>
              <a:off x="10608246" y="5191829"/>
              <a:ext cx="439369" cy="360542"/>
            </a:xfrm>
            <a:custGeom>
              <a:avLst/>
              <a:gdLst/>
              <a:ahLst/>
              <a:cxnLst/>
              <a:rect l="l" t="t" r="r" b="b"/>
              <a:pathLst>
                <a:path w="595883" h="488976">
                  <a:moveTo>
                    <a:pt x="341757" y="0"/>
                  </a:moveTo>
                  <a:lnTo>
                    <a:pt x="595883" y="0"/>
                  </a:lnTo>
                  <a:lnTo>
                    <a:pt x="595883" y="208560"/>
                  </a:lnTo>
                  <a:cubicBezTo>
                    <a:pt x="595883" y="256464"/>
                    <a:pt x="581863" y="306997"/>
                    <a:pt x="553821" y="360160"/>
                  </a:cubicBezTo>
                  <a:cubicBezTo>
                    <a:pt x="525780" y="413322"/>
                    <a:pt x="491312" y="456261"/>
                    <a:pt x="450418" y="488976"/>
                  </a:cubicBezTo>
                  <a:lnTo>
                    <a:pt x="387324" y="466192"/>
                  </a:lnTo>
                  <a:cubicBezTo>
                    <a:pt x="415366" y="425298"/>
                    <a:pt x="434644" y="389078"/>
                    <a:pt x="445160" y="357531"/>
                  </a:cubicBezTo>
                  <a:cubicBezTo>
                    <a:pt x="455676" y="325984"/>
                    <a:pt x="462102" y="289763"/>
                    <a:pt x="464439" y="248870"/>
                  </a:cubicBezTo>
                  <a:lnTo>
                    <a:pt x="341757" y="248870"/>
                  </a:lnTo>
                  <a:close/>
                  <a:moveTo>
                    <a:pt x="0" y="0"/>
                  </a:moveTo>
                  <a:lnTo>
                    <a:pt x="250622" y="0"/>
                  </a:lnTo>
                  <a:lnTo>
                    <a:pt x="250622" y="208560"/>
                  </a:lnTo>
                  <a:cubicBezTo>
                    <a:pt x="250622" y="256464"/>
                    <a:pt x="237185" y="306997"/>
                    <a:pt x="210312" y="360160"/>
                  </a:cubicBezTo>
                  <a:cubicBezTo>
                    <a:pt x="183439" y="413322"/>
                    <a:pt x="149555" y="456261"/>
                    <a:pt x="108661" y="488976"/>
                  </a:cubicBezTo>
                  <a:lnTo>
                    <a:pt x="43815" y="466192"/>
                  </a:lnTo>
                  <a:cubicBezTo>
                    <a:pt x="71856" y="425298"/>
                    <a:pt x="90843" y="389078"/>
                    <a:pt x="100774" y="357531"/>
                  </a:cubicBezTo>
                  <a:cubicBezTo>
                    <a:pt x="110706" y="325984"/>
                    <a:pt x="116840" y="289763"/>
                    <a:pt x="119176" y="248870"/>
                  </a:cubicBezTo>
                  <a:lnTo>
                    <a:pt x="0" y="248870"/>
                  </a:lnTo>
                  <a:close/>
                </a:path>
              </a:pathLst>
            </a:cu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zh-CN"/>
              </a:defPPr>
              <a:lvl1pPr algn="ctr"/>
            </a:lstStyle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8583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976FD-9F71-1EAB-7EB0-A5F699E64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9EADB2B9-04DD-FEFD-17CD-242E4700DAEF}"/>
              </a:ext>
            </a:extLst>
          </p:cNvPr>
          <p:cNvSpPr/>
          <p:nvPr/>
        </p:nvSpPr>
        <p:spPr>
          <a:xfrm>
            <a:off x="0" y="4485419"/>
            <a:ext cx="12192000" cy="2372581"/>
          </a:xfrm>
          <a:custGeom>
            <a:avLst/>
            <a:gdLst>
              <a:gd name="csX0" fmla="*/ 4552950 w 12192000"/>
              <a:gd name="csY0" fmla="*/ 0 h 2372581"/>
              <a:gd name="csX1" fmla="*/ 11672122 w 12192000"/>
              <a:gd name="csY1" fmla="*/ 1048195 h 2372581"/>
              <a:gd name="csX2" fmla="*/ 12192000 w 12192000"/>
              <a:gd name="csY2" fmla="*/ 1251521 h 2372581"/>
              <a:gd name="csX3" fmla="*/ 12192000 w 12192000"/>
              <a:gd name="csY3" fmla="*/ 2372581 h 2372581"/>
              <a:gd name="csX4" fmla="*/ 0 w 12192000"/>
              <a:gd name="csY4" fmla="*/ 2372581 h 2372581"/>
              <a:gd name="csX5" fmla="*/ 0 w 12192000"/>
              <a:gd name="csY5" fmla="*/ 387139 h 2372581"/>
              <a:gd name="csX6" fmla="*/ 188043 w 12192000"/>
              <a:gd name="csY6" fmla="*/ 352905 h 2372581"/>
              <a:gd name="csX7" fmla="*/ 4552950 w 12192000"/>
              <a:gd name="csY7" fmla="*/ 0 h 23725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2372581">
                <a:moveTo>
                  <a:pt x="4552950" y="0"/>
                </a:moveTo>
                <a:cubicBezTo>
                  <a:pt x="7333159" y="0"/>
                  <a:pt x="9850168" y="400566"/>
                  <a:pt x="11672122" y="1048195"/>
                </a:cubicBezTo>
                <a:lnTo>
                  <a:pt x="12192000" y="1251521"/>
                </a:lnTo>
                <a:lnTo>
                  <a:pt x="12192000" y="2372581"/>
                </a:lnTo>
                <a:lnTo>
                  <a:pt x="0" y="2372581"/>
                </a:lnTo>
                <a:lnTo>
                  <a:pt x="0" y="387139"/>
                </a:lnTo>
                <a:lnTo>
                  <a:pt x="188043" y="352905"/>
                </a:lnTo>
                <a:cubicBezTo>
                  <a:pt x="1508494" y="126742"/>
                  <a:pt x="2989082" y="0"/>
                  <a:pt x="4552950" y="0"/>
                </a:cubicBezTo>
                <a:close/>
              </a:path>
            </a:pathLst>
          </a:custGeom>
          <a:solidFill>
            <a:srgbClr val="97B6F3"/>
          </a:solidFill>
          <a:ln w="4286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7766E2CD-CAFA-B17F-51B7-89E15D557BDD}"/>
              </a:ext>
            </a:extLst>
          </p:cNvPr>
          <p:cNvSpPr/>
          <p:nvPr/>
        </p:nvSpPr>
        <p:spPr>
          <a:xfrm>
            <a:off x="0" y="5079957"/>
            <a:ext cx="12192000" cy="1778043"/>
          </a:xfrm>
          <a:custGeom>
            <a:avLst/>
            <a:gdLst>
              <a:gd name="csX0" fmla="*/ 6096000 w 12192000"/>
              <a:gd name="csY0" fmla="*/ 0 h 1778043"/>
              <a:gd name="csX1" fmla="*/ 11777135 w 12192000"/>
              <a:gd name="csY1" fmla="*/ 553777 h 1778043"/>
              <a:gd name="csX2" fmla="*/ 12192000 w 12192000"/>
              <a:gd name="csY2" fmla="*/ 661197 h 1778043"/>
              <a:gd name="csX3" fmla="*/ 12192000 w 12192000"/>
              <a:gd name="csY3" fmla="*/ 1778043 h 1778043"/>
              <a:gd name="csX4" fmla="*/ 0 w 12192000"/>
              <a:gd name="csY4" fmla="*/ 1778043 h 1778043"/>
              <a:gd name="csX5" fmla="*/ 0 w 12192000"/>
              <a:gd name="csY5" fmla="*/ 661197 h 1778043"/>
              <a:gd name="csX6" fmla="*/ 414865 w 12192000"/>
              <a:gd name="csY6" fmla="*/ 553777 h 1778043"/>
              <a:gd name="csX7" fmla="*/ 6096000 w 12192000"/>
              <a:gd name="csY7" fmla="*/ 0 h 17780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1778043">
                <a:moveTo>
                  <a:pt x="6096000" y="0"/>
                </a:moveTo>
                <a:cubicBezTo>
                  <a:pt x="8314621" y="0"/>
                  <a:pt x="10323206" y="211625"/>
                  <a:pt x="11777135" y="553777"/>
                </a:cubicBezTo>
                <a:lnTo>
                  <a:pt x="12192000" y="661197"/>
                </a:lnTo>
                <a:lnTo>
                  <a:pt x="12192000" y="1778043"/>
                </a:lnTo>
                <a:lnTo>
                  <a:pt x="0" y="1778043"/>
                </a:lnTo>
                <a:lnTo>
                  <a:pt x="0" y="661197"/>
                </a:lnTo>
                <a:lnTo>
                  <a:pt x="414865" y="553777"/>
                </a:lnTo>
                <a:cubicBezTo>
                  <a:pt x="1868795" y="211625"/>
                  <a:pt x="3877379" y="0"/>
                  <a:pt x="609600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CE714DD-F55C-E99D-0525-647737075E8B}"/>
              </a:ext>
            </a:extLst>
          </p:cNvPr>
          <p:cNvSpPr txBox="1"/>
          <p:nvPr/>
        </p:nvSpPr>
        <p:spPr>
          <a:xfrm>
            <a:off x="4157011" y="1515002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dirty="0">
                <a:solidFill>
                  <a:srgbClr val="4F6DD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谢谢观看</a:t>
            </a:r>
          </a:p>
        </p:txBody>
      </p:sp>
      <p:grpSp>
        <p:nvGrpSpPr>
          <p:cNvPr id="53" name="组合 52" descr="D:\51PPT模板网\51pptmoban.com\图片.jpg">
            <a:extLst>
              <a:ext uri="{FF2B5EF4-FFF2-40B4-BE49-F238E27FC236}">
                <a16:creationId xmlns:a16="http://schemas.microsoft.com/office/drawing/2014/main" id="{442864A8-303B-34C9-8A32-27524DDDDF49}"/>
              </a:ext>
            </a:extLst>
          </p:cNvPr>
          <p:cNvGrpSpPr/>
          <p:nvPr/>
        </p:nvGrpSpPr>
        <p:grpSpPr>
          <a:xfrm>
            <a:off x="5422405" y="478677"/>
            <a:ext cx="1341129" cy="616044"/>
            <a:chOff x="289325" y="241206"/>
            <a:chExt cx="1341129" cy="616044"/>
          </a:xfrm>
          <a:solidFill>
            <a:schemeClr val="bg1"/>
          </a:solidFill>
        </p:grpSpPr>
        <p:grpSp>
          <p:nvGrpSpPr>
            <p:cNvPr id="130" name="组合 129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36B3A45D-1DE0-D17E-DE8F-4F70E37FB2D6}"/>
                </a:ext>
              </a:extLst>
            </p:cNvPr>
            <p:cNvGrpSpPr/>
            <p:nvPr/>
          </p:nvGrpSpPr>
          <p:grpSpPr>
            <a:xfrm>
              <a:off x="289325" y="241206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136" name="椭圆 135">
                <a:extLst>
                  <a:ext uri="{FF2B5EF4-FFF2-40B4-BE49-F238E27FC236}">
                    <a16:creationId xmlns:a16="http://schemas.microsoft.com/office/drawing/2014/main" id="{10318CB7-9634-7DA2-0F0A-CED332A10A92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  <a:sym typeface="+mn-lt"/>
                </a:endParaRPr>
              </a:p>
            </p:txBody>
          </p:sp>
          <p:sp>
            <p:nvSpPr>
              <p:cNvPr id="137" name="任意多边形: 形状 136">
                <a:extLst>
                  <a:ext uri="{FF2B5EF4-FFF2-40B4-BE49-F238E27FC236}">
                    <a16:creationId xmlns:a16="http://schemas.microsoft.com/office/drawing/2014/main" id="{D04FDE0F-B7EC-491B-0CE6-E0DAFBC1166C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sym typeface="+mn-lt"/>
                </a:endParaRPr>
              </a:p>
            </p:txBody>
          </p:sp>
          <p:grpSp>
            <p:nvGrpSpPr>
              <p:cNvPr id="138" name="文本框-2_矢量">
                <a:extLst>
                  <a:ext uri="{FF2B5EF4-FFF2-40B4-BE49-F238E27FC236}">
                    <a16:creationId xmlns:a16="http://schemas.microsoft.com/office/drawing/2014/main" id="{245C8056-31FB-15C0-461C-3E2F115457D3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64FF5A8A-A3CF-FBC2-2D51-13E1A43DE23A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AFE9F53C-79FB-7705-AFC5-1D6336330440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  <p:sp>
              <p:nvSpPr>
                <p:cNvPr id="141" name="文本框 140">
                  <a:extLst>
                    <a:ext uri="{FF2B5EF4-FFF2-40B4-BE49-F238E27FC236}">
                      <a16:creationId xmlns:a16="http://schemas.microsoft.com/office/drawing/2014/main" id="{217B9577-C887-2717-E299-F87E0FF2473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solidFill>
                  <a:srgbClr val="4F6DD9"/>
                </a:solidFill>
                <a:ln w="4286" cap="flat">
                  <a:noFill/>
                  <a:prstDash val="solid"/>
                  <a:miter/>
                </a:ln>
              </p:spPr>
              <p:txBody>
                <a:bodyPr wrap="square" rtlCol="0" anchor="ctr">
                  <a:noAutofit/>
                </a:bodyPr>
                <a:lstStyle>
                  <a:defPPr>
                    <a:defRPr lang="zh-CN"/>
                  </a:defPPr>
                  <a:lvl1pPr algn="ctr">
                    <a:defRPr>
                      <a:solidFill>
                        <a:schemeClr val="tx1"/>
                      </a:solidFill>
                    </a:defRPr>
                  </a:lvl1pPr>
                  <a:lvl2pPr>
                    <a:defRPr>
                      <a:solidFill>
                        <a:schemeClr val="tx1"/>
                      </a:solidFill>
                    </a:defRPr>
                  </a:lvl2pPr>
                  <a:lvl3pPr>
                    <a:defRPr>
                      <a:solidFill>
                        <a:schemeClr val="tx1"/>
                      </a:solidFill>
                    </a:defRPr>
                  </a:lvl3pPr>
                  <a:lvl4pPr>
                    <a:defRPr>
                      <a:solidFill>
                        <a:schemeClr val="tx1"/>
                      </a:solidFill>
                    </a:defRPr>
                  </a:lvl4pPr>
                  <a:lvl5pPr>
                    <a:defRPr>
                      <a:solidFill>
                        <a:schemeClr val="tx1"/>
                      </a:solidFill>
                    </a:defRPr>
                  </a:lvl5pPr>
                  <a:lvl6pPr>
                    <a:defRPr>
                      <a:solidFill>
                        <a:schemeClr val="tx1"/>
                      </a:solidFill>
                    </a:defRPr>
                  </a:lvl6pPr>
                  <a:lvl7pPr>
                    <a:defRPr>
                      <a:solidFill>
                        <a:schemeClr val="tx1"/>
                      </a:solidFill>
                    </a:defRPr>
                  </a:lvl7pPr>
                  <a:lvl8pPr>
                    <a:defRPr>
                      <a:solidFill>
                        <a:schemeClr val="tx1"/>
                      </a:solidFill>
                    </a:defRPr>
                  </a:lvl8pPr>
                  <a:lvl9pPr>
                    <a:defRPr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 dirty="0">
                    <a:sym typeface="+mn-lt"/>
                  </a:endParaRPr>
                </a:p>
              </p:txBody>
            </p:sp>
          </p:grp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3A221382-1675-D515-5AE5-24F75F2BCB3E}"/>
                </a:ext>
              </a:extLst>
            </p:cNvPr>
            <p:cNvGrpSpPr/>
            <p:nvPr/>
          </p:nvGrpSpPr>
          <p:grpSpPr>
            <a:xfrm>
              <a:off x="926299" y="660958"/>
              <a:ext cx="674380" cy="119625"/>
              <a:chOff x="892413" y="660958"/>
              <a:chExt cx="707506" cy="125501"/>
            </a:xfrm>
            <a:grpFill/>
          </p:grpSpPr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6C8FB8BC-EE65-E0A1-639F-5650A38A2B64}"/>
                  </a:ext>
                </a:extLst>
              </p:cNvPr>
              <p:cNvSpPr txBox="1"/>
              <p:nvPr/>
            </p:nvSpPr>
            <p:spPr>
              <a:xfrm>
                <a:off x="892413" y="663237"/>
                <a:ext cx="124027" cy="123222"/>
              </a:xfrm>
              <a:custGeom>
                <a:avLst/>
                <a:gdLst/>
                <a:ahLst/>
                <a:cxnLst/>
                <a:rect l="l" t="t" r="r" b="b"/>
                <a:pathLst>
                  <a:path w="132159" h="131302">
                    <a:moveTo>
                      <a:pt x="56435" y="46434"/>
                    </a:moveTo>
                    <a:lnTo>
                      <a:pt x="72580" y="52863"/>
                    </a:lnTo>
                    <a:cubicBezTo>
                      <a:pt x="68199" y="62960"/>
                      <a:pt x="63055" y="73199"/>
                      <a:pt x="57150" y="83581"/>
                    </a:cubicBezTo>
                    <a:cubicBezTo>
                      <a:pt x="51244" y="93964"/>
                      <a:pt x="46005" y="102203"/>
                      <a:pt x="41433" y="108299"/>
                    </a:cubicBezTo>
                    <a:lnTo>
                      <a:pt x="90725" y="105298"/>
                    </a:lnTo>
                    <a:cubicBezTo>
                      <a:pt x="84915" y="96059"/>
                      <a:pt x="79486" y="87772"/>
                      <a:pt x="74437" y="80438"/>
                    </a:cubicBezTo>
                    <a:lnTo>
                      <a:pt x="87296" y="71723"/>
                    </a:lnTo>
                    <a:cubicBezTo>
                      <a:pt x="92535" y="78867"/>
                      <a:pt x="98083" y="87010"/>
                      <a:pt x="103941" y="96154"/>
                    </a:cubicBezTo>
                    <a:cubicBezTo>
                      <a:pt x="109799" y="105298"/>
                      <a:pt x="114585" y="113299"/>
                      <a:pt x="118300" y="120157"/>
                    </a:cubicBezTo>
                    <a:lnTo>
                      <a:pt x="105727" y="131302"/>
                    </a:lnTo>
                    <a:cubicBezTo>
                      <a:pt x="103917" y="127682"/>
                      <a:pt x="101727" y="123729"/>
                      <a:pt x="99155" y="119443"/>
                    </a:cubicBezTo>
                    <a:cubicBezTo>
                      <a:pt x="71151" y="120681"/>
                      <a:pt x="48244" y="122158"/>
                      <a:pt x="30432" y="123872"/>
                    </a:cubicBezTo>
                    <a:cubicBezTo>
                      <a:pt x="25098" y="124348"/>
                      <a:pt x="21145" y="124777"/>
                      <a:pt x="18573" y="125158"/>
                    </a:cubicBezTo>
                    <a:lnTo>
                      <a:pt x="13573" y="109870"/>
                    </a:lnTo>
                    <a:cubicBezTo>
                      <a:pt x="16430" y="109204"/>
                      <a:pt x="18502" y="108489"/>
                      <a:pt x="19788" y="107727"/>
                    </a:cubicBezTo>
                    <a:cubicBezTo>
                      <a:pt x="21074" y="106965"/>
                      <a:pt x="22479" y="105679"/>
                      <a:pt x="24003" y="103870"/>
                    </a:cubicBezTo>
                    <a:cubicBezTo>
                      <a:pt x="28860" y="98155"/>
                      <a:pt x="34337" y="89892"/>
                      <a:pt x="40433" y="79081"/>
                    </a:cubicBezTo>
                    <a:cubicBezTo>
                      <a:pt x="46529" y="68270"/>
                      <a:pt x="51863" y="57388"/>
                      <a:pt x="56435" y="46434"/>
                    </a:cubicBezTo>
                    <a:close/>
                    <a:moveTo>
                      <a:pt x="44291" y="1857"/>
                    </a:moveTo>
                    <a:lnTo>
                      <a:pt x="59864" y="7000"/>
                    </a:lnTo>
                    <a:cubicBezTo>
                      <a:pt x="49672" y="32527"/>
                      <a:pt x="33337" y="54959"/>
                      <a:pt x="10858" y="74295"/>
                    </a:cubicBezTo>
                    <a:lnTo>
                      <a:pt x="0" y="60864"/>
                    </a:lnTo>
                    <a:cubicBezTo>
                      <a:pt x="21336" y="42862"/>
                      <a:pt x="36099" y="23193"/>
                      <a:pt x="44291" y="1857"/>
                    </a:cubicBezTo>
                    <a:close/>
                    <a:moveTo>
                      <a:pt x="87582" y="0"/>
                    </a:moveTo>
                    <a:cubicBezTo>
                      <a:pt x="92630" y="14001"/>
                      <a:pt x="98560" y="25550"/>
                      <a:pt x="105370" y="34647"/>
                    </a:cubicBezTo>
                    <a:cubicBezTo>
                      <a:pt x="112180" y="43743"/>
                      <a:pt x="121110" y="52197"/>
                      <a:pt x="132159" y="60007"/>
                    </a:cubicBezTo>
                    <a:lnTo>
                      <a:pt x="121729" y="74295"/>
                    </a:lnTo>
                    <a:cubicBezTo>
                      <a:pt x="109728" y="64770"/>
                      <a:pt x="99869" y="54792"/>
                      <a:pt x="92154" y="44362"/>
                    </a:cubicBezTo>
                    <a:cubicBezTo>
                      <a:pt x="84439" y="33932"/>
                      <a:pt x="77962" y="20955"/>
                      <a:pt x="72723" y="5429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947F04D1-C12B-767C-44EA-8FC236AA548E}"/>
                  </a:ext>
                </a:extLst>
              </p:cNvPr>
              <p:cNvSpPr txBox="1"/>
              <p:nvPr/>
            </p:nvSpPr>
            <p:spPr>
              <a:xfrm>
                <a:off x="1094481" y="668063"/>
                <a:ext cx="107132" cy="116116"/>
              </a:xfrm>
              <a:custGeom>
                <a:avLst/>
                <a:gdLst/>
                <a:ahLst/>
                <a:cxnLst/>
                <a:rect l="l" t="t" r="r" b="b"/>
                <a:pathLst>
                  <a:path w="114157" h="123730">
                    <a:moveTo>
                      <a:pt x="27575" y="68009"/>
                    </a:moveTo>
                    <a:lnTo>
                      <a:pt x="27575" y="91440"/>
                    </a:lnTo>
                    <a:lnTo>
                      <a:pt x="63865" y="91440"/>
                    </a:lnTo>
                    <a:lnTo>
                      <a:pt x="63865" y="68009"/>
                    </a:lnTo>
                    <a:close/>
                    <a:moveTo>
                      <a:pt x="11573" y="53007"/>
                    </a:moveTo>
                    <a:lnTo>
                      <a:pt x="80010" y="53007"/>
                    </a:lnTo>
                    <a:lnTo>
                      <a:pt x="80010" y="106871"/>
                    </a:lnTo>
                    <a:lnTo>
                      <a:pt x="11573" y="106871"/>
                    </a:lnTo>
                    <a:close/>
                    <a:moveTo>
                      <a:pt x="0" y="27146"/>
                    </a:moveTo>
                    <a:lnTo>
                      <a:pt x="91583" y="27146"/>
                    </a:lnTo>
                    <a:lnTo>
                      <a:pt x="91583" y="42005"/>
                    </a:lnTo>
                    <a:lnTo>
                      <a:pt x="0" y="42005"/>
                    </a:lnTo>
                    <a:close/>
                    <a:moveTo>
                      <a:pt x="8001" y="0"/>
                    </a:moveTo>
                    <a:lnTo>
                      <a:pt x="114157" y="0"/>
                    </a:lnTo>
                    <a:lnTo>
                      <a:pt x="114157" y="105442"/>
                    </a:lnTo>
                    <a:cubicBezTo>
                      <a:pt x="114157" y="109633"/>
                      <a:pt x="113586" y="112871"/>
                      <a:pt x="112443" y="115157"/>
                    </a:cubicBezTo>
                    <a:cubicBezTo>
                      <a:pt x="111300" y="117443"/>
                      <a:pt x="109323" y="119158"/>
                      <a:pt x="106514" y="120301"/>
                    </a:cubicBezTo>
                    <a:cubicBezTo>
                      <a:pt x="103704" y="121444"/>
                      <a:pt x="99679" y="122206"/>
                      <a:pt x="94441" y="122587"/>
                    </a:cubicBezTo>
                    <a:lnTo>
                      <a:pt x="80725" y="123730"/>
                    </a:lnTo>
                    <a:lnTo>
                      <a:pt x="75867" y="108871"/>
                    </a:lnTo>
                    <a:lnTo>
                      <a:pt x="87868" y="108014"/>
                    </a:lnTo>
                    <a:cubicBezTo>
                      <a:pt x="91297" y="107728"/>
                      <a:pt x="93631" y="107371"/>
                      <a:pt x="94869" y="106942"/>
                    </a:cubicBezTo>
                    <a:cubicBezTo>
                      <a:pt x="96107" y="106513"/>
                      <a:pt x="96917" y="105751"/>
                      <a:pt x="97298" y="104656"/>
                    </a:cubicBezTo>
                    <a:cubicBezTo>
                      <a:pt x="97679" y="103561"/>
                      <a:pt x="97870" y="101584"/>
                      <a:pt x="97870" y="98727"/>
                    </a:cubicBezTo>
                    <a:lnTo>
                      <a:pt x="97870" y="15573"/>
                    </a:lnTo>
                    <a:lnTo>
                      <a:pt x="8001" y="15573"/>
                    </a:ln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AC7FD7FC-FC72-5F84-CE59-69E2526A7B82}"/>
                  </a:ext>
                </a:extLst>
              </p:cNvPr>
              <p:cNvSpPr txBox="1"/>
              <p:nvPr/>
            </p:nvSpPr>
            <p:spPr>
              <a:xfrm>
                <a:off x="1282133" y="660958"/>
                <a:ext cx="112630" cy="122551"/>
              </a:xfrm>
              <a:custGeom>
                <a:avLst/>
                <a:gdLst/>
                <a:ahLst/>
                <a:cxnLst/>
                <a:rect l="l" t="t" r="r" b="b"/>
                <a:pathLst>
                  <a:path w="120015" h="130587">
                    <a:moveTo>
                      <a:pt x="44005" y="84439"/>
                    </a:moveTo>
                    <a:lnTo>
                      <a:pt x="44005" y="110871"/>
                    </a:lnTo>
                    <a:lnTo>
                      <a:pt x="102156" y="110871"/>
                    </a:lnTo>
                    <a:lnTo>
                      <a:pt x="102156" y="84439"/>
                    </a:lnTo>
                    <a:close/>
                    <a:moveTo>
                      <a:pt x="55435" y="0"/>
                    </a:moveTo>
                    <a:lnTo>
                      <a:pt x="69866" y="6000"/>
                    </a:lnTo>
                    <a:cubicBezTo>
                      <a:pt x="67199" y="10001"/>
                      <a:pt x="65103" y="12954"/>
                      <a:pt x="63579" y="14859"/>
                    </a:cubicBezTo>
                    <a:lnTo>
                      <a:pt x="120015" y="14859"/>
                    </a:lnTo>
                    <a:lnTo>
                      <a:pt x="120015" y="29575"/>
                    </a:lnTo>
                    <a:cubicBezTo>
                      <a:pt x="106108" y="45482"/>
                      <a:pt x="88487" y="59007"/>
                      <a:pt x="67151" y="70151"/>
                    </a:cubicBezTo>
                    <a:lnTo>
                      <a:pt x="117443" y="70151"/>
                    </a:lnTo>
                    <a:lnTo>
                      <a:pt x="117443" y="130587"/>
                    </a:lnTo>
                    <a:lnTo>
                      <a:pt x="102156" y="130587"/>
                    </a:lnTo>
                    <a:lnTo>
                      <a:pt x="102156" y="124587"/>
                    </a:lnTo>
                    <a:lnTo>
                      <a:pt x="44005" y="124587"/>
                    </a:lnTo>
                    <a:lnTo>
                      <a:pt x="44005" y="130587"/>
                    </a:lnTo>
                    <a:lnTo>
                      <a:pt x="28861" y="130587"/>
                    </a:lnTo>
                    <a:lnTo>
                      <a:pt x="28861" y="87011"/>
                    </a:lnTo>
                    <a:cubicBezTo>
                      <a:pt x="21336" y="89773"/>
                      <a:pt x="13716" y="92345"/>
                      <a:pt x="6001" y="94726"/>
                    </a:cubicBezTo>
                    <a:lnTo>
                      <a:pt x="0" y="80153"/>
                    </a:lnTo>
                    <a:lnTo>
                      <a:pt x="47430" y="55889"/>
                    </a:lnTo>
                    <a:lnTo>
                      <a:pt x="49720" y="57721"/>
                    </a:lnTo>
                    <a:lnTo>
                      <a:pt x="58412" y="50271"/>
                    </a:lnTo>
                    <a:lnTo>
                      <a:pt x="98869" y="29575"/>
                    </a:lnTo>
                    <a:lnTo>
                      <a:pt x="51006" y="29575"/>
                    </a:lnTo>
                    <a:lnTo>
                      <a:pt x="45720" y="34718"/>
                    </a:lnTo>
                    <a:cubicBezTo>
                      <a:pt x="52483" y="39862"/>
                      <a:pt x="57817" y="44100"/>
                      <a:pt x="61722" y="47434"/>
                    </a:cubicBezTo>
                    <a:lnTo>
                      <a:pt x="58412" y="50271"/>
                    </a:lnTo>
                    <a:lnTo>
                      <a:pt x="47430" y="55889"/>
                    </a:lnTo>
                    <a:lnTo>
                      <a:pt x="34004" y="45148"/>
                    </a:lnTo>
                    <a:cubicBezTo>
                      <a:pt x="28480" y="49625"/>
                      <a:pt x="22860" y="53768"/>
                      <a:pt x="17145" y="57578"/>
                    </a:cubicBezTo>
                    <a:lnTo>
                      <a:pt x="7429" y="44291"/>
                    </a:lnTo>
                    <a:cubicBezTo>
                      <a:pt x="16097" y="38957"/>
                      <a:pt x="24955" y="32075"/>
                      <a:pt x="34004" y="23645"/>
                    </a:cubicBezTo>
                    <a:cubicBezTo>
                      <a:pt x="43053" y="15216"/>
                      <a:pt x="50197" y="7334"/>
                      <a:pt x="55435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B64C5BE3-AF87-2DE3-CB16-AE518394D3E6}"/>
                  </a:ext>
                </a:extLst>
              </p:cNvPr>
              <p:cNvSpPr txBox="1"/>
              <p:nvPr/>
            </p:nvSpPr>
            <p:spPr>
              <a:xfrm>
                <a:off x="1477664" y="663504"/>
                <a:ext cx="122255" cy="121345"/>
              </a:xfrm>
              <a:custGeom>
                <a:avLst/>
                <a:gdLst/>
                <a:ahLst/>
                <a:cxnLst/>
                <a:rect l="l" t="t" r="r" b="b"/>
                <a:pathLst>
                  <a:path w="130271" h="129302">
                    <a:moveTo>
                      <a:pt x="60294" y="60294"/>
                    </a:moveTo>
                    <a:lnTo>
                      <a:pt x="73581" y="64294"/>
                    </a:lnTo>
                    <a:cubicBezTo>
                      <a:pt x="71200" y="72581"/>
                      <a:pt x="68057" y="81534"/>
                      <a:pt x="64151" y="91155"/>
                    </a:cubicBezTo>
                    <a:cubicBezTo>
                      <a:pt x="60246" y="100775"/>
                      <a:pt x="56245" y="109347"/>
                      <a:pt x="52150" y="116872"/>
                    </a:cubicBezTo>
                    <a:lnTo>
                      <a:pt x="38862" y="111014"/>
                    </a:lnTo>
                    <a:cubicBezTo>
                      <a:pt x="42863" y="103966"/>
                      <a:pt x="46887" y="95727"/>
                      <a:pt x="50935" y="86297"/>
                    </a:cubicBezTo>
                    <a:cubicBezTo>
                      <a:pt x="54983" y="76867"/>
                      <a:pt x="58103" y="68199"/>
                      <a:pt x="60294" y="60294"/>
                    </a:cubicBezTo>
                    <a:close/>
                    <a:moveTo>
                      <a:pt x="110443" y="60151"/>
                    </a:moveTo>
                    <a:cubicBezTo>
                      <a:pt x="113967" y="67294"/>
                      <a:pt x="117896" y="76010"/>
                      <a:pt x="122230" y="86297"/>
                    </a:cubicBezTo>
                    <a:lnTo>
                      <a:pt x="130271" y="106882"/>
                    </a:lnTo>
                    <a:lnTo>
                      <a:pt x="130271" y="109679"/>
                    </a:lnTo>
                    <a:lnTo>
                      <a:pt x="119015" y="116301"/>
                    </a:lnTo>
                    <a:cubicBezTo>
                      <a:pt x="116920" y="109252"/>
                      <a:pt x="113896" y="101084"/>
                      <a:pt x="109943" y="91797"/>
                    </a:cubicBezTo>
                    <a:cubicBezTo>
                      <a:pt x="105990" y="82511"/>
                      <a:pt x="102061" y="74010"/>
                      <a:pt x="98155" y="66294"/>
                    </a:cubicBezTo>
                    <a:close/>
                    <a:moveTo>
                      <a:pt x="80010" y="40720"/>
                    </a:moveTo>
                    <a:lnTo>
                      <a:pt x="94155" y="41291"/>
                    </a:lnTo>
                    <a:lnTo>
                      <a:pt x="94155" y="112729"/>
                    </a:lnTo>
                    <a:cubicBezTo>
                      <a:pt x="94155" y="116634"/>
                      <a:pt x="93631" y="119658"/>
                      <a:pt x="92583" y="121801"/>
                    </a:cubicBezTo>
                    <a:cubicBezTo>
                      <a:pt x="91536" y="123944"/>
                      <a:pt x="89893" y="125492"/>
                      <a:pt x="87654" y="126445"/>
                    </a:cubicBezTo>
                    <a:cubicBezTo>
                      <a:pt x="85416" y="127397"/>
                      <a:pt x="82296" y="128064"/>
                      <a:pt x="78296" y="128445"/>
                    </a:cubicBezTo>
                    <a:lnTo>
                      <a:pt x="69152" y="129302"/>
                    </a:lnTo>
                    <a:lnTo>
                      <a:pt x="64437" y="114443"/>
                    </a:lnTo>
                    <a:lnTo>
                      <a:pt x="72438" y="113586"/>
                    </a:lnTo>
                    <a:cubicBezTo>
                      <a:pt x="75581" y="113205"/>
                      <a:pt x="77629" y="112657"/>
                      <a:pt x="78582" y="111943"/>
                    </a:cubicBezTo>
                    <a:cubicBezTo>
                      <a:pt x="79534" y="111228"/>
                      <a:pt x="80010" y="109585"/>
                      <a:pt x="80010" y="107014"/>
                    </a:cubicBezTo>
                    <a:close/>
                    <a:moveTo>
                      <a:pt x="66580" y="0"/>
                    </a:moveTo>
                    <a:lnTo>
                      <a:pt x="81011" y="2429"/>
                    </a:lnTo>
                    <a:cubicBezTo>
                      <a:pt x="79677" y="7096"/>
                      <a:pt x="78248" y="11811"/>
                      <a:pt x="76724" y="16574"/>
                    </a:cubicBezTo>
                    <a:lnTo>
                      <a:pt x="126445" y="16574"/>
                    </a:lnTo>
                    <a:lnTo>
                      <a:pt x="126445" y="31719"/>
                    </a:lnTo>
                    <a:lnTo>
                      <a:pt x="115872" y="54007"/>
                    </a:lnTo>
                    <a:lnTo>
                      <a:pt x="102156" y="49006"/>
                    </a:lnTo>
                    <a:lnTo>
                      <a:pt x="110728" y="31719"/>
                    </a:lnTo>
                    <a:lnTo>
                      <a:pt x="71152" y="31719"/>
                    </a:lnTo>
                    <a:cubicBezTo>
                      <a:pt x="67628" y="40482"/>
                      <a:pt x="63865" y="48483"/>
                      <a:pt x="59865" y="55722"/>
                    </a:cubicBezTo>
                    <a:lnTo>
                      <a:pt x="48578" y="49721"/>
                    </a:lnTo>
                    <a:lnTo>
                      <a:pt x="48578" y="52007"/>
                    </a:lnTo>
                    <a:lnTo>
                      <a:pt x="35148" y="52007"/>
                    </a:lnTo>
                    <a:lnTo>
                      <a:pt x="35148" y="65580"/>
                    </a:lnTo>
                    <a:lnTo>
                      <a:pt x="38291" y="61722"/>
                    </a:lnTo>
                    <a:cubicBezTo>
                      <a:pt x="44673" y="67342"/>
                      <a:pt x="49435" y="71914"/>
                      <a:pt x="52578" y="75438"/>
                    </a:cubicBezTo>
                    <a:lnTo>
                      <a:pt x="44149" y="87011"/>
                    </a:lnTo>
                    <a:cubicBezTo>
                      <a:pt x="41958" y="83963"/>
                      <a:pt x="38958" y="80629"/>
                      <a:pt x="35148" y="77010"/>
                    </a:cubicBezTo>
                    <a:lnTo>
                      <a:pt x="35148" y="129016"/>
                    </a:lnTo>
                    <a:lnTo>
                      <a:pt x="21574" y="129016"/>
                    </a:lnTo>
                    <a:lnTo>
                      <a:pt x="21574" y="80439"/>
                    </a:lnTo>
                    <a:cubicBezTo>
                      <a:pt x="17669" y="89202"/>
                      <a:pt x="13621" y="97155"/>
                      <a:pt x="9430" y="104299"/>
                    </a:cubicBezTo>
                    <a:lnTo>
                      <a:pt x="0" y="93012"/>
                    </a:lnTo>
                    <a:cubicBezTo>
                      <a:pt x="3906" y="87011"/>
                      <a:pt x="7739" y="80391"/>
                      <a:pt x="11502" y="73152"/>
                    </a:cubicBezTo>
                    <a:cubicBezTo>
                      <a:pt x="15264" y="65913"/>
                      <a:pt x="18479" y="58865"/>
                      <a:pt x="21146" y="52007"/>
                    </a:cubicBezTo>
                    <a:lnTo>
                      <a:pt x="5287" y="52007"/>
                    </a:lnTo>
                    <a:lnTo>
                      <a:pt x="5287" y="37291"/>
                    </a:lnTo>
                    <a:lnTo>
                      <a:pt x="21574" y="37291"/>
                    </a:lnTo>
                    <a:lnTo>
                      <a:pt x="21574" y="22860"/>
                    </a:lnTo>
                    <a:cubicBezTo>
                      <a:pt x="15764" y="23813"/>
                      <a:pt x="10907" y="24480"/>
                      <a:pt x="7001" y="24861"/>
                    </a:cubicBezTo>
                    <a:lnTo>
                      <a:pt x="5715" y="10573"/>
                    </a:lnTo>
                    <a:cubicBezTo>
                      <a:pt x="12192" y="9811"/>
                      <a:pt x="19574" y="8692"/>
                      <a:pt x="27861" y="7215"/>
                    </a:cubicBezTo>
                    <a:cubicBezTo>
                      <a:pt x="36148" y="5739"/>
                      <a:pt x="43196" y="4287"/>
                      <a:pt x="49006" y="2858"/>
                    </a:cubicBezTo>
                    <a:lnTo>
                      <a:pt x="51007" y="17288"/>
                    </a:lnTo>
                    <a:cubicBezTo>
                      <a:pt x="47482" y="18241"/>
                      <a:pt x="42196" y="19384"/>
                      <a:pt x="35148" y="20717"/>
                    </a:cubicBezTo>
                    <a:lnTo>
                      <a:pt x="35148" y="37291"/>
                    </a:lnTo>
                    <a:lnTo>
                      <a:pt x="48578" y="37291"/>
                    </a:lnTo>
                    <a:lnTo>
                      <a:pt x="48578" y="46006"/>
                    </a:lnTo>
                    <a:cubicBezTo>
                      <a:pt x="52293" y="39529"/>
                      <a:pt x="55769" y="32123"/>
                      <a:pt x="59008" y="23789"/>
                    </a:cubicBezTo>
                    <a:cubicBezTo>
                      <a:pt x="62246" y="15455"/>
                      <a:pt x="64770" y="7525"/>
                      <a:pt x="66580" y="0"/>
                    </a:cubicBezTo>
                    <a:close/>
                  </a:path>
                </a:pathLst>
              </a:custGeom>
              <a:solidFill>
                <a:srgbClr val="4F6DD9"/>
              </a:solidFill>
              <a:ln w="4286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>
                <a:defPPr>
                  <a:defRPr lang="zh-CN"/>
                </a:defPPr>
                <a:lvl1pPr algn="ctr">
                  <a:defRPr>
                    <a:solidFill>
                      <a:schemeClr val="tx1"/>
                    </a:solidFill>
                  </a:defRPr>
                </a:lvl1pPr>
                <a:lvl2pPr>
                  <a:defRPr>
                    <a:solidFill>
                      <a:schemeClr val="tx1"/>
                    </a:solidFill>
                  </a:defRPr>
                </a:lvl2pPr>
                <a:lvl3pPr>
                  <a:defRPr>
                    <a:solidFill>
                      <a:schemeClr val="tx1"/>
                    </a:solidFill>
                  </a:defRPr>
                </a:lvl3pPr>
                <a:lvl4pPr>
                  <a:defRPr>
                    <a:solidFill>
                      <a:schemeClr val="tx1"/>
                    </a:solidFill>
                  </a:defRPr>
                </a:lvl4pPr>
                <a:lvl5pPr>
                  <a:defRPr>
                    <a:solidFill>
                      <a:schemeClr val="tx1"/>
                    </a:solidFill>
                  </a:defRPr>
                </a:lvl5pPr>
                <a:lvl6pPr>
                  <a:defRPr>
                    <a:solidFill>
                      <a:schemeClr val="tx1"/>
                    </a:solidFill>
                  </a:defRPr>
                </a:lvl6pPr>
                <a:lvl7pPr>
                  <a:defRPr>
                    <a:solidFill>
                      <a:schemeClr val="tx1"/>
                    </a:solidFill>
                  </a:defRPr>
                </a:lvl7pPr>
                <a:lvl8pPr>
                  <a:defRPr>
                    <a:solidFill>
                      <a:schemeClr val="tx1"/>
                    </a:solidFill>
                  </a:defRPr>
                </a:lvl8pPr>
                <a:lvl9pPr>
                  <a:defRPr>
                    <a:solidFill>
                      <a:schemeClr val="tx1"/>
                    </a:solidFill>
                  </a:defRPr>
                </a:lvl9pPr>
              </a:lstStyle>
              <a:p>
                <a:endParaRPr lang="zh-CN" altLang="en-US" dirty="0">
                  <a:sym typeface="+mn-lt"/>
                </a:endParaRPr>
              </a:p>
            </p:txBody>
          </p:sp>
        </p:grpSp>
      </p:grp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74D8EA4-F124-F92C-4C90-33688A836864}"/>
              </a:ext>
            </a:extLst>
          </p:cNvPr>
          <p:cNvSpPr txBox="1"/>
          <p:nvPr/>
        </p:nvSpPr>
        <p:spPr>
          <a:xfrm>
            <a:off x="4103688" y="3680654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AI Office致力于成为企业最可靠的智能办公伙伴。期待与贵方深入交流，共同规划数字化转型蓝图，实现效能与价值的双重飞跃。</a:t>
            </a:r>
          </a:p>
        </p:txBody>
      </p: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686C2E31-04CB-27AB-5B40-A606943768D4}"/>
              </a:ext>
            </a:extLst>
          </p:cNvPr>
          <p:cNvGrpSpPr/>
          <p:nvPr/>
        </p:nvGrpSpPr>
        <p:grpSpPr>
          <a:xfrm>
            <a:off x="3945189" y="5811450"/>
            <a:ext cx="4313944" cy="315056"/>
            <a:chOff x="1253246" y="4118390"/>
            <a:chExt cx="4313944" cy="315056"/>
          </a:xfrm>
        </p:grpSpPr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3062E9FB-F4E6-2627-D0A4-742E4DD28305}"/>
                </a:ext>
              </a:extLst>
            </p:cNvPr>
            <p:cNvSpPr txBox="1"/>
            <p:nvPr/>
          </p:nvSpPr>
          <p:spPr>
            <a:xfrm>
              <a:off x="1561022" y="4125669"/>
              <a:ext cx="2027128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汇报人：</a:t>
              </a:r>
              <a:r>
                <a:rPr lang="en-US" altLang="zh-CN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r>
                <a:rPr lang="zh-CN" altLang="en-US" sz="1400" dirty="0">
                  <a:solidFill>
                    <a:schemeClr val="bg1"/>
                  </a:solidFill>
                  <a:latin typeface="+mn-lt"/>
                  <a:ea typeface="+mn-ea"/>
                  <a:cs typeface="+mn-ea"/>
                  <a:sym typeface="+mn-lt"/>
                </a:rPr>
                <a:t>模板网</a:t>
              </a:r>
            </a:p>
          </p:txBody>
        </p:sp>
        <p:sp>
          <p:nvSpPr>
            <p:cNvPr id="145" name="iconfont-10019-4889788">
              <a:extLst>
                <a:ext uri="{FF2B5EF4-FFF2-40B4-BE49-F238E27FC236}">
                  <a16:creationId xmlns:a16="http://schemas.microsoft.com/office/drawing/2014/main" id="{250CA618-3B0F-AB20-0C9C-6D951F89CCA5}"/>
                </a:ext>
              </a:extLst>
            </p:cNvPr>
            <p:cNvSpPr/>
            <p:nvPr/>
          </p:nvSpPr>
          <p:spPr>
            <a:xfrm>
              <a:off x="1253246" y="4118392"/>
              <a:ext cx="307776" cy="307776"/>
            </a:xfrm>
            <a:custGeom>
              <a:avLst/>
              <a:gdLst>
                <a:gd name="T0" fmla="*/ 6383 w 12767"/>
                <a:gd name="T1" fmla="*/ 0 h 12767"/>
                <a:gd name="T2" fmla="*/ 0 w 12767"/>
                <a:gd name="T3" fmla="*/ 6383 h 12767"/>
                <a:gd name="T4" fmla="*/ 6383 w 12767"/>
                <a:gd name="T5" fmla="*/ 12767 h 12767"/>
                <a:gd name="T6" fmla="*/ 12767 w 12767"/>
                <a:gd name="T7" fmla="*/ 6383 h 12767"/>
                <a:gd name="T8" fmla="*/ 6383 w 12767"/>
                <a:gd name="T9" fmla="*/ 0 h 12767"/>
                <a:gd name="T10" fmla="*/ 6383 w 12767"/>
                <a:gd name="T11" fmla="*/ 870 h 12767"/>
                <a:gd name="T12" fmla="*/ 11897 w 12767"/>
                <a:gd name="T13" fmla="*/ 6383 h 12767"/>
                <a:gd name="T14" fmla="*/ 11032 w 12767"/>
                <a:gd name="T15" fmla="*/ 9349 h 12767"/>
                <a:gd name="T16" fmla="*/ 7524 w 12767"/>
                <a:gd name="T17" fmla="*/ 7451 h 12767"/>
                <a:gd name="T18" fmla="*/ 9004 w 12767"/>
                <a:gd name="T19" fmla="*/ 5101 h 12767"/>
                <a:gd name="T20" fmla="*/ 6393 w 12767"/>
                <a:gd name="T21" fmla="*/ 2489 h 12767"/>
                <a:gd name="T22" fmla="*/ 3781 w 12767"/>
                <a:gd name="T23" fmla="*/ 5101 h 12767"/>
                <a:gd name="T24" fmla="*/ 5261 w 12767"/>
                <a:gd name="T25" fmla="*/ 7451 h 12767"/>
                <a:gd name="T26" fmla="*/ 1743 w 12767"/>
                <a:gd name="T27" fmla="*/ 9361 h 12767"/>
                <a:gd name="T28" fmla="*/ 870 w 12767"/>
                <a:gd name="T29" fmla="*/ 6383 h 12767"/>
                <a:gd name="T30" fmla="*/ 6383 w 12767"/>
                <a:gd name="T31" fmla="*/ 870 h 1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767" h="12767">
                  <a:moveTo>
                    <a:pt x="6383" y="0"/>
                  </a:moveTo>
                  <a:cubicBezTo>
                    <a:pt x="2858" y="0"/>
                    <a:pt x="0" y="2858"/>
                    <a:pt x="0" y="6383"/>
                  </a:cubicBezTo>
                  <a:cubicBezTo>
                    <a:pt x="0" y="9909"/>
                    <a:pt x="2858" y="12767"/>
                    <a:pt x="6383" y="12767"/>
                  </a:cubicBezTo>
                  <a:cubicBezTo>
                    <a:pt x="9909" y="12767"/>
                    <a:pt x="12767" y="9909"/>
                    <a:pt x="12767" y="6383"/>
                  </a:cubicBezTo>
                  <a:cubicBezTo>
                    <a:pt x="12767" y="2858"/>
                    <a:pt x="9909" y="0"/>
                    <a:pt x="6383" y="0"/>
                  </a:cubicBezTo>
                  <a:close/>
                  <a:moveTo>
                    <a:pt x="6383" y="870"/>
                  </a:moveTo>
                  <a:cubicBezTo>
                    <a:pt x="9428" y="870"/>
                    <a:pt x="11897" y="3339"/>
                    <a:pt x="11897" y="6383"/>
                  </a:cubicBezTo>
                  <a:cubicBezTo>
                    <a:pt x="11897" y="7475"/>
                    <a:pt x="11579" y="8493"/>
                    <a:pt x="11032" y="9349"/>
                  </a:cubicBezTo>
                  <a:cubicBezTo>
                    <a:pt x="10114" y="8379"/>
                    <a:pt x="8895" y="7697"/>
                    <a:pt x="7524" y="7451"/>
                  </a:cubicBezTo>
                  <a:cubicBezTo>
                    <a:pt x="8399" y="7030"/>
                    <a:pt x="9004" y="6137"/>
                    <a:pt x="9004" y="5101"/>
                  </a:cubicBezTo>
                  <a:cubicBezTo>
                    <a:pt x="9004" y="3658"/>
                    <a:pt x="7835" y="2489"/>
                    <a:pt x="6393" y="2489"/>
                  </a:cubicBezTo>
                  <a:cubicBezTo>
                    <a:pt x="4950" y="2489"/>
                    <a:pt x="3781" y="3658"/>
                    <a:pt x="3781" y="5101"/>
                  </a:cubicBezTo>
                  <a:cubicBezTo>
                    <a:pt x="3781" y="6137"/>
                    <a:pt x="4386" y="7030"/>
                    <a:pt x="5261" y="7451"/>
                  </a:cubicBezTo>
                  <a:cubicBezTo>
                    <a:pt x="3885" y="7698"/>
                    <a:pt x="2662" y="8385"/>
                    <a:pt x="1743" y="9361"/>
                  </a:cubicBezTo>
                  <a:cubicBezTo>
                    <a:pt x="1190" y="8502"/>
                    <a:pt x="870" y="7480"/>
                    <a:pt x="870" y="6383"/>
                  </a:cubicBezTo>
                  <a:cubicBezTo>
                    <a:pt x="870" y="3339"/>
                    <a:pt x="3339" y="870"/>
                    <a:pt x="6383" y="870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  <p:sp>
          <p:nvSpPr>
            <p:cNvPr id="146" name="文本框 145">
              <a:extLst>
                <a:ext uri="{FF2B5EF4-FFF2-40B4-BE49-F238E27FC236}">
                  <a16:creationId xmlns:a16="http://schemas.microsoft.com/office/drawing/2014/main" id="{7788BBE6-9AAA-F0DD-6933-72C8E1424F58}"/>
                </a:ext>
              </a:extLst>
            </p:cNvPr>
            <p:cNvSpPr txBox="1"/>
            <p:nvPr/>
          </p:nvSpPr>
          <p:spPr>
            <a:xfrm>
              <a:off x="3898985" y="4118390"/>
              <a:ext cx="1668205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400" dirty="0"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latin typeface="+mn-lt"/>
                  <a:ea typeface="+mn-ea"/>
                  <a:cs typeface="+mn-ea"/>
                  <a:sym typeface="+mn-lt"/>
                </a:rPr>
                <a:t>2026.05.08</a:t>
              </a:r>
              <a:endParaRPr lang="zh-CN" altLang="en-US" sz="14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7" name="iconfont-11899-5651509">
              <a:extLst>
                <a:ext uri="{FF2B5EF4-FFF2-40B4-BE49-F238E27FC236}">
                  <a16:creationId xmlns:a16="http://schemas.microsoft.com/office/drawing/2014/main" id="{CEFD1ECD-717C-FC17-41CB-FBFE9247E31E}"/>
                </a:ext>
              </a:extLst>
            </p:cNvPr>
            <p:cNvSpPr/>
            <p:nvPr/>
          </p:nvSpPr>
          <p:spPr>
            <a:xfrm>
              <a:off x="3588150" y="4118394"/>
              <a:ext cx="307836" cy="307774"/>
            </a:xfrm>
            <a:custGeom>
              <a:avLst/>
              <a:gdLst>
                <a:gd name="T0" fmla="*/ 5872 w 10378"/>
                <a:gd name="T1" fmla="*/ 5277 h 10377"/>
                <a:gd name="T2" fmla="*/ 5872 w 10378"/>
                <a:gd name="T3" fmla="*/ 2783 h 10377"/>
                <a:gd name="T4" fmla="*/ 5223 w 10378"/>
                <a:gd name="T5" fmla="*/ 2135 h 10377"/>
                <a:gd name="T6" fmla="*/ 4574 w 10378"/>
                <a:gd name="T7" fmla="*/ 2783 h 10377"/>
                <a:gd name="T8" fmla="*/ 4574 w 10378"/>
                <a:gd name="T9" fmla="*/ 6026 h 10377"/>
                <a:gd name="T10" fmla="*/ 7383 w 10378"/>
                <a:gd name="T11" fmla="*/ 7647 h 10377"/>
                <a:gd name="T12" fmla="*/ 8267 w 10378"/>
                <a:gd name="T13" fmla="*/ 7403 h 10377"/>
                <a:gd name="T14" fmla="*/ 8031 w 10378"/>
                <a:gd name="T15" fmla="*/ 6523 h 10377"/>
                <a:gd name="T16" fmla="*/ 5872 w 10378"/>
                <a:gd name="T17" fmla="*/ 5277 h 10377"/>
                <a:gd name="T18" fmla="*/ 5189 w 10378"/>
                <a:gd name="T19" fmla="*/ 10377 h 10377"/>
                <a:gd name="T20" fmla="*/ 0 w 10378"/>
                <a:gd name="T21" fmla="*/ 5188 h 10377"/>
                <a:gd name="T22" fmla="*/ 5189 w 10378"/>
                <a:gd name="T23" fmla="*/ 0 h 10377"/>
                <a:gd name="T24" fmla="*/ 10378 w 10378"/>
                <a:gd name="T25" fmla="*/ 5188 h 10377"/>
                <a:gd name="T26" fmla="*/ 5189 w 10378"/>
                <a:gd name="T27" fmla="*/ 10377 h 10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378" h="10377">
                  <a:moveTo>
                    <a:pt x="5872" y="5277"/>
                  </a:moveTo>
                  <a:lnTo>
                    <a:pt x="5872" y="2783"/>
                  </a:lnTo>
                  <a:cubicBezTo>
                    <a:pt x="5872" y="2425"/>
                    <a:pt x="5582" y="2135"/>
                    <a:pt x="5223" y="2135"/>
                  </a:cubicBezTo>
                  <a:cubicBezTo>
                    <a:pt x="4864" y="2135"/>
                    <a:pt x="4574" y="2425"/>
                    <a:pt x="4574" y="2783"/>
                  </a:cubicBezTo>
                  <a:lnTo>
                    <a:pt x="4574" y="6026"/>
                  </a:lnTo>
                  <a:lnTo>
                    <a:pt x="7383" y="7647"/>
                  </a:lnTo>
                  <a:cubicBezTo>
                    <a:pt x="7694" y="7825"/>
                    <a:pt x="8091" y="7716"/>
                    <a:pt x="8267" y="7403"/>
                  </a:cubicBezTo>
                  <a:cubicBezTo>
                    <a:pt x="8442" y="7095"/>
                    <a:pt x="8337" y="6703"/>
                    <a:pt x="8031" y="6523"/>
                  </a:cubicBezTo>
                  <a:lnTo>
                    <a:pt x="5872" y="5277"/>
                  </a:lnTo>
                  <a:close/>
                  <a:moveTo>
                    <a:pt x="5189" y="10377"/>
                  </a:moveTo>
                  <a:cubicBezTo>
                    <a:pt x="2324" y="10377"/>
                    <a:pt x="0" y="8054"/>
                    <a:pt x="0" y="5188"/>
                  </a:cubicBezTo>
                  <a:cubicBezTo>
                    <a:pt x="0" y="2322"/>
                    <a:pt x="2324" y="0"/>
                    <a:pt x="5189" y="0"/>
                  </a:cubicBezTo>
                  <a:cubicBezTo>
                    <a:pt x="8054" y="0"/>
                    <a:pt x="10378" y="2322"/>
                    <a:pt x="10378" y="5188"/>
                  </a:cubicBezTo>
                  <a:cubicBezTo>
                    <a:pt x="10378" y="8054"/>
                    <a:pt x="8056" y="10377"/>
                    <a:pt x="5189" y="10377"/>
                  </a:cubicBezTo>
                  <a:close/>
                </a:path>
              </a:pathLst>
            </a:custGeom>
            <a:solidFill>
              <a:schemeClr val="bg1"/>
            </a:solidFill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  <a:sym typeface="+mn-lt"/>
              </a:endParaRPr>
            </a:p>
          </p:txBody>
        </p:sp>
      </p:grpSp>
      <p:sp>
        <p:nvSpPr>
          <p:cNvPr id="149" name="图形 948">
            <a:extLst>
              <a:ext uri="{FF2B5EF4-FFF2-40B4-BE49-F238E27FC236}">
                <a16:creationId xmlns:a16="http://schemas.microsoft.com/office/drawing/2014/main" id="{A5E56CB5-7FEC-2410-DF9E-2690C961489A}"/>
              </a:ext>
            </a:extLst>
          </p:cNvPr>
          <p:cNvSpPr/>
          <p:nvPr/>
        </p:nvSpPr>
        <p:spPr>
          <a:xfrm>
            <a:off x="10490406" y="4485419"/>
            <a:ext cx="787868" cy="1017310"/>
          </a:xfrm>
          <a:custGeom>
            <a:avLst/>
            <a:gdLst>
              <a:gd name="connsiteX0" fmla="*/ 46648 w 1023044"/>
              <a:gd name="connsiteY0" fmla="*/ 221191 h 1320973"/>
              <a:gd name="connsiteX1" fmla="*/ 47274 w 1023044"/>
              <a:gd name="connsiteY1" fmla="*/ 221390 h 1320973"/>
              <a:gd name="connsiteX2" fmla="*/ 48488 w 1023044"/>
              <a:gd name="connsiteY2" fmla="*/ 223333 h 1320973"/>
              <a:gd name="connsiteX3" fmla="*/ 47953 w 1023044"/>
              <a:gd name="connsiteY3" fmla="*/ 224017 h 1320973"/>
              <a:gd name="connsiteX4" fmla="*/ 47274 w 1023044"/>
              <a:gd name="connsiteY4" fmla="*/ 223818 h 1320973"/>
              <a:gd name="connsiteX5" fmla="*/ 46059 w 1023044"/>
              <a:gd name="connsiteY5" fmla="*/ 221875 h 1320973"/>
              <a:gd name="connsiteX6" fmla="*/ 46648 w 1023044"/>
              <a:gd name="connsiteY6" fmla="*/ 221191 h 1320973"/>
              <a:gd name="connsiteX7" fmla="*/ 48609 w 1023044"/>
              <a:gd name="connsiteY7" fmla="*/ 225670 h 1320973"/>
              <a:gd name="connsiteX8" fmla="*/ 51402 w 1023044"/>
              <a:gd name="connsiteY8" fmla="*/ 229890 h 1320973"/>
              <a:gd name="connsiteX9" fmla="*/ 53467 w 1023044"/>
              <a:gd name="connsiteY9" fmla="*/ 233533 h 1320973"/>
              <a:gd name="connsiteX10" fmla="*/ 51038 w 1023044"/>
              <a:gd name="connsiteY10" fmla="*/ 230618 h 1320973"/>
              <a:gd name="connsiteX11" fmla="*/ 48488 w 1023044"/>
              <a:gd name="connsiteY11" fmla="*/ 226490 h 1320973"/>
              <a:gd name="connsiteX12" fmla="*/ 48609 w 1023044"/>
              <a:gd name="connsiteY12" fmla="*/ 225670 h 1320973"/>
              <a:gd name="connsiteX13" fmla="*/ 56165 w 1023044"/>
              <a:gd name="connsiteY13" fmla="*/ 237808 h 1320973"/>
              <a:gd name="connsiteX14" fmla="*/ 57474 w 1023044"/>
              <a:gd name="connsiteY14" fmla="*/ 239726 h 1320973"/>
              <a:gd name="connsiteX15" fmla="*/ 57390 w 1023044"/>
              <a:gd name="connsiteY15" fmla="*/ 240940 h 1320973"/>
              <a:gd name="connsiteX16" fmla="*/ 56988 w 1023044"/>
              <a:gd name="connsiteY16" fmla="*/ 240819 h 1320973"/>
              <a:gd name="connsiteX17" fmla="*/ 55774 w 1023044"/>
              <a:gd name="connsiteY17" fmla="*/ 238876 h 1320973"/>
              <a:gd name="connsiteX18" fmla="*/ 56165 w 1023044"/>
              <a:gd name="connsiteY18" fmla="*/ 237808 h 1320973"/>
              <a:gd name="connsiteX19" fmla="*/ 58593 w 1023044"/>
              <a:gd name="connsiteY19" fmla="*/ 242666 h 1320973"/>
              <a:gd name="connsiteX20" fmla="*/ 59903 w 1023044"/>
              <a:gd name="connsiteY20" fmla="*/ 244584 h 1320973"/>
              <a:gd name="connsiteX21" fmla="*/ 59818 w 1023044"/>
              <a:gd name="connsiteY21" fmla="*/ 245797 h 1320973"/>
              <a:gd name="connsiteX22" fmla="*/ 59417 w 1023044"/>
              <a:gd name="connsiteY22" fmla="*/ 245676 h 1320973"/>
              <a:gd name="connsiteX23" fmla="*/ 58203 w 1023044"/>
              <a:gd name="connsiteY23" fmla="*/ 243734 h 1320973"/>
              <a:gd name="connsiteX24" fmla="*/ 58593 w 1023044"/>
              <a:gd name="connsiteY24" fmla="*/ 242666 h 1320973"/>
              <a:gd name="connsiteX25" fmla="*/ 61134 w 1023044"/>
              <a:gd name="connsiteY25" fmla="*/ 247711 h 1320973"/>
              <a:gd name="connsiteX26" fmla="*/ 61360 w 1023044"/>
              <a:gd name="connsiteY26" fmla="*/ 247862 h 1320973"/>
              <a:gd name="connsiteX27" fmla="*/ 61481 w 1023044"/>
              <a:gd name="connsiteY27" fmla="*/ 250170 h 1320973"/>
              <a:gd name="connsiteX28" fmla="*/ 61083 w 1023044"/>
              <a:gd name="connsiteY28" fmla="*/ 250718 h 1320973"/>
              <a:gd name="connsiteX29" fmla="*/ 60753 w 1023044"/>
              <a:gd name="connsiteY29" fmla="*/ 249441 h 1320973"/>
              <a:gd name="connsiteX30" fmla="*/ 61134 w 1023044"/>
              <a:gd name="connsiteY30" fmla="*/ 247711 h 1320973"/>
              <a:gd name="connsiteX31" fmla="*/ 888995 w 1023044"/>
              <a:gd name="connsiteY31" fmla="*/ 1163125 h 1320973"/>
              <a:gd name="connsiteX32" fmla="*/ 893911 w 1023044"/>
              <a:gd name="connsiteY32" fmla="*/ 1165538 h 1320973"/>
              <a:gd name="connsiteX33" fmla="*/ 895732 w 1023044"/>
              <a:gd name="connsiteY33" fmla="*/ 1168817 h 1320973"/>
              <a:gd name="connsiteX34" fmla="*/ 895267 w 1023044"/>
              <a:gd name="connsiteY34" fmla="*/ 1169016 h 1320973"/>
              <a:gd name="connsiteX35" fmla="*/ 894882 w 1023044"/>
              <a:gd name="connsiteY35" fmla="*/ 1168331 h 1320973"/>
              <a:gd name="connsiteX36" fmla="*/ 891239 w 1023044"/>
              <a:gd name="connsiteY36" fmla="*/ 1166266 h 1320973"/>
              <a:gd name="connsiteX37" fmla="*/ 887596 w 1023044"/>
              <a:gd name="connsiteY37" fmla="*/ 1164324 h 1320973"/>
              <a:gd name="connsiteX38" fmla="*/ 888995 w 1023044"/>
              <a:gd name="connsiteY38" fmla="*/ 1163125 h 1320973"/>
              <a:gd name="connsiteX39" fmla="*/ 914311 w 1023044"/>
              <a:gd name="connsiteY39" fmla="*/ 1206218 h 1320973"/>
              <a:gd name="connsiteX40" fmla="*/ 916619 w 1023044"/>
              <a:gd name="connsiteY40" fmla="*/ 1211076 h 1320973"/>
              <a:gd name="connsiteX41" fmla="*/ 919776 w 1023044"/>
              <a:gd name="connsiteY41" fmla="*/ 1219211 h 1320973"/>
              <a:gd name="connsiteX42" fmla="*/ 919412 w 1023044"/>
              <a:gd name="connsiteY42" fmla="*/ 1222612 h 1320973"/>
              <a:gd name="connsiteX43" fmla="*/ 914919 w 1023044"/>
              <a:gd name="connsiteY43" fmla="*/ 1211076 h 1320973"/>
              <a:gd name="connsiteX44" fmla="*/ 914311 w 1023044"/>
              <a:gd name="connsiteY44" fmla="*/ 1206218 h 1320973"/>
              <a:gd name="connsiteX45" fmla="*/ 320390 w 1023044"/>
              <a:gd name="connsiteY45" fmla="*/ 0 h 1320973"/>
              <a:gd name="connsiteX46" fmla="*/ 307142 w 1023044"/>
              <a:gd name="connsiteY46" fmla="*/ 1109 h 1320973"/>
              <a:gd name="connsiteX47" fmla="*/ 262576 w 1023044"/>
              <a:gd name="connsiteY47" fmla="*/ 18959 h 1320973"/>
              <a:gd name="connsiteX48" fmla="*/ 241932 w 1023044"/>
              <a:gd name="connsiteY48" fmla="*/ 38996 h 1320973"/>
              <a:gd name="connsiteX49" fmla="*/ 235739 w 1023044"/>
              <a:gd name="connsiteY49" fmla="*/ 55754 h 1320973"/>
              <a:gd name="connsiteX50" fmla="*/ 237803 w 1023044"/>
              <a:gd name="connsiteY50" fmla="*/ 66197 h 1320973"/>
              <a:gd name="connsiteX51" fmla="*/ 239504 w 1023044"/>
              <a:gd name="connsiteY51" fmla="*/ 75790 h 1320973"/>
              <a:gd name="connsiteX52" fmla="*/ 238896 w 1023044"/>
              <a:gd name="connsiteY52" fmla="*/ 96070 h 1320973"/>
              <a:gd name="connsiteX53" fmla="*/ 246668 w 1023044"/>
              <a:gd name="connsiteY53" fmla="*/ 122664 h 1320973"/>
              <a:gd name="connsiteX54" fmla="*/ 245939 w 1023044"/>
              <a:gd name="connsiteY54" fmla="*/ 130557 h 1320973"/>
              <a:gd name="connsiteX55" fmla="*/ 249825 w 1023044"/>
              <a:gd name="connsiteY55" fmla="*/ 150472 h 1320973"/>
              <a:gd name="connsiteX56" fmla="*/ 253711 w 1023044"/>
              <a:gd name="connsiteY56" fmla="*/ 154601 h 1320973"/>
              <a:gd name="connsiteX57" fmla="*/ 257840 w 1023044"/>
              <a:gd name="connsiteY57" fmla="*/ 158851 h 1320973"/>
              <a:gd name="connsiteX58" fmla="*/ 261605 w 1023044"/>
              <a:gd name="connsiteY58" fmla="*/ 164559 h 1320973"/>
              <a:gd name="connsiteX59" fmla="*/ 263547 w 1023044"/>
              <a:gd name="connsiteY59" fmla="*/ 174273 h 1320973"/>
              <a:gd name="connsiteX60" fmla="*/ 264640 w 1023044"/>
              <a:gd name="connsiteY60" fmla="*/ 185202 h 1320973"/>
              <a:gd name="connsiteX61" fmla="*/ 279351 w 1023044"/>
              <a:gd name="connsiteY61" fmla="*/ 202344 h 1320973"/>
              <a:gd name="connsiteX62" fmla="*/ 292449 w 1023044"/>
              <a:gd name="connsiteY62" fmla="*/ 199653 h 1320973"/>
              <a:gd name="connsiteX63" fmla="*/ 312797 w 1023044"/>
              <a:gd name="connsiteY63" fmla="*/ 195804 h 1320973"/>
              <a:gd name="connsiteX64" fmla="*/ 318921 w 1023044"/>
              <a:gd name="connsiteY64" fmla="*/ 196617 h 1320973"/>
              <a:gd name="connsiteX65" fmla="*/ 333736 w 1023044"/>
              <a:gd name="connsiteY65" fmla="*/ 222968 h 1320973"/>
              <a:gd name="connsiteX66" fmla="*/ 331065 w 1023044"/>
              <a:gd name="connsiteY66" fmla="*/ 232440 h 1320973"/>
              <a:gd name="connsiteX67" fmla="*/ 321836 w 1023044"/>
              <a:gd name="connsiteY67" fmla="*/ 238390 h 1320973"/>
              <a:gd name="connsiteX68" fmla="*/ 290749 w 1023044"/>
              <a:gd name="connsiteY68" fmla="*/ 262677 h 1320973"/>
              <a:gd name="connsiteX69" fmla="*/ 262819 w 1023044"/>
              <a:gd name="connsiteY69" fmla="*/ 317565 h 1320973"/>
              <a:gd name="connsiteX70" fmla="*/ 258933 w 1023044"/>
              <a:gd name="connsiteY70" fmla="*/ 332987 h 1320973"/>
              <a:gd name="connsiteX71" fmla="*/ 253225 w 1023044"/>
              <a:gd name="connsiteY71" fmla="*/ 340395 h 1320973"/>
              <a:gd name="connsiteX72" fmla="*/ 243389 w 1023044"/>
              <a:gd name="connsiteY72" fmla="*/ 356545 h 1320973"/>
              <a:gd name="connsiteX73" fmla="*/ 240475 w 1023044"/>
              <a:gd name="connsiteY73" fmla="*/ 366503 h 1320973"/>
              <a:gd name="connsiteX74" fmla="*/ 236710 w 1023044"/>
              <a:gd name="connsiteY74" fmla="*/ 373182 h 1320973"/>
              <a:gd name="connsiteX75" fmla="*/ 230639 w 1023044"/>
              <a:gd name="connsiteY75" fmla="*/ 384111 h 1320973"/>
              <a:gd name="connsiteX76" fmla="*/ 224203 w 1023044"/>
              <a:gd name="connsiteY76" fmla="*/ 394797 h 1320973"/>
              <a:gd name="connsiteX77" fmla="*/ 223469 w 1023044"/>
              <a:gd name="connsiteY77" fmla="*/ 395027 h 1320973"/>
              <a:gd name="connsiteX78" fmla="*/ 210602 w 1023044"/>
              <a:gd name="connsiteY78" fmla="*/ 390669 h 1320973"/>
              <a:gd name="connsiteX79" fmla="*/ 201495 w 1023044"/>
              <a:gd name="connsiteY79" fmla="*/ 387390 h 1320973"/>
              <a:gd name="connsiteX80" fmla="*/ 185708 w 1023044"/>
              <a:gd name="connsiteY80" fmla="*/ 381682 h 1320973"/>
              <a:gd name="connsiteX81" fmla="*/ 172351 w 1023044"/>
              <a:gd name="connsiteY81" fmla="*/ 376582 h 1320973"/>
              <a:gd name="connsiteX82" fmla="*/ 161422 w 1023044"/>
              <a:gd name="connsiteY82" fmla="*/ 370389 h 1320973"/>
              <a:gd name="connsiteX83" fmla="*/ 114062 w 1023044"/>
              <a:gd name="connsiteY83" fmla="*/ 319630 h 1320973"/>
              <a:gd name="connsiteX84" fmla="*/ 117220 w 1023044"/>
              <a:gd name="connsiteY84" fmla="*/ 303236 h 1320973"/>
              <a:gd name="connsiteX85" fmla="*/ 119527 w 1023044"/>
              <a:gd name="connsiteY85" fmla="*/ 280771 h 1320973"/>
              <a:gd name="connsiteX86" fmla="*/ 125720 w 1023044"/>
              <a:gd name="connsiteY86" fmla="*/ 258063 h 1320973"/>
              <a:gd name="connsiteX87" fmla="*/ 128634 w 1023044"/>
              <a:gd name="connsiteY87" fmla="*/ 252841 h 1320973"/>
              <a:gd name="connsiteX88" fmla="*/ 120134 w 1023044"/>
              <a:gd name="connsiteY88" fmla="*/ 246283 h 1320973"/>
              <a:gd name="connsiteX89" fmla="*/ 104712 w 1023044"/>
              <a:gd name="connsiteY89" fmla="*/ 252112 h 1320973"/>
              <a:gd name="connsiteX90" fmla="*/ 98519 w 1023044"/>
              <a:gd name="connsiteY90" fmla="*/ 265227 h 1320973"/>
              <a:gd name="connsiteX91" fmla="*/ 97669 w 1023044"/>
              <a:gd name="connsiteY91" fmla="*/ 270935 h 1320973"/>
              <a:gd name="connsiteX92" fmla="*/ 92811 w 1023044"/>
              <a:gd name="connsiteY92" fmla="*/ 266199 h 1320973"/>
              <a:gd name="connsiteX93" fmla="*/ 78239 w 1023044"/>
              <a:gd name="connsiteY93" fmla="*/ 240212 h 1320973"/>
              <a:gd name="connsiteX94" fmla="*/ 63667 w 1023044"/>
              <a:gd name="connsiteY94" fmla="*/ 214346 h 1320973"/>
              <a:gd name="connsiteX95" fmla="*/ 55896 w 1023044"/>
              <a:gd name="connsiteY95" fmla="*/ 208153 h 1320973"/>
              <a:gd name="connsiteX96" fmla="*/ 52975 w 1023044"/>
              <a:gd name="connsiteY96" fmla="*/ 207559 h 1320973"/>
              <a:gd name="connsiteX97" fmla="*/ 48974 w 1023044"/>
              <a:gd name="connsiteY97" fmla="*/ 210339 h 1320973"/>
              <a:gd name="connsiteX98" fmla="*/ 46059 w 1023044"/>
              <a:gd name="connsiteY98" fmla="*/ 216775 h 1320973"/>
              <a:gd name="connsiteX99" fmla="*/ 45659 w 1023044"/>
              <a:gd name="connsiteY99" fmla="*/ 218904 h 1320973"/>
              <a:gd name="connsiteX100" fmla="*/ 41688 w 1023044"/>
              <a:gd name="connsiteY100" fmla="*/ 214832 h 1320973"/>
              <a:gd name="connsiteX101" fmla="*/ 34202 w 1023044"/>
              <a:gd name="connsiteY101" fmla="*/ 210000 h 1320973"/>
              <a:gd name="connsiteX102" fmla="*/ 32216 w 1023044"/>
              <a:gd name="connsiteY102" fmla="*/ 210096 h 1320973"/>
              <a:gd name="connsiteX103" fmla="*/ 26144 w 1023044"/>
              <a:gd name="connsiteY103" fmla="*/ 214711 h 1320973"/>
              <a:gd name="connsiteX104" fmla="*/ 31973 w 1023044"/>
              <a:gd name="connsiteY104" fmla="*/ 232197 h 1320973"/>
              <a:gd name="connsiteX105" fmla="*/ 38409 w 1023044"/>
              <a:gd name="connsiteY105" fmla="*/ 245919 h 1320973"/>
              <a:gd name="connsiteX106" fmla="*/ 38372 w 1023044"/>
              <a:gd name="connsiteY106" fmla="*/ 245930 h 1320973"/>
              <a:gd name="connsiteX107" fmla="*/ 32702 w 1023044"/>
              <a:gd name="connsiteY107" fmla="*/ 236933 h 1320973"/>
              <a:gd name="connsiteX108" fmla="*/ 20445 w 1023044"/>
              <a:gd name="connsiteY108" fmla="*/ 223211 h 1320973"/>
              <a:gd name="connsiteX109" fmla="*/ 20431 w 1023044"/>
              <a:gd name="connsiteY109" fmla="*/ 223211 h 1320973"/>
              <a:gd name="connsiteX110" fmla="*/ 25537 w 1023044"/>
              <a:gd name="connsiteY110" fmla="*/ 255148 h 1320973"/>
              <a:gd name="connsiteX111" fmla="*/ 29059 w 1023044"/>
              <a:gd name="connsiteY111" fmla="*/ 260977 h 1320973"/>
              <a:gd name="connsiteX112" fmla="*/ 32702 w 1023044"/>
              <a:gd name="connsiteY112" fmla="*/ 267292 h 1320973"/>
              <a:gd name="connsiteX113" fmla="*/ 37195 w 1023044"/>
              <a:gd name="connsiteY113" fmla="*/ 281256 h 1320973"/>
              <a:gd name="connsiteX114" fmla="*/ 35154 w 1023044"/>
              <a:gd name="connsiteY114" fmla="*/ 282047 h 1320973"/>
              <a:gd name="connsiteX115" fmla="*/ 18494 w 1023044"/>
              <a:gd name="connsiteY115" fmla="*/ 270327 h 1320973"/>
              <a:gd name="connsiteX116" fmla="*/ 6747 w 1023044"/>
              <a:gd name="connsiteY116" fmla="*/ 262252 h 1320973"/>
              <a:gd name="connsiteX117" fmla="*/ 5743 w 1023044"/>
              <a:gd name="connsiteY117" fmla="*/ 262313 h 1320973"/>
              <a:gd name="connsiteX118" fmla="*/ 400 w 1023044"/>
              <a:gd name="connsiteY118" fmla="*/ 272270 h 1320973"/>
              <a:gd name="connsiteX119" fmla="*/ 25051 w 1023044"/>
              <a:gd name="connsiteY119" fmla="*/ 294857 h 1320973"/>
              <a:gd name="connsiteX120" fmla="*/ 35859 w 1023044"/>
              <a:gd name="connsiteY120" fmla="*/ 303236 h 1320973"/>
              <a:gd name="connsiteX121" fmla="*/ 39988 w 1023044"/>
              <a:gd name="connsiteY121" fmla="*/ 309429 h 1320973"/>
              <a:gd name="connsiteX122" fmla="*/ 47881 w 1023044"/>
              <a:gd name="connsiteY122" fmla="*/ 320358 h 1320973"/>
              <a:gd name="connsiteX123" fmla="*/ 49702 w 1023044"/>
              <a:gd name="connsiteY123" fmla="*/ 323030 h 1320973"/>
              <a:gd name="connsiteX124" fmla="*/ 52131 w 1023044"/>
              <a:gd name="connsiteY124" fmla="*/ 326552 h 1320973"/>
              <a:gd name="connsiteX125" fmla="*/ 54924 w 1023044"/>
              <a:gd name="connsiteY125" fmla="*/ 330680 h 1320973"/>
              <a:gd name="connsiteX126" fmla="*/ 62977 w 1023044"/>
              <a:gd name="connsiteY126" fmla="*/ 339540 h 1320973"/>
              <a:gd name="connsiteX127" fmla="*/ 63060 w 1023044"/>
              <a:gd name="connsiteY127" fmla="*/ 339423 h 1320973"/>
              <a:gd name="connsiteX128" fmla="*/ 63083 w 1023044"/>
              <a:gd name="connsiteY128" fmla="*/ 339399 h 1320973"/>
              <a:gd name="connsiteX129" fmla="*/ 82854 w 1023044"/>
              <a:gd name="connsiteY129" fmla="*/ 359824 h 1320973"/>
              <a:gd name="connsiteX130" fmla="*/ 102648 w 1023044"/>
              <a:gd name="connsiteY130" fmla="*/ 389211 h 1320973"/>
              <a:gd name="connsiteX131" fmla="*/ 115884 w 1023044"/>
              <a:gd name="connsiteY131" fmla="*/ 406576 h 1320973"/>
              <a:gd name="connsiteX132" fmla="*/ 127663 w 1023044"/>
              <a:gd name="connsiteY132" fmla="*/ 420905 h 1320973"/>
              <a:gd name="connsiteX133" fmla="*/ 139685 w 1023044"/>
              <a:gd name="connsiteY133" fmla="*/ 434142 h 1320973"/>
              <a:gd name="connsiteX134" fmla="*/ 148706 w 1023044"/>
              <a:gd name="connsiteY134" fmla="*/ 444334 h 1320973"/>
              <a:gd name="connsiteX135" fmla="*/ 148722 w 1023044"/>
              <a:gd name="connsiteY135" fmla="*/ 444334 h 1320973"/>
              <a:gd name="connsiteX136" fmla="*/ 163840 w 1023044"/>
              <a:gd name="connsiteY136" fmla="*/ 459769 h 1320973"/>
              <a:gd name="connsiteX137" fmla="*/ 163856 w 1023044"/>
              <a:gd name="connsiteY137" fmla="*/ 459769 h 1320973"/>
              <a:gd name="connsiteX138" fmla="*/ 177815 w 1023044"/>
              <a:gd name="connsiteY138" fmla="*/ 472151 h 1320973"/>
              <a:gd name="connsiteX139" fmla="*/ 197002 w 1023044"/>
              <a:gd name="connsiteY139" fmla="*/ 487208 h 1320973"/>
              <a:gd name="connsiteX140" fmla="*/ 207566 w 1023044"/>
              <a:gd name="connsiteY140" fmla="*/ 495101 h 1320973"/>
              <a:gd name="connsiteX141" fmla="*/ 212302 w 1023044"/>
              <a:gd name="connsiteY141" fmla="*/ 498623 h 1320973"/>
              <a:gd name="connsiteX142" fmla="*/ 220449 w 1023044"/>
              <a:gd name="connsiteY142" fmla="*/ 501205 h 1320973"/>
              <a:gd name="connsiteX143" fmla="*/ 241568 w 1023044"/>
              <a:gd name="connsiteY143" fmla="*/ 488908 h 1320973"/>
              <a:gd name="connsiteX144" fmla="*/ 253347 w 1023044"/>
              <a:gd name="connsiteY144" fmla="*/ 479315 h 1320973"/>
              <a:gd name="connsiteX145" fmla="*/ 260754 w 1023044"/>
              <a:gd name="connsiteY145" fmla="*/ 471301 h 1320973"/>
              <a:gd name="connsiteX146" fmla="*/ 280305 w 1023044"/>
              <a:gd name="connsiteY146" fmla="*/ 451385 h 1320973"/>
              <a:gd name="connsiteX147" fmla="*/ 309328 w 1023044"/>
              <a:gd name="connsiteY147" fmla="*/ 422120 h 1320973"/>
              <a:gd name="connsiteX148" fmla="*/ 324143 w 1023044"/>
              <a:gd name="connsiteY148" fmla="*/ 407184 h 1320973"/>
              <a:gd name="connsiteX149" fmla="*/ 337015 w 1023044"/>
              <a:gd name="connsiteY149" fmla="*/ 391397 h 1320973"/>
              <a:gd name="connsiteX150" fmla="*/ 338413 w 1023044"/>
              <a:gd name="connsiteY150" fmla="*/ 389728 h 1320973"/>
              <a:gd name="connsiteX151" fmla="*/ 340901 w 1023044"/>
              <a:gd name="connsiteY151" fmla="*/ 393218 h 1320973"/>
              <a:gd name="connsiteX152" fmla="*/ 348065 w 1023044"/>
              <a:gd name="connsiteY152" fmla="*/ 404269 h 1320973"/>
              <a:gd name="connsiteX153" fmla="*/ 359966 w 1023044"/>
              <a:gd name="connsiteY153" fmla="*/ 425155 h 1320973"/>
              <a:gd name="connsiteX154" fmla="*/ 367495 w 1023044"/>
              <a:gd name="connsiteY154" fmla="*/ 439242 h 1320973"/>
              <a:gd name="connsiteX155" fmla="*/ 372717 w 1023044"/>
              <a:gd name="connsiteY155" fmla="*/ 449321 h 1320973"/>
              <a:gd name="connsiteX156" fmla="*/ 377331 w 1023044"/>
              <a:gd name="connsiteY156" fmla="*/ 460129 h 1320973"/>
              <a:gd name="connsiteX157" fmla="*/ 384010 w 1023044"/>
              <a:gd name="connsiteY157" fmla="*/ 473972 h 1320973"/>
              <a:gd name="connsiteX158" fmla="*/ 389110 w 1023044"/>
              <a:gd name="connsiteY158" fmla="*/ 483687 h 1320973"/>
              <a:gd name="connsiteX159" fmla="*/ 395910 w 1023044"/>
              <a:gd name="connsiteY159" fmla="*/ 495830 h 1320973"/>
              <a:gd name="connsiteX160" fmla="*/ 403682 w 1023044"/>
              <a:gd name="connsiteY160" fmla="*/ 508581 h 1320973"/>
              <a:gd name="connsiteX161" fmla="*/ 414004 w 1023044"/>
              <a:gd name="connsiteY161" fmla="*/ 543918 h 1320973"/>
              <a:gd name="connsiteX162" fmla="*/ 412790 w 1023044"/>
              <a:gd name="connsiteY162" fmla="*/ 569419 h 1320973"/>
              <a:gd name="connsiteX163" fmla="*/ 398217 w 1023044"/>
              <a:gd name="connsiteY163" fmla="*/ 573912 h 1320973"/>
              <a:gd name="connsiteX164" fmla="*/ 378788 w 1023044"/>
              <a:gd name="connsiteY164" fmla="*/ 578527 h 1320973"/>
              <a:gd name="connsiteX165" fmla="*/ 334465 w 1023044"/>
              <a:gd name="connsiteY165" fmla="*/ 592249 h 1320973"/>
              <a:gd name="connsiteX166" fmla="*/ 320500 w 1023044"/>
              <a:gd name="connsiteY166" fmla="*/ 597470 h 1320973"/>
              <a:gd name="connsiteX167" fmla="*/ 315476 w 1023044"/>
              <a:gd name="connsiteY167" fmla="*/ 600228 h 1320973"/>
              <a:gd name="connsiteX168" fmla="*/ 315458 w 1023044"/>
              <a:gd name="connsiteY168" fmla="*/ 600228 h 1320973"/>
              <a:gd name="connsiteX169" fmla="*/ 216498 w 1023044"/>
              <a:gd name="connsiteY169" fmla="*/ 646299 h 1320973"/>
              <a:gd name="connsiteX170" fmla="*/ 186137 w 1023044"/>
              <a:gd name="connsiteY170" fmla="*/ 697446 h 1320973"/>
              <a:gd name="connsiteX171" fmla="*/ 206317 w 1023044"/>
              <a:gd name="connsiteY171" fmla="*/ 753630 h 1320973"/>
              <a:gd name="connsiteX172" fmla="*/ 324789 w 1023044"/>
              <a:gd name="connsiteY172" fmla="*/ 915369 h 1320973"/>
              <a:gd name="connsiteX173" fmla="*/ 349956 w 1023044"/>
              <a:gd name="connsiteY173" fmla="*/ 967165 h 1320973"/>
              <a:gd name="connsiteX174" fmla="*/ 349938 w 1023044"/>
              <a:gd name="connsiteY174" fmla="*/ 967165 h 1320973"/>
              <a:gd name="connsiteX175" fmla="*/ 349005 w 1023044"/>
              <a:gd name="connsiteY175" fmla="*/ 967893 h 1320973"/>
              <a:gd name="connsiteX176" fmla="*/ 346608 w 1023044"/>
              <a:gd name="connsiteY176" fmla="*/ 963957 h 1320973"/>
              <a:gd name="connsiteX177" fmla="*/ 329000 w 1023044"/>
              <a:gd name="connsiteY177" fmla="*/ 945742 h 1320973"/>
              <a:gd name="connsiteX178" fmla="*/ 327786 w 1023044"/>
              <a:gd name="connsiteY178" fmla="*/ 944528 h 1320973"/>
              <a:gd name="connsiteX179" fmla="*/ 324750 w 1023044"/>
              <a:gd name="connsiteY179" fmla="*/ 943314 h 1320973"/>
              <a:gd name="connsiteX180" fmla="*/ 321714 w 1023044"/>
              <a:gd name="connsiteY180" fmla="*/ 946107 h 1320973"/>
              <a:gd name="connsiteX181" fmla="*/ 327300 w 1023044"/>
              <a:gd name="connsiteY181" fmla="*/ 953029 h 1320973"/>
              <a:gd name="connsiteX182" fmla="*/ 332643 w 1023044"/>
              <a:gd name="connsiteY182" fmla="*/ 959222 h 1320973"/>
              <a:gd name="connsiteX183" fmla="*/ 334222 w 1023044"/>
              <a:gd name="connsiteY183" fmla="*/ 961772 h 1320973"/>
              <a:gd name="connsiteX184" fmla="*/ 343937 w 1023044"/>
              <a:gd name="connsiteY184" fmla="*/ 979744 h 1320973"/>
              <a:gd name="connsiteX185" fmla="*/ 337136 w 1023044"/>
              <a:gd name="connsiteY185" fmla="*/ 991645 h 1320973"/>
              <a:gd name="connsiteX186" fmla="*/ 334465 w 1023044"/>
              <a:gd name="connsiteY186" fmla="*/ 993223 h 1320973"/>
              <a:gd name="connsiteX187" fmla="*/ 330943 w 1023044"/>
              <a:gd name="connsiteY187" fmla="*/ 994316 h 1320973"/>
              <a:gd name="connsiteX188" fmla="*/ 326329 w 1023044"/>
              <a:gd name="connsiteY188" fmla="*/ 993345 h 1320973"/>
              <a:gd name="connsiteX189" fmla="*/ 302406 w 1023044"/>
              <a:gd name="connsiteY189" fmla="*/ 985816 h 1320973"/>
              <a:gd name="connsiteX190" fmla="*/ 296070 w 1023044"/>
              <a:gd name="connsiteY190" fmla="*/ 984969 h 1320973"/>
              <a:gd name="connsiteX191" fmla="*/ 292692 w 1023044"/>
              <a:gd name="connsiteY191" fmla="*/ 986423 h 1320973"/>
              <a:gd name="connsiteX192" fmla="*/ 291843 w 1023044"/>
              <a:gd name="connsiteY192" fmla="*/ 988136 h 1320973"/>
              <a:gd name="connsiteX193" fmla="*/ 291963 w 1023044"/>
              <a:gd name="connsiteY193" fmla="*/ 988123 h 1320973"/>
              <a:gd name="connsiteX194" fmla="*/ 293295 w 1023044"/>
              <a:gd name="connsiteY194" fmla="*/ 988016 h 1320973"/>
              <a:gd name="connsiteX195" fmla="*/ 293906 w 1023044"/>
              <a:gd name="connsiteY195" fmla="*/ 989337 h 1320973"/>
              <a:gd name="connsiteX196" fmla="*/ 307749 w 1023044"/>
              <a:gd name="connsiteY196" fmla="*/ 994923 h 1320973"/>
              <a:gd name="connsiteX197" fmla="*/ 320257 w 1023044"/>
              <a:gd name="connsiteY197" fmla="*/ 1000145 h 1320973"/>
              <a:gd name="connsiteX198" fmla="*/ 327901 w 1023044"/>
              <a:gd name="connsiteY198" fmla="*/ 1002623 h 1320973"/>
              <a:gd name="connsiteX199" fmla="*/ 330215 w 1023044"/>
              <a:gd name="connsiteY199" fmla="*/ 1002452 h 1320973"/>
              <a:gd name="connsiteX200" fmla="*/ 334950 w 1023044"/>
              <a:gd name="connsiteY200" fmla="*/ 1001845 h 1320973"/>
              <a:gd name="connsiteX201" fmla="*/ 333129 w 1023044"/>
              <a:gd name="connsiteY201" fmla="*/ 1005002 h 1320973"/>
              <a:gd name="connsiteX202" fmla="*/ 327786 w 1023044"/>
              <a:gd name="connsiteY202" fmla="*/ 1013745 h 1320973"/>
              <a:gd name="connsiteX203" fmla="*/ 324264 w 1023044"/>
              <a:gd name="connsiteY203" fmla="*/ 1024067 h 1320973"/>
              <a:gd name="connsiteX204" fmla="*/ 321836 w 1023044"/>
              <a:gd name="connsiteY204" fmla="*/ 1033903 h 1320973"/>
              <a:gd name="connsiteX205" fmla="*/ 305078 w 1023044"/>
              <a:gd name="connsiteY205" fmla="*/ 1049690 h 1320973"/>
              <a:gd name="connsiteX206" fmla="*/ 302285 w 1023044"/>
              <a:gd name="connsiteY206" fmla="*/ 1051512 h 1320973"/>
              <a:gd name="connsiteX207" fmla="*/ 300463 w 1023044"/>
              <a:gd name="connsiteY207" fmla="*/ 1052604 h 1320973"/>
              <a:gd name="connsiteX208" fmla="*/ 298642 w 1023044"/>
              <a:gd name="connsiteY208" fmla="*/ 1053819 h 1320973"/>
              <a:gd name="connsiteX209" fmla="*/ 296213 w 1023044"/>
              <a:gd name="connsiteY209" fmla="*/ 1055033 h 1320973"/>
              <a:gd name="connsiteX210" fmla="*/ 293784 w 1023044"/>
              <a:gd name="connsiteY210" fmla="*/ 1056247 h 1320973"/>
              <a:gd name="connsiteX211" fmla="*/ 291356 w 1023044"/>
              <a:gd name="connsiteY211" fmla="*/ 1057462 h 1320973"/>
              <a:gd name="connsiteX212" fmla="*/ 288927 w 1023044"/>
              <a:gd name="connsiteY212" fmla="*/ 1058555 h 1320973"/>
              <a:gd name="connsiteX213" fmla="*/ 269498 w 1023044"/>
              <a:gd name="connsiteY213" fmla="*/ 1065355 h 1320973"/>
              <a:gd name="connsiteX214" fmla="*/ 257840 w 1023044"/>
              <a:gd name="connsiteY214" fmla="*/ 1080777 h 1320973"/>
              <a:gd name="connsiteX215" fmla="*/ 265855 w 1023044"/>
              <a:gd name="connsiteY215" fmla="*/ 1092677 h 1320973"/>
              <a:gd name="connsiteX216" fmla="*/ 267069 w 1023044"/>
              <a:gd name="connsiteY216" fmla="*/ 1093649 h 1320973"/>
              <a:gd name="connsiteX217" fmla="*/ 304205 w 1023044"/>
              <a:gd name="connsiteY217" fmla="*/ 1097959 h 1320973"/>
              <a:gd name="connsiteX218" fmla="*/ 318435 w 1023044"/>
              <a:gd name="connsiteY218" fmla="*/ 1096442 h 1320973"/>
              <a:gd name="connsiteX219" fmla="*/ 324993 w 1023044"/>
              <a:gd name="connsiteY219" fmla="*/ 1095106 h 1320973"/>
              <a:gd name="connsiteX220" fmla="*/ 330215 w 1023044"/>
              <a:gd name="connsiteY220" fmla="*/ 1093892 h 1320973"/>
              <a:gd name="connsiteX221" fmla="*/ 334950 w 1023044"/>
              <a:gd name="connsiteY221" fmla="*/ 1092677 h 1320973"/>
              <a:gd name="connsiteX222" fmla="*/ 340294 w 1023044"/>
              <a:gd name="connsiteY222" fmla="*/ 1090977 h 1320973"/>
              <a:gd name="connsiteX223" fmla="*/ 349765 w 1023044"/>
              <a:gd name="connsiteY223" fmla="*/ 1087213 h 1320973"/>
              <a:gd name="connsiteX224" fmla="*/ 365916 w 1023044"/>
              <a:gd name="connsiteY224" fmla="*/ 1081748 h 1320973"/>
              <a:gd name="connsiteX225" fmla="*/ 377574 w 1023044"/>
              <a:gd name="connsiteY225" fmla="*/ 1077377 h 1320973"/>
              <a:gd name="connsiteX226" fmla="*/ 383038 w 1023044"/>
              <a:gd name="connsiteY226" fmla="*/ 1075677 h 1320973"/>
              <a:gd name="connsiteX227" fmla="*/ 390932 w 1023044"/>
              <a:gd name="connsiteY227" fmla="*/ 1073248 h 1320973"/>
              <a:gd name="connsiteX228" fmla="*/ 401861 w 1023044"/>
              <a:gd name="connsiteY228" fmla="*/ 1069605 h 1320973"/>
              <a:gd name="connsiteX229" fmla="*/ 411575 w 1023044"/>
              <a:gd name="connsiteY229" fmla="*/ 1065962 h 1320973"/>
              <a:gd name="connsiteX230" fmla="*/ 417647 w 1023044"/>
              <a:gd name="connsiteY230" fmla="*/ 1063533 h 1320973"/>
              <a:gd name="connsiteX231" fmla="*/ 438291 w 1023044"/>
              <a:gd name="connsiteY231" fmla="*/ 1055640 h 1320973"/>
              <a:gd name="connsiteX232" fmla="*/ 449584 w 1023044"/>
              <a:gd name="connsiteY232" fmla="*/ 1051512 h 1320973"/>
              <a:gd name="connsiteX233" fmla="*/ 457234 w 1023044"/>
              <a:gd name="connsiteY233" fmla="*/ 1048961 h 1320973"/>
              <a:gd name="connsiteX234" fmla="*/ 458934 w 1023044"/>
              <a:gd name="connsiteY234" fmla="*/ 1047747 h 1320973"/>
              <a:gd name="connsiteX235" fmla="*/ 461485 w 1023044"/>
              <a:gd name="connsiteY235" fmla="*/ 1046532 h 1320973"/>
              <a:gd name="connsiteX236" fmla="*/ 463185 w 1023044"/>
              <a:gd name="connsiteY236" fmla="*/ 1045318 h 1320973"/>
              <a:gd name="connsiteX237" fmla="*/ 464278 w 1023044"/>
              <a:gd name="connsiteY237" fmla="*/ 1044104 h 1320973"/>
              <a:gd name="connsiteX238" fmla="*/ 466221 w 1023044"/>
              <a:gd name="connsiteY238" fmla="*/ 1042890 h 1320973"/>
              <a:gd name="connsiteX239" fmla="*/ 468042 w 1023044"/>
              <a:gd name="connsiteY239" fmla="*/ 1041675 h 1320973"/>
              <a:gd name="connsiteX240" fmla="*/ 469864 w 1023044"/>
              <a:gd name="connsiteY240" fmla="*/ 1040461 h 1320973"/>
              <a:gd name="connsiteX241" fmla="*/ 471199 w 1023044"/>
              <a:gd name="connsiteY241" fmla="*/ 1039247 h 1320973"/>
              <a:gd name="connsiteX242" fmla="*/ 480793 w 1023044"/>
              <a:gd name="connsiteY242" fmla="*/ 1026860 h 1320973"/>
              <a:gd name="connsiteX243" fmla="*/ 478971 w 1023044"/>
              <a:gd name="connsiteY243" fmla="*/ 1023096 h 1320973"/>
              <a:gd name="connsiteX244" fmla="*/ 460270 w 1023044"/>
              <a:gd name="connsiteY244" fmla="*/ 996137 h 1320973"/>
              <a:gd name="connsiteX245" fmla="*/ 455405 w 1023044"/>
              <a:gd name="connsiteY245" fmla="*/ 987552 h 1320973"/>
              <a:gd name="connsiteX246" fmla="*/ 455423 w 1023044"/>
              <a:gd name="connsiteY246" fmla="*/ 987552 h 1320973"/>
              <a:gd name="connsiteX247" fmla="*/ 435001 w 1023044"/>
              <a:gd name="connsiteY247" fmla="*/ 963939 h 1320973"/>
              <a:gd name="connsiteX248" fmla="*/ 435019 w 1023044"/>
              <a:gd name="connsiteY248" fmla="*/ 963939 h 1320973"/>
              <a:gd name="connsiteX249" fmla="*/ 425783 w 1023044"/>
              <a:gd name="connsiteY249" fmla="*/ 956186 h 1320973"/>
              <a:gd name="connsiteX250" fmla="*/ 419469 w 1023044"/>
              <a:gd name="connsiteY250" fmla="*/ 945864 h 1320973"/>
              <a:gd name="connsiteX251" fmla="*/ 417647 w 1023044"/>
              <a:gd name="connsiteY251" fmla="*/ 943314 h 1320973"/>
              <a:gd name="connsiteX252" fmla="*/ 415825 w 1023044"/>
              <a:gd name="connsiteY252" fmla="*/ 940885 h 1320973"/>
              <a:gd name="connsiteX253" fmla="*/ 413640 w 1023044"/>
              <a:gd name="connsiteY253" fmla="*/ 936999 h 1320973"/>
              <a:gd name="connsiteX254" fmla="*/ 402589 w 1023044"/>
              <a:gd name="connsiteY254" fmla="*/ 918541 h 1320973"/>
              <a:gd name="connsiteX255" fmla="*/ 396396 w 1023044"/>
              <a:gd name="connsiteY255" fmla="*/ 907370 h 1320973"/>
              <a:gd name="connsiteX256" fmla="*/ 390932 w 1023044"/>
              <a:gd name="connsiteY256" fmla="*/ 898262 h 1320973"/>
              <a:gd name="connsiteX257" fmla="*/ 384860 w 1023044"/>
              <a:gd name="connsiteY257" fmla="*/ 887454 h 1320973"/>
              <a:gd name="connsiteX258" fmla="*/ 363123 w 1023044"/>
              <a:gd name="connsiteY258" fmla="*/ 845438 h 1320973"/>
              <a:gd name="connsiteX259" fmla="*/ 359359 w 1023044"/>
              <a:gd name="connsiteY259" fmla="*/ 837909 h 1320973"/>
              <a:gd name="connsiteX260" fmla="*/ 352073 w 1023044"/>
              <a:gd name="connsiteY260" fmla="*/ 812772 h 1320973"/>
              <a:gd name="connsiteX261" fmla="*/ 346001 w 1023044"/>
              <a:gd name="connsiteY261" fmla="*/ 789336 h 1320973"/>
              <a:gd name="connsiteX262" fmla="*/ 342965 w 1023044"/>
              <a:gd name="connsiteY262" fmla="*/ 782414 h 1320973"/>
              <a:gd name="connsiteX263" fmla="*/ 326693 w 1023044"/>
              <a:gd name="connsiteY263" fmla="*/ 752663 h 1320973"/>
              <a:gd name="connsiteX264" fmla="*/ 317343 w 1023044"/>
              <a:gd name="connsiteY264" fmla="*/ 739912 h 1320973"/>
              <a:gd name="connsiteX265" fmla="*/ 310664 w 1023044"/>
              <a:gd name="connsiteY265" fmla="*/ 731776 h 1320973"/>
              <a:gd name="connsiteX266" fmla="*/ 307696 w 1023044"/>
              <a:gd name="connsiteY266" fmla="*/ 728116 h 1320973"/>
              <a:gd name="connsiteX267" fmla="*/ 307713 w 1023044"/>
              <a:gd name="connsiteY267" fmla="*/ 728116 h 1320973"/>
              <a:gd name="connsiteX268" fmla="*/ 326173 w 1023044"/>
              <a:gd name="connsiteY268" fmla="*/ 732530 h 1320973"/>
              <a:gd name="connsiteX269" fmla="*/ 371661 w 1023044"/>
              <a:gd name="connsiteY269" fmla="*/ 736598 h 1320973"/>
              <a:gd name="connsiteX270" fmla="*/ 373391 w 1023044"/>
              <a:gd name="connsiteY270" fmla="*/ 736593 h 1320973"/>
              <a:gd name="connsiteX271" fmla="*/ 447689 w 1023044"/>
              <a:gd name="connsiteY271" fmla="*/ 732004 h 1320973"/>
              <a:gd name="connsiteX272" fmla="*/ 447671 w 1023044"/>
              <a:gd name="connsiteY272" fmla="*/ 732004 h 1320973"/>
              <a:gd name="connsiteX273" fmla="*/ 456323 w 1023044"/>
              <a:gd name="connsiteY273" fmla="*/ 731055 h 1320973"/>
              <a:gd name="connsiteX274" fmla="*/ 456304 w 1023044"/>
              <a:gd name="connsiteY274" fmla="*/ 731055 h 1320973"/>
              <a:gd name="connsiteX275" fmla="*/ 481224 w 1023044"/>
              <a:gd name="connsiteY275" fmla="*/ 727951 h 1320973"/>
              <a:gd name="connsiteX276" fmla="*/ 483479 w 1023044"/>
              <a:gd name="connsiteY276" fmla="*/ 727632 h 1320973"/>
              <a:gd name="connsiteX277" fmla="*/ 483498 w 1023044"/>
              <a:gd name="connsiteY277" fmla="*/ 727632 h 1320973"/>
              <a:gd name="connsiteX278" fmla="*/ 506734 w 1023044"/>
              <a:gd name="connsiteY278" fmla="*/ 764597 h 1320973"/>
              <a:gd name="connsiteX279" fmla="*/ 611812 w 1023044"/>
              <a:gd name="connsiteY279" fmla="*/ 890672 h 1320973"/>
              <a:gd name="connsiteX280" fmla="*/ 612933 w 1023044"/>
              <a:gd name="connsiteY280" fmla="*/ 891851 h 1320973"/>
              <a:gd name="connsiteX281" fmla="*/ 612913 w 1023044"/>
              <a:gd name="connsiteY281" fmla="*/ 891851 h 1320973"/>
              <a:gd name="connsiteX282" fmla="*/ 615584 w 1023044"/>
              <a:gd name="connsiteY282" fmla="*/ 895590 h 1320973"/>
              <a:gd name="connsiteX283" fmla="*/ 617355 w 1023044"/>
              <a:gd name="connsiteY283" fmla="*/ 898036 h 1320973"/>
              <a:gd name="connsiteX284" fmla="*/ 617335 w 1023044"/>
              <a:gd name="connsiteY284" fmla="*/ 898036 h 1320973"/>
              <a:gd name="connsiteX285" fmla="*/ 640132 w 1023044"/>
              <a:gd name="connsiteY285" fmla="*/ 935348 h 1320973"/>
              <a:gd name="connsiteX286" fmla="*/ 651395 w 1023044"/>
              <a:gd name="connsiteY286" fmla="*/ 949580 h 1320973"/>
              <a:gd name="connsiteX287" fmla="*/ 663439 w 1023044"/>
              <a:gd name="connsiteY287" fmla="*/ 959266 h 1320973"/>
              <a:gd name="connsiteX288" fmla="*/ 684508 w 1023044"/>
              <a:gd name="connsiteY288" fmla="*/ 967378 h 1320973"/>
              <a:gd name="connsiteX289" fmla="*/ 695773 w 1023044"/>
              <a:gd name="connsiteY289" fmla="*/ 974704 h 1320973"/>
              <a:gd name="connsiteX290" fmla="*/ 829920 w 1023044"/>
              <a:gd name="connsiteY290" fmla="*/ 1085090 h 1320973"/>
              <a:gd name="connsiteX291" fmla="*/ 895194 w 1023044"/>
              <a:gd name="connsiteY291" fmla="*/ 1155102 h 1320973"/>
              <a:gd name="connsiteX292" fmla="*/ 895194 w 1023044"/>
              <a:gd name="connsiteY292" fmla="*/ 1155102 h 1320973"/>
              <a:gd name="connsiteX293" fmla="*/ 889815 w 1023044"/>
              <a:gd name="connsiteY293" fmla="*/ 1153857 h 1320973"/>
              <a:gd name="connsiteX294" fmla="*/ 884317 w 1023044"/>
              <a:gd name="connsiteY294" fmla="*/ 1155702 h 1320973"/>
              <a:gd name="connsiteX295" fmla="*/ 886260 w 1023044"/>
              <a:gd name="connsiteY295" fmla="*/ 1173310 h 1320973"/>
              <a:gd name="connsiteX296" fmla="*/ 893182 w 1023044"/>
              <a:gd name="connsiteY296" fmla="*/ 1181324 h 1320973"/>
              <a:gd name="connsiteX297" fmla="*/ 897068 w 1023044"/>
              <a:gd name="connsiteY297" fmla="*/ 1186182 h 1320973"/>
              <a:gd name="connsiteX298" fmla="*/ 904597 w 1023044"/>
              <a:gd name="connsiteY298" fmla="*/ 1194075 h 1320973"/>
              <a:gd name="connsiteX299" fmla="*/ 905811 w 1023044"/>
              <a:gd name="connsiteY299" fmla="*/ 1207068 h 1320973"/>
              <a:gd name="connsiteX300" fmla="*/ 914554 w 1023044"/>
              <a:gd name="connsiteY300" fmla="*/ 1230384 h 1320973"/>
              <a:gd name="connsiteX301" fmla="*/ 919087 w 1023044"/>
              <a:gd name="connsiteY301" fmla="*/ 1231599 h 1320973"/>
              <a:gd name="connsiteX302" fmla="*/ 924633 w 1023044"/>
              <a:gd name="connsiteY302" fmla="*/ 1229776 h 1320973"/>
              <a:gd name="connsiteX303" fmla="*/ 926485 w 1023044"/>
              <a:gd name="connsiteY303" fmla="*/ 1228682 h 1320973"/>
              <a:gd name="connsiteX304" fmla="*/ 927183 w 1023044"/>
              <a:gd name="connsiteY304" fmla="*/ 1231719 h 1320973"/>
              <a:gd name="connsiteX305" fmla="*/ 931919 w 1023044"/>
              <a:gd name="connsiteY305" fmla="*/ 1245198 h 1320973"/>
              <a:gd name="connsiteX306" fmla="*/ 933984 w 1023044"/>
              <a:gd name="connsiteY306" fmla="*/ 1264992 h 1320973"/>
              <a:gd name="connsiteX307" fmla="*/ 929612 w 1023044"/>
              <a:gd name="connsiteY307" fmla="*/ 1282479 h 1320973"/>
              <a:gd name="connsiteX308" fmla="*/ 922812 w 1023044"/>
              <a:gd name="connsiteY308" fmla="*/ 1307980 h 1320973"/>
              <a:gd name="connsiteX309" fmla="*/ 928884 w 1023044"/>
              <a:gd name="connsiteY309" fmla="*/ 1319395 h 1320973"/>
              <a:gd name="connsiteX310" fmla="*/ 937627 w 1023044"/>
              <a:gd name="connsiteY310" fmla="*/ 1320973 h 1320973"/>
              <a:gd name="connsiteX311" fmla="*/ 952806 w 1023044"/>
              <a:gd name="connsiteY311" fmla="*/ 1313444 h 1320973"/>
              <a:gd name="connsiteX312" fmla="*/ 964099 w 1023044"/>
              <a:gd name="connsiteY312" fmla="*/ 1303365 h 1320973"/>
              <a:gd name="connsiteX313" fmla="*/ 977457 w 1023044"/>
              <a:gd name="connsiteY313" fmla="*/ 1283936 h 1320973"/>
              <a:gd name="connsiteX314" fmla="*/ 982436 w 1023044"/>
              <a:gd name="connsiteY314" fmla="*/ 1275071 h 1320973"/>
              <a:gd name="connsiteX315" fmla="*/ 983529 w 1023044"/>
              <a:gd name="connsiteY315" fmla="*/ 1272642 h 1320973"/>
              <a:gd name="connsiteX316" fmla="*/ 985715 w 1023044"/>
              <a:gd name="connsiteY316" fmla="*/ 1266935 h 1320973"/>
              <a:gd name="connsiteX317" fmla="*/ 990086 w 1023044"/>
              <a:gd name="connsiteY317" fmla="*/ 1255399 h 1320973"/>
              <a:gd name="connsiteX318" fmla="*/ 995186 w 1023044"/>
              <a:gd name="connsiteY318" fmla="*/ 1241434 h 1320973"/>
              <a:gd name="connsiteX319" fmla="*/ 999315 w 1023044"/>
              <a:gd name="connsiteY319" fmla="*/ 1227469 h 1320973"/>
              <a:gd name="connsiteX320" fmla="*/ 1002472 w 1023044"/>
              <a:gd name="connsiteY320" fmla="*/ 1214111 h 1320973"/>
              <a:gd name="connsiteX321" fmla="*/ 1005265 w 1023044"/>
              <a:gd name="connsiteY321" fmla="*/ 1199539 h 1320973"/>
              <a:gd name="connsiteX322" fmla="*/ 1009637 w 1023044"/>
              <a:gd name="connsiteY322" fmla="*/ 1180717 h 1320973"/>
              <a:gd name="connsiteX323" fmla="*/ 1014130 w 1023044"/>
              <a:gd name="connsiteY323" fmla="*/ 1167359 h 1320973"/>
              <a:gd name="connsiteX324" fmla="*/ 1022388 w 1023044"/>
              <a:gd name="connsiteY324" fmla="*/ 1111136 h 1320973"/>
              <a:gd name="connsiteX325" fmla="*/ 1021052 w 1023044"/>
              <a:gd name="connsiteY325" fmla="*/ 1102878 h 1320973"/>
              <a:gd name="connsiteX326" fmla="*/ 1008423 w 1023044"/>
              <a:gd name="connsiteY326" fmla="*/ 1102635 h 1320973"/>
              <a:gd name="connsiteX327" fmla="*/ 990693 w 1023044"/>
              <a:gd name="connsiteY327" fmla="*/ 1100571 h 1320973"/>
              <a:gd name="connsiteX328" fmla="*/ 987612 w 1023044"/>
              <a:gd name="connsiteY328" fmla="*/ 1099753 h 1320973"/>
              <a:gd name="connsiteX329" fmla="*/ 987636 w 1023044"/>
              <a:gd name="connsiteY329" fmla="*/ 1099753 h 1320973"/>
              <a:gd name="connsiteX330" fmla="*/ 986726 w 1023044"/>
              <a:gd name="connsiteY330" fmla="*/ 1099665 h 1320973"/>
              <a:gd name="connsiteX331" fmla="*/ 983836 w 1023044"/>
              <a:gd name="connsiteY331" fmla="*/ 1099168 h 1320973"/>
              <a:gd name="connsiteX332" fmla="*/ 981763 w 1023044"/>
              <a:gd name="connsiteY332" fmla="*/ 1099083 h 1320973"/>
              <a:gd name="connsiteX333" fmla="*/ 979682 w 1023044"/>
              <a:gd name="connsiteY333" fmla="*/ 1099192 h 1320973"/>
              <a:gd name="connsiteX334" fmla="*/ 979286 w 1023044"/>
              <a:gd name="connsiteY334" fmla="*/ 1099190 h 1320973"/>
              <a:gd name="connsiteX335" fmla="*/ 978338 w 1023044"/>
              <a:gd name="connsiteY335" fmla="*/ 1099316 h 1320973"/>
              <a:gd name="connsiteX336" fmla="*/ 977994 w 1023044"/>
              <a:gd name="connsiteY336" fmla="*/ 1099303 h 1320973"/>
              <a:gd name="connsiteX337" fmla="*/ 975541 w 1023044"/>
              <a:gd name="connsiteY337" fmla="*/ 1099510 h 1320973"/>
              <a:gd name="connsiteX338" fmla="*/ 971220 w 1023044"/>
              <a:gd name="connsiteY338" fmla="*/ 1099578 h 1320973"/>
              <a:gd name="connsiteX339" fmla="*/ 970159 w 1023044"/>
              <a:gd name="connsiteY339" fmla="*/ 1099669 h 1320973"/>
              <a:gd name="connsiteX340" fmla="*/ 967129 w 1023044"/>
              <a:gd name="connsiteY340" fmla="*/ 1099466 h 1320973"/>
              <a:gd name="connsiteX341" fmla="*/ 966460 w 1023044"/>
              <a:gd name="connsiteY341" fmla="*/ 1099345 h 1320973"/>
              <a:gd name="connsiteX342" fmla="*/ 965391 w 1023044"/>
              <a:gd name="connsiteY342" fmla="*/ 1099011 h 1320973"/>
              <a:gd name="connsiteX343" fmla="*/ 963430 w 1023044"/>
              <a:gd name="connsiteY343" fmla="*/ 1098571 h 1320973"/>
              <a:gd name="connsiteX344" fmla="*/ 961727 w 1023044"/>
              <a:gd name="connsiteY344" fmla="*/ 1097640 h 1320973"/>
              <a:gd name="connsiteX345" fmla="*/ 940618 w 1023044"/>
              <a:gd name="connsiteY345" fmla="*/ 1093250 h 1320973"/>
              <a:gd name="connsiteX346" fmla="*/ 940164 w 1023044"/>
              <a:gd name="connsiteY346" fmla="*/ 1092682 h 1320973"/>
              <a:gd name="connsiteX347" fmla="*/ 940188 w 1023044"/>
              <a:gd name="connsiteY347" fmla="*/ 1092682 h 1320973"/>
              <a:gd name="connsiteX348" fmla="*/ 939813 w 1023044"/>
              <a:gd name="connsiteY348" fmla="*/ 1092677 h 1320973"/>
              <a:gd name="connsiteX349" fmla="*/ 880681 w 1023044"/>
              <a:gd name="connsiteY349" fmla="*/ 1034445 h 1320973"/>
              <a:gd name="connsiteX350" fmla="*/ 880658 w 1023044"/>
              <a:gd name="connsiteY350" fmla="*/ 1034445 h 1320973"/>
              <a:gd name="connsiteX351" fmla="*/ 805512 w 1023044"/>
              <a:gd name="connsiteY351" fmla="*/ 938851 h 1320973"/>
              <a:gd name="connsiteX352" fmla="*/ 746435 w 1023044"/>
              <a:gd name="connsiteY352" fmla="*/ 897142 h 1320973"/>
              <a:gd name="connsiteX353" fmla="*/ 746413 w 1023044"/>
              <a:gd name="connsiteY353" fmla="*/ 897142 h 1320973"/>
              <a:gd name="connsiteX354" fmla="*/ 742483 w 1023044"/>
              <a:gd name="connsiteY354" fmla="*/ 894740 h 1320973"/>
              <a:gd name="connsiteX355" fmla="*/ 739108 w 1023044"/>
              <a:gd name="connsiteY355" fmla="*/ 891845 h 1320973"/>
              <a:gd name="connsiteX356" fmla="*/ 739087 w 1023044"/>
              <a:gd name="connsiteY356" fmla="*/ 891845 h 1320973"/>
              <a:gd name="connsiteX357" fmla="*/ 668367 w 1023044"/>
              <a:gd name="connsiteY357" fmla="*/ 756543 h 1320973"/>
              <a:gd name="connsiteX358" fmla="*/ 668346 w 1023044"/>
              <a:gd name="connsiteY358" fmla="*/ 756543 h 1320973"/>
              <a:gd name="connsiteX359" fmla="*/ 663794 w 1023044"/>
              <a:gd name="connsiteY359" fmla="*/ 746348 h 1320973"/>
              <a:gd name="connsiteX360" fmla="*/ 653471 w 1023044"/>
              <a:gd name="connsiteY360" fmla="*/ 728133 h 1320973"/>
              <a:gd name="connsiteX361" fmla="*/ 649586 w 1023044"/>
              <a:gd name="connsiteY361" fmla="*/ 721333 h 1320973"/>
              <a:gd name="connsiteX362" fmla="*/ 648736 w 1023044"/>
              <a:gd name="connsiteY362" fmla="*/ 719633 h 1320973"/>
              <a:gd name="connsiteX363" fmla="*/ 643514 w 1023044"/>
              <a:gd name="connsiteY363" fmla="*/ 712590 h 1320973"/>
              <a:gd name="connsiteX364" fmla="*/ 640475 w 1023044"/>
              <a:gd name="connsiteY364" fmla="*/ 707266 h 1320973"/>
              <a:gd name="connsiteX365" fmla="*/ 640455 w 1023044"/>
              <a:gd name="connsiteY365" fmla="*/ 707266 h 1320973"/>
              <a:gd name="connsiteX366" fmla="*/ 645708 w 1023044"/>
              <a:gd name="connsiteY366" fmla="*/ 681728 h 1320973"/>
              <a:gd name="connsiteX367" fmla="*/ 650678 w 1023044"/>
              <a:gd name="connsiteY367" fmla="*/ 650553 h 1320973"/>
              <a:gd name="connsiteX368" fmla="*/ 651291 w 1023044"/>
              <a:gd name="connsiteY368" fmla="*/ 644808 h 1320973"/>
              <a:gd name="connsiteX369" fmla="*/ 651270 w 1023044"/>
              <a:gd name="connsiteY369" fmla="*/ 644808 h 1320973"/>
              <a:gd name="connsiteX370" fmla="*/ 651407 w 1023044"/>
              <a:gd name="connsiteY370" fmla="*/ 643737 h 1320973"/>
              <a:gd name="connsiteX371" fmla="*/ 651612 w 1023044"/>
              <a:gd name="connsiteY371" fmla="*/ 641139 h 1320973"/>
              <a:gd name="connsiteX372" fmla="*/ 651591 w 1023044"/>
              <a:gd name="connsiteY372" fmla="*/ 641139 h 1320973"/>
              <a:gd name="connsiteX373" fmla="*/ 650319 w 1023044"/>
              <a:gd name="connsiteY373" fmla="*/ 609889 h 1320973"/>
              <a:gd name="connsiteX374" fmla="*/ 646061 w 1023044"/>
              <a:gd name="connsiteY374" fmla="*/ 594254 h 1320973"/>
              <a:gd name="connsiteX375" fmla="*/ 646040 w 1023044"/>
              <a:gd name="connsiteY375" fmla="*/ 594254 h 1320973"/>
              <a:gd name="connsiteX376" fmla="*/ 644728 w 1023044"/>
              <a:gd name="connsiteY376" fmla="*/ 590184 h 1320973"/>
              <a:gd name="connsiteX377" fmla="*/ 643935 w 1023044"/>
              <a:gd name="connsiteY377" fmla="*/ 588913 h 1320973"/>
              <a:gd name="connsiteX378" fmla="*/ 643915 w 1023044"/>
              <a:gd name="connsiteY378" fmla="*/ 588913 h 1320973"/>
              <a:gd name="connsiteX379" fmla="*/ 637689 w 1023044"/>
              <a:gd name="connsiteY379" fmla="*/ 576656 h 1320973"/>
              <a:gd name="connsiteX380" fmla="*/ 599410 w 1023044"/>
              <a:gd name="connsiteY380" fmla="*/ 521175 h 1320973"/>
              <a:gd name="connsiteX381" fmla="*/ 586080 w 1023044"/>
              <a:gd name="connsiteY381" fmla="*/ 498329 h 1320973"/>
              <a:gd name="connsiteX382" fmla="*/ 566455 w 1023044"/>
              <a:gd name="connsiteY382" fmla="*/ 443286 h 1320973"/>
              <a:gd name="connsiteX383" fmla="*/ 557447 w 1023044"/>
              <a:gd name="connsiteY383" fmla="*/ 403466 h 1320973"/>
              <a:gd name="connsiteX384" fmla="*/ 557427 w 1023044"/>
              <a:gd name="connsiteY384" fmla="*/ 403466 h 1320973"/>
              <a:gd name="connsiteX385" fmla="*/ 554867 w 1023044"/>
              <a:gd name="connsiteY385" fmla="*/ 387147 h 1320973"/>
              <a:gd name="connsiteX386" fmla="*/ 553046 w 1023044"/>
              <a:gd name="connsiteY386" fmla="*/ 375611 h 1320973"/>
              <a:gd name="connsiteX387" fmla="*/ 551846 w 1023044"/>
              <a:gd name="connsiteY387" fmla="*/ 370419 h 1320973"/>
              <a:gd name="connsiteX388" fmla="*/ 551826 w 1023044"/>
              <a:gd name="connsiteY388" fmla="*/ 370419 h 1320973"/>
              <a:gd name="connsiteX389" fmla="*/ 550812 w 1023044"/>
              <a:gd name="connsiteY389" fmla="*/ 360684 h 1320973"/>
              <a:gd name="connsiteX390" fmla="*/ 551186 w 1023044"/>
              <a:gd name="connsiteY390" fmla="*/ 226845 h 1320973"/>
              <a:gd name="connsiteX391" fmla="*/ 551167 w 1023044"/>
              <a:gd name="connsiteY391" fmla="*/ 226845 h 1320973"/>
              <a:gd name="connsiteX392" fmla="*/ 553653 w 1023044"/>
              <a:gd name="connsiteY392" fmla="*/ 226490 h 1320973"/>
              <a:gd name="connsiteX393" fmla="*/ 573082 w 1023044"/>
              <a:gd name="connsiteY393" fmla="*/ 224061 h 1320973"/>
              <a:gd name="connsiteX394" fmla="*/ 591904 w 1023044"/>
              <a:gd name="connsiteY394" fmla="*/ 220661 h 1320973"/>
              <a:gd name="connsiteX395" fmla="*/ 608905 w 1023044"/>
              <a:gd name="connsiteY395" fmla="*/ 217625 h 1320973"/>
              <a:gd name="connsiteX396" fmla="*/ 657236 w 1023044"/>
              <a:gd name="connsiteY396" fmla="*/ 205482 h 1320973"/>
              <a:gd name="connsiteX397" fmla="*/ 666556 w 1023044"/>
              <a:gd name="connsiteY397" fmla="*/ 202746 h 1320973"/>
              <a:gd name="connsiteX398" fmla="*/ 673629 w 1023044"/>
              <a:gd name="connsiteY398" fmla="*/ 203174 h 1320973"/>
              <a:gd name="connsiteX399" fmla="*/ 712610 w 1023044"/>
              <a:gd name="connsiteY399" fmla="*/ 212282 h 1320973"/>
              <a:gd name="connsiteX400" fmla="*/ 745397 w 1023044"/>
              <a:gd name="connsiteY400" fmla="*/ 222118 h 1320973"/>
              <a:gd name="connsiteX401" fmla="*/ 752926 w 1023044"/>
              <a:gd name="connsiteY401" fmla="*/ 223818 h 1320973"/>
              <a:gd name="connsiteX402" fmla="*/ 774298 w 1023044"/>
              <a:gd name="connsiteY402" fmla="*/ 225640 h 1320973"/>
              <a:gd name="connsiteX403" fmla="*/ 815950 w 1023044"/>
              <a:gd name="connsiteY403" fmla="*/ 231226 h 1320973"/>
              <a:gd name="connsiteX404" fmla="*/ 840480 w 1023044"/>
              <a:gd name="connsiteY404" fmla="*/ 240455 h 1320973"/>
              <a:gd name="connsiteX405" fmla="*/ 850073 w 1023044"/>
              <a:gd name="connsiteY405" fmla="*/ 246162 h 1320973"/>
              <a:gd name="connsiteX406" fmla="*/ 860759 w 1023044"/>
              <a:gd name="connsiteY406" fmla="*/ 256605 h 1320973"/>
              <a:gd name="connsiteX407" fmla="*/ 886989 w 1023044"/>
              <a:gd name="connsiteY407" fmla="*/ 287693 h 1320973"/>
              <a:gd name="connsiteX408" fmla="*/ 899132 w 1023044"/>
              <a:gd name="connsiteY408" fmla="*/ 297043 h 1320973"/>
              <a:gd name="connsiteX409" fmla="*/ 913253 w 1023044"/>
              <a:gd name="connsiteY409" fmla="*/ 307248 h 1320973"/>
              <a:gd name="connsiteX410" fmla="*/ 913583 w 1023044"/>
              <a:gd name="connsiteY410" fmla="*/ 307243 h 1320973"/>
              <a:gd name="connsiteX411" fmla="*/ 920383 w 1023044"/>
              <a:gd name="connsiteY411" fmla="*/ 297043 h 1320973"/>
              <a:gd name="connsiteX412" fmla="*/ 911154 w 1023044"/>
              <a:gd name="connsiteY412" fmla="*/ 279192 h 1320973"/>
              <a:gd name="connsiteX413" fmla="*/ 908960 w 1023044"/>
              <a:gd name="connsiteY413" fmla="*/ 276642 h 1320973"/>
              <a:gd name="connsiteX414" fmla="*/ 908984 w 1023044"/>
              <a:gd name="connsiteY414" fmla="*/ 276642 h 1320973"/>
              <a:gd name="connsiteX415" fmla="*/ 927183 w 1023044"/>
              <a:gd name="connsiteY415" fmla="*/ 293279 h 1320973"/>
              <a:gd name="connsiteX416" fmla="*/ 940123 w 1023044"/>
              <a:gd name="connsiteY416" fmla="*/ 304649 h 1320973"/>
              <a:gd name="connsiteX417" fmla="*/ 944670 w 1023044"/>
              <a:gd name="connsiteY417" fmla="*/ 302143 h 1320973"/>
              <a:gd name="connsiteX418" fmla="*/ 945277 w 1023044"/>
              <a:gd name="connsiteY418" fmla="*/ 294372 h 1320973"/>
              <a:gd name="connsiteX419" fmla="*/ 942363 w 1023044"/>
              <a:gd name="connsiteY419" fmla="*/ 287207 h 1320973"/>
              <a:gd name="connsiteX420" fmla="*/ 936898 w 1023044"/>
              <a:gd name="connsiteY420" fmla="*/ 277128 h 1320973"/>
              <a:gd name="connsiteX421" fmla="*/ 931112 w 1023044"/>
              <a:gd name="connsiteY421" fmla="*/ 269428 h 1320973"/>
              <a:gd name="connsiteX422" fmla="*/ 931136 w 1023044"/>
              <a:gd name="connsiteY422" fmla="*/ 269428 h 1320973"/>
              <a:gd name="connsiteX423" fmla="*/ 934834 w 1023044"/>
              <a:gd name="connsiteY423" fmla="*/ 271906 h 1320973"/>
              <a:gd name="connsiteX424" fmla="*/ 943698 w 1023044"/>
              <a:gd name="connsiteY424" fmla="*/ 278828 h 1320973"/>
              <a:gd name="connsiteX425" fmla="*/ 951713 w 1023044"/>
              <a:gd name="connsiteY425" fmla="*/ 285142 h 1320973"/>
              <a:gd name="connsiteX426" fmla="*/ 960728 w 1023044"/>
              <a:gd name="connsiteY426" fmla="*/ 288852 h 1320973"/>
              <a:gd name="connsiteX427" fmla="*/ 964585 w 1023044"/>
              <a:gd name="connsiteY427" fmla="*/ 286842 h 1320973"/>
              <a:gd name="connsiteX428" fmla="*/ 965196 w 1023044"/>
              <a:gd name="connsiteY428" fmla="*/ 284569 h 1320973"/>
              <a:gd name="connsiteX429" fmla="*/ 965172 w 1023044"/>
              <a:gd name="connsiteY429" fmla="*/ 284569 h 1320973"/>
              <a:gd name="connsiteX430" fmla="*/ 965394 w 1023044"/>
              <a:gd name="connsiteY430" fmla="*/ 284547 h 1320973"/>
              <a:gd name="connsiteX431" fmla="*/ 966277 w 1023044"/>
              <a:gd name="connsiteY431" fmla="*/ 283920 h 1320973"/>
              <a:gd name="connsiteX432" fmla="*/ 966331 w 1023044"/>
              <a:gd name="connsiteY432" fmla="*/ 282438 h 1320973"/>
              <a:gd name="connsiteX433" fmla="*/ 966149 w 1023044"/>
              <a:gd name="connsiteY433" fmla="*/ 278468 h 1320973"/>
              <a:gd name="connsiteX434" fmla="*/ 964832 w 1023044"/>
              <a:gd name="connsiteY434" fmla="*/ 274975 h 1320973"/>
              <a:gd name="connsiteX435" fmla="*/ 962235 w 1023044"/>
              <a:gd name="connsiteY435" fmla="*/ 271084 h 1320973"/>
              <a:gd name="connsiteX436" fmla="*/ 958459 w 1023044"/>
              <a:gd name="connsiteY436" fmla="*/ 267839 h 1320973"/>
              <a:gd name="connsiteX437" fmla="*/ 954198 w 1023044"/>
              <a:gd name="connsiteY437" fmla="*/ 263403 h 1320973"/>
              <a:gd name="connsiteX438" fmla="*/ 953016 w 1023044"/>
              <a:gd name="connsiteY438" fmla="*/ 262304 h 1320973"/>
              <a:gd name="connsiteX439" fmla="*/ 950643 w 1023044"/>
              <a:gd name="connsiteY439" fmla="*/ 260332 h 1320973"/>
              <a:gd name="connsiteX440" fmla="*/ 946500 w 1023044"/>
              <a:gd name="connsiteY440" fmla="*/ 257228 h 1320973"/>
              <a:gd name="connsiteX441" fmla="*/ 946524 w 1023044"/>
              <a:gd name="connsiteY441" fmla="*/ 257228 h 1320973"/>
              <a:gd name="connsiteX442" fmla="*/ 951127 w 1023044"/>
              <a:gd name="connsiteY442" fmla="*/ 258524 h 1320973"/>
              <a:gd name="connsiteX443" fmla="*/ 951103 w 1023044"/>
              <a:gd name="connsiteY443" fmla="*/ 258524 h 1320973"/>
              <a:gd name="connsiteX444" fmla="*/ 953170 w 1023044"/>
              <a:gd name="connsiteY444" fmla="*/ 260249 h 1320973"/>
              <a:gd name="connsiteX445" fmla="*/ 960000 w 1023044"/>
              <a:gd name="connsiteY445" fmla="*/ 263755 h 1320973"/>
              <a:gd name="connsiteX446" fmla="*/ 963856 w 1023044"/>
              <a:gd name="connsiteY446" fmla="*/ 262313 h 1320973"/>
              <a:gd name="connsiteX447" fmla="*/ 964828 w 1023044"/>
              <a:gd name="connsiteY447" fmla="*/ 256605 h 1320973"/>
              <a:gd name="connsiteX448" fmla="*/ 963778 w 1023044"/>
              <a:gd name="connsiteY448" fmla="*/ 254104 h 1320973"/>
              <a:gd name="connsiteX449" fmla="*/ 963754 w 1023044"/>
              <a:gd name="connsiteY449" fmla="*/ 254104 h 1320973"/>
              <a:gd name="connsiteX450" fmla="*/ 963756 w 1023044"/>
              <a:gd name="connsiteY450" fmla="*/ 250701 h 1320973"/>
              <a:gd name="connsiteX451" fmla="*/ 963475 w 1023044"/>
              <a:gd name="connsiteY451" fmla="*/ 249543 h 1320973"/>
              <a:gd name="connsiteX452" fmla="*/ 962301 w 1023044"/>
              <a:gd name="connsiteY452" fmla="*/ 247202 h 1320973"/>
              <a:gd name="connsiteX453" fmla="*/ 960431 w 1023044"/>
              <a:gd name="connsiteY453" fmla="*/ 242174 h 1320973"/>
              <a:gd name="connsiteX454" fmla="*/ 957593 w 1023044"/>
              <a:gd name="connsiteY454" fmla="*/ 238810 h 1320973"/>
              <a:gd name="connsiteX455" fmla="*/ 953246 w 1023044"/>
              <a:gd name="connsiteY455" fmla="*/ 232875 h 1320973"/>
              <a:gd name="connsiteX456" fmla="*/ 952160 w 1023044"/>
              <a:gd name="connsiteY456" fmla="*/ 231573 h 1320973"/>
              <a:gd name="connsiteX457" fmla="*/ 950180 w 1023044"/>
              <a:gd name="connsiteY457" fmla="*/ 229992 h 1320973"/>
              <a:gd name="connsiteX458" fmla="*/ 944090 w 1023044"/>
              <a:gd name="connsiteY458" fmla="*/ 225644 h 1320973"/>
              <a:gd name="connsiteX459" fmla="*/ 944066 w 1023044"/>
              <a:gd name="connsiteY459" fmla="*/ 225644 h 1320973"/>
              <a:gd name="connsiteX460" fmla="*/ 938720 w 1023044"/>
              <a:gd name="connsiteY460" fmla="*/ 218354 h 1320973"/>
              <a:gd name="connsiteX461" fmla="*/ 927669 w 1023044"/>
              <a:gd name="connsiteY461" fmla="*/ 215318 h 1320973"/>
              <a:gd name="connsiteX462" fmla="*/ 916376 w 1023044"/>
              <a:gd name="connsiteY462" fmla="*/ 212282 h 1320973"/>
              <a:gd name="connsiteX463" fmla="*/ 912004 w 1023044"/>
              <a:gd name="connsiteY463" fmla="*/ 210703 h 1320973"/>
              <a:gd name="connsiteX464" fmla="*/ 892503 w 1023044"/>
              <a:gd name="connsiteY464" fmla="*/ 203919 h 1320973"/>
              <a:gd name="connsiteX465" fmla="*/ 892479 w 1023044"/>
              <a:gd name="connsiteY465" fmla="*/ 203919 h 1320973"/>
              <a:gd name="connsiteX466" fmla="*/ 892365 w 1023044"/>
              <a:gd name="connsiteY466" fmla="*/ 203850 h 1320973"/>
              <a:gd name="connsiteX467" fmla="*/ 890381 w 1023044"/>
              <a:gd name="connsiteY467" fmla="*/ 202905 h 1320973"/>
              <a:gd name="connsiteX468" fmla="*/ 889414 w 1023044"/>
              <a:gd name="connsiteY468" fmla="*/ 202398 h 1320973"/>
              <a:gd name="connsiteX469" fmla="*/ 886313 w 1023044"/>
              <a:gd name="connsiteY469" fmla="*/ 201894 h 1320973"/>
              <a:gd name="connsiteX470" fmla="*/ 886290 w 1023044"/>
              <a:gd name="connsiteY470" fmla="*/ 201894 h 1320973"/>
              <a:gd name="connsiteX471" fmla="*/ 885896 w 1023044"/>
              <a:gd name="connsiteY471" fmla="*/ 201475 h 1320973"/>
              <a:gd name="connsiteX472" fmla="*/ 876060 w 1023044"/>
              <a:gd name="connsiteY472" fmla="*/ 195281 h 1320973"/>
              <a:gd name="connsiteX473" fmla="*/ 866119 w 1023044"/>
              <a:gd name="connsiteY473" fmla="*/ 191849 h 1320973"/>
              <a:gd name="connsiteX474" fmla="*/ 863431 w 1023044"/>
              <a:gd name="connsiteY474" fmla="*/ 192124 h 1320973"/>
              <a:gd name="connsiteX475" fmla="*/ 861528 w 1023044"/>
              <a:gd name="connsiteY475" fmla="*/ 192258 h 1320973"/>
              <a:gd name="connsiteX476" fmla="*/ 836837 w 1023044"/>
              <a:gd name="connsiteY476" fmla="*/ 184231 h 1320973"/>
              <a:gd name="connsiteX477" fmla="*/ 830401 w 1023044"/>
              <a:gd name="connsiteY477" fmla="*/ 181923 h 1320973"/>
              <a:gd name="connsiteX478" fmla="*/ 818621 w 1023044"/>
              <a:gd name="connsiteY478" fmla="*/ 176945 h 1320973"/>
              <a:gd name="connsiteX479" fmla="*/ 792392 w 1023044"/>
              <a:gd name="connsiteY479" fmla="*/ 166137 h 1320973"/>
              <a:gd name="connsiteX480" fmla="*/ 784013 w 1023044"/>
              <a:gd name="connsiteY480" fmla="*/ 163466 h 1320973"/>
              <a:gd name="connsiteX481" fmla="*/ 775391 w 1023044"/>
              <a:gd name="connsiteY481" fmla="*/ 160673 h 1320973"/>
              <a:gd name="connsiteX482" fmla="*/ 760698 w 1023044"/>
              <a:gd name="connsiteY482" fmla="*/ 155815 h 1320973"/>
              <a:gd name="connsiteX483" fmla="*/ 745518 w 1023044"/>
              <a:gd name="connsiteY483" fmla="*/ 150715 h 1320973"/>
              <a:gd name="connsiteX484" fmla="*/ 737625 w 1023044"/>
              <a:gd name="connsiteY484" fmla="*/ 147922 h 1320973"/>
              <a:gd name="connsiteX485" fmla="*/ 709695 w 1023044"/>
              <a:gd name="connsiteY485" fmla="*/ 140029 h 1320973"/>
              <a:gd name="connsiteX486" fmla="*/ 696823 w 1023044"/>
              <a:gd name="connsiteY486" fmla="*/ 138086 h 1320973"/>
              <a:gd name="connsiteX487" fmla="*/ 690281 w 1023044"/>
              <a:gd name="connsiteY487" fmla="*/ 137448 h 1320973"/>
              <a:gd name="connsiteX488" fmla="*/ 682009 w 1023044"/>
              <a:gd name="connsiteY488" fmla="*/ 138086 h 1320973"/>
              <a:gd name="connsiteX489" fmla="*/ 673129 w 1023044"/>
              <a:gd name="connsiteY489" fmla="*/ 138582 h 1320973"/>
              <a:gd name="connsiteX490" fmla="*/ 623477 w 1023044"/>
              <a:gd name="connsiteY490" fmla="*/ 131650 h 1320973"/>
              <a:gd name="connsiteX491" fmla="*/ 597976 w 1023044"/>
              <a:gd name="connsiteY491" fmla="*/ 127036 h 1320973"/>
              <a:gd name="connsiteX492" fmla="*/ 595973 w 1023044"/>
              <a:gd name="connsiteY492" fmla="*/ 127010 h 1320973"/>
              <a:gd name="connsiteX493" fmla="*/ 560453 w 1023044"/>
              <a:gd name="connsiteY493" fmla="*/ 129343 h 1320973"/>
              <a:gd name="connsiteX494" fmla="*/ 556214 w 1023044"/>
              <a:gd name="connsiteY494" fmla="*/ 129751 h 1320973"/>
              <a:gd name="connsiteX495" fmla="*/ 538474 w 1023044"/>
              <a:gd name="connsiteY495" fmla="*/ 127036 h 1320973"/>
              <a:gd name="connsiteX496" fmla="*/ 504987 w 1023044"/>
              <a:gd name="connsiteY496" fmla="*/ 122296 h 1320973"/>
              <a:gd name="connsiteX497" fmla="*/ 504472 w 1023044"/>
              <a:gd name="connsiteY497" fmla="*/ 122300 h 1320973"/>
              <a:gd name="connsiteX498" fmla="*/ 465249 w 1023044"/>
              <a:gd name="connsiteY498" fmla="*/ 129829 h 1320973"/>
              <a:gd name="connsiteX499" fmla="*/ 433433 w 1023044"/>
              <a:gd name="connsiteY499" fmla="*/ 140029 h 1320973"/>
              <a:gd name="connsiteX500" fmla="*/ 425419 w 1023044"/>
              <a:gd name="connsiteY500" fmla="*/ 141243 h 1320973"/>
              <a:gd name="connsiteX501" fmla="*/ 423017 w 1023044"/>
              <a:gd name="connsiteY501" fmla="*/ 141527 h 1320973"/>
              <a:gd name="connsiteX502" fmla="*/ 420804 w 1023044"/>
              <a:gd name="connsiteY502" fmla="*/ 140758 h 1320973"/>
              <a:gd name="connsiteX503" fmla="*/ 414275 w 1023044"/>
              <a:gd name="connsiteY503" fmla="*/ 139451 h 1320973"/>
              <a:gd name="connsiteX504" fmla="*/ 404896 w 1023044"/>
              <a:gd name="connsiteY504" fmla="*/ 140879 h 1320973"/>
              <a:gd name="connsiteX505" fmla="*/ 402441 w 1023044"/>
              <a:gd name="connsiteY505" fmla="*/ 141618 h 1320973"/>
              <a:gd name="connsiteX506" fmla="*/ 399675 w 1023044"/>
              <a:gd name="connsiteY506" fmla="*/ 139300 h 1320973"/>
              <a:gd name="connsiteX507" fmla="*/ 393239 w 1023044"/>
              <a:gd name="connsiteY507" fmla="*/ 120235 h 1320973"/>
              <a:gd name="connsiteX508" fmla="*/ 392024 w 1023044"/>
              <a:gd name="connsiteY508" fmla="*/ 105906 h 1320973"/>
              <a:gd name="connsiteX509" fmla="*/ 389717 w 1023044"/>
              <a:gd name="connsiteY509" fmla="*/ 82955 h 1320973"/>
              <a:gd name="connsiteX510" fmla="*/ 387774 w 1023044"/>
              <a:gd name="connsiteY510" fmla="*/ 62918 h 1320973"/>
              <a:gd name="connsiteX511" fmla="*/ 369559 w 1023044"/>
              <a:gd name="connsiteY511" fmla="*/ 23331 h 1320973"/>
              <a:gd name="connsiteX512" fmla="*/ 342115 w 1023044"/>
              <a:gd name="connsiteY512" fmla="*/ 3173 h 1320973"/>
              <a:gd name="connsiteX513" fmla="*/ 332400 w 1023044"/>
              <a:gd name="connsiteY513" fmla="*/ 987 h 1320973"/>
              <a:gd name="connsiteX514" fmla="*/ 320390 w 1023044"/>
              <a:gd name="connsiteY514" fmla="*/ 0 h 1320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</a:cxnLst>
            <a:rect l="l" t="t" r="r" b="b"/>
            <a:pathLst>
              <a:path w="1023044" h="1320973">
                <a:moveTo>
                  <a:pt x="46648" y="221191"/>
                </a:moveTo>
                <a:cubicBezTo>
                  <a:pt x="46838" y="221191"/>
                  <a:pt x="47056" y="221259"/>
                  <a:pt x="47274" y="221390"/>
                </a:cubicBezTo>
                <a:cubicBezTo>
                  <a:pt x="48002" y="221754"/>
                  <a:pt x="48488" y="222725"/>
                  <a:pt x="48488" y="223333"/>
                </a:cubicBezTo>
                <a:cubicBezTo>
                  <a:pt x="48488" y="223800"/>
                  <a:pt x="48288" y="224017"/>
                  <a:pt x="47953" y="224017"/>
                </a:cubicBezTo>
                <a:cubicBezTo>
                  <a:pt x="47765" y="224017"/>
                  <a:pt x="47535" y="223949"/>
                  <a:pt x="47274" y="223818"/>
                </a:cubicBezTo>
                <a:cubicBezTo>
                  <a:pt x="46667" y="223454"/>
                  <a:pt x="46059" y="222483"/>
                  <a:pt x="46059" y="221875"/>
                </a:cubicBezTo>
                <a:cubicBezTo>
                  <a:pt x="46059" y="221408"/>
                  <a:pt x="46309" y="221191"/>
                  <a:pt x="46648" y="221191"/>
                </a:cubicBezTo>
                <a:close/>
                <a:moveTo>
                  <a:pt x="48609" y="225670"/>
                </a:moveTo>
                <a:cubicBezTo>
                  <a:pt x="48837" y="225670"/>
                  <a:pt x="49497" y="226794"/>
                  <a:pt x="51402" y="229890"/>
                </a:cubicBezTo>
                <a:lnTo>
                  <a:pt x="53467" y="233533"/>
                </a:lnTo>
                <a:lnTo>
                  <a:pt x="51038" y="230618"/>
                </a:lnTo>
                <a:cubicBezTo>
                  <a:pt x="49581" y="229040"/>
                  <a:pt x="48488" y="227218"/>
                  <a:pt x="48488" y="226490"/>
                </a:cubicBezTo>
                <a:cubicBezTo>
                  <a:pt x="48488" y="225985"/>
                  <a:pt x="48488" y="225670"/>
                  <a:pt x="48609" y="225670"/>
                </a:cubicBezTo>
                <a:close/>
                <a:moveTo>
                  <a:pt x="56165" y="237808"/>
                </a:moveTo>
                <a:cubicBezTo>
                  <a:pt x="56492" y="237808"/>
                  <a:pt x="56983" y="238463"/>
                  <a:pt x="57474" y="239726"/>
                </a:cubicBezTo>
                <a:cubicBezTo>
                  <a:pt x="57756" y="240479"/>
                  <a:pt x="57747" y="240940"/>
                  <a:pt x="57390" y="240940"/>
                </a:cubicBezTo>
                <a:cubicBezTo>
                  <a:pt x="57286" y="240940"/>
                  <a:pt x="57152" y="240901"/>
                  <a:pt x="56988" y="240819"/>
                </a:cubicBezTo>
                <a:cubicBezTo>
                  <a:pt x="56260" y="240455"/>
                  <a:pt x="55774" y="239605"/>
                  <a:pt x="55774" y="238876"/>
                </a:cubicBezTo>
                <a:cubicBezTo>
                  <a:pt x="55774" y="238158"/>
                  <a:pt x="55926" y="237808"/>
                  <a:pt x="56165" y="237808"/>
                </a:cubicBezTo>
                <a:close/>
                <a:moveTo>
                  <a:pt x="58593" y="242666"/>
                </a:moveTo>
                <a:cubicBezTo>
                  <a:pt x="58921" y="242666"/>
                  <a:pt x="59412" y="243321"/>
                  <a:pt x="59903" y="244584"/>
                </a:cubicBezTo>
                <a:cubicBezTo>
                  <a:pt x="60185" y="245336"/>
                  <a:pt x="60176" y="245797"/>
                  <a:pt x="59818" y="245797"/>
                </a:cubicBezTo>
                <a:cubicBezTo>
                  <a:pt x="59714" y="245797"/>
                  <a:pt x="59581" y="245758"/>
                  <a:pt x="59417" y="245676"/>
                </a:cubicBezTo>
                <a:cubicBezTo>
                  <a:pt x="58688" y="245312"/>
                  <a:pt x="58203" y="244462"/>
                  <a:pt x="58203" y="243734"/>
                </a:cubicBezTo>
                <a:cubicBezTo>
                  <a:pt x="58203" y="243016"/>
                  <a:pt x="58354" y="242666"/>
                  <a:pt x="58593" y="242666"/>
                </a:cubicBezTo>
                <a:close/>
                <a:moveTo>
                  <a:pt x="61134" y="247711"/>
                </a:moveTo>
                <a:cubicBezTo>
                  <a:pt x="61206" y="247711"/>
                  <a:pt x="61283" y="247760"/>
                  <a:pt x="61360" y="247862"/>
                </a:cubicBezTo>
                <a:cubicBezTo>
                  <a:pt x="61724" y="248226"/>
                  <a:pt x="61846" y="249319"/>
                  <a:pt x="61481" y="250170"/>
                </a:cubicBezTo>
                <a:cubicBezTo>
                  <a:pt x="61342" y="250542"/>
                  <a:pt x="61202" y="250718"/>
                  <a:pt x="61083" y="250718"/>
                </a:cubicBezTo>
                <a:cubicBezTo>
                  <a:pt x="60891" y="250718"/>
                  <a:pt x="60753" y="250264"/>
                  <a:pt x="60753" y="249441"/>
                </a:cubicBezTo>
                <a:cubicBezTo>
                  <a:pt x="60657" y="248387"/>
                  <a:pt x="60864" y="247711"/>
                  <a:pt x="61134" y="247711"/>
                </a:cubicBezTo>
                <a:close/>
                <a:moveTo>
                  <a:pt x="888995" y="1163125"/>
                </a:moveTo>
                <a:cubicBezTo>
                  <a:pt x="890277" y="1163125"/>
                  <a:pt x="892226" y="1164000"/>
                  <a:pt x="893911" y="1165538"/>
                </a:cubicBezTo>
                <a:cubicBezTo>
                  <a:pt x="895368" y="1166874"/>
                  <a:pt x="896096" y="1168331"/>
                  <a:pt x="895732" y="1168817"/>
                </a:cubicBezTo>
                <a:cubicBezTo>
                  <a:pt x="895558" y="1168948"/>
                  <a:pt x="895399" y="1169016"/>
                  <a:pt x="895267" y="1169016"/>
                </a:cubicBezTo>
                <a:cubicBezTo>
                  <a:pt x="895032" y="1169016"/>
                  <a:pt x="894882" y="1168798"/>
                  <a:pt x="894882" y="1168331"/>
                </a:cubicBezTo>
                <a:cubicBezTo>
                  <a:pt x="894882" y="1167602"/>
                  <a:pt x="893303" y="1166752"/>
                  <a:pt x="891239" y="1166266"/>
                </a:cubicBezTo>
                <a:cubicBezTo>
                  <a:pt x="889296" y="1165902"/>
                  <a:pt x="887596" y="1165052"/>
                  <a:pt x="887596" y="1164324"/>
                </a:cubicBezTo>
                <a:cubicBezTo>
                  <a:pt x="887596" y="1163504"/>
                  <a:pt x="888151" y="1163125"/>
                  <a:pt x="888995" y="1163125"/>
                </a:cubicBezTo>
                <a:close/>
                <a:moveTo>
                  <a:pt x="914311" y="1206218"/>
                </a:moveTo>
                <a:lnTo>
                  <a:pt x="916619" y="1211076"/>
                </a:lnTo>
                <a:cubicBezTo>
                  <a:pt x="917954" y="1213747"/>
                  <a:pt x="919412" y="1217390"/>
                  <a:pt x="919776" y="1219211"/>
                </a:cubicBezTo>
                <a:cubicBezTo>
                  <a:pt x="920262" y="1221276"/>
                  <a:pt x="920140" y="1222612"/>
                  <a:pt x="919412" y="1222612"/>
                </a:cubicBezTo>
                <a:cubicBezTo>
                  <a:pt x="917833" y="1222612"/>
                  <a:pt x="915769" y="1217269"/>
                  <a:pt x="914919" y="1211076"/>
                </a:cubicBezTo>
                <a:lnTo>
                  <a:pt x="914311" y="1206218"/>
                </a:lnTo>
                <a:close/>
                <a:moveTo>
                  <a:pt x="320390" y="0"/>
                </a:moveTo>
                <a:cubicBezTo>
                  <a:pt x="315696" y="0"/>
                  <a:pt x="310864" y="364"/>
                  <a:pt x="307142" y="1109"/>
                </a:cubicBezTo>
                <a:cubicBezTo>
                  <a:pt x="283705" y="5966"/>
                  <a:pt x="276419" y="8880"/>
                  <a:pt x="262576" y="18959"/>
                </a:cubicBezTo>
                <a:cubicBezTo>
                  <a:pt x="249461" y="28553"/>
                  <a:pt x="247882" y="30010"/>
                  <a:pt x="241932" y="38996"/>
                </a:cubicBezTo>
                <a:cubicBezTo>
                  <a:pt x="236710" y="46768"/>
                  <a:pt x="236103" y="48468"/>
                  <a:pt x="235739" y="55754"/>
                </a:cubicBezTo>
                <a:cubicBezTo>
                  <a:pt x="235253" y="62675"/>
                  <a:pt x="235618" y="64133"/>
                  <a:pt x="237803" y="66197"/>
                </a:cubicBezTo>
                <a:cubicBezTo>
                  <a:pt x="240111" y="68383"/>
                  <a:pt x="240354" y="69354"/>
                  <a:pt x="239504" y="75790"/>
                </a:cubicBezTo>
                <a:cubicBezTo>
                  <a:pt x="239018" y="79676"/>
                  <a:pt x="238775" y="88784"/>
                  <a:pt x="238896" y="96070"/>
                </a:cubicBezTo>
                <a:cubicBezTo>
                  <a:pt x="239139" y="109185"/>
                  <a:pt x="240475" y="113921"/>
                  <a:pt x="246668" y="122664"/>
                </a:cubicBezTo>
                <a:cubicBezTo>
                  <a:pt x="247882" y="124364"/>
                  <a:pt x="247761" y="125943"/>
                  <a:pt x="245939" y="130557"/>
                </a:cubicBezTo>
                <a:cubicBezTo>
                  <a:pt x="241325" y="142336"/>
                  <a:pt x="242297" y="147679"/>
                  <a:pt x="249825" y="150472"/>
                </a:cubicBezTo>
                <a:cubicBezTo>
                  <a:pt x="251283" y="151079"/>
                  <a:pt x="253104" y="152901"/>
                  <a:pt x="253711" y="154601"/>
                </a:cubicBezTo>
                <a:cubicBezTo>
                  <a:pt x="254318" y="156301"/>
                  <a:pt x="256261" y="158244"/>
                  <a:pt x="257840" y="158851"/>
                </a:cubicBezTo>
                <a:cubicBezTo>
                  <a:pt x="260147" y="159701"/>
                  <a:pt x="260997" y="161158"/>
                  <a:pt x="261605" y="164559"/>
                </a:cubicBezTo>
                <a:cubicBezTo>
                  <a:pt x="261969" y="167109"/>
                  <a:pt x="262819" y="171480"/>
                  <a:pt x="263547" y="174273"/>
                </a:cubicBezTo>
                <a:cubicBezTo>
                  <a:pt x="264155" y="177066"/>
                  <a:pt x="264640" y="181923"/>
                  <a:pt x="264640" y="185202"/>
                </a:cubicBezTo>
                <a:cubicBezTo>
                  <a:pt x="264640" y="196479"/>
                  <a:pt x="269801" y="202344"/>
                  <a:pt x="279351" y="202344"/>
                </a:cubicBezTo>
                <a:cubicBezTo>
                  <a:pt x="283067" y="202344"/>
                  <a:pt x="287448" y="201456"/>
                  <a:pt x="292449" y="199653"/>
                </a:cubicBezTo>
                <a:cubicBezTo>
                  <a:pt x="299479" y="197197"/>
                  <a:pt x="307099" y="195804"/>
                  <a:pt x="312797" y="195804"/>
                </a:cubicBezTo>
                <a:cubicBezTo>
                  <a:pt x="315268" y="195804"/>
                  <a:pt x="317378" y="196066"/>
                  <a:pt x="318921" y="196617"/>
                </a:cubicBezTo>
                <a:cubicBezTo>
                  <a:pt x="324993" y="198681"/>
                  <a:pt x="331793" y="210825"/>
                  <a:pt x="333736" y="222968"/>
                </a:cubicBezTo>
                <a:cubicBezTo>
                  <a:pt x="334708" y="229162"/>
                  <a:pt x="334586" y="229525"/>
                  <a:pt x="331065" y="232440"/>
                </a:cubicBezTo>
                <a:cubicBezTo>
                  <a:pt x="329122" y="234140"/>
                  <a:pt x="324872" y="236812"/>
                  <a:pt x="321836" y="238390"/>
                </a:cubicBezTo>
                <a:cubicBezTo>
                  <a:pt x="309328" y="244947"/>
                  <a:pt x="298642" y="253205"/>
                  <a:pt x="290749" y="262677"/>
                </a:cubicBezTo>
                <a:cubicBezTo>
                  <a:pt x="273626" y="283200"/>
                  <a:pt x="268769" y="292914"/>
                  <a:pt x="262819" y="317565"/>
                </a:cubicBezTo>
                <a:cubicBezTo>
                  <a:pt x="261119" y="324730"/>
                  <a:pt x="259297" y="331773"/>
                  <a:pt x="258933" y="332987"/>
                </a:cubicBezTo>
                <a:cubicBezTo>
                  <a:pt x="258569" y="334202"/>
                  <a:pt x="256019" y="337602"/>
                  <a:pt x="253225" y="340395"/>
                </a:cubicBezTo>
                <a:cubicBezTo>
                  <a:pt x="242782" y="351081"/>
                  <a:pt x="242539" y="351567"/>
                  <a:pt x="243389" y="356545"/>
                </a:cubicBezTo>
                <a:cubicBezTo>
                  <a:pt x="243997" y="360310"/>
                  <a:pt x="243511" y="362010"/>
                  <a:pt x="240475" y="366503"/>
                </a:cubicBezTo>
                <a:cubicBezTo>
                  <a:pt x="238411" y="369539"/>
                  <a:pt x="236710" y="372575"/>
                  <a:pt x="236710" y="373182"/>
                </a:cubicBezTo>
                <a:cubicBezTo>
                  <a:pt x="236710" y="373911"/>
                  <a:pt x="234039" y="378768"/>
                  <a:pt x="230639" y="384111"/>
                </a:cubicBezTo>
                <a:cubicBezTo>
                  <a:pt x="227360" y="389333"/>
                  <a:pt x="224446" y="394190"/>
                  <a:pt x="224203" y="394797"/>
                </a:cubicBezTo>
                <a:cubicBezTo>
                  <a:pt x="224150" y="394956"/>
                  <a:pt x="223888" y="395027"/>
                  <a:pt x="223469" y="395027"/>
                </a:cubicBezTo>
                <a:cubicBezTo>
                  <a:pt x="221001" y="395027"/>
                  <a:pt x="213094" y="392537"/>
                  <a:pt x="210602" y="390669"/>
                </a:cubicBezTo>
                <a:cubicBezTo>
                  <a:pt x="209995" y="390183"/>
                  <a:pt x="205866" y="388725"/>
                  <a:pt x="201495" y="387390"/>
                </a:cubicBezTo>
                <a:cubicBezTo>
                  <a:pt x="197123" y="386054"/>
                  <a:pt x="190080" y="383504"/>
                  <a:pt x="185708" y="381682"/>
                </a:cubicBezTo>
                <a:cubicBezTo>
                  <a:pt x="181337" y="379982"/>
                  <a:pt x="175386" y="377675"/>
                  <a:pt x="172351" y="376582"/>
                </a:cubicBezTo>
                <a:cubicBezTo>
                  <a:pt x="169315" y="375611"/>
                  <a:pt x="164457" y="372818"/>
                  <a:pt x="161422" y="370389"/>
                </a:cubicBezTo>
                <a:cubicBezTo>
                  <a:pt x="149521" y="360674"/>
                  <a:pt x="114062" y="322787"/>
                  <a:pt x="114062" y="319630"/>
                </a:cubicBezTo>
                <a:cubicBezTo>
                  <a:pt x="114062" y="318658"/>
                  <a:pt x="115520" y="311372"/>
                  <a:pt x="117220" y="303236"/>
                </a:cubicBezTo>
                <a:cubicBezTo>
                  <a:pt x="119648" y="291821"/>
                  <a:pt x="120134" y="286721"/>
                  <a:pt x="119527" y="280771"/>
                </a:cubicBezTo>
                <a:cubicBezTo>
                  <a:pt x="118555" y="271785"/>
                  <a:pt x="121227" y="262070"/>
                  <a:pt x="125720" y="258063"/>
                </a:cubicBezTo>
                <a:cubicBezTo>
                  <a:pt x="127299" y="256727"/>
                  <a:pt x="128634" y="254298"/>
                  <a:pt x="128634" y="252841"/>
                </a:cubicBezTo>
                <a:cubicBezTo>
                  <a:pt x="128634" y="249562"/>
                  <a:pt x="124384" y="246283"/>
                  <a:pt x="120134" y="246283"/>
                </a:cubicBezTo>
                <a:cubicBezTo>
                  <a:pt x="115641" y="246283"/>
                  <a:pt x="106533" y="249805"/>
                  <a:pt x="104712" y="252112"/>
                </a:cubicBezTo>
                <a:cubicBezTo>
                  <a:pt x="100340" y="257455"/>
                  <a:pt x="99247" y="259884"/>
                  <a:pt x="98519" y="265227"/>
                </a:cubicBezTo>
                <a:lnTo>
                  <a:pt x="97669" y="270935"/>
                </a:lnTo>
                <a:lnTo>
                  <a:pt x="92811" y="266199"/>
                </a:lnTo>
                <a:cubicBezTo>
                  <a:pt x="88318" y="261827"/>
                  <a:pt x="80304" y="247619"/>
                  <a:pt x="78239" y="240212"/>
                </a:cubicBezTo>
                <a:cubicBezTo>
                  <a:pt x="77146" y="236326"/>
                  <a:pt x="68403" y="220782"/>
                  <a:pt x="63667" y="214346"/>
                </a:cubicBezTo>
                <a:cubicBezTo>
                  <a:pt x="61239" y="211189"/>
                  <a:pt x="58446" y="208882"/>
                  <a:pt x="55896" y="208153"/>
                </a:cubicBezTo>
                <a:cubicBezTo>
                  <a:pt x="54641" y="207777"/>
                  <a:pt x="53732" y="207559"/>
                  <a:pt x="52975" y="207559"/>
                </a:cubicBezTo>
                <a:cubicBezTo>
                  <a:pt x="51535" y="207559"/>
                  <a:pt x="50646" y="208349"/>
                  <a:pt x="48974" y="210339"/>
                </a:cubicBezTo>
                <a:cubicBezTo>
                  <a:pt x="47395" y="212161"/>
                  <a:pt x="46059" y="215075"/>
                  <a:pt x="46059" y="216775"/>
                </a:cubicBezTo>
                <a:cubicBezTo>
                  <a:pt x="46059" y="218151"/>
                  <a:pt x="46036" y="218904"/>
                  <a:pt x="45659" y="218904"/>
                </a:cubicBezTo>
                <a:cubicBezTo>
                  <a:pt x="45169" y="218904"/>
                  <a:pt x="44086" y="217641"/>
                  <a:pt x="41688" y="214832"/>
                </a:cubicBezTo>
                <a:cubicBezTo>
                  <a:pt x="38333" y="210970"/>
                  <a:pt x="37191" y="210000"/>
                  <a:pt x="34202" y="210000"/>
                </a:cubicBezTo>
                <a:cubicBezTo>
                  <a:pt x="33620" y="210000"/>
                  <a:pt x="32968" y="210037"/>
                  <a:pt x="32216" y="210096"/>
                </a:cubicBezTo>
                <a:cubicBezTo>
                  <a:pt x="27601" y="210461"/>
                  <a:pt x="27116" y="210825"/>
                  <a:pt x="26144" y="214711"/>
                </a:cubicBezTo>
                <a:cubicBezTo>
                  <a:pt x="25173" y="218597"/>
                  <a:pt x="25780" y="220297"/>
                  <a:pt x="31973" y="232197"/>
                </a:cubicBezTo>
                <a:cubicBezTo>
                  <a:pt x="35738" y="239483"/>
                  <a:pt x="38652" y="245555"/>
                  <a:pt x="38409" y="245919"/>
                </a:cubicBezTo>
                <a:cubicBezTo>
                  <a:pt x="38399" y="245926"/>
                  <a:pt x="38386" y="245930"/>
                  <a:pt x="38372" y="245930"/>
                </a:cubicBezTo>
                <a:cubicBezTo>
                  <a:pt x="37897" y="245930"/>
                  <a:pt x="35414" y="242004"/>
                  <a:pt x="32702" y="236933"/>
                </a:cubicBezTo>
                <a:cubicBezTo>
                  <a:pt x="26391" y="225041"/>
                  <a:pt x="24689" y="223214"/>
                  <a:pt x="20445" y="223211"/>
                </a:cubicBezTo>
                <a:lnTo>
                  <a:pt x="20431" y="223211"/>
                </a:lnTo>
                <a:cubicBezTo>
                  <a:pt x="11452" y="223218"/>
                  <a:pt x="14003" y="239123"/>
                  <a:pt x="25537" y="255148"/>
                </a:cubicBezTo>
                <a:cubicBezTo>
                  <a:pt x="27480" y="257820"/>
                  <a:pt x="29059" y="260491"/>
                  <a:pt x="29059" y="260977"/>
                </a:cubicBezTo>
                <a:cubicBezTo>
                  <a:pt x="29059" y="261463"/>
                  <a:pt x="30637" y="264377"/>
                  <a:pt x="32702" y="267292"/>
                </a:cubicBezTo>
                <a:cubicBezTo>
                  <a:pt x="38045" y="275185"/>
                  <a:pt x="39259" y="279071"/>
                  <a:pt x="37195" y="281256"/>
                </a:cubicBezTo>
                <a:cubicBezTo>
                  <a:pt x="36648" y="281778"/>
                  <a:pt x="35977" y="282047"/>
                  <a:pt x="35154" y="282047"/>
                </a:cubicBezTo>
                <a:cubicBezTo>
                  <a:pt x="32141" y="282047"/>
                  <a:pt x="27078" y="278435"/>
                  <a:pt x="18494" y="270327"/>
                </a:cubicBezTo>
                <a:cubicBezTo>
                  <a:pt x="11550" y="263817"/>
                  <a:pt x="9453" y="262252"/>
                  <a:pt x="6747" y="262252"/>
                </a:cubicBezTo>
                <a:cubicBezTo>
                  <a:pt x="6424" y="262252"/>
                  <a:pt x="6093" y="262274"/>
                  <a:pt x="5743" y="262313"/>
                </a:cubicBezTo>
                <a:cubicBezTo>
                  <a:pt x="1129" y="262677"/>
                  <a:pt x="-935" y="266806"/>
                  <a:pt x="400" y="272270"/>
                </a:cubicBezTo>
                <a:cubicBezTo>
                  <a:pt x="1736" y="277614"/>
                  <a:pt x="15458" y="290121"/>
                  <a:pt x="25051" y="294857"/>
                </a:cubicBezTo>
                <a:cubicBezTo>
                  <a:pt x="31487" y="298014"/>
                  <a:pt x="34159" y="300079"/>
                  <a:pt x="35859" y="303236"/>
                </a:cubicBezTo>
                <a:cubicBezTo>
                  <a:pt x="37195" y="305665"/>
                  <a:pt x="39016" y="308458"/>
                  <a:pt x="39988" y="309429"/>
                </a:cubicBezTo>
                <a:cubicBezTo>
                  <a:pt x="43023" y="312586"/>
                  <a:pt x="48610" y="320358"/>
                  <a:pt x="47881" y="320358"/>
                </a:cubicBezTo>
                <a:cubicBezTo>
                  <a:pt x="47517" y="320358"/>
                  <a:pt x="48245" y="321573"/>
                  <a:pt x="49702" y="323030"/>
                </a:cubicBezTo>
                <a:cubicBezTo>
                  <a:pt x="51038" y="324487"/>
                  <a:pt x="52131" y="326066"/>
                  <a:pt x="52131" y="326552"/>
                </a:cubicBezTo>
                <a:cubicBezTo>
                  <a:pt x="52131" y="327037"/>
                  <a:pt x="53345" y="328858"/>
                  <a:pt x="54924" y="330680"/>
                </a:cubicBezTo>
                <a:cubicBezTo>
                  <a:pt x="60027" y="336760"/>
                  <a:pt x="62509" y="339540"/>
                  <a:pt x="62977" y="339540"/>
                </a:cubicBezTo>
                <a:cubicBezTo>
                  <a:pt x="63033" y="339540"/>
                  <a:pt x="63060" y="339500"/>
                  <a:pt x="63060" y="339423"/>
                </a:cubicBezTo>
                <a:cubicBezTo>
                  <a:pt x="63060" y="339407"/>
                  <a:pt x="63068" y="339399"/>
                  <a:pt x="63083" y="339399"/>
                </a:cubicBezTo>
                <a:cubicBezTo>
                  <a:pt x="63749" y="339399"/>
                  <a:pt x="78935" y="354955"/>
                  <a:pt x="82854" y="359824"/>
                </a:cubicBezTo>
                <a:cubicBezTo>
                  <a:pt x="86983" y="365046"/>
                  <a:pt x="98762" y="382411"/>
                  <a:pt x="102648" y="389211"/>
                </a:cubicBezTo>
                <a:cubicBezTo>
                  <a:pt x="104469" y="392490"/>
                  <a:pt x="110419" y="400262"/>
                  <a:pt x="115884" y="406576"/>
                </a:cubicBezTo>
                <a:cubicBezTo>
                  <a:pt x="121227" y="412891"/>
                  <a:pt x="126570" y="419327"/>
                  <a:pt x="127663" y="420905"/>
                </a:cubicBezTo>
                <a:cubicBezTo>
                  <a:pt x="128634" y="422484"/>
                  <a:pt x="134099" y="428434"/>
                  <a:pt x="139685" y="434142"/>
                </a:cubicBezTo>
                <a:cubicBezTo>
                  <a:pt x="143541" y="438165"/>
                  <a:pt x="146934" y="442016"/>
                  <a:pt x="148706" y="444334"/>
                </a:cubicBezTo>
                <a:lnTo>
                  <a:pt x="148722" y="444334"/>
                </a:lnTo>
                <a:lnTo>
                  <a:pt x="163840" y="459769"/>
                </a:lnTo>
                <a:lnTo>
                  <a:pt x="163856" y="459769"/>
                </a:lnTo>
                <a:cubicBezTo>
                  <a:pt x="166894" y="462200"/>
                  <a:pt x="173204" y="467782"/>
                  <a:pt x="177815" y="472151"/>
                </a:cubicBezTo>
                <a:cubicBezTo>
                  <a:pt x="182551" y="476522"/>
                  <a:pt x="191051" y="483322"/>
                  <a:pt x="197002" y="487208"/>
                </a:cubicBezTo>
                <a:cubicBezTo>
                  <a:pt x="202830" y="491094"/>
                  <a:pt x="207566" y="494616"/>
                  <a:pt x="207566" y="495101"/>
                </a:cubicBezTo>
                <a:cubicBezTo>
                  <a:pt x="207566" y="495587"/>
                  <a:pt x="209631" y="497166"/>
                  <a:pt x="212302" y="498623"/>
                </a:cubicBezTo>
                <a:cubicBezTo>
                  <a:pt x="215265" y="500287"/>
                  <a:pt x="217806" y="501205"/>
                  <a:pt x="220449" y="501205"/>
                </a:cubicBezTo>
                <a:cubicBezTo>
                  <a:pt x="225715" y="501205"/>
                  <a:pt x="231380" y="497560"/>
                  <a:pt x="241568" y="488908"/>
                </a:cubicBezTo>
                <a:cubicBezTo>
                  <a:pt x="245697" y="485387"/>
                  <a:pt x="251040" y="481015"/>
                  <a:pt x="253347" y="479315"/>
                </a:cubicBezTo>
                <a:cubicBezTo>
                  <a:pt x="255533" y="477493"/>
                  <a:pt x="258933" y="473972"/>
                  <a:pt x="260754" y="471301"/>
                </a:cubicBezTo>
                <a:cubicBezTo>
                  <a:pt x="262576" y="468750"/>
                  <a:pt x="271319" y="459764"/>
                  <a:pt x="280305" y="451385"/>
                </a:cubicBezTo>
                <a:cubicBezTo>
                  <a:pt x="289291" y="443128"/>
                  <a:pt x="302285" y="429891"/>
                  <a:pt x="309328" y="422120"/>
                </a:cubicBezTo>
                <a:cubicBezTo>
                  <a:pt x="316250" y="414348"/>
                  <a:pt x="322929" y="407548"/>
                  <a:pt x="324143" y="407184"/>
                </a:cubicBezTo>
                <a:cubicBezTo>
                  <a:pt x="326329" y="406455"/>
                  <a:pt x="335679" y="395040"/>
                  <a:pt x="337015" y="391397"/>
                </a:cubicBezTo>
                <a:cubicBezTo>
                  <a:pt x="337466" y="390293"/>
                  <a:pt x="337918" y="389728"/>
                  <a:pt x="338413" y="389728"/>
                </a:cubicBezTo>
                <a:cubicBezTo>
                  <a:pt x="339115" y="389728"/>
                  <a:pt x="339903" y="390867"/>
                  <a:pt x="340901" y="393218"/>
                </a:cubicBezTo>
                <a:cubicBezTo>
                  <a:pt x="341872" y="395283"/>
                  <a:pt x="345029" y="400262"/>
                  <a:pt x="348065" y="404269"/>
                </a:cubicBezTo>
                <a:cubicBezTo>
                  <a:pt x="350980" y="408277"/>
                  <a:pt x="356444" y="417748"/>
                  <a:pt x="359966" y="425155"/>
                </a:cubicBezTo>
                <a:cubicBezTo>
                  <a:pt x="363609" y="432563"/>
                  <a:pt x="367009" y="438878"/>
                  <a:pt x="367495" y="439242"/>
                </a:cubicBezTo>
                <a:cubicBezTo>
                  <a:pt x="369073" y="440456"/>
                  <a:pt x="372717" y="447499"/>
                  <a:pt x="372717" y="449321"/>
                </a:cubicBezTo>
                <a:cubicBezTo>
                  <a:pt x="372717" y="450292"/>
                  <a:pt x="374781" y="455150"/>
                  <a:pt x="377331" y="460129"/>
                </a:cubicBezTo>
                <a:cubicBezTo>
                  <a:pt x="379881" y="465107"/>
                  <a:pt x="382917" y="471301"/>
                  <a:pt x="384010" y="473972"/>
                </a:cubicBezTo>
                <a:cubicBezTo>
                  <a:pt x="385224" y="476644"/>
                  <a:pt x="387531" y="481015"/>
                  <a:pt x="389110" y="483687"/>
                </a:cubicBezTo>
                <a:cubicBezTo>
                  <a:pt x="390810" y="486358"/>
                  <a:pt x="393846" y="491823"/>
                  <a:pt x="395910" y="495830"/>
                </a:cubicBezTo>
                <a:cubicBezTo>
                  <a:pt x="397975" y="499837"/>
                  <a:pt x="401496" y="505545"/>
                  <a:pt x="403682" y="508581"/>
                </a:cubicBezTo>
                <a:cubicBezTo>
                  <a:pt x="408782" y="515502"/>
                  <a:pt x="410847" y="522667"/>
                  <a:pt x="414004" y="543918"/>
                </a:cubicBezTo>
                <a:cubicBezTo>
                  <a:pt x="417161" y="564562"/>
                  <a:pt x="416918" y="568205"/>
                  <a:pt x="412790" y="569419"/>
                </a:cubicBezTo>
                <a:cubicBezTo>
                  <a:pt x="411089" y="569905"/>
                  <a:pt x="404532" y="571969"/>
                  <a:pt x="398217" y="573912"/>
                </a:cubicBezTo>
                <a:cubicBezTo>
                  <a:pt x="391903" y="575976"/>
                  <a:pt x="383160" y="578041"/>
                  <a:pt x="378788" y="578527"/>
                </a:cubicBezTo>
                <a:cubicBezTo>
                  <a:pt x="370288" y="579377"/>
                  <a:pt x="348187" y="586298"/>
                  <a:pt x="334465" y="592249"/>
                </a:cubicBezTo>
                <a:cubicBezTo>
                  <a:pt x="329850" y="594192"/>
                  <a:pt x="323536" y="596620"/>
                  <a:pt x="320500" y="597470"/>
                </a:cubicBezTo>
                <a:cubicBezTo>
                  <a:pt x="317172" y="598460"/>
                  <a:pt x="315843" y="599116"/>
                  <a:pt x="315476" y="600228"/>
                </a:cubicBezTo>
                <a:lnTo>
                  <a:pt x="315458" y="600228"/>
                </a:lnTo>
                <a:cubicBezTo>
                  <a:pt x="268334" y="617748"/>
                  <a:pt x="235348" y="633105"/>
                  <a:pt x="216498" y="646299"/>
                </a:cubicBezTo>
                <a:cubicBezTo>
                  <a:pt x="195321" y="660068"/>
                  <a:pt x="185200" y="677117"/>
                  <a:pt x="186137" y="697446"/>
                </a:cubicBezTo>
                <a:cubicBezTo>
                  <a:pt x="186805" y="714009"/>
                  <a:pt x="193531" y="732737"/>
                  <a:pt x="206317" y="753630"/>
                </a:cubicBezTo>
                <a:cubicBezTo>
                  <a:pt x="242196" y="809114"/>
                  <a:pt x="281687" y="863027"/>
                  <a:pt x="324789" y="915369"/>
                </a:cubicBezTo>
                <a:cubicBezTo>
                  <a:pt x="330118" y="922939"/>
                  <a:pt x="338507" y="940205"/>
                  <a:pt x="349956" y="967165"/>
                </a:cubicBezTo>
                <a:lnTo>
                  <a:pt x="349938" y="967165"/>
                </a:lnTo>
                <a:cubicBezTo>
                  <a:pt x="349578" y="967632"/>
                  <a:pt x="349290" y="967893"/>
                  <a:pt x="349005" y="967893"/>
                </a:cubicBezTo>
                <a:cubicBezTo>
                  <a:pt x="348408" y="967893"/>
                  <a:pt x="347824" y="966747"/>
                  <a:pt x="346608" y="963957"/>
                </a:cubicBezTo>
                <a:cubicBezTo>
                  <a:pt x="343937" y="958007"/>
                  <a:pt x="332036" y="945742"/>
                  <a:pt x="329000" y="945742"/>
                </a:cubicBezTo>
                <a:cubicBezTo>
                  <a:pt x="328272" y="945742"/>
                  <a:pt x="327786" y="945135"/>
                  <a:pt x="327786" y="944528"/>
                </a:cubicBezTo>
                <a:cubicBezTo>
                  <a:pt x="327786" y="943800"/>
                  <a:pt x="326450" y="943314"/>
                  <a:pt x="324750" y="943314"/>
                </a:cubicBezTo>
                <a:cubicBezTo>
                  <a:pt x="322443" y="943314"/>
                  <a:pt x="321714" y="943921"/>
                  <a:pt x="321714" y="946107"/>
                </a:cubicBezTo>
                <a:cubicBezTo>
                  <a:pt x="321714" y="948535"/>
                  <a:pt x="325357" y="953029"/>
                  <a:pt x="327300" y="953029"/>
                </a:cubicBezTo>
                <a:cubicBezTo>
                  <a:pt x="328393" y="953029"/>
                  <a:pt x="332643" y="958007"/>
                  <a:pt x="332643" y="959222"/>
                </a:cubicBezTo>
                <a:cubicBezTo>
                  <a:pt x="332643" y="959707"/>
                  <a:pt x="333372" y="960922"/>
                  <a:pt x="334222" y="961772"/>
                </a:cubicBezTo>
                <a:cubicBezTo>
                  <a:pt x="336651" y="964201"/>
                  <a:pt x="343208" y="976344"/>
                  <a:pt x="343937" y="979744"/>
                </a:cubicBezTo>
                <a:cubicBezTo>
                  <a:pt x="345029" y="984480"/>
                  <a:pt x="341144" y="991159"/>
                  <a:pt x="337136" y="991645"/>
                </a:cubicBezTo>
                <a:cubicBezTo>
                  <a:pt x="335315" y="991887"/>
                  <a:pt x="334100" y="992616"/>
                  <a:pt x="334465" y="993223"/>
                </a:cubicBezTo>
                <a:cubicBezTo>
                  <a:pt x="334950" y="993830"/>
                  <a:pt x="333372" y="994316"/>
                  <a:pt x="330943" y="994316"/>
                </a:cubicBezTo>
                <a:cubicBezTo>
                  <a:pt x="328636" y="994316"/>
                  <a:pt x="326572" y="993952"/>
                  <a:pt x="326329" y="993345"/>
                </a:cubicBezTo>
                <a:cubicBezTo>
                  <a:pt x="325722" y="992009"/>
                  <a:pt x="311271" y="987394"/>
                  <a:pt x="302406" y="985816"/>
                </a:cubicBezTo>
                <a:cubicBezTo>
                  <a:pt x="299349" y="985270"/>
                  <a:pt x="297421" y="984969"/>
                  <a:pt x="296070" y="984969"/>
                </a:cubicBezTo>
                <a:cubicBezTo>
                  <a:pt x="294416" y="984969"/>
                  <a:pt x="293627" y="985420"/>
                  <a:pt x="292692" y="986423"/>
                </a:cubicBezTo>
                <a:cubicBezTo>
                  <a:pt x="291679" y="987436"/>
                  <a:pt x="291396" y="988136"/>
                  <a:pt x="291843" y="988136"/>
                </a:cubicBezTo>
                <a:cubicBezTo>
                  <a:pt x="291879" y="988136"/>
                  <a:pt x="291919" y="988132"/>
                  <a:pt x="291963" y="988123"/>
                </a:cubicBezTo>
                <a:cubicBezTo>
                  <a:pt x="292473" y="988050"/>
                  <a:pt x="292919" y="988016"/>
                  <a:pt x="293295" y="988016"/>
                </a:cubicBezTo>
                <a:cubicBezTo>
                  <a:pt x="294800" y="988016"/>
                  <a:pt x="295169" y="988560"/>
                  <a:pt x="293906" y="989337"/>
                </a:cubicBezTo>
                <a:cubicBezTo>
                  <a:pt x="292206" y="990430"/>
                  <a:pt x="292084" y="990430"/>
                  <a:pt x="307749" y="994923"/>
                </a:cubicBezTo>
                <a:cubicBezTo>
                  <a:pt x="311757" y="996137"/>
                  <a:pt x="317343" y="998445"/>
                  <a:pt x="320257" y="1000145"/>
                </a:cubicBezTo>
                <a:cubicBezTo>
                  <a:pt x="323353" y="1001928"/>
                  <a:pt x="325435" y="1002623"/>
                  <a:pt x="327901" y="1002623"/>
                </a:cubicBezTo>
                <a:cubicBezTo>
                  <a:pt x="328627" y="1002623"/>
                  <a:pt x="329386" y="1002562"/>
                  <a:pt x="330215" y="1002452"/>
                </a:cubicBezTo>
                <a:lnTo>
                  <a:pt x="334950" y="1001845"/>
                </a:lnTo>
                <a:lnTo>
                  <a:pt x="333129" y="1005002"/>
                </a:lnTo>
                <a:cubicBezTo>
                  <a:pt x="332158" y="1006824"/>
                  <a:pt x="329729" y="1010710"/>
                  <a:pt x="327786" y="1013745"/>
                </a:cubicBezTo>
                <a:cubicBezTo>
                  <a:pt x="325600" y="1017267"/>
                  <a:pt x="324264" y="1020910"/>
                  <a:pt x="324264" y="1024067"/>
                </a:cubicBezTo>
                <a:cubicBezTo>
                  <a:pt x="324143" y="1026739"/>
                  <a:pt x="323050" y="1031110"/>
                  <a:pt x="321836" y="1033903"/>
                </a:cubicBezTo>
                <a:cubicBezTo>
                  <a:pt x="319407" y="1039125"/>
                  <a:pt x="309449" y="1048597"/>
                  <a:pt x="305078" y="1049690"/>
                </a:cubicBezTo>
                <a:cubicBezTo>
                  <a:pt x="303499" y="1050176"/>
                  <a:pt x="302285" y="1050904"/>
                  <a:pt x="302285" y="1051512"/>
                </a:cubicBezTo>
                <a:cubicBezTo>
                  <a:pt x="302285" y="1052119"/>
                  <a:pt x="301435" y="1052604"/>
                  <a:pt x="300463" y="1052604"/>
                </a:cubicBezTo>
                <a:cubicBezTo>
                  <a:pt x="299492" y="1052604"/>
                  <a:pt x="298642" y="1053090"/>
                  <a:pt x="298642" y="1053819"/>
                </a:cubicBezTo>
                <a:cubicBezTo>
                  <a:pt x="298642" y="1054426"/>
                  <a:pt x="297549" y="1055033"/>
                  <a:pt x="296213" y="1055033"/>
                </a:cubicBezTo>
                <a:cubicBezTo>
                  <a:pt x="294877" y="1055033"/>
                  <a:pt x="293784" y="1055519"/>
                  <a:pt x="293784" y="1056247"/>
                </a:cubicBezTo>
                <a:cubicBezTo>
                  <a:pt x="293784" y="1056855"/>
                  <a:pt x="292692" y="1057462"/>
                  <a:pt x="291356" y="1057462"/>
                </a:cubicBezTo>
                <a:cubicBezTo>
                  <a:pt x="290020" y="1057462"/>
                  <a:pt x="288927" y="1057947"/>
                  <a:pt x="288927" y="1058555"/>
                </a:cubicBezTo>
                <a:cubicBezTo>
                  <a:pt x="288927" y="1059769"/>
                  <a:pt x="276419" y="1064141"/>
                  <a:pt x="269498" y="1065355"/>
                </a:cubicBezTo>
                <a:cubicBezTo>
                  <a:pt x="261240" y="1066812"/>
                  <a:pt x="256626" y="1072884"/>
                  <a:pt x="257840" y="1080777"/>
                </a:cubicBezTo>
                <a:cubicBezTo>
                  <a:pt x="258690" y="1085877"/>
                  <a:pt x="263183" y="1092677"/>
                  <a:pt x="265855" y="1092677"/>
                </a:cubicBezTo>
                <a:cubicBezTo>
                  <a:pt x="266462" y="1092677"/>
                  <a:pt x="267069" y="1093163"/>
                  <a:pt x="267069" y="1093649"/>
                </a:cubicBezTo>
                <a:cubicBezTo>
                  <a:pt x="267069" y="1096025"/>
                  <a:pt x="288956" y="1097959"/>
                  <a:pt x="304205" y="1097959"/>
                </a:cubicBezTo>
                <a:cubicBezTo>
                  <a:pt x="311559" y="1097959"/>
                  <a:pt x="317369" y="1097509"/>
                  <a:pt x="318435" y="1096442"/>
                </a:cubicBezTo>
                <a:cubicBezTo>
                  <a:pt x="319164" y="1095713"/>
                  <a:pt x="322079" y="1095106"/>
                  <a:pt x="324993" y="1095106"/>
                </a:cubicBezTo>
                <a:cubicBezTo>
                  <a:pt x="327907" y="1095106"/>
                  <a:pt x="330215" y="1094499"/>
                  <a:pt x="330215" y="1093892"/>
                </a:cubicBezTo>
                <a:cubicBezTo>
                  <a:pt x="330215" y="1093163"/>
                  <a:pt x="332400" y="1092677"/>
                  <a:pt x="334950" y="1092677"/>
                </a:cubicBezTo>
                <a:cubicBezTo>
                  <a:pt x="337865" y="1092677"/>
                  <a:pt x="339929" y="1092070"/>
                  <a:pt x="340294" y="1090977"/>
                </a:cubicBezTo>
                <a:cubicBezTo>
                  <a:pt x="340658" y="1090006"/>
                  <a:pt x="344908" y="1088427"/>
                  <a:pt x="349765" y="1087213"/>
                </a:cubicBezTo>
                <a:cubicBezTo>
                  <a:pt x="354623" y="1086120"/>
                  <a:pt x="361909" y="1083691"/>
                  <a:pt x="365916" y="1081748"/>
                </a:cubicBezTo>
                <a:cubicBezTo>
                  <a:pt x="370045" y="1079805"/>
                  <a:pt x="375267" y="1077741"/>
                  <a:pt x="377574" y="1077377"/>
                </a:cubicBezTo>
                <a:cubicBezTo>
                  <a:pt x="379881" y="1076891"/>
                  <a:pt x="382431" y="1076162"/>
                  <a:pt x="383038" y="1075677"/>
                </a:cubicBezTo>
                <a:cubicBezTo>
                  <a:pt x="383767" y="1075191"/>
                  <a:pt x="387289" y="1074098"/>
                  <a:pt x="390932" y="1073248"/>
                </a:cubicBezTo>
                <a:cubicBezTo>
                  <a:pt x="394575" y="1072398"/>
                  <a:pt x="399553" y="1070820"/>
                  <a:pt x="401861" y="1069605"/>
                </a:cubicBezTo>
                <a:cubicBezTo>
                  <a:pt x="404168" y="1068512"/>
                  <a:pt x="408540" y="1066812"/>
                  <a:pt x="411575" y="1065962"/>
                </a:cubicBezTo>
                <a:cubicBezTo>
                  <a:pt x="414611" y="1064991"/>
                  <a:pt x="417283" y="1063898"/>
                  <a:pt x="417647" y="1063533"/>
                </a:cubicBezTo>
                <a:cubicBezTo>
                  <a:pt x="418376" y="1062562"/>
                  <a:pt x="431126" y="1057826"/>
                  <a:pt x="438291" y="1055640"/>
                </a:cubicBezTo>
                <a:cubicBezTo>
                  <a:pt x="441327" y="1054790"/>
                  <a:pt x="446427" y="1052969"/>
                  <a:pt x="449584" y="1051512"/>
                </a:cubicBezTo>
                <a:cubicBezTo>
                  <a:pt x="452863" y="1050176"/>
                  <a:pt x="456263" y="1048961"/>
                  <a:pt x="457234" y="1048961"/>
                </a:cubicBezTo>
                <a:cubicBezTo>
                  <a:pt x="458206" y="1048961"/>
                  <a:pt x="458934" y="1048354"/>
                  <a:pt x="458934" y="1047747"/>
                </a:cubicBezTo>
                <a:cubicBezTo>
                  <a:pt x="458934" y="1047018"/>
                  <a:pt x="460027" y="1046532"/>
                  <a:pt x="461485" y="1046532"/>
                </a:cubicBezTo>
                <a:cubicBezTo>
                  <a:pt x="462820" y="1046532"/>
                  <a:pt x="463549" y="1046047"/>
                  <a:pt x="463185" y="1045318"/>
                </a:cubicBezTo>
                <a:cubicBezTo>
                  <a:pt x="462820" y="1044711"/>
                  <a:pt x="463306" y="1044104"/>
                  <a:pt x="464278" y="1044104"/>
                </a:cubicBezTo>
                <a:cubicBezTo>
                  <a:pt x="465370" y="1044104"/>
                  <a:pt x="466221" y="1043497"/>
                  <a:pt x="466221" y="1042890"/>
                </a:cubicBezTo>
                <a:cubicBezTo>
                  <a:pt x="466221" y="1042161"/>
                  <a:pt x="467071" y="1041675"/>
                  <a:pt x="468042" y="1041675"/>
                </a:cubicBezTo>
                <a:cubicBezTo>
                  <a:pt x="469013" y="1041675"/>
                  <a:pt x="469864" y="1041068"/>
                  <a:pt x="469864" y="1040461"/>
                </a:cubicBezTo>
                <a:cubicBezTo>
                  <a:pt x="469864" y="1039732"/>
                  <a:pt x="470471" y="1039247"/>
                  <a:pt x="471199" y="1039247"/>
                </a:cubicBezTo>
                <a:cubicBezTo>
                  <a:pt x="473871" y="1039247"/>
                  <a:pt x="480793" y="1030382"/>
                  <a:pt x="480793" y="1026860"/>
                </a:cubicBezTo>
                <a:cubicBezTo>
                  <a:pt x="480793" y="1025767"/>
                  <a:pt x="479942" y="1024067"/>
                  <a:pt x="478971" y="1023096"/>
                </a:cubicBezTo>
                <a:cubicBezTo>
                  <a:pt x="474478" y="1018481"/>
                  <a:pt x="465006" y="1004881"/>
                  <a:pt x="460270" y="996137"/>
                </a:cubicBezTo>
                <a:cubicBezTo>
                  <a:pt x="458685" y="993231"/>
                  <a:pt x="456919" y="990108"/>
                  <a:pt x="455405" y="987552"/>
                </a:cubicBezTo>
                <a:lnTo>
                  <a:pt x="455423" y="987552"/>
                </a:lnTo>
                <a:lnTo>
                  <a:pt x="435001" y="963939"/>
                </a:lnTo>
                <a:lnTo>
                  <a:pt x="435019" y="963939"/>
                </a:lnTo>
                <a:cubicBezTo>
                  <a:pt x="431141" y="963817"/>
                  <a:pt x="430477" y="962906"/>
                  <a:pt x="425783" y="956186"/>
                </a:cubicBezTo>
                <a:cubicBezTo>
                  <a:pt x="422747" y="951936"/>
                  <a:pt x="419954" y="947200"/>
                  <a:pt x="419469" y="945864"/>
                </a:cubicBezTo>
                <a:cubicBezTo>
                  <a:pt x="419104" y="944407"/>
                  <a:pt x="418254" y="943314"/>
                  <a:pt x="417647" y="943314"/>
                </a:cubicBezTo>
                <a:cubicBezTo>
                  <a:pt x="417040" y="943314"/>
                  <a:pt x="416190" y="942221"/>
                  <a:pt x="415825" y="940885"/>
                </a:cubicBezTo>
                <a:cubicBezTo>
                  <a:pt x="415461" y="939550"/>
                  <a:pt x="414368" y="937728"/>
                  <a:pt x="413640" y="936999"/>
                </a:cubicBezTo>
                <a:cubicBezTo>
                  <a:pt x="411089" y="934328"/>
                  <a:pt x="404654" y="923520"/>
                  <a:pt x="402589" y="918541"/>
                </a:cubicBezTo>
                <a:cubicBezTo>
                  <a:pt x="401496" y="915870"/>
                  <a:pt x="398703" y="910891"/>
                  <a:pt x="396396" y="907370"/>
                </a:cubicBezTo>
                <a:cubicBezTo>
                  <a:pt x="394089" y="903848"/>
                  <a:pt x="391539" y="899719"/>
                  <a:pt x="390932" y="898262"/>
                </a:cubicBezTo>
                <a:cubicBezTo>
                  <a:pt x="388624" y="893162"/>
                  <a:pt x="385710" y="888061"/>
                  <a:pt x="384860" y="887454"/>
                </a:cubicBezTo>
                <a:cubicBezTo>
                  <a:pt x="383767" y="886726"/>
                  <a:pt x="365309" y="850903"/>
                  <a:pt x="363123" y="845438"/>
                </a:cubicBezTo>
                <a:cubicBezTo>
                  <a:pt x="362394" y="843495"/>
                  <a:pt x="360695" y="840095"/>
                  <a:pt x="359359" y="837909"/>
                </a:cubicBezTo>
                <a:cubicBezTo>
                  <a:pt x="356809" y="833781"/>
                  <a:pt x="352073" y="817266"/>
                  <a:pt x="352073" y="812772"/>
                </a:cubicBezTo>
                <a:cubicBezTo>
                  <a:pt x="352073" y="809615"/>
                  <a:pt x="347580" y="792129"/>
                  <a:pt x="346001" y="789336"/>
                </a:cubicBezTo>
                <a:cubicBezTo>
                  <a:pt x="345394" y="788243"/>
                  <a:pt x="344058" y="785086"/>
                  <a:pt x="342965" y="782414"/>
                </a:cubicBezTo>
                <a:cubicBezTo>
                  <a:pt x="338715" y="772092"/>
                  <a:pt x="335922" y="766992"/>
                  <a:pt x="326693" y="752663"/>
                </a:cubicBezTo>
                <a:cubicBezTo>
                  <a:pt x="321957" y="745377"/>
                  <a:pt x="321836" y="745255"/>
                  <a:pt x="317343" y="739912"/>
                </a:cubicBezTo>
                <a:cubicBezTo>
                  <a:pt x="315642" y="737848"/>
                  <a:pt x="312607" y="734205"/>
                  <a:pt x="310664" y="731776"/>
                </a:cubicBezTo>
                <a:lnTo>
                  <a:pt x="307696" y="728116"/>
                </a:lnTo>
                <a:lnTo>
                  <a:pt x="307713" y="728116"/>
                </a:lnTo>
                <a:cubicBezTo>
                  <a:pt x="314692" y="730065"/>
                  <a:pt x="320845" y="731537"/>
                  <a:pt x="326173" y="732530"/>
                </a:cubicBezTo>
                <a:cubicBezTo>
                  <a:pt x="339760" y="735242"/>
                  <a:pt x="354922" y="736598"/>
                  <a:pt x="371661" y="736598"/>
                </a:cubicBezTo>
                <a:cubicBezTo>
                  <a:pt x="372236" y="736598"/>
                  <a:pt x="372812" y="736597"/>
                  <a:pt x="373391" y="736593"/>
                </a:cubicBezTo>
                <a:cubicBezTo>
                  <a:pt x="395080" y="736493"/>
                  <a:pt x="419846" y="734963"/>
                  <a:pt x="447689" y="732004"/>
                </a:cubicBezTo>
                <a:lnTo>
                  <a:pt x="447671" y="732004"/>
                </a:lnTo>
                <a:cubicBezTo>
                  <a:pt x="452269" y="731930"/>
                  <a:pt x="455537" y="731575"/>
                  <a:pt x="456323" y="731055"/>
                </a:cubicBezTo>
                <a:lnTo>
                  <a:pt x="456304" y="731055"/>
                </a:lnTo>
                <a:cubicBezTo>
                  <a:pt x="464364" y="730135"/>
                  <a:pt x="472671" y="729100"/>
                  <a:pt x="481224" y="727951"/>
                </a:cubicBezTo>
                <a:cubicBezTo>
                  <a:pt x="481948" y="727850"/>
                  <a:pt x="482699" y="727744"/>
                  <a:pt x="483479" y="727632"/>
                </a:cubicBezTo>
                <a:lnTo>
                  <a:pt x="483498" y="727632"/>
                </a:lnTo>
                <a:cubicBezTo>
                  <a:pt x="488218" y="737580"/>
                  <a:pt x="495963" y="749901"/>
                  <a:pt x="506734" y="764597"/>
                </a:cubicBezTo>
                <a:cubicBezTo>
                  <a:pt x="514883" y="776630"/>
                  <a:pt x="549909" y="818655"/>
                  <a:pt x="611812" y="890672"/>
                </a:cubicBezTo>
                <a:cubicBezTo>
                  <a:pt x="612094" y="890894"/>
                  <a:pt x="612467" y="891287"/>
                  <a:pt x="612933" y="891851"/>
                </a:cubicBezTo>
                <a:lnTo>
                  <a:pt x="612913" y="891851"/>
                </a:lnTo>
                <a:cubicBezTo>
                  <a:pt x="614560" y="893942"/>
                  <a:pt x="615584" y="895352"/>
                  <a:pt x="615584" y="895590"/>
                </a:cubicBezTo>
                <a:cubicBezTo>
                  <a:pt x="615584" y="895956"/>
                  <a:pt x="616290" y="896895"/>
                  <a:pt x="617355" y="898036"/>
                </a:cubicBezTo>
                <a:lnTo>
                  <a:pt x="617335" y="898036"/>
                </a:lnTo>
                <a:cubicBezTo>
                  <a:pt x="622134" y="905280"/>
                  <a:pt x="629733" y="917718"/>
                  <a:pt x="640132" y="935348"/>
                </a:cubicBezTo>
                <a:cubicBezTo>
                  <a:pt x="643834" y="940863"/>
                  <a:pt x="647588" y="945607"/>
                  <a:pt x="651395" y="949580"/>
                </a:cubicBezTo>
                <a:cubicBezTo>
                  <a:pt x="654935" y="953368"/>
                  <a:pt x="658949" y="956597"/>
                  <a:pt x="663439" y="959266"/>
                </a:cubicBezTo>
                <a:cubicBezTo>
                  <a:pt x="665557" y="960903"/>
                  <a:pt x="672580" y="963608"/>
                  <a:pt x="684508" y="967378"/>
                </a:cubicBezTo>
                <a:cubicBezTo>
                  <a:pt x="687549" y="968802"/>
                  <a:pt x="691304" y="971244"/>
                  <a:pt x="695773" y="974704"/>
                </a:cubicBezTo>
                <a:cubicBezTo>
                  <a:pt x="734793" y="1008755"/>
                  <a:pt x="779509" y="1045550"/>
                  <a:pt x="829920" y="1085090"/>
                </a:cubicBezTo>
                <a:cubicBezTo>
                  <a:pt x="852466" y="1102664"/>
                  <a:pt x="874224" y="1126002"/>
                  <a:pt x="895194" y="1155102"/>
                </a:cubicBezTo>
                <a:lnTo>
                  <a:pt x="895194" y="1155102"/>
                </a:lnTo>
                <a:cubicBezTo>
                  <a:pt x="893027" y="1154275"/>
                  <a:pt x="891347" y="1153857"/>
                  <a:pt x="889815" y="1153857"/>
                </a:cubicBezTo>
                <a:cubicBezTo>
                  <a:pt x="887968" y="1153857"/>
                  <a:pt x="886334" y="1154466"/>
                  <a:pt x="884317" y="1155702"/>
                </a:cubicBezTo>
                <a:cubicBezTo>
                  <a:pt x="876910" y="1160316"/>
                  <a:pt x="877760" y="1167967"/>
                  <a:pt x="886260" y="1173310"/>
                </a:cubicBezTo>
                <a:cubicBezTo>
                  <a:pt x="889175" y="1175252"/>
                  <a:pt x="891846" y="1178167"/>
                  <a:pt x="893182" y="1181324"/>
                </a:cubicBezTo>
                <a:cubicBezTo>
                  <a:pt x="894396" y="1183996"/>
                  <a:pt x="896096" y="1186182"/>
                  <a:pt x="897068" y="1186182"/>
                </a:cubicBezTo>
                <a:cubicBezTo>
                  <a:pt x="899011" y="1186182"/>
                  <a:pt x="904597" y="1192010"/>
                  <a:pt x="904597" y="1194075"/>
                </a:cubicBezTo>
                <a:cubicBezTo>
                  <a:pt x="904597" y="1194682"/>
                  <a:pt x="905204" y="1200632"/>
                  <a:pt x="905811" y="1207068"/>
                </a:cubicBezTo>
                <a:cubicBezTo>
                  <a:pt x="907025" y="1219697"/>
                  <a:pt x="909818" y="1227105"/>
                  <a:pt x="914554" y="1230384"/>
                </a:cubicBezTo>
                <a:cubicBezTo>
                  <a:pt x="915749" y="1231198"/>
                  <a:pt x="917404" y="1231599"/>
                  <a:pt x="919087" y="1231599"/>
                </a:cubicBezTo>
                <a:cubicBezTo>
                  <a:pt x="921168" y="1231599"/>
                  <a:pt x="923290" y="1230985"/>
                  <a:pt x="924633" y="1229776"/>
                </a:cubicBezTo>
                <a:cubicBezTo>
                  <a:pt x="925378" y="1229031"/>
                  <a:pt x="926012" y="1228682"/>
                  <a:pt x="926485" y="1228682"/>
                </a:cubicBezTo>
                <a:cubicBezTo>
                  <a:pt x="927321" y="1228682"/>
                  <a:pt x="927649" y="1229779"/>
                  <a:pt x="927183" y="1231719"/>
                </a:cubicBezTo>
                <a:cubicBezTo>
                  <a:pt x="926333" y="1234998"/>
                  <a:pt x="928884" y="1242162"/>
                  <a:pt x="931919" y="1245198"/>
                </a:cubicBezTo>
                <a:cubicBezTo>
                  <a:pt x="934955" y="1248234"/>
                  <a:pt x="935441" y="1252849"/>
                  <a:pt x="933984" y="1264992"/>
                </a:cubicBezTo>
                <a:cubicBezTo>
                  <a:pt x="933012" y="1272885"/>
                  <a:pt x="931676" y="1278350"/>
                  <a:pt x="929612" y="1282479"/>
                </a:cubicBezTo>
                <a:cubicBezTo>
                  <a:pt x="926212" y="1288915"/>
                  <a:pt x="922812" y="1301786"/>
                  <a:pt x="922812" y="1307980"/>
                </a:cubicBezTo>
                <a:cubicBezTo>
                  <a:pt x="922812" y="1311987"/>
                  <a:pt x="925240" y="1316602"/>
                  <a:pt x="928884" y="1319395"/>
                </a:cubicBezTo>
                <a:cubicBezTo>
                  <a:pt x="929855" y="1320245"/>
                  <a:pt x="933862" y="1320973"/>
                  <a:pt x="937627" y="1320973"/>
                </a:cubicBezTo>
                <a:cubicBezTo>
                  <a:pt x="944306" y="1320973"/>
                  <a:pt x="944670" y="1320852"/>
                  <a:pt x="952806" y="1313444"/>
                </a:cubicBezTo>
                <a:cubicBezTo>
                  <a:pt x="957299" y="1309194"/>
                  <a:pt x="962399" y="1304701"/>
                  <a:pt x="964099" y="1303365"/>
                </a:cubicBezTo>
                <a:cubicBezTo>
                  <a:pt x="968714" y="1299722"/>
                  <a:pt x="973085" y="1293286"/>
                  <a:pt x="977457" y="1283936"/>
                </a:cubicBezTo>
                <a:cubicBezTo>
                  <a:pt x="979643" y="1279200"/>
                  <a:pt x="981829" y="1275314"/>
                  <a:pt x="982436" y="1275071"/>
                </a:cubicBezTo>
                <a:cubicBezTo>
                  <a:pt x="983043" y="1274828"/>
                  <a:pt x="983529" y="1273735"/>
                  <a:pt x="983529" y="1272642"/>
                </a:cubicBezTo>
                <a:cubicBezTo>
                  <a:pt x="983529" y="1271550"/>
                  <a:pt x="984500" y="1268878"/>
                  <a:pt x="985715" y="1266935"/>
                </a:cubicBezTo>
                <a:cubicBezTo>
                  <a:pt x="986929" y="1264871"/>
                  <a:pt x="988872" y="1259770"/>
                  <a:pt x="990086" y="1255399"/>
                </a:cubicBezTo>
                <a:cubicBezTo>
                  <a:pt x="991422" y="1251027"/>
                  <a:pt x="993608" y="1244713"/>
                  <a:pt x="995186" y="1241434"/>
                </a:cubicBezTo>
                <a:cubicBezTo>
                  <a:pt x="996765" y="1238034"/>
                  <a:pt x="998587" y="1231841"/>
                  <a:pt x="999315" y="1227469"/>
                </a:cubicBezTo>
                <a:cubicBezTo>
                  <a:pt x="1000165" y="1223097"/>
                  <a:pt x="1001501" y="1217147"/>
                  <a:pt x="1002472" y="1214111"/>
                </a:cubicBezTo>
                <a:cubicBezTo>
                  <a:pt x="1003323" y="1211076"/>
                  <a:pt x="1004658" y="1204518"/>
                  <a:pt x="1005265" y="1199539"/>
                </a:cubicBezTo>
                <a:cubicBezTo>
                  <a:pt x="1005872" y="1194560"/>
                  <a:pt x="1007937" y="1186060"/>
                  <a:pt x="1009637" y="1180717"/>
                </a:cubicBezTo>
                <a:cubicBezTo>
                  <a:pt x="1011458" y="1175374"/>
                  <a:pt x="1013523" y="1169302"/>
                  <a:pt x="1014130" y="1167359"/>
                </a:cubicBezTo>
                <a:cubicBezTo>
                  <a:pt x="1021173" y="1146108"/>
                  <a:pt x="1024573" y="1123643"/>
                  <a:pt x="1022388" y="1111136"/>
                </a:cubicBezTo>
                <a:lnTo>
                  <a:pt x="1021052" y="1102878"/>
                </a:lnTo>
                <a:lnTo>
                  <a:pt x="1008423" y="1102635"/>
                </a:lnTo>
                <a:cubicBezTo>
                  <a:pt x="1001015" y="1102392"/>
                  <a:pt x="993729" y="1101542"/>
                  <a:pt x="990693" y="1100571"/>
                </a:cubicBezTo>
                <a:cubicBezTo>
                  <a:pt x="989958" y="1100295"/>
                  <a:pt x="988899" y="1100019"/>
                  <a:pt x="987612" y="1099753"/>
                </a:cubicBezTo>
                <a:lnTo>
                  <a:pt x="987636" y="1099753"/>
                </a:lnTo>
                <a:cubicBezTo>
                  <a:pt x="987362" y="1099734"/>
                  <a:pt x="987058" y="1099705"/>
                  <a:pt x="986726" y="1099665"/>
                </a:cubicBezTo>
                <a:lnTo>
                  <a:pt x="983836" y="1099168"/>
                </a:lnTo>
                <a:lnTo>
                  <a:pt x="981763" y="1099083"/>
                </a:lnTo>
                <a:cubicBezTo>
                  <a:pt x="981314" y="1099156"/>
                  <a:pt x="980620" y="1099192"/>
                  <a:pt x="979682" y="1099192"/>
                </a:cubicBezTo>
                <a:cubicBezTo>
                  <a:pt x="979554" y="1099192"/>
                  <a:pt x="979423" y="1099191"/>
                  <a:pt x="979286" y="1099190"/>
                </a:cubicBezTo>
                <a:lnTo>
                  <a:pt x="978338" y="1099316"/>
                </a:lnTo>
                <a:cubicBezTo>
                  <a:pt x="978240" y="1099307"/>
                  <a:pt x="978125" y="1099303"/>
                  <a:pt x="977994" y="1099303"/>
                </a:cubicBezTo>
                <a:cubicBezTo>
                  <a:pt x="977457" y="1099303"/>
                  <a:pt x="976639" y="1099372"/>
                  <a:pt x="975541" y="1099510"/>
                </a:cubicBezTo>
                <a:lnTo>
                  <a:pt x="971220" y="1099578"/>
                </a:lnTo>
                <a:lnTo>
                  <a:pt x="970159" y="1099669"/>
                </a:lnTo>
                <a:cubicBezTo>
                  <a:pt x="968434" y="1099605"/>
                  <a:pt x="967424" y="1099537"/>
                  <a:pt x="967129" y="1099466"/>
                </a:cubicBezTo>
                <a:lnTo>
                  <a:pt x="966460" y="1099345"/>
                </a:lnTo>
                <a:lnTo>
                  <a:pt x="965391" y="1099011"/>
                </a:lnTo>
                <a:cubicBezTo>
                  <a:pt x="964218" y="1098791"/>
                  <a:pt x="963565" y="1098645"/>
                  <a:pt x="963430" y="1098571"/>
                </a:cubicBezTo>
                <a:cubicBezTo>
                  <a:pt x="962492" y="1098266"/>
                  <a:pt x="961925" y="1097956"/>
                  <a:pt x="961727" y="1097640"/>
                </a:cubicBezTo>
                <a:lnTo>
                  <a:pt x="940618" y="1093250"/>
                </a:lnTo>
                <a:cubicBezTo>
                  <a:pt x="940440" y="1093065"/>
                  <a:pt x="940289" y="1092876"/>
                  <a:pt x="940164" y="1092682"/>
                </a:cubicBezTo>
                <a:lnTo>
                  <a:pt x="940188" y="1092682"/>
                </a:lnTo>
                <a:cubicBezTo>
                  <a:pt x="940076" y="1092681"/>
                  <a:pt x="939951" y="1092677"/>
                  <a:pt x="939813" y="1092677"/>
                </a:cubicBezTo>
                <a:cubicBezTo>
                  <a:pt x="938777" y="1092677"/>
                  <a:pt x="903775" y="1057975"/>
                  <a:pt x="880681" y="1034445"/>
                </a:cubicBezTo>
                <a:lnTo>
                  <a:pt x="880658" y="1034445"/>
                </a:lnTo>
                <a:cubicBezTo>
                  <a:pt x="848050" y="987108"/>
                  <a:pt x="823002" y="955243"/>
                  <a:pt x="805512" y="938851"/>
                </a:cubicBezTo>
                <a:cubicBezTo>
                  <a:pt x="788603" y="922326"/>
                  <a:pt x="768911" y="908423"/>
                  <a:pt x="746435" y="897142"/>
                </a:cubicBezTo>
                <a:lnTo>
                  <a:pt x="746413" y="897142"/>
                </a:lnTo>
                <a:cubicBezTo>
                  <a:pt x="745290" y="896340"/>
                  <a:pt x="743802" y="895400"/>
                  <a:pt x="742483" y="894740"/>
                </a:cubicBezTo>
                <a:cubicBezTo>
                  <a:pt x="741505" y="894252"/>
                  <a:pt x="740333" y="893229"/>
                  <a:pt x="739108" y="891845"/>
                </a:cubicBezTo>
                <a:lnTo>
                  <a:pt x="739087" y="891845"/>
                </a:lnTo>
                <a:cubicBezTo>
                  <a:pt x="723398" y="855456"/>
                  <a:pt x="699825" y="810355"/>
                  <a:pt x="668367" y="756543"/>
                </a:cubicBezTo>
                <a:lnTo>
                  <a:pt x="668346" y="756543"/>
                </a:lnTo>
                <a:cubicBezTo>
                  <a:pt x="667482" y="754066"/>
                  <a:pt x="665979" y="750720"/>
                  <a:pt x="663794" y="746348"/>
                </a:cubicBezTo>
                <a:cubicBezTo>
                  <a:pt x="660272" y="739548"/>
                  <a:pt x="655657" y="731290"/>
                  <a:pt x="653471" y="728133"/>
                </a:cubicBezTo>
                <a:cubicBezTo>
                  <a:pt x="651286" y="724976"/>
                  <a:pt x="649586" y="721940"/>
                  <a:pt x="649586" y="721333"/>
                </a:cubicBezTo>
                <a:cubicBezTo>
                  <a:pt x="649586" y="720604"/>
                  <a:pt x="649221" y="719876"/>
                  <a:pt x="648736" y="719633"/>
                </a:cubicBezTo>
                <a:cubicBezTo>
                  <a:pt x="648128" y="719390"/>
                  <a:pt x="645821" y="716232"/>
                  <a:pt x="643514" y="712590"/>
                </a:cubicBezTo>
                <a:cubicBezTo>
                  <a:pt x="642049" y="710288"/>
                  <a:pt x="641089" y="708765"/>
                  <a:pt x="640475" y="707266"/>
                </a:cubicBezTo>
                <a:lnTo>
                  <a:pt x="640455" y="707266"/>
                </a:lnTo>
                <a:cubicBezTo>
                  <a:pt x="642779" y="696416"/>
                  <a:pt x="644530" y="687903"/>
                  <a:pt x="645708" y="681728"/>
                </a:cubicBezTo>
                <a:cubicBezTo>
                  <a:pt x="648049" y="669559"/>
                  <a:pt x="649706" y="659168"/>
                  <a:pt x="650678" y="650553"/>
                </a:cubicBezTo>
                <a:cubicBezTo>
                  <a:pt x="650914" y="648607"/>
                  <a:pt x="651118" y="646692"/>
                  <a:pt x="651291" y="644808"/>
                </a:cubicBezTo>
                <a:lnTo>
                  <a:pt x="651270" y="644808"/>
                </a:lnTo>
                <a:cubicBezTo>
                  <a:pt x="651317" y="644452"/>
                  <a:pt x="651362" y="644095"/>
                  <a:pt x="651407" y="643737"/>
                </a:cubicBezTo>
                <a:cubicBezTo>
                  <a:pt x="651504" y="642989"/>
                  <a:pt x="651571" y="642117"/>
                  <a:pt x="651612" y="641139"/>
                </a:cubicBezTo>
                <a:lnTo>
                  <a:pt x="651591" y="641139"/>
                </a:lnTo>
                <a:cubicBezTo>
                  <a:pt x="652421" y="629504"/>
                  <a:pt x="651997" y="619088"/>
                  <a:pt x="650319" y="609889"/>
                </a:cubicBezTo>
                <a:cubicBezTo>
                  <a:pt x="649413" y="604704"/>
                  <a:pt x="647994" y="599492"/>
                  <a:pt x="646061" y="594254"/>
                </a:cubicBezTo>
                <a:lnTo>
                  <a:pt x="646040" y="594254"/>
                </a:lnTo>
                <a:cubicBezTo>
                  <a:pt x="645602" y="592615"/>
                  <a:pt x="645162" y="591234"/>
                  <a:pt x="644728" y="590184"/>
                </a:cubicBezTo>
                <a:cubicBezTo>
                  <a:pt x="644520" y="589699"/>
                  <a:pt x="644253" y="589274"/>
                  <a:pt x="643935" y="588913"/>
                </a:cubicBezTo>
                <a:lnTo>
                  <a:pt x="643915" y="588913"/>
                </a:lnTo>
                <a:cubicBezTo>
                  <a:pt x="642148" y="584843"/>
                  <a:pt x="640072" y="580758"/>
                  <a:pt x="637689" y="576656"/>
                </a:cubicBezTo>
                <a:cubicBezTo>
                  <a:pt x="636603" y="573471"/>
                  <a:pt x="623843" y="554978"/>
                  <a:pt x="599410" y="521175"/>
                </a:cubicBezTo>
                <a:cubicBezTo>
                  <a:pt x="594371" y="513565"/>
                  <a:pt x="589928" y="505949"/>
                  <a:pt x="586080" y="498329"/>
                </a:cubicBezTo>
                <a:cubicBezTo>
                  <a:pt x="578811" y="484290"/>
                  <a:pt x="572269" y="465943"/>
                  <a:pt x="566455" y="443286"/>
                </a:cubicBezTo>
                <a:cubicBezTo>
                  <a:pt x="562844" y="428545"/>
                  <a:pt x="559842" y="415272"/>
                  <a:pt x="557447" y="403466"/>
                </a:cubicBezTo>
                <a:lnTo>
                  <a:pt x="557427" y="403466"/>
                </a:lnTo>
                <a:cubicBezTo>
                  <a:pt x="555991" y="395407"/>
                  <a:pt x="554955" y="388811"/>
                  <a:pt x="554867" y="387147"/>
                </a:cubicBezTo>
                <a:cubicBezTo>
                  <a:pt x="554867" y="384840"/>
                  <a:pt x="554017" y="379618"/>
                  <a:pt x="553046" y="375611"/>
                </a:cubicBezTo>
                <a:cubicBezTo>
                  <a:pt x="552612" y="373902"/>
                  <a:pt x="552213" y="372179"/>
                  <a:pt x="551846" y="370419"/>
                </a:cubicBezTo>
                <a:lnTo>
                  <a:pt x="551826" y="370419"/>
                </a:lnTo>
                <a:cubicBezTo>
                  <a:pt x="551389" y="366936"/>
                  <a:pt x="551051" y="363691"/>
                  <a:pt x="550812" y="360684"/>
                </a:cubicBezTo>
                <a:cubicBezTo>
                  <a:pt x="548882" y="346453"/>
                  <a:pt x="549007" y="301840"/>
                  <a:pt x="551186" y="226845"/>
                </a:cubicBezTo>
                <a:lnTo>
                  <a:pt x="551167" y="226845"/>
                </a:lnTo>
                <a:lnTo>
                  <a:pt x="553653" y="226490"/>
                </a:lnTo>
                <a:cubicBezTo>
                  <a:pt x="555960" y="226126"/>
                  <a:pt x="564703" y="225033"/>
                  <a:pt x="573082" y="224061"/>
                </a:cubicBezTo>
                <a:cubicBezTo>
                  <a:pt x="581461" y="222968"/>
                  <a:pt x="589962" y="221511"/>
                  <a:pt x="591904" y="220661"/>
                </a:cubicBezTo>
                <a:cubicBezTo>
                  <a:pt x="593969" y="219811"/>
                  <a:pt x="601619" y="218475"/>
                  <a:pt x="608905" y="217625"/>
                </a:cubicBezTo>
                <a:cubicBezTo>
                  <a:pt x="633071" y="214832"/>
                  <a:pt x="645336" y="211796"/>
                  <a:pt x="657236" y="205482"/>
                </a:cubicBezTo>
                <a:cubicBezTo>
                  <a:pt x="660971" y="203490"/>
                  <a:pt x="662720" y="202746"/>
                  <a:pt x="666556" y="202746"/>
                </a:cubicBezTo>
                <a:cubicBezTo>
                  <a:pt x="668332" y="202746"/>
                  <a:pt x="670555" y="202905"/>
                  <a:pt x="673629" y="203174"/>
                </a:cubicBezTo>
                <a:cubicBezTo>
                  <a:pt x="691966" y="204510"/>
                  <a:pt x="697916" y="205968"/>
                  <a:pt x="712610" y="212282"/>
                </a:cubicBezTo>
                <a:cubicBezTo>
                  <a:pt x="726211" y="218111"/>
                  <a:pt x="730825" y="219447"/>
                  <a:pt x="745397" y="222118"/>
                </a:cubicBezTo>
                <a:cubicBezTo>
                  <a:pt x="749040" y="222725"/>
                  <a:pt x="752440" y="223576"/>
                  <a:pt x="752926" y="223818"/>
                </a:cubicBezTo>
                <a:cubicBezTo>
                  <a:pt x="753411" y="224183"/>
                  <a:pt x="763005" y="225033"/>
                  <a:pt x="774298" y="225640"/>
                </a:cubicBezTo>
                <a:cubicBezTo>
                  <a:pt x="796520" y="226976"/>
                  <a:pt x="805750" y="228190"/>
                  <a:pt x="815950" y="231226"/>
                </a:cubicBezTo>
                <a:cubicBezTo>
                  <a:pt x="828093" y="234747"/>
                  <a:pt x="839630" y="239119"/>
                  <a:pt x="840480" y="240455"/>
                </a:cubicBezTo>
                <a:cubicBezTo>
                  <a:pt x="840844" y="241305"/>
                  <a:pt x="845216" y="243855"/>
                  <a:pt x="850073" y="246162"/>
                </a:cubicBezTo>
                <a:cubicBezTo>
                  <a:pt x="858331" y="250291"/>
                  <a:pt x="858937" y="250898"/>
                  <a:pt x="860759" y="256605"/>
                </a:cubicBezTo>
                <a:cubicBezTo>
                  <a:pt x="864888" y="269113"/>
                  <a:pt x="875938" y="282228"/>
                  <a:pt x="886989" y="287693"/>
                </a:cubicBezTo>
                <a:cubicBezTo>
                  <a:pt x="891603" y="290000"/>
                  <a:pt x="895975" y="293400"/>
                  <a:pt x="899132" y="297043"/>
                </a:cubicBezTo>
                <a:cubicBezTo>
                  <a:pt x="905528" y="304860"/>
                  <a:pt x="908920" y="307248"/>
                  <a:pt x="913253" y="307248"/>
                </a:cubicBezTo>
                <a:cubicBezTo>
                  <a:pt x="913362" y="307248"/>
                  <a:pt x="913472" y="307246"/>
                  <a:pt x="913583" y="307243"/>
                </a:cubicBezTo>
                <a:cubicBezTo>
                  <a:pt x="918440" y="307122"/>
                  <a:pt x="920383" y="304208"/>
                  <a:pt x="920383" y="297043"/>
                </a:cubicBezTo>
                <a:cubicBezTo>
                  <a:pt x="920383" y="290485"/>
                  <a:pt x="916862" y="283685"/>
                  <a:pt x="911154" y="279192"/>
                </a:cubicBezTo>
                <a:cubicBezTo>
                  <a:pt x="909341" y="277862"/>
                  <a:pt x="908370" y="276652"/>
                  <a:pt x="908960" y="276642"/>
                </a:cubicBezTo>
                <a:lnTo>
                  <a:pt x="908984" y="276642"/>
                </a:lnTo>
                <a:cubicBezTo>
                  <a:pt x="911788" y="276667"/>
                  <a:pt x="919062" y="283339"/>
                  <a:pt x="927183" y="293279"/>
                </a:cubicBezTo>
                <a:cubicBezTo>
                  <a:pt x="933672" y="301289"/>
                  <a:pt x="937148" y="304649"/>
                  <a:pt x="940123" y="304649"/>
                </a:cubicBezTo>
                <a:cubicBezTo>
                  <a:pt x="941657" y="304649"/>
                  <a:pt x="943058" y="303755"/>
                  <a:pt x="944670" y="302143"/>
                </a:cubicBezTo>
                <a:cubicBezTo>
                  <a:pt x="947584" y="299229"/>
                  <a:pt x="947706" y="296921"/>
                  <a:pt x="945277" y="294372"/>
                </a:cubicBezTo>
                <a:cubicBezTo>
                  <a:pt x="944184" y="293400"/>
                  <a:pt x="942970" y="290121"/>
                  <a:pt x="942363" y="287207"/>
                </a:cubicBezTo>
                <a:cubicBezTo>
                  <a:pt x="941634" y="283442"/>
                  <a:pt x="940055" y="280285"/>
                  <a:pt x="936898" y="277128"/>
                </a:cubicBezTo>
                <a:cubicBezTo>
                  <a:pt x="932317" y="272466"/>
                  <a:pt x="930236" y="269454"/>
                  <a:pt x="931112" y="269428"/>
                </a:cubicBezTo>
                <a:lnTo>
                  <a:pt x="931136" y="269428"/>
                </a:lnTo>
                <a:cubicBezTo>
                  <a:pt x="931602" y="269441"/>
                  <a:pt x="932816" y="270211"/>
                  <a:pt x="934834" y="271906"/>
                </a:cubicBezTo>
                <a:cubicBezTo>
                  <a:pt x="937627" y="274213"/>
                  <a:pt x="941634" y="277249"/>
                  <a:pt x="943698" y="278828"/>
                </a:cubicBezTo>
                <a:cubicBezTo>
                  <a:pt x="945763" y="280285"/>
                  <a:pt x="949406" y="283200"/>
                  <a:pt x="951713" y="285142"/>
                </a:cubicBezTo>
                <a:cubicBezTo>
                  <a:pt x="954556" y="287559"/>
                  <a:pt x="958064" y="288852"/>
                  <a:pt x="960728" y="288852"/>
                </a:cubicBezTo>
                <a:cubicBezTo>
                  <a:pt x="962617" y="288852"/>
                  <a:pt x="964081" y="288202"/>
                  <a:pt x="964585" y="286842"/>
                </a:cubicBezTo>
                <a:cubicBezTo>
                  <a:pt x="964862" y="286098"/>
                  <a:pt x="965064" y="285331"/>
                  <a:pt x="965196" y="284569"/>
                </a:cubicBezTo>
                <a:lnTo>
                  <a:pt x="965172" y="284569"/>
                </a:lnTo>
                <a:cubicBezTo>
                  <a:pt x="965247" y="284562"/>
                  <a:pt x="965321" y="284555"/>
                  <a:pt x="965394" y="284547"/>
                </a:cubicBezTo>
                <a:cubicBezTo>
                  <a:pt x="965915" y="284528"/>
                  <a:pt x="966210" y="284319"/>
                  <a:pt x="966277" y="283920"/>
                </a:cubicBezTo>
                <a:cubicBezTo>
                  <a:pt x="966320" y="283482"/>
                  <a:pt x="966338" y="282988"/>
                  <a:pt x="966331" y="282438"/>
                </a:cubicBezTo>
                <a:cubicBezTo>
                  <a:pt x="966191" y="281036"/>
                  <a:pt x="966130" y="279712"/>
                  <a:pt x="966149" y="278468"/>
                </a:cubicBezTo>
                <a:cubicBezTo>
                  <a:pt x="965945" y="277107"/>
                  <a:pt x="965506" y="275942"/>
                  <a:pt x="964832" y="274975"/>
                </a:cubicBezTo>
                <a:lnTo>
                  <a:pt x="962235" y="271084"/>
                </a:lnTo>
                <a:lnTo>
                  <a:pt x="958459" y="267839"/>
                </a:lnTo>
                <a:lnTo>
                  <a:pt x="954198" y="263403"/>
                </a:lnTo>
                <a:cubicBezTo>
                  <a:pt x="953821" y="263019"/>
                  <a:pt x="953427" y="262653"/>
                  <a:pt x="953016" y="262304"/>
                </a:cubicBezTo>
                <a:lnTo>
                  <a:pt x="950643" y="260332"/>
                </a:lnTo>
                <a:cubicBezTo>
                  <a:pt x="949063" y="259249"/>
                  <a:pt x="947682" y="258214"/>
                  <a:pt x="946500" y="257228"/>
                </a:cubicBezTo>
                <a:lnTo>
                  <a:pt x="946524" y="257228"/>
                </a:lnTo>
                <a:cubicBezTo>
                  <a:pt x="947958" y="257694"/>
                  <a:pt x="949493" y="258126"/>
                  <a:pt x="951127" y="258524"/>
                </a:cubicBezTo>
                <a:lnTo>
                  <a:pt x="951103" y="258524"/>
                </a:lnTo>
                <a:cubicBezTo>
                  <a:pt x="951792" y="259052"/>
                  <a:pt x="952483" y="259628"/>
                  <a:pt x="953170" y="260249"/>
                </a:cubicBezTo>
                <a:cubicBezTo>
                  <a:pt x="955820" y="262604"/>
                  <a:pt x="957980" y="263755"/>
                  <a:pt x="960000" y="263755"/>
                </a:cubicBezTo>
                <a:cubicBezTo>
                  <a:pt x="961312" y="263755"/>
                  <a:pt x="962565" y="263269"/>
                  <a:pt x="963856" y="262313"/>
                </a:cubicBezTo>
                <a:cubicBezTo>
                  <a:pt x="966528" y="260249"/>
                  <a:pt x="966528" y="259884"/>
                  <a:pt x="964828" y="256605"/>
                </a:cubicBezTo>
                <a:cubicBezTo>
                  <a:pt x="964388" y="255727"/>
                  <a:pt x="964024" y="254848"/>
                  <a:pt x="963778" y="254104"/>
                </a:cubicBezTo>
                <a:lnTo>
                  <a:pt x="963754" y="254104"/>
                </a:lnTo>
                <a:cubicBezTo>
                  <a:pt x="963882" y="252407"/>
                  <a:pt x="963883" y="251272"/>
                  <a:pt x="963756" y="250701"/>
                </a:cubicBezTo>
                <a:cubicBezTo>
                  <a:pt x="963710" y="250297"/>
                  <a:pt x="963616" y="249911"/>
                  <a:pt x="963475" y="249543"/>
                </a:cubicBezTo>
                <a:lnTo>
                  <a:pt x="962301" y="247202"/>
                </a:lnTo>
                <a:cubicBezTo>
                  <a:pt x="961134" y="244441"/>
                  <a:pt x="960511" y="242765"/>
                  <a:pt x="960431" y="242174"/>
                </a:cubicBezTo>
                <a:cubicBezTo>
                  <a:pt x="959846" y="241376"/>
                  <a:pt x="958900" y="240254"/>
                  <a:pt x="957593" y="238810"/>
                </a:cubicBezTo>
                <a:lnTo>
                  <a:pt x="953246" y="232875"/>
                </a:lnTo>
                <a:lnTo>
                  <a:pt x="952160" y="231573"/>
                </a:lnTo>
                <a:cubicBezTo>
                  <a:pt x="951886" y="231261"/>
                  <a:pt x="951226" y="230734"/>
                  <a:pt x="950180" y="229992"/>
                </a:cubicBezTo>
                <a:lnTo>
                  <a:pt x="944090" y="225644"/>
                </a:lnTo>
                <a:lnTo>
                  <a:pt x="944066" y="225644"/>
                </a:lnTo>
                <a:cubicBezTo>
                  <a:pt x="943699" y="222640"/>
                  <a:pt x="940921" y="218354"/>
                  <a:pt x="938720" y="218354"/>
                </a:cubicBezTo>
                <a:cubicBezTo>
                  <a:pt x="937627" y="218354"/>
                  <a:pt x="932526" y="217018"/>
                  <a:pt x="927669" y="215318"/>
                </a:cubicBezTo>
                <a:cubicBezTo>
                  <a:pt x="922812" y="213618"/>
                  <a:pt x="917712" y="212282"/>
                  <a:pt x="916376" y="212282"/>
                </a:cubicBezTo>
                <a:cubicBezTo>
                  <a:pt x="915040" y="212282"/>
                  <a:pt x="912975" y="211554"/>
                  <a:pt x="912004" y="210703"/>
                </a:cubicBezTo>
                <a:cubicBezTo>
                  <a:pt x="909711" y="208738"/>
                  <a:pt x="897794" y="204710"/>
                  <a:pt x="892503" y="203919"/>
                </a:cubicBezTo>
                <a:lnTo>
                  <a:pt x="892479" y="203919"/>
                </a:lnTo>
                <a:cubicBezTo>
                  <a:pt x="892440" y="203895"/>
                  <a:pt x="892402" y="203872"/>
                  <a:pt x="892365" y="203850"/>
                </a:cubicBezTo>
                <a:cubicBezTo>
                  <a:pt x="892061" y="203659"/>
                  <a:pt x="891400" y="203344"/>
                  <a:pt x="890381" y="202905"/>
                </a:cubicBezTo>
                <a:lnTo>
                  <a:pt x="889414" y="202398"/>
                </a:lnTo>
                <a:cubicBezTo>
                  <a:pt x="888616" y="202112"/>
                  <a:pt x="887583" y="201944"/>
                  <a:pt x="886313" y="201894"/>
                </a:cubicBezTo>
                <a:lnTo>
                  <a:pt x="886290" y="201894"/>
                </a:lnTo>
                <a:cubicBezTo>
                  <a:pt x="886146" y="201759"/>
                  <a:pt x="886014" y="201619"/>
                  <a:pt x="885896" y="201475"/>
                </a:cubicBezTo>
                <a:cubicBezTo>
                  <a:pt x="884803" y="200260"/>
                  <a:pt x="880310" y="197467"/>
                  <a:pt x="876060" y="195281"/>
                </a:cubicBezTo>
                <a:cubicBezTo>
                  <a:pt x="871189" y="192800"/>
                  <a:pt x="868753" y="191849"/>
                  <a:pt x="866119" y="191849"/>
                </a:cubicBezTo>
                <a:cubicBezTo>
                  <a:pt x="865272" y="191849"/>
                  <a:pt x="864405" y="191947"/>
                  <a:pt x="863431" y="192124"/>
                </a:cubicBezTo>
                <a:cubicBezTo>
                  <a:pt x="862840" y="192213"/>
                  <a:pt x="862208" y="192258"/>
                  <a:pt x="861528" y="192258"/>
                </a:cubicBezTo>
                <a:cubicBezTo>
                  <a:pt x="856618" y="192258"/>
                  <a:pt x="849210" y="189884"/>
                  <a:pt x="836837" y="184231"/>
                </a:cubicBezTo>
                <a:cubicBezTo>
                  <a:pt x="834044" y="183016"/>
                  <a:pt x="831129" y="181923"/>
                  <a:pt x="830401" y="181923"/>
                </a:cubicBezTo>
                <a:cubicBezTo>
                  <a:pt x="829672" y="181923"/>
                  <a:pt x="824450" y="179617"/>
                  <a:pt x="818621" y="176945"/>
                </a:cubicBezTo>
                <a:cubicBezTo>
                  <a:pt x="800285" y="168202"/>
                  <a:pt x="798464" y="167473"/>
                  <a:pt x="792392" y="166137"/>
                </a:cubicBezTo>
                <a:cubicBezTo>
                  <a:pt x="789113" y="165408"/>
                  <a:pt x="785349" y="164194"/>
                  <a:pt x="784013" y="163466"/>
                </a:cubicBezTo>
                <a:cubicBezTo>
                  <a:pt x="782677" y="162737"/>
                  <a:pt x="778791" y="161523"/>
                  <a:pt x="775391" y="160673"/>
                </a:cubicBezTo>
                <a:cubicBezTo>
                  <a:pt x="771991" y="159823"/>
                  <a:pt x="765434" y="157637"/>
                  <a:pt x="760698" y="155815"/>
                </a:cubicBezTo>
                <a:cubicBezTo>
                  <a:pt x="756083" y="153994"/>
                  <a:pt x="749161" y="151687"/>
                  <a:pt x="745518" y="150715"/>
                </a:cubicBezTo>
                <a:cubicBezTo>
                  <a:pt x="741875" y="149744"/>
                  <a:pt x="738232" y="148408"/>
                  <a:pt x="737625" y="147922"/>
                </a:cubicBezTo>
                <a:cubicBezTo>
                  <a:pt x="735196" y="145858"/>
                  <a:pt x="716981" y="140758"/>
                  <a:pt x="709695" y="140029"/>
                </a:cubicBezTo>
                <a:cubicBezTo>
                  <a:pt x="705688" y="139543"/>
                  <a:pt x="699859" y="138693"/>
                  <a:pt x="696823" y="138086"/>
                </a:cubicBezTo>
                <a:cubicBezTo>
                  <a:pt x="694880" y="137661"/>
                  <a:pt x="692725" y="137448"/>
                  <a:pt x="690281" y="137448"/>
                </a:cubicBezTo>
                <a:cubicBezTo>
                  <a:pt x="687837" y="137448"/>
                  <a:pt x="685105" y="137661"/>
                  <a:pt x="682009" y="138086"/>
                </a:cubicBezTo>
                <a:cubicBezTo>
                  <a:pt x="679513" y="138422"/>
                  <a:pt x="676504" y="138582"/>
                  <a:pt x="673129" y="138582"/>
                </a:cubicBezTo>
                <a:cubicBezTo>
                  <a:pt x="659422" y="138582"/>
                  <a:pt x="639651" y="135937"/>
                  <a:pt x="623477" y="131650"/>
                </a:cubicBezTo>
                <a:cubicBezTo>
                  <a:pt x="615706" y="129586"/>
                  <a:pt x="602712" y="127157"/>
                  <a:pt x="597976" y="127036"/>
                </a:cubicBezTo>
                <a:cubicBezTo>
                  <a:pt x="597390" y="127019"/>
                  <a:pt x="596718" y="127010"/>
                  <a:pt x="595973" y="127010"/>
                </a:cubicBezTo>
                <a:cubicBezTo>
                  <a:pt x="586086" y="127010"/>
                  <a:pt x="563502" y="128439"/>
                  <a:pt x="560453" y="129343"/>
                </a:cubicBezTo>
                <a:cubicBezTo>
                  <a:pt x="559521" y="129622"/>
                  <a:pt x="558026" y="129751"/>
                  <a:pt x="556214" y="129751"/>
                </a:cubicBezTo>
                <a:cubicBezTo>
                  <a:pt x="550942" y="129751"/>
                  <a:pt x="542992" y="128662"/>
                  <a:pt x="538474" y="127036"/>
                </a:cubicBezTo>
                <a:cubicBezTo>
                  <a:pt x="532768" y="125014"/>
                  <a:pt x="513214" y="122296"/>
                  <a:pt x="504987" y="122296"/>
                </a:cubicBezTo>
                <a:cubicBezTo>
                  <a:pt x="504810" y="122296"/>
                  <a:pt x="504638" y="122297"/>
                  <a:pt x="504472" y="122300"/>
                </a:cubicBezTo>
                <a:cubicBezTo>
                  <a:pt x="482978" y="122542"/>
                  <a:pt x="476421" y="123757"/>
                  <a:pt x="465249" y="129829"/>
                </a:cubicBezTo>
                <a:cubicBezTo>
                  <a:pt x="456627" y="134443"/>
                  <a:pt x="442055" y="139057"/>
                  <a:pt x="433433" y="140029"/>
                </a:cubicBezTo>
                <a:cubicBezTo>
                  <a:pt x="431126" y="140272"/>
                  <a:pt x="427483" y="140879"/>
                  <a:pt x="425419" y="141243"/>
                </a:cubicBezTo>
                <a:cubicBezTo>
                  <a:pt x="424530" y="141430"/>
                  <a:pt x="423713" y="141527"/>
                  <a:pt x="423017" y="141527"/>
                </a:cubicBezTo>
                <a:cubicBezTo>
                  <a:pt x="421906" y="141527"/>
                  <a:pt x="421103" y="141280"/>
                  <a:pt x="420804" y="140758"/>
                </a:cubicBezTo>
                <a:cubicBezTo>
                  <a:pt x="420276" y="139877"/>
                  <a:pt x="417478" y="139451"/>
                  <a:pt x="414275" y="139451"/>
                </a:cubicBezTo>
                <a:cubicBezTo>
                  <a:pt x="410852" y="139451"/>
                  <a:pt x="406966" y="139938"/>
                  <a:pt x="404896" y="140879"/>
                </a:cubicBezTo>
                <a:cubicBezTo>
                  <a:pt x="403817" y="141348"/>
                  <a:pt x="403064" y="141618"/>
                  <a:pt x="402441" y="141618"/>
                </a:cubicBezTo>
                <a:cubicBezTo>
                  <a:pt x="401452" y="141618"/>
                  <a:pt x="400792" y="140939"/>
                  <a:pt x="399675" y="139300"/>
                </a:cubicBezTo>
                <a:cubicBezTo>
                  <a:pt x="395182" y="133107"/>
                  <a:pt x="392146" y="124121"/>
                  <a:pt x="393239" y="120235"/>
                </a:cubicBezTo>
                <a:cubicBezTo>
                  <a:pt x="393967" y="117806"/>
                  <a:pt x="393603" y="113192"/>
                  <a:pt x="392024" y="105906"/>
                </a:cubicBezTo>
                <a:cubicBezTo>
                  <a:pt x="390810" y="99713"/>
                  <a:pt x="389839" y="89877"/>
                  <a:pt x="389717" y="82955"/>
                </a:cubicBezTo>
                <a:cubicBezTo>
                  <a:pt x="389717" y="76276"/>
                  <a:pt x="388867" y="67290"/>
                  <a:pt x="387774" y="62918"/>
                </a:cubicBezTo>
                <a:cubicBezTo>
                  <a:pt x="385710" y="53811"/>
                  <a:pt x="375752" y="32439"/>
                  <a:pt x="369559" y="23331"/>
                </a:cubicBezTo>
                <a:cubicBezTo>
                  <a:pt x="364459" y="16045"/>
                  <a:pt x="349158" y="4752"/>
                  <a:pt x="342115" y="3173"/>
                </a:cubicBezTo>
                <a:cubicBezTo>
                  <a:pt x="339565" y="2687"/>
                  <a:pt x="335193" y="1716"/>
                  <a:pt x="332400" y="987"/>
                </a:cubicBezTo>
                <a:cubicBezTo>
                  <a:pt x="329252" y="334"/>
                  <a:pt x="324884" y="0"/>
                  <a:pt x="320390" y="0"/>
                </a:cubicBezTo>
                <a:close/>
              </a:path>
            </a:pathLst>
          </a:custGeom>
          <a:solidFill>
            <a:srgbClr val="4F6DD9"/>
          </a:solidFill>
          <a:ln w="428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8E9DC9A2-F031-05EC-630C-FE63E8F7F39C}"/>
              </a:ext>
            </a:extLst>
          </p:cNvPr>
          <p:cNvGrpSpPr/>
          <p:nvPr/>
        </p:nvGrpSpPr>
        <p:grpSpPr>
          <a:xfrm>
            <a:off x="3091543" y="3015847"/>
            <a:ext cx="6008914" cy="410702"/>
            <a:chOff x="3091543" y="2828925"/>
            <a:chExt cx="6008914" cy="410702"/>
          </a:xfrm>
        </p:grpSpPr>
        <p:sp>
          <p:nvSpPr>
            <p:cNvPr id="148" name="矩形: 圆角 147">
              <a:extLst>
                <a:ext uri="{FF2B5EF4-FFF2-40B4-BE49-F238E27FC236}">
                  <a16:creationId xmlns:a16="http://schemas.microsoft.com/office/drawing/2014/main" id="{27F313D3-DB55-6BFE-C49A-7468D72EAE31}"/>
                </a:ext>
              </a:extLst>
            </p:cNvPr>
            <p:cNvSpPr/>
            <p:nvPr/>
          </p:nvSpPr>
          <p:spPr>
            <a:xfrm>
              <a:off x="3091543" y="2828925"/>
              <a:ext cx="6008914" cy="410702"/>
            </a:xfrm>
            <a:prstGeom prst="roundRect">
              <a:avLst>
                <a:gd name="adj" fmla="val 19077"/>
              </a:avLst>
            </a:prstGeom>
            <a:solidFill>
              <a:srgbClr val="4F6DD9"/>
            </a:solidFill>
            <a:ln w="4286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id="{21AF9C41-A7AD-C905-DB89-09B5FD832CE6}"/>
                </a:ext>
              </a:extLst>
            </p:cNvPr>
            <p:cNvSpPr txBox="1"/>
            <p:nvPr/>
          </p:nvSpPr>
          <p:spPr>
            <a:xfrm>
              <a:off x="3734245" y="2883788"/>
              <a:ext cx="4743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</a:rPr>
                <a:t>工作汇报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工作总结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述职报告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工作计划  </a:t>
              </a:r>
              <a:r>
                <a:rPr lang="en-US" altLang="zh-CN" sz="1400" b="1" dirty="0">
                  <a:solidFill>
                    <a:schemeClr val="bg1"/>
                  </a:solidFill>
                </a:rPr>
                <a:t>/  </a:t>
              </a:r>
              <a:r>
                <a:rPr lang="zh-CN" altLang="en-US" sz="1400" b="1" dirty="0">
                  <a:solidFill>
                    <a:schemeClr val="bg1"/>
                  </a:solidFill>
                </a:rPr>
                <a:t>商务通用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2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zczurs3h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2746</TotalTime>
  <Words>2321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 Unicode MS</vt:lpstr>
      <vt:lpstr>Gill Sans</vt:lpstr>
      <vt:lpstr>HarmonyOS Sans SC Light</vt:lpstr>
      <vt:lpstr>等线</vt:lpstr>
      <vt:lpstr>思源黑体 CN Heavy</vt:lpstr>
      <vt:lpstr>宋体</vt:lpstr>
      <vt:lpstr>微软雅黑</vt:lpstr>
      <vt:lpstr>字魂59号-创粗黑</vt:lpstr>
      <vt:lpstr>Arial</vt:lpstr>
      <vt:lpstr>Calibri</vt:lpstr>
      <vt:lpstr>Open Sans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简约弧形几何工作汇报商务通用PPT模板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557</cp:revision>
  <dcterms:created xsi:type="dcterms:W3CDTF">2026-03-27T07:31:40Z</dcterms:created>
  <dcterms:modified xsi:type="dcterms:W3CDTF">2026-05-07T13:19:58Z</dcterms:modified>
  <cp:contentStatus>简约弧形几何工作汇报商务通用PPT模板，www.51pptmoban.com</cp:contentStatus>
  <cp:version>51pptmoban.com（V51PPT-26050701版）</cp:version>
</cp:coreProperties>
</file>