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春水煎茶，岁月生香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一场关于春天与生命的散文诗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春醒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破冰之微光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困境是生命的试金石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向下扎根方能向上生长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每一片破土的新叶，都曾穿越漫长的黑暗。生命的韧性，不在于避开严寒，而在于在冻土中向下扎根。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万物生发之态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不争朝夕，静待花期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顺势而为，自在舒展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春润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润物无声的岁月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伟大源于平凡的累积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温柔与耐心是生命的力量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春雨不似夏雨般倾盆，却以绵长之姿滋养万物。人生的蜕变，亦多在日复一日的静默中完成。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生命滋养的三重馈赠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接纳风雨，化作甘霖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内省修心，去芜存菁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第三章 春归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愿我们皆能如春草般坚韧，如春雨般温润。在岁月的长河中，守住内心的清明与热爱。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