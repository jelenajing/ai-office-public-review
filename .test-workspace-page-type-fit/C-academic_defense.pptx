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春生万象心向芳华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一场关于春天与生命的散文随笔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一场关于春天与生命的散文随笔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春之始：破土微光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春之韵：繁花似锦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生之悟：枯荣有数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心之归：静水流深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第一章 春之始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冬雪消融，大地回暖。生命在最沉寂的时刻积蓄力量，只为那一瞬的破土而出。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蛰伏与苏醒的辩证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世间万物皆有其时。草木在严寒中收敛锋芒，将养分深藏于根脉。这并非退缩，而是一种智慧的等待。待到阳气升腾，冰雪消融，那些看似脆弱的嫩芽，便以不可阻挡之势顶开碎石。人生亦如草木，低谷时的沉默与沉淀，正是为了迎接破局时的绚烂。我们不必畏惧漫长的黑夜，因为每一次蛰伏，都是生命在暗中扎根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蛰伏是力量的积蓄，而非停滞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顺应自然节律，静待破土之时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春日三候的物候之美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古人观物候以知时节。立春之东风解冻，惊蛰之雷动虫鸣，春分之昼夜平分。每一候皆是自然写给生命的信笺。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第二章 生之悟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春之繁华终将归于夏之繁茂、秋之静美。生命的意义不在长盛不衰，而在体验每一次绽放与凋零的完整循环。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繁华与留白的平衡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春日的生机固然令人沉醉，但若一味追逐繁华，心便易被外物所役。古人云：大音希声，大象无形。生命的丰盈，往往不在于拥有多少，而在于懂得何时停下。如同画卷中的留白，给予观者呼吸的空间，也给予心灵沉淀的余地。在快节奏的时代里，学会为自己留一片精神的自留地，任外界花开花落，我自清风明月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繁华易逝，留白方能长久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在喧嚣中守住内心的清明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静水流深从容向春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春水初生，不争不抢，却润泽万物。真正的生命力，往往藏于平静的外表之下，以柔克刚，绵延不绝。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寻回内心的春山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走过四季轮回，最终要回归本心。将春日的生机内化为精神的底色，无论外界如何变迁，心中自有不落的春天。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春风有信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感谢聆听。愿这缕春风常驻心间，化作前行的力量。生命如春，生生不息，我们下一程再见。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