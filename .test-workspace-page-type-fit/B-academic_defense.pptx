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001" r:id="rId1001"/>
    <p:sldId id="2002" r:id="rId1002"/>
    <p:sldId id="2003" r:id="rId1003"/>
    <p:sldId id="2004" r:id="rId1004"/>
    <p:sldId id="2005" r:id="rId1005"/>
    <p:sldId id="2006" r:id="rId1006"/>
    <p:sldId id="2007" r:id="rId1007"/>
    <p:sldId id="2008" r:id="rId1008"/>
    <p:sldId id="2009" r:id="rId1009"/>
    <p:sldId id="2010" r:id="rId10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0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AC59"/>
    <a:srgbClr val="234995"/>
    <a:srgbClr val="CC9933"/>
    <a:srgbClr val="1B38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18" y="192"/>
      </p:cViewPr>
      <p:guideLst>
        <p:guide orient="horz" pos="2160"/>
        <p:guide pos="3840"/>
        <p:guide pos="597"/>
        <p:guide pos="708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8" Type="http://schemas.openxmlformats.org/officeDocument/2006/relationships/presProps" Target="presProps.xml"/><Relationship Id="rId31" Type="http://schemas.openxmlformats.org/officeDocument/2006/relationships/tableStyles" Target="tableStyles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  <Relationship Id="rId1001" Type="http://schemas.openxmlformats.org/officeDocument/2006/relationships/slide" Target="slides/slide1.xml"/>
  <Relationship Id="rId1002" Type="http://schemas.openxmlformats.org/officeDocument/2006/relationships/slide" Target="slides/slide2.xml"/>
  <Relationship Id="rId1003" Type="http://schemas.openxmlformats.org/officeDocument/2006/relationships/slide" Target="slides/slide3.xml"/>
  <Relationship Id="rId1004" Type="http://schemas.openxmlformats.org/officeDocument/2006/relationships/slide" Target="slides/slide4.xml"/>
  <Relationship Id="rId1005" Type="http://schemas.openxmlformats.org/officeDocument/2006/relationships/slide" Target="slides/slide5.xml"/>
  <Relationship Id="rId1006" Type="http://schemas.openxmlformats.org/officeDocument/2006/relationships/slide" Target="slides/slide6.xml"/>
  <Relationship Id="rId1007" Type="http://schemas.openxmlformats.org/officeDocument/2006/relationships/slide" Target="slides/slide7.xml"/>
  <Relationship Id="rId1008" Type="http://schemas.openxmlformats.org/officeDocument/2006/relationships/slide" Target="slides/slide8.xml"/>
  <Relationship Id="rId1009" Type="http://schemas.openxmlformats.org/officeDocument/2006/relationships/slide" Target="slides/slide9.xml"/>
  <Relationship Id="rId1010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A4503-6779-45FF-B691-997E1C26F926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2536DC-329C-494B-B244-9742099792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232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597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D:\51PPT模板网\51pptmoban.com\图片.jpg">
            <a:extLst>
              <a:ext uri="{FF2B5EF4-FFF2-40B4-BE49-F238E27FC236}">
                <a16:creationId xmlns:a16="http://schemas.microsoft.com/office/drawing/2014/main" id="{E74CF6D6-3B9D-2CA7-9A68-78626B9E24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15000"/>
          </a:blip>
          <a:srcRect l="1220" r="1220" b="3050"/>
          <a:stretch>
            <a:fillRect/>
          </a:stretch>
        </p:blipFill>
        <p:spPr>
          <a:xfrm>
            <a:off x="0" y="5290650"/>
            <a:ext cx="12192000" cy="1567350"/>
          </a:xfrm>
          <a:custGeom>
            <a:avLst/>
            <a:gdLst>
              <a:gd name="csX0" fmla="*/ 0 w 12192000"/>
              <a:gd name="csY0" fmla="*/ 0 h 1567350"/>
              <a:gd name="csX1" fmla="*/ 12192000 w 12192000"/>
              <a:gd name="csY1" fmla="*/ 0 h 1567350"/>
              <a:gd name="csX2" fmla="*/ 12192000 w 12192000"/>
              <a:gd name="csY2" fmla="*/ 1567350 h 1567350"/>
              <a:gd name="csX3" fmla="*/ 0 w 12192000"/>
              <a:gd name="csY3" fmla="*/ 1567350 h 1567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1567350">
                <a:moveTo>
                  <a:pt x="0" y="0"/>
                </a:moveTo>
                <a:lnTo>
                  <a:pt x="12192000" y="0"/>
                </a:lnTo>
                <a:lnTo>
                  <a:pt x="12192000" y="1567350"/>
                </a:lnTo>
                <a:lnTo>
                  <a:pt x="0" y="15673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87720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B7C62E65-C790-9ACE-1A24-77CCF1498010}"/>
              </a:ext>
            </a:extLst>
          </p:cNvPr>
          <p:cNvSpPr/>
          <p:nvPr userDrawn="1"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5D1D75D5-D36E-CADA-187D-216F76FEB68E}"/>
              </a:ext>
            </a:extLst>
          </p:cNvPr>
          <p:cNvSpPr/>
          <p:nvPr userDrawn="1"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solidFill>
            <a:schemeClr val="bg1"/>
          </a:solidFill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梯形 6">
            <a:extLst>
              <a:ext uri="{FF2B5EF4-FFF2-40B4-BE49-F238E27FC236}">
                <a16:creationId xmlns:a16="http://schemas.microsoft.com/office/drawing/2014/main" id="{E3E881B3-7043-8F82-D201-7FFBACA92EAD}"/>
              </a:ext>
            </a:extLst>
          </p:cNvPr>
          <p:cNvSpPr/>
          <p:nvPr userDrawn="1"/>
        </p:nvSpPr>
        <p:spPr>
          <a:xfrm rot="10800000">
            <a:off x="3962400" y="101472"/>
            <a:ext cx="4267200" cy="520501"/>
          </a:xfrm>
          <a:prstGeom prst="trapezoid">
            <a:avLst>
              <a:gd name="adj" fmla="val 3964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D:\51PPT模板网\51pptmoban.com\图片.jpg">
            <a:extLst>
              <a:ext uri="{FF2B5EF4-FFF2-40B4-BE49-F238E27FC236}">
                <a16:creationId xmlns:a16="http://schemas.microsoft.com/office/drawing/2014/main" id="{632F3C5A-1E53-07DB-2EC7-1EC8E31F13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15000"/>
          </a:blip>
          <a:srcRect l="1220" r="1220" b="3050"/>
          <a:stretch>
            <a:fillRect/>
          </a:stretch>
        </p:blipFill>
        <p:spPr>
          <a:xfrm>
            <a:off x="0" y="5290650"/>
            <a:ext cx="12192000" cy="1567350"/>
          </a:xfrm>
          <a:custGeom>
            <a:avLst/>
            <a:gdLst>
              <a:gd name="csX0" fmla="*/ 0 w 12192000"/>
              <a:gd name="csY0" fmla="*/ 0 h 1567350"/>
              <a:gd name="csX1" fmla="*/ 12192000 w 12192000"/>
              <a:gd name="csY1" fmla="*/ 0 h 1567350"/>
              <a:gd name="csX2" fmla="*/ 12192000 w 12192000"/>
              <a:gd name="csY2" fmla="*/ 1567350 h 1567350"/>
              <a:gd name="csX3" fmla="*/ 0 w 12192000"/>
              <a:gd name="csY3" fmla="*/ 1567350 h 1567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1567350">
                <a:moveTo>
                  <a:pt x="0" y="0"/>
                </a:moveTo>
                <a:lnTo>
                  <a:pt x="12192000" y="0"/>
                </a:lnTo>
                <a:lnTo>
                  <a:pt x="12192000" y="1567350"/>
                </a:lnTo>
                <a:lnTo>
                  <a:pt x="0" y="15673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45553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60886-21B9-EF7A-D4E0-BA49A178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343C37-CA44-A82B-0F0D-30EC438D3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7A519F-A5D9-DCC0-7D5C-238A740D96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55EC33-F02D-6930-FD46-906D7007A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25BFB4-61D2-BEB0-B96B-6C2CE0E16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044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0F46C3-49E3-40E8-52E3-3F996081B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53AE30-CD44-E540-35F5-4D44CA3BED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5AC3A3-B049-D043-BE7D-7421E3985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7CD482-5EE9-80C4-ACC6-CFB2427372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354BC2-3D01-0420-6446-4B001A81E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22A1F0-7AA6-79B2-0D3A-16FB0A7BE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345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4F81B0-3E76-4D6D-0126-1047D0DB0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057B33-C054-782B-C92A-9FFE0EACC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A11E82-303F-043F-7A43-199FA2BB0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DD0AD4-9D59-A296-D20F-B3D180BF66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8D035B-960C-645F-CCA9-5DBF77BF2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97B63C-6109-6713-DCBE-1CC83D4737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B7DEE79-5894-3AB1-4045-F7F765F55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F7412F3-2C28-3412-C553-6CC7AD634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617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CF2B1-26EA-595D-C4F2-23266F72E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58758F4-725D-FBF2-DC59-881F749511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532297-A43C-7378-463A-9D7F2175C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141894-40A1-4669-BD63-4F5E5DEBC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489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06C49A-990A-3F60-A1AF-6F2BD4A5F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655D6A-7F91-F474-C1B5-C94AE872D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A41A39-13CA-7D7B-C1CB-6A0A655F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E4B201-9A5F-745B-23B9-8E0FADC7BE16}"/>
              </a:ext>
            </a:extLst>
          </p:cNvPr>
          <p:cNvSpPr txBox="1"/>
          <p:nvPr userDrawn="1"/>
        </p:nvSpPr>
        <p:spPr>
          <a:xfrm>
            <a:off x="747486" y="54462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51PPT模板网，幻灯片演示模板及素材免费下载！</a:t>
            </a: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 唯一访问网址：www.51pptmoban.com</a:t>
            </a:r>
          </a:p>
        </p:txBody>
      </p:sp>
    </p:spTree>
    <p:extLst>
      <p:ext uri="{BB962C8B-B14F-4D97-AF65-F5344CB8AC3E}">
        <p14:creationId xmlns:p14="http://schemas.microsoft.com/office/powerpoint/2010/main" val="2529796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0D2F5-12AB-81D9-900C-648546946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03E42A-97B8-E7EB-207B-FC7DB849C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3AB621-AD75-51A2-9E2F-41F2F2AE1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CCC8A7-4494-3090-450A-7CA01F6E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9C7DC7-33BE-C751-4DAC-3613672E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3786FA-9B1A-7397-CD26-B7508256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080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C1B2B-0396-83E4-B6F3-14C9B5C5F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3A75C6E-78D3-24D2-0151-A4BCB6837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2619FE-DF1C-2D74-24E2-91E2371AE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130F90-B9C3-D20C-6016-52C211B1AE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968695-8B72-EA68-DB76-78D38FF8A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7FDAC9-67AF-590E-D1D7-11F1BA91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979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1DFB7-F462-549F-5FC5-3A0E51E35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5624AD-4C97-8D4B-9E7C-9885B3C1A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F8EC4F-D192-2953-0351-32A1AECB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2C1165-3B42-0D85-55A1-85575C734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AEE3A8-17E3-4013-C524-0516DF3AB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090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CC0BD4-4BEF-347C-0FDD-982DD7D12F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516CCE-F181-3E55-68AE-BDB3685D4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5B5E30-CBF0-C161-AC09-9DC3643F64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2976E1-6FCE-2DA1-042D-4A45BA56E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8FDAE4-E4C1-C88F-0E4A-593B40695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130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751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755E9D02-03E4-2FEA-BE57-F9CC76BFC8A1}"/>
              </a:ext>
            </a:extLst>
          </p:cNvPr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3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1F7462-B454-D9CD-1119-9123DEB0BCE3}"/>
              </a:ext>
            </a:extLst>
          </p:cNvPr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D7781A2-7670-D6F9-A580-785A1DE65734}"/>
                </a:ext>
              </a:extLst>
            </p:cNvPr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>
                <a:extLst>
                  <a:ext uri="{FF2B5EF4-FFF2-40B4-BE49-F238E27FC236}">
                    <a16:creationId xmlns:a16="http://schemas.microsoft.com/office/drawing/2014/main" id="{2A4D029E-D190-E7B4-70E0-00738435A8A5}"/>
                  </a:ext>
                </a:extLst>
              </p:cNvPr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96A052D9-33D2-05C9-FE3E-8412E8D51A11}"/>
                  </a:ext>
                </a:extLst>
              </p:cNvPr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43D5FF14-27AB-8B0E-C2F9-88E9CD5F9BE2}"/>
                  </a:ext>
                </a:extLst>
              </p:cNvPr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1AC798E-FE52-EC3B-FD0C-BCE3D1C1B704}"/>
                  </a:ext>
                </a:extLst>
              </p:cNvPr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1C016A87-BDD4-1C42-3316-B7A035F0EEFB}"/>
                  </a:ext>
                </a:extLst>
              </p:cNvPr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FFDEDDD6-5E44-BA98-3A8F-6302E2250D16}"/>
                  </a:ext>
                </a:extLst>
              </p:cNvPr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2D727A78-EF4B-5F83-27D0-4AD30A854A43}"/>
                    </a:ext>
                  </a:extLst>
                </p:cNvPr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D8312688-AD36-4859-1464-05EE093E5ED5}"/>
                    </a:ext>
                  </a:extLst>
                </p:cNvPr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5CEBDC48-9E45-99AF-B97F-B59AC451A954}"/>
                    </a:ext>
                  </a:extLst>
                </p:cNvPr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BF4A00DA-5CEF-5570-193C-250CC047DF05}"/>
                    </a:ext>
                  </a:extLst>
                </p:cNvPr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B7DD8678-13EA-F72A-D083-27B9CF906129}"/>
                  </a:ext>
                </a:extLst>
              </p:cNvPr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BD14739B-AE93-27AC-8F6B-8E4874CBBADB}"/>
                    </a:ext>
                  </a:extLst>
                </p:cNvPr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17E8D5E6-EB10-8395-9D09-57FC8601C6DF}"/>
                    </a:ext>
                  </a:extLst>
                </p:cNvPr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29CA6F38-2E68-8F40-EE35-E5EE46CB7707}"/>
                  </a:ext>
                </a:extLst>
              </p:cNvPr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C8910E4C-545E-B2B4-8952-DE2A9E9F4B28}"/>
                    </a:ext>
                  </a:extLst>
                </p:cNvPr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C6C4CFDB-CDEA-CE4C-17EA-0CC7AE0EE6E2}"/>
                    </a:ext>
                  </a:extLst>
                </p:cNvPr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037E21AA-4DE2-74E8-2B9D-5DBC614DD1D1}"/>
                    </a:ext>
                  </a:extLst>
                </p:cNvPr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CB991AAA-E751-57B5-EF10-7DA2B8D67B73}"/>
                    </a:ext>
                  </a:extLst>
                </p:cNvPr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70F2B64C-7F8A-DFBC-4BAB-AFFB9B313D04}"/>
                    </a:ext>
                  </a:extLst>
                </p:cNvPr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658A6536-98F6-83EC-0AC7-A16909C846FF}"/>
                    </a:ext>
                  </a:extLst>
                </p:cNvPr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F107A0A8-E8CB-9036-2C29-A8C9EDAD51DF}"/>
                    </a:ext>
                  </a:extLst>
                </p:cNvPr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7D974A47-522C-A6D9-BAFC-5EF1625E71FD}"/>
                    </a:ext>
                  </a:extLst>
                </p:cNvPr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7B13995B-738E-ACBD-B6BE-0426C80CF74F}"/>
                  </a:ext>
                </a:extLst>
              </p:cNvPr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7A556163-D721-AE68-9072-3045DC967237}"/>
                    </a:ext>
                  </a:extLst>
                </p:cNvPr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B5F5FDC2-9A70-F050-F49A-B60AFBAC9CD1}"/>
                    </a:ext>
                  </a:extLst>
                </p:cNvPr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AA099248-1CF1-EB60-4EDC-F13AF85B4E29}"/>
                    </a:ext>
                  </a:extLst>
                </p:cNvPr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59050F47-0621-336E-4DD3-B8DC1273BC6F}"/>
                    </a:ext>
                  </a:extLst>
                </p:cNvPr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C87770F5-089B-B30F-292E-607E8D099FEB}"/>
                  </a:ext>
                </a:extLst>
              </p:cNvPr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  <a:extLst>
                <a:ext uri="{FF2B5EF4-FFF2-40B4-BE49-F238E27FC236}">
                  <a16:creationId xmlns:a16="http://schemas.microsoft.com/office/drawing/2014/main" id="{7EBE6C0E-6A20-538B-3A17-0396506413C5}"/>
                </a:ext>
              </a:extLst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21924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76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F5BB-5CDE-7C9C-2AD5-5CB87D0F9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>
            <a:extLst>
              <a:ext uri="{FF2B5EF4-FFF2-40B4-BE49-F238E27FC236}">
                <a16:creationId xmlns:a16="http://schemas.microsoft.com/office/drawing/2014/main" id="{DFFFF79B-D362-6C40-C838-D47B3FE4CA17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2B2C785-A171-CC57-7330-4BA6DD1C0C75}"/>
              </a:ext>
            </a:extLst>
          </p:cNvPr>
          <p:cNvSpPr txBox="1"/>
          <p:nvPr/>
        </p:nvSpPr>
        <p:spPr>
          <a:xfrm>
            <a:off x="2616326" y="2441585"/>
            <a:ext cx="695575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dirty="0"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深度学习图像识别优化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0695AF8-21D2-1E51-CE52-F5594DF4D565}"/>
              </a:ext>
            </a:extLst>
          </p:cNvPr>
          <p:cNvGrpSpPr/>
          <p:nvPr/>
        </p:nvGrpSpPr>
        <p:grpSpPr>
          <a:xfrm>
            <a:off x="3086965" y="5904640"/>
            <a:ext cx="6018070" cy="317242"/>
            <a:chOff x="3086965" y="5746019"/>
            <a:chExt cx="6018070" cy="317242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D61D16EB-C338-DFEB-0687-95D72C840F21}"/>
                </a:ext>
              </a:extLst>
            </p:cNvPr>
            <p:cNvSpPr txBox="1"/>
            <p:nvPr/>
          </p:nvSpPr>
          <p:spPr>
            <a:xfrm>
              <a:off x="3289732" y="5755484"/>
              <a:ext cx="1600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43" name="graduate_57239">
              <a:extLst>
                <a:ext uri="{FF2B5EF4-FFF2-40B4-BE49-F238E27FC236}">
                  <a16:creationId xmlns:a16="http://schemas.microsoft.com/office/drawing/2014/main" id="{7B47742E-B695-E86B-2470-434EC31FE1C6}"/>
                </a:ext>
              </a:extLst>
            </p:cNvPr>
            <p:cNvSpPr/>
            <p:nvPr/>
          </p:nvSpPr>
          <p:spPr>
            <a:xfrm>
              <a:off x="3086965" y="5748954"/>
              <a:ext cx="211529" cy="307777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4" name="university-teacher_65684">
              <a:extLst>
                <a:ext uri="{FF2B5EF4-FFF2-40B4-BE49-F238E27FC236}">
                  <a16:creationId xmlns:a16="http://schemas.microsoft.com/office/drawing/2014/main" id="{C663FBE1-7C55-726F-5E4E-0BE5A0E02807}"/>
                </a:ext>
              </a:extLst>
            </p:cNvPr>
            <p:cNvSpPr/>
            <p:nvPr/>
          </p:nvSpPr>
          <p:spPr>
            <a:xfrm>
              <a:off x="5172715" y="5746019"/>
              <a:ext cx="138508" cy="307777"/>
            </a:xfrm>
            <a:custGeom>
              <a:avLst/>
              <a:gdLst>
                <a:gd name="T0" fmla="*/ 215 w 257"/>
                <a:gd name="T1" fmla="*/ 163 h 572"/>
                <a:gd name="T2" fmla="*/ 201 w 257"/>
                <a:gd name="T3" fmla="*/ 163 h 572"/>
                <a:gd name="T4" fmla="*/ 226 w 257"/>
                <a:gd name="T5" fmla="*/ 97 h 572"/>
                <a:gd name="T6" fmla="*/ 129 w 257"/>
                <a:gd name="T7" fmla="*/ 0 h 572"/>
                <a:gd name="T8" fmla="*/ 31 w 257"/>
                <a:gd name="T9" fmla="*/ 97 h 572"/>
                <a:gd name="T10" fmla="*/ 56 w 257"/>
                <a:gd name="T11" fmla="*/ 163 h 572"/>
                <a:gd name="T12" fmla="*/ 42 w 257"/>
                <a:gd name="T13" fmla="*/ 163 h 572"/>
                <a:gd name="T14" fmla="*/ 0 w 257"/>
                <a:gd name="T15" fmla="*/ 205 h 572"/>
                <a:gd name="T16" fmla="*/ 0 w 257"/>
                <a:gd name="T17" fmla="*/ 323 h 572"/>
                <a:gd name="T18" fmla="*/ 39 w 257"/>
                <a:gd name="T19" fmla="*/ 365 h 572"/>
                <a:gd name="T20" fmla="*/ 39 w 257"/>
                <a:gd name="T21" fmla="*/ 522 h 572"/>
                <a:gd name="T22" fmla="*/ 89 w 257"/>
                <a:gd name="T23" fmla="*/ 572 h 572"/>
                <a:gd name="T24" fmla="*/ 128 w 257"/>
                <a:gd name="T25" fmla="*/ 554 h 572"/>
                <a:gd name="T26" fmla="*/ 167 w 257"/>
                <a:gd name="T27" fmla="*/ 572 h 572"/>
                <a:gd name="T28" fmla="*/ 218 w 257"/>
                <a:gd name="T29" fmla="*/ 522 h 572"/>
                <a:gd name="T30" fmla="*/ 218 w 257"/>
                <a:gd name="T31" fmla="*/ 365 h 572"/>
                <a:gd name="T32" fmla="*/ 257 w 257"/>
                <a:gd name="T33" fmla="*/ 323 h 572"/>
                <a:gd name="T34" fmla="*/ 257 w 257"/>
                <a:gd name="T35" fmla="*/ 205 h 572"/>
                <a:gd name="T36" fmla="*/ 215 w 257"/>
                <a:gd name="T37" fmla="*/ 163 h 572"/>
                <a:gd name="T38" fmla="*/ 160 w 257"/>
                <a:gd name="T39" fmla="*/ 289 h 572"/>
                <a:gd name="T40" fmla="*/ 133 w 257"/>
                <a:gd name="T41" fmla="*/ 316 h 572"/>
                <a:gd name="T42" fmla="*/ 128 w 257"/>
                <a:gd name="T43" fmla="*/ 318 h 572"/>
                <a:gd name="T44" fmla="*/ 124 w 257"/>
                <a:gd name="T45" fmla="*/ 316 h 572"/>
                <a:gd name="T46" fmla="*/ 96 w 257"/>
                <a:gd name="T47" fmla="*/ 289 h 572"/>
                <a:gd name="T48" fmla="*/ 95 w 257"/>
                <a:gd name="T49" fmla="*/ 283 h 572"/>
                <a:gd name="T50" fmla="*/ 112 w 257"/>
                <a:gd name="T51" fmla="*/ 213 h 572"/>
                <a:gd name="T52" fmla="*/ 97 w 257"/>
                <a:gd name="T53" fmla="*/ 199 h 572"/>
                <a:gd name="T54" fmla="*/ 96 w 257"/>
                <a:gd name="T55" fmla="*/ 192 h 572"/>
                <a:gd name="T56" fmla="*/ 101 w 257"/>
                <a:gd name="T57" fmla="*/ 188 h 572"/>
                <a:gd name="T58" fmla="*/ 155 w 257"/>
                <a:gd name="T59" fmla="*/ 188 h 572"/>
                <a:gd name="T60" fmla="*/ 161 w 257"/>
                <a:gd name="T61" fmla="*/ 192 h 572"/>
                <a:gd name="T62" fmla="*/ 159 w 257"/>
                <a:gd name="T63" fmla="*/ 199 h 572"/>
                <a:gd name="T64" fmla="*/ 145 w 257"/>
                <a:gd name="T65" fmla="*/ 213 h 572"/>
                <a:gd name="T66" fmla="*/ 162 w 257"/>
                <a:gd name="T67" fmla="*/ 283 h 572"/>
                <a:gd name="T68" fmla="*/ 160 w 257"/>
                <a:gd name="T69" fmla="*/ 289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7" h="572">
                  <a:moveTo>
                    <a:pt x="215" y="163"/>
                  </a:moveTo>
                  <a:lnTo>
                    <a:pt x="201" y="163"/>
                  </a:lnTo>
                  <a:cubicBezTo>
                    <a:pt x="216" y="145"/>
                    <a:pt x="226" y="123"/>
                    <a:pt x="226" y="97"/>
                  </a:cubicBezTo>
                  <a:cubicBezTo>
                    <a:pt x="226" y="44"/>
                    <a:pt x="182" y="0"/>
                    <a:pt x="129" y="0"/>
                  </a:cubicBezTo>
                  <a:cubicBezTo>
                    <a:pt x="75" y="0"/>
                    <a:pt x="31" y="44"/>
                    <a:pt x="31" y="97"/>
                  </a:cubicBezTo>
                  <a:cubicBezTo>
                    <a:pt x="31" y="123"/>
                    <a:pt x="41" y="145"/>
                    <a:pt x="56" y="163"/>
                  </a:cubicBezTo>
                  <a:lnTo>
                    <a:pt x="42" y="163"/>
                  </a:lnTo>
                  <a:cubicBezTo>
                    <a:pt x="19" y="163"/>
                    <a:pt x="0" y="181"/>
                    <a:pt x="0" y="205"/>
                  </a:cubicBezTo>
                  <a:lnTo>
                    <a:pt x="0" y="323"/>
                  </a:lnTo>
                  <a:cubicBezTo>
                    <a:pt x="0" y="345"/>
                    <a:pt x="17" y="363"/>
                    <a:pt x="39" y="365"/>
                  </a:cubicBezTo>
                  <a:lnTo>
                    <a:pt x="39" y="522"/>
                  </a:lnTo>
                  <a:cubicBezTo>
                    <a:pt x="39" y="550"/>
                    <a:pt x="61" y="572"/>
                    <a:pt x="89" y="572"/>
                  </a:cubicBezTo>
                  <a:cubicBezTo>
                    <a:pt x="105" y="572"/>
                    <a:pt x="119" y="565"/>
                    <a:pt x="128" y="554"/>
                  </a:cubicBezTo>
                  <a:cubicBezTo>
                    <a:pt x="137" y="565"/>
                    <a:pt x="151" y="572"/>
                    <a:pt x="167" y="572"/>
                  </a:cubicBezTo>
                  <a:cubicBezTo>
                    <a:pt x="195" y="572"/>
                    <a:pt x="218" y="550"/>
                    <a:pt x="218" y="522"/>
                  </a:cubicBezTo>
                  <a:lnTo>
                    <a:pt x="218" y="365"/>
                  </a:lnTo>
                  <a:cubicBezTo>
                    <a:pt x="239" y="363"/>
                    <a:pt x="257" y="345"/>
                    <a:pt x="257" y="323"/>
                  </a:cubicBezTo>
                  <a:lnTo>
                    <a:pt x="257" y="205"/>
                  </a:lnTo>
                  <a:cubicBezTo>
                    <a:pt x="257" y="181"/>
                    <a:pt x="238" y="163"/>
                    <a:pt x="215" y="163"/>
                  </a:cubicBezTo>
                  <a:close/>
                  <a:moveTo>
                    <a:pt x="160" y="289"/>
                  </a:moveTo>
                  <a:lnTo>
                    <a:pt x="133" y="316"/>
                  </a:lnTo>
                  <a:cubicBezTo>
                    <a:pt x="131" y="318"/>
                    <a:pt x="130" y="318"/>
                    <a:pt x="128" y="318"/>
                  </a:cubicBezTo>
                  <a:cubicBezTo>
                    <a:pt x="127" y="318"/>
                    <a:pt x="125" y="318"/>
                    <a:pt x="124" y="316"/>
                  </a:cubicBezTo>
                  <a:lnTo>
                    <a:pt x="96" y="289"/>
                  </a:lnTo>
                  <a:cubicBezTo>
                    <a:pt x="95" y="287"/>
                    <a:pt x="94" y="285"/>
                    <a:pt x="95" y="283"/>
                  </a:cubicBezTo>
                  <a:lnTo>
                    <a:pt x="112" y="213"/>
                  </a:lnTo>
                  <a:lnTo>
                    <a:pt x="97" y="199"/>
                  </a:lnTo>
                  <a:cubicBezTo>
                    <a:pt x="95" y="197"/>
                    <a:pt x="95" y="194"/>
                    <a:pt x="96" y="192"/>
                  </a:cubicBezTo>
                  <a:cubicBezTo>
                    <a:pt x="97" y="189"/>
                    <a:pt x="99" y="188"/>
                    <a:pt x="101" y="188"/>
                  </a:cubicBezTo>
                  <a:lnTo>
                    <a:pt x="155" y="188"/>
                  </a:lnTo>
                  <a:cubicBezTo>
                    <a:pt x="157" y="188"/>
                    <a:pt x="160" y="189"/>
                    <a:pt x="161" y="192"/>
                  </a:cubicBezTo>
                  <a:cubicBezTo>
                    <a:pt x="162" y="194"/>
                    <a:pt x="161" y="197"/>
                    <a:pt x="159" y="199"/>
                  </a:cubicBezTo>
                  <a:lnTo>
                    <a:pt x="145" y="213"/>
                  </a:lnTo>
                  <a:lnTo>
                    <a:pt x="162" y="283"/>
                  </a:lnTo>
                  <a:cubicBezTo>
                    <a:pt x="162" y="285"/>
                    <a:pt x="162" y="287"/>
                    <a:pt x="160" y="289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640C216-FBCA-513C-8337-BC8BD6E00619}"/>
                </a:ext>
              </a:extLst>
            </p:cNvPr>
            <p:cNvSpPr txBox="1"/>
            <p:nvPr/>
          </p:nvSpPr>
          <p:spPr>
            <a:xfrm>
              <a:off x="5350829" y="5755484"/>
              <a:ext cx="17774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338CE732-7C1E-84AB-8D34-B5FA959D2900}"/>
                </a:ext>
              </a:extLst>
            </p:cNvPr>
            <p:cNvSpPr txBox="1"/>
            <p:nvPr/>
          </p:nvSpPr>
          <p:spPr>
            <a:xfrm>
              <a:off x="7436830" y="5748954"/>
              <a:ext cx="1668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7F51100B-1493-A483-2A4D-84CE14181944}"/>
                </a:ext>
              </a:extLst>
            </p:cNvPr>
            <p:cNvGrpSpPr/>
            <p:nvPr/>
          </p:nvGrpSpPr>
          <p:grpSpPr>
            <a:xfrm>
              <a:off x="7194542" y="5764188"/>
              <a:ext cx="261152" cy="261152"/>
              <a:chOff x="8223250" y="6921890"/>
              <a:chExt cx="723900" cy="723900"/>
            </a:xfrm>
            <a:solidFill>
              <a:srgbClr val="397DF9"/>
            </a:solidFill>
          </p:grpSpPr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6EAE5889-1E19-03DA-72DB-90D9EDEA8638}"/>
                  </a:ext>
                </a:extLst>
              </p:cNvPr>
              <p:cNvSpPr/>
              <p:nvPr/>
            </p:nvSpPr>
            <p:spPr>
              <a:xfrm>
                <a:off x="8223250" y="6921890"/>
                <a:ext cx="723900" cy="723900"/>
              </a:xfrm>
              <a:custGeom>
                <a:avLst/>
                <a:gdLst>
                  <a:gd name="connsiteX0" fmla="*/ 361950 w 723900"/>
                  <a:gd name="connsiteY0" fmla="*/ 666750 h 723900"/>
                  <a:gd name="connsiteX1" fmla="*/ 57150 w 723900"/>
                  <a:gd name="connsiteY1" fmla="*/ 361950 h 723900"/>
                  <a:gd name="connsiteX2" fmla="*/ 361950 w 723900"/>
                  <a:gd name="connsiteY2" fmla="*/ 57150 h 723900"/>
                  <a:gd name="connsiteX3" fmla="*/ 666750 w 723900"/>
                  <a:gd name="connsiteY3" fmla="*/ 361950 h 723900"/>
                  <a:gd name="connsiteX4" fmla="*/ 361950 w 723900"/>
                  <a:gd name="connsiteY4" fmla="*/ 666750 h 723900"/>
                  <a:gd name="connsiteX5" fmla="*/ 361950 w 723900"/>
                  <a:gd name="connsiteY5" fmla="*/ 0 h 723900"/>
                  <a:gd name="connsiteX6" fmla="*/ 0 w 723900"/>
                  <a:gd name="connsiteY6" fmla="*/ 361950 h 723900"/>
                  <a:gd name="connsiteX7" fmla="*/ 361950 w 723900"/>
                  <a:gd name="connsiteY7" fmla="*/ 723900 h 723900"/>
                  <a:gd name="connsiteX8" fmla="*/ 723900 w 723900"/>
                  <a:gd name="connsiteY8" fmla="*/ 361950 h 723900"/>
                  <a:gd name="connsiteX9" fmla="*/ 361950 w 723900"/>
                  <a:gd name="connsiteY9" fmla="*/ 0 h 72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0" h="723900">
                    <a:moveTo>
                      <a:pt x="361950" y="666750"/>
                    </a:moveTo>
                    <a:cubicBezTo>
                      <a:pt x="194310" y="666750"/>
                      <a:pt x="57150" y="529590"/>
                      <a:pt x="57150" y="361950"/>
                    </a:cubicBezTo>
                    <a:cubicBezTo>
                      <a:pt x="57150" y="194310"/>
                      <a:pt x="194310" y="57150"/>
                      <a:pt x="361950" y="57150"/>
                    </a:cubicBezTo>
                    <a:cubicBezTo>
                      <a:pt x="529590" y="57150"/>
                      <a:pt x="666750" y="194310"/>
                      <a:pt x="666750" y="361950"/>
                    </a:cubicBezTo>
                    <a:cubicBezTo>
                      <a:pt x="666750" y="529590"/>
                      <a:pt x="529590" y="666750"/>
                      <a:pt x="361950" y="666750"/>
                    </a:cubicBezTo>
                    <a:close/>
                    <a:moveTo>
                      <a:pt x="361950" y="0"/>
                    </a:moveTo>
                    <a:cubicBezTo>
                      <a:pt x="161925" y="0"/>
                      <a:pt x="0" y="161925"/>
                      <a:pt x="0" y="361950"/>
                    </a:cubicBezTo>
                    <a:cubicBezTo>
                      <a:pt x="0" y="561975"/>
                      <a:pt x="161925" y="723900"/>
                      <a:pt x="361950" y="723900"/>
                    </a:cubicBezTo>
                    <a:cubicBezTo>
                      <a:pt x="561975" y="723900"/>
                      <a:pt x="723900" y="561975"/>
                      <a:pt x="723900" y="361950"/>
                    </a:cubicBezTo>
                    <a:cubicBezTo>
                      <a:pt x="723900" y="161925"/>
                      <a:pt x="561975" y="0"/>
                      <a:pt x="361950" y="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24BC3FD0-83ED-F112-C1F0-2A42B08CFFAC}"/>
                  </a:ext>
                </a:extLst>
              </p:cNvPr>
              <p:cNvSpPr/>
              <p:nvPr/>
            </p:nvSpPr>
            <p:spPr>
              <a:xfrm>
                <a:off x="8566150" y="7093340"/>
                <a:ext cx="166687" cy="338137"/>
              </a:xfrm>
              <a:custGeom>
                <a:avLst/>
                <a:gdLst>
                  <a:gd name="connsiteX0" fmla="*/ 38100 w 166687"/>
                  <a:gd name="connsiteY0" fmla="*/ 0 h 338137"/>
                  <a:gd name="connsiteX1" fmla="*/ 0 w 166687"/>
                  <a:gd name="connsiteY1" fmla="*/ 0 h 338137"/>
                  <a:gd name="connsiteX2" fmla="*/ 0 w 166687"/>
                  <a:gd name="connsiteY2" fmla="*/ 190500 h 338137"/>
                  <a:gd name="connsiteX3" fmla="*/ 5715 w 166687"/>
                  <a:gd name="connsiteY3" fmla="*/ 203835 h 338137"/>
                  <a:gd name="connsiteX4" fmla="*/ 140018 w 166687"/>
                  <a:gd name="connsiteY4" fmla="*/ 338138 h 338137"/>
                  <a:gd name="connsiteX5" fmla="*/ 166688 w 166687"/>
                  <a:gd name="connsiteY5" fmla="*/ 311468 h 338137"/>
                  <a:gd name="connsiteX6" fmla="*/ 38100 w 166687"/>
                  <a:gd name="connsiteY6" fmla="*/ 182880 h 338137"/>
                  <a:gd name="connsiteX7" fmla="*/ 38100 w 166687"/>
                  <a:gd name="connsiteY7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687" h="338137">
                    <a:moveTo>
                      <a:pt x="38100" y="0"/>
                    </a:moveTo>
                    <a:lnTo>
                      <a:pt x="0" y="0"/>
                    </a:lnTo>
                    <a:lnTo>
                      <a:pt x="0" y="190500"/>
                    </a:lnTo>
                    <a:cubicBezTo>
                      <a:pt x="0" y="196215"/>
                      <a:pt x="1905" y="200977"/>
                      <a:pt x="5715" y="203835"/>
                    </a:cubicBezTo>
                    <a:lnTo>
                      <a:pt x="140018" y="338138"/>
                    </a:lnTo>
                    <a:lnTo>
                      <a:pt x="166688" y="311468"/>
                    </a:lnTo>
                    <a:lnTo>
                      <a:pt x="38100" y="18288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EF193CEF-49A6-C71B-F2E1-8553E4F256E3}"/>
                  </a:ext>
                </a:extLst>
              </p:cNvPr>
              <p:cNvSpPr/>
              <p:nvPr/>
            </p:nvSpPr>
            <p:spPr>
              <a:xfrm>
                <a:off x="8566150" y="70171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560C4318-4CF7-C154-9479-8BBB05EFC506}"/>
                  </a:ext>
                </a:extLst>
              </p:cNvPr>
              <p:cNvSpPr/>
              <p:nvPr/>
            </p:nvSpPr>
            <p:spPr>
              <a:xfrm>
                <a:off x="8566150" y="75124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617A4E3B-9522-F279-AE39-834FEA9AA809}"/>
                  </a:ext>
                </a:extLst>
              </p:cNvPr>
              <p:cNvSpPr/>
              <p:nvPr/>
            </p:nvSpPr>
            <p:spPr>
              <a:xfrm>
                <a:off x="83185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C7B3DD9E-37EF-CB3C-464C-A831A4F473E1}"/>
                  </a:ext>
                </a:extLst>
              </p:cNvPr>
              <p:cNvSpPr/>
              <p:nvPr/>
            </p:nvSpPr>
            <p:spPr>
              <a:xfrm>
                <a:off x="88138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D726B0FD-308B-4E36-9155-AE6896222DB5}"/>
              </a:ext>
            </a:extLst>
          </p:cNvPr>
          <p:cNvSpPr txBox="1"/>
          <p:nvPr/>
        </p:nvSpPr>
        <p:spPr>
          <a:xfrm>
            <a:off x="4124740" y="4837119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学术答辩汇报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AD275F04-884F-0839-603B-565B11BC55CE}"/>
              </a:ext>
            </a:extLst>
          </p:cNvPr>
          <p:cNvGrpSpPr/>
          <p:nvPr/>
        </p:nvGrpSpPr>
        <p:grpSpPr>
          <a:xfrm>
            <a:off x="5425435" y="768557"/>
            <a:ext cx="1341129" cy="616044"/>
            <a:chOff x="5425435" y="613045"/>
            <a:chExt cx="1341129" cy="616044"/>
          </a:xfrm>
          <a:solidFill>
            <a:srgbClr val="D5AC59"/>
          </a:solidFill>
        </p:grpSpPr>
        <p:grpSp>
          <p:nvGrpSpPr>
            <p:cNvPr id="56" name="文本框-159_矢量">
              <a:extLst>
                <a:ext uri="{FF2B5EF4-FFF2-40B4-BE49-F238E27FC236}">
                  <a16:creationId xmlns:a16="http://schemas.microsoft.com/office/drawing/2014/main" id="{C149A07F-3EC5-DA2A-FBAB-7A0AE9761240}"/>
                </a:ext>
              </a:extLst>
            </p:cNvPr>
            <p:cNvGrpSpPr/>
            <p:nvPr/>
          </p:nvGrpSpPr>
          <p:grpSpPr>
            <a:xfrm>
              <a:off x="6094201" y="1028312"/>
              <a:ext cx="650884" cy="123350"/>
              <a:chOff x="6094201" y="1028312"/>
              <a:chExt cx="650884" cy="123350"/>
            </a:xfrm>
            <a:grpFill/>
          </p:grpSpPr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170656A-C4ED-1BDB-DA7C-0F379EB46DB3}"/>
                  </a:ext>
                </a:extLst>
              </p:cNvPr>
              <p:cNvSpPr txBox="1"/>
              <p:nvPr/>
            </p:nvSpPr>
            <p:spPr>
              <a:xfrm>
                <a:off x="6094201" y="1030979"/>
                <a:ext cx="116414" cy="120682"/>
              </a:xfrm>
              <a:custGeom>
                <a:avLst/>
                <a:gdLst/>
                <a:ahLst/>
                <a:cxnLst/>
                <a:rect l="l" t="t" r="r" b="b"/>
                <a:pathLst>
                  <a:path w="116414" h="120682">
                    <a:moveTo>
                      <a:pt x="89744" y="1200"/>
                    </a:moveTo>
                    <a:cubicBezTo>
                      <a:pt x="93567" y="4400"/>
                      <a:pt x="97501" y="7956"/>
                      <a:pt x="101546" y="11868"/>
                    </a:cubicBezTo>
                    <a:cubicBezTo>
                      <a:pt x="105591" y="15779"/>
                      <a:pt x="108858" y="19202"/>
                      <a:pt x="111347" y="22136"/>
                    </a:cubicBezTo>
                    <a:lnTo>
                      <a:pt x="102413" y="32937"/>
                    </a:lnTo>
                    <a:cubicBezTo>
                      <a:pt x="99479" y="29470"/>
                      <a:pt x="95967" y="25581"/>
                      <a:pt x="91878" y="21269"/>
                    </a:cubicBezTo>
                    <a:cubicBezTo>
                      <a:pt x="87788" y="16957"/>
                      <a:pt x="84099" y="13290"/>
                      <a:pt x="80810" y="10268"/>
                    </a:cubicBezTo>
                    <a:close/>
                    <a:moveTo>
                      <a:pt x="60407" y="0"/>
                    </a:moveTo>
                    <a:lnTo>
                      <a:pt x="75209" y="533"/>
                    </a:lnTo>
                    <a:cubicBezTo>
                      <a:pt x="75209" y="4267"/>
                      <a:pt x="75565" y="12801"/>
                      <a:pt x="76276" y="26136"/>
                    </a:cubicBezTo>
                    <a:cubicBezTo>
                      <a:pt x="76454" y="29870"/>
                      <a:pt x="76632" y="32759"/>
                      <a:pt x="76809" y="34804"/>
                    </a:cubicBezTo>
                    <a:lnTo>
                      <a:pt x="116014" y="34804"/>
                    </a:lnTo>
                    <a:lnTo>
                      <a:pt x="116014" y="48139"/>
                    </a:lnTo>
                    <a:lnTo>
                      <a:pt x="77609" y="48139"/>
                    </a:lnTo>
                    <a:cubicBezTo>
                      <a:pt x="78498" y="59074"/>
                      <a:pt x="79387" y="67342"/>
                      <a:pt x="80276" y="72942"/>
                    </a:cubicBezTo>
                    <a:cubicBezTo>
                      <a:pt x="87744" y="66097"/>
                      <a:pt x="94234" y="58318"/>
                      <a:pt x="99746" y="49606"/>
                    </a:cubicBezTo>
                    <a:lnTo>
                      <a:pt x="111080" y="57740"/>
                    </a:lnTo>
                    <a:cubicBezTo>
                      <a:pt x="103168" y="69208"/>
                      <a:pt x="94145" y="79521"/>
                      <a:pt x="84010" y="88678"/>
                    </a:cubicBezTo>
                    <a:cubicBezTo>
                      <a:pt x="84544" y="90544"/>
                      <a:pt x="85210" y="92234"/>
                      <a:pt x="86010" y="93745"/>
                    </a:cubicBezTo>
                    <a:cubicBezTo>
                      <a:pt x="89300" y="100857"/>
                      <a:pt x="92678" y="104413"/>
                      <a:pt x="96145" y="104413"/>
                    </a:cubicBezTo>
                    <a:cubicBezTo>
                      <a:pt x="97745" y="104413"/>
                      <a:pt x="98945" y="103946"/>
                      <a:pt x="99746" y="103013"/>
                    </a:cubicBezTo>
                    <a:cubicBezTo>
                      <a:pt x="100546" y="102079"/>
                      <a:pt x="101301" y="100101"/>
                      <a:pt x="102012" y="97079"/>
                    </a:cubicBezTo>
                    <a:cubicBezTo>
                      <a:pt x="102813" y="93523"/>
                      <a:pt x="103702" y="88944"/>
                      <a:pt x="104680" y="83344"/>
                    </a:cubicBezTo>
                    <a:lnTo>
                      <a:pt x="116414" y="90544"/>
                    </a:lnTo>
                    <a:cubicBezTo>
                      <a:pt x="115436" y="94901"/>
                      <a:pt x="114547" y="98479"/>
                      <a:pt x="113747" y="101279"/>
                    </a:cubicBezTo>
                    <a:cubicBezTo>
                      <a:pt x="112947" y="104079"/>
                      <a:pt x="111969" y="107080"/>
                      <a:pt x="110814" y="110280"/>
                    </a:cubicBezTo>
                    <a:cubicBezTo>
                      <a:pt x="108235" y="117214"/>
                      <a:pt x="103435" y="120682"/>
                      <a:pt x="96412" y="120682"/>
                    </a:cubicBezTo>
                    <a:cubicBezTo>
                      <a:pt x="92678" y="120682"/>
                      <a:pt x="88944" y="119459"/>
                      <a:pt x="85210" y="117014"/>
                    </a:cubicBezTo>
                    <a:cubicBezTo>
                      <a:pt x="81477" y="114570"/>
                      <a:pt x="78321" y="111036"/>
                      <a:pt x="75743" y="106413"/>
                    </a:cubicBezTo>
                    <a:cubicBezTo>
                      <a:pt x="74053" y="103302"/>
                      <a:pt x="72809" y="100635"/>
                      <a:pt x="72009" y="98412"/>
                    </a:cubicBezTo>
                    <a:cubicBezTo>
                      <a:pt x="65252" y="103479"/>
                      <a:pt x="57918" y="108147"/>
                      <a:pt x="50006" y="112414"/>
                    </a:cubicBezTo>
                    <a:lnTo>
                      <a:pt x="42672" y="98279"/>
                    </a:lnTo>
                    <a:cubicBezTo>
                      <a:pt x="52451" y="93300"/>
                      <a:pt x="60718" y="88366"/>
                      <a:pt x="67475" y="83477"/>
                    </a:cubicBezTo>
                    <a:cubicBezTo>
                      <a:pt x="65430" y="74498"/>
                      <a:pt x="63874" y="62719"/>
                      <a:pt x="62808" y="48139"/>
                    </a:cubicBezTo>
                    <a:lnTo>
                      <a:pt x="38538" y="48139"/>
                    </a:lnTo>
                    <a:lnTo>
                      <a:pt x="38538" y="63741"/>
                    </a:lnTo>
                    <a:cubicBezTo>
                      <a:pt x="43694" y="62763"/>
                      <a:pt x="49695" y="61474"/>
                      <a:pt x="56540" y="59874"/>
                    </a:cubicBezTo>
                    <a:lnTo>
                      <a:pt x="57607" y="67075"/>
                    </a:lnTo>
                    <a:lnTo>
                      <a:pt x="58274" y="73876"/>
                    </a:lnTo>
                    <a:lnTo>
                      <a:pt x="38538" y="78143"/>
                    </a:lnTo>
                    <a:lnTo>
                      <a:pt x="38538" y="102946"/>
                    </a:lnTo>
                    <a:cubicBezTo>
                      <a:pt x="38538" y="106858"/>
                      <a:pt x="37960" y="109836"/>
                      <a:pt x="36804" y="111880"/>
                    </a:cubicBezTo>
                    <a:cubicBezTo>
                      <a:pt x="35649" y="113925"/>
                      <a:pt x="33848" y="115436"/>
                      <a:pt x="31404" y="116414"/>
                    </a:cubicBezTo>
                    <a:cubicBezTo>
                      <a:pt x="28959" y="117392"/>
                      <a:pt x="25470" y="118148"/>
                      <a:pt x="20936" y="118681"/>
                    </a:cubicBezTo>
                    <a:lnTo>
                      <a:pt x="13735" y="119481"/>
                    </a:lnTo>
                    <a:lnTo>
                      <a:pt x="9201" y="104946"/>
                    </a:lnTo>
                    <a:lnTo>
                      <a:pt x="18269" y="104146"/>
                    </a:lnTo>
                    <a:cubicBezTo>
                      <a:pt x="20402" y="103968"/>
                      <a:pt x="21869" y="103702"/>
                      <a:pt x="22669" y="103346"/>
                    </a:cubicBezTo>
                    <a:cubicBezTo>
                      <a:pt x="23469" y="102990"/>
                      <a:pt x="23958" y="102457"/>
                      <a:pt x="24136" y="101746"/>
                    </a:cubicBezTo>
                    <a:cubicBezTo>
                      <a:pt x="24314" y="101035"/>
                      <a:pt x="24403" y="99701"/>
                      <a:pt x="24403" y="97745"/>
                    </a:cubicBezTo>
                    <a:lnTo>
                      <a:pt x="24403" y="80943"/>
                    </a:lnTo>
                    <a:cubicBezTo>
                      <a:pt x="19602" y="82010"/>
                      <a:pt x="12268" y="83432"/>
                      <a:pt x="2400" y="85210"/>
                    </a:cubicBezTo>
                    <a:lnTo>
                      <a:pt x="0" y="70809"/>
                    </a:lnTo>
                    <a:cubicBezTo>
                      <a:pt x="7467" y="69564"/>
                      <a:pt x="15602" y="68142"/>
                      <a:pt x="24403" y="66541"/>
                    </a:cubicBezTo>
                    <a:lnTo>
                      <a:pt x="24403" y="48139"/>
                    </a:lnTo>
                    <a:lnTo>
                      <a:pt x="1467" y="48139"/>
                    </a:lnTo>
                    <a:lnTo>
                      <a:pt x="1467" y="34804"/>
                    </a:lnTo>
                    <a:lnTo>
                      <a:pt x="24403" y="34804"/>
                    </a:lnTo>
                    <a:lnTo>
                      <a:pt x="24403" y="21869"/>
                    </a:lnTo>
                    <a:cubicBezTo>
                      <a:pt x="18091" y="22669"/>
                      <a:pt x="11823" y="23336"/>
                      <a:pt x="5600" y="23869"/>
                    </a:cubicBezTo>
                    <a:lnTo>
                      <a:pt x="4534" y="10801"/>
                    </a:lnTo>
                    <a:cubicBezTo>
                      <a:pt x="21069" y="9556"/>
                      <a:pt x="37249" y="7023"/>
                      <a:pt x="53073" y="3200"/>
                    </a:cubicBezTo>
                    <a:lnTo>
                      <a:pt x="55340" y="16268"/>
                    </a:lnTo>
                    <a:cubicBezTo>
                      <a:pt x="51606" y="17246"/>
                      <a:pt x="46006" y="18402"/>
                      <a:pt x="38538" y="19736"/>
                    </a:cubicBezTo>
                    <a:lnTo>
                      <a:pt x="38538" y="34804"/>
                    </a:lnTo>
                    <a:lnTo>
                      <a:pt x="62008" y="34804"/>
                    </a:lnTo>
                    <a:lnTo>
                      <a:pt x="61607" y="26670"/>
                    </a:lnTo>
                    <a:cubicBezTo>
                      <a:pt x="60985" y="12001"/>
                      <a:pt x="60585" y="3111"/>
                      <a:pt x="6040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F9C9D9D-F6F7-753C-2D7E-637F704CE001}"/>
                  </a:ext>
                </a:extLst>
              </p:cNvPr>
              <p:cNvSpPr txBox="1"/>
              <p:nvPr/>
            </p:nvSpPr>
            <p:spPr>
              <a:xfrm>
                <a:off x="6277627" y="1028312"/>
                <a:ext cx="108814" cy="121082"/>
              </a:xfrm>
              <a:custGeom>
                <a:avLst/>
                <a:gdLst/>
                <a:ahLst/>
                <a:cxnLst/>
                <a:rect l="l" t="t" r="r" b="b"/>
                <a:pathLst>
                  <a:path w="108814" h="121082">
                    <a:moveTo>
                      <a:pt x="14002" y="75876"/>
                    </a:moveTo>
                    <a:lnTo>
                      <a:pt x="14002" y="104546"/>
                    </a:lnTo>
                    <a:lnTo>
                      <a:pt x="35471" y="104546"/>
                    </a:lnTo>
                    <a:lnTo>
                      <a:pt x="35471" y="75876"/>
                    </a:lnTo>
                    <a:close/>
                    <a:moveTo>
                      <a:pt x="69342" y="51206"/>
                    </a:moveTo>
                    <a:cubicBezTo>
                      <a:pt x="72454" y="55207"/>
                      <a:pt x="75677" y="59785"/>
                      <a:pt x="79010" y="64941"/>
                    </a:cubicBezTo>
                    <a:cubicBezTo>
                      <a:pt x="82344" y="70097"/>
                      <a:pt x="85122" y="74854"/>
                      <a:pt x="87345" y="79210"/>
                    </a:cubicBezTo>
                    <a:lnTo>
                      <a:pt x="74410" y="87877"/>
                    </a:lnTo>
                    <a:cubicBezTo>
                      <a:pt x="72454" y="83521"/>
                      <a:pt x="69942" y="78587"/>
                      <a:pt x="66875" y="73076"/>
                    </a:cubicBezTo>
                    <a:cubicBezTo>
                      <a:pt x="63808" y="67564"/>
                      <a:pt x="60986" y="62941"/>
                      <a:pt x="58408" y="59207"/>
                    </a:cubicBezTo>
                    <a:close/>
                    <a:moveTo>
                      <a:pt x="14002" y="35604"/>
                    </a:moveTo>
                    <a:lnTo>
                      <a:pt x="14002" y="61074"/>
                    </a:lnTo>
                    <a:lnTo>
                      <a:pt x="35471" y="61074"/>
                    </a:lnTo>
                    <a:lnTo>
                      <a:pt x="35471" y="35604"/>
                    </a:lnTo>
                    <a:close/>
                    <a:moveTo>
                      <a:pt x="65875" y="0"/>
                    </a:moveTo>
                    <a:lnTo>
                      <a:pt x="80277" y="3333"/>
                    </a:lnTo>
                    <a:cubicBezTo>
                      <a:pt x="78766" y="9201"/>
                      <a:pt x="77032" y="14890"/>
                      <a:pt x="75076" y="20402"/>
                    </a:cubicBezTo>
                    <a:lnTo>
                      <a:pt x="108814" y="20402"/>
                    </a:lnTo>
                    <a:cubicBezTo>
                      <a:pt x="108814" y="22714"/>
                      <a:pt x="108769" y="24981"/>
                      <a:pt x="108681" y="27203"/>
                    </a:cubicBezTo>
                    <a:cubicBezTo>
                      <a:pt x="108592" y="33337"/>
                      <a:pt x="108325" y="46983"/>
                      <a:pt x="107880" y="68142"/>
                    </a:cubicBezTo>
                    <a:cubicBezTo>
                      <a:pt x="107436" y="89300"/>
                      <a:pt x="107169" y="100901"/>
                      <a:pt x="107080" y="102946"/>
                    </a:cubicBezTo>
                    <a:cubicBezTo>
                      <a:pt x="106814" y="107302"/>
                      <a:pt x="106014" y="110658"/>
                      <a:pt x="104680" y="113014"/>
                    </a:cubicBezTo>
                    <a:cubicBezTo>
                      <a:pt x="103347" y="115370"/>
                      <a:pt x="101235" y="117081"/>
                      <a:pt x="98346" y="118148"/>
                    </a:cubicBezTo>
                    <a:cubicBezTo>
                      <a:pt x="95457" y="119215"/>
                      <a:pt x="91434" y="119926"/>
                      <a:pt x="86278" y="120281"/>
                    </a:cubicBezTo>
                    <a:lnTo>
                      <a:pt x="74943" y="121082"/>
                    </a:lnTo>
                    <a:lnTo>
                      <a:pt x="70409" y="106680"/>
                    </a:lnTo>
                    <a:lnTo>
                      <a:pt x="81611" y="105880"/>
                    </a:lnTo>
                    <a:cubicBezTo>
                      <a:pt x="84900" y="105613"/>
                      <a:pt x="87300" y="105235"/>
                      <a:pt x="88811" y="104746"/>
                    </a:cubicBezTo>
                    <a:cubicBezTo>
                      <a:pt x="90323" y="104257"/>
                      <a:pt x="91390" y="103324"/>
                      <a:pt x="92012" y="101946"/>
                    </a:cubicBezTo>
                    <a:cubicBezTo>
                      <a:pt x="92634" y="100568"/>
                      <a:pt x="92990" y="98368"/>
                      <a:pt x="93079" y="95345"/>
                    </a:cubicBezTo>
                    <a:lnTo>
                      <a:pt x="94145" y="34671"/>
                    </a:lnTo>
                    <a:lnTo>
                      <a:pt x="69209" y="34671"/>
                    </a:lnTo>
                    <a:cubicBezTo>
                      <a:pt x="66987" y="39560"/>
                      <a:pt x="64364" y="44761"/>
                      <a:pt x="61341" y="50273"/>
                    </a:cubicBezTo>
                    <a:lnTo>
                      <a:pt x="49473" y="42538"/>
                    </a:lnTo>
                    <a:lnTo>
                      <a:pt x="49473" y="118815"/>
                    </a:lnTo>
                    <a:lnTo>
                      <a:pt x="0" y="118815"/>
                    </a:lnTo>
                    <a:lnTo>
                      <a:pt x="0" y="21736"/>
                    </a:lnTo>
                    <a:lnTo>
                      <a:pt x="13602" y="21736"/>
                    </a:lnTo>
                    <a:cubicBezTo>
                      <a:pt x="15736" y="15424"/>
                      <a:pt x="17514" y="8490"/>
                      <a:pt x="18936" y="933"/>
                    </a:cubicBezTo>
                    <a:lnTo>
                      <a:pt x="34138" y="3467"/>
                    </a:lnTo>
                    <a:cubicBezTo>
                      <a:pt x="33160" y="8179"/>
                      <a:pt x="31560" y="14268"/>
                      <a:pt x="29337" y="21736"/>
                    </a:cubicBezTo>
                    <a:lnTo>
                      <a:pt x="49473" y="21736"/>
                    </a:lnTo>
                    <a:lnTo>
                      <a:pt x="49473" y="40672"/>
                    </a:lnTo>
                    <a:cubicBezTo>
                      <a:pt x="53207" y="34449"/>
                      <a:pt x="56541" y="27714"/>
                      <a:pt x="59474" y="20469"/>
                    </a:cubicBezTo>
                    <a:cubicBezTo>
                      <a:pt x="62408" y="13224"/>
                      <a:pt x="64542" y="6401"/>
                      <a:pt x="658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726A1E17-5E7B-8ECF-D1B9-40337DDB9AD2}"/>
                  </a:ext>
                </a:extLst>
              </p:cNvPr>
              <p:cNvSpPr txBox="1"/>
              <p:nvPr/>
            </p:nvSpPr>
            <p:spPr>
              <a:xfrm>
                <a:off x="6448348" y="1030180"/>
                <a:ext cx="119748" cy="120281"/>
              </a:xfrm>
              <a:custGeom>
                <a:avLst/>
                <a:gdLst/>
                <a:ahLst/>
                <a:cxnLst/>
                <a:rect l="l" t="t" r="r" b="b"/>
                <a:pathLst>
                  <a:path w="119748" h="120281">
                    <a:moveTo>
                      <a:pt x="51206" y="0"/>
                    </a:moveTo>
                    <a:lnTo>
                      <a:pt x="67208" y="533"/>
                    </a:lnTo>
                    <a:lnTo>
                      <a:pt x="67208" y="29870"/>
                    </a:lnTo>
                    <a:lnTo>
                      <a:pt x="114148" y="29870"/>
                    </a:lnTo>
                    <a:lnTo>
                      <a:pt x="114148" y="44672"/>
                    </a:lnTo>
                    <a:lnTo>
                      <a:pt x="66942" y="44672"/>
                    </a:lnTo>
                    <a:cubicBezTo>
                      <a:pt x="66853" y="44939"/>
                      <a:pt x="66808" y="45383"/>
                      <a:pt x="66808" y="46005"/>
                    </a:cubicBezTo>
                    <a:cubicBezTo>
                      <a:pt x="70098" y="59252"/>
                      <a:pt x="75921" y="70475"/>
                      <a:pt x="84277" y="79676"/>
                    </a:cubicBezTo>
                    <a:cubicBezTo>
                      <a:pt x="92634" y="88877"/>
                      <a:pt x="104457" y="97567"/>
                      <a:pt x="119748" y="105746"/>
                    </a:cubicBezTo>
                    <a:lnTo>
                      <a:pt x="110280" y="120281"/>
                    </a:lnTo>
                    <a:cubicBezTo>
                      <a:pt x="86011" y="105435"/>
                      <a:pt x="69342" y="88500"/>
                      <a:pt x="60274" y="69475"/>
                    </a:cubicBezTo>
                    <a:cubicBezTo>
                      <a:pt x="55740" y="79432"/>
                      <a:pt x="49206" y="88500"/>
                      <a:pt x="40672" y="96678"/>
                    </a:cubicBezTo>
                    <a:cubicBezTo>
                      <a:pt x="32137" y="104857"/>
                      <a:pt x="22003" y="112725"/>
                      <a:pt x="10268" y="120281"/>
                    </a:cubicBezTo>
                    <a:lnTo>
                      <a:pt x="0" y="105880"/>
                    </a:lnTo>
                    <a:cubicBezTo>
                      <a:pt x="14135" y="98234"/>
                      <a:pt x="25759" y="89344"/>
                      <a:pt x="34871" y="79210"/>
                    </a:cubicBezTo>
                    <a:cubicBezTo>
                      <a:pt x="43983" y="69075"/>
                      <a:pt x="49295" y="57562"/>
                      <a:pt x="50806" y="44672"/>
                    </a:cubicBezTo>
                    <a:lnTo>
                      <a:pt x="4801" y="44672"/>
                    </a:lnTo>
                    <a:lnTo>
                      <a:pt x="4801" y="29870"/>
                    </a:lnTo>
                    <a:lnTo>
                      <a:pt x="51206" y="2987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14FA24E-D7D6-380C-5827-3B96ACF4CBDA}"/>
                  </a:ext>
                </a:extLst>
              </p:cNvPr>
              <p:cNvSpPr txBox="1"/>
              <p:nvPr/>
            </p:nvSpPr>
            <p:spPr>
              <a:xfrm>
                <a:off x="6630004" y="1028713"/>
                <a:ext cx="115081" cy="122949"/>
              </a:xfrm>
              <a:custGeom>
                <a:avLst/>
                <a:gdLst/>
                <a:ahLst/>
                <a:cxnLst/>
                <a:rect l="l" t="t" r="r" b="b"/>
                <a:pathLst>
                  <a:path w="115081" h="122949">
                    <a:moveTo>
                      <a:pt x="21736" y="46272"/>
                    </a:moveTo>
                    <a:lnTo>
                      <a:pt x="94012" y="46272"/>
                    </a:lnTo>
                    <a:lnTo>
                      <a:pt x="94012" y="59741"/>
                    </a:lnTo>
                    <a:lnTo>
                      <a:pt x="67742" y="75876"/>
                    </a:lnTo>
                    <a:lnTo>
                      <a:pt x="115081" y="75876"/>
                    </a:lnTo>
                    <a:lnTo>
                      <a:pt x="115081" y="89744"/>
                    </a:lnTo>
                    <a:lnTo>
                      <a:pt x="67342" y="89744"/>
                    </a:lnTo>
                    <a:lnTo>
                      <a:pt x="67342" y="104813"/>
                    </a:lnTo>
                    <a:cubicBezTo>
                      <a:pt x="67342" y="109347"/>
                      <a:pt x="66742" y="112725"/>
                      <a:pt x="65541" y="114948"/>
                    </a:cubicBezTo>
                    <a:cubicBezTo>
                      <a:pt x="64341" y="117170"/>
                      <a:pt x="62430" y="118748"/>
                      <a:pt x="59807" y="119681"/>
                    </a:cubicBezTo>
                    <a:cubicBezTo>
                      <a:pt x="57185" y="120615"/>
                      <a:pt x="53162" y="121393"/>
                      <a:pt x="47739" y="122015"/>
                    </a:cubicBezTo>
                    <a:lnTo>
                      <a:pt x="38538" y="122949"/>
                    </a:lnTo>
                    <a:lnTo>
                      <a:pt x="34004" y="108013"/>
                    </a:lnTo>
                    <a:lnTo>
                      <a:pt x="44539" y="107347"/>
                    </a:lnTo>
                    <a:cubicBezTo>
                      <a:pt x="46939" y="107169"/>
                      <a:pt x="48584" y="106924"/>
                      <a:pt x="49473" y="106613"/>
                    </a:cubicBezTo>
                    <a:cubicBezTo>
                      <a:pt x="50362" y="106302"/>
                      <a:pt x="50962" y="105724"/>
                      <a:pt x="51273" y="104880"/>
                    </a:cubicBezTo>
                    <a:cubicBezTo>
                      <a:pt x="51584" y="104035"/>
                      <a:pt x="51740" y="102502"/>
                      <a:pt x="51740" y="100279"/>
                    </a:cubicBezTo>
                    <a:lnTo>
                      <a:pt x="51740" y="89744"/>
                    </a:lnTo>
                    <a:lnTo>
                      <a:pt x="0" y="89744"/>
                    </a:lnTo>
                    <a:lnTo>
                      <a:pt x="0" y="75876"/>
                    </a:lnTo>
                    <a:lnTo>
                      <a:pt x="51740" y="75876"/>
                    </a:lnTo>
                    <a:lnTo>
                      <a:pt x="51740" y="70275"/>
                    </a:lnTo>
                    <a:lnTo>
                      <a:pt x="69742" y="59741"/>
                    </a:lnTo>
                    <a:lnTo>
                      <a:pt x="21736" y="59741"/>
                    </a:lnTo>
                    <a:close/>
                    <a:moveTo>
                      <a:pt x="56940" y="0"/>
                    </a:moveTo>
                    <a:cubicBezTo>
                      <a:pt x="60585" y="6223"/>
                      <a:pt x="63741" y="11957"/>
                      <a:pt x="66408" y="17202"/>
                    </a:cubicBezTo>
                    <a:lnTo>
                      <a:pt x="58407" y="22003"/>
                    </a:lnTo>
                    <a:lnTo>
                      <a:pt x="75743" y="22003"/>
                    </a:lnTo>
                    <a:cubicBezTo>
                      <a:pt x="76632" y="20758"/>
                      <a:pt x="77254" y="19824"/>
                      <a:pt x="77610" y="19202"/>
                    </a:cubicBezTo>
                    <a:cubicBezTo>
                      <a:pt x="83032" y="11112"/>
                      <a:pt x="86900" y="5067"/>
                      <a:pt x="89211" y="1067"/>
                    </a:cubicBezTo>
                    <a:lnTo>
                      <a:pt x="102813" y="8001"/>
                    </a:lnTo>
                    <a:cubicBezTo>
                      <a:pt x="100235" y="12001"/>
                      <a:pt x="97034" y="16669"/>
                      <a:pt x="93211" y="22003"/>
                    </a:cubicBezTo>
                    <a:lnTo>
                      <a:pt x="112414" y="22003"/>
                    </a:lnTo>
                    <a:lnTo>
                      <a:pt x="112414" y="50806"/>
                    </a:lnTo>
                    <a:lnTo>
                      <a:pt x="98412" y="50806"/>
                    </a:lnTo>
                    <a:lnTo>
                      <a:pt x="98412" y="35604"/>
                    </a:lnTo>
                    <a:lnTo>
                      <a:pt x="16802" y="35604"/>
                    </a:lnTo>
                    <a:lnTo>
                      <a:pt x="16802" y="50806"/>
                    </a:lnTo>
                    <a:lnTo>
                      <a:pt x="2534" y="50806"/>
                    </a:lnTo>
                    <a:lnTo>
                      <a:pt x="2534" y="22003"/>
                    </a:lnTo>
                    <a:lnTo>
                      <a:pt x="21203" y="22003"/>
                    </a:lnTo>
                    <a:cubicBezTo>
                      <a:pt x="19069" y="18269"/>
                      <a:pt x="16046" y="13468"/>
                      <a:pt x="12135" y="7601"/>
                    </a:cubicBezTo>
                    <a:lnTo>
                      <a:pt x="25070" y="1067"/>
                    </a:lnTo>
                    <a:lnTo>
                      <a:pt x="26803" y="3600"/>
                    </a:lnTo>
                    <a:cubicBezTo>
                      <a:pt x="30270" y="8668"/>
                      <a:pt x="33204" y="13246"/>
                      <a:pt x="35604" y="17335"/>
                    </a:cubicBezTo>
                    <a:lnTo>
                      <a:pt x="28537" y="22003"/>
                    </a:lnTo>
                    <a:lnTo>
                      <a:pt x="52673" y="22003"/>
                    </a:lnTo>
                    <a:cubicBezTo>
                      <a:pt x="50273" y="16846"/>
                      <a:pt x="47517" y="11423"/>
                      <a:pt x="44405" y="57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7" name="组合 56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A79F1405-7F65-A648-9066-DED37035AC58}"/>
                </a:ext>
              </a:extLst>
            </p:cNvPr>
            <p:cNvGrpSpPr/>
            <p:nvPr/>
          </p:nvGrpSpPr>
          <p:grpSpPr>
            <a:xfrm>
              <a:off x="5425435" y="613045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928EC1E8-7150-0553-A08E-6908F1C9329B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6611423C-DB32-CAD1-7F7D-6089AA55E01A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60" name="文本框-2_矢量">
                <a:extLst>
                  <a:ext uri="{FF2B5EF4-FFF2-40B4-BE49-F238E27FC236}">
                    <a16:creationId xmlns:a16="http://schemas.microsoft.com/office/drawing/2014/main" id="{3A40524E-0F8C-233B-565B-100E65E06021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A8C0A73B-6B1A-11D9-5EC2-F6B941C383FD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0B1CA560-5B3A-FCDB-AD69-A8E221BD3A56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784B65ED-5217-40F2-FC02-A855541F2698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870EC61-9326-5249-8B95-B2643E261DD8}"/>
              </a:ext>
            </a:extLst>
          </p:cNvPr>
          <p:cNvSpPr txBox="1"/>
          <p:nvPr/>
        </p:nvSpPr>
        <p:spPr>
          <a:xfrm>
            <a:off x="3865560" y="4269278"/>
            <a:ext cx="4470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学术答辩汇报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28925F2-9F5E-8278-5B27-12DFD4C17AAF}"/>
              </a:ext>
            </a:extLst>
          </p:cNvPr>
          <p:cNvGrpSpPr/>
          <p:nvPr/>
        </p:nvGrpSpPr>
        <p:grpSpPr>
          <a:xfrm>
            <a:off x="3534726" y="4315027"/>
            <a:ext cx="5132070" cy="213042"/>
            <a:chOff x="2790647" y="4013247"/>
            <a:chExt cx="6765223" cy="511807"/>
          </a:xfrm>
        </p:grpSpPr>
        <p:sp>
          <p:nvSpPr>
            <p:cNvPr id="19" name="缺角矩形 18">
              <a:extLst>
                <a:ext uri="{FF2B5EF4-FFF2-40B4-BE49-F238E27FC236}">
                  <a16:creationId xmlns:a16="http://schemas.microsoft.com/office/drawing/2014/main" id="{5D7ED55C-B25E-52E4-4DB8-606EBE99AAA9}"/>
                </a:ext>
              </a:extLst>
            </p:cNvPr>
            <p:cNvSpPr/>
            <p:nvPr/>
          </p:nvSpPr>
          <p:spPr>
            <a:xfrm>
              <a:off x="2790647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缺角矩形 20">
              <a:extLst>
                <a:ext uri="{FF2B5EF4-FFF2-40B4-BE49-F238E27FC236}">
                  <a16:creationId xmlns:a16="http://schemas.microsoft.com/office/drawing/2014/main" id="{D1F90105-F865-59E9-B424-5C04C8DDAB94}"/>
                </a:ext>
              </a:extLst>
            </p:cNvPr>
            <p:cNvSpPr/>
            <p:nvPr/>
          </p:nvSpPr>
          <p:spPr>
            <a:xfrm>
              <a:off x="9356548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32" name="组合 31" descr="D:\51PPT模板网\51pptmoban.com\图片.jpg">
            <a:extLst>
              <a:ext uri="{FF2B5EF4-FFF2-40B4-BE49-F238E27FC236}">
                <a16:creationId xmlns:a16="http://schemas.microsoft.com/office/drawing/2014/main" id="{8D4ABD3D-38DD-0706-D4BF-720934ACB514}"/>
              </a:ext>
            </a:extLst>
          </p:cNvPr>
          <p:cNvGrpSpPr/>
          <p:nvPr/>
        </p:nvGrpSpPr>
        <p:grpSpPr>
          <a:xfrm flipV="1">
            <a:off x="2472431" y="3974246"/>
            <a:ext cx="7256659" cy="397789"/>
            <a:chOff x="2908962" y="4569447"/>
            <a:chExt cx="7256659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53CE4307-C2B1-63BC-3DCA-03070BCA3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208" y="4809876"/>
              <a:ext cx="6341541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484C949-9440-56A5-CB24-084D28D838D5}"/>
                </a:ext>
              </a:extLst>
            </p:cNvPr>
            <p:cNvGrpSpPr/>
            <p:nvPr/>
          </p:nvGrpSpPr>
          <p:grpSpPr>
            <a:xfrm>
              <a:off x="2908962" y="4569447"/>
              <a:ext cx="850957" cy="397789"/>
              <a:chOff x="10354675" y="4505947"/>
              <a:chExt cx="850957" cy="397789"/>
            </a:xfrm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E7E812A6-8DAC-54DD-3E7C-945139FB78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2642E0D6-A52A-EB7B-B7F0-19CA55DC4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81298EC2-14DF-7546-828D-5584E81F1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CD7F1413-55C0-9932-B00C-DC7506BFA7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86D40821-5878-596D-ABAB-8830EFA2CA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7D0961D8-DB54-3FD0-C55A-AB1B056DC9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3994581-9E81-1EDA-79A0-ACEAEB92FCF9}"/>
                </a:ext>
              </a:extLst>
            </p:cNvPr>
            <p:cNvGrpSpPr/>
            <p:nvPr/>
          </p:nvGrpSpPr>
          <p:grpSpPr>
            <a:xfrm>
              <a:off x="9315339" y="4569447"/>
              <a:ext cx="850282" cy="397789"/>
              <a:chOff x="13179043" y="4505947"/>
              <a:chExt cx="850282" cy="397789"/>
            </a:xfrm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CC13A3E0-3DFC-AFA7-0457-B22444BBC8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3D0CB044-3A00-0657-A670-D88CB8164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91EF90B4-B6DA-CE20-0A78-FBEF2F5327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735CA4DD-C2DE-64E4-C4E7-0382D810E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127C1136-78A1-FEF7-0CDB-4FB652653E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306C42AD-3FAC-1E8C-E7AE-D1855BF665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358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9B329-566B-6F85-36F7-E68F24F8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B5302869-3BDB-9CBE-5DE0-CDA5AB1C3B5E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>
            <a:extLst>
              <a:ext uri="{FF2B5EF4-FFF2-40B4-BE49-F238E27FC236}">
                <a16:creationId xmlns:a16="http://schemas.microsoft.com/office/drawing/2014/main" id="{FC122C28-675E-0EE7-3C4C-9B09E9847A1F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E3089D9-5551-65F9-BA7A-08265E57A134}"/>
              </a:ext>
            </a:extLst>
          </p:cNvPr>
          <p:cNvSpPr txBox="1"/>
          <p:nvPr/>
        </p:nvSpPr>
        <p:spPr>
          <a:xfrm>
            <a:off x="5325682" y="525600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solidFill>
                  <a:srgbClr val="D5AC5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目录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D61BB7B-F752-2B80-64EC-C77415EF7A12}"/>
              </a:ext>
            </a:extLst>
          </p:cNvPr>
          <p:cNvGrpSpPr/>
          <p:nvPr/>
        </p:nvGrpSpPr>
        <p:grpSpPr>
          <a:xfrm>
            <a:off x="4804766" y="1391807"/>
            <a:ext cx="2582467" cy="229065"/>
            <a:chOff x="2472431" y="4836245"/>
            <a:chExt cx="4484651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438D527C-3DD6-11AA-C2B7-EA3FF4BFA56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931677" y="4865961"/>
              <a:ext cx="3528000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D5AC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E5D82CF1-8650-9CBC-8E65-DC9E736B0A96}"/>
                </a:ext>
              </a:extLst>
            </p:cNvPr>
            <p:cNvGrpSpPr/>
            <p:nvPr/>
          </p:nvGrpSpPr>
          <p:grpSpPr>
            <a:xfrm flipV="1">
              <a:off x="2472431" y="4836245"/>
              <a:ext cx="850957" cy="397789"/>
              <a:chOff x="10354675" y="4505947"/>
              <a:chExt cx="850957" cy="397789"/>
            </a:xfrm>
            <a:solidFill>
              <a:srgbClr val="D5AC59"/>
            </a:solidFill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96BBB61C-8A7D-C1A3-4F8D-ECFAC4466E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FF2587C7-9495-1229-31F7-5F72FCD803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2BE47568-5C82-7FF4-5A4B-A74BE3195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BDB29C6C-79F3-6DB2-7B34-0D722DF53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56AB37E1-68B7-A4AA-2614-51C1B41085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60BEE990-4457-4371-F6EF-BD6AB62BC6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D47B7A6-7DB2-6123-26A4-3E0C2B7E8F59}"/>
                </a:ext>
              </a:extLst>
            </p:cNvPr>
            <p:cNvGrpSpPr/>
            <p:nvPr/>
          </p:nvGrpSpPr>
          <p:grpSpPr>
            <a:xfrm flipV="1">
              <a:off x="6106800" y="4836245"/>
              <a:ext cx="850282" cy="397789"/>
              <a:chOff x="13179043" y="4505947"/>
              <a:chExt cx="850282" cy="397789"/>
            </a:xfrm>
            <a:solidFill>
              <a:srgbClr val="D5AC59"/>
            </a:solidFill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AB2CC1C4-2F06-3739-C844-3EFE632C1C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E75FF60A-FD1A-0F8E-1E77-880D1A3560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14A68947-CD3F-A79C-969E-BDC86CDAF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E7A13F68-57D0-C2E2-B73B-5195A358C4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C14DB3A9-80F7-96EB-FC69-4466F57308B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8A34184C-4FBE-26E0-C590-1FF00CBD57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96923A1A-784A-87D6-17E8-6F4DE3899C4B}"/>
              </a:ext>
            </a:extLst>
          </p:cNvPr>
          <p:cNvSpPr txBox="1"/>
          <p:nvPr/>
        </p:nvSpPr>
        <p:spPr>
          <a:xfrm>
            <a:off x="5244013" y="1596222"/>
            <a:ext cx="1703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00" dirty="0">
                <a:solidFill>
                  <a:srgbClr val="D5AC59"/>
                </a:solidFill>
              </a:rPr>
              <a:t>CONTENTS</a:t>
            </a:r>
            <a:endParaRPr lang="zh-CN" altLang="en-US" sz="1100" dirty="0">
              <a:solidFill>
                <a:srgbClr val="D5AC59"/>
              </a:solidFill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E47CE7D-C06D-F999-05CC-777D47786D93}"/>
              </a:ext>
            </a:extLst>
          </p:cNvPr>
          <p:cNvGrpSpPr/>
          <p:nvPr/>
        </p:nvGrpSpPr>
        <p:grpSpPr>
          <a:xfrm>
            <a:off x="2663131" y="2677889"/>
            <a:ext cx="6834627" cy="538510"/>
            <a:chOff x="2663131" y="2677889"/>
            <a:chExt cx="6834627" cy="538510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FB1AD281-E5E7-6060-8186-B915F5E64333}"/>
                </a:ext>
              </a:extLst>
            </p:cNvPr>
            <p:cNvGrpSpPr/>
            <p:nvPr/>
          </p:nvGrpSpPr>
          <p:grpSpPr>
            <a:xfrm>
              <a:off x="2663131" y="2677889"/>
              <a:ext cx="3149648" cy="538510"/>
              <a:chOff x="2344154" y="2890490"/>
              <a:chExt cx="3149648" cy="538510"/>
            </a:xfrm>
          </p:grpSpPr>
          <p:sp>
            <p:nvSpPr>
              <p:cNvPr id="25" name="缺角矩形 24">
                <a:extLst>
                  <a:ext uri="{FF2B5EF4-FFF2-40B4-BE49-F238E27FC236}">
                    <a16:creationId xmlns:a16="http://schemas.microsoft.com/office/drawing/2014/main" id="{FF85611D-966C-DD10-E1C0-065990357808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28" name="缺角矩形 27">
                <a:extLst>
                  <a:ext uri="{FF2B5EF4-FFF2-40B4-BE49-F238E27FC236}">
                    <a16:creationId xmlns:a16="http://schemas.microsoft.com/office/drawing/2014/main" id="{F0C866E4-4B61-2C7E-F22A-3A941604BA44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EFFD25C-D37F-4BEC-D69F-8722C59EA2C3}"/>
                  </a:ext>
                </a:extLst>
              </p:cNvPr>
              <p:cNvSpPr txBox="1"/>
              <p:nvPr/>
            </p:nvSpPr>
            <p:spPr>
              <a:xfrm>
                <a:off x="2607412" y="2928912"/>
                <a:ext cx="5629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01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5F5908-95A8-8125-805B-E5B6D65726FB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研究背景与动机</a:t>
                </a: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14982C22-E67F-FE76-13B0-A0474BC66038}"/>
                </a:ext>
              </a:extLst>
            </p:cNvPr>
            <p:cNvGrpSpPr/>
            <p:nvPr/>
          </p:nvGrpSpPr>
          <p:grpSpPr>
            <a:xfrm>
              <a:off x="6348110" y="2677889"/>
              <a:ext cx="3149648" cy="538510"/>
              <a:chOff x="2344154" y="2890490"/>
              <a:chExt cx="3149648" cy="538510"/>
            </a:xfrm>
          </p:grpSpPr>
          <p:sp>
            <p:nvSpPr>
              <p:cNvPr id="31" name="缺角矩形 30">
                <a:extLst>
                  <a:ext uri="{FF2B5EF4-FFF2-40B4-BE49-F238E27FC236}">
                    <a16:creationId xmlns:a16="http://schemas.microsoft.com/office/drawing/2014/main" id="{F6423F33-2898-1941-0692-A7F393AE4AB9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76" name="缺角矩形 75">
                <a:extLst>
                  <a:ext uri="{FF2B5EF4-FFF2-40B4-BE49-F238E27FC236}">
                    <a16:creationId xmlns:a16="http://schemas.microsoft.com/office/drawing/2014/main" id="{6CDFFC1D-750C-17F4-D54A-C80BD258DBFE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7F98CDDD-5AB3-CAB0-81C0-9775E184529E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02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E56D2441-B0AD-0A5E-C112-555531DB0C54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核心算法与方法</a:t>
                </a:r>
              </a:p>
            </p:txBody>
          </p:sp>
        </p:grp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FE77C41B-4C38-6D70-9D15-E6903CB7361C}"/>
              </a:ext>
            </a:extLst>
          </p:cNvPr>
          <p:cNvGrpSpPr/>
          <p:nvPr/>
        </p:nvGrpSpPr>
        <p:grpSpPr>
          <a:xfrm>
            <a:off x="2663131" y="4723268"/>
            <a:ext cx="6834627" cy="538510"/>
            <a:chOff x="2663131" y="2677889"/>
            <a:chExt cx="6834627" cy="538510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CA7F70F6-152F-2523-D7B6-A5B7B03FBF2D}"/>
                </a:ext>
              </a:extLst>
            </p:cNvPr>
            <p:cNvGrpSpPr/>
            <p:nvPr/>
          </p:nvGrpSpPr>
          <p:grpSpPr>
            <a:xfrm>
              <a:off x="2663131" y="2677889"/>
              <a:ext cx="3149648" cy="538510"/>
              <a:chOff x="2344154" y="2890490"/>
              <a:chExt cx="3149648" cy="538510"/>
            </a:xfrm>
          </p:grpSpPr>
          <p:sp>
            <p:nvSpPr>
              <p:cNvPr id="88" name="缺角矩形 87">
                <a:extLst>
                  <a:ext uri="{FF2B5EF4-FFF2-40B4-BE49-F238E27FC236}">
                    <a16:creationId xmlns:a16="http://schemas.microsoft.com/office/drawing/2014/main" id="{755A7444-F320-8D9A-70EA-4ECE7631AD7C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9" name="缺角矩形 88">
                <a:extLst>
                  <a:ext uri="{FF2B5EF4-FFF2-40B4-BE49-F238E27FC236}">
                    <a16:creationId xmlns:a16="http://schemas.microsoft.com/office/drawing/2014/main" id="{CCD21415-17C2-1C1E-EF16-CBDEE6E111EF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FFD2FDA5-55F4-672E-4A36-D7D9DE2E7EE6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03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DE3E5DF9-C60E-41A5-B713-01D3912DF792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实验设计与验证</a:t>
                </a:r>
              </a:p>
            </p:txBody>
          </p: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3F139E81-0207-9CCA-977F-24AF88CB9D12}"/>
                </a:ext>
              </a:extLst>
            </p:cNvPr>
            <p:cNvGrpSpPr/>
            <p:nvPr/>
          </p:nvGrpSpPr>
          <p:grpSpPr>
            <a:xfrm>
              <a:off x="6348110" y="2677889"/>
              <a:ext cx="3149648" cy="538510"/>
              <a:chOff x="2344154" y="2890490"/>
              <a:chExt cx="3149648" cy="538510"/>
            </a:xfrm>
          </p:grpSpPr>
          <p:sp>
            <p:nvSpPr>
              <p:cNvPr id="84" name="缺角矩形 83">
                <a:extLst>
                  <a:ext uri="{FF2B5EF4-FFF2-40B4-BE49-F238E27FC236}">
                    <a16:creationId xmlns:a16="http://schemas.microsoft.com/office/drawing/2014/main" id="{EA9D31C8-F736-EAE3-CB53-4BE447F5945C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5" name="缺角矩形 84">
                <a:extLst>
                  <a:ext uri="{FF2B5EF4-FFF2-40B4-BE49-F238E27FC236}">
                    <a16:creationId xmlns:a16="http://schemas.microsoft.com/office/drawing/2014/main" id="{1880132E-7C7E-DCC5-1702-E0E00014302D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82231E15-5A22-8D4D-7085-0B7D844AB34A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04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E3E721FA-9FC6-D40E-2B71-09446079EA7B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研究结论与展望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428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638-65C0-5976-6B1E-DD81950B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31DD5B-19DE-15ED-D5A1-9A3A217233F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6335B8E1-8158-4BC6-2FB3-9E233AE6940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C74A2-2706-433D-CAA2-1D61AF9D2D8D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9EF96D4A-E4E8-50AC-26D5-F5AD756AEB5D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0FE6502B-6E61-CC57-C13C-E1DE0C9D54D4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1DC2935-A69D-283B-22E3-0C215229DCC6}"/>
                </a:ext>
              </a:extLst>
            </p:cNvPr>
            <p:cNvSpPr txBox="1"/>
            <p:nvPr/>
          </p:nvSpPr>
          <p:spPr>
            <a:xfrm>
              <a:off x="2607412" y="2928912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E32011-AA4B-1D8A-53BA-F9935F6D45F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研究背景与意义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CFB590-8F06-A074-20F3-31379E1F84DB}"/>
              </a:ext>
            </a:extLst>
          </p:cNvPr>
          <p:cNvSpPr txBox="1"/>
          <p:nvPr/>
        </p:nvSpPr>
        <p:spPr>
          <a:xfrm>
            <a:off x="5373691" y="571981"/>
            <a:ext cx="1444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A5F-CE00-DE3E-BF73-3AA5C8E41560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阐述深度学习在边缘设备部署时面临的模型庞大与计算延迟问题。明确本研究旨在平衡识别精度与推理效率的学术价值。</a:t>
            </a:r>
          </a:p>
        </p:txBody>
      </p:sp>
    </p:spTree>
    <p:extLst>
      <p:ext uri="{BB962C8B-B14F-4D97-AF65-F5344CB8AC3E}">
        <p14:creationId xmlns:p14="http://schemas.microsoft.com/office/powerpoint/2010/main" val="32993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现有算法瓶颈分析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当前主流图像识别模型过度依赖增加网络深度与宽度以提升准确率，导致参数量与浮点运算量急剧膨胀。在移动端与嵌入式场景中，这种资源密集型架构面临严重的存储与功耗限制。尽管模型压缩技术广泛应用，但粗粒度的剪枝和静态量化往往破坏特征图的拓扑结构，引发精度断崖式下降。本研究指出，必须在特征提取初期引入动态路由机制，从源头减少冗余计算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传统网络计算冗余度高</a:t>
            </a:r>
          </a:p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压缩技术易损特征结构</a:t>
            </a:r>
          </a:p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架构级优化是核心出路</a:t>
            </a: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638-65C0-5976-6B1E-DD81950B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31DD5B-19DE-15ED-D5A1-9A3A217233F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6335B8E1-8158-4BC6-2FB3-9E233AE6940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C74A2-2706-433D-CAA2-1D61AF9D2D8D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9EF96D4A-E4E8-50AC-26D5-F5AD756AEB5D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0FE6502B-6E61-CC57-C13C-E1DE0C9D54D4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1DC2935-A69D-283B-22E3-0C215229DCC6}"/>
                </a:ext>
              </a:extLst>
            </p:cNvPr>
            <p:cNvSpPr txBox="1"/>
            <p:nvPr/>
          </p:nvSpPr>
          <p:spPr>
            <a:xfrm>
              <a:off x="2607412" y="2928912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E32011-AA4B-1D8A-53BA-F9935F6D45F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核心算法设计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CFB590-8F06-A074-20F3-31379E1F84DB}"/>
              </a:ext>
            </a:extLst>
          </p:cNvPr>
          <p:cNvSpPr txBox="1"/>
          <p:nvPr/>
        </p:nvSpPr>
        <p:spPr>
          <a:xfrm>
            <a:off x="5373691" y="571981"/>
            <a:ext cx="1444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A5F-CE00-DE3E-BF73-3AA5C8E41560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提出多尺度轻量化主干网络，结合自适应通道注意力模块。通过重构特征提取路径，实现计算开销与表征能力的双重优化。</a:t>
            </a:r>
          </a:p>
        </p:txBody>
      </p:sp>
    </p:spTree>
    <p:extLst>
      <p:ext uri="{BB962C8B-B14F-4D97-AF65-F5344CB8AC3E}">
        <p14:creationId xmlns:p14="http://schemas.microsoft.com/office/powerpoint/2010/main" val="32993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网络架构与特征融合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本研究构建的轻量化主干网络全面采用深度可分离卷积，将标准卷积分解为逐通道空间卷积与逐点卷积，参数量降低约百分之八十五。为弥补轻量化带来的感受野收缩，设计跨层特征金字塔模块，实现浅层细节与深层语义的高效融合。同时，嵌入轻量级通道注意力单元，根据输入图像内容动态调整特征权重，抑制背景噪声干扰。整体架构在保持前向传播流畅性的同时，显著提升复杂场景下的特征判别力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深度可分离卷积降参</a:t>
            </a:r>
          </a:p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特征金字塔融合多尺度</a:t>
            </a:r>
          </a:p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动态注意力抑制噪声</a:t>
            </a: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638-65C0-5976-6B1E-DD81950B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31DD5B-19DE-15ED-D5A1-9A3A217233F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6335B8E1-8158-4BC6-2FB3-9E233AE6940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C74A2-2706-433D-CAA2-1D61AF9D2D8D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9EF96D4A-E4E8-50AC-26D5-F5AD756AEB5D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0FE6502B-6E61-CC57-C13C-E1DE0C9D54D4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1DC2935-A69D-283B-22E3-0C215229DCC6}"/>
                </a:ext>
              </a:extLst>
            </p:cNvPr>
            <p:cNvSpPr txBox="1"/>
            <p:nvPr/>
          </p:nvSpPr>
          <p:spPr>
            <a:xfrm>
              <a:off x="2607412" y="2928912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E32011-AA4B-1D8A-53BA-F9935F6D45F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实验设计与验证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CFB590-8F06-A074-20F3-31379E1F84DB}"/>
              </a:ext>
            </a:extLst>
          </p:cNvPr>
          <p:cNvSpPr txBox="1"/>
          <p:nvPr/>
        </p:nvSpPr>
        <p:spPr>
          <a:xfrm>
            <a:off x="5373691" y="571981"/>
            <a:ext cx="1444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A5F-CE00-DE3E-BF73-3AA5C8E41560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基于公开标准数据集开展系统性测试。通过对比实验与消融研究，全面评估优化算法在精度、速度与资源消耗上的综合表现。</a:t>
            </a:r>
          </a:p>
        </p:txBody>
      </p:sp>
    </p:spTree>
    <p:extLst>
      <p:ext uri="{BB962C8B-B14F-4D97-AF65-F5344CB8AC3E}">
        <p14:creationId xmlns:p14="http://schemas.microsoft.com/office/powerpoint/2010/main" val="32993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对比实验与消融分析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实验在ImageNet-1K与COCO 2017数据集上展开，对比了ResNet-50与MobileNetV3等主流模型。结果表明，本算法在保持百分之七十八点四Top-1准确率的同时，浮点运算量降低至1.2G，推理速度提升百分之四十二。通过控制变量法进行消融实验，验证了深度可分离卷积贡献了主要算力节约，而跨层注意力模块使小目标检测平均精度提升百分之三点一。各项指标均达到或超过预期设计阈值，证明优化策略具备高度鲁棒性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准确率持平或超越基准</a:t>
            </a:r>
          </a:p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FLOPs大幅降低四成以上</a:t>
            </a:r>
          </a:p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各模块协同效应显著</a:t>
            </a: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638-65C0-5976-6B1E-DD81950B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31DD5B-19DE-15ED-D5A1-9A3A217233F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6335B8E1-8158-4BC6-2FB3-9E233AE6940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C74A2-2706-433D-CAA2-1D61AF9D2D8D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9EF96D4A-E4E8-50AC-26D5-F5AD756AEB5D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0FE6502B-6E61-CC57-C13C-E1DE0C9D54D4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1DC2935-A69D-283B-22E3-0C215229DCC6}"/>
                </a:ext>
              </a:extLst>
            </p:cNvPr>
            <p:cNvSpPr txBox="1"/>
            <p:nvPr/>
          </p:nvSpPr>
          <p:spPr>
            <a:xfrm>
              <a:off x="2607412" y="2928912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E32011-AA4B-1D8A-53BA-F9935F6D45F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研究结论与展望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CFB590-8F06-A074-20F3-31379E1F84DB}"/>
              </a:ext>
            </a:extLst>
          </p:cNvPr>
          <p:cNvSpPr txBox="1"/>
          <p:nvPr/>
        </p:nvSpPr>
        <p:spPr>
          <a:xfrm>
            <a:off x="5373691" y="571981"/>
            <a:ext cx="1444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A5F-CE00-DE3E-BF73-3AA5C8E41560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总结算法优化在理论创新与工程应用上的双重价值。探讨未来在跨模态学习、极端环境部署及自适应进化方向的拓展潜力。</a:t>
            </a:r>
          </a:p>
        </p:txBody>
      </p:sp>
    </p:spTree>
    <p:extLst>
      <p:ext uri="{BB962C8B-B14F-4D97-AF65-F5344CB8AC3E}">
        <p14:creationId xmlns:p14="http://schemas.microsoft.com/office/powerpoint/2010/main" val="32993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65C85-14CD-7897-A3E5-75D05E2C5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5B3BB3-0FC2-17E1-E910-0A5C469057C1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E5A3D8A2-32BF-A82B-5A3F-4C7F4C6CC3E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C23302A-076D-ADF9-941C-C2113C346489}"/>
              </a:ext>
            </a:extLst>
          </p:cNvPr>
          <p:cNvSpPr txBox="1"/>
          <p:nvPr/>
        </p:nvSpPr>
        <p:spPr>
          <a:xfrm>
            <a:off x="1494372" y="2441585"/>
            <a:ext cx="921277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dirty="0"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感谢指导 期待交流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5FE3759-B7CF-9F01-B9A0-A2976F407E34}"/>
              </a:ext>
            </a:extLst>
          </p:cNvPr>
          <p:cNvGrpSpPr/>
          <p:nvPr/>
        </p:nvGrpSpPr>
        <p:grpSpPr>
          <a:xfrm>
            <a:off x="3086965" y="5904640"/>
            <a:ext cx="6018070" cy="317242"/>
            <a:chOff x="3086965" y="5746019"/>
            <a:chExt cx="6018070" cy="317242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27FB3FAF-57C6-D010-D884-EC0D9D757D81}"/>
                </a:ext>
              </a:extLst>
            </p:cNvPr>
            <p:cNvSpPr txBox="1"/>
            <p:nvPr/>
          </p:nvSpPr>
          <p:spPr>
            <a:xfrm>
              <a:off x="3289732" y="5755484"/>
              <a:ext cx="1600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43" name="graduate_57239">
              <a:extLst>
                <a:ext uri="{FF2B5EF4-FFF2-40B4-BE49-F238E27FC236}">
                  <a16:creationId xmlns:a16="http://schemas.microsoft.com/office/drawing/2014/main" id="{60DF3F55-EBDD-70CC-22DC-F96ACF7060E6}"/>
                </a:ext>
              </a:extLst>
            </p:cNvPr>
            <p:cNvSpPr/>
            <p:nvPr/>
          </p:nvSpPr>
          <p:spPr>
            <a:xfrm>
              <a:off x="3086965" y="5748954"/>
              <a:ext cx="211529" cy="307777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4" name="university-teacher_65684">
              <a:extLst>
                <a:ext uri="{FF2B5EF4-FFF2-40B4-BE49-F238E27FC236}">
                  <a16:creationId xmlns:a16="http://schemas.microsoft.com/office/drawing/2014/main" id="{B8251D8E-7A1F-698F-A950-9FDEB4F6EC22}"/>
                </a:ext>
              </a:extLst>
            </p:cNvPr>
            <p:cNvSpPr/>
            <p:nvPr/>
          </p:nvSpPr>
          <p:spPr>
            <a:xfrm>
              <a:off x="5172715" y="5746019"/>
              <a:ext cx="138508" cy="307777"/>
            </a:xfrm>
            <a:custGeom>
              <a:avLst/>
              <a:gdLst>
                <a:gd name="T0" fmla="*/ 215 w 257"/>
                <a:gd name="T1" fmla="*/ 163 h 572"/>
                <a:gd name="T2" fmla="*/ 201 w 257"/>
                <a:gd name="T3" fmla="*/ 163 h 572"/>
                <a:gd name="T4" fmla="*/ 226 w 257"/>
                <a:gd name="T5" fmla="*/ 97 h 572"/>
                <a:gd name="T6" fmla="*/ 129 w 257"/>
                <a:gd name="T7" fmla="*/ 0 h 572"/>
                <a:gd name="T8" fmla="*/ 31 w 257"/>
                <a:gd name="T9" fmla="*/ 97 h 572"/>
                <a:gd name="T10" fmla="*/ 56 w 257"/>
                <a:gd name="T11" fmla="*/ 163 h 572"/>
                <a:gd name="T12" fmla="*/ 42 w 257"/>
                <a:gd name="T13" fmla="*/ 163 h 572"/>
                <a:gd name="T14" fmla="*/ 0 w 257"/>
                <a:gd name="T15" fmla="*/ 205 h 572"/>
                <a:gd name="T16" fmla="*/ 0 w 257"/>
                <a:gd name="T17" fmla="*/ 323 h 572"/>
                <a:gd name="T18" fmla="*/ 39 w 257"/>
                <a:gd name="T19" fmla="*/ 365 h 572"/>
                <a:gd name="T20" fmla="*/ 39 w 257"/>
                <a:gd name="T21" fmla="*/ 522 h 572"/>
                <a:gd name="T22" fmla="*/ 89 w 257"/>
                <a:gd name="T23" fmla="*/ 572 h 572"/>
                <a:gd name="T24" fmla="*/ 128 w 257"/>
                <a:gd name="T25" fmla="*/ 554 h 572"/>
                <a:gd name="T26" fmla="*/ 167 w 257"/>
                <a:gd name="T27" fmla="*/ 572 h 572"/>
                <a:gd name="T28" fmla="*/ 218 w 257"/>
                <a:gd name="T29" fmla="*/ 522 h 572"/>
                <a:gd name="T30" fmla="*/ 218 w 257"/>
                <a:gd name="T31" fmla="*/ 365 h 572"/>
                <a:gd name="T32" fmla="*/ 257 w 257"/>
                <a:gd name="T33" fmla="*/ 323 h 572"/>
                <a:gd name="T34" fmla="*/ 257 w 257"/>
                <a:gd name="T35" fmla="*/ 205 h 572"/>
                <a:gd name="T36" fmla="*/ 215 w 257"/>
                <a:gd name="T37" fmla="*/ 163 h 572"/>
                <a:gd name="T38" fmla="*/ 160 w 257"/>
                <a:gd name="T39" fmla="*/ 289 h 572"/>
                <a:gd name="T40" fmla="*/ 133 w 257"/>
                <a:gd name="T41" fmla="*/ 316 h 572"/>
                <a:gd name="T42" fmla="*/ 128 w 257"/>
                <a:gd name="T43" fmla="*/ 318 h 572"/>
                <a:gd name="T44" fmla="*/ 124 w 257"/>
                <a:gd name="T45" fmla="*/ 316 h 572"/>
                <a:gd name="T46" fmla="*/ 96 w 257"/>
                <a:gd name="T47" fmla="*/ 289 h 572"/>
                <a:gd name="T48" fmla="*/ 95 w 257"/>
                <a:gd name="T49" fmla="*/ 283 h 572"/>
                <a:gd name="T50" fmla="*/ 112 w 257"/>
                <a:gd name="T51" fmla="*/ 213 h 572"/>
                <a:gd name="T52" fmla="*/ 97 w 257"/>
                <a:gd name="T53" fmla="*/ 199 h 572"/>
                <a:gd name="T54" fmla="*/ 96 w 257"/>
                <a:gd name="T55" fmla="*/ 192 h 572"/>
                <a:gd name="T56" fmla="*/ 101 w 257"/>
                <a:gd name="T57" fmla="*/ 188 h 572"/>
                <a:gd name="T58" fmla="*/ 155 w 257"/>
                <a:gd name="T59" fmla="*/ 188 h 572"/>
                <a:gd name="T60" fmla="*/ 161 w 257"/>
                <a:gd name="T61" fmla="*/ 192 h 572"/>
                <a:gd name="T62" fmla="*/ 159 w 257"/>
                <a:gd name="T63" fmla="*/ 199 h 572"/>
                <a:gd name="T64" fmla="*/ 145 w 257"/>
                <a:gd name="T65" fmla="*/ 213 h 572"/>
                <a:gd name="T66" fmla="*/ 162 w 257"/>
                <a:gd name="T67" fmla="*/ 283 h 572"/>
                <a:gd name="T68" fmla="*/ 160 w 257"/>
                <a:gd name="T69" fmla="*/ 289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7" h="572">
                  <a:moveTo>
                    <a:pt x="215" y="163"/>
                  </a:moveTo>
                  <a:lnTo>
                    <a:pt x="201" y="163"/>
                  </a:lnTo>
                  <a:cubicBezTo>
                    <a:pt x="216" y="145"/>
                    <a:pt x="226" y="123"/>
                    <a:pt x="226" y="97"/>
                  </a:cubicBezTo>
                  <a:cubicBezTo>
                    <a:pt x="226" y="44"/>
                    <a:pt x="182" y="0"/>
                    <a:pt x="129" y="0"/>
                  </a:cubicBezTo>
                  <a:cubicBezTo>
                    <a:pt x="75" y="0"/>
                    <a:pt x="31" y="44"/>
                    <a:pt x="31" y="97"/>
                  </a:cubicBezTo>
                  <a:cubicBezTo>
                    <a:pt x="31" y="123"/>
                    <a:pt x="41" y="145"/>
                    <a:pt x="56" y="163"/>
                  </a:cubicBezTo>
                  <a:lnTo>
                    <a:pt x="42" y="163"/>
                  </a:lnTo>
                  <a:cubicBezTo>
                    <a:pt x="19" y="163"/>
                    <a:pt x="0" y="181"/>
                    <a:pt x="0" y="205"/>
                  </a:cubicBezTo>
                  <a:lnTo>
                    <a:pt x="0" y="323"/>
                  </a:lnTo>
                  <a:cubicBezTo>
                    <a:pt x="0" y="345"/>
                    <a:pt x="17" y="363"/>
                    <a:pt x="39" y="365"/>
                  </a:cubicBezTo>
                  <a:lnTo>
                    <a:pt x="39" y="522"/>
                  </a:lnTo>
                  <a:cubicBezTo>
                    <a:pt x="39" y="550"/>
                    <a:pt x="61" y="572"/>
                    <a:pt x="89" y="572"/>
                  </a:cubicBezTo>
                  <a:cubicBezTo>
                    <a:pt x="105" y="572"/>
                    <a:pt x="119" y="565"/>
                    <a:pt x="128" y="554"/>
                  </a:cubicBezTo>
                  <a:cubicBezTo>
                    <a:pt x="137" y="565"/>
                    <a:pt x="151" y="572"/>
                    <a:pt x="167" y="572"/>
                  </a:cubicBezTo>
                  <a:cubicBezTo>
                    <a:pt x="195" y="572"/>
                    <a:pt x="218" y="550"/>
                    <a:pt x="218" y="522"/>
                  </a:cubicBezTo>
                  <a:lnTo>
                    <a:pt x="218" y="365"/>
                  </a:lnTo>
                  <a:cubicBezTo>
                    <a:pt x="239" y="363"/>
                    <a:pt x="257" y="345"/>
                    <a:pt x="257" y="323"/>
                  </a:cubicBezTo>
                  <a:lnTo>
                    <a:pt x="257" y="205"/>
                  </a:lnTo>
                  <a:cubicBezTo>
                    <a:pt x="257" y="181"/>
                    <a:pt x="238" y="163"/>
                    <a:pt x="215" y="163"/>
                  </a:cubicBezTo>
                  <a:close/>
                  <a:moveTo>
                    <a:pt x="160" y="289"/>
                  </a:moveTo>
                  <a:lnTo>
                    <a:pt x="133" y="316"/>
                  </a:lnTo>
                  <a:cubicBezTo>
                    <a:pt x="131" y="318"/>
                    <a:pt x="130" y="318"/>
                    <a:pt x="128" y="318"/>
                  </a:cubicBezTo>
                  <a:cubicBezTo>
                    <a:pt x="127" y="318"/>
                    <a:pt x="125" y="318"/>
                    <a:pt x="124" y="316"/>
                  </a:cubicBezTo>
                  <a:lnTo>
                    <a:pt x="96" y="289"/>
                  </a:lnTo>
                  <a:cubicBezTo>
                    <a:pt x="95" y="287"/>
                    <a:pt x="94" y="285"/>
                    <a:pt x="95" y="283"/>
                  </a:cubicBezTo>
                  <a:lnTo>
                    <a:pt x="112" y="213"/>
                  </a:lnTo>
                  <a:lnTo>
                    <a:pt x="97" y="199"/>
                  </a:lnTo>
                  <a:cubicBezTo>
                    <a:pt x="95" y="197"/>
                    <a:pt x="95" y="194"/>
                    <a:pt x="96" y="192"/>
                  </a:cubicBezTo>
                  <a:cubicBezTo>
                    <a:pt x="97" y="189"/>
                    <a:pt x="99" y="188"/>
                    <a:pt x="101" y="188"/>
                  </a:cubicBezTo>
                  <a:lnTo>
                    <a:pt x="155" y="188"/>
                  </a:lnTo>
                  <a:cubicBezTo>
                    <a:pt x="157" y="188"/>
                    <a:pt x="160" y="189"/>
                    <a:pt x="161" y="192"/>
                  </a:cubicBezTo>
                  <a:cubicBezTo>
                    <a:pt x="162" y="194"/>
                    <a:pt x="161" y="197"/>
                    <a:pt x="159" y="199"/>
                  </a:cubicBezTo>
                  <a:lnTo>
                    <a:pt x="145" y="213"/>
                  </a:lnTo>
                  <a:lnTo>
                    <a:pt x="162" y="283"/>
                  </a:lnTo>
                  <a:cubicBezTo>
                    <a:pt x="162" y="285"/>
                    <a:pt x="162" y="287"/>
                    <a:pt x="160" y="289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79A437E-E769-01AB-60F4-84DBA0532552}"/>
                </a:ext>
              </a:extLst>
            </p:cNvPr>
            <p:cNvSpPr txBox="1"/>
            <p:nvPr/>
          </p:nvSpPr>
          <p:spPr>
            <a:xfrm>
              <a:off x="5350829" y="5755484"/>
              <a:ext cx="17774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15E1036B-6739-ADC5-EB5A-E963B0EBD8FE}"/>
                </a:ext>
              </a:extLst>
            </p:cNvPr>
            <p:cNvSpPr txBox="1"/>
            <p:nvPr/>
          </p:nvSpPr>
          <p:spPr>
            <a:xfrm>
              <a:off x="7436830" y="5748954"/>
              <a:ext cx="1668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794F446B-DB1E-495D-10F5-E906D1C655F5}"/>
                </a:ext>
              </a:extLst>
            </p:cNvPr>
            <p:cNvGrpSpPr/>
            <p:nvPr/>
          </p:nvGrpSpPr>
          <p:grpSpPr>
            <a:xfrm>
              <a:off x="7194542" y="5764188"/>
              <a:ext cx="261152" cy="261152"/>
              <a:chOff x="8223250" y="6921890"/>
              <a:chExt cx="723900" cy="723900"/>
            </a:xfrm>
            <a:solidFill>
              <a:srgbClr val="397DF9"/>
            </a:solidFill>
          </p:grpSpPr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AD7D7CAC-75BC-B264-ABFC-9D557B39290D}"/>
                  </a:ext>
                </a:extLst>
              </p:cNvPr>
              <p:cNvSpPr/>
              <p:nvPr/>
            </p:nvSpPr>
            <p:spPr>
              <a:xfrm>
                <a:off x="8223250" y="6921890"/>
                <a:ext cx="723900" cy="723900"/>
              </a:xfrm>
              <a:custGeom>
                <a:avLst/>
                <a:gdLst>
                  <a:gd name="connsiteX0" fmla="*/ 361950 w 723900"/>
                  <a:gd name="connsiteY0" fmla="*/ 666750 h 723900"/>
                  <a:gd name="connsiteX1" fmla="*/ 57150 w 723900"/>
                  <a:gd name="connsiteY1" fmla="*/ 361950 h 723900"/>
                  <a:gd name="connsiteX2" fmla="*/ 361950 w 723900"/>
                  <a:gd name="connsiteY2" fmla="*/ 57150 h 723900"/>
                  <a:gd name="connsiteX3" fmla="*/ 666750 w 723900"/>
                  <a:gd name="connsiteY3" fmla="*/ 361950 h 723900"/>
                  <a:gd name="connsiteX4" fmla="*/ 361950 w 723900"/>
                  <a:gd name="connsiteY4" fmla="*/ 666750 h 723900"/>
                  <a:gd name="connsiteX5" fmla="*/ 361950 w 723900"/>
                  <a:gd name="connsiteY5" fmla="*/ 0 h 723900"/>
                  <a:gd name="connsiteX6" fmla="*/ 0 w 723900"/>
                  <a:gd name="connsiteY6" fmla="*/ 361950 h 723900"/>
                  <a:gd name="connsiteX7" fmla="*/ 361950 w 723900"/>
                  <a:gd name="connsiteY7" fmla="*/ 723900 h 723900"/>
                  <a:gd name="connsiteX8" fmla="*/ 723900 w 723900"/>
                  <a:gd name="connsiteY8" fmla="*/ 361950 h 723900"/>
                  <a:gd name="connsiteX9" fmla="*/ 361950 w 723900"/>
                  <a:gd name="connsiteY9" fmla="*/ 0 h 72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0" h="723900">
                    <a:moveTo>
                      <a:pt x="361950" y="666750"/>
                    </a:moveTo>
                    <a:cubicBezTo>
                      <a:pt x="194310" y="666750"/>
                      <a:pt x="57150" y="529590"/>
                      <a:pt x="57150" y="361950"/>
                    </a:cubicBezTo>
                    <a:cubicBezTo>
                      <a:pt x="57150" y="194310"/>
                      <a:pt x="194310" y="57150"/>
                      <a:pt x="361950" y="57150"/>
                    </a:cubicBezTo>
                    <a:cubicBezTo>
                      <a:pt x="529590" y="57150"/>
                      <a:pt x="666750" y="194310"/>
                      <a:pt x="666750" y="361950"/>
                    </a:cubicBezTo>
                    <a:cubicBezTo>
                      <a:pt x="666750" y="529590"/>
                      <a:pt x="529590" y="666750"/>
                      <a:pt x="361950" y="666750"/>
                    </a:cubicBezTo>
                    <a:close/>
                    <a:moveTo>
                      <a:pt x="361950" y="0"/>
                    </a:moveTo>
                    <a:cubicBezTo>
                      <a:pt x="161925" y="0"/>
                      <a:pt x="0" y="161925"/>
                      <a:pt x="0" y="361950"/>
                    </a:cubicBezTo>
                    <a:cubicBezTo>
                      <a:pt x="0" y="561975"/>
                      <a:pt x="161925" y="723900"/>
                      <a:pt x="361950" y="723900"/>
                    </a:cubicBezTo>
                    <a:cubicBezTo>
                      <a:pt x="561975" y="723900"/>
                      <a:pt x="723900" y="561975"/>
                      <a:pt x="723900" y="361950"/>
                    </a:cubicBezTo>
                    <a:cubicBezTo>
                      <a:pt x="723900" y="161925"/>
                      <a:pt x="561975" y="0"/>
                      <a:pt x="361950" y="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D9A689F3-6C68-A4EA-682C-0055A26DCE66}"/>
                  </a:ext>
                </a:extLst>
              </p:cNvPr>
              <p:cNvSpPr/>
              <p:nvPr/>
            </p:nvSpPr>
            <p:spPr>
              <a:xfrm>
                <a:off x="8566150" y="7093340"/>
                <a:ext cx="166687" cy="338137"/>
              </a:xfrm>
              <a:custGeom>
                <a:avLst/>
                <a:gdLst>
                  <a:gd name="connsiteX0" fmla="*/ 38100 w 166687"/>
                  <a:gd name="connsiteY0" fmla="*/ 0 h 338137"/>
                  <a:gd name="connsiteX1" fmla="*/ 0 w 166687"/>
                  <a:gd name="connsiteY1" fmla="*/ 0 h 338137"/>
                  <a:gd name="connsiteX2" fmla="*/ 0 w 166687"/>
                  <a:gd name="connsiteY2" fmla="*/ 190500 h 338137"/>
                  <a:gd name="connsiteX3" fmla="*/ 5715 w 166687"/>
                  <a:gd name="connsiteY3" fmla="*/ 203835 h 338137"/>
                  <a:gd name="connsiteX4" fmla="*/ 140018 w 166687"/>
                  <a:gd name="connsiteY4" fmla="*/ 338138 h 338137"/>
                  <a:gd name="connsiteX5" fmla="*/ 166688 w 166687"/>
                  <a:gd name="connsiteY5" fmla="*/ 311468 h 338137"/>
                  <a:gd name="connsiteX6" fmla="*/ 38100 w 166687"/>
                  <a:gd name="connsiteY6" fmla="*/ 182880 h 338137"/>
                  <a:gd name="connsiteX7" fmla="*/ 38100 w 166687"/>
                  <a:gd name="connsiteY7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687" h="338137">
                    <a:moveTo>
                      <a:pt x="38100" y="0"/>
                    </a:moveTo>
                    <a:lnTo>
                      <a:pt x="0" y="0"/>
                    </a:lnTo>
                    <a:lnTo>
                      <a:pt x="0" y="190500"/>
                    </a:lnTo>
                    <a:cubicBezTo>
                      <a:pt x="0" y="196215"/>
                      <a:pt x="1905" y="200977"/>
                      <a:pt x="5715" y="203835"/>
                    </a:cubicBezTo>
                    <a:lnTo>
                      <a:pt x="140018" y="338138"/>
                    </a:lnTo>
                    <a:lnTo>
                      <a:pt x="166688" y="311468"/>
                    </a:lnTo>
                    <a:lnTo>
                      <a:pt x="38100" y="18288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263BE636-A881-0BC9-8372-B221C308C10D}"/>
                  </a:ext>
                </a:extLst>
              </p:cNvPr>
              <p:cNvSpPr/>
              <p:nvPr/>
            </p:nvSpPr>
            <p:spPr>
              <a:xfrm>
                <a:off x="8566150" y="70171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5EE01FA8-EA5F-CAB2-B494-02B9F6700342}"/>
                  </a:ext>
                </a:extLst>
              </p:cNvPr>
              <p:cNvSpPr/>
              <p:nvPr/>
            </p:nvSpPr>
            <p:spPr>
              <a:xfrm>
                <a:off x="8566150" y="75124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A2FD559A-686A-5A73-2D91-6B936EC612D4}"/>
                  </a:ext>
                </a:extLst>
              </p:cNvPr>
              <p:cNvSpPr/>
              <p:nvPr/>
            </p:nvSpPr>
            <p:spPr>
              <a:xfrm>
                <a:off x="83185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CD5B9257-4281-B33B-A5B3-0D102F510740}"/>
                  </a:ext>
                </a:extLst>
              </p:cNvPr>
              <p:cNvSpPr/>
              <p:nvPr/>
            </p:nvSpPr>
            <p:spPr>
              <a:xfrm>
                <a:off x="88138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E70554C7-B902-311E-3D46-62EB47A69B97}"/>
              </a:ext>
            </a:extLst>
          </p:cNvPr>
          <p:cNvSpPr txBox="1"/>
          <p:nvPr/>
        </p:nvSpPr>
        <p:spPr>
          <a:xfrm>
            <a:off x="4124740" y="4837119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本研究为深度学习图像识别提供了高效的轻量化解决方案。衷心感谢导师的悉心指导与实验室团队的支持。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49FF7726-6A41-487E-47E6-77AA85F0326A}"/>
              </a:ext>
            </a:extLst>
          </p:cNvPr>
          <p:cNvGrpSpPr/>
          <p:nvPr/>
        </p:nvGrpSpPr>
        <p:grpSpPr>
          <a:xfrm>
            <a:off x="5425435" y="768557"/>
            <a:ext cx="1341129" cy="616044"/>
            <a:chOff x="5425435" y="613045"/>
            <a:chExt cx="1341129" cy="616044"/>
          </a:xfrm>
          <a:solidFill>
            <a:srgbClr val="D5AC59"/>
          </a:solidFill>
        </p:grpSpPr>
        <p:grpSp>
          <p:nvGrpSpPr>
            <p:cNvPr id="56" name="文本框-159_矢量">
              <a:extLst>
                <a:ext uri="{FF2B5EF4-FFF2-40B4-BE49-F238E27FC236}">
                  <a16:creationId xmlns:a16="http://schemas.microsoft.com/office/drawing/2014/main" id="{641A9616-BE99-496A-6CCF-F16327E23DB5}"/>
                </a:ext>
              </a:extLst>
            </p:cNvPr>
            <p:cNvGrpSpPr/>
            <p:nvPr/>
          </p:nvGrpSpPr>
          <p:grpSpPr>
            <a:xfrm>
              <a:off x="6094201" y="1028312"/>
              <a:ext cx="650884" cy="123350"/>
              <a:chOff x="6094201" y="1028312"/>
              <a:chExt cx="650884" cy="123350"/>
            </a:xfrm>
            <a:grpFill/>
          </p:grpSpPr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6FDDE12-B0DD-9ADC-FBA8-F884B927C0DF}"/>
                  </a:ext>
                </a:extLst>
              </p:cNvPr>
              <p:cNvSpPr txBox="1"/>
              <p:nvPr/>
            </p:nvSpPr>
            <p:spPr>
              <a:xfrm>
                <a:off x="6094201" y="1030979"/>
                <a:ext cx="116414" cy="120682"/>
              </a:xfrm>
              <a:custGeom>
                <a:avLst/>
                <a:gdLst/>
                <a:ahLst/>
                <a:cxnLst/>
                <a:rect l="l" t="t" r="r" b="b"/>
                <a:pathLst>
                  <a:path w="116414" h="120682">
                    <a:moveTo>
                      <a:pt x="89744" y="1200"/>
                    </a:moveTo>
                    <a:cubicBezTo>
                      <a:pt x="93567" y="4400"/>
                      <a:pt x="97501" y="7956"/>
                      <a:pt x="101546" y="11868"/>
                    </a:cubicBezTo>
                    <a:cubicBezTo>
                      <a:pt x="105591" y="15779"/>
                      <a:pt x="108858" y="19202"/>
                      <a:pt x="111347" y="22136"/>
                    </a:cubicBezTo>
                    <a:lnTo>
                      <a:pt x="102413" y="32937"/>
                    </a:lnTo>
                    <a:cubicBezTo>
                      <a:pt x="99479" y="29470"/>
                      <a:pt x="95967" y="25581"/>
                      <a:pt x="91878" y="21269"/>
                    </a:cubicBezTo>
                    <a:cubicBezTo>
                      <a:pt x="87788" y="16957"/>
                      <a:pt x="84099" y="13290"/>
                      <a:pt x="80810" y="10268"/>
                    </a:cubicBezTo>
                    <a:close/>
                    <a:moveTo>
                      <a:pt x="60407" y="0"/>
                    </a:moveTo>
                    <a:lnTo>
                      <a:pt x="75209" y="533"/>
                    </a:lnTo>
                    <a:cubicBezTo>
                      <a:pt x="75209" y="4267"/>
                      <a:pt x="75565" y="12801"/>
                      <a:pt x="76276" y="26136"/>
                    </a:cubicBezTo>
                    <a:cubicBezTo>
                      <a:pt x="76454" y="29870"/>
                      <a:pt x="76632" y="32759"/>
                      <a:pt x="76809" y="34804"/>
                    </a:cubicBezTo>
                    <a:lnTo>
                      <a:pt x="116014" y="34804"/>
                    </a:lnTo>
                    <a:lnTo>
                      <a:pt x="116014" y="48139"/>
                    </a:lnTo>
                    <a:lnTo>
                      <a:pt x="77609" y="48139"/>
                    </a:lnTo>
                    <a:cubicBezTo>
                      <a:pt x="78498" y="59074"/>
                      <a:pt x="79387" y="67342"/>
                      <a:pt x="80276" y="72942"/>
                    </a:cubicBezTo>
                    <a:cubicBezTo>
                      <a:pt x="87744" y="66097"/>
                      <a:pt x="94234" y="58318"/>
                      <a:pt x="99746" y="49606"/>
                    </a:cubicBezTo>
                    <a:lnTo>
                      <a:pt x="111080" y="57740"/>
                    </a:lnTo>
                    <a:cubicBezTo>
                      <a:pt x="103168" y="69208"/>
                      <a:pt x="94145" y="79521"/>
                      <a:pt x="84010" y="88678"/>
                    </a:cubicBezTo>
                    <a:cubicBezTo>
                      <a:pt x="84544" y="90544"/>
                      <a:pt x="85210" y="92234"/>
                      <a:pt x="86010" y="93745"/>
                    </a:cubicBezTo>
                    <a:cubicBezTo>
                      <a:pt x="89300" y="100857"/>
                      <a:pt x="92678" y="104413"/>
                      <a:pt x="96145" y="104413"/>
                    </a:cubicBezTo>
                    <a:cubicBezTo>
                      <a:pt x="97745" y="104413"/>
                      <a:pt x="98945" y="103946"/>
                      <a:pt x="99746" y="103013"/>
                    </a:cubicBezTo>
                    <a:cubicBezTo>
                      <a:pt x="100546" y="102079"/>
                      <a:pt x="101301" y="100101"/>
                      <a:pt x="102012" y="97079"/>
                    </a:cubicBezTo>
                    <a:cubicBezTo>
                      <a:pt x="102813" y="93523"/>
                      <a:pt x="103702" y="88944"/>
                      <a:pt x="104680" y="83344"/>
                    </a:cubicBezTo>
                    <a:lnTo>
                      <a:pt x="116414" y="90544"/>
                    </a:lnTo>
                    <a:cubicBezTo>
                      <a:pt x="115436" y="94901"/>
                      <a:pt x="114547" y="98479"/>
                      <a:pt x="113747" y="101279"/>
                    </a:cubicBezTo>
                    <a:cubicBezTo>
                      <a:pt x="112947" y="104079"/>
                      <a:pt x="111969" y="107080"/>
                      <a:pt x="110814" y="110280"/>
                    </a:cubicBezTo>
                    <a:cubicBezTo>
                      <a:pt x="108235" y="117214"/>
                      <a:pt x="103435" y="120682"/>
                      <a:pt x="96412" y="120682"/>
                    </a:cubicBezTo>
                    <a:cubicBezTo>
                      <a:pt x="92678" y="120682"/>
                      <a:pt x="88944" y="119459"/>
                      <a:pt x="85210" y="117014"/>
                    </a:cubicBezTo>
                    <a:cubicBezTo>
                      <a:pt x="81477" y="114570"/>
                      <a:pt x="78321" y="111036"/>
                      <a:pt x="75743" y="106413"/>
                    </a:cubicBezTo>
                    <a:cubicBezTo>
                      <a:pt x="74053" y="103302"/>
                      <a:pt x="72809" y="100635"/>
                      <a:pt x="72009" y="98412"/>
                    </a:cubicBezTo>
                    <a:cubicBezTo>
                      <a:pt x="65252" y="103479"/>
                      <a:pt x="57918" y="108147"/>
                      <a:pt x="50006" y="112414"/>
                    </a:cubicBezTo>
                    <a:lnTo>
                      <a:pt x="42672" y="98279"/>
                    </a:lnTo>
                    <a:cubicBezTo>
                      <a:pt x="52451" y="93300"/>
                      <a:pt x="60718" y="88366"/>
                      <a:pt x="67475" y="83477"/>
                    </a:cubicBezTo>
                    <a:cubicBezTo>
                      <a:pt x="65430" y="74498"/>
                      <a:pt x="63874" y="62719"/>
                      <a:pt x="62808" y="48139"/>
                    </a:cubicBezTo>
                    <a:lnTo>
                      <a:pt x="38538" y="48139"/>
                    </a:lnTo>
                    <a:lnTo>
                      <a:pt x="38538" y="63741"/>
                    </a:lnTo>
                    <a:cubicBezTo>
                      <a:pt x="43694" y="62763"/>
                      <a:pt x="49695" y="61474"/>
                      <a:pt x="56540" y="59874"/>
                    </a:cubicBezTo>
                    <a:lnTo>
                      <a:pt x="57607" y="67075"/>
                    </a:lnTo>
                    <a:lnTo>
                      <a:pt x="58274" y="73876"/>
                    </a:lnTo>
                    <a:lnTo>
                      <a:pt x="38538" y="78143"/>
                    </a:lnTo>
                    <a:lnTo>
                      <a:pt x="38538" y="102946"/>
                    </a:lnTo>
                    <a:cubicBezTo>
                      <a:pt x="38538" y="106858"/>
                      <a:pt x="37960" y="109836"/>
                      <a:pt x="36804" y="111880"/>
                    </a:cubicBezTo>
                    <a:cubicBezTo>
                      <a:pt x="35649" y="113925"/>
                      <a:pt x="33848" y="115436"/>
                      <a:pt x="31404" y="116414"/>
                    </a:cubicBezTo>
                    <a:cubicBezTo>
                      <a:pt x="28959" y="117392"/>
                      <a:pt x="25470" y="118148"/>
                      <a:pt x="20936" y="118681"/>
                    </a:cubicBezTo>
                    <a:lnTo>
                      <a:pt x="13735" y="119481"/>
                    </a:lnTo>
                    <a:lnTo>
                      <a:pt x="9201" y="104946"/>
                    </a:lnTo>
                    <a:lnTo>
                      <a:pt x="18269" y="104146"/>
                    </a:lnTo>
                    <a:cubicBezTo>
                      <a:pt x="20402" y="103968"/>
                      <a:pt x="21869" y="103702"/>
                      <a:pt x="22669" y="103346"/>
                    </a:cubicBezTo>
                    <a:cubicBezTo>
                      <a:pt x="23469" y="102990"/>
                      <a:pt x="23958" y="102457"/>
                      <a:pt x="24136" y="101746"/>
                    </a:cubicBezTo>
                    <a:cubicBezTo>
                      <a:pt x="24314" y="101035"/>
                      <a:pt x="24403" y="99701"/>
                      <a:pt x="24403" y="97745"/>
                    </a:cubicBezTo>
                    <a:lnTo>
                      <a:pt x="24403" y="80943"/>
                    </a:lnTo>
                    <a:cubicBezTo>
                      <a:pt x="19602" y="82010"/>
                      <a:pt x="12268" y="83432"/>
                      <a:pt x="2400" y="85210"/>
                    </a:cubicBezTo>
                    <a:lnTo>
                      <a:pt x="0" y="70809"/>
                    </a:lnTo>
                    <a:cubicBezTo>
                      <a:pt x="7467" y="69564"/>
                      <a:pt x="15602" y="68142"/>
                      <a:pt x="24403" y="66541"/>
                    </a:cubicBezTo>
                    <a:lnTo>
                      <a:pt x="24403" y="48139"/>
                    </a:lnTo>
                    <a:lnTo>
                      <a:pt x="1467" y="48139"/>
                    </a:lnTo>
                    <a:lnTo>
                      <a:pt x="1467" y="34804"/>
                    </a:lnTo>
                    <a:lnTo>
                      <a:pt x="24403" y="34804"/>
                    </a:lnTo>
                    <a:lnTo>
                      <a:pt x="24403" y="21869"/>
                    </a:lnTo>
                    <a:cubicBezTo>
                      <a:pt x="18091" y="22669"/>
                      <a:pt x="11823" y="23336"/>
                      <a:pt x="5600" y="23869"/>
                    </a:cubicBezTo>
                    <a:lnTo>
                      <a:pt x="4534" y="10801"/>
                    </a:lnTo>
                    <a:cubicBezTo>
                      <a:pt x="21069" y="9556"/>
                      <a:pt x="37249" y="7023"/>
                      <a:pt x="53073" y="3200"/>
                    </a:cubicBezTo>
                    <a:lnTo>
                      <a:pt x="55340" y="16268"/>
                    </a:lnTo>
                    <a:cubicBezTo>
                      <a:pt x="51606" y="17246"/>
                      <a:pt x="46006" y="18402"/>
                      <a:pt x="38538" y="19736"/>
                    </a:cubicBezTo>
                    <a:lnTo>
                      <a:pt x="38538" y="34804"/>
                    </a:lnTo>
                    <a:lnTo>
                      <a:pt x="62008" y="34804"/>
                    </a:lnTo>
                    <a:lnTo>
                      <a:pt x="61607" y="26670"/>
                    </a:lnTo>
                    <a:cubicBezTo>
                      <a:pt x="60985" y="12001"/>
                      <a:pt x="60585" y="3111"/>
                      <a:pt x="6040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954C41D5-80BF-EE56-2ABA-D6566F3BC662}"/>
                  </a:ext>
                </a:extLst>
              </p:cNvPr>
              <p:cNvSpPr txBox="1"/>
              <p:nvPr/>
            </p:nvSpPr>
            <p:spPr>
              <a:xfrm>
                <a:off x="6277627" y="1028312"/>
                <a:ext cx="108814" cy="121082"/>
              </a:xfrm>
              <a:custGeom>
                <a:avLst/>
                <a:gdLst/>
                <a:ahLst/>
                <a:cxnLst/>
                <a:rect l="l" t="t" r="r" b="b"/>
                <a:pathLst>
                  <a:path w="108814" h="121082">
                    <a:moveTo>
                      <a:pt x="14002" y="75876"/>
                    </a:moveTo>
                    <a:lnTo>
                      <a:pt x="14002" y="104546"/>
                    </a:lnTo>
                    <a:lnTo>
                      <a:pt x="35471" y="104546"/>
                    </a:lnTo>
                    <a:lnTo>
                      <a:pt x="35471" y="75876"/>
                    </a:lnTo>
                    <a:close/>
                    <a:moveTo>
                      <a:pt x="69342" y="51206"/>
                    </a:moveTo>
                    <a:cubicBezTo>
                      <a:pt x="72454" y="55207"/>
                      <a:pt x="75677" y="59785"/>
                      <a:pt x="79010" y="64941"/>
                    </a:cubicBezTo>
                    <a:cubicBezTo>
                      <a:pt x="82344" y="70097"/>
                      <a:pt x="85122" y="74854"/>
                      <a:pt x="87345" y="79210"/>
                    </a:cubicBezTo>
                    <a:lnTo>
                      <a:pt x="74410" y="87877"/>
                    </a:lnTo>
                    <a:cubicBezTo>
                      <a:pt x="72454" y="83521"/>
                      <a:pt x="69942" y="78587"/>
                      <a:pt x="66875" y="73076"/>
                    </a:cubicBezTo>
                    <a:cubicBezTo>
                      <a:pt x="63808" y="67564"/>
                      <a:pt x="60986" y="62941"/>
                      <a:pt x="58408" y="59207"/>
                    </a:cubicBezTo>
                    <a:close/>
                    <a:moveTo>
                      <a:pt x="14002" y="35604"/>
                    </a:moveTo>
                    <a:lnTo>
                      <a:pt x="14002" y="61074"/>
                    </a:lnTo>
                    <a:lnTo>
                      <a:pt x="35471" y="61074"/>
                    </a:lnTo>
                    <a:lnTo>
                      <a:pt x="35471" y="35604"/>
                    </a:lnTo>
                    <a:close/>
                    <a:moveTo>
                      <a:pt x="65875" y="0"/>
                    </a:moveTo>
                    <a:lnTo>
                      <a:pt x="80277" y="3333"/>
                    </a:lnTo>
                    <a:cubicBezTo>
                      <a:pt x="78766" y="9201"/>
                      <a:pt x="77032" y="14890"/>
                      <a:pt x="75076" y="20402"/>
                    </a:cubicBezTo>
                    <a:lnTo>
                      <a:pt x="108814" y="20402"/>
                    </a:lnTo>
                    <a:cubicBezTo>
                      <a:pt x="108814" y="22714"/>
                      <a:pt x="108769" y="24981"/>
                      <a:pt x="108681" y="27203"/>
                    </a:cubicBezTo>
                    <a:cubicBezTo>
                      <a:pt x="108592" y="33337"/>
                      <a:pt x="108325" y="46983"/>
                      <a:pt x="107880" y="68142"/>
                    </a:cubicBezTo>
                    <a:cubicBezTo>
                      <a:pt x="107436" y="89300"/>
                      <a:pt x="107169" y="100901"/>
                      <a:pt x="107080" y="102946"/>
                    </a:cubicBezTo>
                    <a:cubicBezTo>
                      <a:pt x="106814" y="107302"/>
                      <a:pt x="106014" y="110658"/>
                      <a:pt x="104680" y="113014"/>
                    </a:cubicBezTo>
                    <a:cubicBezTo>
                      <a:pt x="103347" y="115370"/>
                      <a:pt x="101235" y="117081"/>
                      <a:pt x="98346" y="118148"/>
                    </a:cubicBezTo>
                    <a:cubicBezTo>
                      <a:pt x="95457" y="119215"/>
                      <a:pt x="91434" y="119926"/>
                      <a:pt x="86278" y="120281"/>
                    </a:cubicBezTo>
                    <a:lnTo>
                      <a:pt x="74943" y="121082"/>
                    </a:lnTo>
                    <a:lnTo>
                      <a:pt x="70409" y="106680"/>
                    </a:lnTo>
                    <a:lnTo>
                      <a:pt x="81611" y="105880"/>
                    </a:lnTo>
                    <a:cubicBezTo>
                      <a:pt x="84900" y="105613"/>
                      <a:pt x="87300" y="105235"/>
                      <a:pt x="88811" y="104746"/>
                    </a:cubicBezTo>
                    <a:cubicBezTo>
                      <a:pt x="90323" y="104257"/>
                      <a:pt x="91390" y="103324"/>
                      <a:pt x="92012" y="101946"/>
                    </a:cubicBezTo>
                    <a:cubicBezTo>
                      <a:pt x="92634" y="100568"/>
                      <a:pt x="92990" y="98368"/>
                      <a:pt x="93079" y="95345"/>
                    </a:cubicBezTo>
                    <a:lnTo>
                      <a:pt x="94145" y="34671"/>
                    </a:lnTo>
                    <a:lnTo>
                      <a:pt x="69209" y="34671"/>
                    </a:lnTo>
                    <a:cubicBezTo>
                      <a:pt x="66987" y="39560"/>
                      <a:pt x="64364" y="44761"/>
                      <a:pt x="61341" y="50273"/>
                    </a:cubicBezTo>
                    <a:lnTo>
                      <a:pt x="49473" y="42538"/>
                    </a:lnTo>
                    <a:lnTo>
                      <a:pt x="49473" y="118815"/>
                    </a:lnTo>
                    <a:lnTo>
                      <a:pt x="0" y="118815"/>
                    </a:lnTo>
                    <a:lnTo>
                      <a:pt x="0" y="21736"/>
                    </a:lnTo>
                    <a:lnTo>
                      <a:pt x="13602" y="21736"/>
                    </a:lnTo>
                    <a:cubicBezTo>
                      <a:pt x="15736" y="15424"/>
                      <a:pt x="17514" y="8490"/>
                      <a:pt x="18936" y="933"/>
                    </a:cubicBezTo>
                    <a:lnTo>
                      <a:pt x="34138" y="3467"/>
                    </a:lnTo>
                    <a:cubicBezTo>
                      <a:pt x="33160" y="8179"/>
                      <a:pt x="31560" y="14268"/>
                      <a:pt x="29337" y="21736"/>
                    </a:cubicBezTo>
                    <a:lnTo>
                      <a:pt x="49473" y="21736"/>
                    </a:lnTo>
                    <a:lnTo>
                      <a:pt x="49473" y="40672"/>
                    </a:lnTo>
                    <a:cubicBezTo>
                      <a:pt x="53207" y="34449"/>
                      <a:pt x="56541" y="27714"/>
                      <a:pt x="59474" y="20469"/>
                    </a:cubicBezTo>
                    <a:cubicBezTo>
                      <a:pt x="62408" y="13224"/>
                      <a:pt x="64542" y="6401"/>
                      <a:pt x="658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E57AD5C0-CC22-8162-A6A5-BEB6D85F89AF}"/>
                  </a:ext>
                </a:extLst>
              </p:cNvPr>
              <p:cNvSpPr txBox="1"/>
              <p:nvPr/>
            </p:nvSpPr>
            <p:spPr>
              <a:xfrm>
                <a:off x="6448348" y="1030180"/>
                <a:ext cx="119748" cy="120281"/>
              </a:xfrm>
              <a:custGeom>
                <a:avLst/>
                <a:gdLst/>
                <a:ahLst/>
                <a:cxnLst/>
                <a:rect l="l" t="t" r="r" b="b"/>
                <a:pathLst>
                  <a:path w="119748" h="120281">
                    <a:moveTo>
                      <a:pt x="51206" y="0"/>
                    </a:moveTo>
                    <a:lnTo>
                      <a:pt x="67208" y="533"/>
                    </a:lnTo>
                    <a:lnTo>
                      <a:pt x="67208" y="29870"/>
                    </a:lnTo>
                    <a:lnTo>
                      <a:pt x="114148" y="29870"/>
                    </a:lnTo>
                    <a:lnTo>
                      <a:pt x="114148" y="44672"/>
                    </a:lnTo>
                    <a:lnTo>
                      <a:pt x="66942" y="44672"/>
                    </a:lnTo>
                    <a:cubicBezTo>
                      <a:pt x="66853" y="44939"/>
                      <a:pt x="66808" y="45383"/>
                      <a:pt x="66808" y="46005"/>
                    </a:cubicBezTo>
                    <a:cubicBezTo>
                      <a:pt x="70098" y="59252"/>
                      <a:pt x="75921" y="70475"/>
                      <a:pt x="84277" y="79676"/>
                    </a:cubicBezTo>
                    <a:cubicBezTo>
                      <a:pt x="92634" y="88877"/>
                      <a:pt x="104457" y="97567"/>
                      <a:pt x="119748" y="105746"/>
                    </a:cubicBezTo>
                    <a:lnTo>
                      <a:pt x="110280" y="120281"/>
                    </a:lnTo>
                    <a:cubicBezTo>
                      <a:pt x="86011" y="105435"/>
                      <a:pt x="69342" y="88500"/>
                      <a:pt x="60274" y="69475"/>
                    </a:cubicBezTo>
                    <a:cubicBezTo>
                      <a:pt x="55740" y="79432"/>
                      <a:pt x="49206" y="88500"/>
                      <a:pt x="40672" y="96678"/>
                    </a:cubicBezTo>
                    <a:cubicBezTo>
                      <a:pt x="32137" y="104857"/>
                      <a:pt x="22003" y="112725"/>
                      <a:pt x="10268" y="120281"/>
                    </a:cubicBezTo>
                    <a:lnTo>
                      <a:pt x="0" y="105880"/>
                    </a:lnTo>
                    <a:cubicBezTo>
                      <a:pt x="14135" y="98234"/>
                      <a:pt x="25759" y="89344"/>
                      <a:pt x="34871" y="79210"/>
                    </a:cubicBezTo>
                    <a:cubicBezTo>
                      <a:pt x="43983" y="69075"/>
                      <a:pt x="49295" y="57562"/>
                      <a:pt x="50806" y="44672"/>
                    </a:cubicBezTo>
                    <a:lnTo>
                      <a:pt x="4801" y="44672"/>
                    </a:lnTo>
                    <a:lnTo>
                      <a:pt x="4801" y="29870"/>
                    </a:lnTo>
                    <a:lnTo>
                      <a:pt x="51206" y="2987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7CAABE87-CE61-CBA3-854A-29C3E26C538B}"/>
                  </a:ext>
                </a:extLst>
              </p:cNvPr>
              <p:cNvSpPr txBox="1"/>
              <p:nvPr/>
            </p:nvSpPr>
            <p:spPr>
              <a:xfrm>
                <a:off x="6630004" y="1028713"/>
                <a:ext cx="115081" cy="122949"/>
              </a:xfrm>
              <a:custGeom>
                <a:avLst/>
                <a:gdLst/>
                <a:ahLst/>
                <a:cxnLst/>
                <a:rect l="l" t="t" r="r" b="b"/>
                <a:pathLst>
                  <a:path w="115081" h="122949">
                    <a:moveTo>
                      <a:pt x="21736" y="46272"/>
                    </a:moveTo>
                    <a:lnTo>
                      <a:pt x="94012" y="46272"/>
                    </a:lnTo>
                    <a:lnTo>
                      <a:pt x="94012" y="59741"/>
                    </a:lnTo>
                    <a:lnTo>
                      <a:pt x="67742" y="75876"/>
                    </a:lnTo>
                    <a:lnTo>
                      <a:pt x="115081" y="75876"/>
                    </a:lnTo>
                    <a:lnTo>
                      <a:pt x="115081" y="89744"/>
                    </a:lnTo>
                    <a:lnTo>
                      <a:pt x="67342" y="89744"/>
                    </a:lnTo>
                    <a:lnTo>
                      <a:pt x="67342" y="104813"/>
                    </a:lnTo>
                    <a:cubicBezTo>
                      <a:pt x="67342" y="109347"/>
                      <a:pt x="66742" y="112725"/>
                      <a:pt x="65541" y="114948"/>
                    </a:cubicBezTo>
                    <a:cubicBezTo>
                      <a:pt x="64341" y="117170"/>
                      <a:pt x="62430" y="118748"/>
                      <a:pt x="59807" y="119681"/>
                    </a:cubicBezTo>
                    <a:cubicBezTo>
                      <a:pt x="57185" y="120615"/>
                      <a:pt x="53162" y="121393"/>
                      <a:pt x="47739" y="122015"/>
                    </a:cubicBezTo>
                    <a:lnTo>
                      <a:pt x="38538" y="122949"/>
                    </a:lnTo>
                    <a:lnTo>
                      <a:pt x="34004" y="108013"/>
                    </a:lnTo>
                    <a:lnTo>
                      <a:pt x="44539" y="107347"/>
                    </a:lnTo>
                    <a:cubicBezTo>
                      <a:pt x="46939" y="107169"/>
                      <a:pt x="48584" y="106924"/>
                      <a:pt x="49473" y="106613"/>
                    </a:cubicBezTo>
                    <a:cubicBezTo>
                      <a:pt x="50362" y="106302"/>
                      <a:pt x="50962" y="105724"/>
                      <a:pt x="51273" y="104880"/>
                    </a:cubicBezTo>
                    <a:cubicBezTo>
                      <a:pt x="51584" y="104035"/>
                      <a:pt x="51740" y="102502"/>
                      <a:pt x="51740" y="100279"/>
                    </a:cubicBezTo>
                    <a:lnTo>
                      <a:pt x="51740" y="89744"/>
                    </a:lnTo>
                    <a:lnTo>
                      <a:pt x="0" y="89744"/>
                    </a:lnTo>
                    <a:lnTo>
                      <a:pt x="0" y="75876"/>
                    </a:lnTo>
                    <a:lnTo>
                      <a:pt x="51740" y="75876"/>
                    </a:lnTo>
                    <a:lnTo>
                      <a:pt x="51740" y="70275"/>
                    </a:lnTo>
                    <a:lnTo>
                      <a:pt x="69742" y="59741"/>
                    </a:lnTo>
                    <a:lnTo>
                      <a:pt x="21736" y="59741"/>
                    </a:lnTo>
                    <a:close/>
                    <a:moveTo>
                      <a:pt x="56940" y="0"/>
                    </a:moveTo>
                    <a:cubicBezTo>
                      <a:pt x="60585" y="6223"/>
                      <a:pt x="63741" y="11957"/>
                      <a:pt x="66408" y="17202"/>
                    </a:cubicBezTo>
                    <a:lnTo>
                      <a:pt x="58407" y="22003"/>
                    </a:lnTo>
                    <a:lnTo>
                      <a:pt x="75743" y="22003"/>
                    </a:lnTo>
                    <a:cubicBezTo>
                      <a:pt x="76632" y="20758"/>
                      <a:pt x="77254" y="19824"/>
                      <a:pt x="77610" y="19202"/>
                    </a:cubicBezTo>
                    <a:cubicBezTo>
                      <a:pt x="83032" y="11112"/>
                      <a:pt x="86900" y="5067"/>
                      <a:pt x="89211" y="1067"/>
                    </a:cubicBezTo>
                    <a:lnTo>
                      <a:pt x="102813" y="8001"/>
                    </a:lnTo>
                    <a:cubicBezTo>
                      <a:pt x="100235" y="12001"/>
                      <a:pt x="97034" y="16669"/>
                      <a:pt x="93211" y="22003"/>
                    </a:cubicBezTo>
                    <a:lnTo>
                      <a:pt x="112414" y="22003"/>
                    </a:lnTo>
                    <a:lnTo>
                      <a:pt x="112414" y="50806"/>
                    </a:lnTo>
                    <a:lnTo>
                      <a:pt x="98412" y="50806"/>
                    </a:lnTo>
                    <a:lnTo>
                      <a:pt x="98412" y="35604"/>
                    </a:lnTo>
                    <a:lnTo>
                      <a:pt x="16802" y="35604"/>
                    </a:lnTo>
                    <a:lnTo>
                      <a:pt x="16802" y="50806"/>
                    </a:lnTo>
                    <a:lnTo>
                      <a:pt x="2534" y="50806"/>
                    </a:lnTo>
                    <a:lnTo>
                      <a:pt x="2534" y="22003"/>
                    </a:lnTo>
                    <a:lnTo>
                      <a:pt x="21203" y="22003"/>
                    </a:lnTo>
                    <a:cubicBezTo>
                      <a:pt x="19069" y="18269"/>
                      <a:pt x="16046" y="13468"/>
                      <a:pt x="12135" y="7601"/>
                    </a:cubicBezTo>
                    <a:lnTo>
                      <a:pt x="25070" y="1067"/>
                    </a:lnTo>
                    <a:lnTo>
                      <a:pt x="26803" y="3600"/>
                    </a:lnTo>
                    <a:cubicBezTo>
                      <a:pt x="30270" y="8668"/>
                      <a:pt x="33204" y="13246"/>
                      <a:pt x="35604" y="17335"/>
                    </a:cubicBezTo>
                    <a:lnTo>
                      <a:pt x="28537" y="22003"/>
                    </a:lnTo>
                    <a:lnTo>
                      <a:pt x="52673" y="22003"/>
                    </a:lnTo>
                    <a:cubicBezTo>
                      <a:pt x="50273" y="16846"/>
                      <a:pt x="47517" y="11423"/>
                      <a:pt x="44405" y="57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7" name="组合 56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24159264-5251-EBAD-2236-F077D07363F1}"/>
                </a:ext>
              </a:extLst>
            </p:cNvPr>
            <p:cNvGrpSpPr/>
            <p:nvPr/>
          </p:nvGrpSpPr>
          <p:grpSpPr>
            <a:xfrm>
              <a:off x="5425435" y="613045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8CA65259-CDDF-DAC7-BF8C-1A19DBF74037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CF3457CF-17B9-F13C-C0D4-35FDFAADAB0F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60" name="文本框-2_矢量">
                <a:extLst>
                  <a:ext uri="{FF2B5EF4-FFF2-40B4-BE49-F238E27FC236}">
                    <a16:creationId xmlns:a16="http://schemas.microsoft.com/office/drawing/2014/main" id="{614CB08F-993C-2D63-1287-9ED100F8F009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9D0F58DB-0725-C4BF-33DC-BD031E34B381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1D360B1F-8620-A36D-3FFB-26F3B576A55A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BB96182B-97AF-79C6-DBD7-AEF851B1091F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F44EBA5E-2431-8DB4-77DB-87411767EBBB}"/>
              </a:ext>
            </a:extLst>
          </p:cNvPr>
          <p:cNvSpPr txBox="1"/>
          <p:nvPr/>
        </p:nvSpPr>
        <p:spPr>
          <a:xfrm>
            <a:off x="3865560" y="4269278"/>
            <a:ext cx="4470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486351C-62B4-C857-77B7-750A3FDCAA65}"/>
              </a:ext>
            </a:extLst>
          </p:cNvPr>
          <p:cNvGrpSpPr/>
          <p:nvPr/>
        </p:nvGrpSpPr>
        <p:grpSpPr>
          <a:xfrm>
            <a:off x="3534726" y="4315027"/>
            <a:ext cx="5132070" cy="213042"/>
            <a:chOff x="2790647" y="4013247"/>
            <a:chExt cx="6765223" cy="511807"/>
          </a:xfrm>
        </p:grpSpPr>
        <p:sp>
          <p:nvSpPr>
            <p:cNvPr id="19" name="缺角矩形 18">
              <a:extLst>
                <a:ext uri="{FF2B5EF4-FFF2-40B4-BE49-F238E27FC236}">
                  <a16:creationId xmlns:a16="http://schemas.microsoft.com/office/drawing/2014/main" id="{1D9CCBDE-5A12-C962-A526-BA04B99A79C7}"/>
                </a:ext>
              </a:extLst>
            </p:cNvPr>
            <p:cNvSpPr/>
            <p:nvPr/>
          </p:nvSpPr>
          <p:spPr>
            <a:xfrm>
              <a:off x="2790647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缺角矩形 20">
              <a:extLst>
                <a:ext uri="{FF2B5EF4-FFF2-40B4-BE49-F238E27FC236}">
                  <a16:creationId xmlns:a16="http://schemas.microsoft.com/office/drawing/2014/main" id="{886D3B81-5B96-2460-5D75-260A07FAEED0}"/>
                </a:ext>
              </a:extLst>
            </p:cNvPr>
            <p:cNvSpPr/>
            <p:nvPr/>
          </p:nvSpPr>
          <p:spPr>
            <a:xfrm>
              <a:off x="9356548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233E79F-5EFD-21BA-2C79-5418065CAF65}"/>
              </a:ext>
            </a:extLst>
          </p:cNvPr>
          <p:cNvGrpSpPr/>
          <p:nvPr/>
        </p:nvGrpSpPr>
        <p:grpSpPr>
          <a:xfrm flipV="1">
            <a:off x="2472431" y="3974246"/>
            <a:ext cx="7256659" cy="397789"/>
            <a:chOff x="2908962" y="4569447"/>
            <a:chExt cx="7256659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B696B0DD-0DEC-C74C-01C1-817A211BE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208" y="4809876"/>
              <a:ext cx="6341541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F829CDD-38AA-2761-64B4-21019C53C446}"/>
                </a:ext>
              </a:extLst>
            </p:cNvPr>
            <p:cNvGrpSpPr/>
            <p:nvPr/>
          </p:nvGrpSpPr>
          <p:grpSpPr>
            <a:xfrm>
              <a:off x="2908962" y="4569447"/>
              <a:ext cx="850957" cy="397789"/>
              <a:chOff x="10354675" y="4505947"/>
              <a:chExt cx="850957" cy="397789"/>
            </a:xfrm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EAE4B6F1-94E1-BDD0-AF9F-D294CECCEB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93171678-26C3-EFFB-4C51-87FBCD50C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E975E21A-6091-4245-ADA2-244F693F2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872E379D-21D3-66AF-7B60-6F18C1CFBD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20C78331-35FC-F728-4A13-C3793BC5CBB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54755C8A-0D66-63FC-DD89-BBF6AEBD044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169A3636-B9A2-E5BE-CD5A-57989072F820}"/>
                </a:ext>
              </a:extLst>
            </p:cNvPr>
            <p:cNvGrpSpPr/>
            <p:nvPr/>
          </p:nvGrpSpPr>
          <p:grpSpPr>
            <a:xfrm>
              <a:off x="9315339" y="4569447"/>
              <a:ext cx="850282" cy="397789"/>
              <a:chOff x="13179043" y="4505947"/>
              <a:chExt cx="850282" cy="397789"/>
            </a:xfrm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53BE5ACF-DB45-1B71-2887-FE1A927542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C09FC2D7-9724-FC26-7BB7-6353238422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EFF9AC59-D971-8518-201C-C93FB70A59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E769EFA3-B21A-7A82-41A5-AFDC127A8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15DA78A9-329A-C760-EE68-BD30208B46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5E7422C2-575F-69CE-9A0E-78984480A3C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3135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ubikxvs">
      <a:majorFont>
        <a:latin typeface="HarmonyOS Sans SC Light" panose="020F0302020204030204"/>
        <a:ea typeface="阿里巴巴普惠体 2.0 55 Regular"/>
        <a:cs typeface=""/>
      </a:majorFont>
      <a:minorFont>
        <a:latin typeface="HarmonyOS Sans SC Light" panose="020F0502020204030204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2548</Words>
  <Application>Microsoft Office PowerPoint</Application>
  <PresentationFormat>宽屏</PresentationFormat>
  <Paragraphs>223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HarmonyOS Sans SC Black</vt:lpstr>
      <vt:lpstr>HarmonyOS Sans SC Light</vt:lpstr>
      <vt:lpstr>MiSans Semibold</vt:lpstr>
      <vt:lpstr>等线</vt:lpstr>
      <vt:lpstr>思源黑体 CN Heavy</vt:lpstr>
      <vt:lpstr>思源黑体 CN Normal</vt:lpstr>
      <vt:lpstr>Arial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51PPT模板网</Manager>
  <Company>www.51pptmoban.com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蓝金简约学术风毕业论文答辩PPT模板</dc:title>
  <dc:creator>©51PPT模板网（www.51pptmoban.com）</dc:creator>
  <dc:description>51PPT模板网，幻灯片演示模板及素材免费下载！_x000d_
51PPT模板网 唯一访问网址：www.51pptmoban.com</dc:description>
  <cp:lastModifiedBy>©51PPT模板网（www.51pptmoban.com）</cp:lastModifiedBy>
  <cp:revision>63</cp:revision>
  <dcterms:created xsi:type="dcterms:W3CDTF">2026-03-23T13:00:23Z</dcterms:created>
  <dcterms:modified xsi:type="dcterms:W3CDTF">2026-04-06T08:55:06Z</dcterms:modified>
  <cp:contentStatus>蓝金简约学术风毕业论文答辩PPT模板，www.51pptmoban.com</cp:contentStatus>
  <cp:version>51pptmoban.com（V51PPT-26040603版）</cp:version>
</cp:coreProperties>
</file>