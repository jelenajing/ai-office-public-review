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001" r:id="rId1001"/>
    <p:sldId id="2002" r:id="rId1002"/>
    <p:sldId id="2003" r:id="rId1003"/>
    <p:sldId id="2004" r:id="rId1004"/>
    <p:sldId id="2005" r:id="rId1005"/>
    <p:sldId id="2006" r:id="rId1006"/>
    <p:sldId id="2007" r:id="rId1007"/>
    <p:sldId id="2008" r:id="rId1008"/>
    <p:sldId id="2009" r:id="rId1009"/>
    <p:sldId id="2010" r:id="rId1010"/>
    <p:sldId id="2011" r:id="rId1011"/>
    <p:sldId id="2012" r:id="rId1012"/>
    <p:sldId id="2013" r:id="rId1013"/>
    <p:sldId id="2014" r:id="rId1014"/>
    <p:sldId id="2015" r:id="rId1015"/>
    <p:sldId id="2016" r:id="rId1016"/>
    <p:sldId id="2017" r:id="rId10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597" userDrawn="1">
          <p15:clr>
            <a:srgbClr val="A4A3A4"/>
          </p15:clr>
        </p15:guide>
        <p15:guide id="4" pos="7083" userDrawn="1">
          <p15:clr>
            <a:srgbClr val="A4A3A4"/>
          </p15:clr>
        </p15:guide>
        <p15:guide id="5" orient="horz" pos="187" userDrawn="1">
          <p15:clr>
            <a:srgbClr val="A4A3A4"/>
          </p15:clr>
        </p15:guide>
        <p15:guide id="6" orient="horz" pos="43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7B6F3"/>
    <a:srgbClr val="4F6DD9"/>
    <a:srgbClr val="8EC4F9"/>
    <a:srgbClr val="ECF1FB"/>
    <a:srgbClr val="2477DF"/>
    <a:srgbClr val="0A5DB8"/>
    <a:srgbClr val="075DB6"/>
    <a:srgbClr val="0E8AE6"/>
    <a:srgbClr val="333D4F"/>
    <a:srgbClr val="356F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69" d="100"/>
          <a:sy n="69" d="100"/>
        </p:scale>
        <p:origin x="96" y="180"/>
      </p:cViewPr>
      <p:guideLst>
        <p:guide orient="horz" pos="2160"/>
        <p:guide pos="3840"/>
        <p:guide pos="597"/>
        <p:guide pos="7083"/>
        <p:guide orient="horz" pos="187"/>
        <p:guide orient="horz" pos="43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28" Type="http://schemas.openxmlformats.org/officeDocument/2006/relationships/presProps" Target="presProps.xml"/><Relationship Id="rId31" Type="http://schemas.openxmlformats.org/officeDocument/2006/relationships/tableStyles" Target="tableStyles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  <Relationship Id="rId1001" Type="http://schemas.openxmlformats.org/officeDocument/2006/relationships/slide" Target="slides/slide1.xml"/>
  <Relationship Id="rId1002" Type="http://schemas.openxmlformats.org/officeDocument/2006/relationships/slide" Target="slides/slide2.xml"/>
  <Relationship Id="rId1003" Type="http://schemas.openxmlformats.org/officeDocument/2006/relationships/slide" Target="slides/slide3.xml"/>
  <Relationship Id="rId1004" Type="http://schemas.openxmlformats.org/officeDocument/2006/relationships/slide" Target="slides/slide4.xml"/>
  <Relationship Id="rId1005" Type="http://schemas.openxmlformats.org/officeDocument/2006/relationships/slide" Target="slides/slide5.xml"/>
  <Relationship Id="rId1006" Type="http://schemas.openxmlformats.org/officeDocument/2006/relationships/slide" Target="slides/slide6.xml"/>
  <Relationship Id="rId1007" Type="http://schemas.openxmlformats.org/officeDocument/2006/relationships/slide" Target="slides/slide7.xml"/>
  <Relationship Id="rId1008" Type="http://schemas.openxmlformats.org/officeDocument/2006/relationships/slide" Target="slides/slide8.xml"/>
  <Relationship Id="rId1009" Type="http://schemas.openxmlformats.org/officeDocument/2006/relationships/slide" Target="slides/slide9.xml"/>
  <Relationship Id="rId1010" Type="http://schemas.openxmlformats.org/officeDocument/2006/relationships/slide" Target="slides/slide10.xml"/>
  <Relationship Id="rId1011" Type="http://schemas.openxmlformats.org/officeDocument/2006/relationships/slide" Target="slides/slide11.xml"/>
  <Relationship Id="rId1012" Type="http://schemas.openxmlformats.org/officeDocument/2006/relationships/slide" Target="slides/slide12.xml"/>
  <Relationship Id="rId1013" Type="http://schemas.openxmlformats.org/officeDocument/2006/relationships/slide" Target="slides/slide13.xml"/>
  <Relationship Id="rId1014" Type="http://schemas.openxmlformats.org/officeDocument/2006/relationships/slide" Target="slides/slide14.xml"/>
  <Relationship Id="rId1015" Type="http://schemas.openxmlformats.org/officeDocument/2006/relationships/slide" Target="slides/slide15.xml"/>
  <Relationship Id="rId1016" Type="http://schemas.openxmlformats.org/officeDocument/2006/relationships/slide" Target="slides/slide16.xml"/>
  <Relationship Id="rId1017" Type="http://schemas.openxmlformats.org/officeDocument/2006/relationships/slide" Target="slides/slide17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FE91A9-7D51-45AC-99CF-5B4BE8E5D258}" type="datetimeFigureOut">
              <a:rPr lang="zh-CN" altLang="en-US" smtClean="0"/>
              <a:t>2026-05-07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51BCF9-41BE-4529-A674-4CB1B70F52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19054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pPr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65975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hyperlink" Target="http://www.51pptmoban.com/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65064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81966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8B5AE83D-0A1C-8FAF-3456-FD8866E159E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duotone>
              <a:schemeClr val="accent1">
                <a:shade val="45000"/>
                <a:satMod val="135000"/>
              </a:schemeClr>
              <a:prstClr val="white"/>
            </a:duotone>
            <a:alphaModFix amt="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503906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756113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D:\51PPT模板网\51pptmoban.com\图片.jpg">
            <a:extLst>
              <a:ext uri="{FF2B5EF4-FFF2-40B4-BE49-F238E27FC236}">
                <a16:creationId xmlns:a16="http://schemas.microsoft.com/office/drawing/2014/main" id="{8B5AE83D-0A1C-8FAF-3456-FD8866E159E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duotone>
              <a:schemeClr val="accent1">
                <a:shade val="45000"/>
                <a:satMod val="135000"/>
              </a:schemeClr>
              <a:prstClr val="white"/>
            </a:duotone>
            <a:alphaModFix amt="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1066800"/>
            <a:ext cx="12192000" cy="55499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2E49DC4B-ACE2-126B-A29C-C938E45EA15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duotone>
              <a:schemeClr val="accent1">
                <a:shade val="45000"/>
                <a:satMod val="135000"/>
              </a:schemeClr>
              <a:prstClr val="white"/>
            </a:duotone>
            <a:alphaModFix amt="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V="1">
            <a:off x="0" y="0"/>
            <a:ext cx="12192000" cy="10668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6790090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 www.51pptmoban.co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D:\51PPT模板网\51pptmoban.com\图片.jpg">
            <a:extLst>
              <a:ext uri="{FF2B5EF4-FFF2-40B4-BE49-F238E27FC236}">
                <a16:creationId xmlns:a16="http://schemas.microsoft.com/office/drawing/2014/main" id="{8B5AE83D-0A1C-8FAF-3456-FD8866E159E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duotone>
              <a:schemeClr val="accent1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1308100"/>
            <a:ext cx="12192000" cy="55499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2E49DC4B-ACE2-126B-A29C-C938E45EA15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duotone>
              <a:schemeClr val="accent1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V="1">
            <a:off x="0" y="0"/>
            <a:ext cx="12192000" cy="13081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115EE7BC-0FCF-7A08-C677-98F30B287980}"/>
              </a:ext>
            </a:extLst>
          </p:cNvPr>
          <p:cNvSpPr/>
          <p:nvPr userDrawn="1"/>
        </p:nvSpPr>
        <p:spPr>
          <a:xfrm>
            <a:off x="0" y="5815009"/>
            <a:ext cx="11656766" cy="1042991"/>
          </a:xfrm>
          <a:custGeom>
            <a:avLst/>
            <a:gdLst>
              <a:gd name="csX0" fmla="*/ 4552950 w 11656766"/>
              <a:gd name="csY0" fmla="*/ 0 h 1042991"/>
              <a:gd name="csX1" fmla="*/ 11322466 w 11656766"/>
              <a:gd name="csY1" fmla="*/ 929698 h 1042991"/>
              <a:gd name="csX2" fmla="*/ 11656766 w 11656766"/>
              <a:gd name="csY2" fmla="*/ 1042991 h 1042991"/>
              <a:gd name="csX3" fmla="*/ 0 w 11656766"/>
              <a:gd name="csY3" fmla="*/ 1042991 h 1042991"/>
              <a:gd name="csX4" fmla="*/ 0 w 11656766"/>
              <a:gd name="csY4" fmla="*/ 387139 h 1042991"/>
              <a:gd name="csX5" fmla="*/ 188043 w 11656766"/>
              <a:gd name="csY5" fmla="*/ 352905 h 1042991"/>
              <a:gd name="csX6" fmla="*/ 4552950 w 11656766"/>
              <a:gd name="csY6" fmla="*/ 0 h 104299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1656766" h="1042991">
                <a:moveTo>
                  <a:pt x="4552950" y="0"/>
                </a:moveTo>
                <a:cubicBezTo>
                  <a:pt x="7159396" y="0"/>
                  <a:pt x="9534514" y="352060"/>
                  <a:pt x="11322466" y="929698"/>
                </a:cubicBezTo>
                <a:lnTo>
                  <a:pt x="11656766" y="1042991"/>
                </a:lnTo>
                <a:lnTo>
                  <a:pt x="0" y="1042991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CAC05647-ACD3-E420-C208-4F3E33853B1C}"/>
              </a:ext>
            </a:extLst>
          </p:cNvPr>
          <p:cNvSpPr/>
          <p:nvPr userDrawn="1"/>
        </p:nvSpPr>
        <p:spPr>
          <a:xfrm>
            <a:off x="0" y="6146457"/>
            <a:ext cx="12192000" cy="948329"/>
          </a:xfrm>
          <a:custGeom>
            <a:avLst/>
            <a:gdLst>
              <a:gd name="csX0" fmla="*/ 6096000 w 12192000"/>
              <a:gd name="csY0" fmla="*/ 0 h 948329"/>
              <a:gd name="csX1" fmla="*/ 11777135 w 12192000"/>
              <a:gd name="csY1" fmla="*/ 553777 h 948329"/>
              <a:gd name="csX2" fmla="*/ 12192000 w 12192000"/>
              <a:gd name="csY2" fmla="*/ 661197 h 948329"/>
              <a:gd name="csX3" fmla="*/ 12192000 w 12192000"/>
              <a:gd name="csY3" fmla="*/ 948329 h 948329"/>
              <a:gd name="csX4" fmla="*/ 0 w 12192000"/>
              <a:gd name="csY4" fmla="*/ 948329 h 948329"/>
              <a:gd name="csX5" fmla="*/ 0 w 12192000"/>
              <a:gd name="csY5" fmla="*/ 661197 h 948329"/>
              <a:gd name="csX6" fmla="*/ 414865 w 12192000"/>
              <a:gd name="csY6" fmla="*/ 553777 h 948329"/>
              <a:gd name="csX7" fmla="*/ 6096000 w 12192000"/>
              <a:gd name="csY7" fmla="*/ 0 h 9483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948329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948329"/>
                </a:lnTo>
                <a:lnTo>
                  <a:pt x="0" y="948329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9" name="图形 948" descr="D:\51PPT模板网\51pptmoban.com\图片.jpg">
            <a:extLst>
              <a:ext uri="{FF2B5EF4-FFF2-40B4-BE49-F238E27FC236}">
                <a16:creationId xmlns:a16="http://schemas.microsoft.com/office/drawing/2014/main" id="{D16F6829-AF0A-20CC-A55D-86690F9165C1}"/>
              </a:ext>
            </a:extLst>
          </p:cNvPr>
          <p:cNvSpPr/>
          <p:nvPr userDrawn="1"/>
        </p:nvSpPr>
        <p:spPr>
          <a:xfrm>
            <a:off x="11112706" y="5700366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4399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55337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F7B49B-7BB0-B5A1-0A62-362867BF0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99E3DA3-B135-4FB8-2042-3579F1AFE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BCC0808-00A3-FADD-1CC7-7AE71CC37C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CFD5D8-1B84-4FCD-A912-0E9F1AA9EE30}" type="datetimeFigureOut">
              <a:rPr lang="zh-CN" altLang="en-US" smtClean="0"/>
              <a:t>2026-05-07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C77A24-D2A0-B339-8664-2DCA3DC62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7C99E18-68FD-0CC2-3A13-BC2B7B62D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CDCFD20-16A8-4A32-A0DB-FB3C73B4CF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9610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8C674A-5E66-651A-4546-6F842171E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5578B22-E3EC-E850-58B6-8F0EF2EB3D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7EB379F-9DB3-5C64-F352-D05CCF07DF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4BD7CB3-1B08-2027-1B99-7C4D759AEB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CFD5D8-1B84-4FCD-A912-0E9F1AA9EE30}" type="datetimeFigureOut">
              <a:rPr lang="zh-CN" altLang="en-US" smtClean="0"/>
              <a:t>2026-05-07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5DCD3D1-DB68-51DB-4A5A-16DB6EE8D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B276AC1-797C-D34E-7E5C-8D18B9045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CDCFD20-16A8-4A32-A0DB-FB3C73B4CF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3946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FE1BCE-F6B7-DAC8-069D-D36E0FAD3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CBE06-59D2-CAEB-2819-3DF22DA6D5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654F479-EE0B-5832-10E4-2C2746B7CB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635B961-C9AC-52B5-A104-EC58CF75EE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38B0689-F36E-0570-EDF5-B479B15A8E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436CF38-FCC7-202D-7232-E66B63DF7B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CFD5D8-1B84-4FCD-A912-0E9F1AA9EE30}" type="datetimeFigureOut">
              <a:rPr lang="zh-CN" altLang="en-US" smtClean="0"/>
              <a:t>2026-05-07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1A9B3F8-8583-901D-8B8F-A0080DAE0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3589911-BE46-35B9-C1BC-F84F4BE97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CDCFD20-16A8-4A32-A0DB-FB3C73B4CF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865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DAB894-4B66-3ECD-8455-5555B89AA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5A5FFCC-39F8-C47C-A135-ED56C94C5B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CFD5D8-1B84-4FCD-A912-0E9F1AA9EE30}" type="datetimeFigureOut">
              <a:rPr lang="zh-CN" altLang="en-US" smtClean="0"/>
              <a:t>2026-05-07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75CD318-03FC-6D0B-89BC-B3C54767F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4132983-65C6-0373-7AC0-F83AFB589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CDCFD20-16A8-4A32-A0DB-FB3C73B4CF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2939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A0CA882-9181-AC09-2277-B16FD822AF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CFD5D8-1B84-4FCD-A912-0E9F1AA9EE30}" type="datetimeFigureOut">
              <a:rPr lang="zh-CN" altLang="en-US" smtClean="0"/>
              <a:t>2026-05-07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DA0F899-82FC-63DC-953B-7FCC48158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B7BA89F-23B6-8DE9-FB79-95D766E05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CDCFD20-16A8-4A32-A0DB-FB3C73B4CF0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10DA3C7-8C28-A710-A8AA-F92AF3F46544}"/>
              </a:ext>
            </a:extLst>
          </p:cNvPr>
          <p:cNvSpPr txBox="1"/>
          <p:nvPr userDrawn="1"/>
        </p:nvSpPr>
        <p:spPr>
          <a:xfrm>
            <a:off x="768925" y="528099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>
                    <a:lumMod val="95000"/>
                  </a:schemeClr>
                </a:solidFill>
              </a:rPr>
              <a:t>51PPT模板网，幻灯片演示模板及素材免费下载！</a:t>
            </a:r>
          </a:p>
          <a:p>
            <a:r>
              <a:rPr lang="zh-CN" altLang="en-US" dirty="0">
                <a:solidFill>
                  <a:schemeClr val="bg1">
                    <a:lumMod val="95000"/>
                  </a:schemeClr>
                </a:solidFill>
              </a:rPr>
              <a:t>51PPT模板网 唯一访问网址：www.51pptmoban.com</a:t>
            </a:r>
          </a:p>
        </p:txBody>
      </p:sp>
    </p:spTree>
    <p:extLst>
      <p:ext uri="{BB962C8B-B14F-4D97-AF65-F5344CB8AC3E}">
        <p14:creationId xmlns:p14="http://schemas.microsoft.com/office/powerpoint/2010/main" val="23266188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0E87B3-F7F6-F804-94CF-2C4FE7A48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CF015F3-08B0-5FF8-7987-21BCDE2AB2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03858DD-AE87-F411-259A-36F443356B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481257D-90CC-3F3B-7328-40AC510115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CFD5D8-1B84-4FCD-A912-0E9F1AA9EE30}" type="datetimeFigureOut">
              <a:rPr lang="zh-CN" altLang="en-US" smtClean="0"/>
              <a:t>2026-05-07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EBD5ED3-F5B8-F375-E150-33CFA825A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1E5E807-9061-9E0D-5447-C4524C577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CDCFD20-16A8-4A32-A0DB-FB3C73B4CF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11184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7CCD9F-7045-7840-FCF7-80E99A6CE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6DA590F-2B8B-06C4-9B73-9F07536A0A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A097849-3F02-49BD-02AF-E9452B3B4A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0226607-7EFD-C48C-9482-F2663B22F4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CFD5D8-1B84-4FCD-A912-0E9F1AA9EE30}" type="datetimeFigureOut">
              <a:rPr lang="zh-CN" altLang="en-US" smtClean="0"/>
              <a:t>2026-05-07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86306AA-EF92-6EEC-9351-4BBFA324F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048180F-10C0-2C58-FE33-49EB6C3C7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CDCFD20-16A8-4A32-A0DB-FB3C73B4CF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4744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4A257C-A513-3BF0-9EE3-AE010D0FA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323B782-A820-4D54-B801-399A480F44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97333E-1070-E7DB-EB38-EC622DB2D1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CFD5D8-1B84-4FCD-A912-0E9F1AA9EE30}" type="datetimeFigureOut">
              <a:rPr lang="zh-CN" altLang="en-US" smtClean="0"/>
              <a:t>2026-05-07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D25FEBA-5128-A726-940E-CE49DE2EC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2C018EB-C525-116A-534E-9D5CD3434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CDCFD20-16A8-4A32-A0DB-FB3C73B4CF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75308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98CC7DE-79DB-27FB-B259-8407015A6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A3A9F5E-EE84-D901-0DF9-BEDF573B87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3A10A9-F6DB-4E32-B32D-83453E21C4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CFD5D8-1B84-4FCD-A912-0E9F1AA9EE30}" type="datetimeFigureOut">
              <a:rPr lang="zh-CN" altLang="en-US" smtClean="0"/>
              <a:t>2026-05-07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94FD8CA-9946-DE8A-C0CA-87E977542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720437-62CF-E1E2-E757-9AE8C541A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CDCFD20-16A8-4A32-A0DB-FB3C73B4CF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85867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67367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1PPT模板网，www.51pptmoban.c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任意多边形: 形状 36">
            <a:extLst>
              <a:ext uri="{FF2B5EF4-FFF2-40B4-BE49-F238E27FC236}">
                <a16:creationId xmlns:a16="http://schemas.microsoft.com/office/drawing/2014/main" id="{755E9D02-03E4-2FEA-BE57-F9CC76BFC8A1}"/>
              </a:ext>
            </a:extLst>
          </p:cNvPr>
          <p:cNvSpPr/>
          <p:nvPr userDrawn="1"/>
        </p:nvSpPr>
        <p:spPr>
          <a:xfrm>
            <a:off x="2" y="3832097"/>
            <a:ext cx="12195175" cy="3022731"/>
          </a:xfrm>
          <a:custGeom>
            <a:avLst/>
            <a:gdLst>
              <a:gd name="connsiteX0" fmla="*/ 7975600 w 12192000"/>
              <a:gd name="connsiteY0" fmla="*/ 1366 h 3023966"/>
              <a:gd name="connsiteX1" fmla="*/ 11319470 w 12192000"/>
              <a:gd name="connsiteY1" fmla="*/ 330723 h 3023966"/>
              <a:gd name="connsiteX2" fmla="*/ 12192000 w 12192000"/>
              <a:gd name="connsiteY2" fmla="*/ 498201 h 3023966"/>
              <a:gd name="connsiteX3" fmla="*/ 12192000 w 12192000"/>
              <a:gd name="connsiteY3" fmla="*/ 3023966 h 3023966"/>
              <a:gd name="connsiteX4" fmla="*/ 0 w 12192000"/>
              <a:gd name="connsiteY4" fmla="*/ 3023966 h 3023966"/>
              <a:gd name="connsiteX5" fmla="*/ 0 w 12192000"/>
              <a:gd name="connsiteY5" fmla="*/ 376472 h 3023966"/>
              <a:gd name="connsiteX6" fmla="*/ 345926 w 12192000"/>
              <a:gd name="connsiteY6" fmla="*/ 450479 h 3023966"/>
              <a:gd name="connsiteX7" fmla="*/ 2908300 w 12192000"/>
              <a:gd name="connsiteY7" fmla="*/ 674466 h 3023966"/>
              <a:gd name="connsiteX8" fmla="*/ 7975600 w 12192000"/>
              <a:gd name="connsiteY8" fmla="*/ 1366 h 3023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3023966">
                <a:moveTo>
                  <a:pt x="7975600" y="1366"/>
                </a:moveTo>
                <a:cubicBezTo>
                  <a:pt x="9159875" y="-16096"/>
                  <a:pt x="10251281" y="136105"/>
                  <a:pt x="11319470" y="330723"/>
                </a:cubicBezTo>
                <a:lnTo>
                  <a:pt x="12192000" y="498201"/>
                </a:lnTo>
                <a:lnTo>
                  <a:pt x="12192000" y="3023966"/>
                </a:lnTo>
                <a:lnTo>
                  <a:pt x="0" y="3023966"/>
                </a:lnTo>
                <a:lnTo>
                  <a:pt x="0" y="376472"/>
                </a:lnTo>
                <a:lnTo>
                  <a:pt x="345926" y="450479"/>
                </a:lnTo>
                <a:cubicBezTo>
                  <a:pt x="1074142" y="599258"/>
                  <a:pt x="1865313" y="710978"/>
                  <a:pt x="2908300" y="674466"/>
                </a:cubicBezTo>
                <a:cubicBezTo>
                  <a:pt x="4298950" y="625783"/>
                  <a:pt x="6396567" y="24649"/>
                  <a:pt x="7975600" y="1366"/>
                </a:cubicBezTo>
                <a:close/>
              </a:path>
            </a:pathLst>
          </a:custGeom>
          <a:solidFill>
            <a:srgbClr val="003399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703">
              <a:latin typeface="HarmonyOS Sans SC Light" panose="00000400000000000000" pitchFamily="2" charset="-122"/>
              <a:ea typeface="阿里巴巴普惠体 2.0 55 Regular" panose="00020600040101010101" pitchFamily="18" charset="-122"/>
              <a:cs typeface="阿里巴巴普惠体 2.0 55 Regular" panose="00020600040101010101" pitchFamily="18" charset="-122"/>
              <a:sym typeface="HarmonyOS Sans SC Light" panose="00000400000000000000" pitchFamily="2" charset="-122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381F7462-B454-D9CD-1119-9123DEB0BCE3}"/>
              </a:ext>
            </a:extLst>
          </p:cNvPr>
          <p:cNvGrpSpPr/>
          <p:nvPr userDrawn="1"/>
        </p:nvGrpSpPr>
        <p:grpSpPr>
          <a:xfrm>
            <a:off x="807247" y="298818"/>
            <a:ext cx="3513983" cy="1204794"/>
            <a:chOff x="870547" y="7238685"/>
            <a:chExt cx="3333750" cy="1143000"/>
          </a:xfrm>
        </p:grpSpPr>
        <p:grpSp>
          <p:nvGrpSpPr>
            <p:cNvPr id="3" name="组合 2" descr="51PPT模板网，幻灯片演示模板及素材免费下载！&#10;51PPT模板网 唯一访问网址：www.51pptmoban.com">
              <a:extLst>
                <a:ext uri="{FF2B5EF4-FFF2-40B4-BE49-F238E27FC236}">
                  <a16:creationId xmlns:a16="http://schemas.microsoft.com/office/drawing/2014/main" id="{CD7781A2-7670-D6F9-A580-785A1DE65734}"/>
                </a:ext>
              </a:extLst>
            </p:cNvPr>
            <p:cNvGrpSpPr/>
            <p:nvPr userDrawn="1"/>
          </p:nvGrpSpPr>
          <p:grpSpPr>
            <a:xfrm>
              <a:off x="1089945" y="7419206"/>
              <a:ext cx="2824283" cy="781959"/>
              <a:chOff x="1086173" y="3300162"/>
              <a:chExt cx="2824283" cy="781959"/>
            </a:xfrm>
          </p:grpSpPr>
          <p:sp>
            <p:nvSpPr>
              <p:cNvPr id="5" name="任意多边形: 形状 4">
                <a:extLst>
                  <a:ext uri="{FF2B5EF4-FFF2-40B4-BE49-F238E27FC236}">
                    <a16:creationId xmlns:a16="http://schemas.microsoft.com/office/drawing/2014/main" id="{2A4D029E-D190-E7B4-70E0-00738435A8A5}"/>
                  </a:ext>
                </a:extLst>
              </p:cNvPr>
              <p:cNvSpPr/>
              <p:nvPr userDrawn="1"/>
            </p:nvSpPr>
            <p:spPr>
              <a:xfrm>
                <a:off x="2111882" y="3451828"/>
                <a:ext cx="250109" cy="332432"/>
              </a:xfrm>
              <a:custGeom>
                <a:avLst/>
                <a:gdLst>
                  <a:gd name="connsiteX0" fmla="*/ 79937 w 250109"/>
                  <a:gd name="connsiteY0" fmla="*/ 159025 h 332432"/>
                  <a:gd name="connsiteX1" fmla="*/ 79937 w 250109"/>
                  <a:gd name="connsiteY1" fmla="*/ 62949 h 332432"/>
                  <a:gd name="connsiteX2" fmla="*/ 112574 w 250109"/>
                  <a:gd name="connsiteY2" fmla="*/ 62949 h 332432"/>
                  <a:gd name="connsiteX3" fmla="*/ 156891 w 250109"/>
                  <a:gd name="connsiteY3" fmla="*/ 72996 h 332432"/>
                  <a:gd name="connsiteX4" fmla="*/ 172401 w 250109"/>
                  <a:gd name="connsiteY4" fmla="*/ 108130 h 332432"/>
                  <a:gd name="connsiteX5" fmla="*/ 158257 w 250109"/>
                  <a:gd name="connsiteY5" fmla="*/ 145870 h 332432"/>
                  <a:gd name="connsiteX6" fmla="*/ 114820 w 250109"/>
                  <a:gd name="connsiteY6" fmla="*/ 159025 h 332432"/>
                  <a:gd name="connsiteX7" fmla="*/ 79937 w 250109"/>
                  <a:gd name="connsiteY7" fmla="*/ 159025 h 332432"/>
                  <a:gd name="connsiteX8" fmla="*/ 0 w 250109"/>
                  <a:gd name="connsiteY8" fmla="*/ 332433 h 332432"/>
                  <a:gd name="connsiteX9" fmla="*/ 79937 w 250109"/>
                  <a:gd name="connsiteY9" fmla="*/ 332433 h 332432"/>
                  <a:gd name="connsiteX10" fmla="*/ 79937 w 250109"/>
                  <a:gd name="connsiteY10" fmla="*/ 222087 h 332432"/>
                  <a:gd name="connsiteX11" fmla="*/ 118792 w 250109"/>
                  <a:gd name="connsiteY11" fmla="*/ 222087 h 332432"/>
                  <a:gd name="connsiteX12" fmla="*/ 184082 w 250109"/>
                  <a:gd name="connsiteY12" fmla="*/ 210047 h 332432"/>
                  <a:gd name="connsiteX13" fmla="*/ 231743 w 250109"/>
                  <a:gd name="connsiteY13" fmla="*/ 172810 h 332432"/>
                  <a:gd name="connsiteX14" fmla="*/ 250110 w 250109"/>
                  <a:gd name="connsiteY14" fmla="*/ 108148 h 332432"/>
                  <a:gd name="connsiteX15" fmla="*/ 231869 w 250109"/>
                  <a:gd name="connsiteY15" fmla="*/ 43594 h 332432"/>
                  <a:gd name="connsiteX16" fmla="*/ 183831 w 250109"/>
                  <a:gd name="connsiteY16" fmla="*/ 9700 h 332432"/>
                  <a:gd name="connsiteX17" fmla="*/ 116563 w 250109"/>
                  <a:gd name="connsiteY17" fmla="*/ 13 h 332432"/>
                  <a:gd name="connsiteX18" fmla="*/ 0 w 250109"/>
                  <a:gd name="connsiteY18" fmla="*/ 13 h 332432"/>
                  <a:gd name="connsiteX19" fmla="*/ 0 w 250109"/>
                  <a:gd name="connsiteY19" fmla="*/ 332433 h 3324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50109" h="332432">
                    <a:moveTo>
                      <a:pt x="79937" y="159025"/>
                    </a:moveTo>
                    <a:lnTo>
                      <a:pt x="79937" y="62949"/>
                    </a:lnTo>
                    <a:lnTo>
                      <a:pt x="112574" y="62949"/>
                    </a:lnTo>
                    <a:cubicBezTo>
                      <a:pt x="131821" y="62698"/>
                      <a:pt x="146702" y="66059"/>
                      <a:pt x="156891" y="72996"/>
                    </a:cubicBezTo>
                    <a:cubicBezTo>
                      <a:pt x="167189" y="79825"/>
                      <a:pt x="172401" y="91488"/>
                      <a:pt x="172401" y="108130"/>
                    </a:cubicBezTo>
                    <a:cubicBezTo>
                      <a:pt x="172527" y="124520"/>
                      <a:pt x="167692" y="137046"/>
                      <a:pt x="158257" y="145870"/>
                    </a:cubicBezTo>
                    <a:cubicBezTo>
                      <a:pt x="148696" y="154550"/>
                      <a:pt x="134175" y="159025"/>
                      <a:pt x="114820" y="159025"/>
                    </a:cubicBezTo>
                    <a:lnTo>
                      <a:pt x="79937" y="159025"/>
                    </a:lnTo>
                    <a:close/>
                    <a:moveTo>
                      <a:pt x="0" y="332433"/>
                    </a:moveTo>
                    <a:lnTo>
                      <a:pt x="79937" y="332433"/>
                    </a:lnTo>
                    <a:lnTo>
                      <a:pt x="79937" y="222087"/>
                    </a:lnTo>
                    <a:lnTo>
                      <a:pt x="118792" y="222087"/>
                    </a:lnTo>
                    <a:cubicBezTo>
                      <a:pt x="142496" y="222087"/>
                      <a:pt x="164224" y="218116"/>
                      <a:pt x="184082" y="210047"/>
                    </a:cubicBezTo>
                    <a:cubicBezTo>
                      <a:pt x="203815" y="202103"/>
                      <a:pt x="219702" y="189559"/>
                      <a:pt x="231743" y="172810"/>
                    </a:cubicBezTo>
                    <a:cubicBezTo>
                      <a:pt x="243658" y="155934"/>
                      <a:pt x="249858" y="134458"/>
                      <a:pt x="250110" y="108148"/>
                    </a:cubicBezTo>
                    <a:cubicBezTo>
                      <a:pt x="249858" y="80957"/>
                      <a:pt x="243784" y="59373"/>
                      <a:pt x="231869" y="43594"/>
                    </a:cubicBezTo>
                    <a:cubicBezTo>
                      <a:pt x="219828" y="27707"/>
                      <a:pt x="203815" y="16403"/>
                      <a:pt x="183831" y="9700"/>
                    </a:cubicBezTo>
                    <a:cubicBezTo>
                      <a:pt x="163721" y="3122"/>
                      <a:pt x="141256" y="-238"/>
                      <a:pt x="116563" y="13"/>
                    </a:cubicBezTo>
                    <a:lnTo>
                      <a:pt x="0" y="13"/>
                    </a:lnTo>
                    <a:lnTo>
                      <a:pt x="0" y="332433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8" name="任意多边形: 形状 37">
                <a:extLst>
                  <a:ext uri="{FF2B5EF4-FFF2-40B4-BE49-F238E27FC236}">
                    <a16:creationId xmlns:a16="http://schemas.microsoft.com/office/drawing/2014/main" id="{96A052D9-33D2-05C9-FE3E-8412E8D51A11}"/>
                  </a:ext>
                </a:extLst>
              </p:cNvPr>
              <p:cNvSpPr/>
              <p:nvPr userDrawn="1"/>
            </p:nvSpPr>
            <p:spPr>
              <a:xfrm>
                <a:off x="2426959" y="3451828"/>
                <a:ext cx="250109" cy="332432"/>
              </a:xfrm>
              <a:custGeom>
                <a:avLst/>
                <a:gdLst>
                  <a:gd name="connsiteX0" fmla="*/ 79937 w 250109"/>
                  <a:gd name="connsiteY0" fmla="*/ 159025 h 332432"/>
                  <a:gd name="connsiteX1" fmla="*/ 79937 w 250109"/>
                  <a:gd name="connsiteY1" fmla="*/ 62949 h 332432"/>
                  <a:gd name="connsiteX2" fmla="*/ 112574 w 250109"/>
                  <a:gd name="connsiteY2" fmla="*/ 62949 h 332432"/>
                  <a:gd name="connsiteX3" fmla="*/ 156891 w 250109"/>
                  <a:gd name="connsiteY3" fmla="*/ 72996 h 332432"/>
                  <a:gd name="connsiteX4" fmla="*/ 172401 w 250109"/>
                  <a:gd name="connsiteY4" fmla="*/ 108130 h 332432"/>
                  <a:gd name="connsiteX5" fmla="*/ 158257 w 250109"/>
                  <a:gd name="connsiteY5" fmla="*/ 145870 h 332432"/>
                  <a:gd name="connsiteX6" fmla="*/ 114820 w 250109"/>
                  <a:gd name="connsiteY6" fmla="*/ 159025 h 332432"/>
                  <a:gd name="connsiteX7" fmla="*/ 79937 w 250109"/>
                  <a:gd name="connsiteY7" fmla="*/ 159025 h 332432"/>
                  <a:gd name="connsiteX8" fmla="*/ 0 w 250109"/>
                  <a:gd name="connsiteY8" fmla="*/ 332433 h 332432"/>
                  <a:gd name="connsiteX9" fmla="*/ 79937 w 250109"/>
                  <a:gd name="connsiteY9" fmla="*/ 332433 h 332432"/>
                  <a:gd name="connsiteX10" fmla="*/ 79937 w 250109"/>
                  <a:gd name="connsiteY10" fmla="*/ 222087 h 332432"/>
                  <a:gd name="connsiteX11" fmla="*/ 118792 w 250109"/>
                  <a:gd name="connsiteY11" fmla="*/ 222087 h 332432"/>
                  <a:gd name="connsiteX12" fmla="*/ 184082 w 250109"/>
                  <a:gd name="connsiteY12" fmla="*/ 210047 h 332432"/>
                  <a:gd name="connsiteX13" fmla="*/ 231743 w 250109"/>
                  <a:gd name="connsiteY13" fmla="*/ 172810 h 332432"/>
                  <a:gd name="connsiteX14" fmla="*/ 250110 w 250109"/>
                  <a:gd name="connsiteY14" fmla="*/ 108148 h 332432"/>
                  <a:gd name="connsiteX15" fmla="*/ 231869 w 250109"/>
                  <a:gd name="connsiteY15" fmla="*/ 43594 h 332432"/>
                  <a:gd name="connsiteX16" fmla="*/ 183831 w 250109"/>
                  <a:gd name="connsiteY16" fmla="*/ 9700 h 332432"/>
                  <a:gd name="connsiteX17" fmla="*/ 116563 w 250109"/>
                  <a:gd name="connsiteY17" fmla="*/ 13 h 332432"/>
                  <a:gd name="connsiteX18" fmla="*/ 0 w 250109"/>
                  <a:gd name="connsiteY18" fmla="*/ 13 h 332432"/>
                  <a:gd name="connsiteX19" fmla="*/ 0 w 250109"/>
                  <a:gd name="connsiteY19" fmla="*/ 332433 h 3324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50109" h="332432">
                    <a:moveTo>
                      <a:pt x="79937" y="159025"/>
                    </a:moveTo>
                    <a:lnTo>
                      <a:pt x="79937" y="62949"/>
                    </a:lnTo>
                    <a:lnTo>
                      <a:pt x="112574" y="62949"/>
                    </a:lnTo>
                    <a:cubicBezTo>
                      <a:pt x="131821" y="62698"/>
                      <a:pt x="146702" y="66059"/>
                      <a:pt x="156891" y="72996"/>
                    </a:cubicBezTo>
                    <a:cubicBezTo>
                      <a:pt x="167189" y="79825"/>
                      <a:pt x="172401" y="91488"/>
                      <a:pt x="172401" y="108130"/>
                    </a:cubicBezTo>
                    <a:cubicBezTo>
                      <a:pt x="172527" y="124520"/>
                      <a:pt x="167692" y="137046"/>
                      <a:pt x="158257" y="145870"/>
                    </a:cubicBezTo>
                    <a:cubicBezTo>
                      <a:pt x="148696" y="154550"/>
                      <a:pt x="134175" y="159025"/>
                      <a:pt x="114820" y="159025"/>
                    </a:cubicBezTo>
                    <a:lnTo>
                      <a:pt x="79937" y="159025"/>
                    </a:lnTo>
                    <a:close/>
                    <a:moveTo>
                      <a:pt x="0" y="332433"/>
                    </a:moveTo>
                    <a:lnTo>
                      <a:pt x="79937" y="332433"/>
                    </a:lnTo>
                    <a:lnTo>
                      <a:pt x="79937" y="222087"/>
                    </a:lnTo>
                    <a:lnTo>
                      <a:pt x="118792" y="222087"/>
                    </a:lnTo>
                    <a:cubicBezTo>
                      <a:pt x="142496" y="222087"/>
                      <a:pt x="164224" y="218116"/>
                      <a:pt x="184082" y="210047"/>
                    </a:cubicBezTo>
                    <a:cubicBezTo>
                      <a:pt x="203815" y="202103"/>
                      <a:pt x="219702" y="189559"/>
                      <a:pt x="231743" y="172810"/>
                    </a:cubicBezTo>
                    <a:cubicBezTo>
                      <a:pt x="243658" y="155934"/>
                      <a:pt x="249858" y="134458"/>
                      <a:pt x="250110" y="108148"/>
                    </a:cubicBezTo>
                    <a:cubicBezTo>
                      <a:pt x="249858" y="80957"/>
                      <a:pt x="243784" y="59373"/>
                      <a:pt x="231869" y="43594"/>
                    </a:cubicBezTo>
                    <a:cubicBezTo>
                      <a:pt x="219828" y="27707"/>
                      <a:pt x="203815" y="16403"/>
                      <a:pt x="183831" y="9700"/>
                    </a:cubicBezTo>
                    <a:cubicBezTo>
                      <a:pt x="163721" y="3122"/>
                      <a:pt x="141256" y="-238"/>
                      <a:pt x="116563" y="13"/>
                    </a:cubicBezTo>
                    <a:lnTo>
                      <a:pt x="0" y="13"/>
                    </a:lnTo>
                    <a:lnTo>
                      <a:pt x="0" y="332433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9" name="任意多边形: 形状 38">
                <a:extLst>
                  <a:ext uri="{FF2B5EF4-FFF2-40B4-BE49-F238E27FC236}">
                    <a16:creationId xmlns:a16="http://schemas.microsoft.com/office/drawing/2014/main" id="{43D5FF14-27AB-8B0E-C2F9-88E9CD5F9BE2}"/>
                  </a:ext>
                </a:extLst>
              </p:cNvPr>
              <p:cNvSpPr/>
              <p:nvPr userDrawn="1"/>
            </p:nvSpPr>
            <p:spPr>
              <a:xfrm>
                <a:off x="2713715" y="3451841"/>
                <a:ext cx="259922" cy="332419"/>
              </a:xfrm>
              <a:custGeom>
                <a:avLst/>
                <a:gdLst>
                  <a:gd name="connsiteX0" fmla="*/ 89732 w 259922"/>
                  <a:gd name="connsiteY0" fmla="*/ 332420 h 332419"/>
                  <a:gd name="connsiteX1" fmla="*/ 169669 w 259922"/>
                  <a:gd name="connsiteY1" fmla="*/ 332420 h 332419"/>
                  <a:gd name="connsiteX2" fmla="*/ 169669 w 259922"/>
                  <a:gd name="connsiteY2" fmla="*/ 66045 h 332419"/>
                  <a:gd name="connsiteX3" fmla="*/ 259922 w 259922"/>
                  <a:gd name="connsiteY3" fmla="*/ 66045 h 332419"/>
                  <a:gd name="connsiteX4" fmla="*/ 259922 w 259922"/>
                  <a:gd name="connsiteY4" fmla="*/ 0 h 332419"/>
                  <a:gd name="connsiteX5" fmla="*/ 0 w 259922"/>
                  <a:gd name="connsiteY5" fmla="*/ 0 h 332419"/>
                  <a:gd name="connsiteX6" fmla="*/ 0 w 259922"/>
                  <a:gd name="connsiteY6" fmla="*/ 66045 h 332419"/>
                  <a:gd name="connsiteX7" fmla="*/ 89732 w 259922"/>
                  <a:gd name="connsiteY7" fmla="*/ 66045 h 332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59922" h="332419">
                    <a:moveTo>
                      <a:pt x="89732" y="332420"/>
                    </a:moveTo>
                    <a:lnTo>
                      <a:pt x="169669" y="332420"/>
                    </a:lnTo>
                    <a:lnTo>
                      <a:pt x="169669" y="66045"/>
                    </a:lnTo>
                    <a:lnTo>
                      <a:pt x="259922" y="66045"/>
                    </a:lnTo>
                    <a:lnTo>
                      <a:pt x="259922" y="0"/>
                    </a:lnTo>
                    <a:lnTo>
                      <a:pt x="0" y="0"/>
                    </a:lnTo>
                    <a:lnTo>
                      <a:pt x="0" y="66045"/>
                    </a:lnTo>
                    <a:lnTo>
                      <a:pt x="89732" y="66045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0" name="任意多边形: 形状 39">
                <a:extLst>
                  <a:ext uri="{FF2B5EF4-FFF2-40B4-BE49-F238E27FC236}">
                    <a16:creationId xmlns:a16="http://schemas.microsoft.com/office/drawing/2014/main" id="{51AC798E-FE52-EC3B-FD0C-BCE3D1C1B704}"/>
                  </a:ext>
                </a:extLst>
              </p:cNvPr>
              <p:cNvSpPr/>
              <p:nvPr userDrawn="1"/>
            </p:nvSpPr>
            <p:spPr>
              <a:xfrm>
                <a:off x="3026743" y="3420175"/>
                <a:ext cx="399147" cy="388526"/>
              </a:xfrm>
              <a:custGeom>
                <a:avLst/>
                <a:gdLst>
                  <a:gd name="connsiteX0" fmla="*/ 387323 w 399147"/>
                  <a:gd name="connsiteY0" fmla="*/ 305498 h 388526"/>
                  <a:gd name="connsiteX1" fmla="*/ 387323 w 399147"/>
                  <a:gd name="connsiteY1" fmla="*/ 257334 h 388526"/>
                  <a:gd name="connsiteX2" fmla="*/ 291211 w 399147"/>
                  <a:gd name="connsiteY2" fmla="*/ 257334 h 388526"/>
                  <a:gd name="connsiteX3" fmla="*/ 292235 w 399147"/>
                  <a:gd name="connsiteY3" fmla="*/ 248475 h 388526"/>
                  <a:gd name="connsiteX4" fmla="*/ 293260 w 399147"/>
                  <a:gd name="connsiteY4" fmla="*/ 239273 h 388526"/>
                  <a:gd name="connsiteX5" fmla="*/ 367212 w 399147"/>
                  <a:gd name="connsiteY5" fmla="*/ 239273 h 388526"/>
                  <a:gd name="connsiteX6" fmla="*/ 367212 w 399147"/>
                  <a:gd name="connsiteY6" fmla="*/ 98628 h 388526"/>
                  <a:gd name="connsiteX7" fmla="*/ 159084 w 399147"/>
                  <a:gd name="connsiteY7" fmla="*/ 98628 h 388526"/>
                  <a:gd name="connsiteX8" fmla="*/ 159084 w 399147"/>
                  <a:gd name="connsiteY8" fmla="*/ 239273 h 388526"/>
                  <a:gd name="connsiteX9" fmla="*/ 235193 w 399147"/>
                  <a:gd name="connsiteY9" fmla="*/ 239273 h 388526"/>
                  <a:gd name="connsiteX10" fmla="*/ 234061 w 399147"/>
                  <a:gd name="connsiteY10" fmla="*/ 248475 h 388526"/>
                  <a:gd name="connsiteX11" fmla="*/ 232696 w 399147"/>
                  <a:gd name="connsiteY11" fmla="*/ 257334 h 388526"/>
                  <a:gd name="connsiteX12" fmla="*/ 143970 w 399147"/>
                  <a:gd name="connsiteY12" fmla="*/ 257334 h 388526"/>
                  <a:gd name="connsiteX13" fmla="*/ 143970 w 399147"/>
                  <a:gd name="connsiteY13" fmla="*/ 305498 h 388526"/>
                  <a:gd name="connsiteX14" fmla="*/ 211453 w 399147"/>
                  <a:gd name="connsiteY14" fmla="*/ 305498 h 388526"/>
                  <a:gd name="connsiteX15" fmla="*/ 179751 w 399147"/>
                  <a:gd name="connsiteY15" fmla="*/ 326058 h 388526"/>
                  <a:gd name="connsiteX16" fmla="*/ 126358 w 399147"/>
                  <a:gd name="connsiteY16" fmla="*/ 341046 h 388526"/>
                  <a:gd name="connsiteX17" fmla="*/ 143629 w 399147"/>
                  <a:gd name="connsiteY17" fmla="*/ 363762 h 388526"/>
                  <a:gd name="connsiteX18" fmla="*/ 156245 w 399147"/>
                  <a:gd name="connsiteY18" fmla="*/ 388527 h 388526"/>
                  <a:gd name="connsiteX19" fmla="*/ 232480 w 399147"/>
                  <a:gd name="connsiteY19" fmla="*/ 359215 h 388526"/>
                  <a:gd name="connsiteX20" fmla="*/ 273149 w 399147"/>
                  <a:gd name="connsiteY20" fmla="*/ 317755 h 388526"/>
                  <a:gd name="connsiteX21" fmla="*/ 309398 w 399147"/>
                  <a:gd name="connsiteY21" fmla="*/ 360815 h 388526"/>
                  <a:gd name="connsiteX22" fmla="*/ 363133 w 399147"/>
                  <a:gd name="connsiteY22" fmla="*/ 387736 h 388526"/>
                  <a:gd name="connsiteX23" fmla="*/ 379379 w 399147"/>
                  <a:gd name="connsiteY23" fmla="*/ 361713 h 388526"/>
                  <a:gd name="connsiteX24" fmla="*/ 399148 w 399147"/>
                  <a:gd name="connsiteY24" fmla="*/ 338656 h 388526"/>
                  <a:gd name="connsiteX25" fmla="*/ 359161 w 399147"/>
                  <a:gd name="connsiteY25" fmla="*/ 325932 h 388526"/>
                  <a:gd name="connsiteX26" fmla="*/ 329275 w 399147"/>
                  <a:gd name="connsiteY26" fmla="*/ 305480 h 388526"/>
                  <a:gd name="connsiteX27" fmla="*/ 387323 w 399147"/>
                  <a:gd name="connsiteY27" fmla="*/ 305480 h 388526"/>
                  <a:gd name="connsiteX28" fmla="*/ 213843 w 399147"/>
                  <a:gd name="connsiteY28" fmla="*/ 139064 h 388526"/>
                  <a:gd name="connsiteX29" fmla="*/ 309955 w 399147"/>
                  <a:gd name="connsiteY29" fmla="*/ 139064 h 388526"/>
                  <a:gd name="connsiteX30" fmla="*/ 309955 w 399147"/>
                  <a:gd name="connsiteY30" fmla="*/ 150080 h 388526"/>
                  <a:gd name="connsiteX31" fmla="*/ 213843 w 399147"/>
                  <a:gd name="connsiteY31" fmla="*/ 150080 h 388526"/>
                  <a:gd name="connsiteX32" fmla="*/ 213843 w 399147"/>
                  <a:gd name="connsiteY32" fmla="*/ 139064 h 388526"/>
                  <a:gd name="connsiteX33" fmla="*/ 213843 w 399147"/>
                  <a:gd name="connsiteY33" fmla="*/ 187677 h 388526"/>
                  <a:gd name="connsiteX34" fmla="*/ 309955 w 399147"/>
                  <a:gd name="connsiteY34" fmla="*/ 187677 h 388526"/>
                  <a:gd name="connsiteX35" fmla="*/ 309955 w 399147"/>
                  <a:gd name="connsiteY35" fmla="*/ 198819 h 388526"/>
                  <a:gd name="connsiteX36" fmla="*/ 213843 w 399147"/>
                  <a:gd name="connsiteY36" fmla="*/ 198819 h 388526"/>
                  <a:gd name="connsiteX37" fmla="*/ 213843 w 399147"/>
                  <a:gd name="connsiteY37" fmla="*/ 187677 h 388526"/>
                  <a:gd name="connsiteX38" fmla="*/ 158293 w 399147"/>
                  <a:gd name="connsiteY38" fmla="*/ 214724 h 388526"/>
                  <a:gd name="connsiteX39" fmla="*/ 144653 w 399147"/>
                  <a:gd name="connsiteY39" fmla="*/ 194272 h 388526"/>
                  <a:gd name="connsiteX40" fmla="*/ 124651 w 399147"/>
                  <a:gd name="connsiteY40" fmla="*/ 165536 h 388526"/>
                  <a:gd name="connsiteX41" fmla="*/ 107488 w 399147"/>
                  <a:gd name="connsiteY41" fmla="*/ 142353 h 388526"/>
                  <a:gd name="connsiteX42" fmla="*/ 107488 w 399147"/>
                  <a:gd name="connsiteY42" fmla="*/ 129629 h 388526"/>
                  <a:gd name="connsiteX43" fmla="*/ 141903 w 399147"/>
                  <a:gd name="connsiteY43" fmla="*/ 129629 h 388526"/>
                  <a:gd name="connsiteX44" fmla="*/ 141903 w 399147"/>
                  <a:gd name="connsiteY44" fmla="*/ 74869 h 388526"/>
                  <a:gd name="connsiteX45" fmla="*/ 107488 w 399147"/>
                  <a:gd name="connsiteY45" fmla="*/ 74869 h 388526"/>
                  <a:gd name="connsiteX46" fmla="*/ 107488 w 399147"/>
                  <a:gd name="connsiteY46" fmla="*/ 0 h 388526"/>
                  <a:gd name="connsiteX47" fmla="*/ 51470 w 399147"/>
                  <a:gd name="connsiteY47" fmla="*/ 0 h 388526"/>
                  <a:gd name="connsiteX48" fmla="*/ 51470 w 399147"/>
                  <a:gd name="connsiteY48" fmla="*/ 74869 h 388526"/>
                  <a:gd name="connsiteX49" fmla="*/ 11035 w 399147"/>
                  <a:gd name="connsiteY49" fmla="*/ 74869 h 388526"/>
                  <a:gd name="connsiteX50" fmla="*/ 11035 w 399147"/>
                  <a:gd name="connsiteY50" fmla="*/ 129629 h 388526"/>
                  <a:gd name="connsiteX51" fmla="*/ 51470 w 399147"/>
                  <a:gd name="connsiteY51" fmla="*/ 129629 h 388526"/>
                  <a:gd name="connsiteX52" fmla="*/ 51470 w 399147"/>
                  <a:gd name="connsiteY52" fmla="*/ 144401 h 388526"/>
                  <a:gd name="connsiteX53" fmla="*/ 29545 w 399147"/>
                  <a:gd name="connsiteY53" fmla="*/ 207446 h 388526"/>
                  <a:gd name="connsiteX54" fmla="*/ 0 w 399147"/>
                  <a:gd name="connsiteY54" fmla="*/ 259365 h 388526"/>
                  <a:gd name="connsiteX55" fmla="*/ 15222 w 399147"/>
                  <a:gd name="connsiteY55" fmla="*/ 289468 h 388526"/>
                  <a:gd name="connsiteX56" fmla="*/ 27371 w 399147"/>
                  <a:gd name="connsiteY56" fmla="*/ 320253 h 388526"/>
                  <a:gd name="connsiteX57" fmla="*/ 39861 w 399147"/>
                  <a:gd name="connsiteY57" fmla="*/ 298094 h 388526"/>
                  <a:gd name="connsiteX58" fmla="*/ 51453 w 399147"/>
                  <a:gd name="connsiteY58" fmla="*/ 271963 h 388526"/>
                  <a:gd name="connsiteX59" fmla="*/ 51453 w 399147"/>
                  <a:gd name="connsiteY59" fmla="*/ 388527 h 388526"/>
                  <a:gd name="connsiteX60" fmla="*/ 107470 w 399147"/>
                  <a:gd name="connsiteY60" fmla="*/ 388527 h 388526"/>
                  <a:gd name="connsiteX61" fmla="*/ 107470 w 399147"/>
                  <a:gd name="connsiteY61" fmla="*/ 217995 h 388526"/>
                  <a:gd name="connsiteX62" fmla="*/ 116564 w 399147"/>
                  <a:gd name="connsiteY62" fmla="*/ 237997 h 388526"/>
                  <a:gd name="connsiteX63" fmla="*/ 123501 w 399147"/>
                  <a:gd name="connsiteY63" fmla="*/ 255609 h 388526"/>
                  <a:gd name="connsiteX64" fmla="*/ 158293 w 399147"/>
                  <a:gd name="connsiteY64" fmla="*/ 214724 h 388526"/>
                  <a:gd name="connsiteX65" fmla="*/ 192260 w 399147"/>
                  <a:gd name="connsiteY65" fmla="*/ 92032 h 388526"/>
                  <a:gd name="connsiteX66" fmla="*/ 248277 w 399147"/>
                  <a:gd name="connsiteY66" fmla="*/ 92032 h 388526"/>
                  <a:gd name="connsiteX67" fmla="*/ 248277 w 399147"/>
                  <a:gd name="connsiteY67" fmla="*/ 72821 h 388526"/>
                  <a:gd name="connsiteX68" fmla="*/ 287131 w 399147"/>
                  <a:gd name="connsiteY68" fmla="*/ 72821 h 388526"/>
                  <a:gd name="connsiteX69" fmla="*/ 287131 w 399147"/>
                  <a:gd name="connsiteY69" fmla="*/ 92014 h 388526"/>
                  <a:gd name="connsiteX70" fmla="*/ 344730 w 399147"/>
                  <a:gd name="connsiteY70" fmla="*/ 92014 h 388526"/>
                  <a:gd name="connsiteX71" fmla="*/ 344730 w 399147"/>
                  <a:gd name="connsiteY71" fmla="*/ 72821 h 388526"/>
                  <a:gd name="connsiteX72" fmla="*/ 384842 w 399147"/>
                  <a:gd name="connsiteY72" fmla="*/ 72821 h 388526"/>
                  <a:gd name="connsiteX73" fmla="*/ 384842 w 399147"/>
                  <a:gd name="connsiteY73" fmla="*/ 24549 h 388526"/>
                  <a:gd name="connsiteX74" fmla="*/ 344730 w 399147"/>
                  <a:gd name="connsiteY74" fmla="*/ 24549 h 388526"/>
                  <a:gd name="connsiteX75" fmla="*/ 344730 w 399147"/>
                  <a:gd name="connsiteY75" fmla="*/ 0 h 388526"/>
                  <a:gd name="connsiteX76" fmla="*/ 287131 w 399147"/>
                  <a:gd name="connsiteY76" fmla="*/ 0 h 388526"/>
                  <a:gd name="connsiteX77" fmla="*/ 287131 w 399147"/>
                  <a:gd name="connsiteY77" fmla="*/ 24531 h 388526"/>
                  <a:gd name="connsiteX78" fmla="*/ 248277 w 399147"/>
                  <a:gd name="connsiteY78" fmla="*/ 24531 h 388526"/>
                  <a:gd name="connsiteX79" fmla="*/ 248277 w 399147"/>
                  <a:gd name="connsiteY79" fmla="*/ 0 h 388526"/>
                  <a:gd name="connsiteX80" fmla="*/ 192260 w 399147"/>
                  <a:gd name="connsiteY80" fmla="*/ 0 h 388526"/>
                  <a:gd name="connsiteX81" fmla="*/ 192260 w 399147"/>
                  <a:gd name="connsiteY81" fmla="*/ 24531 h 388526"/>
                  <a:gd name="connsiteX82" fmla="*/ 150907 w 399147"/>
                  <a:gd name="connsiteY82" fmla="*/ 24531 h 388526"/>
                  <a:gd name="connsiteX83" fmla="*/ 150907 w 399147"/>
                  <a:gd name="connsiteY83" fmla="*/ 72821 h 388526"/>
                  <a:gd name="connsiteX84" fmla="*/ 192260 w 399147"/>
                  <a:gd name="connsiteY84" fmla="*/ 72821 h 388526"/>
                  <a:gd name="connsiteX85" fmla="*/ 192260 w 399147"/>
                  <a:gd name="connsiteY85" fmla="*/ 92032 h 3885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</a:cxnLst>
                <a:rect l="l" t="t" r="r" b="b"/>
                <a:pathLst>
                  <a:path w="399147" h="388526">
                    <a:moveTo>
                      <a:pt x="387323" y="305498"/>
                    </a:moveTo>
                    <a:lnTo>
                      <a:pt x="387323" y="257334"/>
                    </a:lnTo>
                    <a:lnTo>
                      <a:pt x="291211" y="257334"/>
                    </a:lnTo>
                    <a:cubicBezTo>
                      <a:pt x="291552" y="254387"/>
                      <a:pt x="291894" y="251422"/>
                      <a:pt x="292235" y="248475"/>
                    </a:cubicBezTo>
                    <a:lnTo>
                      <a:pt x="293260" y="239273"/>
                    </a:lnTo>
                    <a:lnTo>
                      <a:pt x="367212" y="239273"/>
                    </a:lnTo>
                    <a:lnTo>
                      <a:pt x="367212" y="98628"/>
                    </a:lnTo>
                    <a:lnTo>
                      <a:pt x="159084" y="98628"/>
                    </a:lnTo>
                    <a:lnTo>
                      <a:pt x="159084" y="239273"/>
                    </a:lnTo>
                    <a:lnTo>
                      <a:pt x="235193" y="239273"/>
                    </a:lnTo>
                    <a:lnTo>
                      <a:pt x="234061" y="248475"/>
                    </a:lnTo>
                    <a:cubicBezTo>
                      <a:pt x="233720" y="251422"/>
                      <a:pt x="233271" y="254387"/>
                      <a:pt x="232696" y="257334"/>
                    </a:cubicBezTo>
                    <a:lnTo>
                      <a:pt x="143970" y="257334"/>
                    </a:lnTo>
                    <a:lnTo>
                      <a:pt x="143970" y="305498"/>
                    </a:lnTo>
                    <a:lnTo>
                      <a:pt x="211453" y="305498"/>
                    </a:lnTo>
                    <a:cubicBezTo>
                      <a:pt x="204067" y="313226"/>
                      <a:pt x="193500" y="320145"/>
                      <a:pt x="179751" y="326058"/>
                    </a:cubicBezTo>
                    <a:cubicBezTo>
                      <a:pt x="166111" y="331970"/>
                      <a:pt x="148283" y="336966"/>
                      <a:pt x="126358" y="341046"/>
                    </a:cubicBezTo>
                    <a:cubicBezTo>
                      <a:pt x="132145" y="347174"/>
                      <a:pt x="137824" y="354686"/>
                      <a:pt x="143629" y="363762"/>
                    </a:cubicBezTo>
                    <a:cubicBezTo>
                      <a:pt x="149308" y="372730"/>
                      <a:pt x="153513" y="381033"/>
                      <a:pt x="156245" y="388527"/>
                    </a:cubicBezTo>
                    <a:cubicBezTo>
                      <a:pt x="188629" y="380799"/>
                      <a:pt x="214077" y="371022"/>
                      <a:pt x="232480" y="359215"/>
                    </a:cubicBezTo>
                    <a:cubicBezTo>
                      <a:pt x="250990" y="347516"/>
                      <a:pt x="264523" y="333660"/>
                      <a:pt x="273149" y="317755"/>
                    </a:cubicBezTo>
                    <a:cubicBezTo>
                      <a:pt x="282692" y="334792"/>
                      <a:pt x="294733" y="349115"/>
                      <a:pt x="309398" y="360815"/>
                    </a:cubicBezTo>
                    <a:cubicBezTo>
                      <a:pt x="324171" y="372622"/>
                      <a:pt x="341998" y="381500"/>
                      <a:pt x="363133" y="387736"/>
                    </a:cubicBezTo>
                    <a:cubicBezTo>
                      <a:pt x="367105" y="379775"/>
                      <a:pt x="372568" y="371148"/>
                      <a:pt x="379379" y="361713"/>
                    </a:cubicBezTo>
                    <a:cubicBezTo>
                      <a:pt x="386190" y="352404"/>
                      <a:pt x="392786" y="344676"/>
                      <a:pt x="399148" y="338656"/>
                    </a:cubicBezTo>
                    <a:cubicBezTo>
                      <a:pt x="384034" y="335708"/>
                      <a:pt x="370753" y="331503"/>
                      <a:pt x="359161" y="325932"/>
                    </a:cubicBezTo>
                    <a:cubicBezTo>
                      <a:pt x="347569" y="320253"/>
                      <a:pt x="337577" y="313442"/>
                      <a:pt x="329275" y="305480"/>
                    </a:cubicBezTo>
                    <a:lnTo>
                      <a:pt x="387323" y="305480"/>
                    </a:lnTo>
                    <a:close/>
                    <a:moveTo>
                      <a:pt x="213843" y="139064"/>
                    </a:moveTo>
                    <a:lnTo>
                      <a:pt x="309955" y="139064"/>
                    </a:lnTo>
                    <a:lnTo>
                      <a:pt x="309955" y="150080"/>
                    </a:lnTo>
                    <a:lnTo>
                      <a:pt x="213843" y="150080"/>
                    </a:lnTo>
                    <a:lnTo>
                      <a:pt x="213843" y="139064"/>
                    </a:lnTo>
                    <a:close/>
                    <a:moveTo>
                      <a:pt x="213843" y="187677"/>
                    </a:moveTo>
                    <a:lnTo>
                      <a:pt x="309955" y="187677"/>
                    </a:lnTo>
                    <a:lnTo>
                      <a:pt x="309955" y="198819"/>
                    </a:lnTo>
                    <a:lnTo>
                      <a:pt x="213843" y="198819"/>
                    </a:lnTo>
                    <a:lnTo>
                      <a:pt x="213843" y="187677"/>
                    </a:lnTo>
                    <a:close/>
                    <a:moveTo>
                      <a:pt x="158293" y="214724"/>
                    </a:moveTo>
                    <a:cubicBezTo>
                      <a:pt x="155562" y="210411"/>
                      <a:pt x="151015" y="203582"/>
                      <a:pt x="144653" y="194272"/>
                    </a:cubicBezTo>
                    <a:cubicBezTo>
                      <a:pt x="138291" y="184963"/>
                      <a:pt x="131695" y="175294"/>
                      <a:pt x="124651" y="165536"/>
                    </a:cubicBezTo>
                    <a:cubicBezTo>
                      <a:pt x="117714" y="155759"/>
                      <a:pt x="112035" y="148032"/>
                      <a:pt x="107488" y="142353"/>
                    </a:cubicBezTo>
                    <a:lnTo>
                      <a:pt x="107488" y="129629"/>
                    </a:lnTo>
                    <a:lnTo>
                      <a:pt x="141903" y="129629"/>
                    </a:lnTo>
                    <a:lnTo>
                      <a:pt x="141903" y="74869"/>
                    </a:lnTo>
                    <a:lnTo>
                      <a:pt x="107488" y="74869"/>
                    </a:lnTo>
                    <a:lnTo>
                      <a:pt x="107488" y="0"/>
                    </a:lnTo>
                    <a:lnTo>
                      <a:pt x="51470" y="0"/>
                    </a:lnTo>
                    <a:lnTo>
                      <a:pt x="51470" y="74869"/>
                    </a:lnTo>
                    <a:lnTo>
                      <a:pt x="11035" y="74869"/>
                    </a:lnTo>
                    <a:lnTo>
                      <a:pt x="11035" y="129629"/>
                    </a:lnTo>
                    <a:lnTo>
                      <a:pt x="51470" y="129629"/>
                    </a:lnTo>
                    <a:lnTo>
                      <a:pt x="51470" y="144401"/>
                    </a:lnTo>
                    <a:cubicBezTo>
                      <a:pt x="45684" y="165877"/>
                      <a:pt x="38405" y="186886"/>
                      <a:pt x="29545" y="207446"/>
                    </a:cubicBezTo>
                    <a:cubicBezTo>
                      <a:pt x="20793" y="228005"/>
                      <a:pt x="10909" y="245383"/>
                      <a:pt x="0" y="259365"/>
                    </a:cubicBezTo>
                    <a:cubicBezTo>
                      <a:pt x="4888" y="267884"/>
                      <a:pt x="9992" y="278002"/>
                      <a:pt x="15222" y="289468"/>
                    </a:cubicBezTo>
                    <a:cubicBezTo>
                      <a:pt x="20452" y="300933"/>
                      <a:pt x="24423" y="311159"/>
                      <a:pt x="27371" y="320253"/>
                    </a:cubicBezTo>
                    <a:cubicBezTo>
                      <a:pt x="31684" y="313657"/>
                      <a:pt x="35781" y="306271"/>
                      <a:pt x="39861" y="298094"/>
                    </a:cubicBezTo>
                    <a:cubicBezTo>
                      <a:pt x="43959" y="289917"/>
                      <a:pt x="47822" y="281165"/>
                      <a:pt x="51453" y="271963"/>
                    </a:cubicBezTo>
                    <a:lnTo>
                      <a:pt x="51453" y="388527"/>
                    </a:lnTo>
                    <a:lnTo>
                      <a:pt x="107470" y="388527"/>
                    </a:lnTo>
                    <a:lnTo>
                      <a:pt x="107470" y="217995"/>
                    </a:lnTo>
                    <a:cubicBezTo>
                      <a:pt x="110759" y="224932"/>
                      <a:pt x="113832" y="231635"/>
                      <a:pt x="116564" y="237997"/>
                    </a:cubicBezTo>
                    <a:cubicBezTo>
                      <a:pt x="119295" y="244359"/>
                      <a:pt x="121559" y="250272"/>
                      <a:pt x="123501" y="255609"/>
                    </a:cubicBezTo>
                    <a:lnTo>
                      <a:pt x="158293" y="214724"/>
                    </a:lnTo>
                    <a:close/>
                    <a:moveTo>
                      <a:pt x="192260" y="92032"/>
                    </a:moveTo>
                    <a:lnTo>
                      <a:pt x="248277" y="92032"/>
                    </a:lnTo>
                    <a:lnTo>
                      <a:pt x="248277" y="72821"/>
                    </a:lnTo>
                    <a:lnTo>
                      <a:pt x="287131" y="72821"/>
                    </a:lnTo>
                    <a:lnTo>
                      <a:pt x="287131" y="92014"/>
                    </a:lnTo>
                    <a:lnTo>
                      <a:pt x="344730" y="92014"/>
                    </a:lnTo>
                    <a:lnTo>
                      <a:pt x="344730" y="72821"/>
                    </a:lnTo>
                    <a:lnTo>
                      <a:pt x="384842" y="72821"/>
                    </a:lnTo>
                    <a:lnTo>
                      <a:pt x="384842" y="24549"/>
                    </a:lnTo>
                    <a:lnTo>
                      <a:pt x="344730" y="24549"/>
                    </a:lnTo>
                    <a:lnTo>
                      <a:pt x="344730" y="0"/>
                    </a:lnTo>
                    <a:lnTo>
                      <a:pt x="287131" y="0"/>
                    </a:lnTo>
                    <a:lnTo>
                      <a:pt x="287131" y="24531"/>
                    </a:lnTo>
                    <a:lnTo>
                      <a:pt x="248277" y="24531"/>
                    </a:lnTo>
                    <a:lnTo>
                      <a:pt x="248277" y="0"/>
                    </a:lnTo>
                    <a:lnTo>
                      <a:pt x="192260" y="0"/>
                    </a:lnTo>
                    <a:lnTo>
                      <a:pt x="192260" y="24531"/>
                    </a:lnTo>
                    <a:lnTo>
                      <a:pt x="150907" y="24531"/>
                    </a:lnTo>
                    <a:lnTo>
                      <a:pt x="150907" y="72821"/>
                    </a:lnTo>
                    <a:lnTo>
                      <a:pt x="192260" y="72821"/>
                    </a:lnTo>
                    <a:lnTo>
                      <a:pt x="192260" y="92032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1" name="任意多边形: 形状 40">
                <a:extLst>
                  <a:ext uri="{FF2B5EF4-FFF2-40B4-BE49-F238E27FC236}">
                    <a16:creationId xmlns:a16="http://schemas.microsoft.com/office/drawing/2014/main" id="{1C016A87-BDD4-1C42-3316-B7A035F0EEFB}"/>
                  </a:ext>
                </a:extLst>
              </p:cNvPr>
              <p:cNvSpPr/>
              <p:nvPr userDrawn="1"/>
            </p:nvSpPr>
            <p:spPr>
              <a:xfrm>
                <a:off x="3480148" y="3420876"/>
                <a:ext cx="396829" cy="390287"/>
              </a:xfrm>
              <a:custGeom>
                <a:avLst/>
                <a:gdLst>
                  <a:gd name="connsiteX0" fmla="*/ 340992 w 396829"/>
                  <a:gd name="connsiteY0" fmla="*/ 106823 h 390287"/>
                  <a:gd name="connsiteX1" fmla="*/ 330802 w 396829"/>
                  <a:gd name="connsiteY1" fmla="*/ 108530 h 390287"/>
                  <a:gd name="connsiteX2" fmla="*/ 221930 w 396829"/>
                  <a:gd name="connsiteY2" fmla="*/ 108530 h 390287"/>
                  <a:gd name="connsiteX3" fmla="*/ 221930 w 396829"/>
                  <a:gd name="connsiteY3" fmla="*/ 76253 h 390287"/>
                  <a:gd name="connsiteX4" fmla="*/ 308931 w 396829"/>
                  <a:gd name="connsiteY4" fmla="*/ 66962 h 390287"/>
                  <a:gd name="connsiteX5" fmla="*/ 388347 w 396829"/>
                  <a:gd name="connsiteY5" fmla="*/ 47355 h 390287"/>
                  <a:gd name="connsiteX6" fmla="*/ 347911 w 396829"/>
                  <a:gd name="connsiteY6" fmla="*/ 0 h 390287"/>
                  <a:gd name="connsiteX7" fmla="*/ 264307 w 396829"/>
                  <a:gd name="connsiteY7" fmla="*/ 19265 h 390287"/>
                  <a:gd name="connsiteX8" fmla="*/ 164386 w 396829"/>
                  <a:gd name="connsiteY8" fmla="*/ 27766 h 390287"/>
                  <a:gd name="connsiteX9" fmla="*/ 164386 w 396829"/>
                  <a:gd name="connsiteY9" fmla="*/ 123608 h 390287"/>
                  <a:gd name="connsiteX10" fmla="*/ 161780 w 396829"/>
                  <a:gd name="connsiteY10" fmla="*/ 198945 h 390287"/>
                  <a:gd name="connsiteX11" fmla="*/ 147960 w 396829"/>
                  <a:gd name="connsiteY11" fmla="*/ 281416 h 390287"/>
                  <a:gd name="connsiteX12" fmla="*/ 114209 w 396829"/>
                  <a:gd name="connsiteY12" fmla="*/ 356412 h 390287"/>
                  <a:gd name="connsiteX13" fmla="*/ 139926 w 396829"/>
                  <a:gd name="connsiteY13" fmla="*/ 371705 h 390287"/>
                  <a:gd name="connsiteX14" fmla="*/ 163146 w 396829"/>
                  <a:gd name="connsiteY14" fmla="*/ 390288 h 390287"/>
                  <a:gd name="connsiteX15" fmla="*/ 176283 w 396829"/>
                  <a:gd name="connsiteY15" fmla="*/ 368758 h 390287"/>
                  <a:gd name="connsiteX16" fmla="*/ 187264 w 396829"/>
                  <a:gd name="connsiteY16" fmla="*/ 345090 h 390287"/>
                  <a:gd name="connsiteX17" fmla="*/ 203456 w 396829"/>
                  <a:gd name="connsiteY17" fmla="*/ 366494 h 390287"/>
                  <a:gd name="connsiteX18" fmla="*/ 216593 w 396829"/>
                  <a:gd name="connsiteY18" fmla="*/ 387898 h 390287"/>
                  <a:gd name="connsiteX19" fmla="*/ 255340 w 396829"/>
                  <a:gd name="connsiteY19" fmla="*/ 364553 h 390287"/>
                  <a:gd name="connsiteX20" fmla="*/ 288767 w 396829"/>
                  <a:gd name="connsiteY20" fmla="*/ 336014 h 390287"/>
                  <a:gd name="connsiteX21" fmla="*/ 357759 w 396829"/>
                  <a:gd name="connsiteY21" fmla="*/ 389479 h 390287"/>
                  <a:gd name="connsiteX22" fmla="*/ 375425 w 396829"/>
                  <a:gd name="connsiteY22" fmla="*/ 362288 h 390287"/>
                  <a:gd name="connsiteX23" fmla="*/ 396830 w 396829"/>
                  <a:gd name="connsiteY23" fmla="*/ 338494 h 390287"/>
                  <a:gd name="connsiteX24" fmla="*/ 357526 w 396829"/>
                  <a:gd name="connsiteY24" fmla="*/ 316856 h 390287"/>
                  <a:gd name="connsiteX25" fmla="*/ 325914 w 396829"/>
                  <a:gd name="connsiteY25" fmla="*/ 287509 h 390287"/>
                  <a:gd name="connsiteX26" fmla="*/ 358766 w 396829"/>
                  <a:gd name="connsiteY26" fmla="*/ 212172 h 390287"/>
                  <a:gd name="connsiteX27" fmla="*/ 378139 w 396829"/>
                  <a:gd name="connsiteY27" fmla="*/ 117013 h 390287"/>
                  <a:gd name="connsiteX28" fmla="*/ 340992 w 396829"/>
                  <a:gd name="connsiteY28" fmla="*/ 106823 h 390287"/>
                  <a:gd name="connsiteX29" fmla="*/ 313693 w 396829"/>
                  <a:gd name="connsiteY29" fmla="*/ 161079 h 390287"/>
                  <a:gd name="connsiteX30" fmla="*/ 290474 w 396829"/>
                  <a:gd name="connsiteY30" fmla="*/ 230862 h 390287"/>
                  <a:gd name="connsiteX31" fmla="*/ 277445 w 396829"/>
                  <a:gd name="connsiteY31" fmla="*/ 197220 h 390287"/>
                  <a:gd name="connsiteX32" fmla="*/ 267596 w 396829"/>
                  <a:gd name="connsiteY32" fmla="*/ 161079 h 390287"/>
                  <a:gd name="connsiteX33" fmla="*/ 313693 w 396829"/>
                  <a:gd name="connsiteY33" fmla="*/ 161079 h 390287"/>
                  <a:gd name="connsiteX34" fmla="*/ 191343 w 396829"/>
                  <a:gd name="connsiteY34" fmla="*/ 334414 h 390287"/>
                  <a:gd name="connsiteX35" fmla="*/ 210950 w 396829"/>
                  <a:gd name="connsiteY35" fmla="*/ 259994 h 390287"/>
                  <a:gd name="connsiteX36" fmla="*/ 219900 w 396829"/>
                  <a:gd name="connsiteY36" fmla="*/ 184765 h 390287"/>
                  <a:gd name="connsiteX37" fmla="*/ 235301 w 396829"/>
                  <a:gd name="connsiteY37" fmla="*/ 238123 h 390287"/>
                  <a:gd name="connsiteX38" fmla="*/ 255358 w 396829"/>
                  <a:gd name="connsiteY38" fmla="*/ 285478 h 390287"/>
                  <a:gd name="connsiteX39" fmla="*/ 225794 w 396829"/>
                  <a:gd name="connsiteY39" fmla="*/ 313352 h 390287"/>
                  <a:gd name="connsiteX40" fmla="*/ 191343 w 396829"/>
                  <a:gd name="connsiteY40" fmla="*/ 334414 h 390287"/>
                  <a:gd name="connsiteX41" fmla="*/ 159965 w 396829"/>
                  <a:gd name="connsiteY41" fmla="*/ 207535 h 390287"/>
                  <a:gd name="connsiteX42" fmla="*/ 146486 w 396829"/>
                  <a:gd name="connsiteY42" fmla="*/ 185898 h 390287"/>
                  <a:gd name="connsiteX43" fmla="*/ 127005 w 396829"/>
                  <a:gd name="connsiteY43" fmla="*/ 155885 h 390287"/>
                  <a:gd name="connsiteX44" fmla="*/ 111370 w 396829"/>
                  <a:gd name="connsiteY44" fmla="*/ 133349 h 390287"/>
                  <a:gd name="connsiteX45" fmla="*/ 111370 w 396829"/>
                  <a:gd name="connsiteY45" fmla="*/ 129269 h 390287"/>
                  <a:gd name="connsiteX46" fmla="*/ 152147 w 396829"/>
                  <a:gd name="connsiteY46" fmla="*/ 129269 h 390287"/>
                  <a:gd name="connsiteX47" fmla="*/ 152147 w 396829"/>
                  <a:gd name="connsiteY47" fmla="*/ 74672 h 390287"/>
                  <a:gd name="connsiteX48" fmla="*/ 111370 w 396829"/>
                  <a:gd name="connsiteY48" fmla="*/ 74672 h 390287"/>
                  <a:gd name="connsiteX49" fmla="*/ 111370 w 396829"/>
                  <a:gd name="connsiteY49" fmla="*/ 0 h 390287"/>
                  <a:gd name="connsiteX50" fmla="*/ 56305 w 396829"/>
                  <a:gd name="connsiteY50" fmla="*/ 0 h 390287"/>
                  <a:gd name="connsiteX51" fmla="*/ 56305 w 396829"/>
                  <a:gd name="connsiteY51" fmla="*/ 74654 h 390287"/>
                  <a:gd name="connsiteX52" fmla="*/ 10657 w 396829"/>
                  <a:gd name="connsiteY52" fmla="*/ 74654 h 390287"/>
                  <a:gd name="connsiteX53" fmla="*/ 10657 w 396829"/>
                  <a:gd name="connsiteY53" fmla="*/ 129251 h 390287"/>
                  <a:gd name="connsiteX54" fmla="*/ 54723 w 396829"/>
                  <a:gd name="connsiteY54" fmla="*/ 129251 h 390287"/>
                  <a:gd name="connsiteX55" fmla="*/ 41011 w 396829"/>
                  <a:gd name="connsiteY55" fmla="*/ 177163 h 390287"/>
                  <a:gd name="connsiteX56" fmla="*/ 22428 w 396829"/>
                  <a:gd name="connsiteY56" fmla="*/ 222811 h 390287"/>
                  <a:gd name="connsiteX57" fmla="*/ 0 w 396829"/>
                  <a:gd name="connsiteY57" fmla="*/ 258503 h 390287"/>
                  <a:gd name="connsiteX58" fmla="*/ 14054 w 396829"/>
                  <a:gd name="connsiteY58" fmla="*/ 288515 h 390287"/>
                  <a:gd name="connsiteX59" fmla="*/ 25376 w 396829"/>
                  <a:gd name="connsiteY59" fmla="*/ 318869 h 390287"/>
                  <a:gd name="connsiteX60" fmla="*/ 41694 w 396829"/>
                  <a:gd name="connsiteY60" fmla="*/ 286125 h 390287"/>
                  <a:gd name="connsiteX61" fmla="*/ 56305 w 396829"/>
                  <a:gd name="connsiteY61" fmla="*/ 245455 h 390287"/>
                  <a:gd name="connsiteX62" fmla="*/ 56305 w 396829"/>
                  <a:gd name="connsiteY62" fmla="*/ 387395 h 390287"/>
                  <a:gd name="connsiteX63" fmla="*/ 111370 w 396829"/>
                  <a:gd name="connsiteY63" fmla="*/ 387395 h 390287"/>
                  <a:gd name="connsiteX64" fmla="*/ 111370 w 396829"/>
                  <a:gd name="connsiteY64" fmla="*/ 208739 h 390287"/>
                  <a:gd name="connsiteX65" fmla="*/ 119744 w 396829"/>
                  <a:gd name="connsiteY65" fmla="*/ 231402 h 390287"/>
                  <a:gd name="connsiteX66" fmla="*/ 126088 w 396829"/>
                  <a:gd name="connsiteY66" fmla="*/ 251224 h 390287"/>
                  <a:gd name="connsiteX67" fmla="*/ 159965 w 396829"/>
                  <a:gd name="connsiteY67" fmla="*/ 207535 h 390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</a:cxnLst>
                <a:rect l="l" t="t" r="r" b="b"/>
                <a:pathLst>
                  <a:path w="396829" h="390287">
                    <a:moveTo>
                      <a:pt x="340992" y="106823"/>
                    </a:moveTo>
                    <a:lnTo>
                      <a:pt x="330802" y="108530"/>
                    </a:lnTo>
                    <a:lnTo>
                      <a:pt x="221930" y="108530"/>
                    </a:lnTo>
                    <a:lnTo>
                      <a:pt x="221930" y="76253"/>
                    </a:lnTo>
                    <a:cubicBezTo>
                      <a:pt x="251152" y="74672"/>
                      <a:pt x="280158" y="71617"/>
                      <a:pt x="308931" y="66962"/>
                    </a:cubicBezTo>
                    <a:cubicBezTo>
                      <a:pt x="337703" y="62433"/>
                      <a:pt x="364103" y="55856"/>
                      <a:pt x="388347" y="47355"/>
                    </a:cubicBezTo>
                    <a:lnTo>
                      <a:pt x="347911" y="0"/>
                    </a:lnTo>
                    <a:cubicBezTo>
                      <a:pt x="324692" y="8267"/>
                      <a:pt x="296818" y="14719"/>
                      <a:pt x="264307" y="19265"/>
                    </a:cubicBezTo>
                    <a:cubicBezTo>
                      <a:pt x="231797" y="23686"/>
                      <a:pt x="198496" y="26508"/>
                      <a:pt x="164386" y="27766"/>
                    </a:cubicBezTo>
                    <a:lnTo>
                      <a:pt x="164386" y="123608"/>
                    </a:lnTo>
                    <a:cubicBezTo>
                      <a:pt x="164619" y="146270"/>
                      <a:pt x="163703" y="171413"/>
                      <a:pt x="161780" y="198945"/>
                    </a:cubicBezTo>
                    <a:cubicBezTo>
                      <a:pt x="159749" y="226477"/>
                      <a:pt x="155094" y="253884"/>
                      <a:pt x="147960" y="281416"/>
                    </a:cubicBezTo>
                    <a:cubicBezTo>
                      <a:pt x="140717" y="308823"/>
                      <a:pt x="129503" y="333875"/>
                      <a:pt x="114209" y="356412"/>
                    </a:cubicBezTo>
                    <a:cubicBezTo>
                      <a:pt x="121577" y="359700"/>
                      <a:pt x="130060" y="364786"/>
                      <a:pt x="139926" y="371705"/>
                    </a:cubicBezTo>
                    <a:cubicBezTo>
                      <a:pt x="149793" y="378624"/>
                      <a:pt x="157485" y="384843"/>
                      <a:pt x="163146" y="390288"/>
                    </a:cubicBezTo>
                    <a:cubicBezTo>
                      <a:pt x="167908" y="383603"/>
                      <a:pt x="172203" y="376360"/>
                      <a:pt x="176283" y="368758"/>
                    </a:cubicBezTo>
                    <a:cubicBezTo>
                      <a:pt x="180362" y="361156"/>
                      <a:pt x="183993" y="353231"/>
                      <a:pt x="187264" y="345090"/>
                    </a:cubicBezTo>
                    <a:cubicBezTo>
                      <a:pt x="192709" y="351433"/>
                      <a:pt x="198136" y="358568"/>
                      <a:pt x="203456" y="366494"/>
                    </a:cubicBezTo>
                    <a:cubicBezTo>
                      <a:pt x="208775" y="374311"/>
                      <a:pt x="213196" y="381446"/>
                      <a:pt x="216593" y="387898"/>
                    </a:cubicBezTo>
                    <a:cubicBezTo>
                      <a:pt x="230413" y="380871"/>
                      <a:pt x="243335" y="373179"/>
                      <a:pt x="255340" y="364553"/>
                    </a:cubicBezTo>
                    <a:cubicBezTo>
                      <a:pt x="267237" y="355944"/>
                      <a:pt x="278451" y="346419"/>
                      <a:pt x="288767" y="336014"/>
                    </a:cubicBezTo>
                    <a:cubicBezTo>
                      <a:pt x="307116" y="357759"/>
                      <a:pt x="329993" y="375551"/>
                      <a:pt x="357759" y="389479"/>
                    </a:cubicBezTo>
                    <a:cubicBezTo>
                      <a:pt x="362073" y="381105"/>
                      <a:pt x="367949" y="372029"/>
                      <a:pt x="375425" y="362288"/>
                    </a:cubicBezTo>
                    <a:cubicBezTo>
                      <a:pt x="382902" y="352548"/>
                      <a:pt x="390036" y="344622"/>
                      <a:pt x="396830" y="338494"/>
                    </a:cubicBezTo>
                    <a:cubicBezTo>
                      <a:pt x="382434" y="332599"/>
                      <a:pt x="369297" y="325357"/>
                      <a:pt x="357526" y="316856"/>
                    </a:cubicBezTo>
                    <a:cubicBezTo>
                      <a:pt x="345862" y="308356"/>
                      <a:pt x="335205" y="298507"/>
                      <a:pt x="325914" y="287509"/>
                    </a:cubicBezTo>
                    <a:cubicBezTo>
                      <a:pt x="339177" y="265530"/>
                      <a:pt x="350050" y="240495"/>
                      <a:pt x="358766" y="212172"/>
                    </a:cubicBezTo>
                    <a:cubicBezTo>
                      <a:pt x="367374" y="183957"/>
                      <a:pt x="373826" y="152237"/>
                      <a:pt x="378139" y="117013"/>
                    </a:cubicBezTo>
                    <a:lnTo>
                      <a:pt x="340992" y="106823"/>
                    </a:lnTo>
                    <a:close/>
                    <a:moveTo>
                      <a:pt x="313693" y="161079"/>
                    </a:moveTo>
                    <a:cubicBezTo>
                      <a:pt x="307924" y="186347"/>
                      <a:pt x="300215" y="209566"/>
                      <a:pt x="290474" y="230862"/>
                    </a:cubicBezTo>
                    <a:cubicBezTo>
                      <a:pt x="285604" y="219990"/>
                      <a:pt x="281183" y="208775"/>
                      <a:pt x="277445" y="197220"/>
                    </a:cubicBezTo>
                    <a:cubicBezTo>
                      <a:pt x="273707" y="185556"/>
                      <a:pt x="270418" y="173551"/>
                      <a:pt x="267596" y="161079"/>
                    </a:cubicBezTo>
                    <a:lnTo>
                      <a:pt x="313693" y="161079"/>
                    </a:lnTo>
                    <a:close/>
                    <a:moveTo>
                      <a:pt x="191343" y="334414"/>
                    </a:moveTo>
                    <a:cubicBezTo>
                      <a:pt x="199951" y="310620"/>
                      <a:pt x="206529" y="285927"/>
                      <a:pt x="210950" y="259994"/>
                    </a:cubicBezTo>
                    <a:cubicBezTo>
                      <a:pt x="215371" y="234169"/>
                      <a:pt x="218318" y="209135"/>
                      <a:pt x="219900" y="184765"/>
                    </a:cubicBezTo>
                    <a:cubicBezTo>
                      <a:pt x="224321" y="203564"/>
                      <a:pt x="229533" y="221355"/>
                      <a:pt x="235301" y="238123"/>
                    </a:cubicBezTo>
                    <a:cubicBezTo>
                      <a:pt x="241196" y="254998"/>
                      <a:pt x="247881" y="270741"/>
                      <a:pt x="255358" y="285478"/>
                    </a:cubicBezTo>
                    <a:cubicBezTo>
                      <a:pt x="246408" y="295901"/>
                      <a:pt x="236559" y="305193"/>
                      <a:pt x="225794" y="313352"/>
                    </a:cubicBezTo>
                    <a:cubicBezTo>
                      <a:pt x="215029" y="321493"/>
                      <a:pt x="203582" y="328520"/>
                      <a:pt x="191343" y="334414"/>
                    </a:cubicBezTo>
                    <a:close/>
                    <a:moveTo>
                      <a:pt x="159965" y="207535"/>
                    </a:moveTo>
                    <a:cubicBezTo>
                      <a:pt x="157359" y="203114"/>
                      <a:pt x="152830" y="195872"/>
                      <a:pt x="146486" y="185898"/>
                    </a:cubicBezTo>
                    <a:cubicBezTo>
                      <a:pt x="140142" y="175923"/>
                      <a:pt x="133690" y="165967"/>
                      <a:pt x="127005" y="155885"/>
                    </a:cubicBezTo>
                    <a:cubicBezTo>
                      <a:pt x="120320" y="145803"/>
                      <a:pt x="115108" y="138327"/>
                      <a:pt x="111370" y="133349"/>
                    </a:cubicBezTo>
                    <a:lnTo>
                      <a:pt x="111370" y="129269"/>
                    </a:lnTo>
                    <a:lnTo>
                      <a:pt x="152147" y="129269"/>
                    </a:lnTo>
                    <a:lnTo>
                      <a:pt x="152147" y="74672"/>
                    </a:lnTo>
                    <a:lnTo>
                      <a:pt x="111370" y="74672"/>
                    </a:lnTo>
                    <a:lnTo>
                      <a:pt x="111370" y="0"/>
                    </a:lnTo>
                    <a:lnTo>
                      <a:pt x="56305" y="0"/>
                    </a:lnTo>
                    <a:lnTo>
                      <a:pt x="56305" y="74654"/>
                    </a:lnTo>
                    <a:lnTo>
                      <a:pt x="10657" y="74654"/>
                    </a:lnTo>
                    <a:lnTo>
                      <a:pt x="10657" y="129251"/>
                    </a:lnTo>
                    <a:lnTo>
                      <a:pt x="54723" y="129251"/>
                    </a:lnTo>
                    <a:cubicBezTo>
                      <a:pt x="50985" y="144994"/>
                      <a:pt x="46456" y="160971"/>
                      <a:pt x="41011" y="177163"/>
                    </a:cubicBezTo>
                    <a:cubicBezTo>
                      <a:pt x="35566" y="193482"/>
                      <a:pt x="29348" y="208650"/>
                      <a:pt x="22428" y="222811"/>
                    </a:cubicBezTo>
                    <a:cubicBezTo>
                      <a:pt x="15509" y="237081"/>
                      <a:pt x="8033" y="248978"/>
                      <a:pt x="0" y="258503"/>
                    </a:cubicBezTo>
                    <a:cubicBezTo>
                      <a:pt x="4529" y="267003"/>
                      <a:pt x="9183" y="276959"/>
                      <a:pt x="14054" y="288515"/>
                    </a:cubicBezTo>
                    <a:cubicBezTo>
                      <a:pt x="18924" y="300179"/>
                      <a:pt x="22662" y="310261"/>
                      <a:pt x="25376" y="318869"/>
                    </a:cubicBezTo>
                    <a:cubicBezTo>
                      <a:pt x="31037" y="309578"/>
                      <a:pt x="36482" y="298705"/>
                      <a:pt x="41694" y="286125"/>
                    </a:cubicBezTo>
                    <a:cubicBezTo>
                      <a:pt x="47014" y="273671"/>
                      <a:pt x="51776" y="260066"/>
                      <a:pt x="56305" y="245455"/>
                    </a:cubicBezTo>
                    <a:lnTo>
                      <a:pt x="56305" y="387395"/>
                    </a:lnTo>
                    <a:lnTo>
                      <a:pt x="111370" y="387395"/>
                    </a:lnTo>
                    <a:lnTo>
                      <a:pt x="111370" y="208739"/>
                    </a:lnTo>
                    <a:cubicBezTo>
                      <a:pt x="114425" y="216557"/>
                      <a:pt x="117264" y="224141"/>
                      <a:pt x="119744" y="231402"/>
                    </a:cubicBezTo>
                    <a:cubicBezTo>
                      <a:pt x="122350" y="238644"/>
                      <a:pt x="124381" y="245222"/>
                      <a:pt x="126088" y="251224"/>
                    </a:cubicBezTo>
                    <a:lnTo>
                      <a:pt x="159965" y="207535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42" name="组合 41">
                <a:extLst>
                  <a:ext uri="{FF2B5EF4-FFF2-40B4-BE49-F238E27FC236}">
                    <a16:creationId xmlns:a16="http://schemas.microsoft.com/office/drawing/2014/main" id="{FFDEDDD6-5E44-BA98-3A8F-6302E2250D16}"/>
                  </a:ext>
                </a:extLst>
              </p:cNvPr>
              <p:cNvGrpSpPr/>
              <p:nvPr userDrawn="1"/>
            </p:nvGrpSpPr>
            <p:grpSpPr>
              <a:xfrm>
                <a:off x="2038610" y="3870398"/>
                <a:ext cx="413489" cy="89750"/>
                <a:chOff x="8686551" y="964247"/>
                <a:chExt cx="413489" cy="89750"/>
              </a:xfrm>
            </p:grpSpPr>
            <p:sp>
              <p:nvSpPr>
                <p:cNvPr id="61" name="任意多边形: 形状 60">
                  <a:extLst>
                    <a:ext uri="{FF2B5EF4-FFF2-40B4-BE49-F238E27FC236}">
                      <a16:creationId xmlns:a16="http://schemas.microsoft.com/office/drawing/2014/main" id="{2D727A78-EF4B-5F83-27D0-4AD30A854A43}"/>
                    </a:ext>
                  </a:extLst>
                </p:cNvPr>
                <p:cNvSpPr/>
                <p:nvPr/>
              </p:nvSpPr>
              <p:spPr>
                <a:xfrm>
                  <a:off x="8686551" y="964247"/>
                  <a:ext cx="120678" cy="87629"/>
                </a:xfrm>
                <a:custGeom>
                  <a:avLst/>
                  <a:gdLst>
                    <a:gd name="connsiteX0" fmla="*/ 24351 w 120678"/>
                    <a:gd name="connsiteY0" fmla="*/ 87629 h 87629"/>
                    <a:gd name="connsiteX1" fmla="*/ 41730 w 120678"/>
                    <a:gd name="connsiteY1" fmla="*/ 87629 h 87629"/>
                    <a:gd name="connsiteX2" fmla="*/ 53897 w 120678"/>
                    <a:gd name="connsiteY2" fmla="*/ 40706 h 87629"/>
                    <a:gd name="connsiteX3" fmla="*/ 57006 w 120678"/>
                    <a:gd name="connsiteY3" fmla="*/ 28054 h 87629"/>
                    <a:gd name="connsiteX4" fmla="*/ 59863 w 120678"/>
                    <a:gd name="connsiteY4" fmla="*/ 15150 h 87629"/>
                    <a:gd name="connsiteX5" fmla="*/ 60726 w 120678"/>
                    <a:gd name="connsiteY5" fmla="*/ 15150 h 87629"/>
                    <a:gd name="connsiteX6" fmla="*/ 63583 w 120678"/>
                    <a:gd name="connsiteY6" fmla="*/ 28054 h 87629"/>
                    <a:gd name="connsiteX7" fmla="*/ 66692 w 120678"/>
                    <a:gd name="connsiteY7" fmla="*/ 40346 h 87629"/>
                    <a:gd name="connsiteX8" fmla="*/ 79470 w 120678"/>
                    <a:gd name="connsiteY8" fmla="*/ 87629 h 87629"/>
                    <a:gd name="connsiteX9" fmla="*/ 97226 w 120678"/>
                    <a:gd name="connsiteY9" fmla="*/ 87629 h 87629"/>
                    <a:gd name="connsiteX10" fmla="*/ 120679 w 120678"/>
                    <a:gd name="connsiteY10" fmla="*/ 0 h 87629"/>
                    <a:gd name="connsiteX11" fmla="*/ 106895 w 120678"/>
                    <a:gd name="connsiteY11" fmla="*/ 0 h 87629"/>
                    <a:gd name="connsiteX12" fmla="*/ 93991 w 120678"/>
                    <a:gd name="connsiteY12" fmla="*/ 50644 h 87629"/>
                    <a:gd name="connsiteX13" fmla="*/ 91259 w 120678"/>
                    <a:gd name="connsiteY13" fmla="*/ 63062 h 87629"/>
                    <a:gd name="connsiteX14" fmla="*/ 88402 w 120678"/>
                    <a:gd name="connsiteY14" fmla="*/ 75229 h 87629"/>
                    <a:gd name="connsiteX15" fmla="*/ 87773 w 120678"/>
                    <a:gd name="connsiteY15" fmla="*/ 75229 h 87629"/>
                    <a:gd name="connsiteX16" fmla="*/ 84790 w 120678"/>
                    <a:gd name="connsiteY16" fmla="*/ 63062 h 87629"/>
                    <a:gd name="connsiteX17" fmla="*/ 81681 w 120678"/>
                    <a:gd name="connsiteY17" fmla="*/ 50644 h 87629"/>
                    <a:gd name="connsiteX18" fmla="*/ 67896 w 120678"/>
                    <a:gd name="connsiteY18" fmla="*/ 0 h 87629"/>
                    <a:gd name="connsiteX19" fmla="*/ 53627 w 120678"/>
                    <a:gd name="connsiteY19" fmla="*/ 0 h 87629"/>
                    <a:gd name="connsiteX20" fmla="*/ 40094 w 120678"/>
                    <a:gd name="connsiteY20" fmla="*/ 50644 h 87629"/>
                    <a:gd name="connsiteX21" fmla="*/ 36985 w 120678"/>
                    <a:gd name="connsiteY21" fmla="*/ 62936 h 87629"/>
                    <a:gd name="connsiteX22" fmla="*/ 34002 w 120678"/>
                    <a:gd name="connsiteY22" fmla="*/ 75229 h 87629"/>
                    <a:gd name="connsiteX23" fmla="*/ 33265 w 120678"/>
                    <a:gd name="connsiteY23" fmla="*/ 75229 h 87629"/>
                    <a:gd name="connsiteX24" fmla="*/ 30785 w 120678"/>
                    <a:gd name="connsiteY24" fmla="*/ 63062 h 87629"/>
                    <a:gd name="connsiteX25" fmla="*/ 28054 w 120678"/>
                    <a:gd name="connsiteY25" fmla="*/ 50644 h 87629"/>
                    <a:gd name="connsiteX26" fmla="*/ 15024 w 120678"/>
                    <a:gd name="connsiteY26" fmla="*/ 0 h 87629"/>
                    <a:gd name="connsiteX27" fmla="*/ 0 w 120678"/>
                    <a:gd name="connsiteY27" fmla="*/ 0 h 87629"/>
                    <a:gd name="connsiteX28" fmla="*/ 24351 w 120678"/>
                    <a:gd name="connsiteY28" fmla="*/ 87629 h 876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678" h="87629">
                      <a:moveTo>
                        <a:pt x="24351" y="87629"/>
                      </a:moveTo>
                      <a:lnTo>
                        <a:pt x="41730" y="87629"/>
                      </a:lnTo>
                      <a:lnTo>
                        <a:pt x="53897" y="40706"/>
                      </a:lnTo>
                      <a:cubicBezTo>
                        <a:pt x="55011" y="36482"/>
                        <a:pt x="56125" y="32259"/>
                        <a:pt x="57006" y="28054"/>
                      </a:cubicBezTo>
                      <a:lnTo>
                        <a:pt x="59863" y="15150"/>
                      </a:lnTo>
                      <a:lnTo>
                        <a:pt x="60726" y="15150"/>
                      </a:lnTo>
                      <a:lnTo>
                        <a:pt x="63583" y="28054"/>
                      </a:lnTo>
                      <a:cubicBezTo>
                        <a:pt x="64572" y="32151"/>
                        <a:pt x="65578" y="36249"/>
                        <a:pt x="66692" y="40346"/>
                      </a:cubicBezTo>
                      <a:lnTo>
                        <a:pt x="79470" y="87629"/>
                      </a:lnTo>
                      <a:lnTo>
                        <a:pt x="97226" y="87629"/>
                      </a:lnTo>
                      <a:lnTo>
                        <a:pt x="120679" y="0"/>
                      </a:lnTo>
                      <a:lnTo>
                        <a:pt x="106895" y="0"/>
                      </a:lnTo>
                      <a:lnTo>
                        <a:pt x="93991" y="50644"/>
                      </a:lnTo>
                      <a:lnTo>
                        <a:pt x="91259" y="63062"/>
                      </a:lnTo>
                      <a:lnTo>
                        <a:pt x="88402" y="75229"/>
                      </a:lnTo>
                      <a:lnTo>
                        <a:pt x="87773" y="75229"/>
                      </a:lnTo>
                      <a:lnTo>
                        <a:pt x="84790" y="63062"/>
                      </a:lnTo>
                      <a:lnTo>
                        <a:pt x="81681" y="50644"/>
                      </a:lnTo>
                      <a:lnTo>
                        <a:pt x="67896" y="0"/>
                      </a:lnTo>
                      <a:lnTo>
                        <a:pt x="53627" y="0"/>
                      </a:lnTo>
                      <a:lnTo>
                        <a:pt x="40094" y="50644"/>
                      </a:lnTo>
                      <a:cubicBezTo>
                        <a:pt x="38980" y="54741"/>
                        <a:pt x="37866" y="58839"/>
                        <a:pt x="36985" y="62936"/>
                      </a:cubicBezTo>
                      <a:lnTo>
                        <a:pt x="34002" y="75229"/>
                      </a:lnTo>
                      <a:lnTo>
                        <a:pt x="33265" y="75229"/>
                      </a:lnTo>
                      <a:lnTo>
                        <a:pt x="30785" y="63062"/>
                      </a:lnTo>
                      <a:lnTo>
                        <a:pt x="28054" y="50644"/>
                      </a:lnTo>
                      <a:lnTo>
                        <a:pt x="15024" y="0"/>
                      </a:lnTo>
                      <a:lnTo>
                        <a:pt x="0" y="0"/>
                      </a:lnTo>
                      <a:lnTo>
                        <a:pt x="24351" y="87629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2" name="任意多边形: 形状 61">
                  <a:extLst>
                    <a:ext uri="{FF2B5EF4-FFF2-40B4-BE49-F238E27FC236}">
                      <a16:creationId xmlns:a16="http://schemas.microsoft.com/office/drawing/2014/main" id="{D8312688-AD36-4859-1464-05EE093E5ED5}"/>
                    </a:ext>
                  </a:extLst>
                </p:cNvPr>
                <p:cNvSpPr/>
                <p:nvPr/>
              </p:nvSpPr>
              <p:spPr>
                <a:xfrm>
                  <a:off x="8810681" y="964247"/>
                  <a:ext cx="120678" cy="87629"/>
                </a:xfrm>
                <a:custGeom>
                  <a:avLst/>
                  <a:gdLst>
                    <a:gd name="connsiteX0" fmla="*/ 24351 w 120678"/>
                    <a:gd name="connsiteY0" fmla="*/ 87629 h 87629"/>
                    <a:gd name="connsiteX1" fmla="*/ 41730 w 120678"/>
                    <a:gd name="connsiteY1" fmla="*/ 87629 h 87629"/>
                    <a:gd name="connsiteX2" fmla="*/ 53897 w 120678"/>
                    <a:gd name="connsiteY2" fmla="*/ 40706 h 87629"/>
                    <a:gd name="connsiteX3" fmla="*/ 57006 w 120678"/>
                    <a:gd name="connsiteY3" fmla="*/ 28054 h 87629"/>
                    <a:gd name="connsiteX4" fmla="*/ 59863 w 120678"/>
                    <a:gd name="connsiteY4" fmla="*/ 15150 h 87629"/>
                    <a:gd name="connsiteX5" fmla="*/ 60726 w 120678"/>
                    <a:gd name="connsiteY5" fmla="*/ 15150 h 87629"/>
                    <a:gd name="connsiteX6" fmla="*/ 63583 w 120678"/>
                    <a:gd name="connsiteY6" fmla="*/ 28054 h 87629"/>
                    <a:gd name="connsiteX7" fmla="*/ 66692 w 120678"/>
                    <a:gd name="connsiteY7" fmla="*/ 40346 h 87629"/>
                    <a:gd name="connsiteX8" fmla="*/ 79470 w 120678"/>
                    <a:gd name="connsiteY8" fmla="*/ 87629 h 87629"/>
                    <a:gd name="connsiteX9" fmla="*/ 97226 w 120678"/>
                    <a:gd name="connsiteY9" fmla="*/ 87629 h 87629"/>
                    <a:gd name="connsiteX10" fmla="*/ 120679 w 120678"/>
                    <a:gd name="connsiteY10" fmla="*/ 0 h 87629"/>
                    <a:gd name="connsiteX11" fmla="*/ 106895 w 120678"/>
                    <a:gd name="connsiteY11" fmla="*/ 0 h 87629"/>
                    <a:gd name="connsiteX12" fmla="*/ 93991 w 120678"/>
                    <a:gd name="connsiteY12" fmla="*/ 50644 h 87629"/>
                    <a:gd name="connsiteX13" fmla="*/ 91259 w 120678"/>
                    <a:gd name="connsiteY13" fmla="*/ 63062 h 87629"/>
                    <a:gd name="connsiteX14" fmla="*/ 88402 w 120678"/>
                    <a:gd name="connsiteY14" fmla="*/ 75229 h 87629"/>
                    <a:gd name="connsiteX15" fmla="*/ 87773 w 120678"/>
                    <a:gd name="connsiteY15" fmla="*/ 75229 h 87629"/>
                    <a:gd name="connsiteX16" fmla="*/ 84790 w 120678"/>
                    <a:gd name="connsiteY16" fmla="*/ 63062 h 87629"/>
                    <a:gd name="connsiteX17" fmla="*/ 81681 w 120678"/>
                    <a:gd name="connsiteY17" fmla="*/ 50644 h 87629"/>
                    <a:gd name="connsiteX18" fmla="*/ 67896 w 120678"/>
                    <a:gd name="connsiteY18" fmla="*/ 0 h 87629"/>
                    <a:gd name="connsiteX19" fmla="*/ 53627 w 120678"/>
                    <a:gd name="connsiteY19" fmla="*/ 0 h 87629"/>
                    <a:gd name="connsiteX20" fmla="*/ 40094 w 120678"/>
                    <a:gd name="connsiteY20" fmla="*/ 50644 h 87629"/>
                    <a:gd name="connsiteX21" fmla="*/ 36985 w 120678"/>
                    <a:gd name="connsiteY21" fmla="*/ 62936 h 87629"/>
                    <a:gd name="connsiteX22" fmla="*/ 34002 w 120678"/>
                    <a:gd name="connsiteY22" fmla="*/ 75229 h 87629"/>
                    <a:gd name="connsiteX23" fmla="*/ 33265 w 120678"/>
                    <a:gd name="connsiteY23" fmla="*/ 75229 h 87629"/>
                    <a:gd name="connsiteX24" fmla="*/ 30785 w 120678"/>
                    <a:gd name="connsiteY24" fmla="*/ 63062 h 87629"/>
                    <a:gd name="connsiteX25" fmla="*/ 28054 w 120678"/>
                    <a:gd name="connsiteY25" fmla="*/ 50644 h 87629"/>
                    <a:gd name="connsiteX26" fmla="*/ 15024 w 120678"/>
                    <a:gd name="connsiteY26" fmla="*/ 0 h 87629"/>
                    <a:gd name="connsiteX27" fmla="*/ 0 w 120678"/>
                    <a:gd name="connsiteY27" fmla="*/ 0 h 87629"/>
                    <a:gd name="connsiteX28" fmla="*/ 24351 w 120678"/>
                    <a:gd name="connsiteY28" fmla="*/ 87629 h 876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678" h="87629">
                      <a:moveTo>
                        <a:pt x="24351" y="87629"/>
                      </a:moveTo>
                      <a:lnTo>
                        <a:pt x="41730" y="87629"/>
                      </a:lnTo>
                      <a:lnTo>
                        <a:pt x="53897" y="40706"/>
                      </a:lnTo>
                      <a:cubicBezTo>
                        <a:pt x="55011" y="36482"/>
                        <a:pt x="56125" y="32259"/>
                        <a:pt x="57006" y="28054"/>
                      </a:cubicBezTo>
                      <a:lnTo>
                        <a:pt x="59863" y="15150"/>
                      </a:lnTo>
                      <a:lnTo>
                        <a:pt x="60726" y="15150"/>
                      </a:lnTo>
                      <a:lnTo>
                        <a:pt x="63583" y="28054"/>
                      </a:lnTo>
                      <a:cubicBezTo>
                        <a:pt x="64572" y="32151"/>
                        <a:pt x="65578" y="36249"/>
                        <a:pt x="66692" y="40346"/>
                      </a:cubicBezTo>
                      <a:lnTo>
                        <a:pt x="79470" y="87629"/>
                      </a:lnTo>
                      <a:lnTo>
                        <a:pt x="97226" y="87629"/>
                      </a:lnTo>
                      <a:lnTo>
                        <a:pt x="120679" y="0"/>
                      </a:lnTo>
                      <a:lnTo>
                        <a:pt x="106895" y="0"/>
                      </a:lnTo>
                      <a:lnTo>
                        <a:pt x="93991" y="50644"/>
                      </a:lnTo>
                      <a:lnTo>
                        <a:pt x="91259" y="63062"/>
                      </a:lnTo>
                      <a:lnTo>
                        <a:pt x="88402" y="75229"/>
                      </a:lnTo>
                      <a:lnTo>
                        <a:pt x="87773" y="75229"/>
                      </a:lnTo>
                      <a:lnTo>
                        <a:pt x="84790" y="63062"/>
                      </a:lnTo>
                      <a:lnTo>
                        <a:pt x="81681" y="50644"/>
                      </a:lnTo>
                      <a:lnTo>
                        <a:pt x="67896" y="0"/>
                      </a:lnTo>
                      <a:lnTo>
                        <a:pt x="53627" y="0"/>
                      </a:lnTo>
                      <a:lnTo>
                        <a:pt x="40094" y="50644"/>
                      </a:lnTo>
                      <a:cubicBezTo>
                        <a:pt x="38980" y="54741"/>
                        <a:pt x="37866" y="58839"/>
                        <a:pt x="36985" y="62936"/>
                      </a:cubicBezTo>
                      <a:lnTo>
                        <a:pt x="34002" y="75229"/>
                      </a:lnTo>
                      <a:lnTo>
                        <a:pt x="33265" y="75229"/>
                      </a:lnTo>
                      <a:lnTo>
                        <a:pt x="30785" y="63062"/>
                      </a:lnTo>
                      <a:lnTo>
                        <a:pt x="28054" y="50644"/>
                      </a:lnTo>
                      <a:lnTo>
                        <a:pt x="15024" y="0"/>
                      </a:lnTo>
                      <a:lnTo>
                        <a:pt x="0" y="0"/>
                      </a:lnTo>
                      <a:lnTo>
                        <a:pt x="24351" y="87629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3" name="任意多边形: 形状 62">
                  <a:extLst>
                    <a:ext uri="{FF2B5EF4-FFF2-40B4-BE49-F238E27FC236}">
                      <a16:creationId xmlns:a16="http://schemas.microsoft.com/office/drawing/2014/main" id="{5CEBDC48-9E45-99AF-B97F-B59AC451A954}"/>
                    </a:ext>
                  </a:extLst>
                </p:cNvPr>
                <p:cNvSpPr/>
                <p:nvPr/>
              </p:nvSpPr>
              <p:spPr>
                <a:xfrm>
                  <a:off x="8947228" y="964247"/>
                  <a:ext cx="120678" cy="87629"/>
                </a:xfrm>
                <a:custGeom>
                  <a:avLst/>
                  <a:gdLst>
                    <a:gd name="connsiteX0" fmla="*/ 24351 w 120678"/>
                    <a:gd name="connsiteY0" fmla="*/ 87629 h 87629"/>
                    <a:gd name="connsiteX1" fmla="*/ 41730 w 120678"/>
                    <a:gd name="connsiteY1" fmla="*/ 87629 h 87629"/>
                    <a:gd name="connsiteX2" fmla="*/ 53897 w 120678"/>
                    <a:gd name="connsiteY2" fmla="*/ 40706 h 87629"/>
                    <a:gd name="connsiteX3" fmla="*/ 57006 w 120678"/>
                    <a:gd name="connsiteY3" fmla="*/ 28054 h 87629"/>
                    <a:gd name="connsiteX4" fmla="*/ 59863 w 120678"/>
                    <a:gd name="connsiteY4" fmla="*/ 15150 h 87629"/>
                    <a:gd name="connsiteX5" fmla="*/ 60726 w 120678"/>
                    <a:gd name="connsiteY5" fmla="*/ 15150 h 87629"/>
                    <a:gd name="connsiteX6" fmla="*/ 63583 w 120678"/>
                    <a:gd name="connsiteY6" fmla="*/ 28054 h 87629"/>
                    <a:gd name="connsiteX7" fmla="*/ 66692 w 120678"/>
                    <a:gd name="connsiteY7" fmla="*/ 40346 h 87629"/>
                    <a:gd name="connsiteX8" fmla="*/ 79470 w 120678"/>
                    <a:gd name="connsiteY8" fmla="*/ 87629 h 87629"/>
                    <a:gd name="connsiteX9" fmla="*/ 97226 w 120678"/>
                    <a:gd name="connsiteY9" fmla="*/ 87629 h 87629"/>
                    <a:gd name="connsiteX10" fmla="*/ 120679 w 120678"/>
                    <a:gd name="connsiteY10" fmla="*/ 0 h 87629"/>
                    <a:gd name="connsiteX11" fmla="*/ 106895 w 120678"/>
                    <a:gd name="connsiteY11" fmla="*/ 0 h 87629"/>
                    <a:gd name="connsiteX12" fmla="*/ 93991 w 120678"/>
                    <a:gd name="connsiteY12" fmla="*/ 50644 h 87629"/>
                    <a:gd name="connsiteX13" fmla="*/ 91259 w 120678"/>
                    <a:gd name="connsiteY13" fmla="*/ 63062 h 87629"/>
                    <a:gd name="connsiteX14" fmla="*/ 88402 w 120678"/>
                    <a:gd name="connsiteY14" fmla="*/ 75229 h 87629"/>
                    <a:gd name="connsiteX15" fmla="*/ 87773 w 120678"/>
                    <a:gd name="connsiteY15" fmla="*/ 75229 h 87629"/>
                    <a:gd name="connsiteX16" fmla="*/ 84790 w 120678"/>
                    <a:gd name="connsiteY16" fmla="*/ 63062 h 87629"/>
                    <a:gd name="connsiteX17" fmla="*/ 81681 w 120678"/>
                    <a:gd name="connsiteY17" fmla="*/ 50644 h 87629"/>
                    <a:gd name="connsiteX18" fmla="*/ 67897 w 120678"/>
                    <a:gd name="connsiteY18" fmla="*/ 0 h 87629"/>
                    <a:gd name="connsiteX19" fmla="*/ 53627 w 120678"/>
                    <a:gd name="connsiteY19" fmla="*/ 0 h 87629"/>
                    <a:gd name="connsiteX20" fmla="*/ 40094 w 120678"/>
                    <a:gd name="connsiteY20" fmla="*/ 50644 h 87629"/>
                    <a:gd name="connsiteX21" fmla="*/ 36985 w 120678"/>
                    <a:gd name="connsiteY21" fmla="*/ 62936 h 87629"/>
                    <a:gd name="connsiteX22" fmla="*/ 34002 w 120678"/>
                    <a:gd name="connsiteY22" fmla="*/ 75229 h 87629"/>
                    <a:gd name="connsiteX23" fmla="*/ 33265 w 120678"/>
                    <a:gd name="connsiteY23" fmla="*/ 75229 h 87629"/>
                    <a:gd name="connsiteX24" fmla="*/ 30785 w 120678"/>
                    <a:gd name="connsiteY24" fmla="*/ 63062 h 87629"/>
                    <a:gd name="connsiteX25" fmla="*/ 28054 w 120678"/>
                    <a:gd name="connsiteY25" fmla="*/ 50644 h 87629"/>
                    <a:gd name="connsiteX26" fmla="*/ 15024 w 120678"/>
                    <a:gd name="connsiteY26" fmla="*/ 0 h 87629"/>
                    <a:gd name="connsiteX27" fmla="*/ 0 w 120678"/>
                    <a:gd name="connsiteY27" fmla="*/ 0 h 87629"/>
                    <a:gd name="connsiteX28" fmla="*/ 24351 w 120678"/>
                    <a:gd name="connsiteY28" fmla="*/ 87629 h 876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678" h="87629">
                      <a:moveTo>
                        <a:pt x="24351" y="87629"/>
                      </a:moveTo>
                      <a:lnTo>
                        <a:pt x="41730" y="87629"/>
                      </a:lnTo>
                      <a:lnTo>
                        <a:pt x="53897" y="40706"/>
                      </a:lnTo>
                      <a:cubicBezTo>
                        <a:pt x="55011" y="36482"/>
                        <a:pt x="56125" y="32259"/>
                        <a:pt x="57006" y="28054"/>
                      </a:cubicBezTo>
                      <a:lnTo>
                        <a:pt x="59863" y="15150"/>
                      </a:lnTo>
                      <a:lnTo>
                        <a:pt x="60726" y="15150"/>
                      </a:lnTo>
                      <a:lnTo>
                        <a:pt x="63583" y="28054"/>
                      </a:lnTo>
                      <a:cubicBezTo>
                        <a:pt x="64572" y="32151"/>
                        <a:pt x="65578" y="36249"/>
                        <a:pt x="66692" y="40346"/>
                      </a:cubicBezTo>
                      <a:lnTo>
                        <a:pt x="79470" y="87629"/>
                      </a:lnTo>
                      <a:lnTo>
                        <a:pt x="97226" y="87629"/>
                      </a:lnTo>
                      <a:lnTo>
                        <a:pt x="120679" y="0"/>
                      </a:lnTo>
                      <a:lnTo>
                        <a:pt x="106895" y="0"/>
                      </a:lnTo>
                      <a:lnTo>
                        <a:pt x="93991" y="50644"/>
                      </a:lnTo>
                      <a:lnTo>
                        <a:pt x="91259" y="63062"/>
                      </a:lnTo>
                      <a:lnTo>
                        <a:pt x="88402" y="75229"/>
                      </a:lnTo>
                      <a:lnTo>
                        <a:pt x="87773" y="75229"/>
                      </a:lnTo>
                      <a:lnTo>
                        <a:pt x="84790" y="63062"/>
                      </a:lnTo>
                      <a:lnTo>
                        <a:pt x="81681" y="50644"/>
                      </a:lnTo>
                      <a:lnTo>
                        <a:pt x="67897" y="0"/>
                      </a:lnTo>
                      <a:lnTo>
                        <a:pt x="53627" y="0"/>
                      </a:lnTo>
                      <a:lnTo>
                        <a:pt x="40094" y="50644"/>
                      </a:lnTo>
                      <a:cubicBezTo>
                        <a:pt x="38980" y="54741"/>
                        <a:pt x="37866" y="58839"/>
                        <a:pt x="36985" y="62936"/>
                      </a:cubicBezTo>
                      <a:lnTo>
                        <a:pt x="34002" y="75229"/>
                      </a:lnTo>
                      <a:lnTo>
                        <a:pt x="33265" y="75229"/>
                      </a:lnTo>
                      <a:lnTo>
                        <a:pt x="30785" y="63062"/>
                      </a:lnTo>
                      <a:lnTo>
                        <a:pt x="28054" y="50644"/>
                      </a:lnTo>
                      <a:lnTo>
                        <a:pt x="15024" y="0"/>
                      </a:lnTo>
                      <a:lnTo>
                        <a:pt x="0" y="0"/>
                      </a:lnTo>
                      <a:lnTo>
                        <a:pt x="24351" y="87629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4" name="任意多边形: 形状 63">
                  <a:extLst>
                    <a:ext uri="{FF2B5EF4-FFF2-40B4-BE49-F238E27FC236}">
                      <a16:creationId xmlns:a16="http://schemas.microsoft.com/office/drawing/2014/main" id="{BF4A00DA-5CEF-5570-193C-250CC047DF05}"/>
                    </a:ext>
                  </a:extLst>
                </p:cNvPr>
                <p:cNvSpPr/>
                <p:nvPr/>
              </p:nvSpPr>
              <p:spPr>
                <a:xfrm>
                  <a:off x="9078816" y="1031389"/>
                  <a:ext cx="21224" cy="22608"/>
                </a:xfrm>
                <a:custGeom>
                  <a:avLst/>
                  <a:gdLst>
                    <a:gd name="connsiteX0" fmla="*/ 10675 w 21224"/>
                    <a:gd name="connsiteY0" fmla="*/ 22608 h 22608"/>
                    <a:gd name="connsiteX1" fmla="*/ 18115 w 21224"/>
                    <a:gd name="connsiteY1" fmla="*/ 19499 h 22608"/>
                    <a:gd name="connsiteX2" fmla="*/ 21224 w 21224"/>
                    <a:gd name="connsiteY2" fmla="*/ 11430 h 22608"/>
                    <a:gd name="connsiteX3" fmla="*/ 18115 w 21224"/>
                    <a:gd name="connsiteY3" fmla="*/ 3235 h 22608"/>
                    <a:gd name="connsiteX4" fmla="*/ 10675 w 21224"/>
                    <a:gd name="connsiteY4" fmla="*/ 0 h 22608"/>
                    <a:gd name="connsiteX5" fmla="*/ 3109 w 21224"/>
                    <a:gd name="connsiteY5" fmla="*/ 3235 h 22608"/>
                    <a:gd name="connsiteX6" fmla="*/ 0 w 21224"/>
                    <a:gd name="connsiteY6" fmla="*/ 11430 h 22608"/>
                    <a:gd name="connsiteX7" fmla="*/ 3109 w 21224"/>
                    <a:gd name="connsiteY7" fmla="*/ 19499 h 22608"/>
                    <a:gd name="connsiteX8" fmla="*/ 10675 w 21224"/>
                    <a:gd name="connsiteY8" fmla="*/ 22608 h 226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1224" h="22608">
                      <a:moveTo>
                        <a:pt x="10675" y="22608"/>
                      </a:moveTo>
                      <a:cubicBezTo>
                        <a:pt x="13658" y="22482"/>
                        <a:pt x="16138" y="21494"/>
                        <a:pt x="18115" y="19499"/>
                      </a:cubicBezTo>
                      <a:cubicBezTo>
                        <a:pt x="20110" y="17504"/>
                        <a:pt x="21224" y="14791"/>
                        <a:pt x="21224" y="11430"/>
                      </a:cubicBezTo>
                      <a:cubicBezTo>
                        <a:pt x="21224" y="8069"/>
                        <a:pt x="20110" y="5356"/>
                        <a:pt x="18115" y="3235"/>
                      </a:cubicBezTo>
                      <a:cubicBezTo>
                        <a:pt x="16120" y="1132"/>
                        <a:pt x="13640" y="0"/>
                        <a:pt x="10675" y="0"/>
                      </a:cubicBezTo>
                      <a:cubicBezTo>
                        <a:pt x="7692" y="0"/>
                        <a:pt x="5212" y="1114"/>
                        <a:pt x="3109" y="3235"/>
                      </a:cubicBezTo>
                      <a:cubicBezTo>
                        <a:pt x="1114" y="5338"/>
                        <a:pt x="126" y="8069"/>
                        <a:pt x="0" y="11430"/>
                      </a:cubicBezTo>
                      <a:cubicBezTo>
                        <a:pt x="126" y="14773"/>
                        <a:pt x="1114" y="17504"/>
                        <a:pt x="3109" y="19499"/>
                      </a:cubicBezTo>
                      <a:cubicBezTo>
                        <a:pt x="5212" y="21476"/>
                        <a:pt x="7692" y="22482"/>
                        <a:pt x="10675" y="22608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3" name="组合 42">
                <a:extLst>
                  <a:ext uri="{FF2B5EF4-FFF2-40B4-BE49-F238E27FC236}">
                    <a16:creationId xmlns:a16="http://schemas.microsoft.com/office/drawing/2014/main" id="{B7DD8678-13EA-F72A-D083-27B9CF906129}"/>
                  </a:ext>
                </a:extLst>
              </p:cNvPr>
              <p:cNvGrpSpPr/>
              <p:nvPr userDrawn="1"/>
            </p:nvGrpSpPr>
            <p:grpSpPr>
              <a:xfrm>
                <a:off x="2487485" y="3830214"/>
                <a:ext cx="173892" cy="129934"/>
                <a:chOff x="9130663" y="924063"/>
                <a:chExt cx="173892" cy="129934"/>
              </a:xfrm>
            </p:grpSpPr>
            <p:sp>
              <p:nvSpPr>
                <p:cNvPr id="59" name="任意多边形: 形状 58">
                  <a:extLst>
                    <a:ext uri="{FF2B5EF4-FFF2-40B4-BE49-F238E27FC236}">
                      <a16:creationId xmlns:a16="http://schemas.microsoft.com/office/drawing/2014/main" id="{BD14739B-AE93-27AC-8F6B-8E4874CBBADB}"/>
                    </a:ext>
                  </a:extLst>
                </p:cNvPr>
                <p:cNvSpPr/>
                <p:nvPr/>
              </p:nvSpPr>
              <p:spPr>
                <a:xfrm>
                  <a:off x="9130663" y="933588"/>
                  <a:ext cx="76343" cy="120409"/>
                </a:xfrm>
                <a:custGeom>
                  <a:avLst/>
                  <a:gdLst>
                    <a:gd name="connsiteX0" fmla="*/ 37614 w 76343"/>
                    <a:gd name="connsiteY0" fmla="*/ 120409 h 120409"/>
                    <a:gd name="connsiteX1" fmla="*/ 56610 w 76343"/>
                    <a:gd name="connsiteY1" fmla="*/ 115575 h 120409"/>
                    <a:gd name="connsiteX2" fmla="*/ 70754 w 76343"/>
                    <a:gd name="connsiteY2" fmla="*/ 101791 h 120409"/>
                    <a:gd name="connsiteX3" fmla="*/ 76343 w 76343"/>
                    <a:gd name="connsiteY3" fmla="*/ 79704 h 120409"/>
                    <a:gd name="connsiteX4" fmla="*/ 65920 w 76343"/>
                    <a:gd name="connsiteY4" fmla="*/ 51147 h 120409"/>
                    <a:gd name="connsiteX5" fmla="*/ 40723 w 76343"/>
                    <a:gd name="connsiteY5" fmla="*/ 42089 h 120409"/>
                    <a:gd name="connsiteX6" fmla="*/ 31163 w 76343"/>
                    <a:gd name="connsiteY6" fmla="*/ 43455 h 120409"/>
                    <a:gd name="connsiteX7" fmla="*/ 23093 w 76343"/>
                    <a:gd name="connsiteY7" fmla="*/ 46798 h 120409"/>
                    <a:gd name="connsiteX8" fmla="*/ 26077 w 76343"/>
                    <a:gd name="connsiteY8" fmla="*/ 12544 h 120409"/>
                    <a:gd name="connsiteX9" fmla="*/ 70754 w 76343"/>
                    <a:gd name="connsiteY9" fmla="*/ 12544 h 120409"/>
                    <a:gd name="connsiteX10" fmla="*/ 70754 w 76343"/>
                    <a:gd name="connsiteY10" fmla="*/ 0 h 120409"/>
                    <a:gd name="connsiteX11" fmla="*/ 13155 w 76343"/>
                    <a:gd name="connsiteY11" fmla="*/ 0 h 120409"/>
                    <a:gd name="connsiteX12" fmla="*/ 9435 w 76343"/>
                    <a:gd name="connsiteY12" fmla="*/ 55352 h 120409"/>
                    <a:gd name="connsiteX13" fmla="*/ 17378 w 76343"/>
                    <a:gd name="connsiteY13" fmla="*/ 60187 h 120409"/>
                    <a:gd name="connsiteX14" fmla="*/ 26688 w 76343"/>
                    <a:gd name="connsiteY14" fmla="*/ 54975 h 120409"/>
                    <a:gd name="connsiteX15" fmla="*/ 36985 w 76343"/>
                    <a:gd name="connsiteY15" fmla="*/ 53232 h 120409"/>
                    <a:gd name="connsiteX16" fmla="*/ 54867 w 76343"/>
                    <a:gd name="connsiteY16" fmla="*/ 60312 h 120409"/>
                    <a:gd name="connsiteX17" fmla="*/ 61570 w 76343"/>
                    <a:gd name="connsiteY17" fmla="*/ 80171 h 120409"/>
                    <a:gd name="connsiteX18" fmla="*/ 54130 w 76343"/>
                    <a:gd name="connsiteY18" fmla="*/ 100659 h 120409"/>
                    <a:gd name="connsiteX19" fmla="*/ 36374 w 76343"/>
                    <a:gd name="connsiteY19" fmla="*/ 108099 h 120409"/>
                    <a:gd name="connsiteX20" fmla="*/ 19247 w 76343"/>
                    <a:gd name="connsiteY20" fmla="*/ 104127 h 120409"/>
                    <a:gd name="connsiteX21" fmla="*/ 7332 w 76343"/>
                    <a:gd name="connsiteY21" fmla="*/ 95069 h 120409"/>
                    <a:gd name="connsiteX22" fmla="*/ 0 w 76343"/>
                    <a:gd name="connsiteY22" fmla="*/ 104756 h 120409"/>
                    <a:gd name="connsiteX23" fmla="*/ 14898 w 76343"/>
                    <a:gd name="connsiteY23" fmla="*/ 115557 h 120409"/>
                    <a:gd name="connsiteX24" fmla="*/ 37614 w 76343"/>
                    <a:gd name="connsiteY24" fmla="*/ 120409 h 1204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76343" h="120409">
                      <a:moveTo>
                        <a:pt x="37614" y="120409"/>
                      </a:moveTo>
                      <a:cubicBezTo>
                        <a:pt x="44444" y="120409"/>
                        <a:pt x="50770" y="118792"/>
                        <a:pt x="56610" y="115575"/>
                      </a:cubicBezTo>
                      <a:cubicBezTo>
                        <a:pt x="62451" y="112466"/>
                        <a:pt x="67160" y="107883"/>
                        <a:pt x="70754" y="101791"/>
                      </a:cubicBezTo>
                      <a:cubicBezTo>
                        <a:pt x="74348" y="95824"/>
                        <a:pt x="76217" y="88384"/>
                        <a:pt x="76343" y="79704"/>
                      </a:cubicBezTo>
                      <a:cubicBezTo>
                        <a:pt x="76091" y="66800"/>
                        <a:pt x="72623" y="57239"/>
                        <a:pt x="65920" y="51147"/>
                      </a:cubicBezTo>
                      <a:cubicBezTo>
                        <a:pt x="59216" y="45055"/>
                        <a:pt x="50770" y="42089"/>
                        <a:pt x="40723" y="42089"/>
                      </a:cubicBezTo>
                      <a:cubicBezTo>
                        <a:pt x="37255" y="42215"/>
                        <a:pt x="34020" y="42593"/>
                        <a:pt x="31163" y="43455"/>
                      </a:cubicBezTo>
                      <a:cubicBezTo>
                        <a:pt x="28431" y="44192"/>
                        <a:pt x="25699" y="45324"/>
                        <a:pt x="23093" y="46798"/>
                      </a:cubicBezTo>
                      <a:lnTo>
                        <a:pt x="26077" y="12544"/>
                      </a:lnTo>
                      <a:lnTo>
                        <a:pt x="70754" y="12544"/>
                      </a:lnTo>
                      <a:lnTo>
                        <a:pt x="70754" y="0"/>
                      </a:lnTo>
                      <a:lnTo>
                        <a:pt x="13155" y="0"/>
                      </a:lnTo>
                      <a:lnTo>
                        <a:pt x="9435" y="55352"/>
                      </a:lnTo>
                      <a:lnTo>
                        <a:pt x="17378" y="60187"/>
                      </a:lnTo>
                      <a:cubicBezTo>
                        <a:pt x="20613" y="57958"/>
                        <a:pt x="23704" y="56215"/>
                        <a:pt x="26688" y="54975"/>
                      </a:cubicBezTo>
                      <a:cubicBezTo>
                        <a:pt x="29797" y="53861"/>
                        <a:pt x="33140" y="53232"/>
                        <a:pt x="36985" y="53232"/>
                      </a:cubicBezTo>
                      <a:cubicBezTo>
                        <a:pt x="44551" y="53358"/>
                        <a:pt x="50518" y="55712"/>
                        <a:pt x="54867" y="60312"/>
                      </a:cubicBezTo>
                      <a:cubicBezTo>
                        <a:pt x="59216" y="65021"/>
                        <a:pt x="61445" y="71617"/>
                        <a:pt x="61570" y="80171"/>
                      </a:cubicBezTo>
                      <a:cubicBezTo>
                        <a:pt x="61319" y="88851"/>
                        <a:pt x="58839" y="95681"/>
                        <a:pt x="54130" y="100659"/>
                      </a:cubicBezTo>
                      <a:cubicBezTo>
                        <a:pt x="49422" y="105493"/>
                        <a:pt x="43455" y="108099"/>
                        <a:pt x="36374" y="108099"/>
                      </a:cubicBezTo>
                      <a:cubicBezTo>
                        <a:pt x="29545" y="107973"/>
                        <a:pt x="23830" y="106607"/>
                        <a:pt x="19247" y="104127"/>
                      </a:cubicBezTo>
                      <a:cubicBezTo>
                        <a:pt x="14647" y="101647"/>
                        <a:pt x="10675" y="98538"/>
                        <a:pt x="7332" y="95069"/>
                      </a:cubicBezTo>
                      <a:lnTo>
                        <a:pt x="0" y="104756"/>
                      </a:lnTo>
                      <a:cubicBezTo>
                        <a:pt x="3972" y="108854"/>
                        <a:pt x="8932" y="112448"/>
                        <a:pt x="14898" y="115557"/>
                      </a:cubicBezTo>
                      <a:cubicBezTo>
                        <a:pt x="20991" y="118666"/>
                        <a:pt x="28557" y="120284"/>
                        <a:pt x="37614" y="120409"/>
                      </a:cubicBezTo>
                      <a:close/>
                    </a:path>
                  </a:pathLst>
                </a:custGeom>
                <a:solidFill>
                  <a:srgbClr val="FF5200"/>
                </a:solidFill>
                <a:ln w="6350" cap="flat">
                  <a:solidFill>
                    <a:srgbClr val="FF52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0" name="任意多边形: 形状 59">
                  <a:extLst>
                    <a:ext uri="{FF2B5EF4-FFF2-40B4-BE49-F238E27FC236}">
                      <a16:creationId xmlns:a16="http://schemas.microsoft.com/office/drawing/2014/main" id="{17E8D5E6-EB10-8395-9D09-57FC8601C6DF}"/>
                    </a:ext>
                  </a:extLst>
                </p:cNvPr>
                <p:cNvSpPr/>
                <p:nvPr/>
              </p:nvSpPr>
              <p:spPr>
                <a:xfrm>
                  <a:off x="9239624" y="924063"/>
                  <a:ext cx="64931" cy="126897"/>
                </a:xfrm>
                <a:custGeom>
                  <a:avLst/>
                  <a:gdLst>
                    <a:gd name="connsiteX0" fmla="*/ 18 w 64931"/>
                    <a:gd name="connsiteY0" fmla="*/ 118289 h 118288"/>
                    <a:gd name="connsiteX1" fmla="*/ 64931 w 64931"/>
                    <a:gd name="connsiteY1" fmla="*/ 118289 h 118288"/>
                    <a:gd name="connsiteX2" fmla="*/ 64931 w 64931"/>
                    <a:gd name="connsiteY2" fmla="*/ 105996 h 118288"/>
                    <a:gd name="connsiteX3" fmla="*/ 41227 w 64931"/>
                    <a:gd name="connsiteY3" fmla="*/ 105996 h 118288"/>
                    <a:gd name="connsiteX4" fmla="*/ 41227 w 64931"/>
                    <a:gd name="connsiteY4" fmla="*/ 0 h 118288"/>
                    <a:gd name="connsiteX5" fmla="*/ 29923 w 64931"/>
                    <a:gd name="connsiteY5" fmla="*/ 0 h 118288"/>
                    <a:gd name="connsiteX6" fmla="*/ 19122 w 64931"/>
                    <a:gd name="connsiteY6" fmla="*/ 4834 h 118288"/>
                    <a:gd name="connsiteX7" fmla="*/ 5337 w 64931"/>
                    <a:gd name="connsiteY7" fmla="*/ 8429 h 118288"/>
                    <a:gd name="connsiteX8" fmla="*/ 5337 w 64931"/>
                    <a:gd name="connsiteY8" fmla="*/ 17738 h 118288"/>
                    <a:gd name="connsiteX9" fmla="*/ 26310 w 64931"/>
                    <a:gd name="connsiteY9" fmla="*/ 17738 h 118288"/>
                    <a:gd name="connsiteX10" fmla="*/ 26310 w 64931"/>
                    <a:gd name="connsiteY10" fmla="*/ 105996 h 118288"/>
                    <a:gd name="connsiteX11" fmla="*/ 0 w 64931"/>
                    <a:gd name="connsiteY11" fmla="*/ 105996 h 118288"/>
                    <a:gd name="connsiteX12" fmla="*/ 0 w 64931"/>
                    <a:gd name="connsiteY12" fmla="*/ 118289 h 1182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64931" h="118288">
                      <a:moveTo>
                        <a:pt x="18" y="118289"/>
                      </a:moveTo>
                      <a:lnTo>
                        <a:pt x="64931" y="118289"/>
                      </a:lnTo>
                      <a:lnTo>
                        <a:pt x="64931" y="105996"/>
                      </a:lnTo>
                      <a:lnTo>
                        <a:pt x="41227" y="105996"/>
                      </a:lnTo>
                      <a:lnTo>
                        <a:pt x="41227" y="0"/>
                      </a:lnTo>
                      <a:lnTo>
                        <a:pt x="29923" y="0"/>
                      </a:lnTo>
                      <a:cubicBezTo>
                        <a:pt x="26688" y="1869"/>
                        <a:pt x="23093" y="3469"/>
                        <a:pt x="19122" y="4834"/>
                      </a:cubicBezTo>
                      <a:cubicBezTo>
                        <a:pt x="15150" y="6200"/>
                        <a:pt x="10549" y="7440"/>
                        <a:pt x="5337" y="8429"/>
                      </a:cubicBezTo>
                      <a:lnTo>
                        <a:pt x="5337" y="17738"/>
                      </a:lnTo>
                      <a:lnTo>
                        <a:pt x="26310" y="17738"/>
                      </a:lnTo>
                      <a:lnTo>
                        <a:pt x="26310" y="105996"/>
                      </a:lnTo>
                      <a:lnTo>
                        <a:pt x="0" y="105996"/>
                      </a:lnTo>
                      <a:lnTo>
                        <a:pt x="0" y="118289"/>
                      </a:lnTo>
                      <a:close/>
                    </a:path>
                  </a:pathLst>
                </a:custGeom>
                <a:solidFill>
                  <a:srgbClr val="FF5200"/>
                </a:solidFill>
                <a:ln w="6350" cap="flat">
                  <a:solidFill>
                    <a:srgbClr val="FF52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4" name="组合 43">
                <a:extLst>
                  <a:ext uri="{FF2B5EF4-FFF2-40B4-BE49-F238E27FC236}">
                    <a16:creationId xmlns:a16="http://schemas.microsoft.com/office/drawing/2014/main" id="{29CA6F38-2E68-8F40-EE35-E5EE46CB7707}"/>
                  </a:ext>
                </a:extLst>
              </p:cNvPr>
              <p:cNvGrpSpPr/>
              <p:nvPr userDrawn="1"/>
            </p:nvGrpSpPr>
            <p:grpSpPr>
              <a:xfrm>
                <a:off x="2698897" y="3829531"/>
                <a:ext cx="804243" cy="165482"/>
                <a:chOff x="9323023" y="923380"/>
                <a:chExt cx="804243" cy="165482"/>
              </a:xfrm>
            </p:grpSpPr>
            <p:sp>
              <p:nvSpPr>
                <p:cNvPr id="51" name="任意多边形: 形状 50">
                  <a:extLst>
                    <a:ext uri="{FF2B5EF4-FFF2-40B4-BE49-F238E27FC236}">
                      <a16:creationId xmlns:a16="http://schemas.microsoft.com/office/drawing/2014/main" id="{C8910E4C-545E-B2B4-8952-DE2A9E9F4B28}"/>
                    </a:ext>
                  </a:extLst>
                </p:cNvPr>
                <p:cNvSpPr/>
                <p:nvPr/>
              </p:nvSpPr>
              <p:spPr>
                <a:xfrm>
                  <a:off x="9323023" y="961965"/>
                  <a:ext cx="76594" cy="126897"/>
                </a:xfrm>
                <a:custGeom>
                  <a:avLst/>
                  <a:gdLst>
                    <a:gd name="connsiteX0" fmla="*/ 36123 w 76594"/>
                    <a:gd name="connsiteY0" fmla="*/ 79740 h 126897"/>
                    <a:gd name="connsiteX1" fmla="*/ 26185 w 76594"/>
                    <a:gd name="connsiteY1" fmla="*/ 77745 h 126897"/>
                    <a:gd name="connsiteX2" fmla="*/ 14647 w 76594"/>
                    <a:gd name="connsiteY2" fmla="*/ 70538 h 126897"/>
                    <a:gd name="connsiteX3" fmla="*/ 14647 w 76594"/>
                    <a:gd name="connsiteY3" fmla="*/ 24495 h 126897"/>
                    <a:gd name="connsiteX4" fmla="*/ 26813 w 76594"/>
                    <a:gd name="connsiteY4" fmla="*/ 15563 h 126897"/>
                    <a:gd name="connsiteX5" fmla="*/ 38225 w 76594"/>
                    <a:gd name="connsiteY5" fmla="*/ 12454 h 126897"/>
                    <a:gd name="connsiteX6" fmla="*/ 55981 w 76594"/>
                    <a:gd name="connsiteY6" fmla="*/ 21386 h 126897"/>
                    <a:gd name="connsiteX7" fmla="*/ 61319 w 76594"/>
                    <a:gd name="connsiteY7" fmla="*/ 44839 h 126897"/>
                    <a:gd name="connsiteX8" fmla="*/ 54112 w 76594"/>
                    <a:gd name="connsiteY8" fmla="*/ 70538 h 126897"/>
                    <a:gd name="connsiteX9" fmla="*/ 36123 w 76594"/>
                    <a:gd name="connsiteY9" fmla="*/ 79740 h 126897"/>
                    <a:gd name="connsiteX10" fmla="*/ 0 w 76594"/>
                    <a:gd name="connsiteY10" fmla="*/ 126897 h 126897"/>
                    <a:gd name="connsiteX11" fmla="*/ 14647 w 76594"/>
                    <a:gd name="connsiteY11" fmla="*/ 126897 h 126897"/>
                    <a:gd name="connsiteX12" fmla="*/ 14647 w 76594"/>
                    <a:gd name="connsiteY12" fmla="*/ 97100 h 126897"/>
                    <a:gd name="connsiteX13" fmla="*/ 14269 w 76594"/>
                    <a:gd name="connsiteY13" fmla="*/ 81824 h 126897"/>
                    <a:gd name="connsiteX14" fmla="*/ 26436 w 76594"/>
                    <a:gd name="connsiteY14" fmla="*/ 89265 h 126897"/>
                    <a:gd name="connsiteX15" fmla="*/ 38477 w 76594"/>
                    <a:gd name="connsiteY15" fmla="*/ 91996 h 126897"/>
                    <a:gd name="connsiteX16" fmla="*/ 57347 w 76594"/>
                    <a:gd name="connsiteY16" fmla="*/ 86407 h 126897"/>
                    <a:gd name="connsiteX17" fmla="*/ 71257 w 76594"/>
                    <a:gd name="connsiteY17" fmla="*/ 70269 h 126897"/>
                    <a:gd name="connsiteX18" fmla="*/ 76595 w 76594"/>
                    <a:gd name="connsiteY18" fmla="*/ 44695 h 126897"/>
                    <a:gd name="connsiteX19" fmla="*/ 67663 w 76594"/>
                    <a:gd name="connsiteY19" fmla="*/ 12293 h 126897"/>
                    <a:gd name="connsiteX20" fmla="*/ 41712 w 76594"/>
                    <a:gd name="connsiteY20" fmla="*/ 0 h 126897"/>
                    <a:gd name="connsiteX21" fmla="*/ 26939 w 76594"/>
                    <a:gd name="connsiteY21" fmla="*/ 3720 h 126897"/>
                    <a:gd name="connsiteX22" fmla="*/ 13784 w 76594"/>
                    <a:gd name="connsiteY22" fmla="*/ 12293 h 126897"/>
                    <a:gd name="connsiteX23" fmla="*/ 13281 w 76594"/>
                    <a:gd name="connsiteY23" fmla="*/ 12293 h 126897"/>
                    <a:gd name="connsiteX24" fmla="*/ 12041 w 76594"/>
                    <a:gd name="connsiteY24" fmla="*/ 2246 h 126897"/>
                    <a:gd name="connsiteX25" fmla="*/ 0 w 76594"/>
                    <a:gd name="connsiteY25" fmla="*/ 2246 h 126897"/>
                    <a:gd name="connsiteX26" fmla="*/ 0 w 76594"/>
                    <a:gd name="connsiteY26" fmla="*/ 126897 h 1268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76594" h="126897">
                      <a:moveTo>
                        <a:pt x="36123" y="79740"/>
                      </a:moveTo>
                      <a:cubicBezTo>
                        <a:pt x="33140" y="79866"/>
                        <a:pt x="29797" y="79111"/>
                        <a:pt x="26185" y="77745"/>
                      </a:cubicBezTo>
                      <a:cubicBezTo>
                        <a:pt x="22464" y="76253"/>
                        <a:pt x="18618" y="73899"/>
                        <a:pt x="14647" y="70538"/>
                      </a:cubicBezTo>
                      <a:lnTo>
                        <a:pt x="14647" y="24495"/>
                      </a:lnTo>
                      <a:cubicBezTo>
                        <a:pt x="18870" y="20649"/>
                        <a:pt x="22968" y="17540"/>
                        <a:pt x="26813" y="15563"/>
                      </a:cubicBezTo>
                      <a:cubicBezTo>
                        <a:pt x="30659" y="13461"/>
                        <a:pt x="34505" y="12454"/>
                        <a:pt x="38225" y="12454"/>
                      </a:cubicBezTo>
                      <a:cubicBezTo>
                        <a:pt x="46421" y="12580"/>
                        <a:pt x="52369" y="15563"/>
                        <a:pt x="55981" y="21386"/>
                      </a:cubicBezTo>
                      <a:cubicBezTo>
                        <a:pt x="59576" y="27227"/>
                        <a:pt x="61319" y="35045"/>
                        <a:pt x="61319" y="44839"/>
                      </a:cubicBezTo>
                      <a:cubicBezTo>
                        <a:pt x="61193" y="55892"/>
                        <a:pt x="58713" y="64446"/>
                        <a:pt x="54112" y="70538"/>
                      </a:cubicBezTo>
                      <a:cubicBezTo>
                        <a:pt x="49512" y="76631"/>
                        <a:pt x="43455" y="79614"/>
                        <a:pt x="36123" y="79740"/>
                      </a:cubicBezTo>
                      <a:close/>
                      <a:moveTo>
                        <a:pt x="0" y="126897"/>
                      </a:moveTo>
                      <a:lnTo>
                        <a:pt x="14647" y="126897"/>
                      </a:lnTo>
                      <a:lnTo>
                        <a:pt x="14647" y="97100"/>
                      </a:lnTo>
                      <a:lnTo>
                        <a:pt x="14269" y="81824"/>
                      </a:lnTo>
                      <a:cubicBezTo>
                        <a:pt x="18241" y="85059"/>
                        <a:pt x="22339" y="87539"/>
                        <a:pt x="26436" y="89265"/>
                      </a:cubicBezTo>
                      <a:cubicBezTo>
                        <a:pt x="30534" y="91134"/>
                        <a:pt x="34505" y="91996"/>
                        <a:pt x="38477" y="91996"/>
                      </a:cubicBezTo>
                      <a:cubicBezTo>
                        <a:pt x="45306" y="91996"/>
                        <a:pt x="51632" y="90127"/>
                        <a:pt x="57347" y="86407"/>
                      </a:cubicBezTo>
                      <a:cubicBezTo>
                        <a:pt x="63062" y="82687"/>
                        <a:pt x="67645" y="77350"/>
                        <a:pt x="71257" y="70269"/>
                      </a:cubicBezTo>
                      <a:cubicBezTo>
                        <a:pt x="74726" y="63314"/>
                        <a:pt x="76469" y="54759"/>
                        <a:pt x="76595" y="44695"/>
                      </a:cubicBezTo>
                      <a:cubicBezTo>
                        <a:pt x="76595" y="31037"/>
                        <a:pt x="73611" y="20236"/>
                        <a:pt x="67663" y="12293"/>
                      </a:cubicBezTo>
                      <a:cubicBezTo>
                        <a:pt x="61696" y="4223"/>
                        <a:pt x="53142" y="126"/>
                        <a:pt x="41712" y="0"/>
                      </a:cubicBezTo>
                      <a:cubicBezTo>
                        <a:pt x="36626" y="126"/>
                        <a:pt x="31666" y="1366"/>
                        <a:pt x="26939" y="3720"/>
                      </a:cubicBezTo>
                      <a:cubicBezTo>
                        <a:pt x="22231" y="6074"/>
                        <a:pt x="17756" y="8932"/>
                        <a:pt x="13784" y="12293"/>
                      </a:cubicBezTo>
                      <a:lnTo>
                        <a:pt x="13281" y="12293"/>
                      </a:lnTo>
                      <a:lnTo>
                        <a:pt x="12041" y="2246"/>
                      </a:lnTo>
                      <a:lnTo>
                        <a:pt x="0" y="2246"/>
                      </a:lnTo>
                      <a:lnTo>
                        <a:pt x="0" y="126897"/>
                      </a:ln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2" name="任意多边形: 形状 51">
                  <a:extLst>
                    <a:ext uri="{FF2B5EF4-FFF2-40B4-BE49-F238E27FC236}">
                      <a16:creationId xmlns:a16="http://schemas.microsoft.com/office/drawing/2014/main" id="{C6C4CFDB-CDEA-CE4C-17EA-0CC7AE0EE6E2}"/>
                    </a:ext>
                  </a:extLst>
                </p:cNvPr>
                <p:cNvSpPr/>
                <p:nvPr/>
              </p:nvSpPr>
              <p:spPr>
                <a:xfrm>
                  <a:off x="9429477" y="961965"/>
                  <a:ext cx="76594" cy="126897"/>
                </a:xfrm>
                <a:custGeom>
                  <a:avLst/>
                  <a:gdLst>
                    <a:gd name="connsiteX0" fmla="*/ 36123 w 76594"/>
                    <a:gd name="connsiteY0" fmla="*/ 79740 h 126897"/>
                    <a:gd name="connsiteX1" fmla="*/ 26185 w 76594"/>
                    <a:gd name="connsiteY1" fmla="*/ 77745 h 126897"/>
                    <a:gd name="connsiteX2" fmla="*/ 14647 w 76594"/>
                    <a:gd name="connsiteY2" fmla="*/ 70538 h 126897"/>
                    <a:gd name="connsiteX3" fmla="*/ 14647 w 76594"/>
                    <a:gd name="connsiteY3" fmla="*/ 24495 h 126897"/>
                    <a:gd name="connsiteX4" fmla="*/ 26813 w 76594"/>
                    <a:gd name="connsiteY4" fmla="*/ 15563 h 126897"/>
                    <a:gd name="connsiteX5" fmla="*/ 38225 w 76594"/>
                    <a:gd name="connsiteY5" fmla="*/ 12454 h 126897"/>
                    <a:gd name="connsiteX6" fmla="*/ 55981 w 76594"/>
                    <a:gd name="connsiteY6" fmla="*/ 21386 h 126897"/>
                    <a:gd name="connsiteX7" fmla="*/ 61319 w 76594"/>
                    <a:gd name="connsiteY7" fmla="*/ 44839 h 126897"/>
                    <a:gd name="connsiteX8" fmla="*/ 54112 w 76594"/>
                    <a:gd name="connsiteY8" fmla="*/ 70538 h 126897"/>
                    <a:gd name="connsiteX9" fmla="*/ 36123 w 76594"/>
                    <a:gd name="connsiteY9" fmla="*/ 79740 h 126897"/>
                    <a:gd name="connsiteX10" fmla="*/ 0 w 76594"/>
                    <a:gd name="connsiteY10" fmla="*/ 126897 h 126897"/>
                    <a:gd name="connsiteX11" fmla="*/ 14647 w 76594"/>
                    <a:gd name="connsiteY11" fmla="*/ 126897 h 126897"/>
                    <a:gd name="connsiteX12" fmla="*/ 14647 w 76594"/>
                    <a:gd name="connsiteY12" fmla="*/ 97100 h 126897"/>
                    <a:gd name="connsiteX13" fmla="*/ 14269 w 76594"/>
                    <a:gd name="connsiteY13" fmla="*/ 81824 h 126897"/>
                    <a:gd name="connsiteX14" fmla="*/ 26436 w 76594"/>
                    <a:gd name="connsiteY14" fmla="*/ 89265 h 126897"/>
                    <a:gd name="connsiteX15" fmla="*/ 38477 w 76594"/>
                    <a:gd name="connsiteY15" fmla="*/ 91996 h 126897"/>
                    <a:gd name="connsiteX16" fmla="*/ 57347 w 76594"/>
                    <a:gd name="connsiteY16" fmla="*/ 86407 h 126897"/>
                    <a:gd name="connsiteX17" fmla="*/ 71257 w 76594"/>
                    <a:gd name="connsiteY17" fmla="*/ 70269 h 126897"/>
                    <a:gd name="connsiteX18" fmla="*/ 76595 w 76594"/>
                    <a:gd name="connsiteY18" fmla="*/ 44695 h 126897"/>
                    <a:gd name="connsiteX19" fmla="*/ 67663 w 76594"/>
                    <a:gd name="connsiteY19" fmla="*/ 12293 h 126897"/>
                    <a:gd name="connsiteX20" fmla="*/ 41712 w 76594"/>
                    <a:gd name="connsiteY20" fmla="*/ 0 h 126897"/>
                    <a:gd name="connsiteX21" fmla="*/ 26939 w 76594"/>
                    <a:gd name="connsiteY21" fmla="*/ 3720 h 126897"/>
                    <a:gd name="connsiteX22" fmla="*/ 13784 w 76594"/>
                    <a:gd name="connsiteY22" fmla="*/ 12293 h 126897"/>
                    <a:gd name="connsiteX23" fmla="*/ 13281 w 76594"/>
                    <a:gd name="connsiteY23" fmla="*/ 12293 h 126897"/>
                    <a:gd name="connsiteX24" fmla="*/ 12041 w 76594"/>
                    <a:gd name="connsiteY24" fmla="*/ 2246 h 126897"/>
                    <a:gd name="connsiteX25" fmla="*/ 0 w 76594"/>
                    <a:gd name="connsiteY25" fmla="*/ 2246 h 126897"/>
                    <a:gd name="connsiteX26" fmla="*/ 0 w 76594"/>
                    <a:gd name="connsiteY26" fmla="*/ 126897 h 1268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76594" h="126897">
                      <a:moveTo>
                        <a:pt x="36123" y="79740"/>
                      </a:moveTo>
                      <a:cubicBezTo>
                        <a:pt x="33140" y="79866"/>
                        <a:pt x="29797" y="79111"/>
                        <a:pt x="26185" y="77745"/>
                      </a:cubicBezTo>
                      <a:cubicBezTo>
                        <a:pt x="22464" y="76253"/>
                        <a:pt x="18618" y="73899"/>
                        <a:pt x="14647" y="70538"/>
                      </a:cubicBezTo>
                      <a:lnTo>
                        <a:pt x="14647" y="24495"/>
                      </a:lnTo>
                      <a:cubicBezTo>
                        <a:pt x="18870" y="20649"/>
                        <a:pt x="22968" y="17540"/>
                        <a:pt x="26813" y="15563"/>
                      </a:cubicBezTo>
                      <a:cubicBezTo>
                        <a:pt x="30659" y="13461"/>
                        <a:pt x="34505" y="12454"/>
                        <a:pt x="38225" y="12454"/>
                      </a:cubicBezTo>
                      <a:cubicBezTo>
                        <a:pt x="46420" y="12580"/>
                        <a:pt x="52369" y="15563"/>
                        <a:pt x="55981" y="21386"/>
                      </a:cubicBezTo>
                      <a:cubicBezTo>
                        <a:pt x="59576" y="27227"/>
                        <a:pt x="61319" y="35045"/>
                        <a:pt x="61319" y="44839"/>
                      </a:cubicBezTo>
                      <a:cubicBezTo>
                        <a:pt x="61193" y="55892"/>
                        <a:pt x="58713" y="64446"/>
                        <a:pt x="54112" y="70538"/>
                      </a:cubicBezTo>
                      <a:cubicBezTo>
                        <a:pt x="49530" y="76631"/>
                        <a:pt x="43437" y="79614"/>
                        <a:pt x="36123" y="79740"/>
                      </a:cubicBezTo>
                      <a:close/>
                      <a:moveTo>
                        <a:pt x="0" y="126897"/>
                      </a:moveTo>
                      <a:lnTo>
                        <a:pt x="14647" y="126897"/>
                      </a:lnTo>
                      <a:lnTo>
                        <a:pt x="14647" y="97100"/>
                      </a:lnTo>
                      <a:lnTo>
                        <a:pt x="14269" y="81824"/>
                      </a:lnTo>
                      <a:cubicBezTo>
                        <a:pt x="18241" y="85059"/>
                        <a:pt x="22339" y="87539"/>
                        <a:pt x="26436" y="89265"/>
                      </a:cubicBezTo>
                      <a:cubicBezTo>
                        <a:pt x="30534" y="91134"/>
                        <a:pt x="34505" y="91996"/>
                        <a:pt x="38477" y="91996"/>
                      </a:cubicBezTo>
                      <a:cubicBezTo>
                        <a:pt x="45306" y="91996"/>
                        <a:pt x="51632" y="90127"/>
                        <a:pt x="57347" y="86407"/>
                      </a:cubicBezTo>
                      <a:cubicBezTo>
                        <a:pt x="63062" y="82687"/>
                        <a:pt x="67645" y="77350"/>
                        <a:pt x="71257" y="70269"/>
                      </a:cubicBezTo>
                      <a:cubicBezTo>
                        <a:pt x="74726" y="63314"/>
                        <a:pt x="76469" y="54759"/>
                        <a:pt x="76595" y="44695"/>
                      </a:cubicBezTo>
                      <a:cubicBezTo>
                        <a:pt x="76595" y="31037"/>
                        <a:pt x="73611" y="20236"/>
                        <a:pt x="67663" y="12293"/>
                      </a:cubicBezTo>
                      <a:cubicBezTo>
                        <a:pt x="61696" y="4223"/>
                        <a:pt x="53142" y="126"/>
                        <a:pt x="41712" y="0"/>
                      </a:cubicBezTo>
                      <a:cubicBezTo>
                        <a:pt x="36626" y="126"/>
                        <a:pt x="31666" y="1366"/>
                        <a:pt x="26939" y="3720"/>
                      </a:cubicBezTo>
                      <a:cubicBezTo>
                        <a:pt x="22231" y="6074"/>
                        <a:pt x="17756" y="8932"/>
                        <a:pt x="13784" y="12293"/>
                      </a:cubicBezTo>
                      <a:lnTo>
                        <a:pt x="13281" y="12293"/>
                      </a:lnTo>
                      <a:lnTo>
                        <a:pt x="12041" y="2246"/>
                      </a:lnTo>
                      <a:lnTo>
                        <a:pt x="0" y="2246"/>
                      </a:lnTo>
                      <a:lnTo>
                        <a:pt x="0" y="126897"/>
                      </a:ln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3" name="任意多边形: 形状 52">
                  <a:extLst>
                    <a:ext uri="{FF2B5EF4-FFF2-40B4-BE49-F238E27FC236}">
                      <a16:creationId xmlns:a16="http://schemas.microsoft.com/office/drawing/2014/main" id="{037E21AA-4DE2-74E8-2B9D-5DBC614DD1D1}"/>
                    </a:ext>
                  </a:extLst>
                </p:cNvPr>
                <p:cNvSpPr/>
                <p:nvPr/>
              </p:nvSpPr>
              <p:spPr>
                <a:xfrm>
                  <a:off x="9527744" y="939788"/>
                  <a:ext cx="54256" cy="114209"/>
                </a:xfrm>
                <a:custGeom>
                  <a:avLst/>
                  <a:gdLst>
                    <a:gd name="connsiteX0" fmla="*/ 38118 w 54256"/>
                    <a:gd name="connsiteY0" fmla="*/ 114209 h 114209"/>
                    <a:gd name="connsiteX1" fmla="*/ 46313 w 54256"/>
                    <a:gd name="connsiteY1" fmla="*/ 113221 h 114209"/>
                    <a:gd name="connsiteX2" fmla="*/ 54256 w 54256"/>
                    <a:gd name="connsiteY2" fmla="*/ 110992 h 114209"/>
                    <a:gd name="connsiteX3" fmla="*/ 51273 w 54256"/>
                    <a:gd name="connsiteY3" fmla="*/ 100066 h 114209"/>
                    <a:gd name="connsiteX4" fmla="*/ 46438 w 54256"/>
                    <a:gd name="connsiteY4" fmla="*/ 101557 h 114209"/>
                    <a:gd name="connsiteX5" fmla="*/ 41352 w 54256"/>
                    <a:gd name="connsiteY5" fmla="*/ 102294 h 114209"/>
                    <a:gd name="connsiteX6" fmla="*/ 30803 w 54256"/>
                    <a:gd name="connsiteY6" fmla="*/ 97819 h 114209"/>
                    <a:gd name="connsiteX7" fmla="*/ 27820 w 54256"/>
                    <a:gd name="connsiteY7" fmla="*/ 85275 h 114209"/>
                    <a:gd name="connsiteX8" fmla="*/ 27820 w 54256"/>
                    <a:gd name="connsiteY8" fmla="*/ 36374 h 114209"/>
                    <a:gd name="connsiteX9" fmla="*/ 51524 w 54256"/>
                    <a:gd name="connsiteY9" fmla="*/ 36374 h 114209"/>
                    <a:gd name="connsiteX10" fmla="*/ 51524 w 54256"/>
                    <a:gd name="connsiteY10" fmla="*/ 24459 h 114209"/>
                    <a:gd name="connsiteX11" fmla="*/ 27820 w 54256"/>
                    <a:gd name="connsiteY11" fmla="*/ 24459 h 114209"/>
                    <a:gd name="connsiteX12" fmla="*/ 27820 w 54256"/>
                    <a:gd name="connsiteY12" fmla="*/ 0 h 114209"/>
                    <a:gd name="connsiteX13" fmla="*/ 15527 w 54256"/>
                    <a:gd name="connsiteY13" fmla="*/ 0 h 114209"/>
                    <a:gd name="connsiteX14" fmla="*/ 13784 w 54256"/>
                    <a:gd name="connsiteY14" fmla="*/ 24459 h 114209"/>
                    <a:gd name="connsiteX15" fmla="*/ 0 w 54256"/>
                    <a:gd name="connsiteY15" fmla="*/ 25322 h 114209"/>
                    <a:gd name="connsiteX16" fmla="*/ 0 w 54256"/>
                    <a:gd name="connsiteY16" fmla="*/ 36374 h 114209"/>
                    <a:gd name="connsiteX17" fmla="*/ 13029 w 54256"/>
                    <a:gd name="connsiteY17" fmla="*/ 36374 h 114209"/>
                    <a:gd name="connsiteX18" fmla="*/ 13029 w 54256"/>
                    <a:gd name="connsiteY18" fmla="*/ 85023 h 114209"/>
                    <a:gd name="connsiteX19" fmla="*/ 18618 w 54256"/>
                    <a:gd name="connsiteY19" fmla="*/ 106122 h 114209"/>
                    <a:gd name="connsiteX20" fmla="*/ 38118 w 54256"/>
                    <a:gd name="connsiteY20" fmla="*/ 114209 h 1142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54256" h="114209">
                      <a:moveTo>
                        <a:pt x="38118" y="114209"/>
                      </a:moveTo>
                      <a:cubicBezTo>
                        <a:pt x="40723" y="114209"/>
                        <a:pt x="43455" y="113832"/>
                        <a:pt x="46313" y="113221"/>
                      </a:cubicBezTo>
                      <a:cubicBezTo>
                        <a:pt x="49044" y="112592"/>
                        <a:pt x="51650" y="111855"/>
                        <a:pt x="54256" y="110992"/>
                      </a:cubicBezTo>
                      <a:lnTo>
                        <a:pt x="51273" y="100066"/>
                      </a:lnTo>
                      <a:cubicBezTo>
                        <a:pt x="49781" y="100569"/>
                        <a:pt x="48164" y="101054"/>
                        <a:pt x="46438" y="101557"/>
                      </a:cubicBezTo>
                      <a:cubicBezTo>
                        <a:pt x="44569" y="102060"/>
                        <a:pt x="42970" y="102294"/>
                        <a:pt x="41352" y="102294"/>
                      </a:cubicBezTo>
                      <a:cubicBezTo>
                        <a:pt x="36267" y="102294"/>
                        <a:pt x="32780" y="100802"/>
                        <a:pt x="30803" y="97819"/>
                      </a:cubicBezTo>
                      <a:cubicBezTo>
                        <a:pt x="28700" y="94962"/>
                        <a:pt x="27694" y="90738"/>
                        <a:pt x="27820" y="85275"/>
                      </a:cubicBezTo>
                      <a:lnTo>
                        <a:pt x="27820" y="36374"/>
                      </a:lnTo>
                      <a:lnTo>
                        <a:pt x="51524" y="36374"/>
                      </a:lnTo>
                      <a:lnTo>
                        <a:pt x="51524" y="24459"/>
                      </a:lnTo>
                      <a:lnTo>
                        <a:pt x="27820" y="24459"/>
                      </a:lnTo>
                      <a:lnTo>
                        <a:pt x="27820" y="0"/>
                      </a:lnTo>
                      <a:lnTo>
                        <a:pt x="15527" y="0"/>
                      </a:lnTo>
                      <a:lnTo>
                        <a:pt x="13784" y="24459"/>
                      </a:lnTo>
                      <a:lnTo>
                        <a:pt x="0" y="25322"/>
                      </a:lnTo>
                      <a:lnTo>
                        <a:pt x="0" y="36374"/>
                      </a:lnTo>
                      <a:lnTo>
                        <a:pt x="13029" y="36374"/>
                      </a:lnTo>
                      <a:lnTo>
                        <a:pt x="13029" y="85023"/>
                      </a:lnTo>
                      <a:cubicBezTo>
                        <a:pt x="12904" y="93829"/>
                        <a:pt x="14773" y="100910"/>
                        <a:pt x="18618" y="106122"/>
                      </a:cubicBezTo>
                      <a:cubicBezTo>
                        <a:pt x="22339" y="111352"/>
                        <a:pt x="28808" y="114083"/>
                        <a:pt x="38118" y="114209"/>
                      </a:cubicBez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4" name="任意多边形: 形状 53">
                  <a:extLst>
                    <a:ext uri="{FF2B5EF4-FFF2-40B4-BE49-F238E27FC236}">
                      <a16:creationId xmlns:a16="http://schemas.microsoft.com/office/drawing/2014/main" id="{CB991AAA-E751-57B5-EF10-7DA2B8D67B73}"/>
                    </a:ext>
                  </a:extLst>
                </p:cNvPr>
                <p:cNvSpPr/>
                <p:nvPr/>
              </p:nvSpPr>
              <p:spPr>
                <a:xfrm>
                  <a:off x="9607474" y="962019"/>
                  <a:ext cx="120804" cy="89875"/>
                </a:xfrm>
                <a:custGeom>
                  <a:avLst/>
                  <a:gdLst>
                    <a:gd name="connsiteX0" fmla="*/ 36 w 120804"/>
                    <a:gd name="connsiteY0" fmla="*/ 89858 h 89875"/>
                    <a:gd name="connsiteX1" fmla="*/ 14683 w 120804"/>
                    <a:gd name="connsiteY1" fmla="*/ 89858 h 89875"/>
                    <a:gd name="connsiteX2" fmla="*/ 14683 w 120804"/>
                    <a:gd name="connsiteY2" fmla="*/ 26310 h 89875"/>
                    <a:gd name="connsiteX3" fmla="*/ 26220 w 120804"/>
                    <a:gd name="connsiteY3" fmla="*/ 16138 h 89875"/>
                    <a:gd name="connsiteX4" fmla="*/ 36770 w 120804"/>
                    <a:gd name="connsiteY4" fmla="*/ 12904 h 89875"/>
                    <a:gd name="connsiteX5" fmla="*/ 49062 w 120804"/>
                    <a:gd name="connsiteY5" fmla="*/ 18367 h 89875"/>
                    <a:gd name="connsiteX6" fmla="*/ 53034 w 120804"/>
                    <a:gd name="connsiteY6" fmla="*/ 36249 h 89875"/>
                    <a:gd name="connsiteX7" fmla="*/ 53034 w 120804"/>
                    <a:gd name="connsiteY7" fmla="*/ 89876 h 89875"/>
                    <a:gd name="connsiteX8" fmla="*/ 67807 w 120804"/>
                    <a:gd name="connsiteY8" fmla="*/ 89876 h 89875"/>
                    <a:gd name="connsiteX9" fmla="*/ 67807 w 120804"/>
                    <a:gd name="connsiteY9" fmla="*/ 26310 h 89875"/>
                    <a:gd name="connsiteX10" fmla="*/ 79344 w 120804"/>
                    <a:gd name="connsiteY10" fmla="*/ 16138 h 89875"/>
                    <a:gd name="connsiteX11" fmla="*/ 89894 w 120804"/>
                    <a:gd name="connsiteY11" fmla="*/ 12904 h 89875"/>
                    <a:gd name="connsiteX12" fmla="*/ 102186 w 120804"/>
                    <a:gd name="connsiteY12" fmla="*/ 18367 h 89875"/>
                    <a:gd name="connsiteX13" fmla="*/ 106158 w 120804"/>
                    <a:gd name="connsiteY13" fmla="*/ 36249 h 89875"/>
                    <a:gd name="connsiteX14" fmla="*/ 106158 w 120804"/>
                    <a:gd name="connsiteY14" fmla="*/ 89876 h 89875"/>
                    <a:gd name="connsiteX15" fmla="*/ 120805 w 120804"/>
                    <a:gd name="connsiteY15" fmla="*/ 89876 h 89875"/>
                    <a:gd name="connsiteX16" fmla="*/ 120805 w 120804"/>
                    <a:gd name="connsiteY16" fmla="*/ 34398 h 89875"/>
                    <a:gd name="connsiteX17" fmla="*/ 114353 w 120804"/>
                    <a:gd name="connsiteY17" fmla="*/ 8824 h 89875"/>
                    <a:gd name="connsiteX18" fmla="*/ 94243 w 120804"/>
                    <a:gd name="connsiteY18" fmla="*/ 18 h 89875"/>
                    <a:gd name="connsiteX19" fmla="*/ 79219 w 120804"/>
                    <a:gd name="connsiteY19" fmla="*/ 4727 h 89875"/>
                    <a:gd name="connsiteX20" fmla="*/ 65308 w 120804"/>
                    <a:gd name="connsiteY20" fmla="*/ 16767 h 89875"/>
                    <a:gd name="connsiteX21" fmla="*/ 56862 w 120804"/>
                    <a:gd name="connsiteY21" fmla="*/ 4475 h 89875"/>
                    <a:gd name="connsiteX22" fmla="*/ 41101 w 120804"/>
                    <a:gd name="connsiteY22" fmla="*/ 0 h 89875"/>
                    <a:gd name="connsiteX23" fmla="*/ 26328 w 120804"/>
                    <a:gd name="connsiteY23" fmla="*/ 4349 h 89875"/>
                    <a:gd name="connsiteX24" fmla="*/ 13784 w 120804"/>
                    <a:gd name="connsiteY24" fmla="*/ 15024 h 89875"/>
                    <a:gd name="connsiteX25" fmla="*/ 13281 w 120804"/>
                    <a:gd name="connsiteY25" fmla="*/ 15024 h 89875"/>
                    <a:gd name="connsiteX26" fmla="*/ 12041 w 120804"/>
                    <a:gd name="connsiteY26" fmla="*/ 2246 h 89875"/>
                    <a:gd name="connsiteX27" fmla="*/ 0 w 120804"/>
                    <a:gd name="connsiteY27" fmla="*/ 2246 h 89875"/>
                    <a:gd name="connsiteX28" fmla="*/ 0 w 120804"/>
                    <a:gd name="connsiteY28" fmla="*/ 89858 h 89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804" h="89875">
                      <a:moveTo>
                        <a:pt x="36" y="89858"/>
                      </a:moveTo>
                      <a:lnTo>
                        <a:pt x="14683" y="89858"/>
                      </a:lnTo>
                      <a:lnTo>
                        <a:pt x="14683" y="26310"/>
                      </a:lnTo>
                      <a:cubicBezTo>
                        <a:pt x="18654" y="21710"/>
                        <a:pt x="22626" y="18367"/>
                        <a:pt x="26220" y="16138"/>
                      </a:cubicBezTo>
                      <a:cubicBezTo>
                        <a:pt x="29941" y="14036"/>
                        <a:pt x="33427" y="12904"/>
                        <a:pt x="36770" y="12904"/>
                      </a:cubicBezTo>
                      <a:cubicBezTo>
                        <a:pt x="42359" y="12778"/>
                        <a:pt x="46456" y="14647"/>
                        <a:pt x="49062" y="18367"/>
                      </a:cubicBezTo>
                      <a:cubicBezTo>
                        <a:pt x="51794" y="22087"/>
                        <a:pt x="53160" y="28054"/>
                        <a:pt x="53034" y="36249"/>
                      </a:cubicBezTo>
                      <a:lnTo>
                        <a:pt x="53034" y="89876"/>
                      </a:lnTo>
                      <a:lnTo>
                        <a:pt x="67807" y="89876"/>
                      </a:lnTo>
                      <a:lnTo>
                        <a:pt x="67807" y="26310"/>
                      </a:lnTo>
                      <a:cubicBezTo>
                        <a:pt x="71904" y="21710"/>
                        <a:pt x="75750" y="18367"/>
                        <a:pt x="79344" y="16138"/>
                      </a:cubicBezTo>
                      <a:cubicBezTo>
                        <a:pt x="82939" y="14036"/>
                        <a:pt x="86551" y="12904"/>
                        <a:pt x="89894" y="12904"/>
                      </a:cubicBezTo>
                      <a:cubicBezTo>
                        <a:pt x="95357" y="12778"/>
                        <a:pt x="99580" y="14647"/>
                        <a:pt x="102186" y="18367"/>
                      </a:cubicBezTo>
                      <a:cubicBezTo>
                        <a:pt x="104918" y="22087"/>
                        <a:pt x="106158" y="28054"/>
                        <a:pt x="106158" y="36249"/>
                      </a:cubicBezTo>
                      <a:lnTo>
                        <a:pt x="106158" y="89876"/>
                      </a:lnTo>
                      <a:lnTo>
                        <a:pt x="120805" y="89876"/>
                      </a:lnTo>
                      <a:lnTo>
                        <a:pt x="120805" y="34398"/>
                      </a:lnTo>
                      <a:cubicBezTo>
                        <a:pt x="120805" y="23093"/>
                        <a:pt x="118702" y="14539"/>
                        <a:pt x="114353" y="8824"/>
                      </a:cubicBezTo>
                      <a:cubicBezTo>
                        <a:pt x="109878" y="2983"/>
                        <a:pt x="103175" y="18"/>
                        <a:pt x="94243" y="18"/>
                      </a:cubicBezTo>
                      <a:cubicBezTo>
                        <a:pt x="88905" y="144"/>
                        <a:pt x="83945" y="1635"/>
                        <a:pt x="79219" y="4727"/>
                      </a:cubicBezTo>
                      <a:cubicBezTo>
                        <a:pt x="74384" y="7710"/>
                        <a:pt x="69784" y="11807"/>
                        <a:pt x="65308" y="16767"/>
                      </a:cubicBezTo>
                      <a:cubicBezTo>
                        <a:pt x="63565" y="11556"/>
                        <a:pt x="60834" y="7458"/>
                        <a:pt x="56862" y="4475"/>
                      </a:cubicBezTo>
                      <a:cubicBezTo>
                        <a:pt x="53016" y="1617"/>
                        <a:pt x="47804" y="0"/>
                        <a:pt x="41101" y="0"/>
                      </a:cubicBezTo>
                      <a:cubicBezTo>
                        <a:pt x="35889" y="126"/>
                        <a:pt x="30929" y="1492"/>
                        <a:pt x="26328" y="4349"/>
                      </a:cubicBezTo>
                      <a:cubicBezTo>
                        <a:pt x="21853" y="7207"/>
                        <a:pt x="17648" y="10675"/>
                        <a:pt x="13784" y="15024"/>
                      </a:cubicBezTo>
                      <a:lnTo>
                        <a:pt x="13281" y="15024"/>
                      </a:lnTo>
                      <a:lnTo>
                        <a:pt x="12041" y="2246"/>
                      </a:lnTo>
                      <a:lnTo>
                        <a:pt x="0" y="2246"/>
                      </a:lnTo>
                      <a:lnTo>
                        <a:pt x="0" y="89858"/>
                      </a:ln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5" name="任意多边形: 形状 54">
                  <a:extLst>
                    <a:ext uri="{FF2B5EF4-FFF2-40B4-BE49-F238E27FC236}">
                      <a16:creationId xmlns:a16="http://schemas.microsoft.com/office/drawing/2014/main" id="{70F2B64C-7F8A-DFBC-4BAB-AFFB9B313D04}"/>
                    </a:ext>
                  </a:extLst>
                </p:cNvPr>
                <p:cNvSpPr/>
                <p:nvPr/>
              </p:nvSpPr>
              <p:spPr>
                <a:xfrm>
                  <a:off x="9755012" y="962037"/>
                  <a:ext cx="81321" cy="91960"/>
                </a:xfrm>
                <a:custGeom>
                  <a:avLst/>
                  <a:gdLst>
                    <a:gd name="connsiteX0" fmla="*/ 40723 w 81321"/>
                    <a:gd name="connsiteY0" fmla="*/ 79668 h 91960"/>
                    <a:gd name="connsiteX1" fmla="*/ 22356 w 81321"/>
                    <a:gd name="connsiteY1" fmla="*/ 70484 h 91960"/>
                    <a:gd name="connsiteX2" fmla="*/ 15402 w 81321"/>
                    <a:gd name="connsiteY2" fmla="*/ 46151 h 91960"/>
                    <a:gd name="connsiteX3" fmla="*/ 22356 w 81321"/>
                    <a:gd name="connsiteY3" fmla="*/ 21566 h 91960"/>
                    <a:gd name="connsiteX4" fmla="*/ 40723 w 81321"/>
                    <a:gd name="connsiteY4" fmla="*/ 12257 h 91960"/>
                    <a:gd name="connsiteX5" fmla="*/ 59090 w 81321"/>
                    <a:gd name="connsiteY5" fmla="*/ 21566 h 91960"/>
                    <a:gd name="connsiteX6" fmla="*/ 66171 w 81321"/>
                    <a:gd name="connsiteY6" fmla="*/ 46151 h 91960"/>
                    <a:gd name="connsiteX7" fmla="*/ 59090 w 81321"/>
                    <a:gd name="connsiteY7" fmla="*/ 70484 h 91960"/>
                    <a:gd name="connsiteX8" fmla="*/ 40723 w 81321"/>
                    <a:gd name="connsiteY8" fmla="*/ 79668 h 91960"/>
                    <a:gd name="connsiteX9" fmla="*/ 40723 w 81321"/>
                    <a:gd name="connsiteY9" fmla="*/ 91960 h 91960"/>
                    <a:gd name="connsiteX10" fmla="*/ 60834 w 81321"/>
                    <a:gd name="connsiteY10" fmla="*/ 86497 h 91960"/>
                    <a:gd name="connsiteX11" fmla="*/ 75606 w 81321"/>
                    <a:gd name="connsiteY11" fmla="*/ 70862 h 91960"/>
                    <a:gd name="connsiteX12" fmla="*/ 81321 w 81321"/>
                    <a:gd name="connsiteY12" fmla="*/ 46169 h 91960"/>
                    <a:gd name="connsiteX13" fmla="*/ 75606 w 81321"/>
                    <a:gd name="connsiteY13" fmla="*/ 21224 h 91960"/>
                    <a:gd name="connsiteX14" fmla="*/ 60834 w 81321"/>
                    <a:gd name="connsiteY14" fmla="*/ 5463 h 91960"/>
                    <a:gd name="connsiteX15" fmla="*/ 40723 w 81321"/>
                    <a:gd name="connsiteY15" fmla="*/ 0 h 91960"/>
                    <a:gd name="connsiteX16" fmla="*/ 20613 w 81321"/>
                    <a:gd name="connsiteY16" fmla="*/ 5463 h 91960"/>
                    <a:gd name="connsiteX17" fmla="*/ 5841 w 81321"/>
                    <a:gd name="connsiteY17" fmla="*/ 21224 h 91960"/>
                    <a:gd name="connsiteX18" fmla="*/ 0 w 81321"/>
                    <a:gd name="connsiteY18" fmla="*/ 46169 h 91960"/>
                    <a:gd name="connsiteX19" fmla="*/ 5841 w 81321"/>
                    <a:gd name="connsiteY19" fmla="*/ 70862 h 91960"/>
                    <a:gd name="connsiteX20" fmla="*/ 20613 w 81321"/>
                    <a:gd name="connsiteY20" fmla="*/ 86497 h 91960"/>
                    <a:gd name="connsiteX21" fmla="*/ 40723 w 81321"/>
                    <a:gd name="connsiteY21" fmla="*/ 91960 h 919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81321" h="91960">
                      <a:moveTo>
                        <a:pt x="40723" y="79668"/>
                      </a:moveTo>
                      <a:cubicBezTo>
                        <a:pt x="33032" y="79542"/>
                        <a:pt x="26939" y="76433"/>
                        <a:pt x="22356" y="70484"/>
                      </a:cubicBezTo>
                      <a:cubicBezTo>
                        <a:pt x="17756" y="64410"/>
                        <a:pt x="15527" y="56341"/>
                        <a:pt x="15402" y="46151"/>
                      </a:cubicBezTo>
                      <a:cubicBezTo>
                        <a:pt x="15527" y="35853"/>
                        <a:pt x="17756" y="27658"/>
                        <a:pt x="22356" y="21566"/>
                      </a:cubicBezTo>
                      <a:cubicBezTo>
                        <a:pt x="26957" y="15473"/>
                        <a:pt x="33032" y="12382"/>
                        <a:pt x="40723" y="12257"/>
                      </a:cubicBezTo>
                      <a:cubicBezTo>
                        <a:pt x="48415" y="12382"/>
                        <a:pt x="54508" y="15491"/>
                        <a:pt x="59090" y="21566"/>
                      </a:cubicBezTo>
                      <a:cubicBezTo>
                        <a:pt x="63691" y="27640"/>
                        <a:pt x="66045" y="35835"/>
                        <a:pt x="66171" y="46151"/>
                      </a:cubicBezTo>
                      <a:cubicBezTo>
                        <a:pt x="66045" y="56323"/>
                        <a:pt x="63691" y="64392"/>
                        <a:pt x="59090" y="70484"/>
                      </a:cubicBezTo>
                      <a:cubicBezTo>
                        <a:pt x="54508" y="76433"/>
                        <a:pt x="48415" y="79542"/>
                        <a:pt x="40723" y="79668"/>
                      </a:cubicBezTo>
                      <a:close/>
                      <a:moveTo>
                        <a:pt x="40723" y="91960"/>
                      </a:moveTo>
                      <a:cubicBezTo>
                        <a:pt x="47930" y="91960"/>
                        <a:pt x="54633" y="90091"/>
                        <a:pt x="60834" y="86497"/>
                      </a:cubicBezTo>
                      <a:cubicBezTo>
                        <a:pt x="66908" y="82903"/>
                        <a:pt x="71886" y="77691"/>
                        <a:pt x="75606" y="70862"/>
                      </a:cubicBezTo>
                      <a:cubicBezTo>
                        <a:pt x="79326" y="64158"/>
                        <a:pt x="81321" y="55838"/>
                        <a:pt x="81321" y="46169"/>
                      </a:cubicBezTo>
                      <a:cubicBezTo>
                        <a:pt x="81321" y="36356"/>
                        <a:pt x="79326" y="28054"/>
                        <a:pt x="75606" y="21224"/>
                      </a:cubicBezTo>
                      <a:cubicBezTo>
                        <a:pt x="71886" y="14269"/>
                        <a:pt x="66926" y="9058"/>
                        <a:pt x="60834" y="5463"/>
                      </a:cubicBezTo>
                      <a:cubicBezTo>
                        <a:pt x="54633" y="1869"/>
                        <a:pt x="47930" y="0"/>
                        <a:pt x="40723" y="0"/>
                      </a:cubicBezTo>
                      <a:cubicBezTo>
                        <a:pt x="33409" y="0"/>
                        <a:pt x="26706" y="1869"/>
                        <a:pt x="20613" y="5463"/>
                      </a:cubicBezTo>
                      <a:cubicBezTo>
                        <a:pt x="14539" y="9058"/>
                        <a:pt x="9561" y="14269"/>
                        <a:pt x="5841" y="21224"/>
                      </a:cubicBezTo>
                      <a:cubicBezTo>
                        <a:pt x="2121" y="28054"/>
                        <a:pt x="126" y="36374"/>
                        <a:pt x="0" y="46169"/>
                      </a:cubicBezTo>
                      <a:cubicBezTo>
                        <a:pt x="126" y="55856"/>
                        <a:pt x="2103" y="64158"/>
                        <a:pt x="5841" y="70862"/>
                      </a:cubicBezTo>
                      <a:cubicBezTo>
                        <a:pt x="9561" y="77691"/>
                        <a:pt x="14521" y="82903"/>
                        <a:pt x="20613" y="86497"/>
                      </a:cubicBezTo>
                      <a:cubicBezTo>
                        <a:pt x="26706" y="90091"/>
                        <a:pt x="33409" y="91960"/>
                        <a:pt x="40723" y="91960"/>
                      </a:cubicBez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6" name="任意多边形: 形状 55">
                  <a:extLst>
                    <a:ext uri="{FF2B5EF4-FFF2-40B4-BE49-F238E27FC236}">
                      <a16:creationId xmlns:a16="http://schemas.microsoft.com/office/drawing/2014/main" id="{658A6536-98F6-83EC-0AC7-A16909C846FF}"/>
                    </a:ext>
                  </a:extLst>
                </p:cNvPr>
                <p:cNvSpPr/>
                <p:nvPr/>
              </p:nvSpPr>
              <p:spPr>
                <a:xfrm>
                  <a:off x="9863443" y="923380"/>
                  <a:ext cx="76558" cy="130617"/>
                </a:xfrm>
                <a:custGeom>
                  <a:avLst/>
                  <a:gdLst>
                    <a:gd name="connsiteX0" fmla="*/ 36087 w 76558"/>
                    <a:gd name="connsiteY0" fmla="*/ 118325 h 130617"/>
                    <a:gd name="connsiteX1" fmla="*/ 26041 w 76558"/>
                    <a:gd name="connsiteY1" fmla="*/ 116330 h 130617"/>
                    <a:gd name="connsiteX2" fmla="*/ 14629 w 76558"/>
                    <a:gd name="connsiteY2" fmla="*/ 109123 h 130617"/>
                    <a:gd name="connsiteX3" fmla="*/ 14629 w 76558"/>
                    <a:gd name="connsiteY3" fmla="*/ 63080 h 130617"/>
                    <a:gd name="connsiteX4" fmla="*/ 26795 w 76558"/>
                    <a:gd name="connsiteY4" fmla="*/ 54148 h 130617"/>
                    <a:gd name="connsiteX5" fmla="*/ 38207 w 76558"/>
                    <a:gd name="connsiteY5" fmla="*/ 51039 h 130617"/>
                    <a:gd name="connsiteX6" fmla="*/ 55963 w 76558"/>
                    <a:gd name="connsiteY6" fmla="*/ 59971 h 130617"/>
                    <a:gd name="connsiteX7" fmla="*/ 61301 w 76558"/>
                    <a:gd name="connsiteY7" fmla="*/ 83424 h 130617"/>
                    <a:gd name="connsiteX8" fmla="*/ 54094 w 76558"/>
                    <a:gd name="connsiteY8" fmla="*/ 109123 h 130617"/>
                    <a:gd name="connsiteX9" fmla="*/ 36087 w 76558"/>
                    <a:gd name="connsiteY9" fmla="*/ 118325 h 130617"/>
                    <a:gd name="connsiteX10" fmla="*/ 38441 w 76558"/>
                    <a:gd name="connsiteY10" fmla="*/ 130617 h 130617"/>
                    <a:gd name="connsiteX11" fmla="*/ 57311 w 76558"/>
                    <a:gd name="connsiteY11" fmla="*/ 125028 h 130617"/>
                    <a:gd name="connsiteX12" fmla="*/ 71221 w 76558"/>
                    <a:gd name="connsiteY12" fmla="*/ 108890 h 130617"/>
                    <a:gd name="connsiteX13" fmla="*/ 76559 w 76558"/>
                    <a:gd name="connsiteY13" fmla="*/ 83190 h 130617"/>
                    <a:gd name="connsiteX14" fmla="*/ 67627 w 76558"/>
                    <a:gd name="connsiteY14" fmla="*/ 50788 h 130617"/>
                    <a:gd name="connsiteX15" fmla="*/ 41568 w 76558"/>
                    <a:gd name="connsiteY15" fmla="*/ 38621 h 130617"/>
                    <a:gd name="connsiteX16" fmla="*/ 27173 w 76558"/>
                    <a:gd name="connsiteY16" fmla="*/ 42215 h 130617"/>
                    <a:gd name="connsiteX17" fmla="*/ 14144 w 76558"/>
                    <a:gd name="connsiteY17" fmla="*/ 51021 h 130617"/>
                    <a:gd name="connsiteX18" fmla="*/ 14647 w 76558"/>
                    <a:gd name="connsiteY18" fmla="*/ 35260 h 130617"/>
                    <a:gd name="connsiteX19" fmla="*/ 14647 w 76558"/>
                    <a:gd name="connsiteY19" fmla="*/ 0 h 130617"/>
                    <a:gd name="connsiteX20" fmla="*/ 0 w 76558"/>
                    <a:gd name="connsiteY20" fmla="*/ 0 h 130617"/>
                    <a:gd name="connsiteX21" fmla="*/ 0 w 76558"/>
                    <a:gd name="connsiteY21" fmla="*/ 128479 h 130617"/>
                    <a:gd name="connsiteX22" fmla="*/ 11664 w 76558"/>
                    <a:gd name="connsiteY22" fmla="*/ 128479 h 130617"/>
                    <a:gd name="connsiteX23" fmla="*/ 13029 w 76558"/>
                    <a:gd name="connsiteY23" fmla="*/ 119421 h 130617"/>
                    <a:gd name="connsiteX24" fmla="*/ 13532 w 76558"/>
                    <a:gd name="connsiteY24" fmla="*/ 119421 h 130617"/>
                    <a:gd name="connsiteX25" fmla="*/ 25951 w 76558"/>
                    <a:gd name="connsiteY25" fmla="*/ 127616 h 130617"/>
                    <a:gd name="connsiteX26" fmla="*/ 38441 w 76558"/>
                    <a:gd name="connsiteY26" fmla="*/ 130617 h 1306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76558" h="130617">
                      <a:moveTo>
                        <a:pt x="36087" y="118325"/>
                      </a:moveTo>
                      <a:cubicBezTo>
                        <a:pt x="33103" y="118450"/>
                        <a:pt x="29761" y="117696"/>
                        <a:pt x="26041" y="116330"/>
                      </a:cubicBezTo>
                      <a:cubicBezTo>
                        <a:pt x="22321" y="114838"/>
                        <a:pt x="18475" y="112484"/>
                        <a:pt x="14629" y="109123"/>
                      </a:cubicBezTo>
                      <a:lnTo>
                        <a:pt x="14629" y="63080"/>
                      </a:lnTo>
                      <a:cubicBezTo>
                        <a:pt x="18852" y="59234"/>
                        <a:pt x="22824" y="56125"/>
                        <a:pt x="26795" y="54148"/>
                      </a:cubicBezTo>
                      <a:cubicBezTo>
                        <a:pt x="30641" y="52046"/>
                        <a:pt x="34487" y="51039"/>
                        <a:pt x="38207" y="51039"/>
                      </a:cubicBezTo>
                      <a:cubicBezTo>
                        <a:pt x="46402" y="51165"/>
                        <a:pt x="52351" y="54148"/>
                        <a:pt x="55963" y="59971"/>
                      </a:cubicBezTo>
                      <a:cubicBezTo>
                        <a:pt x="59557" y="65812"/>
                        <a:pt x="61301" y="73629"/>
                        <a:pt x="61301" y="83424"/>
                      </a:cubicBezTo>
                      <a:cubicBezTo>
                        <a:pt x="61175" y="94476"/>
                        <a:pt x="58695" y="103031"/>
                        <a:pt x="54094" y="109123"/>
                      </a:cubicBezTo>
                      <a:cubicBezTo>
                        <a:pt x="49493" y="115216"/>
                        <a:pt x="43401" y="118199"/>
                        <a:pt x="36087" y="118325"/>
                      </a:cubicBezTo>
                      <a:close/>
                      <a:moveTo>
                        <a:pt x="38441" y="130617"/>
                      </a:moveTo>
                      <a:cubicBezTo>
                        <a:pt x="45270" y="130617"/>
                        <a:pt x="51596" y="128748"/>
                        <a:pt x="57311" y="125028"/>
                      </a:cubicBezTo>
                      <a:cubicBezTo>
                        <a:pt x="63026" y="121308"/>
                        <a:pt x="67609" y="115970"/>
                        <a:pt x="71221" y="108890"/>
                      </a:cubicBezTo>
                      <a:cubicBezTo>
                        <a:pt x="74690" y="101809"/>
                        <a:pt x="76433" y="93254"/>
                        <a:pt x="76559" y="83190"/>
                      </a:cubicBezTo>
                      <a:cubicBezTo>
                        <a:pt x="76559" y="69532"/>
                        <a:pt x="73575" y="58857"/>
                        <a:pt x="67627" y="50788"/>
                      </a:cubicBezTo>
                      <a:cubicBezTo>
                        <a:pt x="61660" y="42844"/>
                        <a:pt x="52980" y="38747"/>
                        <a:pt x="41568" y="38621"/>
                      </a:cubicBezTo>
                      <a:cubicBezTo>
                        <a:pt x="36734" y="38747"/>
                        <a:pt x="31881" y="39861"/>
                        <a:pt x="27173" y="42215"/>
                      </a:cubicBezTo>
                      <a:cubicBezTo>
                        <a:pt x="22464" y="44569"/>
                        <a:pt x="18115" y="47427"/>
                        <a:pt x="14144" y="51021"/>
                      </a:cubicBezTo>
                      <a:lnTo>
                        <a:pt x="14647" y="35260"/>
                      </a:lnTo>
                      <a:lnTo>
                        <a:pt x="14647" y="0"/>
                      </a:lnTo>
                      <a:lnTo>
                        <a:pt x="0" y="0"/>
                      </a:lnTo>
                      <a:lnTo>
                        <a:pt x="0" y="128479"/>
                      </a:lnTo>
                      <a:lnTo>
                        <a:pt x="11664" y="128479"/>
                      </a:lnTo>
                      <a:lnTo>
                        <a:pt x="13029" y="119421"/>
                      </a:lnTo>
                      <a:lnTo>
                        <a:pt x="13532" y="119421"/>
                      </a:lnTo>
                      <a:cubicBezTo>
                        <a:pt x="17378" y="123015"/>
                        <a:pt x="21602" y="125747"/>
                        <a:pt x="25951" y="127616"/>
                      </a:cubicBezTo>
                      <a:cubicBezTo>
                        <a:pt x="30120" y="129611"/>
                        <a:pt x="34344" y="130617"/>
                        <a:pt x="38441" y="130617"/>
                      </a:cubicBez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7" name="任意多边形: 形状 56">
                  <a:extLst>
                    <a:ext uri="{FF2B5EF4-FFF2-40B4-BE49-F238E27FC236}">
                      <a16:creationId xmlns:a16="http://schemas.microsoft.com/office/drawing/2014/main" id="{F107A0A8-E8CB-9036-2C29-A8C9EDAD51DF}"/>
                    </a:ext>
                  </a:extLst>
                </p:cNvPr>
                <p:cNvSpPr/>
                <p:nvPr/>
              </p:nvSpPr>
              <p:spPr>
                <a:xfrm>
                  <a:off x="9959492" y="962019"/>
                  <a:ext cx="68651" cy="91978"/>
                </a:xfrm>
                <a:custGeom>
                  <a:avLst/>
                  <a:gdLst>
                    <a:gd name="connsiteX0" fmla="*/ 29922 w 68651"/>
                    <a:gd name="connsiteY0" fmla="*/ 80171 h 91978"/>
                    <a:gd name="connsiteX1" fmla="*/ 18870 w 68651"/>
                    <a:gd name="connsiteY1" fmla="*/ 76936 h 91978"/>
                    <a:gd name="connsiteX2" fmla="*/ 14395 w 68651"/>
                    <a:gd name="connsiteY2" fmla="*/ 66135 h 91978"/>
                    <a:gd name="connsiteX3" fmla="*/ 23075 w 68651"/>
                    <a:gd name="connsiteY3" fmla="*/ 52117 h 91978"/>
                    <a:gd name="connsiteX4" fmla="*/ 53986 w 68651"/>
                    <a:gd name="connsiteY4" fmla="*/ 44048 h 91978"/>
                    <a:gd name="connsiteX5" fmla="*/ 53986 w 68651"/>
                    <a:gd name="connsiteY5" fmla="*/ 68508 h 91978"/>
                    <a:gd name="connsiteX6" fmla="*/ 41945 w 68651"/>
                    <a:gd name="connsiteY6" fmla="*/ 77188 h 91978"/>
                    <a:gd name="connsiteX7" fmla="*/ 29922 w 68651"/>
                    <a:gd name="connsiteY7" fmla="*/ 80171 h 91978"/>
                    <a:gd name="connsiteX8" fmla="*/ 25699 w 68651"/>
                    <a:gd name="connsiteY8" fmla="*/ 91978 h 91978"/>
                    <a:gd name="connsiteX9" fmla="*/ 41083 w 68651"/>
                    <a:gd name="connsiteY9" fmla="*/ 88258 h 91978"/>
                    <a:gd name="connsiteX10" fmla="*/ 54741 w 68651"/>
                    <a:gd name="connsiteY10" fmla="*/ 79452 h 91978"/>
                    <a:gd name="connsiteX11" fmla="*/ 55244 w 68651"/>
                    <a:gd name="connsiteY11" fmla="*/ 79452 h 91978"/>
                    <a:gd name="connsiteX12" fmla="*/ 56484 w 68651"/>
                    <a:gd name="connsiteY12" fmla="*/ 89876 h 91978"/>
                    <a:gd name="connsiteX13" fmla="*/ 68651 w 68651"/>
                    <a:gd name="connsiteY13" fmla="*/ 89876 h 91978"/>
                    <a:gd name="connsiteX14" fmla="*/ 68651 w 68651"/>
                    <a:gd name="connsiteY14" fmla="*/ 35997 h 91978"/>
                    <a:gd name="connsiteX15" fmla="*/ 61445 w 68651"/>
                    <a:gd name="connsiteY15" fmla="*/ 9938 h 91978"/>
                    <a:gd name="connsiteX16" fmla="*/ 38351 w 68651"/>
                    <a:gd name="connsiteY16" fmla="*/ 0 h 91978"/>
                    <a:gd name="connsiteX17" fmla="*/ 18744 w 68651"/>
                    <a:gd name="connsiteY17" fmla="*/ 3720 h 91978"/>
                    <a:gd name="connsiteX18" fmla="*/ 3720 w 68651"/>
                    <a:gd name="connsiteY18" fmla="*/ 11412 h 91978"/>
                    <a:gd name="connsiteX19" fmla="*/ 9561 w 68651"/>
                    <a:gd name="connsiteY19" fmla="*/ 21584 h 91978"/>
                    <a:gd name="connsiteX20" fmla="*/ 21476 w 68651"/>
                    <a:gd name="connsiteY20" fmla="*/ 15132 h 91978"/>
                    <a:gd name="connsiteX21" fmla="*/ 35871 w 68651"/>
                    <a:gd name="connsiteY21" fmla="*/ 12275 h 91978"/>
                    <a:gd name="connsiteX22" fmla="*/ 50266 w 68651"/>
                    <a:gd name="connsiteY22" fmla="*/ 19104 h 91978"/>
                    <a:gd name="connsiteX23" fmla="*/ 53986 w 68651"/>
                    <a:gd name="connsiteY23" fmla="*/ 34380 h 91978"/>
                    <a:gd name="connsiteX24" fmla="*/ 13029 w 68651"/>
                    <a:gd name="connsiteY24" fmla="*/ 45180 h 91978"/>
                    <a:gd name="connsiteX25" fmla="*/ 0 w 68651"/>
                    <a:gd name="connsiteY25" fmla="*/ 67160 h 91978"/>
                    <a:gd name="connsiteX26" fmla="*/ 7332 w 68651"/>
                    <a:gd name="connsiteY26" fmla="*/ 85527 h 91978"/>
                    <a:gd name="connsiteX27" fmla="*/ 25699 w 68651"/>
                    <a:gd name="connsiteY27" fmla="*/ 91978 h 919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68651" h="91978">
                      <a:moveTo>
                        <a:pt x="29922" y="80171"/>
                      </a:moveTo>
                      <a:cubicBezTo>
                        <a:pt x="25448" y="80171"/>
                        <a:pt x="21728" y="79183"/>
                        <a:pt x="18870" y="76936"/>
                      </a:cubicBezTo>
                      <a:cubicBezTo>
                        <a:pt x="16012" y="74708"/>
                        <a:pt x="14521" y="71095"/>
                        <a:pt x="14395" y="66135"/>
                      </a:cubicBezTo>
                      <a:cubicBezTo>
                        <a:pt x="14144" y="60420"/>
                        <a:pt x="17127" y="55838"/>
                        <a:pt x="23075" y="52117"/>
                      </a:cubicBezTo>
                      <a:cubicBezTo>
                        <a:pt x="29042" y="48523"/>
                        <a:pt x="39339" y="45792"/>
                        <a:pt x="53986" y="44048"/>
                      </a:cubicBezTo>
                      <a:lnTo>
                        <a:pt x="53986" y="68508"/>
                      </a:lnTo>
                      <a:cubicBezTo>
                        <a:pt x="49763" y="72353"/>
                        <a:pt x="45666" y="75211"/>
                        <a:pt x="41945" y="77188"/>
                      </a:cubicBezTo>
                      <a:cubicBezTo>
                        <a:pt x="38118" y="79183"/>
                        <a:pt x="34146" y="80171"/>
                        <a:pt x="29922" y="80171"/>
                      </a:cubicBezTo>
                      <a:close/>
                      <a:moveTo>
                        <a:pt x="25699" y="91978"/>
                      </a:moveTo>
                      <a:cubicBezTo>
                        <a:pt x="31163" y="91853"/>
                        <a:pt x="36248" y="90613"/>
                        <a:pt x="41083" y="88258"/>
                      </a:cubicBezTo>
                      <a:cubicBezTo>
                        <a:pt x="46043" y="85904"/>
                        <a:pt x="50518" y="82921"/>
                        <a:pt x="54741" y="79452"/>
                      </a:cubicBezTo>
                      <a:lnTo>
                        <a:pt x="55244" y="79452"/>
                      </a:lnTo>
                      <a:lnTo>
                        <a:pt x="56484" y="89876"/>
                      </a:lnTo>
                      <a:lnTo>
                        <a:pt x="68651" y="89876"/>
                      </a:lnTo>
                      <a:lnTo>
                        <a:pt x="68651" y="35997"/>
                      </a:lnTo>
                      <a:cubicBezTo>
                        <a:pt x="68651" y="24945"/>
                        <a:pt x="66297" y="16264"/>
                        <a:pt x="61445" y="9938"/>
                      </a:cubicBezTo>
                      <a:cubicBezTo>
                        <a:pt x="56610" y="3486"/>
                        <a:pt x="48900" y="126"/>
                        <a:pt x="38351" y="0"/>
                      </a:cubicBezTo>
                      <a:cubicBezTo>
                        <a:pt x="31145" y="126"/>
                        <a:pt x="24693" y="1366"/>
                        <a:pt x="18744" y="3720"/>
                      </a:cubicBezTo>
                      <a:cubicBezTo>
                        <a:pt x="12903" y="6200"/>
                        <a:pt x="7818" y="8680"/>
                        <a:pt x="3720" y="11412"/>
                      </a:cubicBezTo>
                      <a:lnTo>
                        <a:pt x="9561" y="21584"/>
                      </a:lnTo>
                      <a:cubicBezTo>
                        <a:pt x="13029" y="19104"/>
                        <a:pt x="17001" y="16983"/>
                        <a:pt x="21476" y="15132"/>
                      </a:cubicBezTo>
                      <a:cubicBezTo>
                        <a:pt x="25951" y="13263"/>
                        <a:pt x="30785" y="12275"/>
                        <a:pt x="35871" y="12275"/>
                      </a:cubicBezTo>
                      <a:cubicBezTo>
                        <a:pt x="42952" y="12400"/>
                        <a:pt x="47660" y="14755"/>
                        <a:pt x="50266" y="19104"/>
                      </a:cubicBezTo>
                      <a:cubicBezTo>
                        <a:pt x="52872" y="23327"/>
                        <a:pt x="54112" y="28413"/>
                        <a:pt x="53986" y="34380"/>
                      </a:cubicBezTo>
                      <a:cubicBezTo>
                        <a:pt x="35368" y="36374"/>
                        <a:pt x="21710" y="39969"/>
                        <a:pt x="13029" y="45180"/>
                      </a:cubicBezTo>
                      <a:cubicBezTo>
                        <a:pt x="4349" y="50392"/>
                        <a:pt x="0" y="57725"/>
                        <a:pt x="0" y="67160"/>
                      </a:cubicBezTo>
                      <a:cubicBezTo>
                        <a:pt x="251" y="75103"/>
                        <a:pt x="2606" y="81177"/>
                        <a:pt x="7332" y="85527"/>
                      </a:cubicBezTo>
                      <a:cubicBezTo>
                        <a:pt x="12059" y="89732"/>
                        <a:pt x="18259" y="91853"/>
                        <a:pt x="25699" y="91978"/>
                      </a:cubicBez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8" name="任意多边形: 形状 57">
                  <a:extLst>
                    <a:ext uri="{FF2B5EF4-FFF2-40B4-BE49-F238E27FC236}">
                      <a16:creationId xmlns:a16="http://schemas.microsoft.com/office/drawing/2014/main" id="{7D974A47-522C-A6D9-BAFC-5EF1625E71FD}"/>
                    </a:ext>
                  </a:extLst>
                </p:cNvPr>
                <p:cNvSpPr/>
                <p:nvPr/>
              </p:nvSpPr>
              <p:spPr>
                <a:xfrm>
                  <a:off x="10057249" y="962055"/>
                  <a:ext cx="70017" cy="89857"/>
                </a:xfrm>
                <a:custGeom>
                  <a:avLst/>
                  <a:gdLst>
                    <a:gd name="connsiteX0" fmla="*/ 0 w 70017"/>
                    <a:gd name="connsiteY0" fmla="*/ 89822 h 89857"/>
                    <a:gd name="connsiteX1" fmla="*/ 14647 w 70017"/>
                    <a:gd name="connsiteY1" fmla="*/ 89822 h 89857"/>
                    <a:gd name="connsiteX2" fmla="*/ 14647 w 70017"/>
                    <a:gd name="connsiteY2" fmla="*/ 26274 h 89857"/>
                    <a:gd name="connsiteX3" fmla="*/ 26562 w 70017"/>
                    <a:gd name="connsiteY3" fmla="*/ 16228 h 89857"/>
                    <a:gd name="connsiteX4" fmla="*/ 38729 w 70017"/>
                    <a:gd name="connsiteY4" fmla="*/ 12886 h 89857"/>
                    <a:gd name="connsiteX5" fmla="*/ 51399 w 70017"/>
                    <a:gd name="connsiteY5" fmla="*/ 18349 h 89857"/>
                    <a:gd name="connsiteX6" fmla="*/ 55370 w 70017"/>
                    <a:gd name="connsiteY6" fmla="*/ 36231 h 89857"/>
                    <a:gd name="connsiteX7" fmla="*/ 55370 w 70017"/>
                    <a:gd name="connsiteY7" fmla="*/ 89858 h 89857"/>
                    <a:gd name="connsiteX8" fmla="*/ 70017 w 70017"/>
                    <a:gd name="connsiteY8" fmla="*/ 89858 h 89857"/>
                    <a:gd name="connsiteX9" fmla="*/ 70017 w 70017"/>
                    <a:gd name="connsiteY9" fmla="*/ 34380 h 89857"/>
                    <a:gd name="connsiteX10" fmla="*/ 63439 w 70017"/>
                    <a:gd name="connsiteY10" fmla="*/ 8806 h 89857"/>
                    <a:gd name="connsiteX11" fmla="*/ 43203 w 70017"/>
                    <a:gd name="connsiteY11" fmla="*/ 0 h 89857"/>
                    <a:gd name="connsiteX12" fmla="*/ 27191 w 70017"/>
                    <a:gd name="connsiteY12" fmla="*/ 4349 h 89857"/>
                    <a:gd name="connsiteX13" fmla="*/ 13784 w 70017"/>
                    <a:gd name="connsiteY13" fmla="*/ 14773 h 89857"/>
                    <a:gd name="connsiteX14" fmla="*/ 13281 w 70017"/>
                    <a:gd name="connsiteY14" fmla="*/ 14773 h 89857"/>
                    <a:gd name="connsiteX15" fmla="*/ 12041 w 70017"/>
                    <a:gd name="connsiteY15" fmla="*/ 2229 h 89857"/>
                    <a:gd name="connsiteX16" fmla="*/ 0 w 70017"/>
                    <a:gd name="connsiteY16" fmla="*/ 2229 h 89857"/>
                    <a:gd name="connsiteX17" fmla="*/ 0 w 70017"/>
                    <a:gd name="connsiteY17" fmla="*/ 89822 h 898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70017" h="89857">
                      <a:moveTo>
                        <a:pt x="0" y="89822"/>
                      </a:moveTo>
                      <a:lnTo>
                        <a:pt x="14647" y="89822"/>
                      </a:lnTo>
                      <a:lnTo>
                        <a:pt x="14647" y="26274"/>
                      </a:lnTo>
                      <a:cubicBezTo>
                        <a:pt x="18996" y="21799"/>
                        <a:pt x="22967" y="18457"/>
                        <a:pt x="26562" y="16228"/>
                      </a:cubicBezTo>
                      <a:cubicBezTo>
                        <a:pt x="30282" y="14000"/>
                        <a:pt x="34254" y="12886"/>
                        <a:pt x="38729" y="12886"/>
                      </a:cubicBezTo>
                      <a:cubicBezTo>
                        <a:pt x="44444" y="12760"/>
                        <a:pt x="48667" y="14629"/>
                        <a:pt x="51399" y="18349"/>
                      </a:cubicBezTo>
                      <a:cubicBezTo>
                        <a:pt x="54004" y="22069"/>
                        <a:pt x="55370" y="28036"/>
                        <a:pt x="55370" y="36231"/>
                      </a:cubicBezTo>
                      <a:lnTo>
                        <a:pt x="55370" y="89858"/>
                      </a:lnTo>
                      <a:lnTo>
                        <a:pt x="70017" y="89858"/>
                      </a:lnTo>
                      <a:lnTo>
                        <a:pt x="70017" y="34380"/>
                      </a:lnTo>
                      <a:cubicBezTo>
                        <a:pt x="70017" y="23076"/>
                        <a:pt x="67914" y="14521"/>
                        <a:pt x="63439" y="8806"/>
                      </a:cubicBezTo>
                      <a:cubicBezTo>
                        <a:pt x="59090" y="2965"/>
                        <a:pt x="52387" y="0"/>
                        <a:pt x="43203" y="0"/>
                      </a:cubicBezTo>
                      <a:cubicBezTo>
                        <a:pt x="37237" y="126"/>
                        <a:pt x="31899" y="1492"/>
                        <a:pt x="27191" y="4349"/>
                      </a:cubicBezTo>
                      <a:cubicBezTo>
                        <a:pt x="22482" y="7081"/>
                        <a:pt x="18007" y="10549"/>
                        <a:pt x="13784" y="14773"/>
                      </a:cubicBezTo>
                      <a:lnTo>
                        <a:pt x="13281" y="14773"/>
                      </a:lnTo>
                      <a:lnTo>
                        <a:pt x="12041" y="2229"/>
                      </a:lnTo>
                      <a:lnTo>
                        <a:pt x="0" y="2229"/>
                      </a:lnTo>
                      <a:lnTo>
                        <a:pt x="0" y="89822"/>
                      </a:ln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dirty="0"/>
                </a:p>
              </p:txBody>
            </p:sp>
          </p:grpSp>
          <p:grpSp>
            <p:nvGrpSpPr>
              <p:cNvPr id="45" name="组合 44">
                <a:extLst>
                  <a:ext uri="{FF2B5EF4-FFF2-40B4-BE49-F238E27FC236}">
                    <a16:creationId xmlns:a16="http://schemas.microsoft.com/office/drawing/2014/main" id="{7B13995B-738E-ACBD-B6BE-0426C80CF74F}"/>
                  </a:ext>
                </a:extLst>
              </p:cNvPr>
              <p:cNvGrpSpPr/>
              <p:nvPr userDrawn="1"/>
            </p:nvGrpSpPr>
            <p:grpSpPr>
              <a:xfrm>
                <a:off x="3550756" y="3868116"/>
                <a:ext cx="359700" cy="92032"/>
                <a:chOff x="10146307" y="961965"/>
                <a:chExt cx="359700" cy="92032"/>
              </a:xfrm>
            </p:grpSpPr>
            <p:sp>
              <p:nvSpPr>
                <p:cNvPr id="47" name="任意多边形: 形状 46">
                  <a:extLst>
                    <a:ext uri="{FF2B5EF4-FFF2-40B4-BE49-F238E27FC236}">
                      <a16:creationId xmlns:a16="http://schemas.microsoft.com/office/drawing/2014/main" id="{7A556163-D721-AE68-9072-3045DC967237}"/>
                    </a:ext>
                  </a:extLst>
                </p:cNvPr>
                <p:cNvSpPr/>
                <p:nvPr/>
              </p:nvSpPr>
              <p:spPr>
                <a:xfrm>
                  <a:off x="10146307" y="1031389"/>
                  <a:ext cx="21224" cy="22608"/>
                </a:xfrm>
                <a:custGeom>
                  <a:avLst/>
                  <a:gdLst>
                    <a:gd name="connsiteX0" fmla="*/ 10675 w 21224"/>
                    <a:gd name="connsiteY0" fmla="*/ 22608 h 22608"/>
                    <a:gd name="connsiteX1" fmla="*/ 18115 w 21224"/>
                    <a:gd name="connsiteY1" fmla="*/ 19499 h 22608"/>
                    <a:gd name="connsiteX2" fmla="*/ 21224 w 21224"/>
                    <a:gd name="connsiteY2" fmla="*/ 11430 h 22608"/>
                    <a:gd name="connsiteX3" fmla="*/ 18115 w 21224"/>
                    <a:gd name="connsiteY3" fmla="*/ 3235 h 22608"/>
                    <a:gd name="connsiteX4" fmla="*/ 10675 w 21224"/>
                    <a:gd name="connsiteY4" fmla="*/ 0 h 22608"/>
                    <a:gd name="connsiteX5" fmla="*/ 3109 w 21224"/>
                    <a:gd name="connsiteY5" fmla="*/ 3235 h 22608"/>
                    <a:gd name="connsiteX6" fmla="*/ 0 w 21224"/>
                    <a:gd name="connsiteY6" fmla="*/ 11430 h 22608"/>
                    <a:gd name="connsiteX7" fmla="*/ 3109 w 21224"/>
                    <a:gd name="connsiteY7" fmla="*/ 19499 h 22608"/>
                    <a:gd name="connsiteX8" fmla="*/ 10675 w 21224"/>
                    <a:gd name="connsiteY8" fmla="*/ 22608 h 226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1224" h="22608">
                      <a:moveTo>
                        <a:pt x="10675" y="22608"/>
                      </a:moveTo>
                      <a:cubicBezTo>
                        <a:pt x="13659" y="22482"/>
                        <a:pt x="16139" y="21494"/>
                        <a:pt x="18115" y="19499"/>
                      </a:cubicBezTo>
                      <a:cubicBezTo>
                        <a:pt x="20110" y="17504"/>
                        <a:pt x="21224" y="14791"/>
                        <a:pt x="21224" y="11430"/>
                      </a:cubicBezTo>
                      <a:cubicBezTo>
                        <a:pt x="21224" y="8069"/>
                        <a:pt x="20110" y="5356"/>
                        <a:pt x="18115" y="3235"/>
                      </a:cubicBezTo>
                      <a:cubicBezTo>
                        <a:pt x="16139" y="1132"/>
                        <a:pt x="13641" y="0"/>
                        <a:pt x="10675" y="0"/>
                      </a:cubicBezTo>
                      <a:cubicBezTo>
                        <a:pt x="7710" y="0"/>
                        <a:pt x="5212" y="1114"/>
                        <a:pt x="3109" y="3235"/>
                      </a:cubicBezTo>
                      <a:cubicBezTo>
                        <a:pt x="1114" y="5338"/>
                        <a:pt x="126" y="8069"/>
                        <a:pt x="0" y="11430"/>
                      </a:cubicBezTo>
                      <a:cubicBezTo>
                        <a:pt x="126" y="14773"/>
                        <a:pt x="1114" y="17504"/>
                        <a:pt x="3109" y="19499"/>
                      </a:cubicBezTo>
                      <a:cubicBezTo>
                        <a:pt x="5212" y="21476"/>
                        <a:pt x="7692" y="22482"/>
                        <a:pt x="10675" y="22608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b="1"/>
                </a:p>
              </p:txBody>
            </p:sp>
            <p:sp>
              <p:nvSpPr>
                <p:cNvPr id="48" name="任意多边形: 形状 47">
                  <a:extLst>
                    <a:ext uri="{FF2B5EF4-FFF2-40B4-BE49-F238E27FC236}">
                      <a16:creationId xmlns:a16="http://schemas.microsoft.com/office/drawing/2014/main" id="{B5F5FDC2-9A70-F050-F49A-B60AFBAC9CD1}"/>
                    </a:ext>
                  </a:extLst>
                </p:cNvPr>
                <p:cNvSpPr/>
                <p:nvPr/>
              </p:nvSpPr>
              <p:spPr>
                <a:xfrm>
                  <a:off x="10192350" y="961965"/>
                  <a:ext cx="69388" cy="92032"/>
                </a:xfrm>
                <a:custGeom>
                  <a:avLst/>
                  <a:gdLst>
                    <a:gd name="connsiteX0" fmla="*/ 41209 w 69388"/>
                    <a:gd name="connsiteY0" fmla="*/ 92032 h 92032"/>
                    <a:gd name="connsiteX1" fmla="*/ 56359 w 69388"/>
                    <a:gd name="connsiteY1" fmla="*/ 89049 h 92032"/>
                    <a:gd name="connsiteX2" fmla="*/ 69388 w 69388"/>
                    <a:gd name="connsiteY2" fmla="*/ 80854 h 92032"/>
                    <a:gd name="connsiteX3" fmla="*/ 63188 w 69388"/>
                    <a:gd name="connsiteY3" fmla="*/ 71042 h 92032"/>
                    <a:gd name="connsiteX4" fmla="*/ 53753 w 69388"/>
                    <a:gd name="connsiteY4" fmla="*/ 77242 h 92032"/>
                    <a:gd name="connsiteX5" fmla="*/ 42449 w 69388"/>
                    <a:gd name="connsiteY5" fmla="*/ 79722 h 92032"/>
                    <a:gd name="connsiteX6" fmla="*/ 22842 w 69388"/>
                    <a:gd name="connsiteY6" fmla="*/ 70538 h 92032"/>
                    <a:gd name="connsiteX7" fmla="*/ 15402 w 69388"/>
                    <a:gd name="connsiteY7" fmla="*/ 46205 h 92032"/>
                    <a:gd name="connsiteX8" fmla="*/ 23094 w 69388"/>
                    <a:gd name="connsiteY8" fmla="*/ 21620 h 92032"/>
                    <a:gd name="connsiteX9" fmla="*/ 42826 w 69388"/>
                    <a:gd name="connsiteY9" fmla="*/ 12311 h 92032"/>
                    <a:gd name="connsiteX10" fmla="*/ 52261 w 69388"/>
                    <a:gd name="connsiteY10" fmla="*/ 14413 h 92032"/>
                    <a:gd name="connsiteX11" fmla="*/ 60331 w 69388"/>
                    <a:gd name="connsiteY11" fmla="*/ 20128 h 92032"/>
                    <a:gd name="connsiteX12" fmla="*/ 68022 w 69388"/>
                    <a:gd name="connsiteY12" fmla="*/ 10316 h 92032"/>
                    <a:gd name="connsiteX13" fmla="*/ 57096 w 69388"/>
                    <a:gd name="connsiteY13" fmla="*/ 3109 h 92032"/>
                    <a:gd name="connsiteX14" fmla="*/ 42323 w 69388"/>
                    <a:gd name="connsiteY14" fmla="*/ 0 h 92032"/>
                    <a:gd name="connsiteX15" fmla="*/ 21350 w 69388"/>
                    <a:gd name="connsiteY15" fmla="*/ 5463 h 92032"/>
                    <a:gd name="connsiteX16" fmla="*/ 5967 w 69388"/>
                    <a:gd name="connsiteY16" fmla="*/ 21224 h 92032"/>
                    <a:gd name="connsiteX17" fmla="*/ 0 w 69388"/>
                    <a:gd name="connsiteY17" fmla="*/ 46169 h 92032"/>
                    <a:gd name="connsiteX18" fmla="*/ 11915 w 69388"/>
                    <a:gd name="connsiteY18" fmla="*/ 79937 h 92032"/>
                    <a:gd name="connsiteX19" fmla="*/ 41209 w 69388"/>
                    <a:gd name="connsiteY19" fmla="*/ 92032 h 920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69388" h="92032">
                      <a:moveTo>
                        <a:pt x="41209" y="92032"/>
                      </a:moveTo>
                      <a:cubicBezTo>
                        <a:pt x="46421" y="92032"/>
                        <a:pt x="51506" y="91044"/>
                        <a:pt x="56359" y="89049"/>
                      </a:cubicBezTo>
                      <a:cubicBezTo>
                        <a:pt x="61193" y="87180"/>
                        <a:pt x="65542" y="84448"/>
                        <a:pt x="69388" y="80854"/>
                      </a:cubicBezTo>
                      <a:lnTo>
                        <a:pt x="63188" y="71042"/>
                      </a:lnTo>
                      <a:cubicBezTo>
                        <a:pt x="60331" y="73647"/>
                        <a:pt x="57222" y="75642"/>
                        <a:pt x="53753" y="77242"/>
                      </a:cubicBezTo>
                      <a:cubicBezTo>
                        <a:pt x="50285" y="78859"/>
                        <a:pt x="46546" y="79722"/>
                        <a:pt x="42449" y="79722"/>
                      </a:cubicBezTo>
                      <a:cubicBezTo>
                        <a:pt x="34254" y="79596"/>
                        <a:pt x="27676" y="76487"/>
                        <a:pt x="22842" y="70538"/>
                      </a:cubicBezTo>
                      <a:cubicBezTo>
                        <a:pt x="18008" y="64464"/>
                        <a:pt x="15527" y="56395"/>
                        <a:pt x="15402" y="46205"/>
                      </a:cubicBezTo>
                      <a:cubicBezTo>
                        <a:pt x="15527" y="35907"/>
                        <a:pt x="18133" y="27712"/>
                        <a:pt x="23094" y="21620"/>
                      </a:cubicBezTo>
                      <a:cubicBezTo>
                        <a:pt x="28179" y="15545"/>
                        <a:pt x="34757" y="12436"/>
                        <a:pt x="42826" y="12311"/>
                      </a:cubicBezTo>
                      <a:cubicBezTo>
                        <a:pt x="46295" y="12311"/>
                        <a:pt x="49530" y="13047"/>
                        <a:pt x="52261" y="14413"/>
                      </a:cubicBezTo>
                      <a:cubicBezTo>
                        <a:pt x="55119" y="15905"/>
                        <a:pt x="57850" y="17756"/>
                        <a:pt x="60331" y="20128"/>
                      </a:cubicBezTo>
                      <a:lnTo>
                        <a:pt x="68022" y="10316"/>
                      </a:lnTo>
                      <a:cubicBezTo>
                        <a:pt x="64787" y="7458"/>
                        <a:pt x="61193" y="5104"/>
                        <a:pt x="57096" y="3109"/>
                      </a:cubicBezTo>
                      <a:cubicBezTo>
                        <a:pt x="52872" y="1114"/>
                        <a:pt x="48038" y="126"/>
                        <a:pt x="42323" y="0"/>
                      </a:cubicBezTo>
                      <a:cubicBezTo>
                        <a:pt x="34757" y="0"/>
                        <a:pt x="27802" y="1869"/>
                        <a:pt x="21350" y="5463"/>
                      </a:cubicBezTo>
                      <a:cubicBezTo>
                        <a:pt x="15024" y="9058"/>
                        <a:pt x="9938" y="14269"/>
                        <a:pt x="5967" y="21224"/>
                      </a:cubicBezTo>
                      <a:cubicBezTo>
                        <a:pt x="2121" y="28054"/>
                        <a:pt x="126" y="36374"/>
                        <a:pt x="0" y="46169"/>
                      </a:cubicBezTo>
                      <a:cubicBezTo>
                        <a:pt x="252" y="60690"/>
                        <a:pt x="4223" y="71994"/>
                        <a:pt x="11915" y="79937"/>
                      </a:cubicBezTo>
                      <a:cubicBezTo>
                        <a:pt x="19499" y="87935"/>
                        <a:pt x="29294" y="91906"/>
                        <a:pt x="41209" y="92032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b="1"/>
                </a:p>
              </p:txBody>
            </p:sp>
            <p:sp>
              <p:nvSpPr>
                <p:cNvPr id="49" name="任意多边形: 形状 48">
                  <a:extLst>
                    <a:ext uri="{FF2B5EF4-FFF2-40B4-BE49-F238E27FC236}">
                      <a16:creationId xmlns:a16="http://schemas.microsoft.com/office/drawing/2014/main" id="{AA099248-1CF1-EB60-4EDC-F13AF85B4E29}"/>
                    </a:ext>
                  </a:extLst>
                </p:cNvPr>
                <p:cNvSpPr/>
                <p:nvPr/>
              </p:nvSpPr>
              <p:spPr>
                <a:xfrm>
                  <a:off x="10279225" y="962037"/>
                  <a:ext cx="81321" cy="91960"/>
                </a:xfrm>
                <a:custGeom>
                  <a:avLst/>
                  <a:gdLst>
                    <a:gd name="connsiteX0" fmla="*/ 40723 w 81321"/>
                    <a:gd name="connsiteY0" fmla="*/ 79668 h 91960"/>
                    <a:gd name="connsiteX1" fmla="*/ 22356 w 81321"/>
                    <a:gd name="connsiteY1" fmla="*/ 70484 h 91960"/>
                    <a:gd name="connsiteX2" fmla="*/ 15402 w 81321"/>
                    <a:gd name="connsiteY2" fmla="*/ 46151 h 91960"/>
                    <a:gd name="connsiteX3" fmla="*/ 22356 w 81321"/>
                    <a:gd name="connsiteY3" fmla="*/ 21566 h 91960"/>
                    <a:gd name="connsiteX4" fmla="*/ 40723 w 81321"/>
                    <a:gd name="connsiteY4" fmla="*/ 12257 h 91960"/>
                    <a:gd name="connsiteX5" fmla="*/ 59090 w 81321"/>
                    <a:gd name="connsiteY5" fmla="*/ 21566 h 91960"/>
                    <a:gd name="connsiteX6" fmla="*/ 66171 w 81321"/>
                    <a:gd name="connsiteY6" fmla="*/ 46151 h 91960"/>
                    <a:gd name="connsiteX7" fmla="*/ 59090 w 81321"/>
                    <a:gd name="connsiteY7" fmla="*/ 70484 h 91960"/>
                    <a:gd name="connsiteX8" fmla="*/ 40723 w 81321"/>
                    <a:gd name="connsiteY8" fmla="*/ 79668 h 91960"/>
                    <a:gd name="connsiteX9" fmla="*/ 40723 w 81321"/>
                    <a:gd name="connsiteY9" fmla="*/ 91960 h 91960"/>
                    <a:gd name="connsiteX10" fmla="*/ 60834 w 81321"/>
                    <a:gd name="connsiteY10" fmla="*/ 86497 h 91960"/>
                    <a:gd name="connsiteX11" fmla="*/ 75606 w 81321"/>
                    <a:gd name="connsiteY11" fmla="*/ 70862 h 91960"/>
                    <a:gd name="connsiteX12" fmla="*/ 81321 w 81321"/>
                    <a:gd name="connsiteY12" fmla="*/ 46169 h 91960"/>
                    <a:gd name="connsiteX13" fmla="*/ 75606 w 81321"/>
                    <a:gd name="connsiteY13" fmla="*/ 21224 h 91960"/>
                    <a:gd name="connsiteX14" fmla="*/ 60834 w 81321"/>
                    <a:gd name="connsiteY14" fmla="*/ 5463 h 91960"/>
                    <a:gd name="connsiteX15" fmla="*/ 40723 w 81321"/>
                    <a:gd name="connsiteY15" fmla="*/ 0 h 91960"/>
                    <a:gd name="connsiteX16" fmla="*/ 20613 w 81321"/>
                    <a:gd name="connsiteY16" fmla="*/ 5463 h 91960"/>
                    <a:gd name="connsiteX17" fmla="*/ 5841 w 81321"/>
                    <a:gd name="connsiteY17" fmla="*/ 21224 h 91960"/>
                    <a:gd name="connsiteX18" fmla="*/ 0 w 81321"/>
                    <a:gd name="connsiteY18" fmla="*/ 46169 h 91960"/>
                    <a:gd name="connsiteX19" fmla="*/ 5841 w 81321"/>
                    <a:gd name="connsiteY19" fmla="*/ 70862 h 91960"/>
                    <a:gd name="connsiteX20" fmla="*/ 20613 w 81321"/>
                    <a:gd name="connsiteY20" fmla="*/ 86497 h 91960"/>
                    <a:gd name="connsiteX21" fmla="*/ 40723 w 81321"/>
                    <a:gd name="connsiteY21" fmla="*/ 91960 h 919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81321" h="91960">
                      <a:moveTo>
                        <a:pt x="40723" y="79668"/>
                      </a:moveTo>
                      <a:cubicBezTo>
                        <a:pt x="33032" y="79542"/>
                        <a:pt x="26939" y="76433"/>
                        <a:pt x="22356" y="70484"/>
                      </a:cubicBezTo>
                      <a:cubicBezTo>
                        <a:pt x="17756" y="64410"/>
                        <a:pt x="15527" y="56341"/>
                        <a:pt x="15402" y="46151"/>
                      </a:cubicBezTo>
                      <a:cubicBezTo>
                        <a:pt x="15527" y="35853"/>
                        <a:pt x="17756" y="27658"/>
                        <a:pt x="22356" y="21566"/>
                      </a:cubicBezTo>
                      <a:cubicBezTo>
                        <a:pt x="26957" y="15491"/>
                        <a:pt x="33032" y="12382"/>
                        <a:pt x="40723" y="12257"/>
                      </a:cubicBezTo>
                      <a:cubicBezTo>
                        <a:pt x="48415" y="12382"/>
                        <a:pt x="54508" y="15491"/>
                        <a:pt x="59090" y="21566"/>
                      </a:cubicBezTo>
                      <a:cubicBezTo>
                        <a:pt x="63673" y="27640"/>
                        <a:pt x="66045" y="35835"/>
                        <a:pt x="66171" y="46151"/>
                      </a:cubicBezTo>
                      <a:cubicBezTo>
                        <a:pt x="66045" y="56323"/>
                        <a:pt x="63691" y="64392"/>
                        <a:pt x="59090" y="70484"/>
                      </a:cubicBezTo>
                      <a:cubicBezTo>
                        <a:pt x="54508" y="76433"/>
                        <a:pt x="48433" y="79542"/>
                        <a:pt x="40723" y="79668"/>
                      </a:cubicBezTo>
                      <a:close/>
                      <a:moveTo>
                        <a:pt x="40723" y="91960"/>
                      </a:moveTo>
                      <a:cubicBezTo>
                        <a:pt x="47930" y="91960"/>
                        <a:pt x="54633" y="90091"/>
                        <a:pt x="60834" y="86497"/>
                      </a:cubicBezTo>
                      <a:cubicBezTo>
                        <a:pt x="66908" y="82903"/>
                        <a:pt x="71886" y="77691"/>
                        <a:pt x="75606" y="70862"/>
                      </a:cubicBezTo>
                      <a:cubicBezTo>
                        <a:pt x="79326" y="64158"/>
                        <a:pt x="81321" y="55838"/>
                        <a:pt x="81321" y="46169"/>
                      </a:cubicBezTo>
                      <a:cubicBezTo>
                        <a:pt x="81321" y="36356"/>
                        <a:pt x="79326" y="28054"/>
                        <a:pt x="75606" y="21224"/>
                      </a:cubicBezTo>
                      <a:cubicBezTo>
                        <a:pt x="71886" y="14269"/>
                        <a:pt x="66926" y="9058"/>
                        <a:pt x="60834" y="5463"/>
                      </a:cubicBezTo>
                      <a:cubicBezTo>
                        <a:pt x="54633" y="1869"/>
                        <a:pt x="47930" y="0"/>
                        <a:pt x="40723" y="0"/>
                      </a:cubicBezTo>
                      <a:cubicBezTo>
                        <a:pt x="33391" y="0"/>
                        <a:pt x="26706" y="1869"/>
                        <a:pt x="20613" y="5463"/>
                      </a:cubicBezTo>
                      <a:cubicBezTo>
                        <a:pt x="14539" y="9058"/>
                        <a:pt x="9561" y="14269"/>
                        <a:pt x="5841" y="21224"/>
                      </a:cubicBezTo>
                      <a:cubicBezTo>
                        <a:pt x="2121" y="28054"/>
                        <a:pt x="126" y="36374"/>
                        <a:pt x="0" y="46169"/>
                      </a:cubicBezTo>
                      <a:cubicBezTo>
                        <a:pt x="126" y="55856"/>
                        <a:pt x="2103" y="64158"/>
                        <a:pt x="5841" y="70862"/>
                      </a:cubicBezTo>
                      <a:cubicBezTo>
                        <a:pt x="9561" y="77691"/>
                        <a:pt x="14521" y="82903"/>
                        <a:pt x="20613" y="86497"/>
                      </a:cubicBezTo>
                      <a:cubicBezTo>
                        <a:pt x="26706" y="90091"/>
                        <a:pt x="33409" y="91960"/>
                        <a:pt x="40723" y="91960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b="1"/>
                </a:p>
              </p:txBody>
            </p:sp>
            <p:sp>
              <p:nvSpPr>
                <p:cNvPr id="50" name="任意多边形: 形状 49">
                  <a:extLst>
                    <a:ext uri="{FF2B5EF4-FFF2-40B4-BE49-F238E27FC236}">
                      <a16:creationId xmlns:a16="http://schemas.microsoft.com/office/drawing/2014/main" id="{59050F47-0621-336E-4DD3-B8DC1273BC6F}"/>
                    </a:ext>
                  </a:extLst>
                </p:cNvPr>
                <p:cNvSpPr/>
                <p:nvPr/>
              </p:nvSpPr>
              <p:spPr>
                <a:xfrm>
                  <a:off x="10385203" y="962019"/>
                  <a:ext cx="120804" cy="89875"/>
                </a:xfrm>
                <a:custGeom>
                  <a:avLst/>
                  <a:gdLst>
                    <a:gd name="connsiteX0" fmla="*/ 36 w 120804"/>
                    <a:gd name="connsiteY0" fmla="*/ 89858 h 89875"/>
                    <a:gd name="connsiteX1" fmla="*/ 14683 w 120804"/>
                    <a:gd name="connsiteY1" fmla="*/ 89858 h 89875"/>
                    <a:gd name="connsiteX2" fmla="*/ 14683 w 120804"/>
                    <a:gd name="connsiteY2" fmla="*/ 26310 h 89875"/>
                    <a:gd name="connsiteX3" fmla="*/ 26220 w 120804"/>
                    <a:gd name="connsiteY3" fmla="*/ 16138 h 89875"/>
                    <a:gd name="connsiteX4" fmla="*/ 36770 w 120804"/>
                    <a:gd name="connsiteY4" fmla="*/ 12904 h 89875"/>
                    <a:gd name="connsiteX5" fmla="*/ 49062 w 120804"/>
                    <a:gd name="connsiteY5" fmla="*/ 18367 h 89875"/>
                    <a:gd name="connsiteX6" fmla="*/ 53034 w 120804"/>
                    <a:gd name="connsiteY6" fmla="*/ 36249 h 89875"/>
                    <a:gd name="connsiteX7" fmla="*/ 53034 w 120804"/>
                    <a:gd name="connsiteY7" fmla="*/ 89876 h 89875"/>
                    <a:gd name="connsiteX8" fmla="*/ 67807 w 120804"/>
                    <a:gd name="connsiteY8" fmla="*/ 89876 h 89875"/>
                    <a:gd name="connsiteX9" fmla="*/ 67807 w 120804"/>
                    <a:gd name="connsiteY9" fmla="*/ 26310 h 89875"/>
                    <a:gd name="connsiteX10" fmla="*/ 79344 w 120804"/>
                    <a:gd name="connsiteY10" fmla="*/ 16138 h 89875"/>
                    <a:gd name="connsiteX11" fmla="*/ 89894 w 120804"/>
                    <a:gd name="connsiteY11" fmla="*/ 12904 h 89875"/>
                    <a:gd name="connsiteX12" fmla="*/ 102186 w 120804"/>
                    <a:gd name="connsiteY12" fmla="*/ 18367 h 89875"/>
                    <a:gd name="connsiteX13" fmla="*/ 106158 w 120804"/>
                    <a:gd name="connsiteY13" fmla="*/ 36249 h 89875"/>
                    <a:gd name="connsiteX14" fmla="*/ 106158 w 120804"/>
                    <a:gd name="connsiteY14" fmla="*/ 89876 h 89875"/>
                    <a:gd name="connsiteX15" fmla="*/ 120805 w 120804"/>
                    <a:gd name="connsiteY15" fmla="*/ 89876 h 89875"/>
                    <a:gd name="connsiteX16" fmla="*/ 120805 w 120804"/>
                    <a:gd name="connsiteY16" fmla="*/ 34398 h 89875"/>
                    <a:gd name="connsiteX17" fmla="*/ 114353 w 120804"/>
                    <a:gd name="connsiteY17" fmla="*/ 8824 h 89875"/>
                    <a:gd name="connsiteX18" fmla="*/ 94243 w 120804"/>
                    <a:gd name="connsiteY18" fmla="*/ 18 h 89875"/>
                    <a:gd name="connsiteX19" fmla="*/ 79218 w 120804"/>
                    <a:gd name="connsiteY19" fmla="*/ 4727 h 89875"/>
                    <a:gd name="connsiteX20" fmla="*/ 65308 w 120804"/>
                    <a:gd name="connsiteY20" fmla="*/ 16767 h 89875"/>
                    <a:gd name="connsiteX21" fmla="*/ 56862 w 120804"/>
                    <a:gd name="connsiteY21" fmla="*/ 4475 h 89875"/>
                    <a:gd name="connsiteX22" fmla="*/ 41101 w 120804"/>
                    <a:gd name="connsiteY22" fmla="*/ 0 h 89875"/>
                    <a:gd name="connsiteX23" fmla="*/ 26328 w 120804"/>
                    <a:gd name="connsiteY23" fmla="*/ 4349 h 89875"/>
                    <a:gd name="connsiteX24" fmla="*/ 13784 w 120804"/>
                    <a:gd name="connsiteY24" fmla="*/ 15024 h 89875"/>
                    <a:gd name="connsiteX25" fmla="*/ 13281 w 120804"/>
                    <a:gd name="connsiteY25" fmla="*/ 15024 h 89875"/>
                    <a:gd name="connsiteX26" fmla="*/ 12041 w 120804"/>
                    <a:gd name="connsiteY26" fmla="*/ 2246 h 89875"/>
                    <a:gd name="connsiteX27" fmla="*/ 0 w 120804"/>
                    <a:gd name="connsiteY27" fmla="*/ 2246 h 89875"/>
                    <a:gd name="connsiteX28" fmla="*/ 0 w 120804"/>
                    <a:gd name="connsiteY28" fmla="*/ 89858 h 89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804" h="89875">
                      <a:moveTo>
                        <a:pt x="36" y="89858"/>
                      </a:moveTo>
                      <a:lnTo>
                        <a:pt x="14683" y="89858"/>
                      </a:lnTo>
                      <a:lnTo>
                        <a:pt x="14683" y="26310"/>
                      </a:lnTo>
                      <a:cubicBezTo>
                        <a:pt x="18654" y="21710"/>
                        <a:pt x="22626" y="18367"/>
                        <a:pt x="26220" y="16138"/>
                      </a:cubicBezTo>
                      <a:cubicBezTo>
                        <a:pt x="29941" y="14036"/>
                        <a:pt x="33427" y="12904"/>
                        <a:pt x="36770" y="12904"/>
                      </a:cubicBezTo>
                      <a:cubicBezTo>
                        <a:pt x="42359" y="12778"/>
                        <a:pt x="46456" y="14647"/>
                        <a:pt x="49062" y="18367"/>
                      </a:cubicBezTo>
                      <a:cubicBezTo>
                        <a:pt x="51794" y="22087"/>
                        <a:pt x="53160" y="28054"/>
                        <a:pt x="53034" y="36249"/>
                      </a:cubicBezTo>
                      <a:lnTo>
                        <a:pt x="53034" y="89876"/>
                      </a:lnTo>
                      <a:lnTo>
                        <a:pt x="67807" y="89876"/>
                      </a:lnTo>
                      <a:lnTo>
                        <a:pt x="67807" y="26310"/>
                      </a:lnTo>
                      <a:cubicBezTo>
                        <a:pt x="71904" y="21710"/>
                        <a:pt x="75750" y="18367"/>
                        <a:pt x="79344" y="16138"/>
                      </a:cubicBezTo>
                      <a:cubicBezTo>
                        <a:pt x="82939" y="14036"/>
                        <a:pt x="86551" y="12904"/>
                        <a:pt x="89894" y="12904"/>
                      </a:cubicBezTo>
                      <a:cubicBezTo>
                        <a:pt x="95357" y="12778"/>
                        <a:pt x="99580" y="14647"/>
                        <a:pt x="102186" y="18367"/>
                      </a:cubicBezTo>
                      <a:cubicBezTo>
                        <a:pt x="104918" y="22087"/>
                        <a:pt x="106158" y="28054"/>
                        <a:pt x="106158" y="36249"/>
                      </a:cubicBezTo>
                      <a:lnTo>
                        <a:pt x="106158" y="89876"/>
                      </a:lnTo>
                      <a:lnTo>
                        <a:pt x="120805" y="89876"/>
                      </a:lnTo>
                      <a:lnTo>
                        <a:pt x="120805" y="34398"/>
                      </a:lnTo>
                      <a:cubicBezTo>
                        <a:pt x="120805" y="23093"/>
                        <a:pt x="118702" y="14539"/>
                        <a:pt x="114353" y="8824"/>
                      </a:cubicBezTo>
                      <a:cubicBezTo>
                        <a:pt x="109878" y="2983"/>
                        <a:pt x="103175" y="18"/>
                        <a:pt x="94243" y="18"/>
                      </a:cubicBezTo>
                      <a:cubicBezTo>
                        <a:pt x="88905" y="144"/>
                        <a:pt x="83945" y="1635"/>
                        <a:pt x="79218" y="4727"/>
                      </a:cubicBezTo>
                      <a:cubicBezTo>
                        <a:pt x="74384" y="7710"/>
                        <a:pt x="69783" y="11807"/>
                        <a:pt x="65308" y="16767"/>
                      </a:cubicBezTo>
                      <a:cubicBezTo>
                        <a:pt x="63565" y="11556"/>
                        <a:pt x="60834" y="7458"/>
                        <a:pt x="56862" y="4475"/>
                      </a:cubicBezTo>
                      <a:cubicBezTo>
                        <a:pt x="53016" y="1617"/>
                        <a:pt x="47804" y="0"/>
                        <a:pt x="41101" y="0"/>
                      </a:cubicBezTo>
                      <a:cubicBezTo>
                        <a:pt x="35889" y="126"/>
                        <a:pt x="30929" y="1492"/>
                        <a:pt x="26328" y="4349"/>
                      </a:cubicBezTo>
                      <a:cubicBezTo>
                        <a:pt x="21853" y="7207"/>
                        <a:pt x="17648" y="10675"/>
                        <a:pt x="13784" y="15024"/>
                      </a:cubicBezTo>
                      <a:lnTo>
                        <a:pt x="13281" y="15024"/>
                      </a:lnTo>
                      <a:lnTo>
                        <a:pt x="12041" y="2246"/>
                      </a:lnTo>
                      <a:lnTo>
                        <a:pt x="0" y="2246"/>
                      </a:lnTo>
                      <a:lnTo>
                        <a:pt x="0" y="89858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b="1"/>
                </a:p>
              </p:txBody>
            </p:sp>
          </p:grpSp>
          <p:sp>
            <p:nvSpPr>
              <p:cNvPr id="46" name="任意多边形: 形状 45">
                <a:extLst>
                  <a:ext uri="{FF2B5EF4-FFF2-40B4-BE49-F238E27FC236}">
                    <a16:creationId xmlns:a16="http://schemas.microsoft.com/office/drawing/2014/main" id="{C87770F5-089B-B30F-292E-607E8D099FEB}"/>
                  </a:ext>
                </a:extLst>
              </p:cNvPr>
              <p:cNvSpPr/>
              <p:nvPr userDrawn="1"/>
            </p:nvSpPr>
            <p:spPr>
              <a:xfrm>
                <a:off x="1086173" y="3300162"/>
                <a:ext cx="781977" cy="781959"/>
              </a:xfrm>
              <a:custGeom>
                <a:avLst/>
                <a:gdLst>
                  <a:gd name="connsiteX0" fmla="*/ 0 w 781977"/>
                  <a:gd name="connsiteY0" fmla="*/ 390989 h 781959"/>
                  <a:gd name="connsiteX1" fmla="*/ 34757 w 781977"/>
                  <a:gd name="connsiteY1" fmla="*/ 552355 h 781959"/>
                  <a:gd name="connsiteX2" fmla="*/ 114820 w 781977"/>
                  <a:gd name="connsiteY2" fmla="*/ 552355 h 781959"/>
                  <a:gd name="connsiteX3" fmla="*/ 266877 w 781977"/>
                  <a:gd name="connsiteY3" fmla="*/ 552355 h 781959"/>
                  <a:gd name="connsiteX4" fmla="*/ 341351 w 781977"/>
                  <a:gd name="connsiteY4" fmla="*/ 465463 h 781959"/>
                  <a:gd name="connsiteX5" fmla="*/ 179985 w 781977"/>
                  <a:gd name="connsiteY5" fmla="*/ 378570 h 781959"/>
                  <a:gd name="connsiteX6" fmla="*/ 179985 w 781977"/>
                  <a:gd name="connsiteY6" fmla="*/ 204786 h 781959"/>
                  <a:gd name="connsiteX7" fmla="*/ 440644 w 781977"/>
                  <a:gd name="connsiteY7" fmla="*/ 204786 h 781959"/>
                  <a:gd name="connsiteX8" fmla="*/ 440644 w 781977"/>
                  <a:gd name="connsiteY8" fmla="*/ 242023 h 781959"/>
                  <a:gd name="connsiteX9" fmla="*/ 217222 w 781977"/>
                  <a:gd name="connsiteY9" fmla="*/ 242023 h 781959"/>
                  <a:gd name="connsiteX10" fmla="*/ 217222 w 781977"/>
                  <a:gd name="connsiteY10" fmla="*/ 341316 h 781959"/>
                  <a:gd name="connsiteX11" fmla="*/ 378588 w 781977"/>
                  <a:gd name="connsiteY11" fmla="*/ 465445 h 781959"/>
                  <a:gd name="connsiteX12" fmla="*/ 126484 w 781977"/>
                  <a:gd name="connsiteY12" fmla="*/ 597140 h 781959"/>
                  <a:gd name="connsiteX13" fmla="*/ 58461 w 781977"/>
                  <a:gd name="connsiteY13" fmla="*/ 596763 h 781959"/>
                  <a:gd name="connsiteX14" fmla="*/ 390989 w 781977"/>
                  <a:gd name="connsiteY14" fmla="*/ 781960 h 781959"/>
                  <a:gd name="connsiteX15" fmla="*/ 722150 w 781977"/>
                  <a:gd name="connsiteY15" fmla="*/ 598758 h 781959"/>
                  <a:gd name="connsiteX16" fmla="*/ 692731 w 781977"/>
                  <a:gd name="connsiteY16" fmla="*/ 599387 h 781959"/>
                  <a:gd name="connsiteX17" fmla="*/ 539937 w 781977"/>
                  <a:gd name="connsiteY17" fmla="*/ 539937 h 781959"/>
                  <a:gd name="connsiteX18" fmla="*/ 539937 w 781977"/>
                  <a:gd name="connsiteY18" fmla="*/ 229640 h 781959"/>
                  <a:gd name="connsiteX19" fmla="*/ 465463 w 781977"/>
                  <a:gd name="connsiteY19" fmla="*/ 242059 h 781959"/>
                  <a:gd name="connsiteX20" fmla="*/ 465463 w 781977"/>
                  <a:gd name="connsiteY20" fmla="*/ 204822 h 781959"/>
                  <a:gd name="connsiteX21" fmla="*/ 589592 w 781977"/>
                  <a:gd name="connsiteY21" fmla="*/ 167585 h 781959"/>
                  <a:gd name="connsiteX22" fmla="*/ 589592 w 781977"/>
                  <a:gd name="connsiteY22" fmla="*/ 530771 h 781959"/>
                  <a:gd name="connsiteX23" fmla="*/ 618634 w 781977"/>
                  <a:gd name="connsiteY23" fmla="*/ 552373 h 781959"/>
                  <a:gd name="connsiteX24" fmla="*/ 705149 w 781977"/>
                  <a:gd name="connsiteY24" fmla="*/ 552373 h 781959"/>
                  <a:gd name="connsiteX25" fmla="*/ 747220 w 781977"/>
                  <a:gd name="connsiteY25" fmla="*/ 552373 h 781959"/>
                  <a:gd name="connsiteX26" fmla="*/ 781977 w 781977"/>
                  <a:gd name="connsiteY26" fmla="*/ 391007 h 781959"/>
                  <a:gd name="connsiteX27" fmla="*/ 390989 w 781977"/>
                  <a:gd name="connsiteY27" fmla="*/ 0 h 781959"/>
                  <a:gd name="connsiteX28" fmla="*/ 0 w 781977"/>
                  <a:gd name="connsiteY28" fmla="*/ 390989 h 7819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781977" h="781959">
                    <a:moveTo>
                      <a:pt x="0" y="390989"/>
                    </a:moveTo>
                    <a:cubicBezTo>
                      <a:pt x="0" y="448588"/>
                      <a:pt x="12418" y="503203"/>
                      <a:pt x="34757" y="552355"/>
                    </a:cubicBezTo>
                    <a:lnTo>
                      <a:pt x="114820" y="552355"/>
                    </a:lnTo>
                    <a:lnTo>
                      <a:pt x="266877" y="552355"/>
                    </a:lnTo>
                    <a:cubicBezTo>
                      <a:pt x="336769" y="530628"/>
                      <a:pt x="341351" y="490300"/>
                      <a:pt x="341351" y="465463"/>
                    </a:cubicBezTo>
                    <a:cubicBezTo>
                      <a:pt x="341351" y="378570"/>
                      <a:pt x="254459" y="366170"/>
                      <a:pt x="179985" y="378570"/>
                    </a:cubicBezTo>
                    <a:lnTo>
                      <a:pt x="179985" y="204786"/>
                    </a:lnTo>
                    <a:lnTo>
                      <a:pt x="440644" y="204786"/>
                    </a:lnTo>
                    <a:lnTo>
                      <a:pt x="440644" y="242023"/>
                    </a:lnTo>
                    <a:lnTo>
                      <a:pt x="217222" y="242023"/>
                    </a:lnTo>
                    <a:lnTo>
                      <a:pt x="217222" y="341316"/>
                    </a:lnTo>
                    <a:cubicBezTo>
                      <a:pt x="339860" y="342807"/>
                      <a:pt x="377097" y="383153"/>
                      <a:pt x="378588" y="465445"/>
                    </a:cubicBezTo>
                    <a:cubicBezTo>
                      <a:pt x="381320" y="608444"/>
                      <a:pt x="235589" y="599369"/>
                      <a:pt x="126484" y="597140"/>
                    </a:cubicBezTo>
                    <a:cubicBezTo>
                      <a:pt x="120032" y="597015"/>
                      <a:pt x="82795" y="596889"/>
                      <a:pt x="58461" y="596763"/>
                    </a:cubicBezTo>
                    <a:cubicBezTo>
                      <a:pt x="127472" y="707989"/>
                      <a:pt x="250613" y="781960"/>
                      <a:pt x="390989" y="781960"/>
                    </a:cubicBezTo>
                    <a:cubicBezTo>
                      <a:pt x="530502" y="781960"/>
                      <a:pt x="653014" y="708851"/>
                      <a:pt x="722150" y="598758"/>
                    </a:cubicBezTo>
                    <a:cubicBezTo>
                      <a:pt x="712463" y="599135"/>
                      <a:pt x="702669" y="599261"/>
                      <a:pt x="692731" y="599387"/>
                    </a:cubicBezTo>
                    <a:cubicBezTo>
                      <a:pt x="616765" y="599513"/>
                      <a:pt x="539937" y="588838"/>
                      <a:pt x="539937" y="539937"/>
                    </a:cubicBezTo>
                    <a:lnTo>
                      <a:pt x="539937" y="229640"/>
                    </a:lnTo>
                    <a:cubicBezTo>
                      <a:pt x="511632" y="234241"/>
                      <a:pt x="499968" y="237332"/>
                      <a:pt x="465463" y="242059"/>
                    </a:cubicBezTo>
                    <a:lnTo>
                      <a:pt x="465463" y="204822"/>
                    </a:lnTo>
                    <a:cubicBezTo>
                      <a:pt x="500345" y="192781"/>
                      <a:pt x="527518" y="183094"/>
                      <a:pt x="589592" y="167585"/>
                    </a:cubicBezTo>
                    <a:lnTo>
                      <a:pt x="589592" y="530771"/>
                    </a:lnTo>
                    <a:cubicBezTo>
                      <a:pt x="594552" y="542812"/>
                      <a:pt x="596547" y="550756"/>
                      <a:pt x="618634" y="552373"/>
                    </a:cubicBezTo>
                    <a:lnTo>
                      <a:pt x="705149" y="552373"/>
                    </a:lnTo>
                    <a:lnTo>
                      <a:pt x="747220" y="552373"/>
                    </a:lnTo>
                    <a:cubicBezTo>
                      <a:pt x="769559" y="503221"/>
                      <a:pt x="781977" y="448480"/>
                      <a:pt x="781977" y="391007"/>
                    </a:cubicBezTo>
                    <a:cubicBezTo>
                      <a:pt x="781995" y="175025"/>
                      <a:pt x="606971" y="0"/>
                      <a:pt x="390989" y="0"/>
                    </a:cubicBezTo>
                    <a:cubicBezTo>
                      <a:pt x="175007" y="0"/>
                      <a:pt x="0" y="175025"/>
                      <a:pt x="0" y="390989"/>
                    </a:cubicBezTo>
                    <a:close/>
                  </a:path>
                </a:pathLst>
              </a:custGeom>
              <a:solidFill>
                <a:srgbClr val="FF52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4" name="矩形 3">
              <a:hlinkClick r:id="rId2"/>
              <a:extLst>
                <a:ext uri="{FF2B5EF4-FFF2-40B4-BE49-F238E27FC236}">
                  <a16:creationId xmlns:a16="http://schemas.microsoft.com/office/drawing/2014/main" id="{7EBE6C0E-6A20-538B-3A17-0396506413C5}"/>
                </a:ext>
              </a:extLst>
            </p:cNvPr>
            <p:cNvSpPr/>
            <p:nvPr userDrawn="1"/>
          </p:nvSpPr>
          <p:spPr>
            <a:xfrm>
              <a:off x="870547" y="7238685"/>
              <a:ext cx="3333750" cy="1143000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410713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8389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50" r:id="rId3"/>
    <p:sldLayoutId id="2147483662" r:id="rId4"/>
    <p:sldLayoutId id="2147483663" r:id="rId5"/>
    <p:sldLayoutId id="214748366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  <p:sldLayoutId id="2147483664" r:id="rId16"/>
    <p:sldLayoutId id="214748366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EC795D-A965-C4C8-D0C6-CB8FB7D78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58FDB91-BEB7-5CBF-329D-A12ED828A8B0}"/>
              </a:ext>
            </a:extLst>
          </p:cNvPr>
          <p:cNvSpPr/>
          <p:nvPr/>
        </p:nvSpPr>
        <p:spPr>
          <a:xfrm>
            <a:off x="0" y="4485419"/>
            <a:ext cx="12192000" cy="2372581"/>
          </a:xfrm>
          <a:custGeom>
            <a:avLst/>
            <a:gdLst>
              <a:gd name="csX0" fmla="*/ 4552950 w 12192000"/>
              <a:gd name="csY0" fmla="*/ 0 h 2372581"/>
              <a:gd name="csX1" fmla="*/ 11672122 w 12192000"/>
              <a:gd name="csY1" fmla="*/ 1048195 h 2372581"/>
              <a:gd name="csX2" fmla="*/ 12192000 w 12192000"/>
              <a:gd name="csY2" fmla="*/ 1251521 h 2372581"/>
              <a:gd name="csX3" fmla="*/ 12192000 w 12192000"/>
              <a:gd name="csY3" fmla="*/ 2372581 h 2372581"/>
              <a:gd name="csX4" fmla="*/ 0 w 12192000"/>
              <a:gd name="csY4" fmla="*/ 2372581 h 2372581"/>
              <a:gd name="csX5" fmla="*/ 0 w 12192000"/>
              <a:gd name="csY5" fmla="*/ 387139 h 2372581"/>
              <a:gd name="csX6" fmla="*/ 188043 w 12192000"/>
              <a:gd name="csY6" fmla="*/ 352905 h 2372581"/>
              <a:gd name="csX7" fmla="*/ 4552950 w 12192000"/>
              <a:gd name="csY7" fmla="*/ 0 h 23725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2372581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2372581"/>
                </a:lnTo>
                <a:lnTo>
                  <a:pt x="0" y="2372581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5B2CC646-C556-33AF-3679-0F9534640F3F}"/>
              </a:ext>
            </a:extLst>
          </p:cNvPr>
          <p:cNvSpPr/>
          <p:nvPr/>
        </p:nvSpPr>
        <p:spPr>
          <a:xfrm>
            <a:off x="0" y="5079957"/>
            <a:ext cx="12192000" cy="1778043"/>
          </a:xfrm>
          <a:custGeom>
            <a:avLst/>
            <a:gdLst>
              <a:gd name="csX0" fmla="*/ 6096000 w 12192000"/>
              <a:gd name="csY0" fmla="*/ 0 h 1778043"/>
              <a:gd name="csX1" fmla="*/ 11777135 w 12192000"/>
              <a:gd name="csY1" fmla="*/ 553777 h 1778043"/>
              <a:gd name="csX2" fmla="*/ 12192000 w 12192000"/>
              <a:gd name="csY2" fmla="*/ 661197 h 1778043"/>
              <a:gd name="csX3" fmla="*/ 12192000 w 12192000"/>
              <a:gd name="csY3" fmla="*/ 1778043 h 1778043"/>
              <a:gd name="csX4" fmla="*/ 0 w 12192000"/>
              <a:gd name="csY4" fmla="*/ 1778043 h 1778043"/>
              <a:gd name="csX5" fmla="*/ 0 w 12192000"/>
              <a:gd name="csY5" fmla="*/ 661197 h 1778043"/>
              <a:gd name="csX6" fmla="*/ 414865 w 12192000"/>
              <a:gd name="csY6" fmla="*/ 553777 h 1778043"/>
              <a:gd name="csX7" fmla="*/ 6096000 w 12192000"/>
              <a:gd name="csY7" fmla="*/ 0 h 17780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778043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1778043"/>
                </a:lnTo>
                <a:lnTo>
                  <a:pt x="0" y="1778043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BF57AEBB-AF57-5DFD-BE73-97F98A0035B3}"/>
              </a:ext>
            </a:extLst>
          </p:cNvPr>
          <p:cNvSpPr/>
          <p:nvPr/>
        </p:nvSpPr>
        <p:spPr>
          <a:xfrm>
            <a:off x="-13908" y="-499837"/>
            <a:ext cx="286632" cy="286632"/>
          </a:xfrm>
          <a:prstGeom prst="ellipse">
            <a:avLst/>
          </a:prstGeom>
          <a:solidFill>
            <a:srgbClr val="4F6D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13F937C8-2769-DCAD-409D-25D462A1F4EA}"/>
              </a:ext>
            </a:extLst>
          </p:cNvPr>
          <p:cNvSpPr/>
          <p:nvPr/>
        </p:nvSpPr>
        <p:spPr>
          <a:xfrm>
            <a:off x="417892" y="-499837"/>
            <a:ext cx="286632" cy="286632"/>
          </a:xfrm>
          <a:prstGeom prst="ellipse">
            <a:avLst/>
          </a:prstGeom>
          <a:solidFill>
            <a:srgbClr val="97B6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6EEC2B7-400B-E637-DAD3-EAC873C6D48D}"/>
              </a:ext>
            </a:extLst>
          </p:cNvPr>
          <p:cNvSpPr/>
          <p:nvPr/>
        </p:nvSpPr>
        <p:spPr>
          <a:xfrm>
            <a:off x="849692" y="-499837"/>
            <a:ext cx="286632" cy="286632"/>
          </a:xfrm>
          <a:prstGeom prst="ellipse">
            <a:avLst/>
          </a:prstGeom>
          <a:solidFill>
            <a:srgbClr val="FDCC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2291845E-0801-6C42-C7ED-FEA55DE484CB}"/>
              </a:ext>
            </a:extLst>
          </p:cNvPr>
          <p:cNvSpPr/>
          <p:nvPr/>
        </p:nvSpPr>
        <p:spPr>
          <a:xfrm>
            <a:off x="12814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D425F32-E9D8-CDBB-2014-195AAC7F4376}"/>
              </a:ext>
            </a:extLst>
          </p:cNvPr>
          <p:cNvSpPr/>
          <p:nvPr/>
        </p:nvSpPr>
        <p:spPr>
          <a:xfrm>
            <a:off x="17132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4F226778-4F90-2713-7939-093717DFC711}"/>
              </a:ext>
            </a:extLst>
          </p:cNvPr>
          <p:cNvSpPr txBox="1"/>
          <p:nvPr/>
        </p:nvSpPr>
        <p:spPr>
          <a:xfrm>
            <a:off x="2310352" y="1515002"/>
            <a:ext cx="757130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7200" dirty="0">
                <a:solidFill>
                  <a:srgbClr val="4F6DD9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rPr>
              <a:t>AI Office 产品介绍</a:t>
            </a:r>
          </a:p>
        </p:txBody>
      </p:sp>
      <p:grpSp>
        <p:nvGrpSpPr>
          <p:cNvPr id="53" name="组合 52" descr="D:\51PPT模板网\51pptmoban.com\图片.jpg">
            <a:extLst>
              <a:ext uri="{FF2B5EF4-FFF2-40B4-BE49-F238E27FC236}">
                <a16:creationId xmlns:a16="http://schemas.microsoft.com/office/drawing/2014/main" id="{DCC3551C-0E9C-E178-BB73-7D66F582B45D}"/>
              </a:ext>
            </a:extLst>
          </p:cNvPr>
          <p:cNvGrpSpPr/>
          <p:nvPr/>
        </p:nvGrpSpPr>
        <p:grpSpPr>
          <a:xfrm>
            <a:off x="5422405" y="478677"/>
            <a:ext cx="1341129" cy="616044"/>
            <a:chOff x="289325" y="241206"/>
            <a:chExt cx="1341129" cy="616044"/>
          </a:xfrm>
          <a:solidFill>
            <a:schemeClr val="bg1"/>
          </a:solidFill>
        </p:grpSpPr>
        <p:grpSp>
          <p:nvGrpSpPr>
            <p:cNvPr id="130" name="组合 129" descr="51PPT模板网，幻灯片演示模板及素材免费下载！&#10;51PPT模板网 唯一访问网址：www.51pptmoban.com">
              <a:extLst>
                <a:ext uri="{FF2B5EF4-FFF2-40B4-BE49-F238E27FC236}">
                  <a16:creationId xmlns:a16="http://schemas.microsoft.com/office/drawing/2014/main" id="{C3EFB0FB-920C-D9E4-D784-87CDD758CDDA}"/>
                </a:ext>
              </a:extLst>
            </p:cNvPr>
            <p:cNvGrpSpPr/>
            <p:nvPr/>
          </p:nvGrpSpPr>
          <p:grpSpPr>
            <a:xfrm>
              <a:off x="289325" y="241206"/>
              <a:ext cx="1341129" cy="616044"/>
              <a:chOff x="8154814" y="263825"/>
              <a:chExt cx="665390" cy="305645"/>
            </a:xfrm>
            <a:grpFill/>
          </p:grpSpPr>
          <p:sp>
            <p:nvSpPr>
              <p:cNvPr id="136" name="椭圆 135">
                <a:extLst>
                  <a:ext uri="{FF2B5EF4-FFF2-40B4-BE49-F238E27FC236}">
                    <a16:creationId xmlns:a16="http://schemas.microsoft.com/office/drawing/2014/main" id="{A218D96D-37AE-7815-449A-CBA7BF0F3600}"/>
                  </a:ext>
                </a:extLst>
              </p:cNvPr>
              <p:cNvSpPr/>
              <p:nvPr/>
            </p:nvSpPr>
            <p:spPr bwMode="auto">
              <a:xfrm>
                <a:off x="8465454" y="276815"/>
                <a:ext cx="45719" cy="45719"/>
              </a:xfrm>
              <a:prstGeom prst="ellipse">
                <a:avLst/>
              </a:pr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tx1"/>
                  </a:solidFill>
                  <a:sym typeface="+mn-lt"/>
                </a:endParaRPr>
              </a:p>
            </p:txBody>
          </p:sp>
          <p:sp>
            <p:nvSpPr>
              <p:cNvPr id="137" name="任意多边形: 形状 136">
                <a:extLst>
                  <a:ext uri="{FF2B5EF4-FFF2-40B4-BE49-F238E27FC236}">
                    <a16:creationId xmlns:a16="http://schemas.microsoft.com/office/drawing/2014/main" id="{8F533B97-51C4-79FB-3C44-8C87EBCE08C3}"/>
                  </a:ext>
                </a:extLst>
              </p:cNvPr>
              <p:cNvSpPr/>
              <p:nvPr/>
            </p:nvSpPr>
            <p:spPr>
              <a:xfrm>
                <a:off x="8154814" y="263825"/>
                <a:ext cx="306598" cy="305645"/>
              </a:xfrm>
              <a:custGeom>
                <a:avLst/>
                <a:gdLst>
                  <a:gd name="connsiteX0" fmla="*/ 518470 w 1105104"/>
                  <a:gd name="connsiteY0" fmla="*/ 0 h 1101666"/>
                  <a:gd name="connsiteX1" fmla="*/ 408380 w 1105104"/>
                  <a:gd name="connsiteY1" fmla="*/ 792005 h 1101666"/>
                  <a:gd name="connsiteX2" fmla="*/ 419555 w 1105104"/>
                  <a:gd name="connsiteY2" fmla="*/ 845398 h 1101666"/>
                  <a:gd name="connsiteX3" fmla="*/ 464254 w 1105104"/>
                  <a:gd name="connsiteY3" fmla="*/ 862782 h 1101666"/>
                  <a:gd name="connsiteX4" fmla="*/ 907150 w 1105104"/>
                  <a:gd name="connsiteY4" fmla="*/ 862782 h 1101666"/>
                  <a:gd name="connsiteX5" fmla="*/ 907149 w 1105104"/>
                  <a:gd name="connsiteY5" fmla="*/ 862783 h 1101666"/>
                  <a:gd name="connsiteX6" fmla="*/ 958696 w 1105104"/>
                  <a:gd name="connsiteY6" fmla="*/ 811236 h 1101666"/>
                  <a:gd name="connsiteX7" fmla="*/ 958697 w 1105104"/>
                  <a:gd name="connsiteY7" fmla="*/ 729857 h 1101666"/>
                  <a:gd name="connsiteX8" fmla="*/ 907150 w 1105104"/>
                  <a:gd name="connsiteY8" fmla="*/ 678311 h 1101666"/>
                  <a:gd name="connsiteX9" fmla="*/ 905456 w 1105104"/>
                  <a:gd name="connsiteY9" fmla="*/ 679013 h 1101666"/>
                  <a:gd name="connsiteX10" fmla="*/ 645541 w 1105104"/>
                  <a:gd name="connsiteY10" fmla="*/ 679013 h 1101666"/>
                  <a:gd name="connsiteX11" fmla="*/ 735555 w 1105104"/>
                  <a:gd name="connsiteY11" fmla="*/ 30029 h 1101666"/>
                  <a:gd name="connsiteX12" fmla="*/ 767630 w 1105104"/>
                  <a:gd name="connsiteY12" fmla="*/ 39986 h 1101666"/>
                  <a:gd name="connsiteX13" fmla="*/ 1105104 w 1105104"/>
                  <a:gd name="connsiteY13" fmla="*/ 549115 h 1101666"/>
                  <a:gd name="connsiteX14" fmla="*/ 552552 w 1105104"/>
                  <a:gd name="connsiteY14" fmla="*/ 1101666 h 1101666"/>
                  <a:gd name="connsiteX15" fmla="*/ 0 w 1105104"/>
                  <a:gd name="connsiteY15" fmla="*/ 549115 h 1101666"/>
                  <a:gd name="connsiteX16" fmla="*/ 441194 w 1105104"/>
                  <a:gd name="connsiteY16" fmla="*/ 7790 h 1101666"/>
                  <a:gd name="connsiteX17" fmla="*/ 518470 w 1105104"/>
                  <a:gd name="connsiteY17" fmla="*/ 0 h 11016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105104" h="1101666">
                    <a:moveTo>
                      <a:pt x="518470" y="0"/>
                    </a:moveTo>
                    <a:lnTo>
                      <a:pt x="408380" y="792005"/>
                    </a:lnTo>
                    <a:cubicBezTo>
                      <a:pt x="405066" y="816840"/>
                      <a:pt x="408792" y="834636"/>
                      <a:pt x="419555" y="845398"/>
                    </a:cubicBezTo>
                    <a:cubicBezTo>
                      <a:pt x="430314" y="856989"/>
                      <a:pt x="445215" y="862782"/>
                      <a:pt x="464254" y="862782"/>
                    </a:cubicBezTo>
                    <a:lnTo>
                      <a:pt x="907150" y="862782"/>
                    </a:lnTo>
                    <a:lnTo>
                      <a:pt x="907149" y="862783"/>
                    </a:lnTo>
                    <a:cubicBezTo>
                      <a:pt x="935618" y="862783"/>
                      <a:pt x="958696" y="839705"/>
                      <a:pt x="958696" y="811236"/>
                    </a:cubicBezTo>
                    <a:cubicBezTo>
                      <a:pt x="958696" y="784110"/>
                      <a:pt x="958697" y="756984"/>
                      <a:pt x="958697" y="729857"/>
                    </a:cubicBezTo>
                    <a:cubicBezTo>
                      <a:pt x="958697" y="701389"/>
                      <a:pt x="935619" y="678311"/>
                      <a:pt x="907150" y="678311"/>
                    </a:cubicBezTo>
                    <a:lnTo>
                      <a:pt x="905456" y="679013"/>
                    </a:lnTo>
                    <a:lnTo>
                      <a:pt x="645541" y="679013"/>
                    </a:lnTo>
                    <a:lnTo>
                      <a:pt x="735555" y="30029"/>
                    </a:lnTo>
                    <a:lnTo>
                      <a:pt x="767630" y="39986"/>
                    </a:lnTo>
                    <a:cubicBezTo>
                      <a:pt x="965950" y="123868"/>
                      <a:pt x="1105104" y="320241"/>
                      <a:pt x="1105104" y="549115"/>
                    </a:cubicBezTo>
                    <a:cubicBezTo>
                      <a:pt x="1105104" y="854280"/>
                      <a:pt x="857718" y="1101666"/>
                      <a:pt x="552552" y="1101666"/>
                    </a:cubicBezTo>
                    <a:cubicBezTo>
                      <a:pt x="247386" y="1101666"/>
                      <a:pt x="0" y="854280"/>
                      <a:pt x="0" y="549115"/>
                    </a:cubicBezTo>
                    <a:cubicBezTo>
                      <a:pt x="0" y="282096"/>
                      <a:pt x="189405" y="59313"/>
                      <a:pt x="441194" y="7790"/>
                    </a:cubicBezTo>
                    <a:lnTo>
                      <a:pt x="518470" y="0"/>
                    </a:ln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  <a:sym typeface="+mn-lt"/>
                </a:endParaRPr>
              </a:p>
            </p:txBody>
          </p:sp>
          <p:grpSp>
            <p:nvGrpSpPr>
              <p:cNvPr id="138" name="文本框-2_矢量">
                <a:extLst>
                  <a:ext uri="{FF2B5EF4-FFF2-40B4-BE49-F238E27FC236}">
                    <a16:creationId xmlns:a16="http://schemas.microsoft.com/office/drawing/2014/main" id="{BB2E5FA6-E9EF-B001-CAC0-EC5CD71638E4}"/>
                  </a:ext>
                </a:extLst>
              </p:cNvPr>
              <p:cNvGrpSpPr/>
              <p:nvPr/>
            </p:nvGrpSpPr>
            <p:grpSpPr>
              <a:xfrm>
                <a:off x="8478585" y="337599"/>
                <a:ext cx="341619" cy="106745"/>
                <a:chOff x="8501988" y="300619"/>
                <a:chExt cx="396430" cy="123872"/>
              </a:xfrm>
              <a:grpFill/>
            </p:grpSpPr>
            <p:sp>
              <p:nvSpPr>
                <p:cNvPr id="139" name="文本框 138">
                  <a:extLst>
                    <a:ext uri="{FF2B5EF4-FFF2-40B4-BE49-F238E27FC236}">
                      <a16:creationId xmlns:a16="http://schemas.microsoft.com/office/drawing/2014/main" id="{1EFD39E8-B6C7-E356-6427-C5296A3CAA40}"/>
                    </a:ext>
                  </a:extLst>
                </p:cNvPr>
                <p:cNvSpPr txBox="1"/>
                <p:nvPr/>
              </p:nvSpPr>
              <p:spPr>
                <a:xfrm>
                  <a:off x="8501988" y="300763"/>
                  <a:ext cx="129730" cy="123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730" h="123301">
                      <a:moveTo>
                        <a:pt x="68865" y="22145"/>
                      </a:moveTo>
                      <a:cubicBezTo>
                        <a:pt x="57340" y="22145"/>
                        <a:pt x="47387" y="26479"/>
                        <a:pt x="39004" y="35147"/>
                      </a:cubicBezTo>
                      <a:cubicBezTo>
                        <a:pt x="30623" y="43815"/>
                        <a:pt x="26432" y="54197"/>
                        <a:pt x="26432" y="66294"/>
                      </a:cubicBezTo>
                      <a:cubicBezTo>
                        <a:pt x="26432" y="76485"/>
                        <a:pt x="29622" y="84820"/>
                        <a:pt x="36004" y="91297"/>
                      </a:cubicBezTo>
                      <a:cubicBezTo>
                        <a:pt x="42386" y="97774"/>
                        <a:pt x="50625" y="101012"/>
                        <a:pt x="60722" y="101012"/>
                      </a:cubicBezTo>
                      <a:cubicBezTo>
                        <a:pt x="72628" y="101012"/>
                        <a:pt x="82724" y="96726"/>
                        <a:pt x="91011" y="88153"/>
                      </a:cubicBezTo>
                      <a:cubicBezTo>
                        <a:pt x="99298" y="79486"/>
                        <a:pt x="103441" y="68961"/>
                        <a:pt x="103441" y="56578"/>
                      </a:cubicBezTo>
                      <a:cubicBezTo>
                        <a:pt x="103441" y="46577"/>
                        <a:pt x="100155" y="38338"/>
                        <a:pt x="93583" y="31861"/>
                      </a:cubicBezTo>
                      <a:cubicBezTo>
                        <a:pt x="87106" y="25384"/>
                        <a:pt x="78867" y="22145"/>
                        <a:pt x="68865" y="22145"/>
                      </a:cubicBezTo>
                      <a:close/>
                      <a:moveTo>
                        <a:pt x="70580" y="0"/>
                      </a:moveTo>
                      <a:cubicBezTo>
                        <a:pt x="88011" y="0"/>
                        <a:pt x="102251" y="5095"/>
                        <a:pt x="113300" y="15287"/>
                      </a:cubicBezTo>
                      <a:cubicBezTo>
                        <a:pt x="124253" y="25479"/>
                        <a:pt x="129730" y="38671"/>
                        <a:pt x="129730" y="54864"/>
                      </a:cubicBezTo>
                      <a:cubicBezTo>
                        <a:pt x="129730" y="75057"/>
                        <a:pt x="123253" y="91487"/>
                        <a:pt x="110299" y="104155"/>
                      </a:cubicBezTo>
                      <a:cubicBezTo>
                        <a:pt x="97345" y="116919"/>
                        <a:pt x="80772" y="123301"/>
                        <a:pt x="60579" y="123301"/>
                      </a:cubicBezTo>
                      <a:cubicBezTo>
                        <a:pt x="43053" y="123301"/>
                        <a:pt x="28575" y="118062"/>
                        <a:pt x="17145" y="107584"/>
                      </a:cubicBezTo>
                      <a:cubicBezTo>
                        <a:pt x="5715" y="97012"/>
                        <a:pt x="0" y="83629"/>
                        <a:pt x="0" y="67437"/>
                      </a:cubicBezTo>
                      <a:cubicBezTo>
                        <a:pt x="0" y="48101"/>
                        <a:pt x="6715" y="32051"/>
                        <a:pt x="20145" y="19288"/>
                      </a:cubicBezTo>
                      <a:cubicBezTo>
                        <a:pt x="33480" y="6429"/>
                        <a:pt x="50292" y="0"/>
                        <a:pt x="70580" y="0"/>
                      </a:cubicBezTo>
                      <a:close/>
                    </a:path>
                  </a:pathLst>
                </a:custGeom>
                <a:solidFill>
                  <a:srgbClr val="4F6DD9"/>
                </a:solidFill>
                <a:ln w="4286" cap="flat">
                  <a:noFill/>
                  <a:prstDash val="solid"/>
                  <a:miter/>
                </a:ln>
              </p:spPr>
              <p:txBody>
                <a:bodyPr wrap="square" rtlCol="0" anchor="ctr">
                  <a:noAutofit/>
                </a:bodyPr>
                <a:lstStyle>
                  <a:defPPr>
                    <a:defRPr lang="zh-CN"/>
                  </a:defPPr>
                  <a:lvl1pPr algn="ctr">
                    <a:defRPr>
                      <a:solidFill>
                        <a:schemeClr val="tx1"/>
                      </a:solidFill>
                    </a:defRPr>
                  </a:lvl1pPr>
                  <a:lvl2pPr>
                    <a:defRPr>
                      <a:solidFill>
                        <a:schemeClr val="tx1"/>
                      </a:solidFill>
                    </a:defRPr>
                  </a:lvl2pPr>
                  <a:lvl3pPr>
                    <a:defRPr>
                      <a:solidFill>
                        <a:schemeClr val="tx1"/>
                      </a:solidFill>
                    </a:defRPr>
                  </a:lvl3pPr>
                  <a:lvl4pPr>
                    <a:defRPr>
                      <a:solidFill>
                        <a:schemeClr val="tx1"/>
                      </a:solidFill>
                    </a:defRPr>
                  </a:lvl4pPr>
                  <a:lvl5pPr>
                    <a:defRPr>
                      <a:solidFill>
                        <a:schemeClr val="tx1"/>
                      </a:solidFill>
                    </a:defRPr>
                  </a:lvl5pPr>
                  <a:lvl6pPr>
                    <a:defRPr>
                      <a:solidFill>
                        <a:schemeClr val="tx1"/>
                      </a:solidFill>
                    </a:defRPr>
                  </a:lvl6pPr>
                  <a:lvl7pPr>
                    <a:defRPr>
                      <a:solidFill>
                        <a:schemeClr val="tx1"/>
                      </a:solidFill>
                    </a:defRPr>
                  </a:lvl7pPr>
                  <a:lvl8pPr>
                    <a:defRPr>
                      <a:solidFill>
                        <a:schemeClr val="tx1"/>
                      </a:solidFill>
                    </a:defRPr>
                  </a:lvl8pPr>
                  <a:lvl9pPr>
                    <a:defRPr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 dirty="0">
                    <a:sym typeface="+mn-lt"/>
                  </a:endParaRPr>
                </a:p>
              </p:txBody>
            </p:sp>
            <p:sp>
              <p:nvSpPr>
                <p:cNvPr id="140" name="文本框 139">
                  <a:extLst>
                    <a:ext uri="{FF2B5EF4-FFF2-40B4-BE49-F238E27FC236}">
                      <a16:creationId xmlns:a16="http://schemas.microsoft.com/office/drawing/2014/main" id="{BFEC4EB6-699C-9E36-EBEB-179A28C50FB2}"/>
                    </a:ext>
                  </a:extLst>
                </p:cNvPr>
                <p:cNvSpPr txBox="1"/>
                <p:nvPr/>
              </p:nvSpPr>
              <p:spPr>
                <a:xfrm>
                  <a:off x="8644844" y="300619"/>
                  <a:ext cx="108746" cy="1238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746" h="123872">
                      <a:moveTo>
                        <a:pt x="70027" y="0"/>
                      </a:moveTo>
                      <a:cubicBezTo>
                        <a:pt x="72694" y="0"/>
                        <a:pt x="75838" y="119"/>
                        <a:pt x="79457" y="357"/>
                      </a:cubicBezTo>
                      <a:cubicBezTo>
                        <a:pt x="83077" y="595"/>
                        <a:pt x="86268" y="1047"/>
                        <a:pt x="89030" y="1714"/>
                      </a:cubicBezTo>
                      <a:cubicBezTo>
                        <a:pt x="94840" y="3429"/>
                        <a:pt x="99579" y="5310"/>
                        <a:pt x="103246" y="7358"/>
                      </a:cubicBezTo>
                      <a:cubicBezTo>
                        <a:pt x="106913" y="9406"/>
                        <a:pt x="108746" y="10430"/>
                        <a:pt x="108746" y="10430"/>
                      </a:cubicBezTo>
                      <a:lnTo>
                        <a:pt x="106175" y="16859"/>
                      </a:lnTo>
                      <a:cubicBezTo>
                        <a:pt x="104746" y="20097"/>
                        <a:pt x="102508" y="22336"/>
                        <a:pt x="99460" y="23574"/>
                      </a:cubicBezTo>
                      <a:cubicBezTo>
                        <a:pt x="96412" y="24812"/>
                        <a:pt x="93268" y="24812"/>
                        <a:pt x="90030" y="23574"/>
                      </a:cubicBezTo>
                      <a:cubicBezTo>
                        <a:pt x="87934" y="22717"/>
                        <a:pt x="85982" y="22050"/>
                        <a:pt x="84172" y="21574"/>
                      </a:cubicBezTo>
                      <a:cubicBezTo>
                        <a:pt x="80172" y="20431"/>
                        <a:pt x="75457" y="19859"/>
                        <a:pt x="70027" y="19859"/>
                      </a:cubicBezTo>
                      <a:cubicBezTo>
                        <a:pt x="64217" y="19859"/>
                        <a:pt x="58836" y="20859"/>
                        <a:pt x="53882" y="22860"/>
                      </a:cubicBezTo>
                      <a:cubicBezTo>
                        <a:pt x="48930" y="24860"/>
                        <a:pt x="44548" y="27717"/>
                        <a:pt x="40738" y="31432"/>
                      </a:cubicBezTo>
                      <a:cubicBezTo>
                        <a:pt x="36833" y="35052"/>
                        <a:pt x="33642" y="39481"/>
                        <a:pt x="31165" y="44720"/>
                      </a:cubicBezTo>
                      <a:cubicBezTo>
                        <a:pt x="28594" y="49863"/>
                        <a:pt x="26879" y="55530"/>
                        <a:pt x="26022" y="61722"/>
                      </a:cubicBezTo>
                      <a:cubicBezTo>
                        <a:pt x="25069" y="68580"/>
                        <a:pt x="25117" y="74628"/>
                        <a:pt x="26165" y="79867"/>
                      </a:cubicBezTo>
                      <a:cubicBezTo>
                        <a:pt x="27308" y="85106"/>
                        <a:pt x="29260" y="89487"/>
                        <a:pt x="32023" y="93011"/>
                      </a:cubicBezTo>
                      <a:cubicBezTo>
                        <a:pt x="34785" y="96536"/>
                        <a:pt x="38357" y="99155"/>
                        <a:pt x="42738" y="100869"/>
                      </a:cubicBezTo>
                      <a:cubicBezTo>
                        <a:pt x="47120" y="102679"/>
                        <a:pt x="52073" y="103584"/>
                        <a:pt x="57597" y="103584"/>
                      </a:cubicBezTo>
                      <a:cubicBezTo>
                        <a:pt x="60264" y="103584"/>
                        <a:pt x="62979" y="103298"/>
                        <a:pt x="65741" y="102727"/>
                      </a:cubicBezTo>
                      <a:cubicBezTo>
                        <a:pt x="68503" y="102060"/>
                        <a:pt x="71123" y="101108"/>
                        <a:pt x="73599" y="99869"/>
                      </a:cubicBezTo>
                      <a:lnTo>
                        <a:pt x="78457" y="72152"/>
                      </a:lnTo>
                      <a:lnTo>
                        <a:pt x="55740" y="72152"/>
                      </a:lnTo>
                      <a:lnTo>
                        <a:pt x="58026" y="61293"/>
                      </a:lnTo>
                      <a:cubicBezTo>
                        <a:pt x="58502" y="59102"/>
                        <a:pt x="59621" y="57293"/>
                        <a:pt x="61383" y="55864"/>
                      </a:cubicBezTo>
                      <a:cubicBezTo>
                        <a:pt x="63146" y="54435"/>
                        <a:pt x="65170" y="53721"/>
                        <a:pt x="67456" y="53721"/>
                      </a:cubicBezTo>
                      <a:lnTo>
                        <a:pt x="98745" y="53721"/>
                      </a:lnTo>
                      <a:cubicBezTo>
                        <a:pt x="99698" y="53721"/>
                        <a:pt x="100555" y="53864"/>
                        <a:pt x="101317" y="54149"/>
                      </a:cubicBezTo>
                      <a:cubicBezTo>
                        <a:pt x="102079" y="54530"/>
                        <a:pt x="102698" y="55054"/>
                        <a:pt x="103174" y="55721"/>
                      </a:cubicBezTo>
                      <a:cubicBezTo>
                        <a:pt x="103651" y="56388"/>
                        <a:pt x="103984" y="57197"/>
                        <a:pt x="104174" y="58150"/>
                      </a:cubicBezTo>
                      <a:cubicBezTo>
                        <a:pt x="104365" y="59102"/>
                        <a:pt x="104365" y="60198"/>
                        <a:pt x="104174" y="61436"/>
                      </a:cubicBezTo>
                      <a:lnTo>
                        <a:pt x="96031" y="114871"/>
                      </a:lnTo>
                      <a:cubicBezTo>
                        <a:pt x="96031" y="114871"/>
                        <a:pt x="95483" y="115085"/>
                        <a:pt x="94388" y="115514"/>
                      </a:cubicBezTo>
                      <a:cubicBezTo>
                        <a:pt x="93292" y="115943"/>
                        <a:pt x="91887" y="116467"/>
                        <a:pt x="90173" y="117086"/>
                      </a:cubicBezTo>
                      <a:cubicBezTo>
                        <a:pt x="88458" y="117705"/>
                        <a:pt x="86696" y="118348"/>
                        <a:pt x="84886" y="119015"/>
                      </a:cubicBezTo>
                      <a:cubicBezTo>
                        <a:pt x="83267" y="119586"/>
                        <a:pt x="81338" y="120158"/>
                        <a:pt x="79100" y="120729"/>
                      </a:cubicBezTo>
                      <a:cubicBezTo>
                        <a:pt x="76862" y="121301"/>
                        <a:pt x="74838" y="121729"/>
                        <a:pt x="73028" y="122015"/>
                      </a:cubicBezTo>
                      <a:cubicBezTo>
                        <a:pt x="69789" y="122682"/>
                        <a:pt x="66551" y="123158"/>
                        <a:pt x="63312" y="123444"/>
                      </a:cubicBezTo>
                      <a:cubicBezTo>
                        <a:pt x="59978" y="123729"/>
                        <a:pt x="56692" y="123872"/>
                        <a:pt x="53454" y="123872"/>
                      </a:cubicBezTo>
                      <a:cubicBezTo>
                        <a:pt x="43834" y="123872"/>
                        <a:pt x="35452" y="122491"/>
                        <a:pt x="28308" y="119729"/>
                      </a:cubicBezTo>
                      <a:cubicBezTo>
                        <a:pt x="21164" y="116967"/>
                        <a:pt x="15306" y="113014"/>
                        <a:pt x="10734" y="107870"/>
                      </a:cubicBezTo>
                      <a:cubicBezTo>
                        <a:pt x="6258" y="102632"/>
                        <a:pt x="3162" y="96250"/>
                        <a:pt x="1447" y="88725"/>
                      </a:cubicBezTo>
                      <a:cubicBezTo>
                        <a:pt x="-267" y="81200"/>
                        <a:pt x="-458" y="72675"/>
                        <a:pt x="876" y="63150"/>
                      </a:cubicBezTo>
                      <a:cubicBezTo>
                        <a:pt x="2209" y="53340"/>
                        <a:pt x="4924" y="44529"/>
                        <a:pt x="9020" y="36719"/>
                      </a:cubicBezTo>
                      <a:cubicBezTo>
                        <a:pt x="13020" y="28908"/>
                        <a:pt x="18164" y="22288"/>
                        <a:pt x="24450" y="16859"/>
                      </a:cubicBezTo>
                      <a:cubicBezTo>
                        <a:pt x="30070" y="11906"/>
                        <a:pt x="36499" y="8001"/>
                        <a:pt x="43738" y="5143"/>
                      </a:cubicBezTo>
                      <a:cubicBezTo>
                        <a:pt x="43929" y="5048"/>
                        <a:pt x="44072" y="5000"/>
                        <a:pt x="44167" y="5000"/>
                      </a:cubicBezTo>
                      <a:cubicBezTo>
                        <a:pt x="44738" y="4715"/>
                        <a:pt x="45310" y="4476"/>
                        <a:pt x="45882" y="4286"/>
                      </a:cubicBezTo>
                      <a:cubicBezTo>
                        <a:pt x="52549" y="1428"/>
                        <a:pt x="60598" y="0"/>
                        <a:pt x="70027" y="0"/>
                      </a:cubicBezTo>
                      <a:close/>
                    </a:path>
                  </a:pathLst>
                </a:custGeom>
                <a:solidFill>
                  <a:srgbClr val="4F6DD9"/>
                </a:solidFill>
                <a:ln w="4286" cap="flat">
                  <a:noFill/>
                  <a:prstDash val="solid"/>
                  <a:miter/>
                </a:ln>
              </p:spPr>
              <p:txBody>
                <a:bodyPr wrap="square" rtlCol="0" anchor="ctr">
                  <a:noAutofit/>
                </a:bodyPr>
                <a:lstStyle>
                  <a:defPPr>
                    <a:defRPr lang="zh-CN"/>
                  </a:defPPr>
                  <a:lvl1pPr algn="ctr">
                    <a:defRPr>
                      <a:solidFill>
                        <a:schemeClr val="tx1"/>
                      </a:solidFill>
                    </a:defRPr>
                  </a:lvl1pPr>
                  <a:lvl2pPr>
                    <a:defRPr>
                      <a:solidFill>
                        <a:schemeClr val="tx1"/>
                      </a:solidFill>
                    </a:defRPr>
                  </a:lvl2pPr>
                  <a:lvl3pPr>
                    <a:defRPr>
                      <a:solidFill>
                        <a:schemeClr val="tx1"/>
                      </a:solidFill>
                    </a:defRPr>
                  </a:lvl3pPr>
                  <a:lvl4pPr>
                    <a:defRPr>
                      <a:solidFill>
                        <a:schemeClr val="tx1"/>
                      </a:solidFill>
                    </a:defRPr>
                  </a:lvl4pPr>
                  <a:lvl5pPr>
                    <a:defRPr>
                      <a:solidFill>
                        <a:schemeClr val="tx1"/>
                      </a:solidFill>
                    </a:defRPr>
                  </a:lvl5pPr>
                  <a:lvl6pPr>
                    <a:defRPr>
                      <a:solidFill>
                        <a:schemeClr val="tx1"/>
                      </a:solidFill>
                    </a:defRPr>
                  </a:lvl6pPr>
                  <a:lvl7pPr>
                    <a:defRPr>
                      <a:solidFill>
                        <a:schemeClr val="tx1"/>
                      </a:solidFill>
                    </a:defRPr>
                  </a:lvl7pPr>
                  <a:lvl8pPr>
                    <a:defRPr>
                      <a:solidFill>
                        <a:schemeClr val="tx1"/>
                      </a:solidFill>
                    </a:defRPr>
                  </a:lvl8pPr>
                  <a:lvl9pPr>
                    <a:defRPr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 dirty="0">
                    <a:sym typeface="+mn-lt"/>
                  </a:endParaRPr>
                </a:p>
              </p:txBody>
            </p:sp>
            <p:sp>
              <p:nvSpPr>
                <p:cNvPr id="141" name="文本框 140">
                  <a:extLst>
                    <a:ext uri="{FF2B5EF4-FFF2-40B4-BE49-F238E27FC236}">
                      <a16:creationId xmlns:a16="http://schemas.microsoft.com/office/drawing/2014/main" id="{DAF8EAA2-624B-8D2E-F853-3F8604CEBE1A}"/>
                    </a:ext>
                  </a:extLst>
                </p:cNvPr>
                <p:cNvSpPr txBox="1"/>
                <p:nvPr/>
              </p:nvSpPr>
              <p:spPr>
                <a:xfrm>
                  <a:off x="8768688" y="300763"/>
                  <a:ext cx="129730" cy="123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730" h="123301">
                      <a:moveTo>
                        <a:pt x="68865" y="22145"/>
                      </a:moveTo>
                      <a:cubicBezTo>
                        <a:pt x="57340" y="22145"/>
                        <a:pt x="47386" y="26479"/>
                        <a:pt x="39004" y="35147"/>
                      </a:cubicBezTo>
                      <a:cubicBezTo>
                        <a:pt x="30622" y="43815"/>
                        <a:pt x="26432" y="54197"/>
                        <a:pt x="26432" y="66294"/>
                      </a:cubicBezTo>
                      <a:cubicBezTo>
                        <a:pt x="26432" y="76485"/>
                        <a:pt x="29622" y="84820"/>
                        <a:pt x="36004" y="91297"/>
                      </a:cubicBezTo>
                      <a:cubicBezTo>
                        <a:pt x="42386" y="97774"/>
                        <a:pt x="50625" y="101012"/>
                        <a:pt x="60722" y="101012"/>
                      </a:cubicBezTo>
                      <a:cubicBezTo>
                        <a:pt x="72628" y="101012"/>
                        <a:pt x="82724" y="96726"/>
                        <a:pt x="91011" y="88153"/>
                      </a:cubicBezTo>
                      <a:cubicBezTo>
                        <a:pt x="99298" y="79486"/>
                        <a:pt x="103441" y="68961"/>
                        <a:pt x="103441" y="56578"/>
                      </a:cubicBezTo>
                      <a:cubicBezTo>
                        <a:pt x="103441" y="46577"/>
                        <a:pt x="100155" y="38338"/>
                        <a:pt x="93583" y="31861"/>
                      </a:cubicBezTo>
                      <a:cubicBezTo>
                        <a:pt x="87106" y="25384"/>
                        <a:pt x="78867" y="22145"/>
                        <a:pt x="68865" y="22145"/>
                      </a:cubicBezTo>
                      <a:close/>
                      <a:moveTo>
                        <a:pt x="70580" y="0"/>
                      </a:moveTo>
                      <a:cubicBezTo>
                        <a:pt x="88011" y="0"/>
                        <a:pt x="102250" y="5095"/>
                        <a:pt x="113300" y="15287"/>
                      </a:cubicBezTo>
                      <a:cubicBezTo>
                        <a:pt x="124253" y="25479"/>
                        <a:pt x="129730" y="38671"/>
                        <a:pt x="129730" y="54864"/>
                      </a:cubicBezTo>
                      <a:cubicBezTo>
                        <a:pt x="129730" y="75057"/>
                        <a:pt x="123253" y="91487"/>
                        <a:pt x="110299" y="104155"/>
                      </a:cubicBezTo>
                      <a:cubicBezTo>
                        <a:pt x="97345" y="116919"/>
                        <a:pt x="80772" y="123301"/>
                        <a:pt x="60579" y="123301"/>
                      </a:cubicBezTo>
                      <a:cubicBezTo>
                        <a:pt x="43053" y="123301"/>
                        <a:pt x="28575" y="118062"/>
                        <a:pt x="17145" y="107584"/>
                      </a:cubicBezTo>
                      <a:cubicBezTo>
                        <a:pt x="5715" y="97012"/>
                        <a:pt x="0" y="83629"/>
                        <a:pt x="0" y="67437"/>
                      </a:cubicBezTo>
                      <a:cubicBezTo>
                        <a:pt x="0" y="48101"/>
                        <a:pt x="6715" y="32051"/>
                        <a:pt x="20145" y="19288"/>
                      </a:cubicBezTo>
                      <a:cubicBezTo>
                        <a:pt x="33480" y="6429"/>
                        <a:pt x="50292" y="0"/>
                        <a:pt x="70580" y="0"/>
                      </a:cubicBezTo>
                      <a:close/>
                    </a:path>
                  </a:pathLst>
                </a:custGeom>
                <a:solidFill>
                  <a:srgbClr val="4F6DD9"/>
                </a:solidFill>
                <a:ln w="4286" cap="flat">
                  <a:noFill/>
                  <a:prstDash val="solid"/>
                  <a:miter/>
                </a:ln>
              </p:spPr>
              <p:txBody>
                <a:bodyPr wrap="square" rtlCol="0" anchor="ctr">
                  <a:noAutofit/>
                </a:bodyPr>
                <a:lstStyle>
                  <a:defPPr>
                    <a:defRPr lang="zh-CN"/>
                  </a:defPPr>
                  <a:lvl1pPr algn="ctr">
                    <a:defRPr>
                      <a:solidFill>
                        <a:schemeClr val="tx1"/>
                      </a:solidFill>
                    </a:defRPr>
                  </a:lvl1pPr>
                  <a:lvl2pPr>
                    <a:defRPr>
                      <a:solidFill>
                        <a:schemeClr val="tx1"/>
                      </a:solidFill>
                    </a:defRPr>
                  </a:lvl2pPr>
                  <a:lvl3pPr>
                    <a:defRPr>
                      <a:solidFill>
                        <a:schemeClr val="tx1"/>
                      </a:solidFill>
                    </a:defRPr>
                  </a:lvl3pPr>
                  <a:lvl4pPr>
                    <a:defRPr>
                      <a:solidFill>
                        <a:schemeClr val="tx1"/>
                      </a:solidFill>
                    </a:defRPr>
                  </a:lvl4pPr>
                  <a:lvl5pPr>
                    <a:defRPr>
                      <a:solidFill>
                        <a:schemeClr val="tx1"/>
                      </a:solidFill>
                    </a:defRPr>
                  </a:lvl5pPr>
                  <a:lvl6pPr>
                    <a:defRPr>
                      <a:solidFill>
                        <a:schemeClr val="tx1"/>
                      </a:solidFill>
                    </a:defRPr>
                  </a:lvl6pPr>
                  <a:lvl7pPr>
                    <a:defRPr>
                      <a:solidFill>
                        <a:schemeClr val="tx1"/>
                      </a:solidFill>
                    </a:defRPr>
                  </a:lvl7pPr>
                  <a:lvl8pPr>
                    <a:defRPr>
                      <a:solidFill>
                        <a:schemeClr val="tx1"/>
                      </a:solidFill>
                    </a:defRPr>
                  </a:lvl8pPr>
                  <a:lvl9pPr>
                    <a:defRPr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 dirty="0">
                    <a:sym typeface="+mn-lt"/>
                  </a:endParaRPr>
                </a:p>
              </p:txBody>
            </p:sp>
          </p:grpSp>
        </p:grpSp>
        <p:grpSp>
          <p:nvGrpSpPr>
            <p:cNvPr id="131" name="组合 130">
              <a:extLst>
                <a:ext uri="{FF2B5EF4-FFF2-40B4-BE49-F238E27FC236}">
                  <a16:creationId xmlns:a16="http://schemas.microsoft.com/office/drawing/2014/main" id="{985DBEA0-961D-9BE9-0964-C4E0B1B16ACF}"/>
                </a:ext>
              </a:extLst>
            </p:cNvPr>
            <p:cNvGrpSpPr/>
            <p:nvPr/>
          </p:nvGrpSpPr>
          <p:grpSpPr>
            <a:xfrm>
              <a:off x="926299" y="660958"/>
              <a:ext cx="674380" cy="119625"/>
              <a:chOff x="892413" y="660958"/>
              <a:chExt cx="707506" cy="125501"/>
            </a:xfrm>
            <a:grpFill/>
          </p:grpSpPr>
          <p:sp>
            <p:nvSpPr>
              <p:cNvPr id="132" name="文本框 131">
                <a:extLst>
                  <a:ext uri="{FF2B5EF4-FFF2-40B4-BE49-F238E27FC236}">
                    <a16:creationId xmlns:a16="http://schemas.microsoft.com/office/drawing/2014/main" id="{E04F1CB1-5428-F288-C3B4-6F92A9474BB3}"/>
                  </a:ext>
                </a:extLst>
              </p:cNvPr>
              <p:cNvSpPr txBox="1"/>
              <p:nvPr/>
            </p:nvSpPr>
            <p:spPr>
              <a:xfrm>
                <a:off x="892413" y="663237"/>
                <a:ext cx="124027" cy="123222"/>
              </a:xfrm>
              <a:custGeom>
                <a:avLst/>
                <a:gdLst/>
                <a:ahLst/>
                <a:cxnLst/>
                <a:rect l="l" t="t" r="r" b="b"/>
                <a:pathLst>
                  <a:path w="132159" h="131302">
                    <a:moveTo>
                      <a:pt x="56435" y="46434"/>
                    </a:moveTo>
                    <a:lnTo>
                      <a:pt x="72580" y="52863"/>
                    </a:lnTo>
                    <a:cubicBezTo>
                      <a:pt x="68199" y="62960"/>
                      <a:pt x="63055" y="73199"/>
                      <a:pt x="57150" y="83581"/>
                    </a:cubicBezTo>
                    <a:cubicBezTo>
                      <a:pt x="51244" y="93964"/>
                      <a:pt x="46005" y="102203"/>
                      <a:pt x="41433" y="108299"/>
                    </a:cubicBezTo>
                    <a:lnTo>
                      <a:pt x="90725" y="105298"/>
                    </a:lnTo>
                    <a:cubicBezTo>
                      <a:pt x="84915" y="96059"/>
                      <a:pt x="79486" y="87772"/>
                      <a:pt x="74437" y="80438"/>
                    </a:cubicBezTo>
                    <a:lnTo>
                      <a:pt x="87296" y="71723"/>
                    </a:lnTo>
                    <a:cubicBezTo>
                      <a:pt x="92535" y="78867"/>
                      <a:pt x="98083" y="87010"/>
                      <a:pt x="103941" y="96154"/>
                    </a:cubicBezTo>
                    <a:cubicBezTo>
                      <a:pt x="109799" y="105298"/>
                      <a:pt x="114585" y="113299"/>
                      <a:pt x="118300" y="120157"/>
                    </a:cubicBezTo>
                    <a:lnTo>
                      <a:pt x="105727" y="131302"/>
                    </a:lnTo>
                    <a:cubicBezTo>
                      <a:pt x="103917" y="127682"/>
                      <a:pt x="101727" y="123729"/>
                      <a:pt x="99155" y="119443"/>
                    </a:cubicBezTo>
                    <a:cubicBezTo>
                      <a:pt x="71151" y="120681"/>
                      <a:pt x="48244" y="122158"/>
                      <a:pt x="30432" y="123872"/>
                    </a:cubicBezTo>
                    <a:cubicBezTo>
                      <a:pt x="25098" y="124348"/>
                      <a:pt x="21145" y="124777"/>
                      <a:pt x="18573" y="125158"/>
                    </a:cubicBezTo>
                    <a:lnTo>
                      <a:pt x="13573" y="109870"/>
                    </a:lnTo>
                    <a:cubicBezTo>
                      <a:pt x="16430" y="109204"/>
                      <a:pt x="18502" y="108489"/>
                      <a:pt x="19788" y="107727"/>
                    </a:cubicBezTo>
                    <a:cubicBezTo>
                      <a:pt x="21074" y="106965"/>
                      <a:pt x="22479" y="105679"/>
                      <a:pt x="24003" y="103870"/>
                    </a:cubicBezTo>
                    <a:cubicBezTo>
                      <a:pt x="28860" y="98155"/>
                      <a:pt x="34337" y="89892"/>
                      <a:pt x="40433" y="79081"/>
                    </a:cubicBezTo>
                    <a:cubicBezTo>
                      <a:pt x="46529" y="68270"/>
                      <a:pt x="51863" y="57388"/>
                      <a:pt x="56435" y="46434"/>
                    </a:cubicBezTo>
                    <a:close/>
                    <a:moveTo>
                      <a:pt x="44291" y="1857"/>
                    </a:moveTo>
                    <a:lnTo>
                      <a:pt x="59864" y="7000"/>
                    </a:lnTo>
                    <a:cubicBezTo>
                      <a:pt x="49672" y="32527"/>
                      <a:pt x="33337" y="54959"/>
                      <a:pt x="10858" y="74295"/>
                    </a:cubicBezTo>
                    <a:lnTo>
                      <a:pt x="0" y="60864"/>
                    </a:lnTo>
                    <a:cubicBezTo>
                      <a:pt x="21336" y="42862"/>
                      <a:pt x="36099" y="23193"/>
                      <a:pt x="44291" y="1857"/>
                    </a:cubicBezTo>
                    <a:close/>
                    <a:moveTo>
                      <a:pt x="87582" y="0"/>
                    </a:moveTo>
                    <a:cubicBezTo>
                      <a:pt x="92630" y="14001"/>
                      <a:pt x="98560" y="25550"/>
                      <a:pt x="105370" y="34647"/>
                    </a:cubicBezTo>
                    <a:cubicBezTo>
                      <a:pt x="112180" y="43743"/>
                      <a:pt x="121110" y="52197"/>
                      <a:pt x="132159" y="60007"/>
                    </a:cubicBezTo>
                    <a:lnTo>
                      <a:pt x="121729" y="74295"/>
                    </a:lnTo>
                    <a:cubicBezTo>
                      <a:pt x="109728" y="64770"/>
                      <a:pt x="99869" y="54792"/>
                      <a:pt x="92154" y="44362"/>
                    </a:cubicBezTo>
                    <a:cubicBezTo>
                      <a:pt x="84439" y="33932"/>
                      <a:pt x="77962" y="20955"/>
                      <a:pt x="72723" y="5429"/>
                    </a:cubicBez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  <p:sp>
            <p:nvSpPr>
              <p:cNvPr id="133" name="文本框 132">
                <a:extLst>
                  <a:ext uri="{FF2B5EF4-FFF2-40B4-BE49-F238E27FC236}">
                    <a16:creationId xmlns:a16="http://schemas.microsoft.com/office/drawing/2014/main" id="{21DCC848-4E31-9A25-7439-D8A9949BEC93}"/>
                  </a:ext>
                </a:extLst>
              </p:cNvPr>
              <p:cNvSpPr txBox="1"/>
              <p:nvPr/>
            </p:nvSpPr>
            <p:spPr>
              <a:xfrm>
                <a:off x="1094481" y="668063"/>
                <a:ext cx="107132" cy="116116"/>
              </a:xfrm>
              <a:custGeom>
                <a:avLst/>
                <a:gdLst/>
                <a:ahLst/>
                <a:cxnLst/>
                <a:rect l="l" t="t" r="r" b="b"/>
                <a:pathLst>
                  <a:path w="114157" h="123730">
                    <a:moveTo>
                      <a:pt x="27575" y="68009"/>
                    </a:moveTo>
                    <a:lnTo>
                      <a:pt x="27575" y="91440"/>
                    </a:lnTo>
                    <a:lnTo>
                      <a:pt x="63865" y="91440"/>
                    </a:lnTo>
                    <a:lnTo>
                      <a:pt x="63865" y="68009"/>
                    </a:lnTo>
                    <a:close/>
                    <a:moveTo>
                      <a:pt x="11573" y="53007"/>
                    </a:moveTo>
                    <a:lnTo>
                      <a:pt x="80010" y="53007"/>
                    </a:lnTo>
                    <a:lnTo>
                      <a:pt x="80010" y="106871"/>
                    </a:lnTo>
                    <a:lnTo>
                      <a:pt x="11573" y="106871"/>
                    </a:lnTo>
                    <a:close/>
                    <a:moveTo>
                      <a:pt x="0" y="27146"/>
                    </a:moveTo>
                    <a:lnTo>
                      <a:pt x="91583" y="27146"/>
                    </a:lnTo>
                    <a:lnTo>
                      <a:pt x="91583" y="42005"/>
                    </a:lnTo>
                    <a:lnTo>
                      <a:pt x="0" y="42005"/>
                    </a:lnTo>
                    <a:close/>
                    <a:moveTo>
                      <a:pt x="8001" y="0"/>
                    </a:moveTo>
                    <a:lnTo>
                      <a:pt x="114157" y="0"/>
                    </a:lnTo>
                    <a:lnTo>
                      <a:pt x="114157" y="105442"/>
                    </a:lnTo>
                    <a:cubicBezTo>
                      <a:pt x="114157" y="109633"/>
                      <a:pt x="113586" y="112871"/>
                      <a:pt x="112443" y="115157"/>
                    </a:cubicBezTo>
                    <a:cubicBezTo>
                      <a:pt x="111300" y="117443"/>
                      <a:pt x="109323" y="119158"/>
                      <a:pt x="106514" y="120301"/>
                    </a:cubicBezTo>
                    <a:cubicBezTo>
                      <a:pt x="103704" y="121444"/>
                      <a:pt x="99679" y="122206"/>
                      <a:pt x="94441" y="122587"/>
                    </a:cubicBezTo>
                    <a:lnTo>
                      <a:pt x="80725" y="123730"/>
                    </a:lnTo>
                    <a:lnTo>
                      <a:pt x="75867" y="108871"/>
                    </a:lnTo>
                    <a:lnTo>
                      <a:pt x="87868" y="108014"/>
                    </a:lnTo>
                    <a:cubicBezTo>
                      <a:pt x="91297" y="107728"/>
                      <a:pt x="93631" y="107371"/>
                      <a:pt x="94869" y="106942"/>
                    </a:cubicBezTo>
                    <a:cubicBezTo>
                      <a:pt x="96107" y="106513"/>
                      <a:pt x="96917" y="105751"/>
                      <a:pt x="97298" y="104656"/>
                    </a:cubicBezTo>
                    <a:cubicBezTo>
                      <a:pt x="97679" y="103561"/>
                      <a:pt x="97870" y="101584"/>
                      <a:pt x="97870" y="98727"/>
                    </a:cubicBezTo>
                    <a:lnTo>
                      <a:pt x="97870" y="15573"/>
                    </a:lnTo>
                    <a:lnTo>
                      <a:pt x="8001" y="15573"/>
                    </a:ln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47E94F2C-C7E3-D2E2-918C-AE0E0228CF64}"/>
                  </a:ext>
                </a:extLst>
              </p:cNvPr>
              <p:cNvSpPr txBox="1"/>
              <p:nvPr/>
            </p:nvSpPr>
            <p:spPr>
              <a:xfrm>
                <a:off x="1282133" y="660958"/>
                <a:ext cx="112630" cy="122551"/>
              </a:xfrm>
              <a:custGeom>
                <a:avLst/>
                <a:gdLst/>
                <a:ahLst/>
                <a:cxnLst/>
                <a:rect l="l" t="t" r="r" b="b"/>
                <a:pathLst>
                  <a:path w="120015" h="130587">
                    <a:moveTo>
                      <a:pt x="44005" y="84439"/>
                    </a:moveTo>
                    <a:lnTo>
                      <a:pt x="44005" y="110871"/>
                    </a:lnTo>
                    <a:lnTo>
                      <a:pt x="102156" y="110871"/>
                    </a:lnTo>
                    <a:lnTo>
                      <a:pt x="102156" y="84439"/>
                    </a:lnTo>
                    <a:close/>
                    <a:moveTo>
                      <a:pt x="55435" y="0"/>
                    </a:moveTo>
                    <a:lnTo>
                      <a:pt x="69866" y="6000"/>
                    </a:lnTo>
                    <a:cubicBezTo>
                      <a:pt x="67199" y="10001"/>
                      <a:pt x="65103" y="12954"/>
                      <a:pt x="63579" y="14859"/>
                    </a:cubicBezTo>
                    <a:lnTo>
                      <a:pt x="120015" y="14859"/>
                    </a:lnTo>
                    <a:lnTo>
                      <a:pt x="120015" y="29575"/>
                    </a:lnTo>
                    <a:cubicBezTo>
                      <a:pt x="106108" y="45482"/>
                      <a:pt x="88487" y="59007"/>
                      <a:pt x="67151" y="70151"/>
                    </a:cubicBezTo>
                    <a:lnTo>
                      <a:pt x="117443" y="70151"/>
                    </a:lnTo>
                    <a:lnTo>
                      <a:pt x="117443" y="130587"/>
                    </a:lnTo>
                    <a:lnTo>
                      <a:pt x="102156" y="130587"/>
                    </a:lnTo>
                    <a:lnTo>
                      <a:pt x="102156" y="124587"/>
                    </a:lnTo>
                    <a:lnTo>
                      <a:pt x="44005" y="124587"/>
                    </a:lnTo>
                    <a:lnTo>
                      <a:pt x="44005" y="130587"/>
                    </a:lnTo>
                    <a:lnTo>
                      <a:pt x="28861" y="130587"/>
                    </a:lnTo>
                    <a:lnTo>
                      <a:pt x="28861" y="87011"/>
                    </a:lnTo>
                    <a:cubicBezTo>
                      <a:pt x="21336" y="89773"/>
                      <a:pt x="13716" y="92345"/>
                      <a:pt x="6001" y="94726"/>
                    </a:cubicBezTo>
                    <a:lnTo>
                      <a:pt x="0" y="80153"/>
                    </a:lnTo>
                    <a:lnTo>
                      <a:pt x="47430" y="55889"/>
                    </a:lnTo>
                    <a:lnTo>
                      <a:pt x="49720" y="57721"/>
                    </a:lnTo>
                    <a:lnTo>
                      <a:pt x="58412" y="50271"/>
                    </a:lnTo>
                    <a:lnTo>
                      <a:pt x="98869" y="29575"/>
                    </a:lnTo>
                    <a:lnTo>
                      <a:pt x="51006" y="29575"/>
                    </a:lnTo>
                    <a:lnTo>
                      <a:pt x="45720" y="34718"/>
                    </a:lnTo>
                    <a:cubicBezTo>
                      <a:pt x="52483" y="39862"/>
                      <a:pt x="57817" y="44100"/>
                      <a:pt x="61722" y="47434"/>
                    </a:cubicBezTo>
                    <a:lnTo>
                      <a:pt x="58412" y="50271"/>
                    </a:lnTo>
                    <a:lnTo>
                      <a:pt x="47430" y="55889"/>
                    </a:lnTo>
                    <a:lnTo>
                      <a:pt x="34004" y="45148"/>
                    </a:lnTo>
                    <a:cubicBezTo>
                      <a:pt x="28480" y="49625"/>
                      <a:pt x="22860" y="53768"/>
                      <a:pt x="17145" y="57578"/>
                    </a:cubicBezTo>
                    <a:lnTo>
                      <a:pt x="7429" y="44291"/>
                    </a:lnTo>
                    <a:cubicBezTo>
                      <a:pt x="16097" y="38957"/>
                      <a:pt x="24955" y="32075"/>
                      <a:pt x="34004" y="23645"/>
                    </a:cubicBezTo>
                    <a:cubicBezTo>
                      <a:pt x="43053" y="15216"/>
                      <a:pt x="50197" y="7334"/>
                      <a:pt x="55435" y="0"/>
                    </a:cubicBez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  <p:sp>
            <p:nvSpPr>
              <p:cNvPr id="135" name="文本框 134">
                <a:extLst>
                  <a:ext uri="{FF2B5EF4-FFF2-40B4-BE49-F238E27FC236}">
                    <a16:creationId xmlns:a16="http://schemas.microsoft.com/office/drawing/2014/main" id="{3C30AC02-CCBF-FD28-6581-2A6910118513}"/>
                  </a:ext>
                </a:extLst>
              </p:cNvPr>
              <p:cNvSpPr txBox="1"/>
              <p:nvPr/>
            </p:nvSpPr>
            <p:spPr>
              <a:xfrm>
                <a:off x="1477664" y="663504"/>
                <a:ext cx="122255" cy="121345"/>
              </a:xfrm>
              <a:custGeom>
                <a:avLst/>
                <a:gdLst/>
                <a:ahLst/>
                <a:cxnLst/>
                <a:rect l="l" t="t" r="r" b="b"/>
                <a:pathLst>
                  <a:path w="130271" h="129302">
                    <a:moveTo>
                      <a:pt x="60294" y="60294"/>
                    </a:moveTo>
                    <a:lnTo>
                      <a:pt x="73581" y="64294"/>
                    </a:lnTo>
                    <a:cubicBezTo>
                      <a:pt x="71200" y="72581"/>
                      <a:pt x="68057" y="81534"/>
                      <a:pt x="64151" y="91155"/>
                    </a:cubicBezTo>
                    <a:cubicBezTo>
                      <a:pt x="60246" y="100775"/>
                      <a:pt x="56245" y="109347"/>
                      <a:pt x="52150" y="116872"/>
                    </a:cubicBezTo>
                    <a:lnTo>
                      <a:pt x="38862" y="111014"/>
                    </a:lnTo>
                    <a:cubicBezTo>
                      <a:pt x="42863" y="103966"/>
                      <a:pt x="46887" y="95727"/>
                      <a:pt x="50935" y="86297"/>
                    </a:cubicBezTo>
                    <a:cubicBezTo>
                      <a:pt x="54983" y="76867"/>
                      <a:pt x="58103" y="68199"/>
                      <a:pt x="60294" y="60294"/>
                    </a:cubicBezTo>
                    <a:close/>
                    <a:moveTo>
                      <a:pt x="110443" y="60151"/>
                    </a:moveTo>
                    <a:cubicBezTo>
                      <a:pt x="113967" y="67294"/>
                      <a:pt x="117896" y="76010"/>
                      <a:pt x="122230" y="86297"/>
                    </a:cubicBezTo>
                    <a:lnTo>
                      <a:pt x="130271" y="106882"/>
                    </a:lnTo>
                    <a:lnTo>
                      <a:pt x="130271" y="109679"/>
                    </a:lnTo>
                    <a:lnTo>
                      <a:pt x="119015" y="116301"/>
                    </a:lnTo>
                    <a:cubicBezTo>
                      <a:pt x="116920" y="109252"/>
                      <a:pt x="113896" y="101084"/>
                      <a:pt x="109943" y="91797"/>
                    </a:cubicBezTo>
                    <a:cubicBezTo>
                      <a:pt x="105990" y="82511"/>
                      <a:pt x="102061" y="74010"/>
                      <a:pt x="98155" y="66294"/>
                    </a:cubicBezTo>
                    <a:close/>
                    <a:moveTo>
                      <a:pt x="80010" y="40720"/>
                    </a:moveTo>
                    <a:lnTo>
                      <a:pt x="94155" y="41291"/>
                    </a:lnTo>
                    <a:lnTo>
                      <a:pt x="94155" y="112729"/>
                    </a:lnTo>
                    <a:cubicBezTo>
                      <a:pt x="94155" y="116634"/>
                      <a:pt x="93631" y="119658"/>
                      <a:pt x="92583" y="121801"/>
                    </a:cubicBezTo>
                    <a:cubicBezTo>
                      <a:pt x="91536" y="123944"/>
                      <a:pt x="89893" y="125492"/>
                      <a:pt x="87654" y="126445"/>
                    </a:cubicBezTo>
                    <a:cubicBezTo>
                      <a:pt x="85416" y="127397"/>
                      <a:pt x="82296" y="128064"/>
                      <a:pt x="78296" y="128445"/>
                    </a:cubicBezTo>
                    <a:lnTo>
                      <a:pt x="69152" y="129302"/>
                    </a:lnTo>
                    <a:lnTo>
                      <a:pt x="64437" y="114443"/>
                    </a:lnTo>
                    <a:lnTo>
                      <a:pt x="72438" y="113586"/>
                    </a:lnTo>
                    <a:cubicBezTo>
                      <a:pt x="75581" y="113205"/>
                      <a:pt x="77629" y="112657"/>
                      <a:pt x="78582" y="111943"/>
                    </a:cubicBezTo>
                    <a:cubicBezTo>
                      <a:pt x="79534" y="111228"/>
                      <a:pt x="80010" y="109585"/>
                      <a:pt x="80010" y="107014"/>
                    </a:cubicBezTo>
                    <a:close/>
                    <a:moveTo>
                      <a:pt x="66580" y="0"/>
                    </a:moveTo>
                    <a:lnTo>
                      <a:pt x="81011" y="2429"/>
                    </a:lnTo>
                    <a:cubicBezTo>
                      <a:pt x="79677" y="7096"/>
                      <a:pt x="78248" y="11811"/>
                      <a:pt x="76724" y="16574"/>
                    </a:cubicBezTo>
                    <a:lnTo>
                      <a:pt x="126445" y="16574"/>
                    </a:lnTo>
                    <a:lnTo>
                      <a:pt x="126445" y="31719"/>
                    </a:lnTo>
                    <a:lnTo>
                      <a:pt x="115872" y="54007"/>
                    </a:lnTo>
                    <a:lnTo>
                      <a:pt x="102156" y="49006"/>
                    </a:lnTo>
                    <a:lnTo>
                      <a:pt x="110728" y="31719"/>
                    </a:lnTo>
                    <a:lnTo>
                      <a:pt x="71152" y="31719"/>
                    </a:lnTo>
                    <a:cubicBezTo>
                      <a:pt x="67628" y="40482"/>
                      <a:pt x="63865" y="48483"/>
                      <a:pt x="59865" y="55722"/>
                    </a:cubicBezTo>
                    <a:lnTo>
                      <a:pt x="48578" y="49721"/>
                    </a:lnTo>
                    <a:lnTo>
                      <a:pt x="48578" y="52007"/>
                    </a:lnTo>
                    <a:lnTo>
                      <a:pt x="35148" y="52007"/>
                    </a:lnTo>
                    <a:lnTo>
                      <a:pt x="35148" y="65580"/>
                    </a:lnTo>
                    <a:lnTo>
                      <a:pt x="38291" y="61722"/>
                    </a:lnTo>
                    <a:cubicBezTo>
                      <a:pt x="44673" y="67342"/>
                      <a:pt x="49435" y="71914"/>
                      <a:pt x="52578" y="75438"/>
                    </a:cubicBezTo>
                    <a:lnTo>
                      <a:pt x="44149" y="87011"/>
                    </a:lnTo>
                    <a:cubicBezTo>
                      <a:pt x="41958" y="83963"/>
                      <a:pt x="38958" y="80629"/>
                      <a:pt x="35148" y="77010"/>
                    </a:cubicBezTo>
                    <a:lnTo>
                      <a:pt x="35148" y="129016"/>
                    </a:lnTo>
                    <a:lnTo>
                      <a:pt x="21574" y="129016"/>
                    </a:lnTo>
                    <a:lnTo>
                      <a:pt x="21574" y="80439"/>
                    </a:lnTo>
                    <a:cubicBezTo>
                      <a:pt x="17669" y="89202"/>
                      <a:pt x="13621" y="97155"/>
                      <a:pt x="9430" y="104299"/>
                    </a:cubicBezTo>
                    <a:lnTo>
                      <a:pt x="0" y="93012"/>
                    </a:lnTo>
                    <a:cubicBezTo>
                      <a:pt x="3906" y="87011"/>
                      <a:pt x="7739" y="80391"/>
                      <a:pt x="11502" y="73152"/>
                    </a:cubicBezTo>
                    <a:cubicBezTo>
                      <a:pt x="15264" y="65913"/>
                      <a:pt x="18479" y="58865"/>
                      <a:pt x="21146" y="52007"/>
                    </a:cubicBezTo>
                    <a:lnTo>
                      <a:pt x="5287" y="52007"/>
                    </a:lnTo>
                    <a:lnTo>
                      <a:pt x="5287" y="37291"/>
                    </a:lnTo>
                    <a:lnTo>
                      <a:pt x="21574" y="37291"/>
                    </a:lnTo>
                    <a:lnTo>
                      <a:pt x="21574" y="22860"/>
                    </a:lnTo>
                    <a:cubicBezTo>
                      <a:pt x="15764" y="23813"/>
                      <a:pt x="10907" y="24480"/>
                      <a:pt x="7001" y="24861"/>
                    </a:cubicBezTo>
                    <a:lnTo>
                      <a:pt x="5715" y="10573"/>
                    </a:lnTo>
                    <a:cubicBezTo>
                      <a:pt x="12192" y="9811"/>
                      <a:pt x="19574" y="8692"/>
                      <a:pt x="27861" y="7215"/>
                    </a:cubicBezTo>
                    <a:cubicBezTo>
                      <a:pt x="36148" y="5739"/>
                      <a:pt x="43196" y="4287"/>
                      <a:pt x="49006" y="2858"/>
                    </a:cubicBezTo>
                    <a:lnTo>
                      <a:pt x="51007" y="17288"/>
                    </a:lnTo>
                    <a:cubicBezTo>
                      <a:pt x="47482" y="18241"/>
                      <a:pt x="42196" y="19384"/>
                      <a:pt x="35148" y="20717"/>
                    </a:cubicBezTo>
                    <a:lnTo>
                      <a:pt x="35148" y="37291"/>
                    </a:lnTo>
                    <a:lnTo>
                      <a:pt x="48578" y="37291"/>
                    </a:lnTo>
                    <a:lnTo>
                      <a:pt x="48578" y="46006"/>
                    </a:lnTo>
                    <a:cubicBezTo>
                      <a:pt x="52293" y="39529"/>
                      <a:pt x="55769" y="32123"/>
                      <a:pt x="59008" y="23789"/>
                    </a:cubicBezTo>
                    <a:cubicBezTo>
                      <a:pt x="62246" y="15455"/>
                      <a:pt x="64770" y="7525"/>
                      <a:pt x="66580" y="0"/>
                    </a:cubicBez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</p:grpSp>
      </p:grpSp>
      <p:sp>
        <p:nvSpPr>
          <p:cNvPr id="142" name="文本框 141">
            <a:extLst>
              <a:ext uri="{FF2B5EF4-FFF2-40B4-BE49-F238E27FC236}">
                <a16:creationId xmlns:a16="http://schemas.microsoft.com/office/drawing/2014/main" id="{5A77E2FC-C787-7167-182F-16067A56FE8C}"/>
              </a:ext>
            </a:extLst>
          </p:cNvPr>
          <p:cNvSpPr txBox="1"/>
          <p:nvPr/>
        </p:nvSpPr>
        <p:spPr>
          <a:xfrm>
            <a:off x="4103688" y="3680654"/>
            <a:ext cx="3971546" cy="571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重塑企业生产力，驱动智能办公新范式</a:t>
            </a:r>
          </a:p>
        </p:txBody>
      </p:sp>
      <p:grpSp>
        <p:nvGrpSpPr>
          <p:cNvPr id="143" name="组合 142">
            <a:extLst>
              <a:ext uri="{FF2B5EF4-FFF2-40B4-BE49-F238E27FC236}">
                <a16:creationId xmlns:a16="http://schemas.microsoft.com/office/drawing/2014/main" id="{914C8276-D6EA-61A5-AB7E-2C05A525663E}"/>
              </a:ext>
            </a:extLst>
          </p:cNvPr>
          <p:cNvGrpSpPr/>
          <p:nvPr/>
        </p:nvGrpSpPr>
        <p:grpSpPr>
          <a:xfrm>
            <a:off x="3945189" y="5811450"/>
            <a:ext cx="4313944" cy="315056"/>
            <a:chOff x="1253246" y="4118390"/>
            <a:chExt cx="4313944" cy="315056"/>
          </a:xfrm>
        </p:grpSpPr>
        <p:sp>
          <p:nvSpPr>
            <p:cNvPr id="144" name="文本框 143">
              <a:extLst>
                <a:ext uri="{FF2B5EF4-FFF2-40B4-BE49-F238E27FC236}">
                  <a16:creationId xmlns:a16="http://schemas.microsoft.com/office/drawing/2014/main" id="{B18AA79A-B897-B98E-9BCC-66F31F7C012B}"/>
                </a:ext>
              </a:extLst>
            </p:cNvPr>
            <p:cNvSpPr txBox="1"/>
            <p:nvPr/>
          </p:nvSpPr>
          <p:spPr>
            <a:xfrm>
              <a:off x="1561022" y="4125669"/>
              <a:ext cx="2027128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</a:p>
          </p:txBody>
        </p:sp>
        <p:sp>
          <p:nvSpPr>
            <p:cNvPr id="145" name="iconfont-10019-4889788">
              <a:extLst>
                <a:ext uri="{FF2B5EF4-FFF2-40B4-BE49-F238E27FC236}">
                  <a16:creationId xmlns:a16="http://schemas.microsoft.com/office/drawing/2014/main" id="{D29BDEDF-B7EC-3C66-7309-29958E1C33C9}"/>
                </a:ext>
              </a:extLst>
            </p:cNvPr>
            <p:cNvSpPr/>
            <p:nvPr/>
          </p:nvSpPr>
          <p:spPr>
            <a:xfrm>
              <a:off x="1253246" y="4118392"/>
              <a:ext cx="307776" cy="307776"/>
            </a:xfrm>
            <a:custGeom>
              <a:avLst/>
              <a:gdLst>
                <a:gd name="T0" fmla="*/ 6383 w 12767"/>
                <a:gd name="T1" fmla="*/ 0 h 12767"/>
                <a:gd name="T2" fmla="*/ 0 w 12767"/>
                <a:gd name="T3" fmla="*/ 6383 h 12767"/>
                <a:gd name="T4" fmla="*/ 6383 w 12767"/>
                <a:gd name="T5" fmla="*/ 12767 h 12767"/>
                <a:gd name="T6" fmla="*/ 12767 w 12767"/>
                <a:gd name="T7" fmla="*/ 6383 h 12767"/>
                <a:gd name="T8" fmla="*/ 6383 w 12767"/>
                <a:gd name="T9" fmla="*/ 0 h 12767"/>
                <a:gd name="T10" fmla="*/ 6383 w 12767"/>
                <a:gd name="T11" fmla="*/ 870 h 12767"/>
                <a:gd name="T12" fmla="*/ 11897 w 12767"/>
                <a:gd name="T13" fmla="*/ 6383 h 12767"/>
                <a:gd name="T14" fmla="*/ 11032 w 12767"/>
                <a:gd name="T15" fmla="*/ 9349 h 12767"/>
                <a:gd name="T16" fmla="*/ 7524 w 12767"/>
                <a:gd name="T17" fmla="*/ 7451 h 12767"/>
                <a:gd name="T18" fmla="*/ 9004 w 12767"/>
                <a:gd name="T19" fmla="*/ 5101 h 12767"/>
                <a:gd name="T20" fmla="*/ 6393 w 12767"/>
                <a:gd name="T21" fmla="*/ 2489 h 12767"/>
                <a:gd name="T22" fmla="*/ 3781 w 12767"/>
                <a:gd name="T23" fmla="*/ 5101 h 12767"/>
                <a:gd name="T24" fmla="*/ 5261 w 12767"/>
                <a:gd name="T25" fmla="*/ 7451 h 12767"/>
                <a:gd name="T26" fmla="*/ 1743 w 12767"/>
                <a:gd name="T27" fmla="*/ 9361 h 12767"/>
                <a:gd name="T28" fmla="*/ 870 w 12767"/>
                <a:gd name="T29" fmla="*/ 6383 h 12767"/>
                <a:gd name="T30" fmla="*/ 6383 w 12767"/>
                <a:gd name="T31" fmla="*/ 870 h 127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767" h="12767">
                  <a:moveTo>
                    <a:pt x="6383" y="0"/>
                  </a:moveTo>
                  <a:cubicBezTo>
                    <a:pt x="2858" y="0"/>
                    <a:pt x="0" y="2858"/>
                    <a:pt x="0" y="6383"/>
                  </a:cubicBezTo>
                  <a:cubicBezTo>
                    <a:pt x="0" y="9909"/>
                    <a:pt x="2858" y="12767"/>
                    <a:pt x="6383" y="12767"/>
                  </a:cubicBezTo>
                  <a:cubicBezTo>
                    <a:pt x="9909" y="12767"/>
                    <a:pt x="12767" y="9909"/>
                    <a:pt x="12767" y="6383"/>
                  </a:cubicBezTo>
                  <a:cubicBezTo>
                    <a:pt x="12767" y="2858"/>
                    <a:pt x="9909" y="0"/>
                    <a:pt x="6383" y="0"/>
                  </a:cubicBezTo>
                  <a:close/>
                  <a:moveTo>
                    <a:pt x="6383" y="870"/>
                  </a:moveTo>
                  <a:cubicBezTo>
                    <a:pt x="9428" y="870"/>
                    <a:pt x="11897" y="3339"/>
                    <a:pt x="11897" y="6383"/>
                  </a:cubicBezTo>
                  <a:cubicBezTo>
                    <a:pt x="11897" y="7475"/>
                    <a:pt x="11579" y="8493"/>
                    <a:pt x="11032" y="9349"/>
                  </a:cubicBezTo>
                  <a:cubicBezTo>
                    <a:pt x="10114" y="8379"/>
                    <a:pt x="8895" y="7697"/>
                    <a:pt x="7524" y="7451"/>
                  </a:cubicBezTo>
                  <a:cubicBezTo>
                    <a:pt x="8399" y="7030"/>
                    <a:pt x="9004" y="6137"/>
                    <a:pt x="9004" y="5101"/>
                  </a:cubicBezTo>
                  <a:cubicBezTo>
                    <a:pt x="9004" y="3658"/>
                    <a:pt x="7835" y="2489"/>
                    <a:pt x="6393" y="2489"/>
                  </a:cubicBezTo>
                  <a:cubicBezTo>
                    <a:pt x="4950" y="2489"/>
                    <a:pt x="3781" y="3658"/>
                    <a:pt x="3781" y="5101"/>
                  </a:cubicBezTo>
                  <a:cubicBezTo>
                    <a:pt x="3781" y="6137"/>
                    <a:pt x="4386" y="7030"/>
                    <a:pt x="5261" y="7451"/>
                  </a:cubicBezTo>
                  <a:cubicBezTo>
                    <a:pt x="3885" y="7698"/>
                    <a:pt x="2662" y="8385"/>
                    <a:pt x="1743" y="9361"/>
                  </a:cubicBezTo>
                  <a:cubicBezTo>
                    <a:pt x="1190" y="8502"/>
                    <a:pt x="870" y="7480"/>
                    <a:pt x="870" y="6383"/>
                  </a:cubicBezTo>
                  <a:cubicBezTo>
                    <a:pt x="870" y="3339"/>
                    <a:pt x="3339" y="870"/>
                    <a:pt x="6383" y="870"/>
                  </a:cubicBezTo>
                  <a:close/>
                </a:path>
              </a:pathLst>
            </a:custGeom>
            <a:solidFill>
              <a:schemeClr val="bg1"/>
            </a:solidFill>
          </p:spPr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sym typeface="+mn-lt"/>
              </a:endParaRPr>
            </a:p>
          </p:txBody>
        </p:sp>
        <p:sp>
          <p:nvSpPr>
            <p:cNvPr id="146" name="文本框 145">
              <a:extLst>
                <a:ext uri="{FF2B5EF4-FFF2-40B4-BE49-F238E27FC236}">
                  <a16:creationId xmlns:a16="http://schemas.microsoft.com/office/drawing/2014/main" id="{574D28EE-3E09-D182-C510-82D63D4BBB79}"/>
                </a:ext>
              </a:extLst>
            </p:cNvPr>
            <p:cNvSpPr txBox="1"/>
            <p:nvPr/>
          </p:nvSpPr>
          <p:spPr>
            <a:xfrm>
              <a:off x="3898985" y="4118390"/>
              <a:ext cx="1668205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bg1"/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</a:p>
          </p:txBody>
        </p:sp>
        <p:sp>
          <p:nvSpPr>
            <p:cNvPr id="147" name="iconfont-11899-5651509">
              <a:extLst>
                <a:ext uri="{FF2B5EF4-FFF2-40B4-BE49-F238E27FC236}">
                  <a16:creationId xmlns:a16="http://schemas.microsoft.com/office/drawing/2014/main" id="{1F7D64EB-74CB-8CE5-3783-DEF3A61A3CA4}"/>
                </a:ext>
              </a:extLst>
            </p:cNvPr>
            <p:cNvSpPr/>
            <p:nvPr/>
          </p:nvSpPr>
          <p:spPr>
            <a:xfrm>
              <a:off x="3588150" y="4118394"/>
              <a:ext cx="307836" cy="307774"/>
            </a:xfrm>
            <a:custGeom>
              <a:avLst/>
              <a:gdLst>
                <a:gd name="T0" fmla="*/ 5872 w 10378"/>
                <a:gd name="T1" fmla="*/ 5277 h 10377"/>
                <a:gd name="T2" fmla="*/ 5872 w 10378"/>
                <a:gd name="T3" fmla="*/ 2783 h 10377"/>
                <a:gd name="T4" fmla="*/ 5223 w 10378"/>
                <a:gd name="T5" fmla="*/ 2135 h 10377"/>
                <a:gd name="T6" fmla="*/ 4574 w 10378"/>
                <a:gd name="T7" fmla="*/ 2783 h 10377"/>
                <a:gd name="T8" fmla="*/ 4574 w 10378"/>
                <a:gd name="T9" fmla="*/ 6026 h 10377"/>
                <a:gd name="T10" fmla="*/ 7383 w 10378"/>
                <a:gd name="T11" fmla="*/ 7647 h 10377"/>
                <a:gd name="T12" fmla="*/ 8267 w 10378"/>
                <a:gd name="T13" fmla="*/ 7403 h 10377"/>
                <a:gd name="T14" fmla="*/ 8031 w 10378"/>
                <a:gd name="T15" fmla="*/ 6523 h 10377"/>
                <a:gd name="T16" fmla="*/ 5872 w 10378"/>
                <a:gd name="T17" fmla="*/ 5277 h 10377"/>
                <a:gd name="T18" fmla="*/ 5189 w 10378"/>
                <a:gd name="T19" fmla="*/ 10377 h 10377"/>
                <a:gd name="T20" fmla="*/ 0 w 10378"/>
                <a:gd name="T21" fmla="*/ 5188 h 10377"/>
                <a:gd name="T22" fmla="*/ 5189 w 10378"/>
                <a:gd name="T23" fmla="*/ 0 h 10377"/>
                <a:gd name="T24" fmla="*/ 10378 w 10378"/>
                <a:gd name="T25" fmla="*/ 5188 h 10377"/>
                <a:gd name="T26" fmla="*/ 5189 w 10378"/>
                <a:gd name="T27" fmla="*/ 10377 h 10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378" h="10377">
                  <a:moveTo>
                    <a:pt x="5872" y="5277"/>
                  </a:moveTo>
                  <a:lnTo>
                    <a:pt x="5872" y="2783"/>
                  </a:lnTo>
                  <a:cubicBezTo>
                    <a:pt x="5872" y="2425"/>
                    <a:pt x="5582" y="2135"/>
                    <a:pt x="5223" y="2135"/>
                  </a:cubicBezTo>
                  <a:cubicBezTo>
                    <a:pt x="4864" y="2135"/>
                    <a:pt x="4574" y="2425"/>
                    <a:pt x="4574" y="2783"/>
                  </a:cubicBezTo>
                  <a:lnTo>
                    <a:pt x="4574" y="6026"/>
                  </a:lnTo>
                  <a:lnTo>
                    <a:pt x="7383" y="7647"/>
                  </a:lnTo>
                  <a:cubicBezTo>
                    <a:pt x="7694" y="7825"/>
                    <a:pt x="8091" y="7716"/>
                    <a:pt x="8267" y="7403"/>
                  </a:cubicBezTo>
                  <a:cubicBezTo>
                    <a:pt x="8442" y="7095"/>
                    <a:pt x="8337" y="6703"/>
                    <a:pt x="8031" y="6523"/>
                  </a:cubicBezTo>
                  <a:lnTo>
                    <a:pt x="5872" y="5277"/>
                  </a:lnTo>
                  <a:close/>
                  <a:moveTo>
                    <a:pt x="5189" y="10377"/>
                  </a:moveTo>
                  <a:cubicBezTo>
                    <a:pt x="2324" y="10377"/>
                    <a:pt x="0" y="8054"/>
                    <a:pt x="0" y="5188"/>
                  </a:cubicBezTo>
                  <a:cubicBezTo>
                    <a:pt x="0" y="2322"/>
                    <a:pt x="2324" y="0"/>
                    <a:pt x="5189" y="0"/>
                  </a:cubicBezTo>
                  <a:cubicBezTo>
                    <a:pt x="8054" y="0"/>
                    <a:pt x="10378" y="2322"/>
                    <a:pt x="10378" y="5188"/>
                  </a:cubicBezTo>
                  <a:cubicBezTo>
                    <a:pt x="10378" y="8054"/>
                    <a:pt x="8056" y="10377"/>
                    <a:pt x="5189" y="10377"/>
                  </a:cubicBezTo>
                  <a:close/>
                </a:path>
              </a:pathLst>
            </a:custGeom>
            <a:solidFill>
              <a:schemeClr val="bg1"/>
            </a:solidFill>
          </p:spPr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sym typeface="+mn-lt"/>
              </a:endParaRPr>
            </a:p>
          </p:txBody>
        </p:sp>
      </p:grpSp>
      <p:sp>
        <p:nvSpPr>
          <p:cNvPr id="149" name="图形 948">
            <a:extLst>
              <a:ext uri="{FF2B5EF4-FFF2-40B4-BE49-F238E27FC236}">
                <a16:creationId xmlns:a16="http://schemas.microsoft.com/office/drawing/2014/main" id="{67C11CDD-76BB-423C-6D17-02E5E5CA60AD}"/>
              </a:ext>
            </a:extLst>
          </p:cNvPr>
          <p:cNvSpPr/>
          <p:nvPr/>
        </p:nvSpPr>
        <p:spPr>
          <a:xfrm>
            <a:off x="10490406" y="4485419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51" name="组合 150">
            <a:extLst>
              <a:ext uri="{FF2B5EF4-FFF2-40B4-BE49-F238E27FC236}">
                <a16:creationId xmlns:a16="http://schemas.microsoft.com/office/drawing/2014/main" id="{65F1FE68-EDDA-B6E9-636C-ADA0038BE9E8}"/>
              </a:ext>
            </a:extLst>
          </p:cNvPr>
          <p:cNvGrpSpPr/>
          <p:nvPr/>
        </p:nvGrpSpPr>
        <p:grpSpPr>
          <a:xfrm>
            <a:off x="3091543" y="3015847"/>
            <a:ext cx="6008914" cy="410702"/>
            <a:chOff x="3091543" y="2828925"/>
            <a:chExt cx="6008914" cy="410702"/>
          </a:xfrm>
        </p:grpSpPr>
        <p:sp>
          <p:nvSpPr>
            <p:cNvPr id="148" name="矩形: 圆角 147">
              <a:extLst>
                <a:ext uri="{FF2B5EF4-FFF2-40B4-BE49-F238E27FC236}">
                  <a16:creationId xmlns:a16="http://schemas.microsoft.com/office/drawing/2014/main" id="{56956BC4-AD80-981A-CA55-09DC358B8E0D}"/>
                </a:ext>
              </a:extLst>
            </p:cNvPr>
            <p:cNvSpPr/>
            <p:nvPr/>
          </p:nvSpPr>
          <p:spPr>
            <a:xfrm>
              <a:off x="3091543" y="2828925"/>
              <a:ext cx="6008914" cy="410702"/>
            </a:xfrm>
            <a:prstGeom prst="roundRect">
              <a:avLst>
                <a:gd name="adj" fmla="val 19077"/>
              </a:avLst>
            </a:pr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50" name="文本框 149">
              <a:extLst>
                <a:ext uri="{FF2B5EF4-FFF2-40B4-BE49-F238E27FC236}">
                  <a16:creationId xmlns:a16="http://schemas.microsoft.com/office/drawing/2014/main" id="{1FBCCB81-F9A8-0A4F-AE00-09643E2306EB}"/>
                </a:ext>
              </a:extLst>
            </p:cNvPr>
            <p:cNvSpPr txBox="1"/>
            <p:nvPr/>
          </p:nvSpPr>
          <p:spPr>
            <a:xfrm>
              <a:off x="3734245" y="2883788"/>
              <a:ext cx="474360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>
                  <a:solidFill>
                    <a:schemeClr val="bg1"/>
                  </a:solidFill>
                </a:rPr>
                <a:t>重塑企业生产力，驱动智能办公新范式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94118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C0E053-E91D-6561-1704-C82D4A207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任意多边形: 形状 34">
            <a:extLst>
              <a:ext uri="{FF2B5EF4-FFF2-40B4-BE49-F238E27FC236}">
                <a16:creationId xmlns:a16="http://schemas.microsoft.com/office/drawing/2014/main" id="{E1CF63BA-43E3-1D1F-AEA4-BC492908E052}"/>
              </a:ext>
            </a:extLst>
          </p:cNvPr>
          <p:cNvSpPr/>
          <p:nvPr/>
        </p:nvSpPr>
        <p:spPr>
          <a:xfrm>
            <a:off x="0" y="5315133"/>
            <a:ext cx="12192000" cy="1542867"/>
          </a:xfrm>
          <a:custGeom>
            <a:avLst/>
            <a:gdLst>
              <a:gd name="csX0" fmla="*/ 4552950 w 12192000"/>
              <a:gd name="csY0" fmla="*/ 0 h 1542867"/>
              <a:gd name="csX1" fmla="*/ 11672122 w 12192000"/>
              <a:gd name="csY1" fmla="*/ 1048195 h 1542867"/>
              <a:gd name="csX2" fmla="*/ 12192000 w 12192000"/>
              <a:gd name="csY2" fmla="*/ 1251521 h 1542867"/>
              <a:gd name="csX3" fmla="*/ 12192000 w 12192000"/>
              <a:gd name="csY3" fmla="*/ 1542867 h 1542867"/>
              <a:gd name="csX4" fmla="*/ 0 w 12192000"/>
              <a:gd name="csY4" fmla="*/ 1542867 h 1542867"/>
              <a:gd name="csX5" fmla="*/ 0 w 12192000"/>
              <a:gd name="csY5" fmla="*/ 387139 h 1542867"/>
              <a:gd name="csX6" fmla="*/ 188043 w 12192000"/>
              <a:gd name="csY6" fmla="*/ 352905 h 1542867"/>
              <a:gd name="csX7" fmla="*/ 4552950 w 12192000"/>
              <a:gd name="csY7" fmla="*/ 0 h 15428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542867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1542867"/>
                </a:lnTo>
                <a:lnTo>
                  <a:pt x="0" y="1542867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5F6A56AC-93FD-FD1F-642E-F6BA909BDD19}"/>
              </a:ext>
            </a:extLst>
          </p:cNvPr>
          <p:cNvSpPr/>
          <p:nvPr/>
        </p:nvSpPr>
        <p:spPr>
          <a:xfrm>
            <a:off x="0" y="5909671"/>
            <a:ext cx="12192000" cy="948329"/>
          </a:xfrm>
          <a:custGeom>
            <a:avLst/>
            <a:gdLst>
              <a:gd name="csX0" fmla="*/ 6096000 w 12192000"/>
              <a:gd name="csY0" fmla="*/ 0 h 948329"/>
              <a:gd name="csX1" fmla="*/ 11777135 w 12192000"/>
              <a:gd name="csY1" fmla="*/ 553777 h 948329"/>
              <a:gd name="csX2" fmla="*/ 12192000 w 12192000"/>
              <a:gd name="csY2" fmla="*/ 661197 h 948329"/>
              <a:gd name="csX3" fmla="*/ 12192000 w 12192000"/>
              <a:gd name="csY3" fmla="*/ 948329 h 948329"/>
              <a:gd name="csX4" fmla="*/ 0 w 12192000"/>
              <a:gd name="csY4" fmla="*/ 948329 h 948329"/>
              <a:gd name="csX5" fmla="*/ 0 w 12192000"/>
              <a:gd name="csY5" fmla="*/ 661197 h 948329"/>
              <a:gd name="csX6" fmla="*/ 414865 w 12192000"/>
              <a:gd name="csY6" fmla="*/ 553777 h 948329"/>
              <a:gd name="csX7" fmla="*/ 6096000 w 12192000"/>
              <a:gd name="csY7" fmla="*/ 0 h 9483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948329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948329"/>
                </a:lnTo>
                <a:lnTo>
                  <a:pt x="0" y="948329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F85BCD65-CAAB-C7C2-4A77-70EB22D8764E}"/>
              </a:ext>
            </a:extLst>
          </p:cNvPr>
          <p:cNvSpPr txBox="1"/>
          <p:nvPr/>
        </p:nvSpPr>
        <p:spPr>
          <a:xfrm>
            <a:off x="5311173" y="180929"/>
            <a:ext cx="15696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400" dirty="0">
                <a:solidFill>
                  <a:srgbClr val="4F6DD9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149" name="图形 948">
            <a:extLst>
              <a:ext uri="{FF2B5EF4-FFF2-40B4-BE49-F238E27FC236}">
                <a16:creationId xmlns:a16="http://schemas.microsoft.com/office/drawing/2014/main" id="{B77549F7-9A9E-8061-A760-BA29C18BC6C0}"/>
              </a:ext>
            </a:extLst>
          </p:cNvPr>
          <p:cNvSpPr/>
          <p:nvPr/>
        </p:nvSpPr>
        <p:spPr>
          <a:xfrm>
            <a:off x="10490406" y="5315133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5259479-3F98-6417-376C-36C3B7DB5F93}"/>
              </a:ext>
            </a:extLst>
          </p:cNvPr>
          <p:cNvSpPr txBox="1"/>
          <p:nvPr/>
        </p:nvSpPr>
        <p:spPr>
          <a:xfrm>
            <a:off x="5253925" y="1067411"/>
            <a:ext cx="170397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11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CONTENTS</a:t>
            </a:r>
            <a:endParaRPr lang="zh-CN" altLang="en-US" sz="11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grpSp>
        <p:nvGrpSpPr>
          <p:cNvPr id="157" name="组合 156">
            <a:extLst>
              <a:ext uri="{FF2B5EF4-FFF2-40B4-BE49-F238E27FC236}">
                <a16:creationId xmlns:a16="http://schemas.microsoft.com/office/drawing/2014/main" id="{C462CFF1-A40C-2166-A923-5A8A140BDC51}"/>
              </a:ext>
            </a:extLst>
          </p:cNvPr>
          <p:cNvGrpSpPr/>
          <p:nvPr/>
        </p:nvGrpSpPr>
        <p:grpSpPr>
          <a:xfrm>
            <a:off x="2003599" y="1903413"/>
            <a:ext cx="8184801" cy="624180"/>
            <a:chOff x="1953357" y="1903413"/>
            <a:chExt cx="8184801" cy="624180"/>
          </a:xfrm>
        </p:grpSpPr>
        <p:grpSp>
          <p:nvGrpSpPr>
            <p:cNvPr id="46" name="组合 45">
              <a:extLst>
                <a:ext uri="{FF2B5EF4-FFF2-40B4-BE49-F238E27FC236}">
                  <a16:creationId xmlns:a16="http://schemas.microsoft.com/office/drawing/2014/main" id="{FCE0BE0B-2CF4-72FA-7BA3-D612F7D1EC8B}"/>
                </a:ext>
              </a:extLst>
            </p:cNvPr>
            <p:cNvGrpSpPr/>
            <p:nvPr/>
          </p:nvGrpSpPr>
          <p:grpSpPr>
            <a:xfrm>
              <a:off x="1953357" y="1903413"/>
              <a:ext cx="3924300" cy="624180"/>
              <a:chOff x="1930400" y="1957312"/>
              <a:chExt cx="3924300" cy="624180"/>
            </a:xfrm>
          </p:grpSpPr>
          <p:sp>
            <p:nvSpPr>
              <p:cNvPr id="36" name="矩形: 圆角 35">
                <a:extLst>
                  <a:ext uri="{FF2B5EF4-FFF2-40B4-BE49-F238E27FC236}">
                    <a16:creationId xmlns:a16="http://schemas.microsoft.com/office/drawing/2014/main" id="{780A66FB-FE3B-A4DC-0C29-E4B80C564AB0}"/>
                  </a:ext>
                </a:extLst>
              </p:cNvPr>
              <p:cNvSpPr/>
              <p:nvPr/>
            </p:nvSpPr>
            <p:spPr>
              <a:xfrm>
                <a:off x="1930400" y="1957312"/>
                <a:ext cx="3924300" cy="542924"/>
              </a:xfrm>
              <a:prstGeom prst="roundRect">
                <a:avLst>
                  <a:gd name="adj" fmla="val 18508"/>
                </a:avLst>
              </a:pr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3" name="任意多边形: 形状 42">
                <a:extLst>
                  <a:ext uri="{FF2B5EF4-FFF2-40B4-BE49-F238E27FC236}">
                    <a16:creationId xmlns:a16="http://schemas.microsoft.com/office/drawing/2014/main" id="{3F7EB5B4-F50C-FC10-4744-317620827A8F}"/>
                  </a:ext>
                </a:extLst>
              </p:cNvPr>
              <p:cNvSpPr/>
              <p:nvPr/>
            </p:nvSpPr>
            <p:spPr>
              <a:xfrm>
                <a:off x="1930400" y="2000469"/>
                <a:ext cx="3924300" cy="581023"/>
              </a:xfrm>
              <a:custGeom>
                <a:avLst/>
                <a:gdLst>
                  <a:gd name="csX0" fmla="*/ 819551 w 3924300"/>
                  <a:gd name="csY0" fmla="*/ 0 h 581023"/>
                  <a:gd name="csX1" fmla="*/ 2193829 w 3924300"/>
                  <a:gd name="csY1" fmla="*/ 0 h 581023"/>
                  <a:gd name="csX2" fmla="*/ 2393256 w 3924300"/>
                  <a:gd name="csY2" fmla="*/ 0 h 581023"/>
                  <a:gd name="csX3" fmla="*/ 3767535 w 3924300"/>
                  <a:gd name="csY3" fmla="*/ 0 h 581023"/>
                  <a:gd name="csX4" fmla="*/ 3848103 w 3924300"/>
                  <a:gd name="csY4" fmla="*/ 80569 h 581023"/>
                  <a:gd name="csX5" fmla="*/ 3848103 w 3924300"/>
                  <a:gd name="csY5" fmla="*/ 487067 h 581023"/>
                  <a:gd name="csX6" fmla="*/ 3924300 w 3924300"/>
                  <a:gd name="csY6" fmla="*/ 487067 h 581023"/>
                  <a:gd name="csX7" fmla="*/ 3924300 w 3924300"/>
                  <a:gd name="csY7" fmla="*/ 581023 h 581023"/>
                  <a:gd name="csX8" fmla="*/ 3848103 w 3924300"/>
                  <a:gd name="csY8" fmla="*/ 581023 h 581023"/>
                  <a:gd name="csX9" fmla="*/ 502010 w 3924300"/>
                  <a:gd name="csY9" fmla="*/ 581023 h 581023"/>
                  <a:gd name="csX10" fmla="*/ 0 w 3924300"/>
                  <a:gd name="csY10" fmla="*/ 581023 h 581023"/>
                  <a:gd name="csX11" fmla="*/ 0 w 3924300"/>
                  <a:gd name="csY11" fmla="*/ 487067 h 581023"/>
                  <a:gd name="csX12" fmla="*/ 674296 w 3924300"/>
                  <a:gd name="csY12" fmla="*/ 487067 h 581023"/>
                  <a:gd name="csX13" fmla="*/ 688266 w 3924300"/>
                  <a:gd name="csY13" fmla="*/ 472788 h 581023"/>
                  <a:gd name="csX14" fmla="*/ 731466 w 3924300"/>
                  <a:gd name="csY14" fmla="*/ 369864 h 581023"/>
                  <a:gd name="csX15" fmla="*/ 735921 w 3924300"/>
                  <a:gd name="csY15" fmla="*/ 344864 h 581023"/>
                  <a:gd name="csX16" fmla="*/ 735921 w 3924300"/>
                  <a:gd name="csY16" fmla="*/ 258198 h 581023"/>
                  <a:gd name="csX17" fmla="*/ 735921 w 3924300"/>
                  <a:gd name="csY17" fmla="*/ 165682 h 581023"/>
                  <a:gd name="csX18" fmla="*/ 738981 w 3924300"/>
                  <a:gd name="csY18" fmla="*/ 148344 h 581023"/>
                  <a:gd name="csX19" fmla="*/ 738981 w 3924300"/>
                  <a:gd name="csY19" fmla="*/ 80568 h 581023"/>
                  <a:gd name="csX20" fmla="*/ 819551 w 3924300"/>
                  <a:gd name="csY20" fmla="*/ 0 h 58102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</a:cxnLst>
                <a:rect l="l" t="t" r="r" b="b"/>
                <a:pathLst>
                  <a:path w="3924300" h="581023">
                    <a:moveTo>
                      <a:pt x="819551" y="0"/>
                    </a:moveTo>
                    <a:lnTo>
                      <a:pt x="2193829" y="0"/>
                    </a:lnTo>
                    <a:lnTo>
                      <a:pt x="2393256" y="0"/>
                    </a:lnTo>
                    <a:lnTo>
                      <a:pt x="3767535" y="0"/>
                    </a:lnTo>
                    <a:cubicBezTo>
                      <a:pt x="3812032" y="0"/>
                      <a:pt x="3848103" y="36071"/>
                      <a:pt x="3848103" y="80569"/>
                    </a:cubicBezTo>
                    <a:lnTo>
                      <a:pt x="3848103" y="487067"/>
                    </a:lnTo>
                    <a:lnTo>
                      <a:pt x="3924300" y="487067"/>
                    </a:lnTo>
                    <a:lnTo>
                      <a:pt x="3924300" y="581023"/>
                    </a:lnTo>
                    <a:lnTo>
                      <a:pt x="3848103" y="581023"/>
                    </a:lnTo>
                    <a:lnTo>
                      <a:pt x="502010" y="581023"/>
                    </a:lnTo>
                    <a:lnTo>
                      <a:pt x="0" y="581023"/>
                    </a:lnTo>
                    <a:lnTo>
                      <a:pt x="0" y="487067"/>
                    </a:lnTo>
                    <a:lnTo>
                      <a:pt x="674296" y="487067"/>
                    </a:lnTo>
                    <a:lnTo>
                      <a:pt x="688266" y="472788"/>
                    </a:lnTo>
                    <a:cubicBezTo>
                      <a:pt x="705903" y="451008"/>
                      <a:pt x="721178" y="419237"/>
                      <a:pt x="731466" y="369864"/>
                    </a:cubicBezTo>
                    <a:lnTo>
                      <a:pt x="735921" y="344864"/>
                    </a:lnTo>
                    <a:lnTo>
                      <a:pt x="735921" y="258198"/>
                    </a:lnTo>
                    <a:lnTo>
                      <a:pt x="735921" y="165682"/>
                    </a:lnTo>
                    <a:lnTo>
                      <a:pt x="738981" y="148344"/>
                    </a:lnTo>
                    <a:lnTo>
                      <a:pt x="738981" y="80568"/>
                    </a:lnTo>
                    <a:cubicBezTo>
                      <a:pt x="738981" y="36071"/>
                      <a:pt x="775053" y="0"/>
                      <a:pt x="819551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B886758D-C974-CBF1-9853-66511FC32138}"/>
                  </a:ext>
                </a:extLst>
              </p:cNvPr>
              <p:cNvSpPr txBox="1"/>
              <p:nvPr/>
            </p:nvSpPr>
            <p:spPr>
              <a:xfrm>
                <a:off x="2038381" y="2008923"/>
                <a:ext cx="56297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bg1"/>
                    </a:solidFill>
                  </a:rPr>
                  <a:t>01</a:t>
                </a:r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BE284848-75F4-3C25-6B79-A2D4E77AFFA3}"/>
                  </a:ext>
                </a:extLst>
              </p:cNvPr>
              <p:cNvSpPr txBox="1"/>
              <p:nvPr/>
            </p:nvSpPr>
            <p:spPr>
              <a:xfrm>
                <a:off x="2898947" y="2081919"/>
                <a:ext cx="2825125" cy="369332"/>
              </a:xfrm>
              <a:prstGeom prst="rect">
                <a:avLst/>
              </a:prstGeom>
              <a:noFill/>
            </p:spPr>
            <p:txBody>
              <a:bodyPr vert="horz" wrap="square">
                <a:spAutoFit/>
              </a:bodyPr>
              <a:lstStyle/>
              <a:p>
                <a:r>
                  <a:rPr lang="zh-CN" altLang="en-US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背景与挑战分析</a:t>
                </a:r>
              </a:p>
            </p:txBody>
          </p:sp>
        </p:grpSp>
        <p:grpSp>
          <p:nvGrpSpPr>
            <p:cNvPr id="152" name="组合 151">
              <a:extLst>
                <a:ext uri="{FF2B5EF4-FFF2-40B4-BE49-F238E27FC236}">
                  <a16:creationId xmlns:a16="http://schemas.microsoft.com/office/drawing/2014/main" id="{5BB05835-AAC0-753A-4348-3468C160B431}"/>
                </a:ext>
              </a:extLst>
            </p:cNvPr>
            <p:cNvGrpSpPr/>
            <p:nvPr/>
          </p:nvGrpSpPr>
          <p:grpSpPr>
            <a:xfrm>
              <a:off x="6213858" y="1903413"/>
              <a:ext cx="3924300" cy="624180"/>
              <a:chOff x="1930400" y="1957312"/>
              <a:chExt cx="3924300" cy="624180"/>
            </a:xfrm>
          </p:grpSpPr>
          <p:sp>
            <p:nvSpPr>
              <p:cNvPr id="153" name="矩形: 圆角 152">
                <a:extLst>
                  <a:ext uri="{FF2B5EF4-FFF2-40B4-BE49-F238E27FC236}">
                    <a16:creationId xmlns:a16="http://schemas.microsoft.com/office/drawing/2014/main" id="{C57D5E41-29A8-CF0C-A494-F309411E7535}"/>
                  </a:ext>
                </a:extLst>
              </p:cNvPr>
              <p:cNvSpPr/>
              <p:nvPr/>
            </p:nvSpPr>
            <p:spPr>
              <a:xfrm>
                <a:off x="1930400" y="1957312"/>
                <a:ext cx="3924300" cy="542924"/>
              </a:xfrm>
              <a:prstGeom prst="roundRect">
                <a:avLst>
                  <a:gd name="adj" fmla="val 18508"/>
                </a:avLst>
              </a:pr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54" name="任意多边形: 形状 153">
                <a:extLst>
                  <a:ext uri="{FF2B5EF4-FFF2-40B4-BE49-F238E27FC236}">
                    <a16:creationId xmlns:a16="http://schemas.microsoft.com/office/drawing/2014/main" id="{FED6967F-C666-02D0-51D1-5B89F02FCC1D}"/>
                  </a:ext>
                </a:extLst>
              </p:cNvPr>
              <p:cNvSpPr/>
              <p:nvPr/>
            </p:nvSpPr>
            <p:spPr>
              <a:xfrm>
                <a:off x="1930400" y="2000469"/>
                <a:ext cx="3924300" cy="581023"/>
              </a:xfrm>
              <a:custGeom>
                <a:avLst/>
                <a:gdLst>
                  <a:gd name="csX0" fmla="*/ 819551 w 3924300"/>
                  <a:gd name="csY0" fmla="*/ 0 h 581023"/>
                  <a:gd name="csX1" fmla="*/ 2193829 w 3924300"/>
                  <a:gd name="csY1" fmla="*/ 0 h 581023"/>
                  <a:gd name="csX2" fmla="*/ 2393256 w 3924300"/>
                  <a:gd name="csY2" fmla="*/ 0 h 581023"/>
                  <a:gd name="csX3" fmla="*/ 3767535 w 3924300"/>
                  <a:gd name="csY3" fmla="*/ 0 h 581023"/>
                  <a:gd name="csX4" fmla="*/ 3848103 w 3924300"/>
                  <a:gd name="csY4" fmla="*/ 80569 h 581023"/>
                  <a:gd name="csX5" fmla="*/ 3848103 w 3924300"/>
                  <a:gd name="csY5" fmla="*/ 487067 h 581023"/>
                  <a:gd name="csX6" fmla="*/ 3924300 w 3924300"/>
                  <a:gd name="csY6" fmla="*/ 487067 h 581023"/>
                  <a:gd name="csX7" fmla="*/ 3924300 w 3924300"/>
                  <a:gd name="csY7" fmla="*/ 581023 h 581023"/>
                  <a:gd name="csX8" fmla="*/ 3848103 w 3924300"/>
                  <a:gd name="csY8" fmla="*/ 581023 h 581023"/>
                  <a:gd name="csX9" fmla="*/ 502010 w 3924300"/>
                  <a:gd name="csY9" fmla="*/ 581023 h 581023"/>
                  <a:gd name="csX10" fmla="*/ 0 w 3924300"/>
                  <a:gd name="csY10" fmla="*/ 581023 h 581023"/>
                  <a:gd name="csX11" fmla="*/ 0 w 3924300"/>
                  <a:gd name="csY11" fmla="*/ 487067 h 581023"/>
                  <a:gd name="csX12" fmla="*/ 674296 w 3924300"/>
                  <a:gd name="csY12" fmla="*/ 487067 h 581023"/>
                  <a:gd name="csX13" fmla="*/ 688266 w 3924300"/>
                  <a:gd name="csY13" fmla="*/ 472788 h 581023"/>
                  <a:gd name="csX14" fmla="*/ 731466 w 3924300"/>
                  <a:gd name="csY14" fmla="*/ 369864 h 581023"/>
                  <a:gd name="csX15" fmla="*/ 735921 w 3924300"/>
                  <a:gd name="csY15" fmla="*/ 344864 h 581023"/>
                  <a:gd name="csX16" fmla="*/ 735921 w 3924300"/>
                  <a:gd name="csY16" fmla="*/ 258198 h 581023"/>
                  <a:gd name="csX17" fmla="*/ 735921 w 3924300"/>
                  <a:gd name="csY17" fmla="*/ 165682 h 581023"/>
                  <a:gd name="csX18" fmla="*/ 738981 w 3924300"/>
                  <a:gd name="csY18" fmla="*/ 148344 h 581023"/>
                  <a:gd name="csX19" fmla="*/ 738981 w 3924300"/>
                  <a:gd name="csY19" fmla="*/ 80568 h 581023"/>
                  <a:gd name="csX20" fmla="*/ 819551 w 3924300"/>
                  <a:gd name="csY20" fmla="*/ 0 h 58102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</a:cxnLst>
                <a:rect l="l" t="t" r="r" b="b"/>
                <a:pathLst>
                  <a:path w="3924300" h="581023">
                    <a:moveTo>
                      <a:pt x="819551" y="0"/>
                    </a:moveTo>
                    <a:lnTo>
                      <a:pt x="2193829" y="0"/>
                    </a:lnTo>
                    <a:lnTo>
                      <a:pt x="2393256" y="0"/>
                    </a:lnTo>
                    <a:lnTo>
                      <a:pt x="3767535" y="0"/>
                    </a:lnTo>
                    <a:cubicBezTo>
                      <a:pt x="3812032" y="0"/>
                      <a:pt x="3848103" y="36071"/>
                      <a:pt x="3848103" y="80569"/>
                    </a:cubicBezTo>
                    <a:lnTo>
                      <a:pt x="3848103" y="487067"/>
                    </a:lnTo>
                    <a:lnTo>
                      <a:pt x="3924300" y="487067"/>
                    </a:lnTo>
                    <a:lnTo>
                      <a:pt x="3924300" y="581023"/>
                    </a:lnTo>
                    <a:lnTo>
                      <a:pt x="3848103" y="581023"/>
                    </a:lnTo>
                    <a:lnTo>
                      <a:pt x="502010" y="581023"/>
                    </a:lnTo>
                    <a:lnTo>
                      <a:pt x="0" y="581023"/>
                    </a:lnTo>
                    <a:lnTo>
                      <a:pt x="0" y="487067"/>
                    </a:lnTo>
                    <a:lnTo>
                      <a:pt x="674296" y="487067"/>
                    </a:lnTo>
                    <a:lnTo>
                      <a:pt x="688266" y="472788"/>
                    </a:lnTo>
                    <a:cubicBezTo>
                      <a:pt x="705903" y="451008"/>
                      <a:pt x="721178" y="419237"/>
                      <a:pt x="731466" y="369864"/>
                    </a:cubicBezTo>
                    <a:lnTo>
                      <a:pt x="735921" y="344864"/>
                    </a:lnTo>
                    <a:lnTo>
                      <a:pt x="735921" y="258198"/>
                    </a:lnTo>
                    <a:lnTo>
                      <a:pt x="735921" y="165682"/>
                    </a:lnTo>
                    <a:lnTo>
                      <a:pt x="738981" y="148344"/>
                    </a:lnTo>
                    <a:lnTo>
                      <a:pt x="738981" y="80568"/>
                    </a:lnTo>
                    <a:cubicBezTo>
                      <a:pt x="738981" y="36071"/>
                      <a:pt x="775053" y="0"/>
                      <a:pt x="819551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55" name="文本框 154">
                <a:extLst>
                  <a:ext uri="{FF2B5EF4-FFF2-40B4-BE49-F238E27FC236}">
                    <a16:creationId xmlns:a16="http://schemas.microsoft.com/office/drawing/2014/main" id="{C2E55F57-B220-E720-6DEF-E8CE9E2A1C6F}"/>
                  </a:ext>
                </a:extLst>
              </p:cNvPr>
              <p:cNvSpPr txBox="1"/>
              <p:nvPr/>
            </p:nvSpPr>
            <p:spPr>
              <a:xfrm>
                <a:off x="2038382" y="2008923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bg1"/>
                    </a:solidFill>
                  </a:rPr>
                  <a:t>02</a:t>
                </a:r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56" name="文本框 155">
                <a:extLst>
                  <a:ext uri="{FF2B5EF4-FFF2-40B4-BE49-F238E27FC236}">
                    <a16:creationId xmlns:a16="http://schemas.microsoft.com/office/drawing/2014/main" id="{513186BC-F421-8521-5455-160ECA40D099}"/>
                  </a:ext>
                </a:extLst>
              </p:cNvPr>
              <p:cNvSpPr txBox="1"/>
              <p:nvPr/>
            </p:nvSpPr>
            <p:spPr>
              <a:xfrm>
                <a:off x="2898947" y="2081919"/>
                <a:ext cx="2825125" cy="369332"/>
              </a:xfrm>
              <a:prstGeom prst="rect">
                <a:avLst/>
              </a:prstGeom>
              <a:noFill/>
            </p:spPr>
            <p:txBody>
              <a:bodyPr vert="horz" wrap="square">
                <a:spAutoFit/>
              </a:bodyPr>
              <a:lstStyle/>
              <a:p>
                <a:r>
                  <a:rPr lang="zh-CN" altLang="en-US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AI Office 核心功能矩阵</a:t>
                </a:r>
              </a:p>
            </p:txBody>
          </p:sp>
        </p:grpSp>
      </p:grpSp>
      <p:grpSp>
        <p:nvGrpSpPr>
          <p:cNvPr id="158" name="组合 157">
            <a:extLst>
              <a:ext uri="{FF2B5EF4-FFF2-40B4-BE49-F238E27FC236}">
                <a16:creationId xmlns:a16="http://schemas.microsoft.com/office/drawing/2014/main" id="{E42D9064-ADDC-8F94-CD5F-3750B5BBC695}"/>
              </a:ext>
            </a:extLst>
          </p:cNvPr>
          <p:cNvGrpSpPr/>
          <p:nvPr/>
        </p:nvGrpSpPr>
        <p:grpSpPr>
          <a:xfrm>
            <a:off x="2003599" y="3930040"/>
            <a:ext cx="8184801" cy="624180"/>
            <a:chOff x="1953357" y="1903413"/>
            <a:chExt cx="8184801" cy="624180"/>
          </a:xfrm>
        </p:grpSpPr>
        <p:grpSp>
          <p:nvGrpSpPr>
            <p:cNvPr id="159" name="组合 158">
              <a:extLst>
                <a:ext uri="{FF2B5EF4-FFF2-40B4-BE49-F238E27FC236}">
                  <a16:creationId xmlns:a16="http://schemas.microsoft.com/office/drawing/2014/main" id="{4AB861DA-5AEC-0563-AC60-2DEA75A89CC0}"/>
                </a:ext>
              </a:extLst>
            </p:cNvPr>
            <p:cNvGrpSpPr/>
            <p:nvPr/>
          </p:nvGrpSpPr>
          <p:grpSpPr>
            <a:xfrm>
              <a:off x="1953357" y="1903413"/>
              <a:ext cx="3924300" cy="624180"/>
              <a:chOff x="1930400" y="1957312"/>
              <a:chExt cx="3924300" cy="624180"/>
            </a:xfrm>
          </p:grpSpPr>
          <p:sp>
            <p:nvSpPr>
              <p:cNvPr id="165" name="矩形: 圆角 164">
                <a:extLst>
                  <a:ext uri="{FF2B5EF4-FFF2-40B4-BE49-F238E27FC236}">
                    <a16:creationId xmlns:a16="http://schemas.microsoft.com/office/drawing/2014/main" id="{1C96E63C-3F02-141B-3A1B-1794558726BB}"/>
                  </a:ext>
                </a:extLst>
              </p:cNvPr>
              <p:cNvSpPr/>
              <p:nvPr/>
            </p:nvSpPr>
            <p:spPr>
              <a:xfrm>
                <a:off x="1930400" y="1957312"/>
                <a:ext cx="3924300" cy="542924"/>
              </a:xfrm>
              <a:prstGeom prst="roundRect">
                <a:avLst>
                  <a:gd name="adj" fmla="val 18508"/>
                </a:avLst>
              </a:pr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任意多边形: 形状 165">
                <a:extLst>
                  <a:ext uri="{FF2B5EF4-FFF2-40B4-BE49-F238E27FC236}">
                    <a16:creationId xmlns:a16="http://schemas.microsoft.com/office/drawing/2014/main" id="{29F891DB-DB57-DED8-72CD-61F35413CFEB}"/>
                  </a:ext>
                </a:extLst>
              </p:cNvPr>
              <p:cNvSpPr/>
              <p:nvPr/>
            </p:nvSpPr>
            <p:spPr>
              <a:xfrm>
                <a:off x="1930400" y="2000469"/>
                <a:ext cx="3924300" cy="581023"/>
              </a:xfrm>
              <a:custGeom>
                <a:avLst/>
                <a:gdLst>
                  <a:gd name="csX0" fmla="*/ 819551 w 3924300"/>
                  <a:gd name="csY0" fmla="*/ 0 h 581023"/>
                  <a:gd name="csX1" fmla="*/ 2193829 w 3924300"/>
                  <a:gd name="csY1" fmla="*/ 0 h 581023"/>
                  <a:gd name="csX2" fmla="*/ 2393256 w 3924300"/>
                  <a:gd name="csY2" fmla="*/ 0 h 581023"/>
                  <a:gd name="csX3" fmla="*/ 3767535 w 3924300"/>
                  <a:gd name="csY3" fmla="*/ 0 h 581023"/>
                  <a:gd name="csX4" fmla="*/ 3848103 w 3924300"/>
                  <a:gd name="csY4" fmla="*/ 80569 h 581023"/>
                  <a:gd name="csX5" fmla="*/ 3848103 w 3924300"/>
                  <a:gd name="csY5" fmla="*/ 487067 h 581023"/>
                  <a:gd name="csX6" fmla="*/ 3924300 w 3924300"/>
                  <a:gd name="csY6" fmla="*/ 487067 h 581023"/>
                  <a:gd name="csX7" fmla="*/ 3924300 w 3924300"/>
                  <a:gd name="csY7" fmla="*/ 581023 h 581023"/>
                  <a:gd name="csX8" fmla="*/ 3848103 w 3924300"/>
                  <a:gd name="csY8" fmla="*/ 581023 h 581023"/>
                  <a:gd name="csX9" fmla="*/ 502010 w 3924300"/>
                  <a:gd name="csY9" fmla="*/ 581023 h 581023"/>
                  <a:gd name="csX10" fmla="*/ 0 w 3924300"/>
                  <a:gd name="csY10" fmla="*/ 581023 h 581023"/>
                  <a:gd name="csX11" fmla="*/ 0 w 3924300"/>
                  <a:gd name="csY11" fmla="*/ 487067 h 581023"/>
                  <a:gd name="csX12" fmla="*/ 674296 w 3924300"/>
                  <a:gd name="csY12" fmla="*/ 487067 h 581023"/>
                  <a:gd name="csX13" fmla="*/ 688266 w 3924300"/>
                  <a:gd name="csY13" fmla="*/ 472788 h 581023"/>
                  <a:gd name="csX14" fmla="*/ 731466 w 3924300"/>
                  <a:gd name="csY14" fmla="*/ 369864 h 581023"/>
                  <a:gd name="csX15" fmla="*/ 735921 w 3924300"/>
                  <a:gd name="csY15" fmla="*/ 344864 h 581023"/>
                  <a:gd name="csX16" fmla="*/ 735921 w 3924300"/>
                  <a:gd name="csY16" fmla="*/ 258198 h 581023"/>
                  <a:gd name="csX17" fmla="*/ 735921 w 3924300"/>
                  <a:gd name="csY17" fmla="*/ 165682 h 581023"/>
                  <a:gd name="csX18" fmla="*/ 738981 w 3924300"/>
                  <a:gd name="csY18" fmla="*/ 148344 h 581023"/>
                  <a:gd name="csX19" fmla="*/ 738981 w 3924300"/>
                  <a:gd name="csY19" fmla="*/ 80568 h 581023"/>
                  <a:gd name="csX20" fmla="*/ 819551 w 3924300"/>
                  <a:gd name="csY20" fmla="*/ 0 h 58102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</a:cxnLst>
                <a:rect l="l" t="t" r="r" b="b"/>
                <a:pathLst>
                  <a:path w="3924300" h="581023">
                    <a:moveTo>
                      <a:pt x="819551" y="0"/>
                    </a:moveTo>
                    <a:lnTo>
                      <a:pt x="2193829" y="0"/>
                    </a:lnTo>
                    <a:lnTo>
                      <a:pt x="2393256" y="0"/>
                    </a:lnTo>
                    <a:lnTo>
                      <a:pt x="3767535" y="0"/>
                    </a:lnTo>
                    <a:cubicBezTo>
                      <a:pt x="3812032" y="0"/>
                      <a:pt x="3848103" y="36071"/>
                      <a:pt x="3848103" y="80569"/>
                    </a:cubicBezTo>
                    <a:lnTo>
                      <a:pt x="3848103" y="487067"/>
                    </a:lnTo>
                    <a:lnTo>
                      <a:pt x="3924300" y="487067"/>
                    </a:lnTo>
                    <a:lnTo>
                      <a:pt x="3924300" y="581023"/>
                    </a:lnTo>
                    <a:lnTo>
                      <a:pt x="3848103" y="581023"/>
                    </a:lnTo>
                    <a:lnTo>
                      <a:pt x="502010" y="581023"/>
                    </a:lnTo>
                    <a:lnTo>
                      <a:pt x="0" y="581023"/>
                    </a:lnTo>
                    <a:lnTo>
                      <a:pt x="0" y="487067"/>
                    </a:lnTo>
                    <a:lnTo>
                      <a:pt x="674296" y="487067"/>
                    </a:lnTo>
                    <a:lnTo>
                      <a:pt x="688266" y="472788"/>
                    </a:lnTo>
                    <a:cubicBezTo>
                      <a:pt x="705903" y="451008"/>
                      <a:pt x="721178" y="419237"/>
                      <a:pt x="731466" y="369864"/>
                    </a:cubicBezTo>
                    <a:lnTo>
                      <a:pt x="735921" y="344864"/>
                    </a:lnTo>
                    <a:lnTo>
                      <a:pt x="735921" y="258198"/>
                    </a:lnTo>
                    <a:lnTo>
                      <a:pt x="735921" y="165682"/>
                    </a:lnTo>
                    <a:lnTo>
                      <a:pt x="738981" y="148344"/>
                    </a:lnTo>
                    <a:lnTo>
                      <a:pt x="738981" y="80568"/>
                    </a:lnTo>
                    <a:cubicBezTo>
                      <a:pt x="738981" y="36071"/>
                      <a:pt x="775053" y="0"/>
                      <a:pt x="819551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67" name="文本框 166">
                <a:extLst>
                  <a:ext uri="{FF2B5EF4-FFF2-40B4-BE49-F238E27FC236}">
                    <a16:creationId xmlns:a16="http://schemas.microsoft.com/office/drawing/2014/main" id="{4AA633FD-8D23-6E9A-8478-67B7ED18ABF0}"/>
                  </a:ext>
                </a:extLst>
              </p:cNvPr>
              <p:cNvSpPr txBox="1"/>
              <p:nvPr/>
            </p:nvSpPr>
            <p:spPr>
              <a:xfrm>
                <a:off x="2038382" y="2008923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bg1"/>
                    </a:solidFill>
                  </a:rPr>
                  <a:t>03</a:t>
                </a:r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68" name="文本框 167">
                <a:extLst>
                  <a:ext uri="{FF2B5EF4-FFF2-40B4-BE49-F238E27FC236}">
                    <a16:creationId xmlns:a16="http://schemas.microsoft.com/office/drawing/2014/main" id="{6260E904-6822-D91F-CE47-D89941AA272E}"/>
                  </a:ext>
                </a:extLst>
              </p:cNvPr>
              <p:cNvSpPr txBox="1"/>
              <p:nvPr/>
            </p:nvSpPr>
            <p:spPr>
              <a:xfrm>
                <a:off x="2898947" y="2081919"/>
                <a:ext cx="2825125" cy="369332"/>
              </a:xfrm>
              <a:prstGeom prst="rect">
                <a:avLst/>
              </a:prstGeom>
              <a:noFill/>
            </p:spPr>
            <p:txBody>
              <a:bodyPr vert="horz" wrap="square">
                <a:spAutoFit/>
              </a:bodyPr>
              <a:lstStyle/>
              <a:p>
                <a:r>
                  <a:rPr lang="zh-CN" altLang="en-US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商业价值与ROI</a:t>
                </a:r>
              </a:p>
            </p:txBody>
          </p:sp>
        </p:grpSp>
        <p:grpSp>
          <p:nvGrpSpPr>
            <p:cNvPr id="160" name="组合 159">
              <a:extLst>
                <a:ext uri="{FF2B5EF4-FFF2-40B4-BE49-F238E27FC236}">
                  <a16:creationId xmlns:a16="http://schemas.microsoft.com/office/drawing/2014/main" id="{D2CCC0AD-C12D-B49B-FFBD-9D50CBD3B7EB}"/>
                </a:ext>
              </a:extLst>
            </p:cNvPr>
            <p:cNvGrpSpPr/>
            <p:nvPr/>
          </p:nvGrpSpPr>
          <p:grpSpPr>
            <a:xfrm>
              <a:off x="6213858" y="1903413"/>
              <a:ext cx="3924300" cy="624180"/>
              <a:chOff x="1930400" y="1957312"/>
              <a:chExt cx="3924300" cy="624180"/>
            </a:xfrm>
          </p:grpSpPr>
          <p:sp>
            <p:nvSpPr>
              <p:cNvPr id="161" name="矩形: 圆角 160">
                <a:extLst>
                  <a:ext uri="{FF2B5EF4-FFF2-40B4-BE49-F238E27FC236}">
                    <a16:creationId xmlns:a16="http://schemas.microsoft.com/office/drawing/2014/main" id="{8317E1DE-DE58-D147-2CD6-8613FDE0BC7D}"/>
                  </a:ext>
                </a:extLst>
              </p:cNvPr>
              <p:cNvSpPr/>
              <p:nvPr/>
            </p:nvSpPr>
            <p:spPr>
              <a:xfrm>
                <a:off x="1930400" y="1957312"/>
                <a:ext cx="3924300" cy="542924"/>
              </a:xfrm>
              <a:prstGeom prst="roundRect">
                <a:avLst>
                  <a:gd name="adj" fmla="val 18508"/>
                </a:avLst>
              </a:pr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任意多边形: 形状 161">
                <a:extLst>
                  <a:ext uri="{FF2B5EF4-FFF2-40B4-BE49-F238E27FC236}">
                    <a16:creationId xmlns:a16="http://schemas.microsoft.com/office/drawing/2014/main" id="{390AE64F-4C3B-D0AE-8703-8B1FAAAF6C7B}"/>
                  </a:ext>
                </a:extLst>
              </p:cNvPr>
              <p:cNvSpPr/>
              <p:nvPr/>
            </p:nvSpPr>
            <p:spPr>
              <a:xfrm>
                <a:off x="1930400" y="2000469"/>
                <a:ext cx="3924300" cy="581023"/>
              </a:xfrm>
              <a:custGeom>
                <a:avLst/>
                <a:gdLst>
                  <a:gd name="csX0" fmla="*/ 819551 w 3924300"/>
                  <a:gd name="csY0" fmla="*/ 0 h 581023"/>
                  <a:gd name="csX1" fmla="*/ 2193829 w 3924300"/>
                  <a:gd name="csY1" fmla="*/ 0 h 581023"/>
                  <a:gd name="csX2" fmla="*/ 2393256 w 3924300"/>
                  <a:gd name="csY2" fmla="*/ 0 h 581023"/>
                  <a:gd name="csX3" fmla="*/ 3767535 w 3924300"/>
                  <a:gd name="csY3" fmla="*/ 0 h 581023"/>
                  <a:gd name="csX4" fmla="*/ 3848103 w 3924300"/>
                  <a:gd name="csY4" fmla="*/ 80569 h 581023"/>
                  <a:gd name="csX5" fmla="*/ 3848103 w 3924300"/>
                  <a:gd name="csY5" fmla="*/ 487067 h 581023"/>
                  <a:gd name="csX6" fmla="*/ 3924300 w 3924300"/>
                  <a:gd name="csY6" fmla="*/ 487067 h 581023"/>
                  <a:gd name="csX7" fmla="*/ 3924300 w 3924300"/>
                  <a:gd name="csY7" fmla="*/ 581023 h 581023"/>
                  <a:gd name="csX8" fmla="*/ 3848103 w 3924300"/>
                  <a:gd name="csY8" fmla="*/ 581023 h 581023"/>
                  <a:gd name="csX9" fmla="*/ 502010 w 3924300"/>
                  <a:gd name="csY9" fmla="*/ 581023 h 581023"/>
                  <a:gd name="csX10" fmla="*/ 0 w 3924300"/>
                  <a:gd name="csY10" fmla="*/ 581023 h 581023"/>
                  <a:gd name="csX11" fmla="*/ 0 w 3924300"/>
                  <a:gd name="csY11" fmla="*/ 487067 h 581023"/>
                  <a:gd name="csX12" fmla="*/ 674296 w 3924300"/>
                  <a:gd name="csY12" fmla="*/ 487067 h 581023"/>
                  <a:gd name="csX13" fmla="*/ 688266 w 3924300"/>
                  <a:gd name="csY13" fmla="*/ 472788 h 581023"/>
                  <a:gd name="csX14" fmla="*/ 731466 w 3924300"/>
                  <a:gd name="csY14" fmla="*/ 369864 h 581023"/>
                  <a:gd name="csX15" fmla="*/ 735921 w 3924300"/>
                  <a:gd name="csY15" fmla="*/ 344864 h 581023"/>
                  <a:gd name="csX16" fmla="*/ 735921 w 3924300"/>
                  <a:gd name="csY16" fmla="*/ 258198 h 581023"/>
                  <a:gd name="csX17" fmla="*/ 735921 w 3924300"/>
                  <a:gd name="csY17" fmla="*/ 165682 h 581023"/>
                  <a:gd name="csX18" fmla="*/ 738981 w 3924300"/>
                  <a:gd name="csY18" fmla="*/ 148344 h 581023"/>
                  <a:gd name="csX19" fmla="*/ 738981 w 3924300"/>
                  <a:gd name="csY19" fmla="*/ 80568 h 581023"/>
                  <a:gd name="csX20" fmla="*/ 819551 w 3924300"/>
                  <a:gd name="csY20" fmla="*/ 0 h 58102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</a:cxnLst>
                <a:rect l="l" t="t" r="r" b="b"/>
                <a:pathLst>
                  <a:path w="3924300" h="581023">
                    <a:moveTo>
                      <a:pt x="819551" y="0"/>
                    </a:moveTo>
                    <a:lnTo>
                      <a:pt x="2193829" y="0"/>
                    </a:lnTo>
                    <a:lnTo>
                      <a:pt x="2393256" y="0"/>
                    </a:lnTo>
                    <a:lnTo>
                      <a:pt x="3767535" y="0"/>
                    </a:lnTo>
                    <a:cubicBezTo>
                      <a:pt x="3812032" y="0"/>
                      <a:pt x="3848103" y="36071"/>
                      <a:pt x="3848103" y="80569"/>
                    </a:cubicBezTo>
                    <a:lnTo>
                      <a:pt x="3848103" y="487067"/>
                    </a:lnTo>
                    <a:lnTo>
                      <a:pt x="3924300" y="487067"/>
                    </a:lnTo>
                    <a:lnTo>
                      <a:pt x="3924300" y="581023"/>
                    </a:lnTo>
                    <a:lnTo>
                      <a:pt x="3848103" y="581023"/>
                    </a:lnTo>
                    <a:lnTo>
                      <a:pt x="502010" y="581023"/>
                    </a:lnTo>
                    <a:lnTo>
                      <a:pt x="0" y="581023"/>
                    </a:lnTo>
                    <a:lnTo>
                      <a:pt x="0" y="487067"/>
                    </a:lnTo>
                    <a:lnTo>
                      <a:pt x="674296" y="487067"/>
                    </a:lnTo>
                    <a:lnTo>
                      <a:pt x="688266" y="472788"/>
                    </a:lnTo>
                    <a:cubicBezTo>
                      <a:pt x="705903" y="451008"/>
                      <a:pt x="721178" y="419237"/>
                      <a:pt x="731466" y="369864"/>
                    </a:cubicBezTo>
                    <a:lnTo>
                      <a:pt x="735921" y="344864"/>
                    </a:lnTo>
                    <a:lnTo>
                      <a:pt x="735921" y="258198"/>
                    </a:lnTo>
                    <a:lnTo>
                      <a:pt x="735921" y="165682"/>
                    </a:lnTo>
                    <a:lnTo>
                      <a:pt x="738981" y="148344"/>
                    </a:lnTo>
                    <a:lnTo>
                      <a:pt x="738981" y="80568"/>
                    </a:lnTo>
                    <a:cubicBezTo>
                      <a:pt x="738981" y="36071"/>
                      <a:pt x="775053" y="0"/>
                      <a:pt x="819551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63" name="文本框 162">
                <a:extLst>
                  <a:ext uri="{FF2B5EF4-FFF2-40B4-BE49-F238E27FC236}">
                    <a16:creationId xmlns:a16="http://schemas.microsoft.com/office/drawing/2014/main" id="{B6C8CD0B-1728-381F-F1A5-07AB1E39BEDF}"/>
                  </a:ext>
                </a:extLst>
              </p:cNvPr>
              <p:cNvSpPr txBox="1"/>
              <p:nvPr/>
            </p:nvSpPr>
            <p:spPr>
              <a:xfrm>
                <a:off x="2038382" y="2008923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bg1"/>
                    </a:solidFill>
                  </a:rPr>
                  <a:t>04</a:t>
                </a:r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64" name="文本框 163">
                <a:extLst>
                  <a:ext uri="{FF2B5EF4-FFF2-40B4-BE49-F238E27FC236}">
                    <a16:creationId xmlns:a16="http://schemas.microsoft.com/office/drawing/2014/main" id="{FB88CFAD-F882-252B-132B-87CADE582C41}"/>
                  </a:ext>
                </a:extLst>
              </p:cNvPr>
              <p:cNvSpPr txBox="1"/>
              <p:nvPr/>
            </p:nvSpPr>
            <p:spPr>
              <a:xfrm>
                <a:off x="2898947" y="2081919"/>
                <a:ext cx="2825125" cy="369332"/>
              </a:xfrm>
              <a:prstGeom prst="rect">
                <a:avLst/>
              </a:prstGeom>
              <a:noFill/>
            </p:spPr>
            <p:txBody>
              <a:bodyPr vert="horz" wrap="square">
                <a:spAutoFit/>
              </a:bodyPr>
              <a:lstStyle/>
              <a:p>
                <a:r>
                  <a:rPr lang="zh-CN" altLang="en-US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实施路径与展望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71559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DE59C5-6A68-45F3-4952-E9CE3AEE4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任意多边形: 形状 34">
            <a:extLst>
              <a:ext uri="{FF2B5EF4-FFF2-40B4-BE49-F238E27FC236}">
                <a16:creationId xmlns:a16="http://schemas.microsoft.com/office/drawing/2014/main" id="{0DC00252-7FC6-402B-88C6-2E2C598B55C2}"/>
              </a:ext>
            </a:extLst>
          </p:cNvPr>
          <p:cNvSpPr/>
          <p:nvPr/>
        </p:nvSpPr>
        <p:spPr>
          <a:xfrm>
            <a:off x="0" y="5315133"/>
            <a:ext cx="12192000" cy="1542867"/>
          </a:xfrm>
          <a:custGeom>
            <a:avLst/>
            <a:gdLst>
              <a:gd name="csX0" fmla="*/ 4552950 w 12192000"/>
              <a:gd name="csY0" fmla="*/ 0 h 1542867"/>
              <a:gd name="csX1" fmla="*/ 11672122 w 12192000"/>
              <a:gd name="csY1" fmla="*/ 1048195 h 1542867"/>
              <a:gd name="csX2" fmla="*/ 12192000 w 12192000"/>
              <a:gd name="csY2" fmla="*/ 1251521 h 1542867"/>
              <a:gd name="csX3" fmla="*/ 12192000 w 12192000"/>
              <a:gd name="csY3" fmla="*/ 1542867 h 1542867"/>
              <a:gd name="csX4" fmla="*/ 0 w 12192000"/>
              <a:gd name="csY4" fmla="*/ 1542867 h 1542867"/>
              <a:gd name="csX5" fmla="*/ 0 w 12192000"/>
              <a:gd name="csY5" fmla="*/ 387139 h 1542867"/>
              <a:gd name="csX6" fmla="*/ 188043 w 12192000"/>
              <a:gd name="csY6" fmla="*/ 352905 h 1542867"/>
              <a:gd name="csX7" fmla="*/ 4552950 w 12192000"/>
              <a:gd name="csY7" fmla="*/ 0 h 15428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542867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1542867"/>
                </a:lnTo>
                <a:lnTo>
                  <a:pt x="0" y="1542867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955B7065-268A-7E91-EB80-8BABD8F35166}"/>
              </a:ext>
            </a:extLst>
          </p:cNvPr>
          <p:cNvSpPr/>
          <p:nvPr/>
        </p:nvSpPr>
        <p:spPr>
          <a:xfrm>
            <a:off x="0" y="5909671"/>
            <a:ext cx="12192000" cy="948329"/>
          </a:xfrm>
          <a:custGeom>
            <a:avLst/>
            <a:gdLst>
              <a:gd name="csX0" fmla="*/ 6096000 w 12192000"/>
              <a:gd name="csY0" fmla="*/ 0 h 948329"/>
              <a:gd name="csX1" fmla="*/ 11777135 w 12192000"/>
              <a:gd name="csY1" fmla="*/ 553777 h 948329"/>
              <a:gd name="csX2" fmla="*/ 12192000 w 12192000"/>
              <a:gd name="csY2" fmla="*/ 661197 h 948329"/>
              <a:gd name="csX3" fmla="*/ 12192000 w 12192000"/>
              <a:gd name="csY3" fmla="*/ 948329 h 948329"/>
              <a:gd name="csX4" fmla="*/ 0 w 12192000"/>
              <a:gd name="csY4" fmla="*/ 948329 h 948329"/>
              <a:gd name="csX5" fmla="*/ 0 w 12192000"/>
              <a:gd name="csY5" fmla="*/ 661197 h 948329"/>
              <a:gd name="csX6" fmla="*/ 414865 w 12192000"/>
              <a:gd name="csY6" fmla="*/ 553777 h 948329"/>
              <a:gd name="csX7" fmla="*/ 6096000 w 12192000"/>
              <a:gd name="csY7" fmla="*/ 0 h 9483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948329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948329"/>
                </a:lnTo>
                <a:lnTo>
                  <a:pt x="0" y="948329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9" name="图形 948">
            <a:extLst>
              <a:ext uri="{FF2B5EF4-FFF2-40B4-BE49-F238E27FC236}">
                <a16:creationId xmlns:a16="http://schemas.microsoft.com/office/drawing/2014/main" id="{7DDE5E84-DE9F-D219-DA3C-D583F4AA3777}"/>
              </a:ext>
            </a:extLst>
          </p:cNvPr>
          <p:cNvSpPr/>
          <p:nvPr/>
        </p:nvSpPr>
        <p:spPr>
          <a:xfrm>
            <a:off x="10490406" y="5315133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A2C7E0DF-D28B-A6D4-9666-9530A1679106}"/>
              </a:ext>
            </a:extLst>
          </p:cNvPr>
          <p:cNvGrpSpPr/>
          <p:nvPr/>
        </p:nvGrpSpPr>
        <p:grpSpPr>
          <a:xfrm>
            <a:off x="4133850" y="1725613"/>
            <a:ext cx="3924300" cy="624180"/>
            <a:chOff x="1930400" y="1957312"/>
            <a:chExt cx="3924300" cy="624180"/>
          </a:xfrm>
        </p:grpSpPr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B162BBAD-8EBD-9C50-73AB-5EE3E95375CC}"/>
                </a:ext>
              </a:extLst>
            </p:cNvPr>
            <p:cNvSpPr/>
            <p:nvPr/>
          </p:nvSpPr>
          <p:spPr>
            <a:xfrm>
              <a:off x="1930400" y="1957312"/>
              <a:ext cx="3924300" cy="542924"/>
            </a:xfrm>
            <a:prstGeom prst="roundRect">
              <a:avLst>
                <a:gd name="adj" fmla="val 18508"/>
              </a:avLst>
            </a:pr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任意多边形: 形状 42">
              <a:extLst>
                <a:ext uri="{FF2B5EF4-FFF2-40B4-BE49-F238E27FC236}">
                  <a16:creationId xmlns:a16="http://schemas.microsoft.com/office/drawing/2014/main" id="{FB9F17F6-3DC6-09B1-FA0E-FDBDDF8B5ACC}"/>
                </a:ext>
              </a:extLst>
            </p:cNvPr>
            <p:cNvSpPr/>
            <p:nvPr/>
          </p:nvSpPr>
          <p:spPr>
            <a:xfrm>
              <a:off x="1930400" y="2000469"/>
              <a:ext cx="3924300" cy="581023"/>
            </a:xfrm>
            <a:custGeom>
              <a:avLst/>
              <a:gdLst>
                <a:gd name="csX0" fmla="*/ 819551 w 3924300"/>
                <a:gd name="csY0" fmla="*/ 0 h 581023"/>
                <a:gd name="csX1" fmla="*/ 2193829 w 3924300"/>
                <a:gd name="csY1" fmla="*/ 0 h 581023"/>
                <a:gd name="csX2" fmla="*/ 2393256 w 3924300"/>
                <a:gd name="csY2" fmla="*/ 0 h 581023"/>
                <a:gd name="csX3" fmla="*/ 3767535 w 3924300"/>
                <a:gd name="csY3" fmla="*/ 0 h 581023"/>
                <a:gd name="csX4" fmla="*/ 3848103 w 3924300"/>
                <a:gd name="csY4" fmla="*/ 80569 h 581023"/>
                <a:gd name="csX5" fmla="*/ 3848103 w 3924300"/>
                <a:gd name="csY5" fmla="*/ 487067 h 581023"/>
                <a:gd name="csX6" fmla="*/ 3924300 w 3924300"/>
                <a:gd name="csY6" fmla="*/ 487067 h 581023"/>
                <a:gd name="csX7" fmla="*/ 3924300 w 3924300"/>
                <a:gd name="csY7" fmla="*/ 581023 h 581023"/>
                <a:gd name="csX8" fmla="*/ 3848103 w 3924300"/>
                <a:gd name="csY8" fmla="*/ 581023 h 581023"/>
                <a:gd name="csX9" fmla="*/ 502010 w 3924300"/>
                <a:gd name="csY9" fmla="*/ 581023 h 581023"/>
                <a:gd name="csX10" fmla="*/ 0 w 3924300"/>
                <a:gd name="csY10" fmla="*/ 581023 h 581023"/>
                <a:gd name="csX11" fmla="*/ 0 w 3924300"/>
                <a:gd name="csY11" fmla="*/ 487067 h 581023"/>
                <a:gd name="csX12" fmla="*/ 674296 w 3924300"/>
                <a:gd name="csY12" fmla="*/ 487067 h 581023"/>
                <a:gd name="csX13" fmla="*/ 688266 w 3924300"/>
                <a:gd name="csY13" fmla="*/ 472788 h 581023"/>
                <a:gd name="csX14" fmla="*/ 731466 w 3924300"/>
                <a:gd name="csY14" fmla="*/ 369864 h 581023"/>
                <a:gd name="csX15" fmla="*/ 735921 w 3924300"/>
                <a:gd name="csY15" fmla="*/ 344864 h 581023"/>
                <a:gd name="csX16" fmla="*/ 735921 w 3924300"/>
                <a:gd name="csY16" fmla="*/ 258198 h 581023"/>
                <a:gd name="csX17" fmla="*/ 735921 w 3924300"/>
                <a:gd name="csY17" fmla="*/ 165682 h 581023"/>
                <a:gd name="csX18" fmla="*/ 738981 w 3924300"/>
                <a:gd name="csY18" fmla="*/ 148344 h 581023"/>
                <a:gd name="csX19" fmla="*/ 738981 w 3924300"/>
                <a:gd name="csY19" fmla="*/ 80568 h 581023"/>
                <a:gd name="csX20" fmla="*/ 819551 w 3924300"/>
                <a:gd name="csY20" fmla="*/ 0 h 5810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3924300" h="581023">
                  <a:moveTo>
                    <a:pt x="819551" y="0"/>
                  </a:moveTo>
                  <a:lnTo>
                    <a:pt x="2193829" y="0"/>
                  </a:lnTo>
                  <a:lnTo>
                    <a:pt x="2393256" y="0"/>
                  </a:lnTo>
                  <a:lnTo>
                    <a:pt x="3767535" y="0"/>
                  </a:lnTo>
                  <a:cubicBezTo>
                    <a:pt x="3812032" y="0"/>
                    <a:pt x="3848103" y="36071"/>
                    <a:pt x="3848103" y="80569"/>
                  </a:cubicBezTo>
                  <a:lnTo>
                    <a:pt x="3848103" y="487067"/>
                  </a:lnTo>
                  <a:lnTo>
                    <a:pt x="3924300" y="487067"/>
                  </a:lnTo>
                  <a:lnTo>
                    <a:pt x="3924300" y="581023"/>
                  </a:lnTo>
                  <a:lnTo>
                    <a:pt x="3848103" y="581023"/>
                  </a:lnTo>
                  <a:lnTo>
                    <a:pt x="502010" y="581023"/>
                  </a:lnTo>
                  <a:lnTo>
                    <a:pt x="0" y="581023"/>
                  </a:lnTo>
                  <a:lnTo>
                    <a:pt x="0" y="487067"/>
                  </a:lnTo>
                  <a:lnTo>
                    <a:pt x="674296" y="487067"/>
                  </a:lnTo>
                  <a:lnTo>
                    <a:pt x="688266" y="472788"/>
                  </a:lnTo>
                  <a:cubicBezTo>
                    <a:pt x="705903" y="451008"/>
                    <a:pt x="721178" y="419237"/>
                    <a:pt x="731466" y="369864"/>
                  </a:cubicBezTo>
                  <a:lnTo>
                    <a:pt x="735921" y="344864"/>
                  </a:lnTo>
                  <a:lnTo>
                    <a:pt x="735921" y="258198"/>
                  </a:lnTo>
                  <a:lnTo>
                    <a:pt x="735921" y="165682"/>
                  </a:lnTo>
                  <a:lnTo>
                    <a:pt x="738981" y="148344"/>
                  </a:lnTo>
                  <a:lnTo>
                    <a:pt x="738981" y="80568"/>
                  </a:lnTo>
                  <a:cubicBezTo>
                    <a:pt x="738981" y="36071"/>
                    <a:pt x="775053" y="0"/>
                    <a:pt x="819551" y="0"/>
                  </a:cubicBezTo>
                  <a:close/>
                </a:path>
              </a:pathLst>
            </a:custGeom>
            <a:solidFill>
              <a:schemeClr val="bg1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FEFF321E-9836-920D-B1B5-03DAA0C783BB}"/>
                </a:ext>
              </a:extLst>
            </p:cNvPr>
            <p:cNvSpPr txBox="1"/>
            <p:nvPr/>
          </p:nvSpPr>
          <p:spPr>
            <a:xfrm>
              <a:off x="2038381" y="2008923"/>
              <a:ext cx="5629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ctr">
                <a:defRPr sz="2400">
                  <a:solidFill>
                    <a:srgbClr val="1F8DE6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defRPr>
              </a:lvl1pPr>
            </a:lstStyle>
            <a:p>
              <a:r>
                <a:rPr lang="en-US" altLang="zh-CN" dirty="0">
                  <a:solidFill>
                    <a:schemeClr val="bg1"/>
                  </a:solidFill>
                </a:rPr>
                <a:t>01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FA7446E-9220-8C0E-03CF-2BF9E8791A13}"/>
                </a:ext>
              </a:extLst>
            </p:cNvPr>
            <p:cNvSpPr txBox="1"/>
            <p:nvPr/>
          </p:nvSpPr>
          <p:spPr>
            <a:xfrm>
              <a:off x="2898947" y="2081919"/>
              <a:ext cx="2825125" cy="369332"/>
            </a:xfrm>
            <a:prstGeom prst="rect">
              <a:avLst/>
            </a:prstGeom>
            <a:noFill/>
          </p:spPr>
          <p:txBody>
            <a:bodyPr vert="horz" wrap="square">
              <a:spAutoFit/>
            </a:bodyPr>
            <a:lstStyle/>
            <a:p>
              <a:r>
                <a:rPr lang="zh-CN" altLang="en-US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传统办公痛点</a:t>
              </a: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489EFBED-4C63-49B6-C6F6-EA05019D68AA}"/>
              </a:ext>
            </a:extLst>
          </p:cNvPr>
          <p:cNvSpPr txBox="1"/>
          <p:nvPr/>
        </p:nvSpPr>
        <p:spPr>
          <a:xfrm>
            <a:off x="2902567" y="2667353"/>
            <a:ext cx="6386866" cy="897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传统办公模式面临信息碎片化、流程冗长与人力成本攀升等核心挑战。企业亟需通过智能化手段重构协同链路，释放员工创造力。</a:t>
            </a:r>
          </a:p>
        </p:txBody>
      </p:sp>
    </p:spTree>
    <p:extLst>
      <p:ext uri="{BB962C8B-B14F-4D97-AF65-F5344CB8AC3E}">
        <p14:creationId xmlns:p14="http://schemas.microsoft.com/office/powerpoint/2010/main" val="2435301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35FCD0-9476-C6F1-4790-BE7CA9AB2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组合 45">
            <a:extLst>
              <a:ext uri="{FF2B5EF4-FFF2-40B4-BE49-F238E27FC236}">
                <a16:creationId xmlns:a16="http://schemas.microsoft.com/office/drawing/2014/main" id="{C5885AD2-EE96-DDFA-DE56-A73F165A5CFC}"/>
              </a:ext>
            </a:extLst>
          </p:cNvPr>
          <p:cNvGrpSpPr/>
          <p:nvPr/>
        </p:nvGrpSpPr>
        <p:grpSpPr>
          <a:xfrm>
            <a:off x="4133850" y="87313"/>
            <a:ext cx="3924300" cy="624180"/>
            <a:chOff x="1930400" y="1957312"/>
            <a:chExt cx="3924300" cy="624180"/>
          </a:xfrm>
        </p:grpSpPr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A2241631-D7DF-0744-65E4-B1941D882318}"/>
                </a:ext>
              </a:extLst>
            </p:cNvPr>
            <p:cNvSpPr/>
            <p:nvPr/>
          </p:nvSpPr>
          <p:spPr>
            <a:xfrm>
              <a:off x="1930400" y="1957312"/>
              <a:ext cx="3924300" cy="542924"/>
            </a:xfrm>
            <a:prstGeom prst="roundRect">
              <a:avLst>
                <a:gd name="adj" fmla="val 18508"/>
              </a:avLst>
            </a:pr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任意多边形: 形状 42">
              <a:extLst>
                <a:ext uri="{FF2B5EF4-FFF2-40B4-BE49-F238E27FC236}">
                  <a16:creationId xmlns:a16="http://schemas.microsoft.com/office/drawing/2014/main" id="{1CF84B09-1100-CB71-38F0-59ACBF06F2BA}"/>
                </a:ext>
              </a:extLst>
            </p:cNvPr>
            <p:cNvSpPr/>
            <p:nvPr/>
          </p:nvSpPr>
          <p:spPr>
            <a:xfrm>
              <a:off x="1930400" y="2000469"/>
              <a:ext cx="3924300" cy="581023"/>
            </a:xfrm>
            <a:custGeom>
              <a:avLst/>
              <a:gdLst>
                <a:gd name="csX0" fmla="*/ 819551 w 3924300"/>
                <a:gd name="csY0" fmla="*/ 0 h 581023"/>
                <a:gd name="csX1" fmla="*/ 2193829 w 3924300"/>
                <a:gd name="csY1" fmla="*/ 0 h 581023"/>
                <a:gd name="csX2" fmla="*/ 2393256 w 3924300"/>
                <a:gd name="csY2" fmla="*/ 0 h 581023"/>
                <a:gd name="csX3" fmla="*/ 3767535 w 3924300"/>
                <a:gd name="csY3" fmla="*/ 0 h 581023"/>
                <a:gd name="csX4" fmla="*/ 3848103 w 3924300"/>
                <a:gd name="csY4" fmla="*/ 80569 h 581023"/>
                <a:gd name="csX5" fmla="*/ 3848103 w 3924300"/>
                <a:gd name="csY5" fmla="*/ 487067 h 581023"/>
                <a:gd name="csX6" fmla="*/ 3924300 w 3924300"/>
                <a:gd name="csY6" fmla="*/ 487067 h 581023"/>
                <a:gd name="csX7" fmla="*/ 3924300 w 3924300"/>
                <a:gd name="csY7" fmla="*/ 581023 h 581023"/>
                <a:gd name="csX8" fmla="*/ 3848103 w 3924300"/>
                <a:gd name="csY8" fmla="*/ 581023 h 581023"/>
                <a:gd name="csX9" fmla="*/ 502010 w 3924300"/>
                <a:gd name="csY9" fmla="*/ 581023 h 581023"/>
                <a:gd name="csX10" fmla="*/ 0 w 3924300"/>
                <a:gd name="csY10" fmla="*/ 581023 h 581023"/>
                <a:gd name="csX11" fmla="*/ 0 w 3924300"/>
                <a:gd name="csY11" fmla="*/ 487067 h 581023"/>
                <a:gd name="csX12" fmla="*/ 674296 w 3924300"/>
                <a:gd name="csY12" fmla="*/ 487067 h 581023"/>
                <a:gd name="csX13" fmla="*/ 688266 w 3924300"/>
                <a:gd name="csY13" fmla="*/ 472788 h 581023"/>
                <a:gd name="csX14" fmla="*/ 731466 w 3924300"/>
                <a:gd name="csY14" fmla="*/ 369864 h 581023"/>
                <a:gd name="csX15" fmla="*/ 735921 w 3924300"/>
                <a:gd name="csY15" fmla="*/ 344864 h 581023"/>
                <a:gd name="csX16" fmla="*/ 735921 w 3924300"/>
                <a:gd name="csY16" fmla="*/ 258198 h 581023"/>
                <a:gd name="csX17" fmla="*/ 735921 w 3924300"/>
                <a:gd name="csY17" fmla="*/ 165682 h 581023"/>
                <a:gd name="csX18" fmla="*/ 738981 w 3924300"/>
                <a:gd name="csY18" fmla="*/ 148344 h 581023"/>
                <a:gd name="csX19" fmla="*/ 738981 w 3924300"/>
                <a:gd name="csY19" fmla="*/ 80568 h 581023"/>
                <a:gd name="csX20" fmla="*/ 819551 w 3924300"/>
                <a:gd name="csY20" fmla="*/ 0 h 5810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3924300" h="581023">
                  <a:moveTo>
                    <a:pt x="819551" y="0"/>
                  </a:moveTo>
                  <a:lnTo>
                    <a:pt x="2193829" y="0"/>
                  </a:lnTo>
                  <a:lnTo>
                    <a:pt x="2393256" y="0"/>
                  </a:lnTo>
                  <a:lnTo>
                    <a:pt x="3767535" y="0"/>
                  </a:lnTo>
                  <a:cubicBezTo>
                    <a:pt x="3812032" y="0"/>
                    <a:pt x="3848103" y="36071"/>
                    <a:pt x="3848103" y="80569"/>
                  </a:cubicBezTo>
                  <a:lnTo>
                    <a:pt x="3848103" y="487067"/>
                  </a:lnTo>
                  <a:lnTo>
                    <a:pt x="3924300" y="487067"/>
                  </a:lnTo>
                  <a:lnTo>
                    <a:pt x="3924300" y="581023"/>
                  </a:lnTo>
                  <a:lnTo>
                    <a:pt x="3848103" y="581023"/>
                  </a:lnTo>
                  <a:lnTo>
                    <a:pt x="502010" y="581023"/>
                  </a:lnTo>
                  <a:lnTo>
                    <a:pt x="0" y="581023"/>
                  </a:lnTo>
                  <a:lnTo>
                    <a:pt x="0" y="487067"/>
                  </a:lnTo>
                  <a:lnTo>
                    <a:pt x="674296" y="487067"/>
                  </a:lnTo>
                  <a:lnTo>
                    <a:pt x="688266" y="472788"/>
                  </a:lnTo>
                  <a:cubicBezTo>
                    <a:pt x="705903" y="451008"/>
                    <a:pt x="721178" y="419237"/>
                    <a:pt x="731466" y="369864"/>
                  </a:cubicBezTo>
                  <a:lnTo>
                    <a:pt x="735921" y="344864"/>
                  </a:lnTo>
                  <a:lnTo>
                    <a:pt x="735921" y="258198"/>
                  </a:lnTo>
                  <a:lnTo>
                    <a:pt x="735921" y="165682"/>
                  </a:lnTo>
                  <a:lnTo>
                    <a:pt x="738981" y="148344"/>
                  </a:lnTo>
                  <a:lnTo>
                    <a:pt x="738981" y="80568"/>
                  </a:lnTo>
                  <a:cubicBezTo>
                    <a:pt x="738981" y="36071"/>
                    <a:pt x="775053" y="0"/>
                    <a:pt x="819551" y="0"/>
                  </a:cubicBezTo>
                  <a:close/>
                </a:path>
              </a:pathLst>
            </a:custGeom>
            <a:solidFill>
              <a:schemeClr val="bg1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528ED4D3-BE53-F71D-68D6-1F17AF35D538}"/>
                </a:ext>
              </a:extLst>
            </p:cNvPr>
            <p:cNvSpPr txBox="1"/>
            <p:nvPr/>
          </p:nvSpPr>
          <p:spPr>
            <a:xfrm>
              <a:off x="2038381" y="2008923"/>
              <a:ext cx="5629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ctr">
                <a:defRPr sz="2400">
                  <a:solidFill>
                    <a:srgbClr val="1F8DE6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defRPr>
              </a:lvl1pPr>
            </a:lstStyle>
            <a:p>
              <a:r>
                <a:rPr lang="en-US" altLang="zh-CN" dirty="0">
                  <a:solidFill>
                    <a:schemeClr val="bg1"/>
                  </a:solidFill>
                </a:rPr>
                <a:t>01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CFFA9565-CDF8-C2DF-DAAA-57F4E71730B4}"/>
                </a:ext>
              </a:extLst>
            </p:cNvPr>
            <p:cNvSpPr txBox="1"/>
            <p:nvPr/>
          </p:nvSpPr>
          <p:spPr>
            <a:xfrm>
              <a:off x="2898947" y="2081919"/>
              <a:ext cx="2825125" cy="369332"/>
            </a:xfrm>
            <a:prstGeom prst="rect">
              <a:avLst/>
            </a:prstGeom>
            <a:noFill/>
          </p:spPr>
          <p:txBody>
            <a:bodyPr vert="horz" wrap="square">
              <a:spAutoFit/>
            </a:bodyPr>
            <a:lstStyle/>
            <a:p>
              <a:r>
                <a:rPr lang="zh-CN" altLang="en-US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办公效率痛点剖析</a:t>
              </a:r>
            </a:p>
          </p:txBody>
        </p:sp>
      </p:grpSp>
      <p:sp>
        <p:nvSpPr>
          <p:cNvPr id="6" name="矩形 5"/>
          <p:cNvSpPr/>
          <p:nvPr/>
        </p:nvSpPr>
        <p:spPr>
          <a:xfrm>
            <a:off x="6637338" y="1257300"/>
            <a:ext cx="4606925" cy="2698750"/>
          </a:xfrm>
          <a:prstGeom prst="rect">
            <a:avLst/>
          </a:prstGeom>
          <a:solidFill>
            <a:srgbClr val="ECF1FB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noProof="1">
              <a:solidFill>
                <a:schemeClr val="lt1"/>
              </a:solidFill>
              <a:sym typeface="+mn-lt"/>
            </a:endParaRPr>
          </a:p>
        </p:txBody>
      </p:sp>
      <p:sp>
        <p:nvSpPr>
          <p:cNvPr id="8197" name="Oval 5"/>
          <p:cNvSpPr/>
          <p:nvPr/>
        </p:nvSpPr>
        <p:spPr>
          <a:xfrm>
            <a:off x="7028164" y="1633538"/>
            <a:ext cx="750888" cy="749300"/>
          </a:xfrm>
          <a:prstGeom prst="roundRect">
            <a:avLst>
              <a:gd name="adj" fmla="val 16667"/>
            </a:avLst>
          </a:prstGeom>
          <a:solidFill>
            <a:srgbClr val="4F6DD9"/>
          </a:solidFill>
          <a:ln w="9525">
            <a:noFill/>
          </a:ln>
        </p:spPr>
        <p:txBody>
          <a:bodyPr anchor="ctr" anchorCtr="0"/>
          <a:lstStyle/>
          <a:p>
            <a:pPr algn="ctr"/>
            <a:endParaRPr lang="en-US" altLang="zh-CN" sz="3100">
              <a:solidFill>
                <a:srgbClr val="079FB6"/>
              </a:solidFill>
              <a:cs typeface="+mn-ea"/>
              <a:sym typeface="+mn-lt"/>
            </a:endParaRPr>
          </a:p>
        </p:txBody>
      </p:sp>
      <p:sp>
        <p:nvSpPr>
          <p:cNvPr id="8198" name="Freeform 7" descr="D:\51PPT模板网\51pptmoban.com\图片.jpg"/>
          <p:cNvSpPr>
            <a:spLocks noEditPoints="1"/>
          </p:cNvSpPr>
          <p:nvPr/>
        </p:nvSpPr>
        <p:spPr>
          <a:xfrm>
            <a:off x="7207552" y="1811338"/>
            <a:ext cx="392112" cy="392112"/>
          </a:xfrm>
          <a:custGeom>
            <a:avLst/>
            <a:gdLst/>
            <a:ahLst/>
            <a:cxnLst>
              <a:cxn ang="0">
                <a:pos x="362692" y="296236"/>
              </a:cxn>
              <a:cxn ang="0">
                <a:pos x="362692" y="248254"/>
              </a:cxn>
              <a:cxn ang="0">
                <a:pos x="290572" y="176281"/>
              </a:cxn>
              <a:cxn ang="0">
                <a:pos x="248763" y="176281"/>
              </a:cxn>
              <a:cxn ang="0">
                <a:pos x="216361" y="154376"/>
              </a:cxn>
              <a:cxn ang="0">
                <a:pos x="216361" y="95963"/>
              </a:cxn>
              <a:cxn ang="0">
                <a:pos x="246672" y="50068"/>
              </a:cxn>
              <a:cxn ang="0">
                <a:pos x="196502" y="0"/>
              </a:cxn>
              <a:cxn ang="0">
                <a:pos x="146331" y="50068"/>
              </a:cxn>
              <a:cxn ang="0">
                <a:pos x="176642" y="95963"/>
              </a:cxn>
              <a:cxn ang="0">
                <a:pos x="176642" y="154376"/>
              </a:cxn>
              <a:cxn ang="0">
                <a:pos x="144240" y="176281"/>
              </a:cxn>
              <a:cxn ang="0">
                <a:pos x="102431" y="176281"/>
              </a:cxn>
              <a:cxn ang="0">
                <a:pos x="30311" y="248254"/>
              </a:cxn>
              <a:cxn ang="0">
                <a:pos x="30311" y="296236"/>
              </a:cxn>
              <a:cxn ang="0">
                <a:pos x="0" y="342131"/>
              </a:cxn>
              <a:cxn ang="0">
                <a:pos x="50170" y="392200"/>
              </a:cxn>
              <a:cxn ang="0">
                <a:pos x="100341" y="342131"/>
              </a:cxn>
              <a:cxn ang="0">
                <a:pos x="70029" y="296236"/>
              </a:cxn>
              <a:cxn ang="0">
                <a:pos x="70029" y="248254"/>
              </a:cxn>
              <a:cxn ang="0">
                <a:pos x="102431" y="215918"/>
              </a:cxn>
              <a:cxn ang="0">
                <a:pos x="144240" y="215918"/>
              </a:cxn>
              <a:cxn ang="0">
                <a:pos x="176642" y="210703"/>
              </a:cxn>
              <a:cxn ang="0">
                <a:pos x="176642" y="296236"/>
              </a:cxn>
              <a:cxn ang="0">
                <a:pos x="146331" y="342131"/>
              </a:cxn>
              <a:cxn ang="0">
                <a:pos x="196502" y="392200"/>
              </a:cxn>
              <a:cxn ang="0">
                <a:pos x="246672" y="342131"/>
              </a:cxn>
              <a:cxn ang="0">
                <a:pos x="216361" y="296236"/>
              </a:cxn>
              <a:cxn ang="0">
                <a:pos x="216361" y="210703"/>
              </a:cxn>
              <a:cxn ang="0">
                <a:pos x="248763" y="215918"/>
              </a:cxn>
              <a:cxn ang="0">
                <a:pos x="290572" y="215918"/>
              </a:cxn>
              <a:cxn ang="0">
                <a:pos x="322974" y="248254"/>
              </a:cxn>
              <a:cxn ang="0">
                <a:pos x="322974" y="296236"/>
              </a:cxn>
              <a:cxn ang="0">
                <a:pos x="292662" y="342131"/>
              </a:cxn>
              <a:cxn ang="0">
                <a:pos x="342833" y="392200"/>
              </a:cxn>
              <a:cxn ang="0">
                <a:pos x="393004" y="342131"/>
              </a:cxn>
              <a:cxn ang="0">
                <a:pos x="362692" y="296236"/>
              </a:cxn>
              <a:cxn ang="0">
                <a:pos x="78391" y="342131"/>
              </a:cxn>
              <a:cxn ang="0">
                <a:pos x="50170" y="371338"/>
              </a:cxn>
              <a:cxn ang="0">
                <a:pos x="20904" y="342131"/>
              </a:cxn>
              <a:cxn ang="0">
                <a:pos x="50170" y="312925"/>
              </a:cxn>
              <a:cxn ang="0">
                <a:pos x="78391" y="342131"/>
              </a:cxn>
              <a:cxn ang="0">
                <a:pos x="167235" y="50068"/>
              </a:cxn>
              <a:cxn ang="0">
                <a:pos x="196502" y="20861"/>
              </a:cxn>
              <a:cxn ang="0">
                <a:pos x="224723" y="50068"/>
              </a:cxn>
              <a:cxn ang="0">
                <a:pos x="196502" y="79274"/>
              </a:cxn>
              <a:cxn ang="0">
                <a:pos x="167235" y="50068"/>
              </a:cxn>
              <a:cxn ang="0">
                <a:pos x="224723" y="342131"/>
              </a:cxn>
              <a:cxn ang="0">
                <a:pos x="196502" y="371338"/>
              </a:cxn>
              <a:cxn ang="0">
                <a:pos x="167235" y="342131"/>
              </a:cxn>
              <a:cxn ang="0">
                <a:pos x="196502" y="312925"/>
              </a:cxn>
              <a:cxn ang="0">
                <a:pos x="224723" y="342131"/>
              </a:cxn>
              <a:cxn ang="0">
                <a:pos x="342833" y="371338"/>
              </a:cxn>
              <a:cxn ang="0">
                <a:pos x="313567" y="342131"/>
              </a:cxn>
              <a:cxn ang="0">
                <a:pos x="342833" y="312925"/>
              </a:cxn>
              <a:cxn ang="0">
                <a:pos x="371054" y="342131"/>
              </a:cxn>
              <a:cxn ang="0">
                <a:pos x="342833" y="371338"/>
              </a:cxn>
            </a:cxnLst>
            <a:rect l="l" t="t" r="r" b="b"/>
            <a:pathLst>
              <a:path w="376" h="376">
                <a:moveTo>
                  <a:pt x="347" y="284"/>
                </a:moveTo>
                <a:cubicBezTo>
                  <a:pt x="347" y="238"/>
                  <a:pt x="347" y="238"/>
                  <a:pt x="347" y="238"/>
                </a:cubicBezTo>
                <a:cubicBezTo>
                  <a:pt x="347" y="210"/>
                  <a:pt x="328" y="169"/>
                  <a:pt x="278" y="169"/>
                </a:cubicBezTo>
                <a:cubicBezTo>
                  <a:pt x="238" y="169"/>
                  <a:pt x="238" y="169"/>
                  <a:pt x="238" y="169"/>
                </a:cubicBezTo>
                <a:cubicBezTo>
                  <a:pt x="210" y="169"/>
                  <a:pt x="207" y="155"/>
                  <a:pt x="207" y="148"/>
                </a:cubicBezTo>
                <a:cubicBezTo>
                  <a:pt x="207" y="92"/>
                  <a:pt x="207" y="92"/>
                  <a:pt x="207" y="92"/>
                </a:cubicBezTo>
                <a:cubicBezTo>
                  <a:pt x="224" y="85"/>
                  <a:pt x="236" y="68"/>
                  <a:pt x="236" y="48"/>
                </a:cubicBezTo>
                <a:cubicBezTo>
                  <a:pt x="236" y="21"/>
                  <a:pt x="214" y="0"/>
                  <a:pt x="188" y="0"/>
                </a:cubicBezTo>
                <a:cubicBezTo>
                  <a:pt x="161" y="0"/>
                  <a:pt x="140" y="21"/>
                  <a:pt x="140" y="48"/>
                </a:cubicBezTo>
                <a:cubicBezTo>
                  <a:pt x="140" y="68"/>
                  <a:pt x="152" y="85"/>
                  <a:pt x="169" y="92"/>
                </a:cubicBezTo>
                <a:cubicBezTo>
                  <a:pt x="169" y="148"/>
                  <a:pt x="169" y="148"/>
                  <a:pt x="169" y="148"/>
                </a:cubicBezTo>
                <a:cubicBezTo>
                  <a:pt x="169" y="153"/>
                  <a:pt x="167" y="169"/>
                  <a:pt x="138" y="169"/>
                </a:cubicBezTo>
                <a:cubicBezTo>
                  <a:pt x="98" y="169"/>
                  <a:pt x="98" y="169"/>
                  <a:pt x="98" y="169"/>
                </a:cubicBezTo>
                <a:cubicBezTo>
                  <a:pt x="47" y="169"/>
                  <a:pt x="29" y="210"/>
                  <a:pt x="29" y="238"/>
                </a:cubicBezTo>
                <a:cubicBezTo>
                  <a:pt x="29" y="284"/>
                  <a:pt x="29" y="284"/>
                  <a:pt x="29" y="284"/>
                </a:cubicBezTo>
                <a:cubicBezTo>
                  <a:pt x="12" y="291"/>
                  <a:pt x="0" y="308"/>
                  <a:pt x="0" y="328"/>
                </a:cubicBezTo>
                <a:cubicBezTo>
                  <a:pt x="0" y="354"/>
                  <a:pt x="21" y="376"/>
                  <a:pt x="48" y="376"/>
                </a:cubicBezTo>
                <a:cubicBezTo>
                  <a:pt x="74" y="376"/>
                  <a:pt x="96" y="354"/>
                  <a:pt x="96" y="328"/>
                </a:cubicBezTo>
                <a:cubicBezTo>
                  <a:pt x="96" y="308"/>
                  <a:pt x="84" y="291"/>
                  <a:pt x="67" y="284"/>
                </a:cubicBezTo>
                <a:cubicBezTo>
                  <a:pt x="67" y="238"/>
                  <a:pt x="67" y="238"/>
                  <a:pt x="67" y="238"/>
                </a:cubicBezTo>
                <a:cubicBezTo>
                  <a:pt x="67" y="233"/>
                  <a:pt x="68" y="207"/>
                  <a:pt x="98" y="207"/>
                </a:cubicBezTo>
                <a:cubicBezTo>
                  <a:pt x="138" y="207"/>
                  <a:pt x="138" y="207"/>
                  <a:pt x="138" y="207"/>
                </a:cubicBezTo>
                <a:cubicBezTo>
                  <a:pt x="150" y="207"/>
                  <a:pt x="160" y="205"/>
                  <a:pt x="169" y="202"/>
                </a:cubicBezTo>
                <a:cubicBezTo>
                  <a:pt x="169" y="284"/>
                  <a:pt x="169" y="284"/>
                  <a:pt x="169" y="284"/>
                </a:cubicBezTo>
                <a:cubicBezTo>
                  <a:pt x="152" y="291"/>
                  <a:pt x="140" y="308"/>
                  <a:pt x="140" y="328"/>
                </a:cubicBezTo>
                <a:cubicBezTo>
                  <a:pt x="140" y="354"/>
                  <a:pt x="161" y="376"/>
                  <a:pt x="188" y="376"/>
                </a:cubicBezTo>
                <a:cubicBezTo>
                  <a:pt x="214" y="376"/>
                  <a:pt x="236" y="354"/>
                  <a:pt x="236" y="328"/>
                </a:cubicBezTo>
                <a:cubicBezTo>
                  <a:pt x="236" y="308"/>
                  <a:pt x="224" y="291"/>
                  <a:pt x="207" y="284"/>
                </a:cubicBezTo>
                <a:cubicBezTo>
                  <a:pt x="207" y="202"/>
                  <a:pt x="207" y="202"/>
                  <a:pt x="207" y="202"/>
                </a:cubicBezTo>
                <a:cubicBezTo>
                  <a:pt x="215" y="205"/>
                  <a:pt x="226" y="207"/>
                  <a:pt x="238" y="207"/>
                </a:cubicBezTo>
                <a:cubicBezTo>
                  <a:pt x="278" y="207"/>
                  <a:pt x="278" y="207"/>
                  <a:pt x="278" y="207"/>
                </a:cubicBezTo>
                <a:cubicBezTo>
                  <a:pt x="306" y="207"/>
                  <a:pt x="309" y="231"/>
                  <a:pt x="309" y="238"/>
                </a:cubicBezTo>
                <a:cubicBezTo>
                  <a:pt x="309" y="284"/>
                  <a:pt x="309" y="284"/>
                  <a:pt x="309" y="284"/>
                </a:cubicBezTo>
                <a:cubicBezTo>
                  <a:pt x="292" y="291"/>
                  <a:pt x="280" y="308"/>
                  <a:pt x="280" y="328"/>
                </a:cubicBezTo>
                <a:cubicBezTo>
                  <a:pt x="280" y="354"/>
                  <a:pt x="301" y="376"/>
                  <a:pt x="328" y="376"/>
                </a:cubicBezTo>
                <a:cubicBezTo>
                  <a:pt x="354" y="376"/>
                  <a:pt x="376" y="354"/>
                  <a:pt x="376" y="328"/>
                </a:cubicBezTo>
                <a:cubicBezTo>
                  <a:pt x="376" y="308"/>
                  <a:pt x="364" y="291"/>
                  <a:pt x="347" y="284"/>
                </a:cubicBezTo>
                <a:close/>
                <a:moveTo>
                  <a:pt x="75" y="328"/>
                </a:moveTo>
                <a:cubicBezTo>
                  <a:pt x="75" y="343"/>
                  <a:pt x="63" y="356"/>
                  <a:pt x="48" y="356"/>
                </a:cubicBezTo>
                <a:cubicBezTo>
                  <a:pt x="32" y="356"/>
                  <a:pt x="20" y="343"/>
                  <a:pt x="20" y="328"/>
                </a:cubicBezTo>
                <a:cubicBezTo>
                  <a:pt x="20" y="313"/>
                  <a:pt x="32" y="300"/>
                  <a:pt x="48" y="300"/>
                </a:cubicBezTo>
                <a:cubicBezTo>
                  <a:pt x="63" y="300"/>
                  <a:pt x="75" y="313"/>
                  <a:pt x="75" y="328"/>
                </a:cubicBezTo>
                <a:close/>
                <a:moveTo>
                  <a:pt x="160" y="48"/>
                </a:moveTo>
                <a:cubicBezTo>
                  <a:pt x="160" y="33"/>
                  <a:pt x="172" y="20"/>
                  <a:pt x="188" y="20"/>
                </a:cubicBezTo>
                <a:cubicBezTo>
                  <a:pt x="203" y="20"/>
                  <a:pt x="215" y="33"/>
                  <a:pt x="215" y="48"/>
                </a:cubicBezTo>
                <a:cubicBezTo>
                  <a:pt x="215" y="63"/>
                  <a:pt x="203" y="76"/>
                  <a:pt x="188" y="76"/>
                </a:cubicBezTo>
                <a:cubicBezTo>
                  <a:pt x="172" y="76"/>
                  <a:pt x="160" y="63"/>
                  <a:pt x="160" y="48"/>
                </a:cubicBezTo>
                <a:close/>
                <a:moveTo>
                  <a:pt x="215" y="328"/>
                </a:moveTo>
                <a:cubicBezTo>
                  <a:pt x="215" y="343"/>
                  <a:pt x="203" y="356"/>
                  <a:pt x="188" y="356"/>
                </a:cubicBezTo>
                <a:cubicBezTo>
                  <a:pt x="172" y="356"/>
                  <a:pt x="160" y="343"/>
                  <a:pt x="160" y="328"/>
                </a:cubicBezTo>
                <a:cubicBezTo>
                  <a:pt x="160" y="313"/>
                  <a:pt x="172" y="300"/>
                  <a:pt x="188" y="300"/>
                </a:cubicBezTo>
                <a:cubicBezTo>
                  <a:pt x="203" y="300"/>
                  <a:pt x="215" y="313"/>
                  <a:pt x="215" y="328"/>
                </a:cubicBezTo>
                <a:close/>
                <a:moveTo>
                  <a:pt x="328" y="356"/>
                </a:moveTo>
                <a:cubicBezTo>
                  <a:pt x="312" y="356"/>
                  <a:pt x="300" y="343"/>
                  <a:pt x="300" y="328"/>
                </a:cubicBezTo>
                <a:cubicBezTo>
                  <a:pt x="300" y="313"/>
                  <a:pt x="312" y="300"/>
                  <a:pt x="328" y="300"/>
                </a:cubicBezTo>
                <a:cubicBezTo>
                  <a:pt x="343" y="300"/>
                  <a:pt x="355" y="313"/>
                  <a:pt x="355" y="328"/>
                </a:cubicBezTo>
                <a:cubicBezTo>
                  <a:pt x="355" y="343"/>
                  <a:pt x="343" y="356"/>
                  <a:pt x="328" y="356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8199" name="Oval 26"/>
          <p:cNvSpPr/>
          <p:nvPr/>
        </p:nvSpPr>
        <p:spPr>
          <a:xfrm>
            <a:off x="7028164" y="2789238"/>
            <a:ext cx="750888" cy="750887"/>
          </a:xfrm>
          <a:prstGeom prst="roundRect">
            <a:avLst>
              <a:gd name="adj" fmla="val 16667"/>
            </a:avLst>
          </a:prstGeom>
          <a:solidFill>
            <a:srgbClr val="4F6DD9"/>
          </a:solidFill>
          <a:ln w="9525">
            <a:noFill/>
          </a:ln>
        </p:spPr>
        <p:txBody>
          <a:bodyPr anchor="ctr" anchorCtr="0"/>
          <a:lstStyle/>
          <a:p>
            <a:pPr algn="ctr"/>
            <a:endParaRPr lang="en-US" altLang="zh-CN" sz="3100">
              <a:solidFill>
                <a:srgbClr val="079FB6"/>
              </a:solidFill>
              <a:cs typeface="+mn-ea"/>
              <a:sym typeface="+mn-lt"/>
            </a:endParaRPr>
          </a:p>
        </p:txBody>
      </p:sp>
      <p:sp>
        <p:nvSpPr>
          <p:cNvPr id="8200" name="Freeform 6" descr="D:\51PPT模板网\51pptmoban.com\图片.jpg"/>
          <p:cNvSpPr>
            <a:spLocks noEditPoints="1"/>
          </p:cNvSpPr>
          <p:nvPr/>
        </p:nvSpPr>
        <p:spPr>
          <a:xfrm>
            <a:off x="7169452" y="2924175"/>
            <a:ext cx="468312" cy="479425"/>
          </a:xfrm>
          <a:custGeom>
            <a:avLst/>
            <a:gdLst/>
            <a:ahLst/>
            <a:cxnLst>
              <a:cxn ang="0">
                <a:pos x="136035" y="105865"/>
              </a:cxn>
              <a:cxn ang="0">
                <a:pos x="95562" y="384045"/>
              </a:cxn>
              <a:cxn ang="0">
                <a:pos x="373255" y="343500"/>
              </a:cxn>
              <a:cxn ang="0">
                <a:pos x="300178" y="179070"/>
              </a:cxn>
              <a:cxn ang="0">
                <a:pos x="136035" y="105865"/>
              </a:cxn>
              <a:cxn ang="0">
                <a:pos x="344024" y="322102"/>
              </a:cxn>
              <a:cxn ang="0">
                <a:pos x="223728" y="255654"/>
              </a:cxn>
              <a:cxn ang="0">
                <a:pos x="157396" y="135147"/>
              </a:cxn>
              <a:cxn ang="0">
                <a:pos x="277693" y="201595"/>
              </a:cxn>
              <a:cxn ang="0">
                <a:pos x="344024" y="322102"/>
              </a:cxn>
              <a:cxn ang="0">
                <a:pos x="347397" y="144157"/>
              </a:cxn>
              <a:cxn ang="0">
                <a:pos x="363137" y="137400"/>
              </a:cxn>
              <a:cxn ang="0">
                <a:pos x="405859" y="94603"/>
              </a:cxn>
              <a:cxn ang="0">
                <a:pos x="405859" y="63069"/>
              </a:cxn>
              <a:cxn ang="0">
                <a:pos x="374379" y="63069"/>
              </a:cxn>
              <a:cxn ang="0">
                <a:pos x="331657" y="105865"/>
              </a:cxn>
              <a:cxn ang="0">
                <a:pos x="331657" y="137400"/>
              </a:cxn>
              <a:cxn ang="0">
                <a:pos x="347397" y="144157"/>
              </a:cxn>
              <a:cxn ang="0">
                <a:pos x="266450" y="88972"/>
              </a:cxn>
              <a:cxn ang="0">
                <a:pos x="277693" y="91224"/>
              </a:cxn>
              <a:cxn ang="0">
                <a:pos x="296805" y="79962"/>
              </a:cxn>
              <a:cxn ang="0">
                <a:pos x="321539" y="37165"/>
              </a:cxn>
              <a:cxn ang="0">
                <a:pos x="312545" y="5631"/>
              </a:cxn>
              <a:cxn ang="0">
                <a:pos x="282190" y="14641"/>
              </a:cxn>
              <a:cxn ang="0">
                <a:pos x="257456" y="58564"/>
              </a:cxn>
              <a:cxn ang="0">
                <a:pos x="266450" y="88972"/>
              </a:cxn>
              <a:cxn ang="0">
                <a:pos x="463196" y="156546"/>
              </a:cxn>
              <a:cxn ang="0">
                <a:pos x="432841" y="147536"/>
              </a:cxn>
              <a:cxn ang="0">
                <a:pos x="388995" y="172313"/>
              </a:cxn>
              <a:cxn ang="0">
                <a:pos x="380001" y="202721"/>
              </a:cxn>
              <a:cxn ang="0">
                <a:pos x="400237" y="213984"/>
              </a:cxn>
              <a:cxn ang="0">
                <a:pos x="411480" y="211731"/>
              </a:cxn>
              <a:cxn ang="0">
                <a:pos x="454202" y="186954"/>
              </a:cxn>
              <a:cxn ang="0">
                <a:pos x="463196" y="156546"/>
              </a:cxn>
            </a:cxnLst>
            <a:rect l="l" t="t" r="r" b="b"/>
            <a:pathLst>
              <a:path w="417" h="426">
                <a:moveTo>
                  <a:pt x="121" y="94"/>
                </a:moveTo>
                <a:cubicBezTo>
                  <a:pt x="98" y="116"/>
                  <a:pt x="0" y="256"/>
                  <a:pt x="85" y="341"/>
                </a:cubicBezTo>
                <a:cubicBezTo>
                  <a:pt x="170" y="426"/>
                  <a:pt x="309" y="328"/>
                  <a:pt x="332" y="305"/>
                </a:cubicBezTo>
                <a:cubicBezTo>
                  <a:pt x="354" y="283"/>
                  <a:pt x="325" y="217"/>
                  <a:pt x="267" y="159"/>
                </a:cubicBezTo>
                <a:cubicBezTo>
                  <a:pt x="209" y="101"/>
                  <a:pt x="143" y="72"/>
                  <a:pt x="121" y="94"/>
                </a:cubicBezTo>
                <a:close/>
                <a:moveTo>
                  <a:pt x="306" y="286"/>
                </a:moveTo>
                <a:cubicBezTo>
                  <a:pt x="299" y="292"/>
                  <a:pt x="248" y="277"/>
                  <a:pt x="199" y="227"/>
                </a:cubicBezTo>
                <a:cubicBezTo>
                  <a:pt x="149" y="178"/>
                  <a:pt x="134" y="127"/>
                  <a:pt x="140" y="120"/>
                </a:cubicBezTo>
                <a:cubicBezTo>
                  <a:pt x="147" y="113"/>
                  <a:pt x="198" y="129"/>
                  <a:pt x="247" y="179"/>
                </a:cubicBezTo>
                <a:cubicBezTo>
                  <a:pt x="297" y="228"/>
                  <a:pt x="313" y="279"/>
                  <a:pt x="306" y="286"/>
                </a:cubicBezTo>
                <a:close/>
                <a:moveTo>
                  <a:pt x="309" y="128"/>
                </a:moveTo>
                <a:cubicBezTo>
                  <a:pt x="314" y="128"/>
                  <a:pt x="319" y="126"/>
                  <a:pt x="323" y="122"/>
                </a:cubicBezTo>
                <a:cubicBezTo>
                  <a:pt x="361" y="84"/>
                  <a:pt x="361" y="84"/>
                  <a:pt x="361" y="84"/>
                </a:cubicBezTo>
                <a:cubicBezTo>
                  <a:pt x="369" y="76"/>
                  <a:pt x="369" y="64"/>
                  <a:pt x="361" y="56"/>
                </a:cubicBezTo>
                <a:cubicBezTo>
                  <a:pt x="353" y="48"/>
                  <a:pt x="341" y="48"/>
                  <a:pt x="333" y="56"/>
                </a:cubicBezTo>
                <a:cubicBezTo>
                  <a:pt x="295" y="94"/>
                  <a:pt x="295" y="94"/>
                  <a:pt x="295" y="94"/>
                </a:cubicBezTo>
                <a:cubicBezTo>
                  <a:pt x="287" y="102"/>
                  <a:pt x="287" y="115"/>
                  <a:pt x="295" y="122"/>
                </a:cubicBezTo>
                <a:cubicBezTo>
                  <a:pt x="299" y="126"/>
                  <a:pt x="304" y="128"/>
                  <a:pt x="309" y="128"/>
                </a:cubicBezTo>
                <a:close/>
                <a:moveTo>
                  <a:pt x="237" y="79"/>
                </a:moveTo>
                <a:cubicBezTo>
                  <a:pt x="240" y="81"/>
                  <a:pt x="243" y="81"/>
                  <a:pt x="247" y="81"/>
                </a:cubicBezTo>
                <a:cubicBezTo>
                  <a:pt x="254" y="81"/>
                  <a:pt x="260" y="78"/>
                  <a:pt x="264" y="71"/>
                </a:cubicBezTo>
                <a:cubicBezTo>
                  <a:pt x="286" y="33"/>
                  <a:pt x="286" y="33"/>
                  <a:pt x="286" y="33"/>
                </a:cubicBezTo>
                <a:cubicBezTo>
                  <a:pt x="291" y="23"/>
                  <a:pt x="288" y="11"/>
                  <a:pt x="278" y="5"/>
                </a:cubicBezTo>
                <a:cubicBezTo>
                  <a:pt x="268" y="0"/>
                  <a:pt x="256" y="3"/>
                  <a:pt x="251" y="13"/>
                </a:cubicBezTo>
                <a:cubicBezTo>
                  <a:pt x="229" y="52"/>
                  <a:pt x="229" y="52"/>
                  <a:pt x="229" y="52"/>
                </a:cubicBezTo>
                <a:cubicBezTo>
                  <a:pt x="224" y="61"/>
                  <a:pt x="227" y="73"/>
                  <a:pt x="237" y="79"/>
                </a:cubicBezTo>
                <a:close/>
                <a:moveTo>
                  <a:pt x="412" y="139"/>
                </a:moveTo>
                <a:cubicBezTo>
                  <a:pt x="406" y="129"/>
                  <a:pt x="394" y="126"/>
                  <a:pt x="385" y="131"/>
                </a:cubicBezTo>
                <a:cubicBezTo>
                  <a:pt x="346" y="153"/>
                  <a:pt x="346" y="153"/>
                  <a:pt x="346" y="153"/>
                </a:cubicBezTo>
                <a:cubicBezTo>
                  <a:pt x="336" y="158"/>
                  <a:pt x="333" y="171"/>
                  <a:pt x="338" y="180"/>
                </a:cubicBezTo>
                <a:cubicBezTo>
                  <a:pt x="342" y="187"/>
                  <a:pt x="349" y="190"/>
                  <a:pt x="356" y="190"/>
                </a:cubicBezTo>
                <a:cubicBezTo>
                  <a:pt x="359" y="190"/>
                  <a:pt x="363" y="190"/>
                  <a:pt x="366" y="188"/>
                </a:cubicBezTo>
                <a:cubicBezTo>
                  <a:pt x="404" y="166"/>
                  <a:pt x="404" y="166"/>
                  <a:pt x="404" y="166"/>
                </a:cubicBezTo>
                <a:cubicBezTo>
                  <a:pt x="414" y="161"/>
                  <a:pt x="417" y="149"/>
                  <a:pt x="412" y="139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矩形: 圆角 1" descr="D:\51PPT模板网\51pptmoban.com\图片.jpg">
            <a:extLst>
              <a:ext uri="{FF2B5EF4-FFF2-40B4-BE49-F238E27FC236}">
                <a16:creationId xmlns:a16="http://schemas.microsoft.com/office/drawing/2014/main" id="{2FA916B1-9A03-BA12-B2EB-37B28806E7AE}"/>
              </a:ext>
            </a:extLst>
          </p:cNvPr>
          <p:cNvSpPr/>
          <p:nvPr/>
        </p:nvSpPr>
        <p:spPr>
          <a:xfrm>
            <a:off x="947736" y="1257300"/>
            <a:ext cx="5689601" cy="2698750"/>
          </a:xfrm>
          <a:prstGeom prst="roundRect">
            <a:avLst>
              <a:gd name="adj" fmla="val 0"/>
            </a:avLst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56D84538-735A-C17C-C3C9-CAE333CD830D}"/>
              </a:ext>
            </a:extLst>
          </p:cNvPr>
          <p:cNvGrpSpPr/>
          <p:nvPr/>
        </p:nvGrpSpPr>
        <p:grpSpPr>
          <a:xfrm>
            <a:off x="7958440" y="1562625"/>
            <a:ext cx="2987071" cy="889537"/>
            <a:chOff x="773266" y="1906534"/>
            <a:chExt cx="2987071" cy="889537"/>
          </a:xfrm>
        </p:grpSpPr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4C0FD5D7-0CB8-9713-211D-B21B807F7D60}"/>
                </a:ext>
              </a:extLst>
            </p:cNvPr>
            <p:cNvSpPr txBox="1"/>
            <p:nvPr/>
          </p:nvSpPr>
          <p:spPr>
            <a:xfrm>
              <a:off x="773266" y="2219631"/>
              <a:ext cx="2987071" cy="5764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10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传统办公模式已触及效率天花板，智能化升级势在必行。</a:t>
              </a: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24E05DFA-6EC8-A13C-478E-256FEF695CBF}"/>
                </a:ext>
              </a:extLst>
            </p:cNvPr>
            <p:cNvSpPr txBox="1"/>
            <p:nvPr/>
          </p:nvSpPr>
          <p:spPr>
            <a:xfrm>
              <a:off x="773266" y="1906534"/>
              <a:ext cx="22355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跨系统切换耗时占比高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DB8E5819-D95D-02D5-498B-0D420A10F6A9}"/>
              </a:ext>
            </a:extLst>
          </p:cNvPr>
          <p:cNvGrpSpPr/>
          <p:nvPr/>
        </p:nvGrpSpPr>
        <p:grpSpPr>
          <a:xfrm>
            <a:off x="7958440" y="2730231"/>
            <a:ext cx="2987071" cy="889537"/>
            <a:chOff x="773266" y="1906534"/>
            <a:chExt cx="2987071" cy="889537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0C10041-E416-6099-6AB3-A2BA8D408C30}"/>
                </a:ext>
              </a:extLst>
            </p:cNvPr>
            <p:cNvSpPr txBox="1"/>
            <p:nvPr/>
          </p:nvSpPr>
          <p:spPr>
            <a:xfrm>
              <a:off x="773266" y="2219631"/>
              <a:ext cx="2987071" cy="5764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10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打通数据断点与自动化基础操作是提升人效的关键路径。</a:t>
              </a: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DA68A6CA-4FA0-3D9C-D77F-BFFDEFA6E668}"/>
                </a:ext>
              </a:extLst>
            </p:cNvPr>
            <p:cNvSpPr txBox="1"/>
            <p:nvPr/>
          </p:nvSpPr>
          <p:spPr>
            <a:xfrm>
              <a:off x="773266" y="1906534"/>
              <a:ext cx="22355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人工处理文档易出错</a:t>
              </a:r>
            </a:p>
          </p:txBody>
        </p: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EFA89ABA-A1B0-67E5-FE50-8C4C84F70485}"/>
              </a:ext>
            </a:extLst>
          </p:cNvPr>
          <p:cNvSpPr txBox="1"/>
          <p:nvPr/>
        </p:nvSpPr>
        <p:spPr>
          <a:xfrm>
            <a:off x="1691968" y="4332288"/>
            <a:ext cx="8808064" cy="1031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 b="1" dirty="0"/>
              <a:t>当前企业办公环境普遍存在三大结构性问题：首先，多系统并行导致数据孤岛效应显著，信息检索耗时占比过高。其次，标准化文档撰写与数据汇总高度依赖人工，错误率与返工率难以控制。最后，传统审批与流转机制缺乏智能路由能力，跨部门协同存在明显延迟。AI Office 针对上述痛点提供端到端解决方案。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4474915F-5055-3DA6-341F-D16E2373EA56}"/>
              </a:ext>
            </a:extLst>
          </p:cNvPr>
          <p:cNvGrpSpPr/>
          <p:nvPr/>
        </p:nvGrpSpPr>
        <p:grpSpPr>
          <a:xfrm>
            <a:off x="1189753" y="4455111"/>
            <a:ext cx="9829287" cy="868660"/>
            <a:chOff x="1218328" y="4683711"/>
            <a:chExt cx="9829287" cy="868660"/>
          </a:xfrm>
          <a:solidFill>
            <a:srgbClr val="0E4C9B"/>
          </a:solidFill>
        </p:grpSpPr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3C09F3F4-4A33-2752-0042-4986B63E694A}"/>
                </a:ext>
              </a:extLst>
            </p:cNvPr>
            <p:cNvSpPr txBox="1"/>
            <p:nvPr/>
          </p:nvSpPr>
          <p:spPr>
            <a:xfrm>
              <a:off x="1218328" y="4683711"/>
              <a:ext cx="423862" cy="360541"/>
            </a:xfrm>
            <a:custGeom>
              <a:avLst/>
              <a:gdLst/>
              <a:ahLst/>
              <a:cxnLst/>
              <a:rect l="l" t="t" r="r" b="b"/>
              <a:pathLst>
                <a:path w="574852" h="488975">
                  <a:moveTo>
                    <a:pt x="469697" y="0"/>
                  </a:moveTo>
                  <a:lnTo>
                    <a:pt x="532790" y="24536"/>
                  </a:lnTo>
                  <a:cubicBezTo>
                    <a:pt x="504748" y="65430"/>
                    <a:pt x="485762" y="101943"/>
                    <a:pt x="475831" y="134074"/>
                  </a:cubicBezTo>
                  <a:cubicBezTo>
                    <a:pt x="465899" y="166205"/>
                    <a:pt x="459765" y="202133"/>
                    <a:pt x="457428" y="241859"/>
                  </a:cubicBezTo>
                  <a:lnTo>
                    <a:pt x="574852" y="241859"/>
                  </a:lnTo>
                  <a:lnTo>
                    <a:pt x="574852" y="488975"/>
                  </a:lnTo>
                  <a:lnTo>
                    <a:pt x="324231" y="488975"/>
                  </a:lnTo>
                  <a:lnTo>
                    <a:pt x="324231" y="282169"/>
                  </a:lnTo>
                  <a:cubicBezTo>
                    <a:pt x="324231" y="234264"/>
                    <a:pt x="337959" y="184023"/>
                    <a:pt x="365417" y="131445"/>
                  </a:cubicBezTo>
                  <a:cubicBezTo>
                    <a:pt x="392874" y="78867"/>
                    <a:pt x="427634" y="35052"/>
                    <a:pt x="469697" y="0"/>
                  </a:cubicBezTo>
                  <a:close/>
                  <a:moveTo>
                    <a:pt x="141960" y="0"/>
                  </a:moveTo>
                  <a:lnTo>
                    <a:pt x="206806" y="24536"/>
                  </a:lnTo>
                  <a:cubicBezTo>
                    <a:pt x="179933" y="65430"/>
                    <a:pt x="161239" y="101943"/>
                    <a:pt x="150723" y="134074"/>
                  </a:cubicBezTo>
                  <a:cubicBezTo>
                    <a:pt x="140208" y="166205"/>
                    <a:pt x="133781" y="202133"/>
                    <a:pt x="131445" y="241859"/>
                  </a:cubicBezTo>
                  <a:lnTo>
                    <a:pt x="252374" y="241859"/>
                  </a:lnTo>
                  <a:lnTo>
                    <a:pt x="252374" y="488975"/>
                  </a:lnTo>
                  <a:lnTo>
                    <a:pt x="0" y="488975"/>
                  </a:lnTo>
                  <a:lnTo>
                    <a:pt x="0" y="282169"/>
                  </a:lnTo>
                  <a:cubicBezTo>
                    <a:pt x="0" y="234264"/>
                    <a:pt x="13728" y="184023"/>
                    <a:pt x="41186" y="131445"/>
                  </a:cubicBezTo>
                  <a:cubicBezTo>
                    <a:pt x="68643" y="78867"/>
                    <a:pt x="102235" y="35052"/>
                    <a:pt x="141960" y="0"/>
                  </a:cubicBezTo>
                  <a:close/>
                </a:path>
              </a:pathLst>
            </a:cu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zh-CN"/>
              </a:defPPr>
              <a:lvl1pPr algn="ctr"/>
            </a:lstStyle>
            <a:p>
              <a:endParaRPr lang="zh-CN" altLang="en-US" dirty="0"/>
            </a:p>
          </p:txBody>
        </p:sp>
        <p:sp>
          <p:nvSpPr>
            <p:cNvPr id="16" name="文本框 15" descr="D:\51PPT模板网\51pptmoban.com\图片.jpg">
              <a:extLst>
                <a:ext uri="{FF2B5EF4-FFF2-40B4-BE49-F238E27FC236}">
                  <a16:creationId xmlns:a16="http://schemas.microsoft.com/office/drawing/2014/main" id="{2BA9091A-B3CB-7454-48A5-759E9829877D}"/>
                </a:ext>
              </a:extLst>
            </p:cNvPr>
            <p:cNvSpPr txBox="1"/>
            <p:nvPr/>
          </p:nvSpPr>
          <p:spPr>
            <a:xfrm>
              <a:off x="10608246" y="5191829"/>
              <a:ext cx="439369" cy="360542"/>
            </a:xfrm>
            <a:custGeom>
              <a:avLst/>
              <a:gdLst/>
              <a:ahLst/>
              <a:cxnLst/>
              <a:rect l="l" t="t" r="r" b="b"/>
              <a:pathLst>
                <a:path w="595883" h="488976">
                  <a:moveTo>
                    <a:pt x="341757" y="0"/>
                  </a:moveTo>
                  <a:lnTo>
                    <a:pt x="595883" y="0"/>
                  </a:lnTo>
                  <a:lnTo>
                    <a:pt x="595883" y="208560"/>
                  </a:lnTo>
                  <a:cubicBezTo>
                    <a:pt x="595883" y="256464"/>
                    <a:pt x="581863" y="306997"/>
                    <a:pt x="553821" y="360160"/>
                  </a:cubicBezTo>
                  <a:cubicBezTo>
                    <a:pt x="525780" y="413322"/>
                    <a:pt x="491312" y="456261"/>
                    <a:pt x="450418" y="488976"/>
                  </a:cubicBezTo>
                  <a:lnTo>
                    <a:pt x="387324" y="466192"/>
                  </a:lnTo>
                  <a:cubicBezTo>
                    <a:pt x="415366" y="425298"/>
                    <a:pt x="434644" y="389078"/>
                    <a:pt x="445160" y="357531"/>
                  </a:cubicBezTo>
                  <a:cubicBezTo>
                    <a:pt x="455676" y="325984"/>
                    <a:pt x="462102" y="289763"/>
                    <a:pt x="464439" y="248870"/>
                  </a:cubicBezTo>
                  <a:lnTo>
                    <a:pt x="341757" y="248870"/>
                  </a:lnTo>
                  <a:close/>
                  <a:moveTo>
                    <a:pt x="0" y="0"/>
                  </a:moveTo>
                  <a:lnTo>
                    <a:pt x="250622" y="0"/>
                  </a:lnTo>
                  <a:lnTo>
                    <a:pt x="250622" y="208560"/>
                  </a:lnTo>
                  <a:cubicBezTo>
                    <a:pt x="250622" y="256464"/>
                    <a:pt x="237185" y="306997"/>
                    <a:pt x="210312" y="360160"/>
                  </a:cubicBezTo>
                  <a:cubicBezTo>
                    <a:pt x="183439" y="413322"/>
                    <a:pt x="149555" y="456261"/>
                    <a:pt x="108661" y="488976"/>
                  </a:cubicBezTo>
                  <a:lnTo>
                    <a:pt x="43815" y="466192"/>
                  </a:lnTo>
                  <a:cubicBezTo>
                    <a:pt x="71856" y="425298"/>
                    <a:pt x="90843" y="389078"/>
                    <a:pt x="100774" y="357531"/>
                  </a:cubicBezTo>
                  <a:cubicBezTo>
                    <a:pt x="110706" y="325984"/>
                    <a:pt x="116840" y="289763"/>
                    <a:pt x="119176" y="248870"/>
                  </a:cubicBezTo>
                  <a:lnTo>
                    <a:pt x="0" y="248870"/>
                  </a:lnTo>
                  <a:close/>
                </a:path>
              </a:pathLst>
            </a:cu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zh-CN"/>
              </a:defPPr>
              <a:lvl1pPr algn="ctr"/>
            </a:lstStyle>
            <a:p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938583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DE59C5-6A68-45F3-4952-E9CE3AEE4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任意多边形: 形状 34">
            <a:extLst>
              <a:ext uri="{FF2B5EF4-FFF2-40B4-BE49-F238E27FC236}">
                <a16:creationId xmlns:a16="http://schemas.microsoft.com/office/drawing/2014/main" id="{0DC00252-7FC6-402B-88C6-2E2C598B55C2}"/>
              </a:ext>
            </a:extLst>
          </p:cNvPr>
          <p:cNvSpPr/>
          <p:nvPr/>
        </p:nvSpPr>
        <p:spPr>
          <a:xfrm>
            <a:off x="0" y="5315133"/>
            <a:ext cx="12192000" cy="1542867"/>
          </a:xfrm>
          <a:custGeom>
            <a:avLst/>
            <a:gdLst>
              <a:gd name="csX0" fmla="*/ 4552950 w 12192000"/>
              <a:gd name="csY0" fmla="*/ 0 h 1542867"/>
              <a:gd name="csX1" fmla="*/ 11672122 w 12192000"/>
              <a:gd name="csY1" fmla="*/ 1048195 h 1542867"/>
              <a:gd name="csX2" fmla="*/ 12192000 w 12192000"/>
              <a:gd name="csY2" fmla="*/ 1251521 h 1542867"/>
              <a:gd name="csX3" fmla="*/ 12192000 w 12192000"/>
              <a:gd name="csY3" fmla="*/ 1542867 h 1542867"/>
              <a:gd name="csX4" fmla="*/ 0 w 12192000"/>
              <a:gd name="csY4" fmla="*/ 1542867 h 1542867"/>
              <a:gd name="csX5" fmla="*/ 0 w 12192000"/>
              <a:gd name="csY5" fmla="*/ 387139 h 1542867"/>
              <a:gd name="csX6" fmla="*/ 188043 w 12192000"/>
              <a:gd name="csY6" fmla="*/ 352905 h 1542867"/>
              <a:gd name="csX7" fmla="*/ 4552950 w 12192000"/>
              <a:gd name="csY7" fmla="*/ 0 h 15428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542867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1542867"/>
                </a:lnTo>
                <a:lnTo>
                  <a:pt x="0" y="1542867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955B7065-268A-7E91-EB80-8BABD8F35166}"/>
              </a:ext>
            </a:extLst>
          </p:cNvPr>
          <p:cNvSpPr/>
          <p:nvPr/>
        </p:nvSpPr>
        <p:spPr>
          <a:xfrm>
            <a:off x="0" y="5909671"/>
            <a:ext cx="12192000" cy="948329"/>
          </a:xfrm>
          <a:custGeom>
            <a:avLst/>
            <a:gdLst>
              <a:gd name="csX0" fmla="*/ 6096000 w 12192000"/>
              <a:gd name="csY0" fmla="*/ 0 h 948329"/>
              <a:gd name="csX1" fmla="*/ 11777135 w 12192000"/>
              <a:gd name="csY1" fmla="*/ 553777 h 948329"/>
              <a:gd name="csX2" fmla="*/ 12192000 w 12192000"/>
              <a:gd name="csY2" fmla="*/ 661197 h 948329"/>
              <a:gd name="csX3" fmla="*/ 12192000 w 12192000"/>
              <a:gd name="csY3" fmla="*/ 948329 h 948329"/>
              <a:gd name="csX4" fmla="*/ 0 w 12192000"/>
              <a:gd name="csY4" fmla="*/ 948329 h 948329"/>
              <a:gd name="csX5" fmla="*/ 0 w 12192000"/>
              <a:gd name="csY5" fmla="*/ 661197 h 948329"/>
              <a:gd name="csX6" fmla="*/ 414865 w 12192000"/>
              <a:gd name="csY6" fmla="*/ 553777 h 948329"/>
              <a:gd name="csX7" fmla="*/ 6096000 w 12192000"/>
              <a:gd name="csY7" fmla="*/ 0 h 9483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948329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948329"/>
                </a:lnTo>
                <a:lnTo>
                  <a:pt x="0" y="948329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9" name="图形 948">
            <a:extLst>
              <a:ext uri="{FF2B5EF4-FFF2-40B4-BE49-F238E27FC236}">
                <a16:creationId xmlns:a16="http://schemas.microsoft.com/office/drawing/2014/main" id="{7DDE5E84-DE9F-D219-DA3C-D583F4AA3777}"/>
              </a:ext>
            </a:extLst>
          </p:cNvPr>
          <p:cNvSpPr/>
          <p:nvPr/>
        </p:nvSpPr>
        <p:spPr>
          <a:xfrm>
            <a:off x="10490406" y="5315133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A2C7E0DF-D28B-A6D4-9666-9530A1679106}"/>
              </a:ext>
            </a:extLst>
          </p:cNvPr>
          <p:cNvGrpSpPr/>
          <p:nvPr/>
        </p:nvGrpSpPr>
        <p:grpSpPr>
          <a:xfrm>
            <a:off x="4133850" y="1725613"/>
            <a:ext cx="3924300" cy="624180"/>
            <a:chOff x="1930400" y="1957312"/>
            <a:chExt cx="3924300" cy="624180"/>
          </a:xfrm>
        </p:grpSpPr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B162BBAD-8EBD-9C50-73AB-5EE3E95375CC}"/>
                </a:ext>
              </a:extLst>
            </p:cNvPr>
            <p:cNvSpPr/>
            <p:nvPr/>
          </p:nvSpPr>
          <p:spPr>
            <a:xfrm>
              <a:off x="1930400" y="1957312"/>
              <a:ext cx="3924300" cy="542924"/>
            </a:xfrm>
            <a:prstGeom prst="roundRect">
              <a:avLst>
                <a:gd name="adj" fmla="val 18508"/>
              </a:avLst>
            </a:pr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任意多边形: 形状 42">
              <a:extLst>
                <a:ext uri="{FF2B5EF4-FFF2-40B4-BE49-F238E27FC236}">
                  <a16:creationId xmlns:a16="http://schemas.microsoft.com/office/drawing/2014/main" id="{FB9F17F6-3DC6-09B1-FA0E-FDBDDF8B5ACC}"/>
                </a:ext>
              </a:extLst>
            </p:cNvPr>
            <p:cNvSpPr/>
            <p:nvPr/>
          </p:nvSpPr>
          <p:spPr>
            <a:xfrm>
              <a:off x="1930400" y="2000469"/>
              <a:ext cx="3924300" cy="581023"/>
            </a:xfrm>
            <a:custGeom>
              <a:avLst/>
              <a:gdLst>
                <a:gd name="csX0" fmla="*/ 819551 w 3924300"/>
                <a:gd name="csY0" fmla="*/ 0 h 581023"/>
                <a:gd name="csX1" fmla="*/ 2193829 w 3924300"/>
                <a:gd name="csY1" fmla="*/ 0 h 581023"/>
                <a:gd name="csX2" fmla="*/ 2393256 w 3924300"/>
                <a:gd name="csY2" fmla="*/ 0 h 581023"/>
                <a:gd name="csX3" fmla="*/ 3767535 w 3924300"/>
                <a:gd name="csY3" fmla="*/ 0 h 581023"/>
                <a:gd name="csX4" fmla="*/ 3848103 w 3924300"/>
                <a:gd name="csY4" fmla="*/ 80569 h 581023"/>
                <a:gd name="csX5" fmla="*/ 3848103 w 3924300"/>
                <a:gd name="csY5" fmla="*/ 487067 h 581023"/>
                <a:gd name="csX6" fmla="*/ 3924300 w 3924300"/>
                <a:gd name="csY6" fmla="*/ 487067 h 581023"/>
                <a:gd name="csX7" fmla="*/ 3924300 w 3924300"/>
                <a:gd name="csY7" fmla="*/ 581023 h 581023"/>
                <a:gd name="csX8" fmla="*/ 3848103 w 3924300"/>
                <a:gd name="csY8" fmla="*/ 581023 h 581023"/>
                <a:gd name="csX9" fmla="*/ 502010 w 3924300"/>
                <a:gd name="csY9" fmla="*/ 581023 h 581023"/>
                <a:gd name="csX10" fmla="*/ 0 w 3924300"/>
                <a:gd name="csY10" fmla="*/ 581023 h 581023"/>
                <a:gd name="csX11" fmla="*/ 0 w 3924300"/>
                <a:gd name="csY11" fmla="*/ 487067 h 581023"/>
                <a:gd name="csX12" fmla="*/ 674296 w 3924300"/>
                <a:gd name="csY12" fmla="*/ 487067 h 581023"/>
                <a:gd name="csX13" fmla="*/ 688266 w 3924300"/>
                <a:gd name="csY13" fmla="*/ 472788 h 581023"/>
                <a:gd name="csX14" fmla="*/ 731466 w 3924300"/>
                <a:gd name="csY14" fmla="*/ 369864 h 581023"/>
                <a:gd name="csX15" fmla="*/ 735921 w 3924300"/>
                <a:gd name="csY15" fmla="*/ 344864 h 581023"/>
                <a:gd name="csX16" fmla="*/ 735921 w 3924300"/>
                <a:gd name="csY16" fmla="*/ 258198 h 581023"/>
                <a:gd name="csX17" fmla="*/ 735921 w 3924300"/>
                <a:gd name="csY17" fmla="*/ 165682 h 581023"/>
                <a:gd name="csX18" fmla="*/ 738981 w 3924300"/>
                <a:gd name="csY18" fmla="*/ 148344 h 581023"/>
                <a:gd name="csX19" fmla="*/ 738981 w 3924300"/>
                <a:gd name="csY19" fmla="*/ 80568 h 581023"/>
                <a:gd name="csX20" fmla="*/ 819551 w 3924300"/>
                <a:gd name="csY20" fmla="*/ 0 h 5810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3924300" h="581023">
                  <a:moveTo>
                    <a:pt x="819551" y="0"/>
                  </a:moveTo>
                  <a:lnTo>
                    <a:pt x="2193829" y="0"/>
                  </a:lnTo>
                  <a:lnTo>
                    <a:pt x="2393256" y="0"/>
                  </a:lnTo>
                  <a:lnTo>
                    <a:pt x="3767535" y="0"/>
                  </a:lnTo>
                  <a:cubicBezTo>
                    <a:pt x="3812032" y="0"/>
                    <a:pt x="3848103" y="36071"/>
                    <a:pt x="3848103" y="80569"/>
                  </a:cubicBezTo>
                  <a:lnTo>
                    <a:pt x="3848103" y="487067"/>
                  </a:lnTo>
                  <a:lnTo>
                    <a:pt x="3924300" y="487067"/>
                  </a:lnTo>
                  <a:lnTo>
                    <a:pt x="3924300" y="581023"/>
                  </a:lnTo>
                  <a:lnTo>
                    <a:pt x="3848103" y="581023"/>
                  </a:lnTo>
                  <a:lnTo>
                    <a:pt x="502010" y="581023"/>
                  </a:lnTo>
                  <a:lnTo>
                    <a:pt x="0" y="581023"/>
                  </a:lnTo>
                  <a:lnTo>
                    <a:pt x="0" y="487067"/>
                  </a:lnTo>
                  <a:lnTo>
                    <a:pt x="674296" y="487067"/>
                  </a:lnTo>
                  <a:lnTo>
                    <a:pt x="688266" y="472788"/>
                  </a:lnTo>
                  <a:cubicBezTo>
                    <a:pt x="705903" y="451008"/>
                    <a:pt x="721178" y="419237"/>
                    <a:pt x="731466" y="369864"/>
                  </a:cubicBezTo>
                  <a:lnTo>
                    <a:pt x="735921" y="344864"/>
                  </a:lnTo>
                  <a:lnTo>
                    <a:pt x="735921" y="258198"/>
                  </a:lnTo>
                  <a:lnTo>
                    <a:pt x="735921" y="165682"/>
                  </a:lnTo>
                  <a:lnTo>
                    <a:pt x="738981" y="148344"/>
                  </a:lnTo>
                  <a:lnTo>
                    <a:pt x="738981" y="80568"/>
                  </a:lnTo>
                  <a:cubicBezTo>
                    <a:pt x="738981" y="36071"/>
                    <a:pt x="775053" y="0"/>
                    <a:pt x="819551" y="0"/>
                  </a:cubicBezTo>
                  <a:close/>
                </a:path>
              </a:pathLst>
            </a:custGeom>
            <a:solidFill>
              <a:schemeClr val="bg1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FEFF321E-9836-920D-B1B5-03DAA0C783BB}"/>
                </a:ext>
              </a:extLst>
            </p:cNvPr>
            <p:cNvSpPr txBox="1"/>
            <p:nvPr/>
          </p:nvSpPr>
          <p:spPr>
            <a:xfrm>
              <a:off x="2038381" y="2008923"/>
              <a:ext cx="5629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ctr">
                <a:defRPr sz="2400">
                  <a:solidFill>
                    <a:srgbClr val="1F8DE6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defRPr>
              </a:lvl1pPr>
            </a:lstStyle>
            <a:p>
              <a:r>
                <a:rPr lang="en-US" altLang="zh-CN" dirty="0">
                  <a:solidFill>
                    <a:schemeClr val="bg1"/>
                  </a:solidFill>
                </a:rPr>
                <a:t>01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FA7446E-9220-8C0E-03CF-2BF9E8791A13}"/>
                </a:ext>
              </a:extLst>
            </p:cNvPr>
            <p:cNvSpPr txBox="1"/>
            <p:nvPr/>
          </p:nvSpPr>
          <p:spPr>
            <a:xfrm>
              <a:off x="2898947" y="2081919"/>
              <a:ext cx="2825125" cy="369332"/>
            </a:xfrm>
            <a:prstGeom prst="rect">
              <a:avLst/>
            </a:prstGeom>
            <a:noFill/>
          </p:spPr>
          <p:txBody>
            <a:bodyPr vert="horz" wrap="square">
              <a:spAutoFit/>
            </a:bodyPr>
            <a:lstStyle/>
            <a:p>
              <a:r>
                <a:rPr lang="zh-CN" altLang="en-US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办公效率痛点剖析</a:t>
              </a: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489EFBED-4C63-49B6-C6F6-EA05019D68AA}"/>
              </a:ext>
            </a:extLst>
          </p:cNvPr>
          <p:cNvSpPr txBox="1"/>
          <p:nvPr/>
        </p:nvSpPr>
        <p:spPr>
          <a:xfrm>
            <a:off x="2902567" y="2667353"/>
            <a:ext cx="6386866" cy="897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调研显示，员工日均30%时间消耗于跨系统切换与基础文档处理。缺乏统一智能中枢导致数据流转断层，决策滞后且管理成本居高不下。</a:t>
            </a:r>
          </a:p>
        </p:txBody>
      </p:sp>
    </p:spTree>
    <p:extLst>
      <p:ext uri="{BB962C8B-B14F-4D97-AF65-F5344CB8AC3E}">
        <p14:creationId xmlns:p14="http://schemas.microsoft.com/office/powerpoint/2010/main" val="2435301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35FCD0-9476-C6F1-4790-BE7CA9AB2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组合 45">
            <a:extLst>
              <a:ext uri="{FF2B5EF4-FFF2-40B4-BE49-F238E27FC236}">
                <a16:creationId xmlns:a16="http://schemas.microsoft.com/office/drawing/2014/main" id="{C5885AD2-EE96-DDFA-DE56-A73F165A5CFC}"/>
              </a:ext>
            </a:extLst>
          </p:cNvPr>
          <p:cNvGrpSpPr/>
          <p:nvPr/>
        </p:nvGrpSpPr>
        <p:grpSpPr>
          <a:xfrm>
            <a:off x="4133850" y="87313"/>
            <a:ext cx="3924300" cy="624180"/>
            <a:chOff x="1930400" y="1957312"/>
            <a:chExt cx="3924300" cy="624180"/>
          </a:xfrm>
        </p:grpSpPr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A2241631-D7DF-0744-65E4-B1941D882318}"/>
                </a:ext>
              </a:extLst>
            </p:cNvPr>
            <p:cNvSpPr/>
            <p:nvPr/>
          </p:nvSpPr>
          <p:spPr>
            <a:xfrm>
              <a:off x="1930400" y="1957312"/>
              <a:ext cx="3924300" cy="542924"/>
            </a:xfrm>
            <a:prstGeom prst="roundRect">
              <a:avLst>
                <a:gd name="adj" fmla="val 18508"/>
              </a:avLst>
            </a:pr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任意多边形: 形状 42">
              <a:extLst>
                <a:ext uri="{FF2B5EF4-FFF2-40B4-BE49-F238E27FC236}">
                  <a16:creationId xmlns:a16="http://schemas.microsoft.com/office/drawing/2014/main" id="{1CF84B09-1100-CB71-38F0-59ACBF06F2BA}"/>
                </a:ext>
              </a:extLst>
            </p:cNvPr>
            <p:cNvSpPr/>
            <p:nvPr/>
          </p:nvSpPr>
          <p:spPr>
            <a:xfrm>
              <a:off x="1930400" y="2000469"/>
              <a:ext cx="3924300" cy="581023"/>
            </a:xfrm>
            <a:custGeom>
              <a:avLst/>
              <a:gdLst>
                <a:gd name="csX0" fmla="*/ 819551 w 3924300"/>
                <a:gd name="csY0" fmla="*/ 0 h 581023"/>
                <a:gd name="csX1" fmla="*/ 2193829 w 3924300"/>
                <a:gd name="csY1" fmla="*/ 0 h 581023"/>
                <a:gd name="csX2" fmla="*/ 2393256 w 3924300"/>
                <a:gd name="csY2" fmla="*/ 0 h 581023"/>
                <a:gd name="csX3" fmla="*/ 3767535 w 3924300"/>
                <a:gd name="csY3" fmla="*/ 0 h 581023"/>
                <a:gd name="csX4" fmla="*/ 3848103 w 3924300"/>
                <a:gd name="csY4" fmla="*/ 80569 h 581023"/>
                <a:gd name="csX5" fmla="*/ 3848103 w 3924300"/>
                <a:gd name="csY5" fmla="*/ 487067 h 581023"/>
                <a:gd name="csX6" fmla="*/ 3924300 w 3924300"/>
                <a:gd name="csY6" fmla="*/ 487067 h 581023"/>
                <a:gd name="csX7" fmla="*/ 3924300 w 3924300"/>
                <a:gd name="csY7" fmla="*/ 581023 h 581023"/>
                <a:gd name="csX8" fmla="*/ 3848103 w 3924300"/>
                <a:gd name="csY8" fmla="*/ 581023 h 581023"/>
                <a:gd name="csX9" fmla="*/ 502010 w 3924300"/>
                <a:gd name="csY9" fmla="*/ 581023 h 581023"/>
                <a:gd name="csX10" fmla="*/ 0 w 3924300"/>
                <a:gd name="csY10" fmla="*/ 581023 h 581023"/>
                <a:gd name="csX11" fmla="*/ 0 w 3924300"/>
                <a:gd name="csY11" fmla="*/ 487067 h 581023"/>
                <a:gd name="csX12" fmla="*/ 674296 w 3924300"/>
                <a:gd name="csY12" fmla="*/ 487067 h 581023"/>
                <a:gd name="csX13" fmla="*/ 688266 w 3924300"/>
                <a:gd name="csY13" fmla="*/ 472788 h 581023"/>
                <a:gd name="csX14" fmla="*/ 731466 w 3924300"/>
                <a:gd name="csY14" fmla="*/ 369864 h 581023"/>
                <a:gd name="csX15" fmla="*/ 735921 w 3924300"/>
                <a:gd name="csY15" fmla="*/ 344864 h 581023"/>
                <a:gd name="csX16" fmla="*/ 735921 w 3924300"/>
                <a:gd name="csY16" fmla="*/ 258198 h 581023"/>
                <a:gd name="csX17" fmla="*/ 735921 w 3924300"/>
                <a:gd name="csY17" fmla="*/ 165682 h 581023"/>
                <a:gd name="csX18" fmla="*/ 738981 w 3924300"/>
                <a:gd name="csY18" fmla="*/ 148344 h 581023"/>
                <a:gd name="csX19" fmla="*/ 738981 w 3924300"/>
                <a:gd name="csY19" fmla="*/ 80568 h 581023"/>
                <a:gd name="csX20" fmla="*/ 819551 w 3924300"/>
                <a:gd name="csY20" fmla="*/ 0 h 5810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3924300" h="581023">
                  <a:moveTo>
                    <a:pt x="819551" y="0"/>
                  </a:moveTo>
                  <a:lnTo>
                    <a:pt x="2193829" y="0"/>
                  </a:lnTo>
                  <a:lnTo>
                    <a:pt x="2393256" y="0"/>
                  </a:lnTo>
                  <a:lnTo>
                    <a:pt x="3767535" y="0"/>
                  </a:lnTo>
                  <a:cubicBezTo>
                    <a:pt x="3812032" y="0"/>
                    <a:pt x="3848103" y="36071"/>
                    <a:pt x="3848103" y="80569"/>
                  </a:cubicBezTo>
                  <a:lnTo>
                    <a:pt x="3848103" y="487067"/>
                  </a:lnTo>
                  <a:lnTo>
                    <a:pt x="3924300" y="487067"/>
                  </a:lnTo>
                  <a:lnTo>
                    <a:pt x="3924300" y="581023"/>
                  </a:lnTo>
                  <a:lnTo>
                    <a:pt x="3848103" y="581023"/>
                  </a:lnTo>
                  <a:lnTo>
                    <a:pt x="502010" y="581023"/>
                  </a:lnTo>
                  <a:lnTo>
                    <a:pt x="0" y="581023"/>
                  </a:lnTo>
                  <a:lnTo>
                    <a:pt x="0" y="487067"/>
                  </a:lnTo>
                  <a:lnTo>
                    <a:pt x="674296" y="487067"/>
                  </a:lnTo>
                  <a:lnTo>
                    <a:pt x="688266" y="472788"/>
                  </a:lnTo>
                  <a:cubicBezTo>
                    <a:pt x="705903" y="451008"/>
                    <a:pt x="721178" y="419237"/>
                    <a:pt x="731466" y="369864"/>
                  </a:cubicBezTo>
                  <a:lnTo>
                    <a:pt x="735921" y="344864"/>
                  </a:lnTo>
                  <a:lnTo>
                    <a:pt x="735921" y="258198"/>
                  </a:lnTo>
                  <a:lnTo>
                    <a:pt x="735921" y="165682"/>
                  </a:lnTo>
                  <a:lnTo>
                    <a:pt x="738981" y="148344"/>
                  </a:lnTo>
                  <a:lnTo>
                    <a:pt x="738981" y="80568"/>
                  </a:lnTo>
                  <a:cubicBezTo>
                    <a:pt x="738981" y="36071"/>
                    <a:pt x="775053" y="0"/>
                    <a:pt x="819551" y="0"/>
                  </a:cubicBezTo>
                  <a:close/>
                </a:path>
              </a:pathLst>
            </a:custGeom>
            <a:solidFill>
              <a:schemeClr val="bg1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528ED4D3-BE53-F71D-68D6-1F17AF35D538}"/>
                </a:ext>
              </a:extLst>
            </p:cNvPr>
            <p:cNvSpPr txBox="1"/>
            <p:nvPr/>
          </p:nvSpPr>
          <p:spPr>
            <a:xfrm>
              <a:off x="2038381" y="2008923"/>
              <a:ext cx="5629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ctr">
                <a:defRPr sz="2400">
                  <a:solidFill>
                    <a:srgbClr val="1F8DE6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defRPr>
              </a:lvl1pPr>
            </a:lstStyle>
            <a:p>
              <a:r>
                <a:rPr lang="en-US" altLang="zh-CN" dirty="0">
                  <a:solidFill>
                    <a:schemeClr val="bg1"/>
                  </a:solidFill>
                </a:rPr>
                <a:t>01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CFFA9565-CDF8-C2DF-DAAA-57F4E71730B4}"/>
                </a:ext>
              </a:extLst>
            </p:cNvPr>
            <p:cNvSpPr txBox="1"/>
            <p:nvPr/>
          </p:nvSpPr>
          <p:spPr>
            <a:xfrm>
              <a:off x="2898947" y="2081919"/>
              <a:ext cx="2825125" cy="369332"/>
            </a:xfrm>
            <a:prstGeom prst="rect">
              <a:avLst/>
            </a:prstGeom>
            <a:noFill/>
          </p:spPr>
          <p:txBody>
            <a:bodyPr vert="horz" wrap="square">
              <a:spAutoFit/>
            </a:bodyPr>
            <a:lstStyle/>
            <a:p>
              <a:r>
                <a:rPr lang="zh-CN" altLang="en-US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核心功能矩阵</a:t>
              </a:r>
            </a:p>
          </p:txBody>
        </p:sp>
      </p:grpSp>
      <p:sp>
        <p:nvSpPr>
          <p:cNvPr id="6" name="矩形 5"/>
          <p:cNvSpPr/>
          <p:nvPr/>
        </p:nvSpPr>
        <p:spPr>
          <a:xfrm>
            <a:off x="6637338" y="1257300"/>
            <a:ext cx="4606925" cy="2698750"/>
          </a:xfrm>
          <a:prstGeom prst="rect">
            <a:avLst/>
          </a:prstGeom>
          <a:solidFill>
            <a:srgbClr val="ECF1FB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noProof="1">
              <a:solidFill>
                <a:schemeClr val="lt1"/>
              </a:solidFill>
              <a:sym typeface="+mn-lt"/>
            </a:endParaRPr>
          </a:p>
        </p:txBody>
      </p:sp>
      <p:sp>
        <p:nvSpPr>
          <p:cNvPr id="8197" name="Oval 5"/>
          <p:cNvSpPr/>
          <p:nvPr/>
        </p:nvSpPr>
        <p:spPr>
          <a:xfrm>
            <a:off x="7028164" y="1633538"/>
            <a:ext cx="750888" cy="749300"/>
          </a:xfrm>
          <a:prstGeom prst="roundRect">
            <a:avLst>
              <a:gd name="adj" fmla="val 16667"/>
            </a:avLst>
          </a:prstGeom>
          <a:solidFill>
            <a:srgbClr val="4F6DD9"/>
          </a:solidFill>
          <a:ln w="9525">
            <a:noFill/>
          </a:ln>
        </p:spPr>
        <p:txBody>
          <a:bodyPr anchor="ctr" anchorCtr="0"/>
          <a:lstStyle/>
          <a:p>
            <a:pPr algn="ctr"/>
            <a:endParaRPr lang="en-US" altLang="zh-CN" sz="3100">
              <a:solidFill>
                <a:srgbClr val="079FB6"/>
              </a:solidFill>
              <a:cs typeface="+mn-ea"/>
              <a:sym typeface="+mn-lt"/>
            </a:endParaRPr>
          </a:p>
        </p:txBody>
      </p:sp>
      <p:sp>
        <p:nvSpPr>
          <p:cNvPr id="8198" name="Freeform 7" descr="D:\51PPT模板网\51pptmoban.com\图片.jpg"/>
          <p:cNvSpPr>
            <a:spLocks noEditPoints="1"/>
          </p:cNvSpPr>
          <p:nvPr/>
        </p:nvSpPr>
        <p:spPr>
          <a:xfrm>
            <a:off x="7207552" y="1811338"/>
            <a:ext cx="392112" cy="392112"/>
          </a:xfrm>
          <a:custGeom>
            <a:avLst/>
            <a:gdLst/>
            <a:ahLst/>
            <a:cxnLst>
              <a:cxn ang="0">
                <a:pos x="362692" y="296236"/>
              </a:cxn>
              <a:cxn ang="0">
                <a:pos x="362692" y="248254"/>
              </a:cxn>
              <a:cxn ang="0">
                <a:pos x="290572" y="176281"/>
              </a:cxn>
              <a:cxn ang="0">
                <a:pos x="248763" y="176281"/>
              </a:cxn>
              <a:cxn ang="0">
                <a:pos x="216361" y="154376"/>
              </a:cxn>
              <a:cxn ang="0">
                <a:pos x="216361" y="95963"/>
              </a:cxn>
              <a:cxn ang="0">
                <a:pos x="246672" y="50068"/>
              </a:cxn>
              <a:cxn ang="0">
                <a:pos x="196502" y="0"/>
              </a:cxn>
              <a:cxn ang="0">
                <a:pos x="146331" y="50068"/>
              </a:cxn>
              <a:cxn ang="0">
                <a:pos x="176642" y="95963"/>
              </a:cxn>
              <a:cxn ang="0">
                <a:pos x="176642" y="154376"/>
              </a:cxn>
              <a:cxn ang="0">
                <a:pos x="144240" y="176281"/>
              </a:cxn>
              <a:cxn ang="0">
                <a:pos x="102431" y="176281"/>
              </a:cxn>
              <a:cxn ang="0">
                <a:pos x="30311" y="248254"/>
              </a:cxn>
              <a:cxn ang="0">
                <a:pos x="30311" y="296236"/>
              </a:cxn>
              <a:cxn ang="0">
                <a:pos x="0" y="342131"/>
              </a:cxn>
              <a:cxn ang="0">
                <a:pos x="50170" y="392200"/>
              </a:cxn>
              <a:cxn ang="0">
                <a:pos x="100341" y="342131"/>
              </a:cxn>
              <a:cxn ang="0">
                <a:pos x="70029" y="296236"/>
              </a:cxn>
              <a:cxn ang="0">
                <a:pos x="70029" y="248254"/>
              </a:cxn>
              <a:cxn ang="0">
                <a:pos x="102431" y="215918"/>
              </a:cxn>
              <a:cxn ang="0">
                <a:pos x="144240" y="215918"/>
              </a:cxn>
              <a:cxn ang="0">
                <a:pos x="176642" y="210703"/>
              </a:cxn>
              <a:cxn ang="0">
                <a:pos x="176642" y="296236"/>
              </a:cxn>
              <a:cxn ang="0">
                <a:pos x="146331" y="342131"/>
              </a:cxn>
              <a:cxn ang="0">
                <a:pos x="196502" y="392200"/>
              </a:cxn>
              <a:cxn ang="0">
                <a:pos x="246672" y="342131"/>
              </a:cxn>
              <a:cxn ang="0">
                <a:pos x="216361" y="296236"/>
              </a:cxn>
              <a:cxn ang="0">
                <a:pos x="216361" y="210703"/>
              </a:cxn>
              <a:cxn ang="0">
                <a:pos x="248763" y="215918"/>
              </a:cxn>
              <a:cxn ang="0">
                <a:pos x="290572" y="215918"/>
              </a:cxn>
              <a:cxn ang="0">
                <a:pos x="322974" y="248254"/>
              </a:cxn>
              <a:cxn ang="0">
                <a:pos x="322974" y="296236"/>
              </a:cxn>
              <a:cxn ang="0">
                <a:pos x="292662" y="342131"/>
              </a:cxn>
              <a:cxn ang="0">
                <a:pos x="342833" y="392200"/>
              </a:cxn>
              <a:cxn ang="0">
                <a:pos x="393004" y="342131"/>
              </a:cxn>
              <a:cxn ang="0">
                <a:pos x="362692" y="296236"/>
              </a:cxn>
              <a:cxn ang="0">
                <a:pos x="78391" y="342131"/>
              </a:cxn>
              <a:cxn ang="0">
                <a:pos x="50170" y="371338"/>
              </a:cxn>
              <a:cxn ang="0">
                <a:pos x="20904" y="342131"/>
              </a:cxn>
              <a:cxn ang="0">
                <a:pos x="50170" y="312925"/>
              </a:cxn>
              <a:cxn ang="0">
                <a:pos x="78391" y="342131"/>
              </a:cxn>
              <a:cxn ang="0">
                <a:pos x="167235" y="50068"/>
              </a:cxn>
              <a:cxn ang="0">
                <a:pos x="196502" y="20861"/>
              </a:cxn>
              <a:cxn ang="0">
                <a:pos x="224723" y="50068"/>
              </a:cxn>
              <a:cxn ang="0">
                <a:pos x="196502" y="79274"/>
              </a:cxn>
              <a:cxn ang="0">
                <a:pos x="167235" y="50068"/>
              </a:cxn>
              <a:cxn ang="0">
                <a:pos x="224723" y="342131"/>
              </a:cxn>
              <a:cxn ang="0">
                <a:pos x="196502" y="371338"/>
              </a:cxn>
              <a:cxn ang="0">
                <a:pos x="167235" y="342131"/>
              </a:cxn>
              <a:cxn ang="0">
                <a:pos x="196502" y="312925"/>
              </a:cxn>
              <a:cxn ang="0">
                <a:pos x="224723" y="342131"/>
              </a:cxn>
              <a:cxn ang="0">
                <a:pos x="342833" y="371338"/>
              </a:cxn>
              <a:cxn ang="0">
                <a:pos x="313567" y="342131"/>
              </a:cxn>
              <a:cxn ang="0">
                <a:pos x="342833" y="312925"/>
              </a:cxn>
              <a:cxn ang="0">
                <a:pos x="371054" y="342131"/>
              </a:cxn>
              <a:cxn ang="0">
                <a:pos x="342833" y="371338"/>
              </a:cxn>
            </a:cxnLst>
            <a:rect l="l" t="t" r="r" b="b"/>
            <a:pathLst>
              <a:path w="376" h="376">
                <a:moveTo>
                  <a:pt x="347" y="284"/>
                </a:moveTo>
                <a:cubicBezTo>
                  <a:pt x="347" y="238"/>
                  <a:pt x="347" y="238"/>
                  <a:pt x="347" y="238"/>
                </a:cubicBezTo>
                <a:cubicBezTo>
                  <a:pt x="347" y="210"/>
                  <a:pt x="328" y="169"/>
                  <a:pt x="278" y="169"/>
                </a:cubicBezTo>
                <a:cubicBezTo>
                  <a:pt x="238" y="169"/>
                  <a:pt x="238" y="169"/>
                  <a:pt x="238" y="169"/>
                </a:cubicBezTo>
                <a:cubicBezTo>
                  <a:pt x="210" y="169"/>
                  <a:pt x="207" y="155"/>
                  <a:pt x="207" y="148"/>
                </a:cubicBezTo>
                <a:cubicBezTo>
                  <a:pt x="207" y="92"/>
                  <a:pt x="207" y="92"/>
                  <a:pt x="207" y="92"/>
                </a:cubicBezTo>
                <a:cubicBezTo>
                  <a:pt x="224" y="85"/>
                  <a:pt x="236" y="68"/>
                  <a:pt x="236" y="48"/>
                </a:cubicBezTo>
                <a:cubicBezTo>
                  <a:pt x="236" y="21"/>
                  <a:pt x="214" y="0"/>
                  <a:pt x="188" y="0"/>
                </a:cubicBezTo>
                <a:cubicBezTo>
                  <a:pt x="161" y="0"/>
                  <a:pt x="140" y="21"/>
                  <a:pt x="140" y="48"/>
                </a:cubicBezTo>
                <a:cubicBezTo>
                  <a:pt x="140" y="68"/>
                  <a:pt x="152" y="85"/>
                  <a:pt x="169" y="92"/>
                </a:cubicBezTo>
                <a:cubicBezTo>
                  <a:pt x="169" y="148"/>
                  <a:pt x="169" y="148"/>
                  <a:pt x="169" y="148"/>
                </a:cubicBezTo>
                <a:cubicBezTo>
                  <a:pt x="169" y="153"/>
                  <a:pt x="167" y="169"/>
                  <a:pt x="138" y="169"/>
                </a:cubicBezTo>
                <a:cubicBezTo>
                  <a:pt x="98" y="169"/>
                  <a:pt x="98" y="169"/>
                  <a:pt x="98" y="169"/>
                </a:cubicBezTo>
                <a:cubicBezTo>
                  <a:pt x="47" y="169"/>
                  <a:pt x="29" y="210"/>
                  <a:pt x="29" y="238"/>
                </a:cubicBezTo>
                <a:cubicBezTo>
                  <a:pt x="29" y="284"/>
                  <a:pt x="29" y="284"/>
                  <a:pt x="29" y="284"/>
                </a:cubicBezTo>
                <a:cubicBezTo>
                  <a:pt x="12" y="291"/>
                  <a:pt x="0" y="308"/>
                  <a:pt x="0" y="328"/>
                </a:cubicBezTo>
                <a:cubicBezTo>
                  <a:pt x="0" y="354"/>
                  <a:pt x="21" y="376"/>
                  <a:pt x="48" y="376"/>
                </a:cubicBezTo>
                <a:cubicBezTo>
                  <a:pt x="74" y="376"/>
                  <a:pt x="96" y="354"/>
                  <a:pt x="96" y="328"/>
                </a:cubicBezTo>
                <a:cubicBezTo>
                  <a:pt x="96" y="308"/>
                  <a:pt x="84" y="291"/>
                  <a:pt x="67" y="284"/>
                </a:cubicBezTo>
                <a:cubicBezTo>
                  <a:pt x="67" y="238"/>
                  <a:pt x="67" y="238"/>
                  <a:pt x="67" y="238"/>
                </a:cubicBezTo>
                <a:cubicBezTo>
                  <a:pt x="67" y="233"/>
                  <a:pt x="68" y="207"/>
                  <a:pt x="98" y="207"/>
                </a:cubicBezTo>
                <a:cubicBezTo>
                  <a:pt x="138" y="207"/>
                  <a:pt x="138" y="207"/>
                  <a:pt x="138" y="207"/>
                </a:cubicBezTo>
                <a:cubicBezTo>
                  <a:pt x="150" y="207"/>
                  <a:pt x="160" y="205"/>
                  <a:pt x="169" y="202"/>
                </a:cubicBezTo>
                <a:cubicBezTo>
                  <a:pt x="169" y="284"/>
                  <a:pt x="169" y="284"/>
                  <a:pt x="169" y="284"/>
                </a:cubicBezTo>
                <a:cubicBezTo>
                  <a:pt x="152" y="291"/>
                  <a:pt x="140" y="308"/>
                  <a:pt x="140" y="328"/>
                </a:cubicBezTo>
                <a:cubicBezTo>
                  <a:pt x="140" y="354"/>
                  <a:pt x="161" y="376"/>
                  <a:pt x="188" y="376"/>
                </a:cubicBezTo>
                <a:cubicBezTo>
                  <a:pt x="214" y="376"/>
                  <a:pt x="236" y="354"/>
                  <a:pt x="236" y="328"/>
                </a:cubicBezTo>
                <a:cubicBezTo>
                  <a:pt x="236" y="308"/>
                  <a:pt x="224" y="291"/>
                  <a:pt x="207" y="284"/>
                </a:cubicBezTo>
                <a:cubicBezTo>
                  <a:pt x="207" y="202"/>
                  <a:pt x="207" y="202"/>
                  <a:pt x="207" y="202"/>
                </a:cubicBezTo>
                <a:cubicBezTo>
                  <a:pt x="215" y="205"/>
                  <a:pt x="226" y="207"/>
                  <a:pt x="238" y="207"/>
                </a:cubicBezTo>
                <a:cubicBezTo>
                  <a:pt x="278" y="207"/>
                  <a:pt x="278" y="207"/>
                  <a:pt x="278" y="207"/>
                </a:cubicBezTo>
                <a:cubicBezTo>
                  <a:pt x="306" y="207"/>
                  <a:pt x="309" y="231"/>
                  <a:pt x="309" y="238"/>
                </a:cubicBezTo>
                <a:cubicBezTo>
                  <a:pt x="309" y="284"/>
                  <a:pt x="309" y="284"/>
                  <a:pt x="309" y="284"/>
                </a:cubicBezTo>
                <a:cubicBezTo>
                  <a:pt x="292" y="291"/>
                  <a:pt x="280" y="308"/>
                  <a:pt x="280" y="328"/>
                </a:cubicBezTo>
                <a:cubicBezTo>
                  <a:pt x="280" y="354"/>
                  <a:pt x="301" y="376"/>
                  <a:pt x="328" y="376"/>
                </a:cubicBezTo>
                <a:cubicBezTo>
                  <a:pt x="354" y="376"/>
                  <a:pt x="376" y="354"/>
                  <a:pt x="376" y="328"/>
                </a:cubicBezTo>
                <a:cubicBezTo>
                  <a:pt x="376" y="308"/>
                  <a:pt x="364" y="291"/>
                  <a:pt x="347" y="284"/>
                </a:cubicBezTo>
                <a:close/>
                <a:moveTo>
                  <a:pt x="75" y="328"/>
                </a:moveTo>
                <a:cubicBezTo>
                  <a:pt x="75" y="343"/>
                  <a:pt x="63" y="356"/>
                  <a:pt x="48" y="356"/>
                </a:cubicBezTo>
                <a:cubicBezTo>
                  <a:pt x="32" y="356"/>
                  <a:pt x="20" y="343"/>
                  <a:pt x="20" y="328"/>
                </a:cubicBezTo>
                <a:cubicBezTo>
                  <a:pt x="20" y="313"/>
                  <a:pt x="32" y="300"/>
                  <a:pt x="48" y="300"/>
                </a:cubicBezTo>
                <a:cubicBezTo>
                  <a:pt x="63" y="300"/>
                  <a:pt x="75" y="313"/>
                  <a:pt x="75" y="328"/>
                </a:cubicBezTo>
                <a:close/>
                <a:moveTo>
                  <a:pt x="160" y="48"/>
                </a:moveTo>
                <a:cubicBezTo>
                  <a:pt x="160" y="33"/>
                  <a:pt x="172" y="20"/>
                  <a:pt x="188" y="20"/>
                </a:cubicBezTo>
                <a:cubicBezTo>
                  <a:pt x="203" y="20"/>
                  <a:pt x="215" y="33"/>
                  <a:pt x="215" y="48"/>
                </a:cubicBezTo>
                <a:cubicBezTo>
                  <a:pt x="215" y="63"/>
                  <a:pt x="203" y="76"/>
                  <a:pt x="188" y="76"/>
                </a:cubicBezTo>
                <a:cubicBezTo>
                  <a:pt x="172" y="76"/>
                  <a:pt x="160" y="63"/>
                  <a:pt x="160" y="48"/>
                </a:cubicBezTo>
                <a:close/>
                <a:moveTo>
                  <a:pt x="215" y="328"/>
                </a:moveTo>
                <a:cubicBezTo>
                  <a:pt x="215" y="343"/>
                  <a:pt x="203" y="356"/>
                  <a:pt x="188" y="356"/>
                </a:cubicBezTo>
                <a:cubicBezTo>
                  <a:pt x="172" y="356"/>
                  <a:pt x="160" y="343"/>
                  <a:pt x="160" y="328"/>
                </a:cubicBezTo>
                <a:cubicBezTo>
                  <a:pt x="160" y="313"/>
                  <a:pt x="172" y="300"/>
                  <a:pt x="188" y="300"/>
                </a:cubicBezTo>
                <a:cubicBezTo>
                  <a:pt x="203" y="300"/>
                  <a:pt x="215" y="313"/>
                  <a:pt x="215" y="328"/>
                </a:cubicBezTo>
                <a:close/>
                <a:moveTo>
                  <a:pt x="328" y="356"/>
                </a:moveTo>
                <a:cubicBezTo>
                  <a:pt x="312" y="356"/>
                  <a:pt x="300" y="343"/>
                  <a:pt x="300" y="328"/>
                </a:cubicBezTo>
                <a:cubicBezTo>
                  <a:pt x="300" y="313"/>
                  <a:pt x="312" y="300"/>
                  <a:pt x="328" y="300"/>
                </a:cubicBezTo>
                <a:cubicBezTo>
                  <a:pt x="343" y="300"/>
                  <a:pt x="355" y="313"/>
                  <a:pt x="355" y="328"/>
                </a:cubicBezTo>
                <a:cubicBezTo>
                  <a:pt x="355" y="343"/>
                  <a:pt x="343" y="356"/>
                  <a:pt x="328" y="356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8199" name="Oval 26"/>
          <p:cNvSpPr/>
          <p:nvPr/>
        </p:nvSpPr>
        <p:spPr>
          <a:xfrm>
            <a:off x="7028164" y="2789238"/>
            <a:ext cx="750888" cy="750887"/>
          </a:xfrm>
          <a:prstGeom prst="roundRect">
            <a:avLst>
              <a:gd name="adj" fmla="val 16667"/>
            </a:avLst>
          </a:prstGeom>
          <a:solidFill>
            <a:srgbClr val="4F6DD9"/>
          </a:solidFill>
          <a:ln w="9525">
            <a:noFill/>
          </a:ln>
        </p:spPr>
        <p:txBody>
          <a:bodyPr anchor="ctr" anchorCtr="0"/>
          <a:lstStyle/>
          <a:p>
            <a:pPr algn="ctr"/>
            <a:endParaRPr lang="en-US" altLang="zh-CN" sz="3100">
              <a:solidFill>
                <a:srgbClr val="079FB6"/>
              </a:solidFill>
              <a:cs typeface="+mn-ea"/>
              <a:sym typeface="+mn-lt"/>
            </a:endParaRPr>
          </a:p>
        </p:txBody>
      </p:sp>
      <p:sp>
        <p:nvSpPr>
          <p:cNvPr id="8200" name="Freeform 6" descr="D:\51PPT模板网\51pptmoban.com\图片.jpg"/>
          <p:cNvSpPr>
            <a:spLocks noEditPoints="1"/>
          </p:cNvSpPr>
          <p:nvPr/>
        </p:nvSpPr>
        <p:spPr>
          <a:xfrm>
            <a:off x="7169452" y="2924175"/>
            <a:ext cx="468312" cy="479425"/>
          </a:xfrm>
          <a:custGeom>
            <a:avLst/>
            <a:gdLst/>
            <a:ahLst/>
            <a:cxnLst>
              <a:cxn ang="0">
                <a:pos x="136035" y="105865"/>
              </a:cxn>
              <a:cxn ang="0">
                <a:pos x="95562" y="384045"/>
              </a:cxn>
              <a:cxn ang="0">
                <a:pos x="373255" y="343500"/>
              </a:cxn>
              <a:cxn ang="0">
                <a:pos x="300178" y="179070"/>
              </a:cxn>
              <a:cxn ang="0">
                <a:pos x="136035" y="105865"/>
              </a:cxn>
              <a:cxn ang="0">
                <a:pos x="344024" y="322102"/>
              </a:cxn>
              <a:cxn ang="0">
                <a:pos x="223728" y="255654"/>
              </a:cxn>
              <a:cxn ang="0">
                <a:pos x="157396" y="135147"/>
              </a:cxn>
              <a:cxn ang="0">
                <a:pos x="277693" y="201595"/>
              </a:cxn>
              <a:cxn ang="0">
                <a:pos x="344024" y="322102"/>
              </a:cxn>
              <a:cxn ang="0">
                <a:pos x="347397" y="144157"/>
              </a:cxn>
              <a:cxn ang="0">
                <a:pos x="363137" y="137400"/>
              </a:cxn>
              <a:cxn ang="0">
                <a:pos x="405859" y="94603"/>
              </a:cxn>
              <a:cxn ang="0">
                <a:pos x="405859" y="63069"/>
              </a:cxn>
              <a:cxn ang="0">
                <a:pos x="374379" y="63069"/>
              </a:cxn>
              <a:cxn ang="0">
                <a:pos x="331657" y="105865"/>
              </a:cxn>
              <a:cxn ang="0">
                <a:pos x="331657" y="137400"/>
              </a:cxn>
              <a:cxn ang="0">
                <a:pos x="347397" y="144157"/>
              </a:cxn>
              <a:cxn ang="0">
                <a:pos x="266450" y="88972"/>
              </a:cxn>
              <a:cxn ang="0">
                <a:pos x="277693" y="91224"/>
              </a:cxn>
              <a:cxn ang="0">
                <a:pos x="296805" y="79962"/>
              </a:cxn>
              <a:cxn ang="0">
                <a:pos x="321539" y="37165"/>
              </a:cxn>
              <a:cxn ang="0">
                <a:pos x="312545" y="5631"/>
              </a:cxn>
              <a:cxn ang="0">
                <a:pos x="282190" y="14641"/>
              </a:cxn>
              <a:cxn ang="0">
                <a:pos x="257456" y="58564"/>
              </a:cxn>
              <a:cxn ang="0">
                <a:pos x="266450" y="88972"/>
              </a:cxn>
              <a:cxn ang="0">
                <a:pos x="463196" y="156546"/>
              </a:cxn>
              <a:cxn ang="0">
                <a:pos x="432841" y="147536"/>
              </a:cxn>
              <a:cxn ang="0">
                <a:pos x="388995" y="172313"/>
              </a:cxn>
              <a:cxn ang="0">
                <a:pos x="380001" y="202721"/>
              </a:cxn>
              <a:cxn ang="0">
                <a:pos x="400237" y="213984"/>
              </a:cxn>
              <a:cxn ang="0">
                <a:pos x="411480" y="211731"/>
              </a:cxn>
              <a:cxn ang="0">
                <a:pos x="454202" y="186954"/>
              </a:cxn>
              <a:cxn ang="0">
                <a:pos x="463196" y="156546"/>
              </a:cxn>
            </a:cxnLst>
            <a:rect l="l" t="t" r="r" b="b"/>
            <a:pathLst>
              <a:path w="417" h="426">
                <a:moveTo>
                  <a:pt x="121" y="94"/>
                </a:moveTo>
                <a:cubicBezTo>
                  <a:pt x="98" y="116"/>
                  <a:pt x="0" y="256"/>
                  <a:pt x="85" y="341"/>
                </a:cubicBezTo>
                <a:cubicBezTo>
                  <a:pt x="170" y="426"/>
                  <a:pt x="309" y="328"/>
                  <a:pt x="332" y="305"/>
                </a:cubicBezTo>
                <a:cubicBezTo>
                  <a:pt x="354" y="283"/>
                  <a:pt x="325" y="217"/>
                  <a:pt x="267" y="159"/>
                </a:cubicBezTo>
                <a:cubicBezTo>
                  <a:pt x="209" y="101"/>
                  <a:pt x="143" y="72"/>
                  <a:pt x="121" y="94"/>
                </a:cubicBezTo>
                <a:close/>
                <a:moveTo>
                  <a:pt x="306" y="286"/>
                </a:moveTo>
                <a:cubicBezTo>
                  <a:pt x="299" y="292"/>
                  <a:pt x="248" y="277"/>
                  <a:pt x="199" y="227"/>
                </a:cubicBezTo>
                <a:cubicBezTo>
                  <a:pt x="149" y="178"/>
                  <a:pt x="134" y="127"/>
                  <a:pt x="140" y="120"/>
                </a:cubicBezTo>
                <a:cubicBezTo>
                  <a:pt x="147" y="113"/>
                  <a:pt x="198" y="129"/>
                  <a:pt x="247" y="179"/>
                </a:cubicBezTo>
                <a:cubicBezTo>
                  <a:pt x="297" y="228"/>
                  <a:pt x="313" y="279"/>
                  <a:pt x="306" y="286"/>
                </a:cubicBezTo>
                <a:close/>
                <a:moveTo>
                  <a:pt x="309" y="128"/>
                </a:moveTo>
                <a:cubicBezTo>
                  <a:pt x="314" y="128"/>
                  <a:pt x="319" y="126"/>
                  <a:pt x="323" y="122"/>
                </a:cubicBezTo>
                <a:cubicBezTo>
                  <a:pt x="361" y="84"/>
                  <a:pt x="361" y="84"/>
                  <a:pt x="361" y="84"/>
                </a:cubicBezTo>
                <a:cubicBezTo>
                  <a:pt x="369" y="76"/>
                  <a:pt x="369" y="64"/>
                  <a:pt x="361" y="56"/>
                </a:cubicBezTo>
                <a:cubicBezTo>
                  <a:pt x="353" y="48"/>
                  <a:pt x="341" y="48"/>
                  <a:pt x="333" y="56"/>
                </a:cubicBezTo>
                <a:cubicBezTo>
                  <a:pt x="295" y="94"/>
                  <a:pt x="295" y="94"/>
                  <a:pt x="295" y="94"/>
                </a:cubicBezTo>
                <a:cubicBezTo>
                  <a:pt x="287" y="102"/>
                  <a:pt x="287" y="115"/>
                  <a:pt x="295" y="122"/>
                </a:cubicBezTo>
                <a:cubicBezTo>
                  <a:pt x="299" y="126"/>
                  <a:pt x="304" y="128"/>
                  <a:pt x="309" y="128"/>
                </a:cubicBezTo>
                <a:close/>
                <a:moveTo>
                  <a:pt x="237" y="79"/>
                </a:moveTo>
                <a:cubicBezTo>
                  <a:pt x="240" y="81"/>
                  <a:pt x="243" y="81"/>
                  <a:pt x="247" y="81"/>
                </a:cubicBezTo>
                <a:cubicBezTo>
                  <a:pt x="254" y="81"/>
                  <a:pt x="260" y="78"/>
                  <a:pt x="264" y="71"/>
                </a:cubicBezTo>
                <a:cubicBezTo>
                  <a:pt x="286" y="33"/>
                  <a:pt x="286" y="33"/>
                  <a:pt x="286" y="33"/>
                </a:cubicBezTo>
                <a:cubicBezTo>
                  <a:pt x="291" y="23"/>
                  <a:pt x="288" y="11"/>
                  <a:pt x="278" y="5"/>
                </a:cubicBezTo>
                <a:cubicBezTo>
                  <a:pt x="268" y="0"/>
                  <a:pt x="256" y="3"/>
                  <a:pt x="251" y="13"/>
                </a:cubicBezTo>
                <a:cubicBezTo>
                  <a:pt x="229" y="52"/>
                  <a:pt x="229" y="52"/>
                  <a:pt x="229" y="52"/>
                </a:cubicBezTo>
                <a:cubicBezTo>
                  <a:pt x="224" y="61"/>
                  <a:pt x="227" y="73"/>
                  <a:pt x="237" y="79"/>
                </a:cubicBezTo>
                <a:close/>
                <a:moveTo>
                  <a:pt x="412" y="139"/>
                </a:moveTo>
                <a:cubicBezTo>
                  <a:pt x="406" y="129"/>
                  <a:pt x="394" y="126"/>
                  <a:pt x="385" y="131"/>
                </a:cubicBezTo>
                <a:cubicBezTo>
                  <a:pt x="346" y="153"/>
                  <a:pt x="346" y="153"/>
                  <a:pt x="346" y="153"/>
                </a:cubicBezTo>
                <a:cubicBezTo>
                  <a:pt x="336" y="158"/>
                  <a:pt x="333" y="171"/>
                  <a:pt x="338" y="180"/>
                </a:cubicBezTo>
                <a:cubicBezTo>
                  <a:pt x="342" y="187"/>
                  <a:pt x="349" y="190"/>
                  <a:pt x="356" y="190"/>
                </a:cubicBezTo>
                <a:cubicBezTo>
                  <a:pt x="359" y="190"/>
                  <a:pt x="363" y="190"/>
                  <a:pt x="366" y="188"/>
                </a:cubicBezTo>
                <a:cubicBezTo>
                  <a:pt x="404" y="166"/>
                  <a:pt x="404" y="166"/>
                  <a:pt x="404" y="166"/>
                </a:cubicBezTo>
                <a:cubicBezTo>
                  <a:pt x="414" y="161"/>
                  <a:pt x="417" y="149"/>
                  <a:pt x="412" y="139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矩形: 圆角 1" descr="D:\51PPT模板网\51pptmoban.com\图片.jpg">
            <a:extLst>
              <a:ext uri="{FF2B5EF4-FFF2-40B4-BE49-F238E27FC236}">
                <a16:creationId xmlns:a16="http://schemas.microsoft.com/office/drawing/2014/main" id="{2FA916B1-9A03-BA12-B2EB-37B28806E7AE}"/>
              </a:ext>
            </a:extLst>
          </p:cNvPr>
          <p:cNvSpPr/>
          <p:nvPr/>
        </p:nvSpPr>
        <p:spPr>
          <a:xfrm>
            <a:off x="947736" y="1257300"/>
            <a:ext cx="5689601" cy="2698750"/>
          </a:xfrm>
          <a:prstGeom prst="roundRect">
            <a:avLst>
              <a:gd name="adj" fmla="val 0"/>
            </a:avLst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56D84538-735A-C17C-C3C9-CAE333CD830D}"/>
              </a:ext>
            </a:extLst>
          </p:cNvPr>
          <p:cNvGrpSpPr/>
          <p:nvPr/>
        </p:nvGrpSpPr>
        <p:grpSpPr>
          <a:xfrm>
            <a:off x="7958440" y="1562625"/>
            <a:ext cx="2987071" cy="889537"/>
            <a:chOff x="773266" y="1906534"/>
            <a:chExt cx="2987071" cy="889537"/>
          </a:xfrm>
        </p:grpSpPr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4C0FD5D7-0CB8-9713-211D-B21B807F7D60}"/>
                </a:ext>
              </a:extLst>
            </p:cNvPr>
            <p:cNvSpPr txBox="1"/>
            <p:nvPr/>
          </p:nvSpPr>
          <p:spPr>
            <a:xfrm>
              <a:off x="773266" y="2219631"/>
              <a:ext cx="2987071" cy="5764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10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/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24E05DFA-6EC8-A13C-478E-256FEF695CBF}"/>
                </a:ext>
              </a:extLst>
            </p:cNvPr>
            <p:cNvSpPr txBox="1"/>
            <p:nvPr/>
          </p:nvSpPr>
          <p:spPr>
            <a:xfrm>
              <a:off x="773266" y="1906534"/>
              <a:ext cx="22355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/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DB8E5819-D95D-02D5-498B-0D420A10F6A9}"/>
              </a:ext>
            </a:extLst>
          </p:cNvPr>
          <p:cNvGrpSpPr/>
          <p:nvPr/>
        </p:nvGrpSpPr>
        <p:grpSpPr>
          <a:xfrm>
            <a:off x="7958440" y="2730231"/>
            <a:ext cx="2987071" cy="889537"/>
            <a:chOff x="773266" y="1906534"/>
            <a:chExt cx="2987071" cy="889537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0C10041-E416-6099-6AB3-A2BA8D408C30}"/>
                </a:ext>
              </a:extLst>
            </p:cNvPr>
            <p:cNvSpPr txBox="1"/>
            <p:nvPr/>
          </p:nvSpPr>
          <p:spPr>
            <a:xfrm>
              <a:off x="773266" y="2219631"/>
              <a:ext cx="2987071" cy="5764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10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/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DA68A6CA-4FA0-3D9C-D77F-BFFDEFA6E668}"/>
                </a:ext>
              </a:extLst>
            </p:cNvPr>
            <p:cNvSpPr txBox="1"/>
            <p:nvPr/>
          </p:nvSpPr>
          <p:spPr>
            <a:xfrm>
              <a:off x="773266" y="1906534"/>
              <a:ext cx="22355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/>
          </p:txBody>
        </p: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EFA89ABA-A1B0-67E5-FE50-8C4C84F70485}"/>
              </a:ext>
            </a:extLst>
          </p:cNvPr>
          <p:cNvSpPr txBox="1"/>
          <p:nvPr/>
        </p:nvSpPr>
        <p:spPr>
          <a:xfrm>
            <a:off x="1691968" y="4332288"/>
            <a:ext cx="8808064" cy="1031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 b="1" dirty="0"/>
              <a:t>AI Office 围绕文档创作、会议管理、流程自动化与知识沉淀四大场景，构建闭环智能工作流，实现从输入到输出的无缝衔接。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4474915F-5055-3DA6-341F-D16E2373EA56}"/>
              </a:ext>
            </a:extLst>
          </p:cNvPr>
          <p:cNvGrpSpPr/>
          <p:nvPr/>
        </p:nvGrpSpPr>
        <p:grpSpPr>
          <a:xfrm>
            <a:off x="1189753" y="4455111"/>
            <a:ext cx="9829287" cy="868660"/>
            <a:chOff x="1218328" y="4683711"/>
            <a:chExt cx="9829287" cy="868660"/>
          </a:xfrm>
          <a:solidFill>
            <a:srgbClr val="0E4C9B"/>
          </a:solidFill>
        </p:grpSpPr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3C09F3F4-4A33-2752-0042-4986B63E694A}"/>
                </a:ext>
              </a:extLst>
            </p:cNvPr>
            <p:cNvSpPr txBox="1"/>
            <p:nvPr/>
          </p:nvSpPr>
          <p:spPr>
            <a:xfrm>
              <a:off x="1218328" y="4683711"/>
              <a:ext cx="423862" cy="360541"/>
            </a:xfrm>
            <a:custGeom>
              <a:avLst/>
              <a:gdLst/>
              <a:ahLst/>
              <a:cxnLst/>
              <a:rect l="l" t="t" r="r" b="b"/>
              <a:pathLst>
                <a:path w="574852" h="488975">
                  <a:moveTo>
                    <a:pt x="469697" y="0"/>
                  </a:moveTo>
                  <a:lnTo>
                    <a:pt x="532790" y="24536"/>
                  </a:lnTo>
                  <a:cubicBezTo>
                    <a:pt x="504748" y="65430"/>
                    <a:pt x="485762" y="101943"/>
                    <a:pt x="475831" y="134074"/>
                  </a:cubicBezTo>
                  <a:cubicBezTo>
                    <a:pt x="465899" y="166205"/>
                    <a:pt x="459765" y="202133"/>
                    <a:pt x="457428" y="241859"/>
                  </a:cubicBezTo>
                  <a:lnTo>
                    <a:pt x="574852" y="241859"/>
                  </a:lnTo>
                  <a:lnTo>
                    <a:pt x="574852" y="488975"/>
                  </a:lnTo>
                  <a:lnTo>
                    <a:pt x="324231" y="488975"/>
                  </a:lnTo>
                  <a:lnTo>
                    <a:pt x="324231" y="282169"/>
                  </a:lnTo>
                  <a:cubicBezTo>
                    <a:pt x="324231" y="234264"/>
                    <a:pt x="337959" y="184023"/>
                    <a:pt x="365417" y="131445"/>
                  </a:cubicBezTo>
                  <a:cubicBezTo>
                    <a:pt x="392874" y="78867"/>
                    <a:pt x="427634" y="35052"/>
                    <a:pt x="469697" y="0"/>
                  </a:cubicBezTo>
                  <a:close/>
                  <a:moveTo>
                    <a:pt x="141960" y="0"/>
                  </a:moveTo>
                  <a:lnTo>
                    <a:pt x="206806" y="24536"/>
                  </a:lnTo>
                  <a:cubicBezTo>
                    <a:pt x="179933" y="65430"/>
                    <a:pt x="161239" y="101943"/>
                    <a:pt x="150723" y="134074"/>
                  </a:cubicBezTo>
                  <a:cubicBezTo>
                    <a:pt x="140208" y="166205"/>
                    <a:pt x="133781" y="202133"/>
                    <a:pt x="131445" y="241859"/>
                  </a:cubicBezTo>
                  <a:lnTo>
                    <a:pt x="252374" y="241859"/>
                  </a:lnTo>
                  <a:lnTo>
                    <a:pt x="252374" y="488975"/>
                  </a:lnTo>
                  <a:lnTo>
                    <a:pt x="0" y="488975"/>
                  </a:lnTo>
                  <a:lnTo>
                    <a:pt x="0" y="282169"/>
                  </a:lnTo>
                  <a:cubicBezTo>
                    <a:pt x="0" y="234264"/>
                    <a:pt x="13728" y="184023"/>
                    <a:pt x="41186" y="131445"/>
                  </a:cubicBezTo>
                  <a:cubicBezTo>
                    <a:pt x="68643" y="78867"/>
                    <a:pt x="102235" y="35052"/>
                    <a:pt x="141960" y="0"/>
                  </a:cubicBezTo>
                  <a:close/>
                </a:path>
              </a:pathLst>
            </a:cu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zh-CN"/>
              </a:defPPr>
              <a:lvl1pPr algn="ctr"/>
            </a:lstStyle>
            <a:p>
              <a:endParaRPr lang="zh-CN" altLang="en-US" dirty="0"/>
            </a:p>
          </p:txBody>
        </p:sp>
        <p:sp>
          <p:nvSpPr>
            <p:cNvPr id="16" name="文本框 15" descr="D:\51PPT模板网\51pptmoban.com\图片.jpg">
              <a:extLst>
                <a:ext uri="{FF2B5EF4-FFF2-40B4-BE49-F238E27FC236}">
                  <a16:creationId xmlns:a16="http://schemas.microsoft.com/office/drawing/2014/main" id="{2BA9091A-B3CB-7454-48A5-759E9829877D}"/>
                </a:ext>
              </a:extLst>
            </p:cNvPr>
            <p:cNvSpPr txBox="1"/>
            <p:nvPr/>
          </p:nvSpPr>
          <p:spPr>
            <a:xfrm>
              <a:off x="10608246" y="5191829"/>
              <a:ext cx="439369" cy="360542"/>
            </a:xfrm>
            <a:custGeom>
              <a:avLst/>
              <a:gdLst/>
              <a:ahLst/>
              <a:cxnLst/>
              <a:rect l="l" t="t" r="r" b="b"/>
              <a:pathLst>
                <a:path w="595883" h="488976">
                  <a:moveTo>
                    <a:pt x="341757" y="0"/>
                  </a:moveTo>
                  <a:lnTo>
                    <a:pt x="595883" y="0"/>
                  </a:lnTo>
                  <a:lnTo>
                    <a:pt x="595883" y="208560"/>
                  </a:lnTo>
                  <a:cubicBezTo>
                    <a:pt x="595883" y="256464"/>
                    <a:pt x="581863" y="306997"/>
                    <a:pt x="553821" y="360160"/>
                  </a:cubicBezTo>
                  <a:cubicBezTo>
                    <a:pt x="525780" y="413322"/>
                    <a:pt x="491312" y="456261"/>
                    <a:pt x="450418" y="488976"/>
                  </a:cubicBezTo>
                  <a:lnTo>
                    <a:pt x="387324" y="466192"/>
                  </a:lnTo>
                  <a:cubicBezTo>
                    <a:pt x="415366" y="425298"/>
                    <a:pt x="434644" y="389078"/>
                    <a:pt x="445160" y="357531"/>
                  </a:cubicBezTo>
                  <a:cubicBezTo>
                    <a:pt x="455676" y="325984"/>
                    <a:pt x="462102" y="289763"/>
                    <a:pt x="464439" y="248870"/>
                  </a:cubicBezTo>
                  <a:lnTo>
                    <a:pt x="341757" y="248870"/>
                  </a:lnTo>
                  <a:close/>
                  <a:moveTo>
                    <a:pt x="0" y="0"/>
                  </a:moveTo>
                  <a:lnTo>
                    <a:pt x="250622" y="0"/>
                  </a:lnTo>
                  <a:lnTo>
                    <a:pt x="250622" y="208560"/>
                  </a:lnTo>
                  <a:cubicBezTo>
                    <a:pt x="250622" y="256464"/>
                    <a:pt x="237185" y="306997"/>
                    <a:pt x="210312" y="360160"/>
                  </a:cubicBezTo>
                  <a:cubicBezTo>
                    <a:pt x="183439" y="413322"/>
                    <a:pt x="149555" y="456261"/>
                    <a:pt x="108661" y="488976"/>
                  </a:cubicBezTo>
                  <a:lnTo>
                    <a:pt x="43815" y="466192"/>
                  </a:lnTo>
                  <a:cubicBezTo>
                    <a:pt x="71856" y="425298"/>
                    <a:pt x="90843" y="389078"/>
                    <a:pt x="100774" y="357531"/>
                  </a:cubicBezTo>
                  <a:cubicBezTo>
                    <a:pt x="110706" y="325984"/>
                    <a:pt x="116840" y="289763"/>
                    <a:pt x="119176" y="248870"/>
                  </a:cubicBezTo>
                  <a:lnTo>
                    <a:pt x="0" y="248870"/>
                  </a:lnTo>
                  <a:close/>
                </a:path>
              </a:pathLst>
            </a:cu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zh-CN"/>
              </a:defPPr>
              <a:lvl1pPr algn="ctr"/>
            </a:lstStyle>
            <a:p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938583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35FCD0-9476-C6F1-4790-BE7CA9AB2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组合 45">
            <a:extLst>
              <a:ext uri="{FF2B5EF4-FFF2-40B4-BE49-F238E27FC236}">
                <a16:creationId xmlns:a16="http://schemas.microsoft.com/office/drawing/2014/main" id="{C5885AD2-EE96-DDFA-DE56-A73F165A5CFC}"/>
              </a:ext>
            </a:extLst>
          </p:cNvPr>
          <p:cNvGrpSpPr/>
          <p:nvPr/>
        </p:nvGrpSpPr>
        <p:grpSpPr>
          <a:xfrm>
            <a:off x="4133850" y="87313"/>
            <a:ext cx="3924300" cy="624180"/>
            <a:chOff x="1930400" y="1957312"/>
            <a:chExt cx="3924300" cy="624180"/>
          </a:xfrm>
        </p:grpSpPr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A2241631-D7DF-0744-65E4-B1941D882318}"/>
                </a:ext>
              </a:extLst>
            </p:cNvPr>
            <p:cNvSpPr/>
            <p:nvPr/>
          </p:nvSpPr>
          <p:spPr>
            <a:xfrm>
              <a:off x="1930400" y="1957312"/>
              <a:ext cx="3924300" cy="542924"/>
            </a:xfrm>
            <a:prstGeom prst="roundRect">
              <a:avLst>
                <a:gd name="adj" fmla="val 18508"/>
              </a:avLst>
            </a:pr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任意多边形: 形状 42">
              <a:extLst>
                <a:ext uri="{FF2B5EF4-FFF2-40B4-BE49-F238E27FC236}">
                  <a16:creationId xmlns:a16="http://schemas.microsoft.com/office/drawing/2014/main" id="{1CF84B09-1100-CB71-38F0-59ACBF06F2BA}"/>
                </a:ext>
              </a:extLst>
            </p:cNvPr>
            <p:cNvSpPr/>
            <p:nvPr/>
          </p:nvSpPr>
          <p:spPr>
            <a:xfrm>
              <a:off x="1930400" y="2000469"/>
              <a:ext cx="3924300" cy="581023"/>
            </a:xfrm>
            <a:custGeom>
              <a:avLst/>
              <a:gdLst>
                <a:gd name="csX0" fmla="*/ 819551 w 3924300"/>
                <a:gd name="csY0" fmla="*/ 0 h 581023"/>
                <a:gd name="csX1" fmla="*/ 2193829 w 3924300"/>
                <a:gd name="csY1" fmla="*/ 0 h 581023"/>
                <a:gd name="csX2" fmla="*/ 2393256 w 3924300"/>
                <a:gd name="csY2" fmla="*/ 0 h 581023"/>
                <a:gd name="csX3" fmla="*/ 3767535 w 3924300"/>
                <a:gd name="csY3" fmla="*/ 0 h 581023"/>
                <a:gd name="csX4" fmla="*/ 3848103 w 3924300"/>
                <a:gd name="csY4" fmla="*/ 80569 h 581023"/>
                <a:gd name="csX5" fmla="*/ 3848103 w 3924300"/>
                <a:gd name="csY5" fmla="*/ 487067 h 581023"/>
                <a:gd name="csX6" fmla="*/ 3924300 w 3924300"/>
                <a:gd name="csY6" fmla="*/ 487067 h 581023"/>
                <a:gd name="csX7" fmla="*/ 3924300 w 3924300"/>
                <a:gd name="csY7" fmla="*/ 581023 h 581023"/>
                <a:gd name="csX8" fmla="*/ 3848103 w 3924300"/>
                <a:gd name="csY8" fmla="*/ 581023 h 581023"/>
                <a:gd name="csX9" fmla="*/ 502010 w 3924300"/>
                <a:gd name="csY9" fmla="*/ 581023 h 581023"/>
                <a:gd name="csX10" fmla="*/ 0 w 3924300"/>
                <a:gd name="csY10" fmla="*/ 581023 h 581023"/>
                <a:gd name="csX11" fmla="*/ 0 w 3924300"/>
                <a:gd name="csY11" fmla="*/ 487067 h 581023"/>
                <a:gd name="csX12" fmla="*/ 674296 w 3924300"/>
                <a:gd name="csY12" fmla="*/ 487067 h 581023"/>
                <a:gd name="csX13" fmla="*/ 688266 w 3924300"/>
                <a:gd name="csY13" fmla="*/ 472788 h 581023"/>
                <a:gd name="csX14" fmla="*/ 731466 w 3924300"/>
                <a:gd name="csY14" fmla="*/ 369864 h 581023"/>
                <a:gd name="csX15" fmla="*/ 735921 w 3924300"/>
                <a:gd name="csY15" fmla="*/ 344864 h 581023"/>
                <a:gd name="csX16" fmla="*/ 735921 w 3924300"/>
                <a:gd name="csY16" fmla="*/ 258198 h 581023"/>
                <a:gd name="csX17" fmla="*/ 735921 w 3924300"/>
                <a:gd name="csY17" fmla="*/ 165682 h 581023"/>
                <a:gd name="csX18" fmla="*/ 738981 w 3924300"/>
                <a:gd name="csY18" fmla="*/ 148344 h 581023"/>
                <a:gd name="csX19" fmla="*/ 738981 w 3924300"/>
                <a:gd name="csY19" fmla="*/ 80568 h 581023"/>
                <a:gd name="csX20" fmla="*/ 819551 w 3924300"/>
                <a:gd name="csY20" fmla="*/ 0 h 5810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3924300" h="581023">
                  <a:moveTo>
                    <a:pt x="819551" y="0"/>
                  </a:moveTo>
                  <a:lnTo>
                    <a:pt x="2193829" y="0"/>
                  </a:lnTo>
                  <a:lnTo>
                    <a:pt x="2393256" y="0"/>
                  </a:lnTo>
                  <a:lnTo>
                    <a:pt x="3767535" y="0"/>
                  </a:lnTo>
                  <a:cubicBezTo>
                    <a:pt x="3812032" y="0"/>
                    <a:pt x="3848103" y="36071"/>
                    <a:pt x="3848103" y="80569"/>
                  </a:cubicBezTo>
                  <a:lnTo>
                    <a:pt x="3848103" y="487067"/>
                  </a:lnTo>
                  <a:lnTo>
                    <a:pt x="3924300" y="487067"/>
                  </a:lnTo>
                  <a:lnTo>
                    <a:pt x="3924300" y="581023"/>
                  </a:lnTo>
                  <a:lnTo>
                    <a:pt x="3848103" y="581023"/>
                  </a:lnTo>
                  <a:lnTo>
                    <a:pt x="502010" y="581023"/>
                  </a:lnTo>
                  <a:lnTo>
                    <a:pt x="0" y="581023"/>
                  </a:lnTo>
                  <a:lnTo>
                    <a:pt x="0" y="487067"/>
                  </a:lnTo>
                  <a:lnTo>
                    <a:pt x="674296" y="487067"/>
                  </a:lnTo>
                  <a:lnTo>
                    <a:pt x="688266" y="472788"/>
                  </a:lnTo>
                  <a:cubicBezTo>
                    <a:pt x="705903" y="451008"/>
                    <a:pt x="721178" y="419237"/>
                    <a:pt x="731466" y="369864"/>
                  </a:cubicBezTo>
                  <a:lnTo>
                    <a:pt x="735921" y="344864"/>
                  </a:lnTo>
                  <a:lnTo>
                    <a:pt x="735921" y="258198"/>
                  </a:lnTo>
                  <a:lnTo>
                    <a:pt x="735921" y="165682"/>
                  </a:lnTo>
                  <a:lnTo>
                    <a:pt x="738981" y="148344"/>
                  </a:lnTo>
                  <a:lnTo>
                    <a:pt x="738981" y="80568"/>
                  </a:lnTo>
                  <a:cubicBezTo>
                    <a:pt x="738981" y="36071"/>
                    <a:pt x="775053" y="0"/>
                    <a:pt x="819551" y="0"/>
                  </a:cubicBezTo>
                  <a:close/>
                </a:path>
              </a:pathLst>
            </a:custGeom>
            <a:solidFill>
              <a:schemeClr val="bg1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528ED4D3-BE53-F71D-68D6-1F17AF35D538}"/>
                </a:ext>
              </a:extLst>
            </p:cNvPr>
            <p:cNvSpPr txBox="1"/>
            <p:nvPr/>
          </p:nvSpPr>
          <p:spPr>
            <a:xfrm>
              <a:off x="2038381" y="2008923"/>
              <a:ext cx="5629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ctr">
                <a:defRPr sz="2400">
                  <a:solidFill>
                    <a:srgbClr val="1F8DE6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defRPr>
              </a:lvl1pPr>
            </a:lstStyle>
            <a:p>
              <a:r>
                <a:rPr lang="en-US" altLang="zh-CN" dirty="0">
                  <a:solidFill>
                    <a:schemeClr val="bg1"/>
                  </a:solidFill>
                </a:rPr>
                <a:t>01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CFFA9565-CDF8-C2DF-DAAA-57F4E71730B4}"/>
                </a:ext>
              </a:extLst>
            </p:cNvPr>
            <p:cNvSpPr txBox="1"/>
            <p:nvPr/>
          </p:nvSpPr>
          <p:spPr>
            <a:xfrm>
              <a:off x="2898947" y="2081919"/>
              <a:ext cx="2825125" cy="369332"/>
            </a:xfrm>
            <a:prstGeom prst="rect">
              <a:avLst/>
            </a:prstGeom>
            <a:noFill/>
          </p:spPr>
          <p:txBody>
            <a:bodyPr vert="horz" wrap="square">
              <a:spAutoFit/>
            </a:bodyPr>
            <a:lstStyle/>
            <a:p>
              <a:r>
                <a:rPr lang="zh-CN" altLang="en-US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智能文档与创作</a:t>
              </a:r>
            </a:p>
          </p:txBody>
        </p:sp>
      </p:grpSp>
      <p:sp>
        <p:nvSpPr>
          <p:cNvPr id="6" name="矩形 5"/>
          <p:cNvSpPr/>
          <p:nvPr/>
        </p:nvSpPr>
        <p:spPr>
          <a:xfrm>
            <a:off x="6637338" y="1257300"/>
            <a:ext cx="4606925" cy="2698750"/>
          </a:xfrm>
          <a:prstGeom prst="rect">
            <a:avLst/>
          </a:prstGeom>
          <a:solidFill>
            <a:srgbClr val="ECF1FB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noProof="1">
              <a:solidFill>
                <a:schemeClr val="lt1"/>
              </a:solidFill>
              <a:sym typeface="+mn-lt"/>
            </a:endParaRPr>
          </a:p>
        </p:txBody>
      </p:sp>
      <p:sp>
        <p:nvSpPr>
          <p:cNvPr id="8197" name="Oval 5"/>
          <p:cNvSpPr/>
          <p:nvPr/>
        </p:nvSpPr>
        <p:spPr>
          <a:xfrm>
            <a:off x="7028164" y="1633538"/>
            <a:ext cx="750888" cy="749300"/>
          </a:xfrm>
          <a:prstGeom prst="roundRect">
            <a:avLst>
              <a:gd name="adj" fmla="val 16667"/>
            </a:avLst>
          </a:prstGeom>
          <a:solidFill>
            <a:srgbClr val="4F6DD9"/>
          </a:solidFill>
          <a:ln w="9525">
            <a:noFill/>
          </a:ln>
        </p:spPr>
        <p:txBody>
          <a:bodyPr anchor="ctr" anchorCtr="0"/>
          <a:lstStyle/>
          <a:p>
            <a:pPr algn="ctr"/>
            <a:endParaRPr lang="en-US" altLang="zh-CN" sz="3100">
              <a:solidFill>
                <a:srgbClr val="079FB6"/>
              </a:solidFill>
              <a:cs typeface="+mn-ea"/>
              <a:sym typeface="+mn-lt"/>
            </a:endParaRPr>
          </a:p>
        </p:txBody>
      </p:sp>
      <p:sp>
        <p:nvSpPr>
          <p:cNvPr id="8198" name="Freeform 7" descr="D:\51PPT模板网\51pptmoban.com\图片.jpg"/>
          <p:cNvSpPr>
            <a:spLocks noEditPoints="1"/>
          </p:cNvSpPr>
          <p:nvPr/>
        </p:nvSpPr>
        <p:spPr>
          <a:xfrm>
            <a:off x="7207552" y="1811338"/>
            <a:ext cx="392112" cy="392112"/>
          </a:xfrm>
          <a:custGeom>
            <a:avLst/>
            <a:gdLst/>
            <a:ahLst/>
            <a:cxnLst>
              <a:cxn ang="0">
                <a:pos x="362692" y="296236"/>
              </a:cxn>
              <a:cxn ang="0">
                <a:pos x="362692" y="248254"/>
              </a:cxn>
              <a:cxn ang="0">
                <a:pos x="290572" y="176281"/>
              </a:cxn>
              <a:cxn ang="0">
                <a:pos x="248763" y="176281"/>
              </a:cxn>
              <a:cxn ang="0">
                <a:pos x="216361" y="154376"/>
              </a:cxn>
              <a:cxn ang="0">
                <a:pos x="216361" y="95963"/>
              </a:cxn>
              <a:cxn ang="0">
                <a:pos x="246672" y="50068"/>
              </a:cxn>
              <a:cxn ang="0">
                <a:pos x="196502" y="0"/>
              </a:cxn>
              <a:cxn ang="0">
                <a:pos x="146331" y="50068"/>
              </a:cxn>
              <a:cxn ang="0">
                <a:pos x="176642" y="95963"/>
              </a:cxn>
              <a:cxn ang="0">
                <a:pos x="176642" y="154376"/>
              </a:cxn>
              <a:cxn ang="0">
                <a:pos x="144240" y="176281"/>
              </a:cxn>
              <a:cxn ang="0">
                <a:pos x="102431" y="176281"/>
              </a:cxn>
              <a:cxn ang="0">
                <a:pos x="30311" y="248254"/>
              </a:cxn>
              <a:cxn ang="0">
                <a:pos x="30311" y="296236"/>
              </a:cxn>
              <a:cxn ang="0">
                <a:pos x="0" y="342131"/>
              </a:cxn>
              <a:cxn ang="0">
                <a:pos x="50170" y="392200"/>
              </a:cxn>
              <a:cxn ang="0">
                <a:pos x="100341" y="342131"/>
              </a:cxn>
              <a:cxn ang="0">
                <a:pos x="70029" y="296236"/>
              </a:cxn>
              <a:cxn ang="0">
                <a:pos x="70029" y="248254"/>
              </a:cxn>
              <a:cxn ang="0">
                <a:pos x="102431" y="215918"/>
              </a:cxn>
              <a:cxn ang="0">
                <a:pos x="144240" y="215918"/>
              </a:cxn>
              <a:cxn ang="0">
                <a:pos x="176642" y="210703"/>
              </a:cxn>
              <a:cxn ang="0">
                <a:pos x="176642" y="296236"/>
              </a:cxn>
              <a:cxn ang="0">
                <a:pos x="146331" y="342131"/>
              </a:cxn>
              <a:cxn ang="0">
                <a:pos x="196502" y="392200"/>
              </a:cxn>
              <a:cxn ang="0">
                <a:pos x="246672" y="342131"/>
              </a:cxn>
              <a:cxn ang="0">
                <a:pos x="216361" y="296236"/>
              </a:cxn>
              <a:cxn ang="0">
                <a:pos x="216361" y="210703"/>
              </a:cxn>
              <a:cxn ang="0">
                <a:pos x="248763" y="215918"/>
              </a:cxn>
              <a:cxn ang="0">
                <a:pos x="290572" y="215918"/>
              </a:cxn>
              <a:cxn ang="0">
                <a:pos x="322974" y="248254"/>
              </a:cxn>
              <a:cxn ang="0">
                <a:pos x="322974" y="296236"/>
              </a:cxn>
              <a:cxn ang="0">
                <a:pos x="292662" y="342131"/>
              </a:cxn>
              <a:cxn ang="0">
                <a:pos x="342833" y="392200"/>
              </a:cxn>
              <a:cxn ang="0">
                <a:pos x="393004" y="342131"/>
              </a:cxn>
              <a:cxn ang="0">
                <a:pos x="362692" y="296236"/>
              </a:cxn>
              <a:cxn ang="0">
                <a:pos x="78391" y="342131"/>
              </a:cxn>
              <a:cxn ang="0">
                <a:pos x="50170" y="371338"/>
              </a:cxn>
              <a:cxn ang="0">
                <a:pos x="20904" y="342131"/>
              </a:cxn>
              <a:cxn ang="0">
                <a:pos x="50170" y="312925"/>
              </a:cxn>
              <a:cxn ang="0">
                <a:pos x="78391" y="342131"/>
              </a:cxn>
              <a:cxn ang="0">
                <a:pos x="167235" y="50068"/>
              </a:cxn>
              <a:cxn ang="0">
                <a:pos x="196502" y="20861"/>
              </a:cxn>
              <a:cxn ang="0">
                <a:pos x="224723" y="50068"/>
              </a:cxn>
              <a:cxn ang="0">
                <a:pos x="196502" y="79274"/>
              </a:cxn>
              <a:cxn ang="0">
                <a:pos x="167235" y="50068"/>
              </a:cxn>
              <a:cxn ang="0">
                <a:pos x="224723" y="342131"/>
              </a:cxn>
              <a:cxn ang="0">
                <a:pos x="196502" y="371338"/>
              </a:cxn>
              <a:cxn ang="0">
                <a:pos x="167235" y="342131"/>
              </a:cxn>
              <a:cxn ang="0">
                <a:pos x="196502" y="312925"/>
              </a:cxn>
              <a:cxn ang="0">
                <a:pos x="224723" y="342131"/>
              </a:cxn>
              <a:cxn ang="0">
                <a:pos x="342833" y="371338"/>
              </a:cxn>
              <a:cxn ang="0">
                <a:pos x="313567" y="342131"/>
              </a:cxn>
              <a:cxn ang="0">
                <a:pos x="342833" y="312925"/>
              </a:cxn>
              <a:cxn ang="0">
                <a:pos x="371054" y="342131"/>
              </a:cxn>
              <a:cxn ang="0">
                <a:pos x="342833" y="371338"/>
              </a:cxn>
            </a:cxnLst>
            <a:rect l="l" t="t" r="r" b="b"/>
            <a:pathLst>
              <a:path w="376" h="376">
                <a:moveTo>
                  <a:pt x="347" y="284"/>
                </a:moveTo>
                <a:cubicBezTo>
                  <a:pt x="347" y="238"/>
                  <a:pt x="347" y="238"/>
                  <a:pt x="347" y="238"/>
                </a:cubicBezTo>
                <a:cubicBezTo>
                  <a:pt x="347" y="210"/>
                  <a:pt x="328" y="169"/>
                  <a:pt x="278" y="169"/>
                </a:cubicBezTo>
                <a:cubicBezTo>
                  <a:pt x="238" y="169"/>
                  <a:pt x="238" y="169"/>
                  <a:pt x="238" y="169"/>
                </a:cubicBezTo>
                <a:cubicBezTo>
                  <a:pt x="210" y="169"/>
                  <a:pt x="207" y="155"/>
                  <a:pt x="207" y="148"/>
                </a:cubicBezTo>
                <a:cubicBezTo>
                  <a:pt x="207" y="92"/>
                  <a:pt x="207" y="92"/>
                  <a:pt x="207" y="92"/>
                </a:cubicBezTo>
                <a:cubicBezTo>
                  <a:pt x="224" y="85"/>
                  <a:pt x="236" y="68"/>
                  <a:pt x="236" y="48"/>
                </a:cubicBezTo>
                <a:cubicBezTo>
                  <a:pt x="236" y="21"/>
                  <a:pt x="214" y="0"/>
                  <a:pt x="188" y="0"/>
                </a:cubicBezTo>
                <a:cubicBezTo>
                  <a:pt x="161" y="0"/>
                  <a:pt x="140" y="21"/>
                  <a:pt x="140" y="48"/>
                </a:cubicBezTo>
                <a:cubicBezTo>
                  <a:pt x="140" y="68"/>
                  <a:pt x="152" y="85"/>
                  <a:pt x="169" y="92"/>
                </a:cubicBezTo>
                <a:cubicBezTo>
                  <a:pt x="169" y="148"/>
                  <a:pt x="169" y="148"/>
                  <a:pt x="169" y="148"/>
                </a:cubicBezTo>
                <a:cubicBezTo>
                  <a:pt x="169" y="153"/>
                  <a:pt x="167" y="169"/>
                  <a:pt x="138" y="169"/>
                </a:cubicBezTo>
                <a:cubicBezTo>
                  <a:pt x="98" y="169"/>
                  <a:pt x="98" y="169"/>
                  <a:pt x="98" y="169"/>
                </a:cubicBezTo>
                <a:cubicBezTo>
                  <a:pt x="47" y="169"/>
                  <a:pt x="29" y="210"/>
                  <a:pt x="29" y="238"/>
                </a:cubicBezTo>
                <a:cubicBezTo>
                  <a:pt x="29" y="284"/>
                  <a:pt x="29" y="284"/>
                  <a:pt x="29" y="284"/>
                </a:cubicBezTo>
                <a:cubicBezTo>
                  <a:pt x="12" y="291"/>
                  <a:pt x="0" y="308"/>
                  <a:pt x="0" y="328"/>
                </a:cubicBezTo>
                <a:cubicBezTo>
                  <a:pt x="0" y="354"/>
                  <a:pt x="21" y="376"/>
                  <a:pt x="48" y="376"/>
                </a:cubicBezTo>
                <a:cubicBezTo>
                  <a:pt x="74" y="376"/>
                  <a:pt x="96" y="354"/>
                  <a:pt x="96" y="328"/>
                </a:cubicBezTo>
                <a:cubicBezTo>
                  <a:pt x="96" y="308"/>
                  <a:pt x="84" y="291"/>
                  <a:pt x="67" y="284"/>
                </a:cubicBezTo>
                <a:cubicBezTo>
                  <a:pt x="67" y="238"/>
                  <a:pt x="67" y="238"/>
                  <a:pt x="67" y="238"/>
                </a:cubicBezTo>
                <a:cubicBezTo>
                  <a:pt x="67" y="233"/>
                  <a:pt x="68" y="207"/>
                  <a:pt x="98" y="207"/>
                </a:cubicBezTo>
                <a:cubicBezTo>
                  <a:pt x="138" y="207"/>
                  <a:pt x="138" y="207"/>
                  <a:pt x="138" y="207"/>
                </a:cubicBezTo>
                <a:cubicBezTo>
                  <a:pt x="150" y="207"/>
                  <a:pt x="160" y="205"/>
                  <a:pt x="169" y="202"/>
                </a:cubicBezTo>
                <a:cubicBezTo>
                  <a:pt x="169" y="284"/>
                  <a:pt x="169" y="284"/>
                  <a:pt x="169" y="284"/>
                </a:cubicBezTo>
                <a:cubicBezTo>
                  <a:pt x="152" y="291"/>
                  <a:pt x="140" y="308"/>
                  <a:pt x="140" y="328"/>
                </a:cubicBezTo>
                <a:cubicBezTo>
                  <a:pt x="140" y="354"/>
                  <a:pt x="161" y="376"/>
                  <a:pt x="188" y="376"/>
                </a:cubicBezTo>
                <a:cubicBezTo>
                  <a:pt x="214" y="376"/>
                  <a:pt x="236" y="354"/>
                  <a:pt x="236" y="328"/>
                </a:cubicBezTo>
                <a:cubicBezTo>
                  <a:pt x="236" y="308"/>
                  <a:pt x="224" y="291"/>
                  <a:pt x="207" y="284"/>
                </a:cubicBezTo>
                <a:cubicBezTo>
                  <a:pt x="207" y="202"/>
                  <a:pt x="207" y="202"/>
                  <a:pt x="207" y="202"/>
                </a:cubicBezTo>
                <a:cubicBezTo>
                  <a:pt x="215" y="205"/>
                  <a:pt x="226" y="207"/>
                  <a:pt x="238" y="207"/>
                </a:cubicBezTo>
                <a:cubicBezTo>
                  <a:pt x="278" y="207"/>
                  <a:pt x="278" y="207"/>
                  <a:pt x="278" y="207"/>
                </a:cubicBezTo>
                <a:cubicBezTo>
                  <a:pt x="306" y="207"/>
                  <a:pt x="309" y="231"/>
                  <a:pt x="309" y="238"/>
                </a:cubicBezTo>
                <a:cubicBezTo>
                  <a:pt x="309" y="284"/>
                  <a:pt x="309" y="284"/>
                  <a:pt x="309" y="284"/>
                </a:cubicBezTo>
                <a:cubicBezTo>
                  <a:pt x="292" y="291"/>
                  <a:pt x="280" y="308"/>
                  <a:pt x="280" y="328"/>
                </a:cubicBezTo>
                <a:cubicBezTo>
                  <a:pt x="280" y="354"/>
                  <a:pt x="301" y="376"/>
                  <a:pt x="328" y="376"/>
                </a:cubicBezTo>
                <a:cubicBezTo>
                  <a:pt x="354" y="376"/>
                  <a:pt x="376" y="354"/>
                  <a:pt x="376" y="328"/>
                </a:cubicBezTo>
                <a:cubicBezTo>
                  <a:pt x="376" y="308"/>
                  <a:pt x="364" y="291"/>
                  <a:pt x="347" y="284"/>
                </a:cubicBezTo>
                <a:close/>
                <a:moveTo>
                  <a:pt x="75" y="328"/>
                </a:moveTo>
                <a:cubicBezTo>
                  <a:pt x="75" y="343"/>
                  <a:pt x="63" y="356"/>
                  <a:pt x="48" y="356"/>
                </a:cubicBezTo>
                <a:cubicBezTo>
                  <a:pt x="32" y="356"/>
                  <a:pt x="20" y="343"/>
                  <a:pt x="20" y="328"/>
                </a:cubicBezTo>
                <a:cubicBezTo>
                  <a:pt x="20" y="313"/>
                  <a:pt x="32" y="300"/>
                  <a:pt x="48" y="300"/>
                </a:cubicBezTo>
                <a:cubicBezTo>
                  <a:pt x="63" y="300"/>
                  <a:pt x="75" y="313"/>
                  <a:pt x="75" y="328"/>
                </a:cubicBezTo>
                <a:close/>
                <a:moveTo>
                  <a:pt x="160" y="48"/>
                </a:moveTo>
                <a:cubicBezTo>
                  <a:pt x="160" y="33"/>
                  <a:pt x="172" y="20"/>
                  <a:pt x="188" y="20"/>
                </a:cubicBezTo>
                <a:cubicBezTo>
                  <a:pt x="203" y="20"/>
                  <a:pt x="215" y="33"/>
                  <a:pt x="215" y="48"/>
                </a:cubicBezTo>
                <a:cubicBezTo>
                  <a:pt x="215" y="63"/>
                  <a:pt x="203" y="76"/>
                  <a:pt x="188" y="76"/>
                </a:cubicBezTo>
                <a:cubicBezTo>
                  <a:pt x="172" y="76"/>
                  <a:pt x="160" y="63"/>
                  <a:pt x="160" y="48"/>
                </a:cubicBezTo>
                <a:close/>
                <a:moveTo>
                  <a:pt x="215" y="328"/>
                </a:moveTo>
                <a:cubicBezTo>
                  <a:pt x="215" y="343"/>
                  <a:pt x="203" y="356"/>
                  <a:pt x="188" y="356"/>
                </a:cubicBezTo>
                <a:cubicBezTo>
                  <a:pt x="172" y="356"/>
                  <a:pt x="160" y="343"/>
                  <a:pt x="160" y="328"/>
                </a:cubicBezTo>
                <a:cubicBezTo>
                  <a:pt x="160" y="313"/>
                  <a:pt x="172" y="300"/>
                  <a:pt x="188" y="300"/>
                </a:cubicBezTo>
                <a:cubicBezTo>
                  <a:pt x="203" y="300"/>
                  <a:pt x="215" y="313"/>
                  <a:pt x="215" y="328"/>
                </a:cubicBezTo>
                <a:close/>
                <a:moveTo>
                  <a:pt x="328" y="356"/>
                </a:moveTo>
                <a:cubicBezTo>
                  <a:pt x="312" y="356"/>
                  <a:pt x="300" y="343"/>
                  <a:pt x="300" y="328"/>
                </a:cubicBezTo>
                <a:cubicBezTo>
                  <a:pt x="300" y="313"/>
                  <a:pt x="312" y="300"/>
                  <a:pt x="328" y="300"/>
                </a:cubicBezTo>
                <a:cubicBezTo>
                  <a:pt x="343" y="300"/>
                  <a:pt x="355" y="313"/>
                  <a:pt x="355" y="328"/>
                </a:cubicBezTo>
                <a:cubicBezTo>
                  <a:pt x="355" y="343"/>
                  <a:pt x="343" y="356"/>
                  <a:pt x="328" y="356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8199" name="Oval 26"/>
          <p:cNvSpPr/>
          <p:nvPr/>
        </p:nvSpPr>
        <p:spPr>
          <a:xfrm>
            <a:off x="7028164" y="2789238"/>
            <a:ext cx="750888" cy="750887"/>
          </a:xfrm>
          <a:prstGeom prst="roundRect">
            <a:avLst>
              <a:gd name="adj" fmla="val 16667"/>
            </a:avLst>
          </a:prstGeom>
          <a:solidFill>
            <a:srgbClr val="4F6DD9"/>
          </a:solidFill>
          <a:ln w="9525">
            <a:noFill/>
          </a:ln>
        </p:spPr>
        <p:txBody>
          <a:bodyPr anchor="ctr" anchorCtr="0"/>
          <a:lstStyle/>
          <a:p>
            <a:pPr algn="ctr"/>
            <a:endParaRPr lang="en-US" altLang="zh-CN" sz="3100">
              <a:solidFill>
                <a:srgbClr val="079FB6"/>
              </a:solidFill>
              <a:cs typeface="+mn-ea"/>
              <a:sym typeface="+mn-lt"/>
            </a:endParaRPr>
          </a:p>
        </p:txBody>
      </p:sp>
      <p:sp>
        <p:nvSpPr>
          <p:cNvPr id="8200" name="Freeform 6" descr="D:\51PPT模板网\51pptmoban.com\图片.jpg"/>
          <p:cNvSpPr>
            <a:spLocks noEditPoints="1"/>
          </p:cNvSpPr>
          <p:nvPr/>
        </p:nvSpPr>
        <p:spPr>
          <a:xfrm>
            <a:off x="7169452" y="2924175"/>
            <a:ext cx="468312" cy="479425"/>
          </a:xfrm>
          <a:custGeom>
            <a:avLst/>
            <a:gdLst/>
            <a:ahLst/>
            <a:cxnLst>
              <a:cxn ang="0">
                <a:pos x="136035" y="105865"/>
              </a:cxn>
              <a:cxn ang="0">
                <a:pos x="95562" y="384045"/>
              </a:cxn>
              <a:cxn ang="0">
                <a:pos x="373255" y="343500"/>
              </a:cxn>
              <a:cxn ang="0">
                <a:pos x="300178" y="179070"/>
              </a:cxn>
              <a:cxn ang="0">
                <a:pos x="136035" y="105865"/>
              </a:cxn>
              <a:cxn ang="0">
                <a:pos x="344024" y="322102"/>
              </a:cxn>
              <a:cxn ang="0">
                <a:pos x="223728" y="255654"/>
              </a:cxn>
              <a:cxn ang="0">
                <a:pos x="157396" y="135147"/>
              </a:cxn>
              <a:cxn ang="0">
                <a:pos x="277693" y="201595"/>
              </a:cxn>
              <a:cxn ang="0">
                <a:pos x="344024" y="322102"/>
              </a:cxn>
              <a:cxn ang="0">
                <a:pos x="347397" y="144157"/>
              </a:cxn>
              <a:cxn ang="0">
                <a:pos x="363137" y="137400"/>
              </a:cxn>
              <a:cxn ang="0">
                <a:pos x="405859" y="94603"/>
              </a:cxn>
              <a:cxn ang="0">
                <a:pos x="405859" y="63069"/>
              </a:cxn>
              <a:cxn ang="0">
                <a:pos x="374379" y="63069"/>
              </a:cxn>
              <a:cxn ang="0">
                <a:pos x="331657" y="105865"/>
              </a:cxn>
              <a:cxn ang="0">
                <a:pos x="331657" y="137400"/>
              </a:cxn>
              <a:cxn ang="0">
                <a:pos x="347397" y="144157"/>
              </a:cxn>
              <a:cxn ang="0">
                <a:pos x="266450" y="88972"/>
              </a:cxn>
              <a:cxn ang="0">
                <a:pos x="277693" y="91224"/>
              </a:cxn>
              <a:cxn ang="0">
                <a:pos x="296805" y="79962"/>
              </a:cxn>
              <a:cxn ang="0">
                <a:pos x="321539" y="37165"/>
              </a:cxn>
              <a:cxn ang="0">
                <a:pos x="312545" y="5631"/>
              </a:cxn>
              <a:cxn ang="0">
                <a:pos x="282190" y="14641"/>
              </a:cxn>
              <a:cxn ang="0">
                <a:pos x="257456" y="58564"/>
              </a:cxn>
              <a:cxn ang="0">
                <a:pos x="266450" y="88972"/>
              </a:cxn>
              <a:cxn ang="0">
                <a:pos x="463196" y="156546"/>
              </a:cxn>
              <a:cxn ang="0">
                <a:pos x="432841" y="147536"/>
              </a:cxn>
              <a:cxn ang="0">
                <a:pos x="388995" y="172313"/>
              </a:cxn>
              <a:cxn ang="0">
                <a:pos x="380001" y="202721"/>
              </a:cxn>
              <a:cxn ang="0">
                <a:pos x="400237" y="213984"/>
              </a:cxn>
              <a:cxn ang="0">
                <a:pos x="411480" y="211731"/>
              </a:cxn>
              <a:cxn ang="0">
                <a:pos x="454202" y="186954"/>
              </a:cxn>
              <a:cxn ang="0">
                <a:pos x="463196" y="156546"/>
              </a:cxn>
            </a:cxnLst>
            <a:rect l="l" t="t" r="r" b="b"/>
            <a:pathLst>
              <a:path w="417" h="426">
                <a:moveTo>
                  <a:pt x="121" y="94"/>
                </a:moveTo>
                <a:cubicBezTo>
                  <a:pt x="98" y="116"/>
                  <a:pt x="0" y="256"/>
                  <a:pt x="85" y="341"/>
                </a:cubicBezTo>
                <a:cubicBezTo>
                  <a:pt x="170" y="426"/>
                  <a:pt x="309" y="328"/>
                  <a:pt x="332" y="305"/>
                </a:cubicBezTo>
                <a:cubicBezTo>
                  <a:pt x="354" y="283"/>
                  <a:pt x="325" y="217"/>
                  <a:pt x="267" y="159"/>
                </a:cubicBezTo>
                <a:cubicBezTo>
                  <a:pt x="209" y="101"/>
                  <a:pt x="143" y="72"/>
                  <a:pt x="121" y="94"/>
                </a:cubicBezTo>
                <a:close/>
                <a:moveTo>
                  <a:pt x="306" y="286"/>
                </a:moveTo>
                <a:cubicBezTo>
                  <a:pt x="299" y="292"/>
                  <a:pt x="248" y="277"/>
                  <a:pt x="199" y="227"/>
                </a:cubicBezTo>
                <a:cubicBezTo>
                  <a:pt x="149" y="178"/>
                  <a:pt x="134" y="127"/>
                  <a:pt x="140" y="120"/>
                </a:cubicBezTo>
                <a:cubicBezTo>
                  <a:pt x="147" y="113"/>
                  <a:pt x="198" y="129"/>
                  <a:pt x="247" y="179"/>
                </a:cubicBezTo>
                <a:cubicBezTo>
                  <a:pt x="297" y="228"/>
                  <a:pt x="313" y="279"/>
                  <a:pt x="306" y="286"/>
                </a:cubicBezTo>
                <a:close/>
                <a:moveTo>
                  <a:pt x="309" y="128"/>
                </a:moveTo>
                <a:cubicBezTo>
                  <a:pt x="314" y="128"/>
                  <a:pt x="319" y="126"/>
                  <a:pt x="323" y="122"/>
                </a:cubicBezTo>
                <a:cubicBezTo>
                  <a:pt x="361" y="84"/>
                  <a:pt x="361" y="84"/>
                  <a:pt x="361" y="84"/>
                </a:cubicBezTo>
                <a:cubicBezTo>
                  <a:pt x="369" y="76"/>
                  <a:pt x="369" y="64"/>
                  <a:pt x="361" y="56"/>
                </a:cubicBezTo>
                <a:cubicBezTo>
                  <a:pt x="353" y="48"/>
                  <a:pt x="341" y="48"/>
                  <a:pt x="333" y="56"/>
                </a:cubicBezTo>
                <a:cubicBezTo>
                  <a:pt x="295" y="94"/>
                  <a:pt x="295" y="94"/>
                  <a:pt x="295" y="94"/>
                </a:cubicBezTo>
                <a:cubicBezTo>
                  <a:pt x="287" y="102"/>
                  <a:pt x="287" y="115"/>
                  <a:pt x="295" y="122"/>
                </a:cubicBezTo>
                <a:cubicBezTo>
                  <a:pt x="299" y="126"/>
                  <a:pt x="304" y="128"/>
                  <a:pt x="309" y="128"/>
                </a:cubicBezTo>
                <a:close/>
                <a:moveTo>
                  <a:pt x="237" y="79"/>
                </a:moveTo>
                <a:cubicBezTo>
                  <a:pt x="240" y="81"/>
                  <a:pt x="243" y="81"/>
                  <a:pt x="247" y="81"/>
                </a:cubicBezTo>
                <a:cubicBezTo>
                  <a:pt x="254" y="81"/>
                  <a:pt x="260" y="78"/>
                  <a:pt x="264" y="71"/>
                </a:cubicBezTo>
                <a:cubicBezTo>
                  <a:pt x="286" y="33"/>
                  <a:pt x="286" y="33"/>
                  <a:pt x="286" y="33"/>
                </a:cubicBezTo>
                <a:cubicBezTo>
                  <a:pt x="291" y="23"/>
                  <a:pt x="288" y="11"/>
                  <a:pt x="278" y="5"/>
                </a:cubicBezTo>
                <a:cubicBezTo>
                  <a:pt x="268" y="0"/>
                  <a:pt x="256" y="3"/>
                  <a:pt x="251" y="13"/>
                </a:cubicBezTo>
                <a:cubicBezTo>
                  <a:pt x="229" y="52"/>
                  <a:pt x="229" y="52"/>
                  <a:pt x="229" y="52"/>
                </a:cubicBezTo>
                <a:cubicBezTo>
                  <a:pt x="224" y="61"/>
                  <a:pt x="227" y="73"/>
                  <a:pt x="237" y="79"/>
                </a:cubicBezTo>
                <a:close/>
                <a:moveTo>
                  <a:pt x="412" y="139"/>
                </a:moveTo>
                <a:cubicBezTo>
                  <a:pt x="406" y="129"/>
                  <a:pt x="394" y="126"/>
                  <a:pt x="385" y="131"/>
                </a:cubicBezTo>
                <a:cubicBezTo>
                  <a:pt x="346" y="153"/>
                  <a:pt x="346" y="153"/>
                  <a:pt x="346" y="153"/>
                </a:cubicBezTo>
                <a:cubicBezTo>
                  <a:pt x="336" y="158"/>
                  <a:pt x="333" y="171"/>
                  <a:pt x="338" y="180"/>
                </a:cubicBezTo>
                <a:cubicBezTo>
                  <a:pt x="342" y="187"/>
                  <a:pt x="349" y="190"/>
                  <a:pt x="356" y="190"/>
                </a:cubicBezTo>
                <a:cubicBezTo>
                  <a:pt x="359" y="190"/>
                  <a:pt x="363" y="190"/>
                  <a:pt x="366" y="188"/>
                </a:cubicBezTo>
                <a:cubicBezTo>
                  <a:pt x="404" y="166"/>
                  <a:pt x="404" y="166"/>
                  <a:pt x="404" y="166"/>
                </a:cubicBezTo>
                <a:cubicBezTo>
                  <a:pt x="414" y="161"/>
                  <a:pt x="417" y="149"/>
                  <a:pt x="412" y="139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矩形: 圆角 1" descr="D:\51PPT模板网\51pptmoban.com\图片.jpg">
            <a:extLst>
              <a:ext uri="{FF2B5EF4-FFF2-40B4-BE49-F238E27FC236}">
                <a16:creationId xmlns:a16="http://schemas.microsoft.com/office/drawing/2014/main" id="{2FA916B1-9A03-BA12-B2EB-37B28806E7AE}"/>
              </a:ext>
            </a:extLst>
          </p:cNvPr>
          <p:cNvSpPr/>
          <p:nvPr/>
        </p:nvSpPr>
        <p:spPr>
          <a:xfrm>
            <a:off x="947736" y="1257300"/>
            <a:ext cx="5689601" cy="2698750"/>
          </a:xfrm>
          <a:prstGeom prst="roundRect">
            <a:avLst>
              <a:gd name="adj" fmla="val 0"/>
            </a:avLst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56D84538-735A-C17C-C3C9-CAE333CD830D}"/>
              </a:ext>
            </a:extLst>
          </p:cNvPr>
          <p:cNvGrpSpPr/>
          <p:nvPr/>
        </p:nvGrpSpPr>
        <p:grpSpPr>
          <a:xfrm>
            <a:off x="7958440" y="1562625"/>
            <a:ext cx="2987071" cy="889537"/>
            <a:chOff x="773266" y="1906534"/>
            <a:chExt cx="2987071" cy="889537"/>
          </a:xfrm>
        </p:grpSpPr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4C0FD5D7-0CB8-9713-211D-B21B807F7D60}"/>
                </a:ext>
              </a:extLst>
            </p:cNvPr>
            <p:cNvSpPr txBox="1"/>
            <p:nvPr/>
          </p:nvSpPr>
          <p:spPr>
            <a:xfrm>
              <a:off x="773266" y="2219631"/>
              <a:ext cx="2987071" cy="5764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10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文档生产效率提升70%以上，彻底告别重复排版。</a:t>
              </a: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24E05DFA-6EC8-A13C-478E-256FEF695CBF}"/>
                </a:ext>
              </a:extLst>
            </p:cNvPr>
            <p:cNvSpPr txBox="1"/>
            <p:nvPr/>
          </p:nvSpPr>
          <p:spPr>
            <a:xfrm>
              <a:off x="773266" y="1906534"/>
              <a:ext cx="22355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多模态内容一键生成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DB8E5819-D95D-02D5-498B-0D420A10F6A9}"/>
              </a:ext>
            </a:extLst>
          </p:cNvPr>
          <p:cNvGrpSpPr/>
          <p:nvPr/>
        </p:nvGrpSpPr>
        <p:grpSpPr>
          <a:xfrm>
            <a:off x="7958440" y="2730231"/>
            <a:ext cx="2987071" cy="889537"/>
            <a:chOff x="773266" y="1906534"/>
            <a:chExt cx="2987071" cy="889537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0C10041-E416-6099-6AB3-A2BA8D408C30}"/>
                </a:ext>
              </a:extLst>
            </p:cNvPr>
            <p:cNvSpPr txBox="1"/>
            <p:nvPr/>
          </p:nvSpPr>
          <p:spPr>
            <a:xfrm>
              <a:off x="773266" y="2219631"/>
              <a:ext cx="2987071" cy="5764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10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内置企业知识库确保输出内容合规且高度专业。</a:t>
              </a: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DA68A6CA-4FA0-3D9C-D77F-BFFDEFA6E668}"/>
                </a:ext>
              </a:extLst>
            </p:cNvPr>
            <p:cNvSpPr txBox="1"/>
            <p:nvPr/>
          </p:nvSpPr>
          <p:spPr>
            <a:xfrm>
              <a:off x="773266" y="1906534"/>
              <a:ext cx="22355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智能排版与格式校对</a:t>
              </a:r>
            </a:p>
          </p:txBody>
        </p: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EFA89ABA-A1B0-67E5-FE50-8C4C84F70485}"/>
              </a:ext>
            </a:extLst>
          </p:cNvPr>
          <p:cNvSpPr txBox="1"/>
          <p:nvPr/>
        </p:nvSpPr>
        <p:spPr>
          <a:xfrm>
            <a:off x="1691968" y="4332288"/>
            <a:ext cx="8808064" cy="1031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 b="1" dirty="0"/>
              <a:t>内置企业级大模型，支持多格式文档一键生成、智能排版与风格迁移。内置行业模板库，大幅缩短内容生产周期。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4474915F-5055-3DA6-341F-D16E2373EA56}"/>
              </a:ext>
            </a:extLst>
          </p:cNvPr>
          <p:cNvGrpSpPr/>
          <p:nvPr/>
        </p:nvGrpSpPr>
        <p:grpSpPr>
          <a:xfrm>
            <a:off x="1189753" y="4455111"/>
            <a:ext cx="9829287" cy="868660"/>
            <a:chOff x="1218328" y="4683711"/>
            <a:chExt cx="9829287" cy="868660"/>
          </a:xfrm>
          <a:solidFill>
            <a:srgbClr val="0E4C9B"/>
          </a:solidFill>
        </p:grpSpPr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3C09F3F4-4A33-2752-0042-4986B63E694A}"/>
                </a:ext>
              </a:extLst>
            </p:cNvPr>
            <p:cNvSpPr txBox="1"/>
            <p:nvPr/>
          </p:nvSpPr>
          <p:spPr>
            <a:xfrm>
              <a:off x="1218328" y="4683711"/>
              <a:ext cx="423862" cy="360541"/>
            </a:xfrm>
            <a:custGeom>
              <a:avLst/>
              <a:gdLst/>
              <a:ahLst/>
              <a:cxnLst/>
              <a:rect l="l" t="t" r="r" b="b"/>
              <a:pathLst>
                <a:path w="574852" h="488975">
                  <a:moveTo>
                    <a:pt x="469697" y="0"/>
                  </a:moveTo>
                  <a:lnTo>
                    <a:pt x="532790" y="24536"/>
                  </a:lnTo>
                  <a:cubicBezTo>
                    <a:pt x="504748" y="65430"/>
                    <a:pt x="485762" y="101943"/>
                    <a:pt x="475831" y="134074"/>
                  </a:cubicBezTo>
                  <a:cubicBezTo>
                    <a:pt x="465899" y="166205"/>
                    <a:pt x="459765" y="202133"/>
                    <a:pt x="457428" y="241859"/>
                  </a:cubicBezTo>
                  <a:lnTo>
                    <a:pt x="574852" y="241859"/>
                  </a:lnTo>
                  <a:lnTo>
                    <a:pt x="574852" y="488975"/>
                  </a:lnTo>
                  <a:lnTo>
                    <a:pt x="324231" y="488975"/>
                  </a:lnTo>
                  <a:lnTo>
                    <a:pt x="324231" y="282169"/>
                  </a:lnTo>
                  <a:cubicBezTo>
                    <a:pt x="324231" y="234264"/>
                    <a:pt x="337959" y="184023"/>
                    <a:pt x="365417" y="131445"/>
                  </a:cubicBezTo>
                  <a:cubicBezTo>
                    <a:pt x="392874" y="78867"/>
                    <a:pt x="427634" y="35052"/>
                    <a:pt x="469697" y="0"/>
                  </a:cubicBezTo>
                  <a:close/>
                  <a:moveTo>
                    <a:pt x="141960" y="0"/>
                  </a:moveTo>
                  <a:lnTo>
                    <a:pt x="206806" y="24536"/>
                  </a:lnTo>
                  <a:cubicBezTo>
                    <a:pt x="179933" y="65430"/>
                    <a:pt x="161239" y="101943"/>
                    <a:pt x="150723" y="134074"/>
                  </a:cubicBezTo>
                  <a:cubicBezTo>
                    <a:pt x="140208" y="166205"/>
                    <a:pt x="133781" y="202133"/>
                    <a:pt x="131445" y="241859"/>
                  </a:cubicBezTo>
                  <a:lnTo>
                    <a:pt x="252374" y="241859"/>
                  </a:lnTo>
                  <a:lnTo>
                    <a:pt x="252374" y="488975"/>
                  </a:lnTo>
                  <a:lnTo>
                    <a:pt x="0" y="488975"/>
                  </a:lnTo>
                  <a:lnTo>
                    <a:pt x="0" y="282169"/>
                  </a:lnTo>
                  <a:cubicBezTo>
                    <a:pt x="0" y="234264"/>
                    <a:pt x="13728" y="184023"/>
                    <a:pt x="41186" y="131445"/>
                  </a:cubicBezTo>
                  <a:cubicBezTo>
                    <a:pt x="68643" y="78867"/>
                    <a:pt x="102235" y="35052"/>
                    <a:pt x="141960" y="0"/>
                  </a:cubicBezTo>
                  <a:close/>
                </a:path>
              </a:pathLst>
            </a:cu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zh-CN"/>
              </a:defPPr>
              <a:lvl1pPr algn="ctr"/>
            </a:lstStyle>
            <a:p>
              <a:endParaRPr lang="zh-CN" altLang="en-US" dirty="0"/>
            </a:p>
          </p:txBody>
        </p:sp>
        <p:sp>
          <p:nvSpPr>
            <p:cNvPr id="16" name="文本框 15" descr="D:\51PPT模板网\51pptmoban.com\图片.jpg">
              <a:extLst>
                <a:ext uri="{FF2B5EF4-FFF2-40B4-BE49-F238E27FC236}">
                  <a16:creationId xmlns:a16="http://schemas.microsoft.com/office/drawing/2014/main" id="{2BA9091A-B3CB-7454-48A5-759E9829877D}"/>
                </a:ext>
              </a:extLst>
            </p:cNvPr>
            <p:cNvSpPr txBox="1"/>
            <p:nvPr/>
          </p:nvSpPr>
          <p:spPr>
            <a:xfrm>
              <a:off x="10608246" y="5191829"/>
              <a:ext cx="439369" cy="360542"/>
            </a:xfrm>
            <a:custGeom>
              <a:avLst/>
              <a:gdLst/>
              <a:ahLst/>
              <a:cxnLst/>
              <a:rect l="l" t="t" r="r" b="b"/>
              <a:pathLst>
                <a:path w="595883" h="488976">
                  <a:moveTo>
                    <a:pt x="341757" y="0"/>
                  </a:moveTo>
                  <a:lnTo>
                    <a:pt x="595883" y="0"/>
                  </a:lnTo>
                  <a:lnTo>
                    <a:pt x="595883" y="208560"/>
                  </a:lnTo>
                  <a:cubicBezTo>
                    <a:pt x="595883" y="256464"/>
                    <a:pt x="581863" y="306997"/>
                    <a:pt x="553821" y="360160"/>
                  </a:cubicBezTo>
                  <a:cubicBezTo>
                    <a:pt x="525780" y="413322"/>
                    <a:pt x="491312" y="456261"/>
                    <a:pt x="450418" y="488976"/>
                  </a:cubicBezTo>
                  <a:lnTo>
                    <a:pt x="387324" y="466192"/>
                  </a:lnTo>
                  <a:cubicBezTo>
                    <a:pt x="415366" y="425298"/>
                    <a:pt x="434644" y="389078"/>
                    <a:pt x="445160" y="357531"/>
                  </a:cubicBezTo>
                  <a:cubicBezTo>
                    <a:pt x="455676" y="325984"/>
                    <a:pt x="462102" y="289763"/>
                    <a:pt x="464439" y="248870"/>
                  </a:cubicBezTo>
                  <a:lnTo>
                    <a:pt x="341757" y="248870"/>
                  </a:lnTo>
                  <a:close/>
                  <a:moveTo>
                    <a:pt x="0" y="0"/>
                  </a:moveTo>
                  <a:lnTo>
                    <a:pt x="250622" y="0"/>
                  </a:lnTo>
                  <a:lnTo>
                    <a:pt x="250622" y="208560"/>
                  </a:lnTo>
                  <a:cubicBezTo>
                    <a:pt x="250622" y="256464"/>
                    <a:pt x="237185" y="306997"/>
                    <a:pt x="210312" y="360160"/>
                  </a:cubicBezTo>
                  <a:cubicBezTo>
                    <a:pt x="183439" y="413322"/>
                    <a:pt x="149555" y="456261"/>
                    <a:pt x="108661" y="488976"/>
                  </a:cubicBezTo>
                  <a:lnTo>
                    <a:pt x="43815" y="466192"/>
                  </a:lnTo>
                  <a:cubicBezTo>
                    <a:pt x="71856" y="425298"/>
                    <a:pt x="90843" y="389078"/>
                    <a:pt x="100774" y="357531"/>
                  </a:cubicBezTo>
                  <a:cubicBezTo>
                    <a:pt x="110706" y="325984"/>
                    <a:pt x="116840" y="289763"/>
                    <a:pt x="119176" y="248870"/>
                  </a:cubicBezTo>
                  <a:lnTo>
                    <a:pt x="0" y="248870"/>
                  </a:lnTo>
                  <a:close/>
                </a:path>
              </a:pathLst>
            </a:cu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zh-CN"/>
              </a:defPPr>
              <a:lvl1pPr algn="ctr"/>
            </a:lstStyle>
            <a:p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938583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DE59C5-6A68-45F3-4952-E9CE3AEE4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任意多边形: 形状 34">
            <a:extLst>
              <a:ext uri="{FF2B5EF4-FFF2-40B4-BE49-F238E27FC236}">
                <a16:creationId xmlns:a16="http://schemas.microsoft.com/office/drawing/2014/main" id="{0DC00252-7FC6-402B-88C6-2E2C598B55C2}"/>
              </a:ext>
            </a:extLst>
          </p:cNvPr>
          <p:cNvSpPr/>
          <p:nvPr/>
        </p:nvSpPr>
        <p:spPr>
          <a:xfrm>
            <a:off x="0" y="5315133"/>
            <a:ext cx="12192000" cy="1542867"/>
          </a:xfrm>
          <a:custGeom>
            <a:avLst/>
            <a:gdLst>
              <a:gd name="csX0" fmla="*/ 4552950 w 12192000"/>
              <a:gd name="csY0" fmla="*/ 0 h 1542867"/>
              <a:gd name="csX1" fmla="*/ 11672122 w 12192000"/>
              <a:gd name="csY1" fmla="*/ 1048195 h 1542867"/>
              <a:gd name="csX2" fmla="*/ 12192000 w 12192000"/>
              <a:gd name="csY2" fmla="*/ 1251521 h 1542867"/>
              <a:gd name="csX3" fmla="*/ 12192000 w 12192000"/>
              <a:gd name="csY3" fmla="*/ 1542867 h 1542867"/>
              <a:gd name="csX4" fmla="*/ 0 w 12192000"/>
              <a:gd name="csY4" fmla="*/ 1542867 h 1542867"/>
              <a:gd name="csX5" fmla="*/ 0 w 12192000"/>
              <a:gd name="csY5" fmla="*/ 387139 h 1542867"/>
              <a:gd name="csX6" fmla="*/ 188043 w 12192000"/>
              <a:gd name="csY6" fmla="*/ 352905 h 1542867"/>
              <a:gd name="csX7" fmla="*/ 4552950 w 12192000"/>
              <a:gd name="csY7" fmla="*/ 0 h 15428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542867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1542867"/>
                </a:lnTo>
                <a:lnTo>
                  <a:pt x="0" y="1542867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955B7065-268A-7E91-EB80-8BABD8F35166}"/>
              </a:ext>
            </a:extLst>
          </p:cNvPr>
          <p:cNvSpPr/>
          <p:nvPr/>
        </p:nvSpPr>
        <p:spPr>
          <a:xfrm>
            <a:off x="0" y="5909671"/>
            <a:ext cx="12192000" cy="948329"/>
          </a:xfrm>
          <a:custGeom>
            <a:avLst/>
            <a:gdLst>
              <a:gd name="csX0" fmla="*/ 6096000 w 12192000"/>
              <a:gd name="csY0" fmla="*/ 0 h 948329"/>
              <a:gd name="csX1" fmla="*/ 11777135 w 12192000"/>
              <a:gd name="csY1" fmla="*/ 553777 h 948329"/>
              <a:gd name="csX2" fmla="*/ 12192000 w 12192000"/>
              <a:gd name="csY2" fmla="*/ 661197 h 948329"/>
              <a:gd name="csX3" fmla="*/ 12192000 w 12192000"/>
              <a:gd name="csY3" fmla="*/ 948329 h 948329"/>
              <a:gd name="csX4" fmla="*/ 0 w 12192000"/>
              <a:gd name="csY4" fmla="*/ 948329 h 948329"/>
              <a:gd name="csX5" fmla="*/ 0 w 12192000"/>
              <a:gd name="csY5" fmla="*/ 661197 h 948329"/>
              <a:gd name="csX6" fmla="*/ 414865 w 12192000"/>
              <a:gd name="csY6" fmla="*/ 553777 h 948329"/>
              <a:gd name="csX7" fmla="*/ 6096000 w 12192000"/>
              <a:gd name="csY7" fmla="*/ 0 h 9483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948329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948329"/>
                </a:lnTo>
                <a:lnTo>
                  <a:pt x="0" y="948329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9" name="图形 948">
            <a:extLst>
              <a:ext uri="{FF2B5EF4-FFF2-40B4-BE49-F238E27FC236}">
                <a16:creationId xmlns:a16="http://schemas.microsoft.com/office/drawing/2014/main" id="{7DDE5E84-DE9F-D219-DA3C-D583F4AA3777}"/>
              </a:ext>
            </a:extLst>
          </p:cNvPr>
          <p:cNvSpPr/>
          <p:nvPr/>
        </p:nvSpPr>
        <p:spPr>
          <a:xfrm>
            <a:off x="10490406" y="5315133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A2C7E0DF-D28B-A6D4-9666-9530A1679106}"/>
              </a:ext>
            </a:extLst>
          </p:cNvPr>
          <p:cNvGrpSpPr/>
          <p:nvPr/>
        </p:nvGrpSpPr>
        <p:grpSpPr>
          <a:xfrm>
            <a:off x="4133850" y="1725613"/>
            <a:ext cx="3924300" cy="624180"/>
            <a:chOff x="1930400" y="1957312"/>
            <a:chExt cx="3924300" cy="624180"/>
          </a:xfrm>
        </p:grpSpPr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B162BBAD-8EBD-9C50-73AB-5EE3E95375CC}"/>
                </a:ext>
              </a:extLst>
            </p:cNvPr>
            <p:cNvSpPr/>
            <p:nvPr/>
          </p:nvSpPr>
          <p:spPr>
            <a:xfrm>
              <a:off x="1930400" y="1957312"/>
              <a:ext cx="3924300" cy="542924"/>
            </a:xfrm>
            <a:prstGeom prst="roundRect">
              <a:avLst>
                <a:gd name="adj" fmla="val 18508"/>
              </a:avLst>
            </a:pr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任意多边形: 形状 42">
              <a:extLst>
                <a:ext uri="{FF2B5EF4-FFF2-40B4-BE49-F238E27FC236}">
                  <a16:creationId xmlns:a16="http://schemas.microsoft.com/office/drawing/2014/main" id="{FB9F17F6-3DC6-09B1-FA0E-FDBDDF8B5ACC}"/>
                </a:ext>
              </a:extLst>
            </p:cNvPr>
            <p:cNvSpPr/>
            <p:nvPr/>
          </p:nvSpPr>
          <p:spPr>
            <a:xfrm>
              <a:off x="1930400" y="2000469"/>
              <a:ext cx="3924300" cy="581023"/>
            </a:xfrm>
            <a:custGeom>
              <a:avLst/>
              <a:gdLst>
                <a:gd name="csX0" fmla="*/ 819551 w 3924300"/>
                <a:gd name="csY0" fmla="*/ 0 h 581023"/>
                <a:gd name="csX1" fmla="*/ 2193829 w 3924300"/>
                <a:gd name="csY1" fmla="*/ 0 h 581023"/>
                <a:gd name="csX2" fmla="*/ 2393256 w 3924300"/>
                <a:gd name="csY2" fmla="*/ 0 h 581023"/>
                <a:gd name="csX3" fmla="*/ 3767535 w 3924300"/>
                <a:gd name="csY3" fmla="*/ 0 h 581023"/>
                <a:gd name="csX4" fmla="*/ 3848103 w 3924300"/>
                <a:gd name="csY4" fmla="*/ 80569 h 581023"/>
                <a:gd name="csX5" fmla="*/ 3848103 w 3924300"/>
                <a:gd name="csY5" fmla="*/ 487067 h 581023"/>
                <a:gd name="csX6" fmla="*/ 3924300 w 3924300"/>
                <a:gd name="csY6" fmla="*/ 487067 h 581023"/>
                <a:gd name="csX7" fmla="*/ 3924300 w 3924300"/>
                <a:gd name="csY7" fmla="*/ 581023 h 581023"/>
                <a:gd name="csX8" fmla="*/ 3848103 w 3924300"/>
                <a:gd name="csY8" fmla="*/ 581023 h 581023"/>
                <a:gd name="csX9" fmla="*/ 502010 w 3924300"/>
                <a:gd name="csY9" fmla="*/ 581023 h 581023"/>
                <a:gd name="csX10" fmla="*/ 0 w 3924300"/>
                <a:gd name="csY10" fmla="*/ 581023 h 581023"/>
                <a:gd name="csX11" fmla="*/ 0 w 3924300"/>
                <a:gd name="csY11" fmla="*/ 487067 h 581023"/>
                <a:gd name="csX12" fmla="*/ 674296 w 3924300"/>
                <a:gd name="csY12" fmla="*/ 487067 h 581023"/>
                <a:gd name="csX13" fmla="*/ 688266 w 3924300"/>
                <a:gd name="csY13" fmla="*/ 472788 h 581023"/>
                <a:gd name="csX14" fmla="*/ 731466 w 3924300"/>
                <a:gd name="csY14" fmla="*/ 369864 h 581023"/>
                <a:gd name="csX15" fmla="*/ 735921 w 3924300"/>
                <a:gd name="csY15" fmla="*/ 344864 h 581023"/>
                <a:gd name="csX16" fmla="*/ 735921 w 3924300"/>
                <a:gd name="csY16" fmla="*/ 258198 h 581023"/>
                <a:gd name="csX17" fmla="*/ 735921 w 3924300"/>
                <a:gd name="csY17" fmla="*/ 165682 h 581023"/>
                <a:gd name="csX18" fmla="*/ 738981 w 3924300"/>
                <a:gd name="csY18" fmla="*/ 148344 h 581023"/>
                <a:gd name="csX19" fmla="*/ 738981 w 3924300"/>
                <a:gd name="csY19" fmla="*/ 80568 h 581023"/>
                <a:gd name="csX20" fmla="*/ 819551 w 3924300"/>
                <a:gd name="csY20" fmla="*/ 0 h 5810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3924300" h="581023">
                  <a:moveTo>
                    <a:pt x="819551" y="0"/>
                  </a:moveTo>
                  <a:lnTo>
                    <a:pt x="2193829" y="0"/>
                  </a:lnTo>
                  <a:lnTo>
                    <a:pt x="2393256" y="0"/>
                  </a:lnTo>
                  <a:lnTo>
                    <a:pt x="3767535" y="0"/>
                  </a:lnTo>
                  <a:cubicBezTo>
                    <a:pt x="3812032" y="0"/>
                    <a:pt x="3848103" y="36071"/>
                    <a:pt x="3848103" y="80569"/>
                  </a:cubicBezTo>
                  <a:lnTo>
                    <a:pt x="3848103" y="487067"/>
                  </a:lnTo>
                  <a:lnTo>
                    <a:pt x="3924300" y="487067"/>
                  </a:lnTo>
                  <a:lnTo>
                    <a:pt x="3924300" y="581023"/>
                  </a:lnTo>
                  <a:lnTo>
                    <a:pt x="3848103" y="581023"/>
                  </a:lnTo>
                  <a:lnTo>
                    <a:pt x="502010" y="581023"/>
                  </a:lnTo>
                  <a:lnTo>
                    <a:pt x="0" y="581023"/>
                  </a:lnTo>
                  <a:lnTo>
                    <a:pt x="0" y="487067"/>
                  </a:lnTo>
                  <a:lnTo>
                    <a:pt x="674296" y="487067"/>
                  </a:lnTo>
                  <a:lnTo>
                    <a:pt x="688266" y="472788"/>
                  </a:lnTo>
                  <a:cubicBezTo>
                    <a:pt x="705903" y="451008"/>
                    <a:pt x="721178" y="419237"/>
                    <a:pt x="731466" y="369864"/>
                  </a:cubicBezTo>
                  <a:lnTo>
                    <a:pt x="735921" y="344864"/>
                  </a:lnTo>
                  <a:lnTo>
                    <a:pt x="735921" y="258198"/>
                  </a:lnTo>
                  <a:lnTo>
                    <a:pt x="735921" y="165682"/>
                  </a:lnTo>
                  <a:lnTo>
                    <a:pt x="738981" y="148344"/>
                  </a:lnTo>
                  <a:lnTo>
                    <a:pt x="738981" y="80568"/>
                  </a:lnTo>
                  <a:cubicBezTo>
                    <a:pt x="738981" y="36071"/>
                    <a:pt x="775053" y="0"/>
                    <a:pt x="819551" y="0"/>
                  </a:cubicBezTo>
                  <a:close/>
                </a:path>
              </a:pathLst>
            </a:custGeom>
            <a:solidFill>
              <a:schemeClr val="bg1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FEFF321E-9836-920D-B1B5-03DAA0C783BB}"/>
                </a:ext>
              </a:extLst>
            </p:cNvPr>
            <p:cNvSpPr txBox="1"/>
            <p:nvPr/>
          </p:nvSpPr>
          <p:spPr>
            <a:xfrm>
              <a:off x="2038381" y="2008923"/>
              <a:ext cx="5629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ctr">
                <a:defRPr sz="2400">
                  <a:solidFill>
                    <a:srgbClr val="1F8DE6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defRPr>
              </a:lvl1pPr>
            </a:lstStyle>
            <a:p>
              <a:r>
                <a:rPr lang="en-US" altLang="zh-CN" dirty="0">
                  <a:solidFill>
                    <a:schemeClr val="bg1"/>
                  </a:solidFill>
                </a:rPr>
                <a:t>01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FA7446E-9220-8C0E-03CF-2BF9E8791A13}"/>
                </a:ext>
              </a:extLst>
            </p:cNvPr>
            <p:cNvSpPr txBox="1"/>
            <p:nvPr/>
          </p:nvSpPr>
          <p:spPr>
            <a:xfrm>
              <a:off x="2898947" y="2081919"/>
              <a:ext cx="2825125" cy="369332"/>
            </a:xfrm>
            <a:prstGeom prst="rect">
              <a:avLst/>
            </a:prstGeom>
            <a:noFill/>
          </p:spPr>
          <p:txBody>
            <a:bodyPr vert="horz" wrap="square">
              <a:spAutoFit/>
            </a:bodyPr>
            <a:lstStyle/>
            <a:p>
              <a:r>
                <a:rPr lang="zh-CN" altLang="en-US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智能文档与创作</a:t>
              </a: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489EFBED-4C63-49B6-C6F6-EA05019D68AA}"/>
              </a:ext>
            </a:extLst>
          </p:cNvPr>
          <p:cNvSpPr txBox="1"/>
          <p:nvPr/>
        </p:nvSpPr>
        <p:spPr>
          <a:xfrm>
            <a:off x="2902567" y="2667353"/>
            <a:ext cx="6386866" cy="897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内置企业级大模型，支持多格式文档一键生成、智能排版与风格迁移。内置行业模板库，大幅缩短内容生产周期。</a:t>
            </a:r>
          </a:p>
        </p:txBody>
      </p:sp>
    </p:spTree>
    <p:extLst>
      <p:ext uri="{BB962C8B-B14F-4D97-AF65-F5344CB8AC3E}">
        <p14:creationId xmlns:p14="http://schemas.microsoft.com/office/powerpoint/2010/main" val="2435301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35FCD0-9476-C6F1-4790-BE7CA9AB2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组合 45">
            <a:extLst>
              <a:ext uri="{FF2B5EF4-FFF2-40B4-BE49-F238E27FC236}">
                <a16:creationId xmlns:a16="http://schemas.microsoft.com/office/drawing/2014/main" id="{C5885AD2-EE96-DDFA-DE56-A73F165A5CFC}"/>
              </a:ext>
            </a:extLst>
          </p:cNvPr>
          <p:cNvGrpSpPr/>
          <p:nvPr/>
        </p:nvGrpSpPr>
        <p:grpSpPr>
          <a:xfrm>
            <a:off x="4133850" y="87313"/>
            <a:ext cx="3924300" cy="624180"/>
            <a:chOff x="1930400" y="1957312"/>
            <a:chExt cx="3924300" cy="624180"/>
          </a:xfrm>
        </p:grpSpPr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A2241631-D7DF-0744-65E4-B1941D882318}"/>
                </a:ext>
              </a:extLst>
            </p:cNvPr>
            <p:cNvSpPr/>
            <p:nvPr/>
          </p:nvSpPr>
          <p:spPr>
            <a:xfrm>
              <a:off x="1930400" y="1957312"/>
              <a:ext cx="3924300" cy="542924"/>
            </a:xfrm>
            <a:prstGeom prst="roundRect">
              <a:avLst>
                <a:gd name="adj" fmla="val 18508"/>
              </a:avLst>
            </a:pr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任意多边形: 形状 42">
              <a:extLst>
                <a:ext uri="{FF2B5EF4-FFF2-40B4-BE49-F238E27FC236}">
                  <a16:creationId xmlns:a16="http://schemas.microsoft.com/office/drawing/2014/main" id="{1CF84B09-1100-CB71-38F0-59ACBF06F2BA}"/>
                </a:ext>
              </a:extLst>
            </p:cNvPr>
            <p:cNvSpPr/>
            <p:nvPr/>
          </p:nvSpPr>
          <p:spPr>
            <a:xfrm>
              <a:off x="1930400" y="2000469"/>
              <a:ext cx="3924300" cy="581023"/>
            </a:xfrm>
            <a:custGeom>
              <a:avLst/>
              <a:gdLst>
                <a:gd name="csX0" fmla="*/ 819551 w 3924300"/>
                <a:gd name="csY0" fmla="*/ 0 h 581023"/>
                <a:gd name="csX1" fmla="*/ 2193829 w 3924300"/>
                <a:gd name="csY1" fmla="*/ 0 h 581023"/>
                <a:gd name="csX2" fmla="*/ 2393256 w 3924300"/>
                <a:gd name="csY2" fmla="*/ 0 h 581023"/>
                <a:gd name="csX3" fmla="*/ 3767535 w 3924300"/>
                <a:gd name="csY3" fmla="*/ 0 h 581023"/>
                <a:gd name="csX4" fmla="*/ 3848103 w 3924300"/>
                <a:gd name="csY4" fmla="*/ 80569 h 581023"/>
                <a:gd name="csX5" fmla="*/ 3848103 w 3924300"/>
                <a:gd name="csY5" fmla="*/ 487067 h 581023"/>
                <a:gd name="csX6" fmla="*/ 3924300 w 3924300"/>
                <a:gd name="csY6" fmla="*/ 487067 h 581023"/>
                <a:gd name="csX7" fmla="*/ 3924300 w 3924300"/>
                <a:gd name="csY7" fmla="*/ 581023 h 581023"/>
                <a:gd name="csX8" fmla="*/ 3848103 w 3924300"/>
                <a:gd name="csY8" fmla="*/ 581023 h 581023"/>
                <a:gd name="csX9" fmla="*/ 502010 w 3924300"/>
                <a:gd name="csY9" fmla="*/ 581023 h 581023"/>
                <a:gd name="csX10" fmla="*/ 0 w 3924300"/>
                <a:gd name="csY10" fmla="*/ 581023 h 581023"/>
                <a:gd name="csX11" fmla="*/ 0 w 3924300"/>
                <a:gd name="csY11" fmla="*/ 487067 h 581023"/>
                <a:gd name="csX12" fmla="*/ 674296 w 3924300"/>
                <a:gd name="csY12" fmla="*/ 487067 h 581023"/>
                <a:gd name="csX13" fmla="*/ 688266 w 3924300"/>
                <a:gd name="csY13" fmla="*/ 472788 h 581023"/>
                <a:gd name="csX14" fmla="*/ 731466 w 3924300"/>
                <a:gd name="csY14" fmla="*/ 369864 h 581023"/>
                <a:gd name="csX15" fmla="*/ 735921 w 3924300"/>
                <a:gd name="csY15" fmla="*/ 344864 h 581023"/>
                <a:gd name="csX16" fmla="*/ 735921 w 3924300"/>
                <a:gd name="csY16" fmla="*/ 258198 h 581023"/>
                <a:gd name="csX17" fmla="*/ 735921 w 3924300"/>
                <a:gd name="csY17" fmla="*/ 165682 h 581023"/>
                <a:gd name="csX18" fmla="*/ 738981 w 3924300"/>
                <a:gd name="csY18" fmla="*/ 148344 h 581023"/>
                <a:gd name="csX19" fmla="*/ 738981 w 3924300"/>
                <a:gd name="csY19" fmla="*/ 80568 h 581023"/>
                <a:gd name="csX20" fmla="*/ 819551 w 3924300"/>
                <a:gd name="csY20" fmla="*/ 0 h 5810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3924300" h="581023">
                  <a:moveTo>
                    <a:pt x="819551" y="0"/>
                  </a:moveTo>
                  <a:lnTo>
                    <a:pt x="2193829" y="0"/>
                  </a:lnTo>
                  <a:lnTo>
                    <a:pt x="2393256" y="0"/>
                  </a:lnTo>
                  <a:lnTo>
                    <a:pt x="3767535" y="0"/>
                  </a:lnTo>
                  <a:cubicBezTo>
                    <a:pt x="3812032" y="0"/>
                    <a:pt x="3848103" y="36071"/>
                    <a:pt x="3848103" y="80569"/>
                  </a:cubicBezTo>
                  <a:lnTo>
                    <a:pt x="3848103" y="487067"/>
                  </a:lnTo>
                  <a:lnTo>
                    <a:pt x="3924300" y="487067"/>
                  </a:lnTo>
                  <a:lnTo>
                    <a:pt x="3924300" y="581023"/>
                  </a:lnTo>
                  <a:lnTo>
                    <a:pt x="3848103" y="581023"/>
                  </a:lnTo>
                  <a:lnTo>
                    <a:pt x="502010" y="581023"/>
                  </a:lnTo>
                  <a:lnTo>
                    <a:pt x="0" y="581023"/>
                  </a:lnTo>
                  <a:lnTo>
                    <a:pt x="0" y="487067"/>
                  </a:lnTo>
                  <a:lnTo>
                    <a:pt x="674296" y="487067"/>
                  </a:lnTo>
                  <a:lnTo>
                    <a:pt x="688266" y="472788"/>
                  </a:lnTo>
                  <a:cubicBezTo>
                    <a:pt x="705903" y="451008"/>
                    <a:pt x="721178" y="419237"/>
                    <a:pt x="731466" y="369864"/>
                  </a:cubicBezTo>
                  <a:lnTo>
                    <a:pt x="735921" y="344864"/>
                  </a:lnTo>
                  <a:lnTo>
                    <a:pt x="735921" y="258198"/>
                  </a:lnTo>
                  <a:lnTo>
                    <a:pt x="735921" y="165682"/>
                  </a:lnTo>
                  <a:lnTo>
                    <a:pt x="738981" y="148344"/>
                  </a:lnTo>
                  <a:lnTo>
                    <a:pt x="738981" y="80568"/>
                  </a:lnTo>
                  <a:cubicBezTo>
                    <a:pt x="738981" y="36071"/>
                    <a:pt x="775053" y="0"/>
                    <a:pt x="819551" y="0"/>
                  </a:cubicBezTo>
                  <a:close/>
                </a:path>
              </a:pathLst>
            </a:custGeom>
            <a:solidFill>
              <a:schemeClr val="bg1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528ED4D3-BE53-F71D-68D6-1F17AF35D538}"/>
                </a:ext>
              </a:extLst>
            </p:cNvPr>
            <p:cNvSpPr txBox="1"/>
            <p:nvPr/>
          </p:nvSpPr>
          <p:spPr>
            <a:xfrm>
              <a:off x="2038381" y="2008923"/>
              <a:ext cx="5629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ctr">
                <a:defRPr sz="2400">
                  <a:solidFill>
                    <a:srgbClr val="1F8DE6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defRPr>
              </a:lvl1pPr>
            </a:lstStyle>
            <a:p>
              <a:r>
                <a:rPr lang="en-US" altLang="zh-CN" dirty="0">
                  <a:solidFill>
                    <a:schemeClr val="bg1"/>
                  </a:solidFill>
                </a:rPr>
                <a:t>01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CFFA9565-CDF8-C2DF-DAAA-57F4E71730B4}"/>
                </a:ext>
              </a:extLst>
            </p:cNvPr>
            <p:cNvSpPr txBox="1"/>
            <p:nvPr/>
          </p:nvSpPr>
          <p:spPr>
            <a:xfrm>
              <a:off x="2898947" y="2081919"/>
              <a:ext cx="2825125" cy="369332"/>
            </a:xfrm>
            <a:prstGeom prst="rect">
              <a:avLst/>
            </a:prstGeom>
            <a:noFill/>
          </p:spPr>
          <p:txBody>
            <a:bodyPr vert="horz" wrap="square">
              <a:spAutoFit/>
            </a:bodyPr>
            <a:lstStyle/>
            <a:p>
              <a:r>
                <a:rPr lang="zh-CN" altLang="en-US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智能文档与创作</a:t>
              </a:r>
            </a:p>
          </p:txBody>
        </p:sp>
      </p:grpSp>
      <p:sp>
        <p:nvSpPr>
          <p:cNvPr id="6" name="矩形 5"/>
          <p:cNvSpPr/>
          <p:nvPr/>
        </p:nvSpPr>
        <p:spPr>
          <a:xfrm>
            <a:off x="6637338" y="1257300"/>
            <a:ext cx="4606925" cy="2698750"/>
          </a:xfrm>
          <a:prstGeom prst="rect">
            <a:avLst/>
          </a:prstGeom>
          <a:solidFill>
            <a:srgbClr val="ECF1FB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noProof="1">
              <a:solidFill>
                <a:schemeClr val="lt1"/>
              </a:solidFill>
              <a:sym typeface="+mn-lt"/>
            </a:endParaRPr>
          </a:p>
        </p:txBody>
      </p:sp>
      <p:sp>
        <p:nvSpPr>
          <p:cNvPr id="8197" name="Oval 5"/>
          <p:cNvSpPr/>
          <p:nvPr/>
        </p:nvSpPr>
        <p:spPr>
          <a:xfrm>
            <a:off x="7028164" y="1633538"/>
            <a:ext cx="750888" cy="749300"/>
          </a:xfrm>
          <a:prstGeom prst="roundRect">
            <a:avLst>
              <a:gd name="adj" fmla="val 16667"/>
            </a:avLst>
          </a:prstGeom>
          <a:solidFill>
            <a:srgbClr val="4F6DD9"/>
          </a:solidFill>
          <a:ln w="9525">
            <a:noFill/>
          </a:ln>
        </p:spPr>
        <p:txBody>
          <a:bodyPr anchor="ctr" anchorCtr="0"/>
          <a:lstStyle/>
          <a:p>
            <a:pPr algn="ctr"/>
            <a:endParaRPr lang="en-US" altLang="zh-CN" sz="3100">
              <a:solidFill>
                <a:srgbClr val="079FB6"/>
              </a:solidFill>
              <a:cs typeface="+mn-ea"/>
              <a:sym typeface="+mn-lt"/>
            </a:endParaRPr>
          </a:p>
        </p:txBody>
      </p:sp>
      <p:sp>
        <p:nvSpPr>
          <p:cNvPr id="8198" name="Freeform 7" descr="D:\51PPT模板网\51pptmoban.com\图片.jpg"/>
          <p:cNvSpPr>
            <a:spLocks noEditPoints="1"/>
          </p:cNvSpPr>
          <p:nvPr/>
        </p:nvSpPr>
        <p:spPr>
          <a:xfrm>
            <a:off x="7207552" y="1811338"/>
            <a:ext cx="392112" cy="392112"/>
          </a:xfrm>
          <a:custGeom>
            <a:avLst/>
            <a:gdLst/>
            <a:ahLst/>
            <a:cxnLst>
              <a:cxn ang="0">
                <a:pos x="362692" y="296236"/>
              </a:cxn>
              <a:cxn ang="0">
                <a:pos x="362692" y="248254"/>
              </a:cxn>
              <a:cxn ang="0">
                <a:pos x="290572" y="176281"/>
              </a:cxn>
              <a:cxn ang="0">
                <a:pos x="248763" y="176281"/>
              </a:cxn>
              <a:cxn ang="0">
                <a:pos x="216361" y="154376"/>
              </a:cxn>
              <a:cxn ang="0">
                <a:pos x="216361" y="95963"/>
              </a:cxn>
              <a:cxn ang="0">
                <a:pos x="246672" y="50068"/>
              </a:cxn>
              <a:cxn ang="0">
                <a:pos x="196502" y="0"/>
              </a:cxn>
              <a:cxn ang="0">
                <a:pos x="146331" y="50068"/>
              </a:cxn>
              <a:cxn ang="0">
                <a:pos x="176642" y="95963"/>
              </a:cxn>
              <a:cxn ang="0">
                <a:pos x="176642" y="154376"/>
              </a:cxn>
              <a:cxn ang="0">
                <a:pos x="144240" y="176281"/>
              </a:cxn>
              <a:cxn ang="0">
                <a:pos x="102431" y="176281"/>
              </a:cxn>
              <a:cxn ang="0">
                <a:pos x="30311" y="248254"/>
              </a:cxn>
              <a:cxn ang="0">
                <a:pos x="30311" y="296236"/>
              </a:cxn>
              <a:cxn ang="0">
                <a:pos x="0" y="342131"/>
              </a:cxn>
              <a:cxn ang="0">
                <a:pos x="50170" y="392200"/>
              </a:cxn>
              <a:cxn ang="0">
                <a:pos x="100341" y="342131"/>
              </a:cxn>
              <a:cxn ang="0">
                <a:pos x="70029" y="296236"/>
              </a:cxn>
              <a:cxn ang="0">
                <a:pos x="70029" y="248254"/>
              </a:cxn>
              <a:cxn ang="0">
                <a:pos x="102431" y="215918"/>
              </a:cxn>
              <a:cxn ang="0">
                <a:pos x="144240" y="215918"/>
              </a:cxn>
              <a:cxn ang="0">
                <a:pos x="176642" y="210703"/>
              </a:cxn>
              <a:cxn ang="0">
                <a:pos x="176642" y="296236"/>
              </a:cxn>
              <a:cxn ang="0">
                <a:pos x="146331" y="342131"/>
              </a:cxn>
              <a:cxn ang="0">
                <a:pos x="196502" y="392200"/>
              </a:cxn>
              <a:cxn ang="0">
                <a:pos x="246672" y="342131"/>
              </a:cxn>
              <a:cxn ang="0">
                <a:pos x="216361" y="296236"/>
              </a:cxn>
              <a:cxn ang="0">
                <a:pos x="216361" y="210703"/>
              </a:cxn>
              <a:cxn ang="0">
                <a:pos x="248763" y="215918"/>
              </a:cxn>
              <a:cxn ang="0">
                <a:pos x="290572" y="215918"/>
              </a:cxn>
              <a:cxn ang="0">
                <a:pos x="322974" y="248254"/>
              </a:cxn>
              <a:cxn ang="0">
                <a:pos x="322974" y="296236"/>
              </a:cxn>
              <a:cxn ang="0">
                <a:pos x="292662" y="342131"/>
              </a:cxn>
              <a:cxn ang="0">
                <a:pos x="342833" y="392200"/>
              </a:cxn>
              <a:cxn ang="0">
                <a:pos x="393004" y="342131"/>
              </a:cxn>
              <a:cxn ang="0">
                <a:pos x="362692" y="296236"/>
              </a:cxn>
              <a:cxn ang="0">
                <a:pos x="78391" y="342131"/>
              </a:cxn>
              <a:cxn ang="0">
                <a:pos x="50170" y="371338"/>
              </a:cxn>
              <a:cxn ang="0">
                <a:pos x="20904" y="342131"/>
              </a:cxn>
              <a:cxn ang="0">
                <a:pos x="50170" y="312925"/>
              </a:cxn>
              <a:cxn ang="0">
                <a:pos x="78391" y="342131"/>
              </a:cxn>
              <a:cxn ang="0">
                <a:pos x="167235" y="50068"/>
              </a:cxn>
              <a:cxn ang="0">
                <a:pos x="196502" y="20861"/>
              </a:cxn>
              <a:cxn ang="0">
                <a:pos x="224723" y="50068"/>
              </a:cxn>
              <a:cxn ang="0">
                <a:pos x="196502" y="79274"/>
              </a:cxn>
              <a:cxn ang="0">
                <a:pos x="167235" y="50068"/>
              </a:cxn>
              <a:cxn ang="0">
                <a:pos x="224723" y="342131"/>
              </a:cxn>
              <a:cxn ang="0">
                <a:pos x="196502" y="371338"/>
              </a:cxn>
              <a:cxn ang="0">
                <a:pos x="167235" y="342131"/>
              </a:cxn>
              <a:cxn ang="0">
                <a:pos x="196502" y="312925"/>
              </a:cxn>
              <a:cxn ang="0">
                <a:pos x="224723" y="342131"/>
              </a:cxn>
              <a:cxn ang="0">
                <a:pos x="342833" y="371338"/>
              </a:cxn>
              <a:cxn ang="0">
                <a:pos x="313567" y="342131"/>
              </a:cxn>
              <a:cxn ang="0">
                <a:pos x="342833" y="312925"/>
              </a:cxn>
              <a:cxn ang="0">
                <a:pos x="371054" y="342131"/>
              </a:cxn>
              <a:cxn ang="0">
                <a:pos x="342833" y="371338"/>
              </a:cxn>
            </a:cxnLst>
            <a:rect l="l" t="t" r="r" b="b"/>
            <a:pathLst>
              <a:path w="376" h="376">
                <a:moveTo>
                  <a:pt x="347" y="284"/>
                </a:moveTo>
                <a:cubicBezTo>
                  <a:pt x="347" y="238"/>
                  <a:pt x="347" y="238"/>
                  <a:pt x="347" y="238"/>
                </a:cubicBezTo>
                <a:cubicBezTo>
                  <a:pt x="347" y="210"/>
                  <a:pt x="328" y="169"/>
                  <a:pt x="278" y="169"/>
                </a:cubicBezTo>
                <a:cubicBezTo>
                  <a:pt x="238" y="169"/>
                  <a:pt x="238" y="169"/>
                  <a:pt x="238" y="169"/>
                </a:cubicBezTo>
                <a:cubicBezTo>
                  <a:pt x="210" y="169"/>
                  <a:pt x="207" y="155"/>
                  <a:pt x="207" y="148"/>
                </a:cubicBezTo>
                <a:cubicBezTo>
                  <a:pt x="207" y="92"/>
                  <a:pt x="207" y="92"/>
                  <a:pt x="207" y="92"/>
                </a:cubicBezTo>
                <a:cubicBezTo>
                  <a:pt x="224" y="85"/>
                  <a:pt x="236" y="68"/>
                  <a:pt x="236" y="48"/>
                </a:cubicBezTo>
                <a:cubicBezTo>
                  <a:pt x="236" y="21"/>
                  <a:pt x="214" y="0"/>
                  <a:pt x="188" y="0"/>
                </a:cubicBezTo>
                <a:cubicBezTo>
                  <a:pt x="161" y="0"/>
                  <a:pt x="140" y="21"/>
                  <a:pt x="140" y="48"/>
                </a:cubicBezTo>
                <a:cubicBezTo>
                  <a:pt x="140" y="68"/>
                  <a:pt x="152" y="85"/>
                  <a:pt x="169" y="92"/>
                </a:cubicBezTo>
                <a:cubicBezTo>
                  <a:pt x="169" y="148"/>
                  <a:pt x="169" y="148"/>
                  <a:pt x="169" y="148"/>
                </a:cubicBezTo>
                <a:cubicBezTo>
                  <a:pt x="169" y="153"/>
                  <a:pt x="167" y="169"/>
                  <a:pt x="138" y="169"/>
                </a:cubicBezTo>
                <a:cubicBezTo>
                  <a:pt x="98" y="169"/>
                  <a:pt x="98" y="169"/>
                  <a:pt x="98" y="169"/>
                </a:cubicBezTo>
                <a:cubicBezTo>
                  <a:pt x="47" y="169"/>
                  <a:pt x="29" y="210"/>
                  <a:pt x="29" y="238"/>
                </a:cubicBezTo>
                <a:cubicBezTo>
                  <a:pt x="29" y="284"/>
                  <a:pt x="29" y="284"/>
                  <a:pt x="29" y="284"/>
                </a:cubicBezTo>
                <a:cubicBezTo>
                  <a:pt x="12" y="291"/>
                  <a:pt x="0" y="308"/>
                  <a:pt x="0" y="328"/>
                </a:cubicBezTo>
                <a:cubicBezTo>
                  <a:pt x="0" y="354"/>
                  <a:pt x="21" y="376"/>
                  <a:pt x="48" y="376"/>
                </a:cubicBezTo>
                <a:cubicBezTo>
                  <a:pt x="74" y="376"/>
                  <a:pt x="96" y="354"/>
                  <a:pt x="96" y="328"/>
                </a:cubicBezTo>
                <a:cubicBezTo>
                  <a:pt x="96" y="308"/>
                  <a:pt x="84" y="291"/>
                  <a:pt x="67" y="284"/>
                </a:cubicBezTo>
                <a:cubicBezTo>
                  <a:pt x="67" y="238"/>
                  <a:pt x="67" y="238"/>
                  <a:pt x="67" y="238"/>
                </a:cubicBezTo>
                <a:cubicBezTo>
                  <a:pt x="67" y="233"/>
                  <a:pt x="68" y="207"/>
                  <a:pt x="98" y="207"/>
                </a:cubicBezTo>
                <a:cubicBezTo>
                  <a:pt x="138" y="207"/>
                  <a:pt x="138" y="207"/>
                  <a:pt x="138" y="207"/>
                </a:cubicBezTo>
                <a:cubicBezTo>
                  <a:pt x="150" y="207"/>
                  <a:pt x="160" y="205"/>
                  <a:pt x="169" y="202"/>
                </a:cubicBezTo>
                <a:cubicBezTo>
                  <a:pt x="169" y="284"/>
                  <a:pt x="169" y="284"/>
                  <a:pt x="169" y="284"/>
                </a:cubicBezTo>
                <a:cubicBezTo>
                  <a:pt x="152" y="291"/>
                  <a:pt x="140" y="308"/>
                  <a:pt x="140" y="328"/>
                </a:cubicBezTo>
                <a:cubicBezTo>
                  <a:pt x="140" y="354"/>
                  <a:pt x="161" y="376"/>
                  <a:pt x="188" y="376"/>
                </a:cubicBezTo>
                <a:cubicBezTo>
                  <a:pt x="214" y="376"/>
                  <a:pt x="236" y="354"/>
                  <a:pt x="236" y="328"/>
                </a:cubicBezTo>
                <a:cubicBezTo>
                  <a:pt x="236" y="308"/>
                  <a:pt x="224" y="291"/>
                  <a:pt x="207" y="284"/>
                </a:cubicBezTo>
                <a:cubicBezTo>
                  <a:pt x="207" y="202"/>
                  <a:pt x="207" y="202"/>
                  <a:pt x="207" y="202"/>
                </a:cubicBezTo>
                <a:cubicBezTo>
                  <a:pt x="215" y="205"/>
                  <a:pt x="226" y="207"/>
                  <a:pt x="238" y="207"/>
                </a:cubicBezTo>
                <a:cubicBezTo>
                  <a:pt x="278" y="207"/>
                  <a:pt x="278" y="207"/>
                  <a:pt x="278" y="207"/>
                </a:cubicBezTo>
                <a:cubicBezTo>
                  <a:pt x="306" y="207"/>
                  <a:pt x="309" y="231"/>
                  <a:pt x="309" y="238"/>
                </a:cubicBezTo>
                <a:cubicBezTo>
                  <a:pt x="309" y="284"/>
                  <a:pt x="309" y="284"/>
                  <a:pt x="309" y="284"/>
                </a:cubicBezTo>
                <a:cubicBezTo>
                  <a:pt x="292" y="291"/>
                  <a:pt x="280" y="308"/>
                  <a:pt x="280" y="328"/>
                </a:cubicBezTo>
                <a:cubicBezTo>
                  <a:pt x="280" y="354"/>
                  <a:pt x="301" y="376"/>
                  <a:pt x="328" y="376"/>
                </a:cubicBezTo>
                <a:cubicBezTo>
                  <a:pt x="354" y="376"/>
                  <a:pt x="376" y="354"/>
                  <a:pt x="376" y="328"/>
                </a:cubicBezTo>
                <a:cubicBezTo>
                  <a:pt x="376" y="308"/>
                  <a:pt x="364" y="291"/>
                  <a:pt x="347" y="284"/>
                </a:cubicBezTo>
                <a:close/>
                <a:moveTo>
                  <a:pt x="75" y="328"/>
                </a:moveTo>
                <a:cubicBezTo>
                  <a:pt x="75" y="343"/>
                  <a:pt x="63" y="356"/>
                  <a:pt x="48" y="356"/>
                </a:cubicBezTo>
                <a:cubicBezTo>
                  <a:pt x="32" y="356"/>
                  <a:pt x="20" y="343"/>
                  <a:pt x="20" y="328"/>
                </a:cubicBezTo>
                <a:cubicBezTo>
                  <a:pt x="20" y="313"/>
                  <a:pt x="32" y="300"/>
                  <a:pt x="48" y="300"/>
                </a:cubicBezTo>
                <a:cubicBezTo>
                  <a:pt x="63" y="300"/>
                  <a:pt x="75" y="313"/>
                  <a:pt x="75" y="328"/>
                </a:cubicBezTo>
                <a:close/>
                <a:moveTo>
                  <a:pt x="160" y="48"/>
                </a:moveTo>
                <a:cubicBezTo>
                  <a:pt x="160" y="33"/>
                  <a:pt x="172" y="20"/>
                  <a:pt x="188" y="20"/>
                </a:cubicBezTo>
                <a:cubicBezTo>
                  <a:pt x="203" y="20"/>
                  <a:pt x="215" y="33"/>
                  <a:pt x="215" y="48"/>
                </a:cubicBezTo>
                <a:cubicBezTo>
                  <a:pt x="215" y="63"/>
                  <a:pt x="203" y="76"/>
                  <a:pt x="188" y="76"/>
                </a:cubicBezTo>
                <a:cubicBezTo>
                  <a:pt x="172" y="76"/>
                  <a:pt x="160" y="63"/>
                  <a:pt x="160" y="48"/>
                </a:cubicBezTo>
                <a:close/>
                <a:moveTo>
                  <a:pt x="215" y="328"/>
                </a:moveTo>
                <a:cubicBezTo>
                  <a:pt x="215" y="343"/>
                  <a:pt x="203" y="356"/>
                  <a:pt x="188" y="356"/>
                </a:cubicBezTo>
                <a:cubicBezTo>
                  <a:pt x="172" y="356"/>
                  <a:pt x="160" y="343"/>
                  <a:pt x="160" y="328"/>
                </a:cubicBezTo>
                <a:cubicBezTo>
                  <a:pt x="160" y="313"/>
                  <a:pt x="172" y="300"/>
                  <a:pt x="188" y="300"/>
                </a:cubicBezTo>
                <a:cubicBezTo>
                  <a:pt x="203" y="300"/>
                  <a:pt x="215" y="313"/>
                  <a:pt x="215" y="328"/>
                </a:cubicBezTo>
                <a:close/>
                <a:moveTo>
                  <a:pt x="328" y="356"/>
                </a:moveTo>
                <a:cubicBezTo>
                  <a:pt x="312" y="356"/>
                  <a:pt x="300" y="343"/>
                  <a:pt x="300" y="328"/>
                </a:cubicBezTo>
                <a:cubicBezTo>
                  <a:pt x="300" y="313"/>
                  <a:pt x="312" y="300"/>
                  <a:pt x="328" y="300"/>
                </a:cubicBezTo>
                <a:cubicBezTo>
                  <a:pt x="343" y="300"/>
                  <a:pt x="355" y="313"/>
                  <a:pt x="355" y="328"/>
                </a:cubicBezTo>
                <a:cubicBezTo>
                  <a:pt x="355" y="343"/>
                  <a:pt x="343" y="356"/>
                  <a:pt x="328" y="356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8199" name="Oval 26"/>
          <p:cNvSpPr/>
          <p:nvPr/>
        </p:nvSpPr>
        <p:spPr>
          <a:xfrm>
            <a:off x="7028164" y="2789238"/>
            <a:ext cx="750888" cy="750887"/>
          </a:xfrm>
          <a:prstGeom prst="roundRect">
            <a:avLst>
              <a:gd name="adj" fmla="val 16667"/>
            </a:avLst>
          </a:prstGeom>
          <a:solidFill>
            <a:srgbClr val="4F6DD9"/>
          </a:solidFill>
          <a:ln w="9525">
            <a:noFill/>
          </a:ln>
        </p:spPr>
        <p:txBody>
          <a:bodyPr anchor="ctr" anchorCtr="0"/>
          <a:lstStyle/>
          <a:p>
            <a:pPr algn="ctr"/>
            <a:endParaRPr lang="en-US" altLang="zh-CN" sz="3100">
              <a:solidFill>
                <a:srgbClr val="079FB6"/>
              </a:solidFill>
              <a:cs typeface="+mn-ea"/>
              <a:sym typeface="+mn-lt"/>
            </a:endParaRPr>
          </a:p>
        </p:txBody>
      </p:sp>
      <p:sp>
        <p:nvSpPr>
          <p:cNvPr id="8200" name="Freeform 6" descr="D:\51PPT模板网\51pptmoban.com\图片.jpg"/>
          <p:cNvSpPr>
            <a:spLocks noEditPoints="1"/>
          </p:cNvSpPr>
          <p:nvPr/>
        </p:nvSpPr>
        <p:spPr>
          <a:xfrm>
            <a:off x="7169452" y="2924175"/>
            <a:ext cx="468312" cy="479425"/>
          </a:xfrm>
          <a:custGeom>
            <a:avLst/>
            <a:gdLst/>
            <a:ahLst/>
            <a:cxnLst>
              <a:cxn ang="0">
                <a:pos x="136035" y="105865"/>
              </a:cxn>
              <a:cxn ang="0">
                <a:pos x="95562" y="384045"/>
              </a:cxn>
              <a:cxn ang="0">
                <a:pos x="373255" y="343500"/>
              </a:cxn>
              <a:cxn ang="0">
                <a:pos x="300178" y="179070"/>
              </a:cxn>
              <a:cxn ang="0">
                <a:pos x="136035" y="105865"/>
              </a:cxn>
              <a:cxn ang="0">
                <a:pos x="344024" y="322102"/>
              </a:cxn>
              <a:cxn ang="0">
                <a:pos x="223728" y="255654"/>
              </a:cxn>
              <a:cxn ang="0">
                <a:pos x="157396" y="135147"/>
              </a:cxn>
              <a:cxn ang="0">
                <a:pos x="277693" y="201595"/>
              </a:cxn>
              <a:cxn ang="0">
                <a:pos x="344024" y="322102"/>
              </a:cxn>
              <a:cxn ang="0">
                <a:pos x="347397" y="144157"/>
              </a:cxn>
              <a:cxn ang="0">
                <a:pos x="363137" y="137400"/>
              </a:cxn>
              <a:cxn ang="0">
                <a:pos x="405859" y="94603"/>
              </a:cxn>
              <a:cxn ang="0">
                <a:pos x="405859" y="63069"/>
              </a:cxn>
              <a:cxn ang="0">
                <a:pos x="374379" y="63069"/>
              </a:cxn>
              <a:cxn ang="0">
                <a:pos x="331657" y="105865"/>
              </a:cxn>
              <a:cxn ang="0">
                <a:pos x="331657" y="137400"/>
              </a:cxn>
              <a:cxn ang="0">
                <a:pos x="347397" y="144157"/>
              </a:cxn>
              <a:cxn ang="0">
                <a:pos x="266450" y="88972"/>
              </a:cxn>
              <a:cxn ang="0">
                <a:pos x="277693" y="91224"/>
              </a:cxn>
              <a:cxn ang="0">
                <a:pos x="296805" y="79962"/>
              </a:cxn>
              <a:cxn ang="0">
                <a:pos x="321539" y="37165"/>
              </a:cxn>
              <a:cxn ang="0">
                <a:pos x="312545" y="5631"/>
              </a:cxn>
              <a:cxn ang="0">
                <a:pos x="282190" y="14641"/>
              </a:cxn>
              <a:cxn ang="0">
                <a:pos x="257456" y="58564"/>
              </a:cxn>
              <a:cxn ang="0">
                <a:pos x="266450" y="88972"/>
              </a:cxn>
              <a:cxn ang="0">
                <a:pos x="463196" y="156546"/>
              </a:cxn>
              <a:cxn ang="0">
                <a:pos x="432841" y="147536"/>
              </a:cxn>
              <a:cxn ang="0">
                <a:pos x="388995" y="172313"/>
              </a:cxn>
              <a:cxn ang="0">
                <a:pos x="380001" y="202721"/>
              </a:cxn>
              <a:cxn ang="0">
                <a:pos x="400237" y="213984"/>
              </a:cxn>
              <a:cxn ang="0">
                <a:pos x="411480" y="211731"/>
              </a:cxn>
              <a:cxn ang="0">
                <a:pos x="454202" y="186954"/>
              </a:cxn>
              <a:cxn ang="0">
                <a:pos x="463196" y="156546"/>
              </a:cxn>
            </a:cxnLst>
            <a:rect l="l" t="t" r="r" b="b"/>
            <a:pathLst>
              <a:path w="417" h="426">
                <a:moveTo>
                  <a:pt x="121" y="94"/>
                </a:moveTo>
                <a:cubicBezTo>
                  <a:pt x="98" y="116"/>
                  <a:pt x="0" y="256"/>
                  <a:pt x="85" y="341"/>
                </a:cubicBezTo>
                <a:cubicBezTo>
                  <a:pt x="170" y="426"/>
                  <a:pt x="309" y="328"/>
                  <a:pt x="332" y="305"/>
                </a:cubicBezTo>
                <a:cubicBezTo>
                  <a:pt x="354" y="283"/>
                  <a:pt x="325" y="217"/>
                  <a:pt x="267" y="159"/>
                </a:cubicBezTo>
                <a:cubicBezTo>
                  <a:pt x="209" y="101"/>
                  <a:pt x="143" y="72"/>
                  <a:pt x="121" y="94"/>
                </a:cubicBezTo>
                <a:close/>
                <a:moveTo>
                  <a:pt x="306" y="286"/>
                </a:moveTo>
                <a:cubicBezTo>
                  <a:pt x="299" y="292"/>
                  <a:pt x="248" y="277"/>
                  <a:pt x="199" y="227"/>
                </a:cubicBezTo>
                <a:cubicBezTo>
                  <a:pt x="149" y="178"/>
                  <a:pt x="134" y="127"/>
                  <a:pt x="140" y="120"/>
                </a:cubicBezTo>
                <a:cubicBezTo>
                  <a:pt x="147" y="113"/>
                  <a:pt x="198" y="129"/>
                  <a:pt x="247" y="179"/>
                </a:cubicBezTo>
                <a:cubicBezTo>
                  <a:pt x="297" y="228"/>
                  <a:pt x="313" y="279"/>
                  <a:pt x="306" y="286"/>
                </a:cubicBezTo>
                <a:close/>
                <a:moveTo>
                  <a:pt x="309" y="128"/>
                </a:moveTo>
                <a:cubicBezTo>
                  <a:pt x="314" y="128"/>
                  <a:pt x="319" y="126"/>
                  <a:pt x="323" y="122"/>
                </a:cubicBezTo>
                <a:cubicBezTo>
                  <a:pt x="361" y="84"/>
                  <a:pt x="361" y="84"/>
                  <a:pt x="361" y="84"/>
                </a:cubicBezTo>
                <a:cubicBezTo>
                  <a:pt x="369" y="76"/>
                  <a:pt x="369" y="64"/>
                  <a:pt x="361" y="56"/>
                </a:cubicBezTo>
                <a:cubicBezTo>
                  <a:pt x="353" y="48"/>
                  <a:pt x="341" y="48"/>
                  <a:pt x="333" y="56"/>
                </a:cubicBezTo>
                <a:cubicBezTo>
                  <a:pt x="295" y="94"/>
                  <a:pt x="295" y="94"/>
                  <a:pt x="295" y="94"/>
                </a:cubicBezTo>
                <a:cubicBezTo>
                  <a:pt x="287" y="102"/>
                  <a:pt x="287" y="115"/>
                  <a:pt x="295" y="122"/>
                </a:cubicBezTo>
                <a:cubicBezTo>
                  <a:pt x="299" y="126"/>
                  <a:pt x="304" y="128"/>
                  <a:pt x="309" y="128"/>
                </a:cubicBezTo>
                <a:close/>
                <a:moveTo>
                  <a:pt x="237" y="79"/>
                </a:moveTo>
                <a:cubicBezTo>
                  <a:pt x="240" y="81"/>
                  <a:pt x="243" y="81"/>
                  <a:pt x="247" y="81"/>
                </a:cubicBezTo>
                <a:cubicBezTo>
                  <a:pt x="254" y="81"/>
                  <a:pt x="260" y="78"/>
                  <a:pt x="264" y="71"/>
                </a:cubicBezTo>
                <a:cubicBezTo>
                  <a:pt x="286" y="33"/>
                  <a:pt x="286" y="33"/>
                  <a:pt x="286" y="33"/>
                </a:cubicBezTo>
                <a:cubicBezTo>
                  <a:pt x="291" y="23"/>
                  <a:pt x="288" y="11"/>
                  <a:pt x="278" y="5"/>
                </a:cubicBezTo>
                <a:cubicBezTo>
                  <a:pt x="268" y="0"/>
                  <a:pt x="256" y="3"/>
                  <a:pt x="251" y="13"/>
                </a:cubicBezTo>
                <a:cubicBezTo>
                  <a:pt x="229" y="52"/>
                  <a:pt x="229" y="52"/>
                  <a:pt x="229" y="52"/>
                </a:cubicBezTo>
                <a:cubicBezTo>
                  <a:pt x="224" y="61"/>
                  <a:pt x="227" y="73"/>
                  <a:pt x="237" y="79"/>
                </a:cubicBezTo>
                <a:close/>
                <a:moveTo>
                  <a:pt x="412" y="139"/>
                </a:moveTo>
                <a:cubicBezTo>
                  <a:pt x="406" y="129"/>
                  <a:pt x="394" y="126"/>
                  <a:pt x="385" y="131"/>
                </a:cubicBezTo>
                <a:cubicBezTo>
                  <a:pt x="346" y="153"/>
                  <a:pt x="346" y="153"/>
                  <a:pt x="346" y="153"/>
                </a:cubicBezTo>
                <a:cubicBezTo>
                  <a:pt x="336" y="158"/>
                  <a:pt x="333" y="171"/>
                  <a:pt x="338" y="180"/>
                </a:cubicBezTo>
                <a:cubicBezTo>
                  <a:pt x="342" y="187"/>
                  <a:pt x="349" y="190"/>
                  <a:pt x="356" y="190"/>
                </a:cubicBezTo>
                <a:cubicBezTo>
                  <a:pt x="359" y="190"/>
                  <a:pt x="363" y="190"/>
                  <a:pt x="366" y="188"/>
                </a:cubicBezTo>
                <a:cubicBezTo>
                  <a:pt x="404" y="166"/>
                  <a:pt x="404" y="166"/>
                  <a:pt x="404" y="166"/>
                </a:cubicBezTo>
                <a:cubicBezTo>
                  <a:pt x="414" y="161"/>
                  <a:pt x="417" y="149"/>
                  <a:pt x="412" y="139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矩形: 圆角 1" descr="D:\51PPT模板网\51pptmoban.com\图片.jpg">
            <a:extLst>
              <a:ext uri="{FF2B5EF4-FFF2-40B4-BE49-F238E27FC236}">
                <a16:creationId xmlns:a16="http://schemas.microsoft.com/office/drawing/2014/main" id="{2FA916B1-9A03-BA12-B2EB-37B28806E7AE}"/>
              </a:ext>
            </a:extLst>
          </p:cNvPr>
          <p:cNvSpPr/>
          <p:nvPr/>
        </p:nvSpPr>
        <p:spPr>
          <a:xfrm>
            <a:off x="947736" y="1257300"/>
            <a:ext cx="5689601" cy="2698750"/>
          </a:xfrm>
          <a:prstGeom prst="roundRect">
            <a:avLst>
              <a:gd name="adj" fmla="val 0"/>
            </a:avLst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56D84538-735A-C17C-C3C9-CAE333CD830D}"/>
              </a:ext>
            </a:extLst>
          </p:cNvPr>
          <p:cNvGrpSpPr/>
          <p:nvPr/>
        </p:nvGrpSpPr>
        <p:grpSpPr>
          <a:xfrm>
            <a:off x="7958440" y="1562625"/>
            <a:ext cx="2987071" cy="889537"/>
            <a:chOff x="773266" y="1906534"/>
            <a:chExt cx="2987071" cy="889537"/>
          </a:xfrm>
        </p:grpSpPr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4C0FD5D7-0CB8-9713-211D-B21B807F7D60}"/>
                </a:ext>
              </a:extLst>
            </p:cNvPr>
            <p:cNvSpPr txBox="1"/>
            <p:nvPr/>
          </p:nvSpPr>
          <p:spPr>
            <a:xfrm>
              <a:off x="773266" y="2219631"/>
              <a:ext cx="2987071" cy="5764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10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文档生产效率提升70%以上，彻底告别重复排版。</a:t>
              </a: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24E05DFA-6EC8-A13C-478E-256FEF695CBF}"/>
                </a:ext>
              </a:extLst>
            </p:cNvPr>
            <p:cNvSpPr txBox="1"/>
            <p:nvPr/>
          </p:nvSpPr>
          <p:spPr>
            <a:xfrm>
              <a:off x="773266" y="1906534"/>
              <a:ext cx="22355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企业知识精准引用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DB8E5819-D95D-02D5-498B-0D420A10F6A9}"/>
              </a:ext>
            </a:extLst>
          </p:cNvPr>
          <p:cNvGrpSpPr/>
          <p:nvPr/>
        </p:nvGrpSpPr>
        <p:grpSpPr>
          <a:xfrm>
            <a:off x="7958440" y="2730231"/>
            <a:ext cx="2987071" cy="889537"/>
            <a:chOff x="773266" y="1906534"/>
            <a:chExt cx="2987071" cy="889537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0C10041-E416-6099-6AB3-A2BA8D408C30}"/>
                </a:ext>
              </a:extLst>
            </p:cNvPr>
            <p:cNvSpPr txBox="1"/>
            <p:nvPr/>
          </p:nvSpPr>
          <p:spPr>
            <a:xfrm>
              <a:off x="773266" y="2219631"/>
              <a:ext cx="2987071" cy="5764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10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内置企业知识库确保输出内容合规且高度专业。</a:t>
              </a: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DA68A6CA-4FA0-3D9C-D77F-BFFDEFA6E668}"/>
                </a:ext>
              </a:extLst>
            </p:cNvPr>
            <p:cNvSpPr txBox="1"/>
            <p:nvPr/>
          </p:nvSpPr>
          <p:spPr>
            <a:xfrm>
              <a:off x="773266" y="1906534"/>
              <a:ext cx="22355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/>
          </p:txBody>
        </p: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EFA89ABA-A1B0-67E5-FE50-8C4C84F70485}"/>
              </a:ext>
            </a:extLst>
          </p:cNvPr>
          <p:cNvSpPr txBox="1"/>
          <p:nvPr/>
        </p:nvSpPr>
        <p:spPr>
          <a:xfrm>
            <a:off x="1691968" y="4332288"/>
            <a:ext cx="8808064" cy="1031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 b="1" dirty="0"/>
              <a:t>内置企业级大模型，支持多格式文档一键生成、智能排版与风格迁移。内置行业模板库，大幅缩短内容生产周期。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4474915F-5055-3DA6-341F-D16E2373EA56}"/>
              </a:ext>
            </a:extLst>
          </p:cNvPr>
          <p:cNvGrpSpPr/>
          <p:nvPr/>
        </p:nvGrpSpPr>
        <p:grpSpPr>
          <a:xfrm>
            <a:off x="1189753" y="4455111"/>
            <a:ext cx="9829287" cy="868660"/>
            <a:chOff x="1218328" y="4683711"/>
            <a:chExt cx="9829287" cy="868660"/>
          </a:xfrm>
          <a:solidFill>
            <a:srgbClr val="0E4C9B"/>
          </a:solidFill>
        </p:grpSpPr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3C09F3F4-4A33-2752-0042-4986B63E694A}"/>
                </a:ext>
              </a:extLst>
            </p:cNvPr>
            <p:cNvSpPr txBox="1"/>
            <p:nvPr/>
          </p:nvSpPr>
          <p:spPr>
            <a:xfrm>
              <a:off x="1218328" y="4683711"/>
              <a:ext cx="423862" cy="360541"/>
            </a:xfrm>
            <a:custGeom>
              <a:avLst/>
              <a:gdLst/>
              <a:ahLst/>
              <a:cxnLst/>
              <a:rect l="l" t="t" r="r" b="b"/>
              <a:pathLst>
                <a:path w="574852" h="488975">
                  <a:moveTo>
                    <a:pt x="469697" y="0"/>
                  </a:moveTo>
                  <a:lnTo>
                    <a:pt x="532790" y="24536"/>
                  </a:lnTo>
                  <a:cubicBezTo>
                    <a:pt x="504748" y="65430"/>
                    <a:pt x="485762" y="101943"/>
                    <a:pt x="475831" y="134074"/>
                  </a:cubicBezTo>
                  <a:cubicBezTo>
                    <a:pt x="465899" y="166205"/>
                    <a:pt x="459765" y="202133"/>
                    <a:pt x="457428" y="241859"/>
                  </a:cubicBezTo>
                  <a:lnTo>
                    <a:pt x="574852" y="241859"/>
                  </a:lnTo>
                  <a:lnTo>
                    <a:pt x="574852" y="488975"/>
                  </a:lnTo>
                  <a:lnTo>
                    <a:pt x="324231" y="488975"/>
                  </a:lnTo>
                  <a:lnTo>
                    <a:pt x="324231" y="282169"/>
                  </a:lnTo>
                  <a:cubicBezTo>
                    <a:pt x="324231" y="234264"/>
                    <a:pt x="337959" y="184023"/>
                    <a:pt x="365417" y="131445"/>
                  </a:cubicBezTo>
                  <a:cubicBezTo>
                    <a:pt x="392874" y="78867"/>
                    <a:pt x="427634" y="35052"/>
                    <a:pt x="469697" y="0"/>
                  </a:cubicBezTo>
                  <a:close/>
                  <a:moveTo>
                    <a:pt x="141960" y="0"/>
                  </a:moveTo>
                  <a:lnTo>
                    <a:pt x="206806" y="24536"/>
                  </a:lnTo>
                  <a:cubicBezTo>
                    <a:pt x="179933" y="65430"/>
                    <a:pt x="161239" y="101943"/>
                    <a:pt x="150723" y="134074"/>
                  </a:cubicBezTo>
                  <a:cubicBezTo>
                    <a:pt x="140208" y="166205"/>
                    <a:pt x="133781" y="202133"/>
                    <a:pt x="131445" y="241859"/>
                  </a:cubicBezTo>
                  <a:lnTo>
                    <a:pt x="252374" y="241859"/>
                  </a:lnTo>
                  <a:lnTo>
                    <a:pt x="252374" y="488975"/>
                  </a:lnTo>
                  <a:lnTo>
                    <a:pt x="0" y="488975"/>
                  </a:lnTo>
                  <a:lnTo>
                    <a:pt x="0" y="282169"/>
                  </a:lnTo>
                  <a:cubicBezTo>
                    <a:pt x="0" y="234264"/>
                    <a:pt x="13728" y="184023"/>
                    <a:pt x="41186" y="131445"/>
                  </a:cubicBezTo>
                  <a:cubicBezTo>
                    <a:pt x="68643" y="78867"/>
                    <a:pt x="102235" y="35052"/>
                    <a:pt x="141960" y="0"/>
                  </a:cubicBezTo>
                  <a:close/>
                </a:path>
              </a:pathLst>
            </a:cu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zh-CN"/>
              </a:defPPr>
              <a:lvl1pPr algn="ctr"/>
            </a:lstStyle>
            <a:p>
              <a:endParaRPr lang="zh-CN" altLang="en-US" dirty="0"/>
            </a:p>
          </p:txBody>
        </p:sp>
        <p:sp>
          <p:nvSpPr>
            <p:cNvPr id="16" name="文本框 15" descr="D:\51PPT模板网\51pptmoban.com\图片.jpg">
              <a:extLst>
                <a:ext uri="{FF2B5EF4-FFF2-40B4-BE49-F238E27FC236}">
                  <a16:creationId xmlns:a16="http://schemas.microsoft.com/office/drawing/2014/main" id="{2BA9091A-B3CB-7454-48A5-759E9829877D}"/>
                </a:ext>
              </a:extLst>
            </p:cNvPr>
            <p:cNvSpPr txBox="1"/>
            <p:nvPr/>
          </p:nvSpPr>
          <p:spPr>
            <a:xfrm>
              <a:off x="10608246" y="5191829"/>
              <a:ext cx="439369" cy="360542"/>
            </a:xfrm>
            <a:custGeom>
              <a:avLst/>
              <a:gdLst/>
              <a:ahLst/>
              <a:cxnLst/>
              <a:rect l="l" t="t" r="r" b="b"/>
              <a:pathLst>
                <a:path w="595883" h="488976">
                  <a:moveTo>
                    <a:pt x="341757" y="0"/>
                  </a:moveTo>
                  <a:lnTo>
                    <a:pt x="595883" y="0"/>
                  </a:lnTo>
                  <a:lnTo>
                    <a:pt x="595883" y="208560"/>
                  </a:lnTo>
                  <a:cubicBezTo>
                    <a:pt x="595883" y="256464"/>
                    <a:pt x="581863" y="306997"/>
                    <a:pt x="553821" y="360160"/>
                  </a:cubicBezTo>
                  <a:cubicBezTo>
                    <a:pt x="525780" y="413322"/>
                    <a:pt x="491312" y="456261"/>
                    <a:pt x="450418" y="488976"/>
                  </a:cubicBezTo>
                  <a:lnTo>
                    <a:pt x="387324" y="466192"/>
                  </a:lnTo>
                  <a:cubicBezTo>
                    <a:pt x="415366" y="425298"/>
                    <a:pt x="434644" y="389078"/>
                    <a:pt x="445160" y="357531"/>
                  </a:cubicBezTo>
                  <a:cubicBezTo>
                    <a:pt x="455676" y="325984"/>
                    <a:pt x="462102" y="289763"/>
                    <a:pt x="464439" y="248870"/>
                  </a:cubicBezTo>
                  <a:lnTo>
                    <a:pt x="341757" y="248870"/>
                  </a:lnTo>
                  <a:close/>
                  <a:moveTo>
                    <a:pt x="0" y="0"/>
                  </a:moveTo>
                  <a:lnTo>
                    <a:pt x="250622" y="0"/>
                  </a:lnTo>
                  <a:lnTo>
                    <a:pt x="250622" y="208560"/>
                  </a:lnTo>
                  <a:cubicBezTo>
                    <a:pt x="250622" y="256464"/>
                    <a:pt x="237185" y="306997"/>
                    <a:pt x="210312" y="360160"/>
                  </a:cubicBezTo>
                  <a:cubicBezTo>
                    <a:pt x="183439" y="413322"/>
                    <a:pt x="149555" y="456261"/>
                    <a:pt x="108661" y="488976"/>
                  </a:cubicBezTo>
                  <a:lnTo>
                    <a:pt x="43815" y="466192"/>
                  </a:lnTo>
                  <a:cubicBezTo>
                    <a:pt x="71856" y="425298"/>
                    <a:pt x="90843" y="389078"/>
                    <a:pt x="100774" y="357531"/>
                  </a:cubicBezTo>
                  <a:cubicBezTo>
                    <a:pt x="110706" y="325984"/>
                    <a:pt x="116840" y="289763"/>
                    <a:pt x="119176" y="248870"/>
                  </a:cubicBezTo>
                  <a:lnTo>
                    <a:pt x="0" y="248870"/>
                  </a:lnTo>
                  <a:close/>
                </a:path>
              </a:pathLst>
            </a:cu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zh-CN"/>
              </a:defPPr>
              <a:lvl1pPr algn="ctr"/>
            </a:lstStyle>
            <a:p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938583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0976FD-9F71-1EAB-7EB0-A5F699E64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9EADB2B9-04DD-FEFD-17CD-242E4700DAEF}"/>
              </a:ext>
            </a:extLst>
          </p:cNvPr>
          <p:cNvSpPr/>
          <p:nvPr/>
        </p:nvSpPr>
        <p:spPr>
          <a:xfrm>
            <a:off x="0" y="4485419"/>
            <a:ext cx="12192000" cy="2372581"/>
          </a:xfrm>
          <a:custGeom>
            <a:avLst/>
            <a:gdLst>
              <a:gd name="csX0" fmla="*/ 4552950 w 12192000"/>
              <a:gd name="csY0" fmla="*/ 0 h 2372581"/>
              <a:gd name="csX1" fmla="*/ 11672122 w 12192000"/>
              <a:gd name="csY1" fmla="*/ 1048195 h 2372581"/>
              <a:gd name="csX2" fmla="*/ 12192000 w 12192000"/>
              <a:gd name="csY2" fmla="*/ 1251521 h 2372581"/>
              <a:gd name="csX3" fmla="*/ 12192000 w 12192000"/>
              <a:gd name="csY3" fmla="*/ 2372581 h 2372581"/>
              <a:gd name="csX4" fmla="*/ 0 w 12192000"/>
              <a:gd name="csY4" fmla="*/ 2372581 h 2372581"/>
              <a:gd name="csX5" fmla="*/ 0 w 12192000"/>
              <a:gd name="csY5" fmla="*/ 387139 h 2372581"/>
              <a:gd name="csX6" fmla="*/ 188043 w 12192000"/>
              <a:gd name="csY6" fmla="*/ 352905 h 2372581"/>
              <a:gd name="csX7" fmla="*/ 4552950 w 12192000"/>
              <a:gd name="csY7" fmla="*/ 0 h 23725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2372581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2372581"/>
                </a:lnTo>
                <a:lnTo>
                  <a:pt x="0" y="2372581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7766E2CD-CAFA-B17F-51B7-89E15D557BDD}"/>
              </a:ext>
            </a:extLst>
          </p:cNvPr>
          <p:cNvSpPr/>
          <p:nvPr/>
        </p:nvSpPr>
        <p:spPr>
          <a:xfrm>
            <a:off x="0" y="5079957"/>
            <a:ext cx="12192000" cy="1778043"/>
          </a:xfrm>
          <a:custGeom>
            <a:avLst/>
            <a:gdLst>
              <a:gd name="csX0" fmla="*/ 6096000 w 12192000"/>
              <a:gd name="csY0" fmla="*/ 0 h 1778043"/>
              <a:gd name="csX1" fmla="*/ 11777135 w 12192000"/>
              <a:gd name="csY1" fmla="*/ 553777 h 1778043"/>
              <a:gd name="csX2" fmla="*/ 12192000 w 12192000"/>
              <a:gd name="csY2" fmla="*/ 661197 h 1778043"/>
              <a:gd name="csX3" fmla="*/ 12192000 w 12192000"/>
              <a:gd name="csY3" fmla="*/ 1778043 h 1778043"/>
              <a:gd name="csX4" fmla="*/ 0 w 12192000"/>
              <a:gd name="csY4" fmla="*/ 1778043 h 1778043"/>
              <a:gd name="csX5" fmla="*/ 0 w 12192000"/>
              <a:gd name="csY5" fmla="*/ 661197 h 1778043"/>
              <a:gd name="csX6" fmla="*/ 414865 w 12192000"/>
              <a:gd name="csY6" fmla="*/ 553777 h 1778043"/>
              <a:gd name="csX7" fmla="*/ 6096000 w 12192000"/>
              <a:gd name="csY7" fmla="*/ 0 h 17780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778043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1778043"/>
                </a:lnTo>
                <a:lnTo>
                  <a:pt x="0" y="1778043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0CE714DD-F55C-E99D-0525-647737075E8B}"/>
              </a:ext>
            </a:extLst>
          </p:cNvPr>
          <p:cNvSpPr txBox="1"/>
          <p:nvPr/>
        </p:nvSpPr>
        <p:spPr>
          <a:xfrm>
            <a:off x="4157011" y="1515002"/>
            <a:ext cx="387798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7200" dirty="0">
                <a:solidFill>
                  <a:srgbClr val="4F6DD9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rPr>
              <a:t>智能会议与流程引擎</a:t>
            </a:r>
          </a:p>
        </p:txBody>
      </p:sp>
      <p:grpSp>
        <p:nvGrpSpPr>
          <p:cNvPr id="53" name="组合 52" descr="D:\51PPT模板网\51pptmoban.com\图片.jpg">
            <a:extLst>
              <a:ext uri="{FF2B5EF4-FFF2-40B4-BE49-F238E27FC236}">
                <a16:creationId xmlns:a16="http://schemas.microsoft.com/office/drawing/2014/main" id="{442864A8-303B-34C9-8A32-27524DDDDF49}"/>
              </a:ext>
            </a:extLst>
          </p:cNvPr>
          <p:cNvGrpSpPr/>
          <p:nvPr/>
        </p:nvGrpSpPr>
        <p:grpSpPr>
          <a:xfrm>
            <a:off x="5422405" y="478677"/>
            <a:ext cx="1341129" cy="616044"/>
            <a:chOff x="289325" y="241206"/>
            <a:chExt cx="1341129" cy="616044"/>
          </a:xfrm>
          <a:solidFill>
            <a:schemeClr val="bg1"/>
          </a:solidFill>
        </p:grpSpPr>
        <p:grpSp>
          <p:nvGrpSpPr>
            <p:cNvPr id="130" name="组合 129" descr="51PPT模板网，幻灯片演示模板及素材免费下载！&#10;51PPT模板网 唯一访问网址：www.51pptmoban.com">
              <a:extLst>
                <a:ext uri="{FF2B5EF4-FFF2-40B4-BE49-F238E27FC236}">
                  <a16:creationId xmlns:a16="http://schemas.microsoft.com/office/drawing/2014/main" id="{36B3A45D-1DE0-D17E-DE8F-4F70E37FB2D6}"/>
                </a:ext>
              </a:extLst>
            </p:cNvPr>
            <p:cNvGrpSpPr/>
            <p:nvPr/>
          </p:nvGrpSpPr>
          <p:grpSpPr>
            <a:xfrm>
              <a:off x="289325" y="241206"/>
              <a:ext cx="1341129" cy="616044"/>
              <a:chOff x="8154814" y="263825"/>
              <a:chExt cx="665390" cy="305645"/>
            </a:xfrm>
            <a:grpFill/>
          </p:grpSpPr>
          <p:sp>
            <p:nvSpPr>
              <p:cNvPr id="136" name="椭圆 135">
                <a:extLst>
                  <a:ext uri="{FF2B5EF4-FFF2-40B4-BE49-F238E27FC236}">
                    <a16:creationId xmlns:a16="http://schemas.microsoft.com/office/drawing/2014/main" id="{10318CB7-9634-7DA2-0F0A-CED332A10A92}"/>
                  </a:ext>
                </a:extLst>
              </p:cNvPr>
              <p:cNvSpPr/>
              <p:nvPr/>
            </p:nvSpPr>
            <p:spPr bwMode="auto">
              <a:xfrm>
                <a:off x="8465454" y="276815"/>
                <a:ext cx="45719" cy="45719"/>
              </a:xfrm>
              <a:prstGeom prst="ellipse">
                <a:avLst/>
              </a:pr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tx1"/>
                  </a:solidFill>
                  <a:sym typeface="+mn-lt"/>
                </a:endParaRPr>
              </a:p>
            </p:txBody>
          </p:sp>
          <p:sp>
            <p:nvSpPr>
              <p:cNvPr id="137" name="任意多边形: 形状 136">
                <a:extLst>
                  <a:ext uri="{FF2B5EF4-FFF2-40B4-BE49-F238E27FC236}">
                    <a16:creationId xmlns:a16="http://schemas.microsoft.com/office/drawing/2014/main" id="{D04FDE0F-B7EC-491B-0CE6-E0DAFBC1166C}"/>
                  </a:ext>
                </a:extLst>
              </p:cNvPr>
              <p:cNvSpPr/>
              <p:nvPr/>
            </p:nvSpPr>
            <p:spPr>
              <a:xfrm>
                <a:off x="8154814" y="263825"/>
                <a:ext cx="306598" cy="305645"/>
              </a:xfrm>
              <a:custGeom>
                <a:avLst/>
                <a:gdLst>
                  <a:gd name="connsiteX0" fmla="*/ 518470 w 1105104"/>
                  <a:gd name="connsiteY0" fmla="*/ 0 h 1101666"/>
                  <a:gd name="connsiteX1" fmla="*/ 408380 w 1105104"/>
                  <a:gd name="connsiteY1" fmla="*/ 792005 h 1101666"/>
                  <a:gd name="connsiteX2" fmla="*/ 419555 w 1105104"/>
                  <a:gd name="connsiteY2" fmla="*/ 845398 h 1101666"/>
                  <a:gd name="connsiteX3" fmla="*/ 464254 w 1105104"/>
                  <a:gd name="connsiteY3" fmla="*/ 862782 h 1101666"/>
                  <a:gd name="connsiteX4" fmla="*/ 907150 w 1105104"/>
                  <a:gd name="connsiteY4" fmla="*/ 862782 h 1101666"/>
                  <a:gd name="connsiteX5" fmla="*/ 907149 w 1105104"/>
                  <a:gd name="connsiteY5" fmla="*/ 862783 h 1101666"/>
                  <a:gd name="connsiteX6" fmla="*/ 958696 w 1105104"/>
                  <a:gd name="connsiteY6" fmla="*/ 811236 h 1101666"/>
                  <a:gd name="connsiteX7" fmla="*/ 958697 w 1105104"/>
                  <a:gd name="connsiteY7" fmla="*/ 729857 h 1101666"/>
                  <a:gd name="connsiteX8" fmla="*/ 907150 w 1105104"/>
                  <a:gd name="connsiteY8" fmla="*/ 678311 h 1101666"/>
                  <a:gd name="connsiteX9" fmla="*/ 905456 w 1105104"/>
                  <a:gd name="connsiteY9" fmla="*/ 679013 h 1101666"/>
                  <a:gd name="connsiteX10" fmla="*/ 645541 w 1105104"/>
                  <a:gd name="connsiteY10" fmla="*/ 679013 h 1101666"/>
                  <a:gd name="connsiteX11" fmla="*/ 735555 w 1105104"/>
                  <a:gd name="connsiteY11" fmla="*/ 30029 h 1101666"/>
                  <a:gd name="connsiteX12" fmla="*/ 767630 w 1105104"/>
                  <a:gd name="connsiteY12" fmla="*/ 39986 h 1101666"/>
                  <a:gd name="connsiteX13" fmla="*/ 1105104 w 1105104"/>
                  <a:gd name="connsiteY13" fmla="*/ 549115 h 1101666"/>
                  <a:gd name="connsiteX14" fmla="*/ 552552 w 1105104"/>
                  <a:gd name="connsiteY14" fmla="*/ 1101666 h 1101666"/>
                  <a:gd name="connsiteX15" fmla="*/ 0 w 1105104"/>
                  <a:gd name="connsiteY15" fmla="*/ 549115 h 1101666"/>
                  <a:gd name="connsiteX16" fmla="*/ 441194 w 1105104"/>
                  <a:gd name="connsiteY16" fmla="*/ 7790 h 1101666"/>
                  <a:gd name="connsiteX17" fmla="*/ 518470 w 1105104"/>
                  <a:gd name="connsiteY17" fmla="*/ 0 h 11016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105104" h="1101666">
                    <a:moveTo>
                      <a:pt x="518470" y="0"/>
                    </a:moveTo>
                    <a:lnTo>
                      <a:pt x="408380" y="792005"/>
                    </a:lnTo>
                    <a:cubicBezTo>
                      <a:pt x="405066" y="816840"/>
                      <a:pt x="408792" y="834636"/>
                      <a:pt x="419555" y="845398"/>
                    </a:cubicBezTo>
                    <a:cubicBezTo>
                      <a:pt x="430314" y="856989"/>
                      <a:pt x="445215" y="862782"/>
                      <a:pt x="464254" y="862782"/>
                    </a:cubicBezTo>
                    <a:lnTo>
                      <a:pt x="907150" y="862782"/>
                    </a:lnTo>
                    <a:lnTo>
                      <a:pt x="907149" y="862783"/>
                    </a:lnTo>
                    <a:cubicBezTo>
                      <a:pt x="935618" y="862783"/>
                      <a:pt x="958696" y="839705"/>
                      <a:pt x="958696" y="811236"/>
                    </a:cubicBezTo>
                    <a:cubicBezTo>
                      <a:pt x="958696" y="784110"/>
                      <a:pt x="958697" y="756984"/>
                      <a:pt x="958697" y="729857"/>
                    </a:cubicBezTo>
                    <a:cubicBezTo>
                      <a:pt x="958697" y="701389"/>
                      <a:pt x="935619" y="678311"/>
                      <a:pt x="907150" y="678311"/>
                    </a:cubicBezTo>
                    <a:lnTo>
                      <a:pt x="905456" y="679013"/>
                    </a:lnTo>
                    <a:lnTo>
                      <a:pt x="645541" y="679013"/>
                    </a:lnTo>
                    <a:lnTo>
                      <a:pt x="735555" y="30029"/>
                    </a:lnTo>
                    <a:lnTo>
                      <a:pt x="767630" y="39986"/>
                    </a:lnTo>
                    <a:cubicBezTo>
                      <a:pt x="965950" y="123868"/>
                      <a:pt x="1105104" y="320241"/>
                      <a:pt x="1105104" y="549115"/>
                    </a:cubicBezTo>
                    <a:cubicBezTo>
                      <a:pt x="1105104" y="854280"/>
                      <a:pt x="857718" y="1101666"/>
                      <a:pt x="552552" y="1101666"/>
                    </a:cubicBezTo>
                    <a:cubicBezTo>
                      <a:pt x="247386" y="1101666"/>
                      <a:pt x="0" y="854280"/>
                      <a:pt x="0" y="549115"/>
                    </a:cubicBezTo>
                    <a:cubicBezTo>
                      <a:pt x="0" y="282096"/>
                      <a:pt x="189405" y="59313"/>
                      <a:pt x="441194" y="7790"/>
                    </a:cubicBezTo>
                    <a:lnTo>
                      <a:pt x="518470" y="0"/>
                    </a:ln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  <a:sym typeface="+mn-lt"/>
                </a:endParaRPr>
              </a:p>
            </p:txBody>
          </p:sp>
          <p:grpSp>
            <p:nvGrpSpPr>
              <p:cNvPr id="138" name="文本框-2_矢量">
                <a:extLst>
                  <a:ext uri="{FF2B5EF4-FFF2-40B4-BE49-F238E27FC236}">
                    <a16:creationId xmlns:a16="http://schemas.microsoft.com/office/drawing/2014/main" id="{245C8056-31FB-15C0-461C-3E2F115457D3}"/>
                  </a:ext>
                </a:extLst>
              </p:cNvPr>
              <p:cNvGrpSpPr/>
              <p:nvPr/>
            </p:nvGrpSpPr>
            <p:grpSpPr>
              <a:xfrm>
                <a:off x="8478585" y="337599"/>
                <a:ext cx="341619" cy="106745"/>
                <a:chOff x="8501988" y="300619"/>
                <a:chExt cx="396430" cy="123872"/>
              </a:xfrm>
              <a:grpFill/>
            </p:grpSpPr>
            <p:sp>
              <p:nvSpPr>
                <p:cNvPr id="139" name="文本框 138">
                  <a:extLst>
                    <a:ext uri="{FF2B5EF4-FFF2-40B4-BE49-F238E27FC236}">
                      <a16:creationId xmlns:a16="http://schemas.microsoft.com/office/drawing/2014/main" id="{64FF5A8A-A3CF-FBC2-2D51-13E1A43DE23A}"/>
                    </a:ext>
                  </a:extLst>
                </p:cNvPr>
                <p:cNvSpPr txBox="1"/>
                <p:nvPr/>
              </p:nvSpPr>
              <p:spPr>
                <a:xfrm>
                  <a:off x="8501988" y="300763"/>
                  <a:ext cx="129730" cy="123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730" h="123301">
                      <a:moveTo>
                        <a:pt x="68865" y="22145"/>
                      </a:moveTo>
                      <a:cubicBezTo>
                        <a:pt x="57340" y="22145"/>
                        <a:pt x="47387" y="26479"/>
                        <a:pt x="39004" y="35147"/>
                      </a:cubicBezTo>
                      <a:cubicBezTo>
                        <a:pt x="30623" y="43815"/>
                        <a:pt x="26432" y="54197"/>
                        <a:pt x="26432" y="66294"/>
                      </a:cubicBezTo>
                      <a:cubicBezTo>
                        <a:pt x="26432" y="76485"/>
                        <a:pt x="29622" y="84820"/>
                        <a:pt x="36004" y="91297"/>
                      </a:cubicBezTo>
                      <a:cubicBezTo>
                        <a:pt x="42386" y="97774"/>
                        <a:pt x="50625" y="101012"/>
                        <a:pt x="60722" y="101012"/>
                      </a:cubicBezTo>
                      <a:cubicBezTo>
                        <a:pt x="72628" y="101012"/>
                        <a:pt x="82724" y="96726"/>
                        <a:pt x="91011" y="88153"/>
                      </a:cubicBezTo>
                      <a:cubicBezTo>
                        <a:pt x="99298" y="79486"/>
                        <a:pt x="103441" y="68961"/>
                        <a:pt x="103441" y="56578"/>
                      </a:cubicBezTo>
                      <a:cubicBezTo>
                        <a:pt x="103441" y="46577"/>
                        <a:pt x="100155" y="38338"/>
                        <a:pt x="93583" y="31861"/>
                      </a:cubicBezTo>
                      <a:cubicBezTo>
                        <a:pt x="87106" y="25384"/>
                        <a:pt x="78867" y="22145"/>
                        <a:pt x="68865" y="22145"/>
                      </a:cubicBezTo>
                      <a:close/>
                      <a:moveTo>
                        <a:pt x="70580" y="0"/>
                      </a:moveTo>
                      <a:cubicBezTo>
                        <a:pt x="88011" y="0"/>
                        <a:pt x="102251" y="5095"/>
                        <a:pt x="113300" y="15287"/>
                      </a:cubicBezTo>
                      <a:cubicBezTo>
                        <a:pt x="124253" y="25479"/>
                        <a:pt x="129730" y="38671"/>
                        <a:pt x="129730" y="54864"/>
                      </a:cubicBezTo>
                      <a:cubicBezTo>
                        <a:pt x="129730" y="75057"/>
                        <a:pt x="123253" y="91487"/>
                        <a:pt x="110299" y="104155"/>
                      </a:cubicBezTo>
                      <a:cubicBezTo>
                        <a:pt x="97345" y="116919"/>
                        <a:pt x="80772" y="123301"/>
                        <a:pt x="60579" y="123301"/>
                      </a:cubicBezTo>
                      <a:cubicBezTo>
                        <a:pt x="43053" y="123301"/>
                        <a:pt x="28575" y="118062"/>
                        <a:pt x="17145" y="107584"/>
                      </a:cubicBezTo>
                      <a:cubicBezTo>
                        <a:pt x="5715" y="97012"/>
                        <a:pt x="0" y="83629"/>
                        <a:pt x="0" y="67437"/>
                      </a:cubicBezTo>
                      <a:cubicBezTo>
                        <a:pt x="0" y="48101"/>
                        <a:pt x="6715" y="32051"/>
                        <a:pt x="20145" y="19288"/>
                      </a:cubicBezTo>
                      <a:cubicBezTo>
                        <a:pt x="33480" y="6429"/>
                        <a:pt x="50292" y="0"/>
                        <a:pt x="70580" y="0"/>
                      </a:cubicBezTo>
                      <a:close/>
                    </a:path>
                  </a:pathLst>
                </a:custGeom>
                <a:solidFill>
                  <a:srgbClr val="4F6DD9"/>
                </a:solidFill>
                <a:ln w="4286" cap="flat">
                  <a:noFill/>
                  <a:prstDash val="solid"/>
                  <a:miter/>
                </a:ln>
              </p:spPr>
              <p:txBody>
                <a:bodyPr wrap="square" rtlCol="0" anchor="ctr">
                  <a:noAutofit/>
                </a:bodyPr>
                <a:lstStyle>
                  <a:defPPr>
                    <a:defRPr lang="zh-CN"/>
                  </a:defPPr>
                  <a:lvl1pPr algn="ctr">
                    <a:defRPr>
                      <a:solidFill>
                        <a:schemeClr val="tx1"/>
                      </a:solidFill>
                    </a:defRPr>
                  </a:lvl1pPr>
                  <a:lvl2pPr>
                    <a:defRPr>
                      <a:solidFill>
                        <a:schemeClr val="tx1"/>
                      </a:solidFill>
                    </a:defRPr>
                  </a:lvl2pPr>
                  <a:lvl3pPr>
                    <a:defRPr>
                      <a:solidFill>
                        <a:schemeClr val="tx1"/>
                      </a:solidFill>
                    </a:defRPr>
                  </a:lvl3pPr>
                  <a:lvl4pPr>
                    <a:defRPr>
                      <a:solidFill>
                        <a:schemeClr val="tx1"/>
                      </a:solidFill>
                    </a:defRPr>
                  </a:lvl4pPr>
                  <a:lvl5pPr>
                    <a:defRPr>
                      <a:solidFill>
                        <a:schemeClr val="tx1"/>
                      </a:solidFill>
                    </a:defRPr>
                  </a:lvl5pPr>
                  <a:lvl6pPr>
                    <a:defRPr>
                      <a:solidFill>
                        <a:schemeClr val="tx1"/>
                      </a:solidFill>
                    </a:defRPr>
                  </a:lvl6pPr>
                  <a:lvl7pPr>
                    <a:defRPr>
                      <a:solidFill>
                        <a:schemeClr val="tx1"/>
                      </a:solidFill>
                    </a:defRPr>
                  </a:lvl7pPr>
                  <a:lvl8pPr>
                    <a:defRPr>
                      <a:solidFill>
                        <a:schemeClr val="tx1"/>
                      </a:solidFill>
                    </a:defRPr>
                  </a:lvl8pPr>
                  <a:lvl9pPr>
                    <a:defRPr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 dirty="0">
                    <a:sym typeface="+mn-lt"/>
                  </a:endParaRPr>
                </a:p>
              </p:txBody>
            </p:sp>
            <p:sp>
              <p:nvSpPr>
                <p:cNvPr id="140" name="文本框 139">
                  <a:extLst>
                    <a:ext uri="{FF2B5EF4-FFF2-40B4-BE49-F238E27FC236}">
                      <a16:creationId xmlns:a16="http://schemas.microsoft.com/office/drawing/2014/main" id="{AFE9F53C-79FB-7705-AFC5-1D6336330440}"/>
                    </a:ext>
                  </a:extLst>
                </p:cNvPr>
                <p:cNvSpPr txBox="1"/>
                <p:nvPr/>
              </p:nvSpPr>
              <p:spPr>
                <a:xfrm>
                  <a:off x="8644844" y="300619"/>
                  <a:ext cx="108746" cy="1238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746" h="123872">
                      <a:moveTo>
                        <a:pt x="70027" y="0"/>
                      </a:moveTo>
                      <a:cubicBezTo>
                        <a:pt x="72694" y="0"/>
                        <a:pt x="75838" y="119"/>
                        <a:pt x="79457" y="357"/>
                      </a:cubicBezTo>
                      <a:cubicBezTo>
                        <a:pt x="83077" y="595"/>
                        <a:pt x="86268" y="1047"/>
                        <a:pt x="89030" y="1714"/>
                      </a:cubicBezTo>
                      <a:cubicBezTo>
                        <a:pt x="94840" y="3429"/>
                        <a:pt x="99579" y="5310"/>
                        <a:pt x="103246" y="7358"/>
                      </a:cubicBezTo>
                      <a:cubicBezTo>
                        <a:pt x="106913" y="9406"/>
                        <a:pt x="108746" y="10430"/>
                        <a:pt x="108746" y="10430"/>
                      </a:cubicBezTo>
                      <a:lnTo>
                        <a:pt x="106175" y="16859"/>
                      </a:lnTo>
                      <a:cubicBezTo>
                        <a:pt x="104746" y="20097"/>
                        <a:pt x="102508" y="22336"/>
                        <a:pt x="99460" y="23574"/>
                      </a:cubicBezTo>
                      <a:cubicBezTo>
                        <a:pt x="96412" y="24812"/>
                        <a:pt x="93268" y="24812"/>
                        <a:pt x="90030" y="23574"/>
                      </a:cubicBezTo>
                      <a:cubicBezTo>
                        <a:pt x="87934" y="22717"/>
                        <a:pt x="85982" y="22050"/>
                        <a:pt x="84172" y="21574"/>
                      </a:cubicBezTo>
                      <a:cubicBezTo>
                        <a:pt x="80172" y="20431"/>
                        <a:pt x="75457" y="19859"/>
                        <a:pt x="70027" y="19859"/>
                      </a:cubicBezTo>
                      <a:cubicBezTo>
                        <a:pt x="64217" y="19859"/>
                        <a:pt x="58836" y="20859"/>
                        <a:pt x="53882" y="22860"/>
                      </a:cubicBezTo>
                      <a:cubicBezTo>
                        <a:pt x="48930" y="24860"/>
                        <a:pt x="44548" y="27717"/>
                        <a:pt x="40738" y="31432"/>
                      </a:cubicBezTo>
                      <a:cubicBezTo>
                        <a:pt x="36833" y="35052"/>
                        <a:pt x="33642" y="39481"/>
                        <a:pt x="31165" y="44720"/>
                      </a:cubicBezTo>
                      <a:cubicBezTo>
                        <a:pt x="28594" y="49863"/>
                        <a:pt x="26879" y="55530"/>
                        <a:pt x="26022" y="61722"/>
                      </a:cubicBezTo>
                      <a:cubicBezTo>
                        <a:pt x="25069" y="68580"/>
                        <a:pt x="25117" y="74628"/>
                        <a:pt x="26165" y="79867"/>
                      </a:cubicBezTo>
                      <a:cubicBezTo>
                        <a:pt x="27308" y="85106"/>
                        <a:pt x="29260" y="89487"/>
                        <a:pt x="32023" y="93011"/>
                      </a:cubicBezTo>
                      <a:cubicBezTo>
                        <a:pt x="34785" y="96536"/>
                        <a:pt x="38357" y="99155"/>
                        <a:pt x="42738" y="100869"/>
                      </a:cubicBezTo>
                      <a:cubicBezTo>
                        <a:pt x="47120" y="102679"/>
                        <a:pt x="52073" y="103584"/>
                        <a:pt x="57597" y="103584"/>
                      </a:cubicBezTo>
                      <a:cubicBezTo>
                        <a:pt x="60264" y="103584"/>
                        <a:pt x="62979" y="103298"/>
                        <a:pt x="65741" y="102727"/>
                      </a:cubicBezTo>
                      <a:cubicBezTo>
                        <a:pt x="68503" y="102060"/>
                        <a:pt x="71123" y="101108"/>
                        <a:pt x="73599" y="99869"/>
                      </a:cubicBezTo>
                      <a:lnTo>
                        <a:pt x="78457" y="72152"/>
                      </a:lnTo>
                      <a:lnTo>
                        <a:pt x="55740" y="72152"/>
                      </a:lnTo>
                      <a:lnTo>
                        <a:pt x="58026" y="61293"/>
                      </a:lnTo>
                      <a:cubicBezTo>
                        <a:pt x="58502" y="59102"/>
                        <a:pt x="59621" y="57293"/>
                        <a:pt x="61383" y="55864"/>
                      </a:cubicBezTo>
                      <a:cubicBezTo>
                        <a:pt x="63146" y="54435"/>
                        <a:pt x="65170" y="53721"/>
                        <a:pt x="67456" y="53721"/>
                      </a:cubicBezTo>
                      <a:lnTo>
                        <a:pt x="98745" y="53721"/>
                      </a:lnTo>
                      <a:cubicBezTo>
                        <a:pt x="99698" y="53721"/>
                        <a:pt x="100555" y="53864"/>
                        <a:pt x="101317" y="54149"/>
                      </a:cubicBezTo>
                      <a:cubicBezTo>
                        <a:pt x="102079" y="54530"/>
                        <a:pt x="102698" y="55054"/>
                        <a:pt x="103174" y="55721"/>
                      </a:cubicBezTo>
                      <a:cubicBezTo>
                        <a:pt x="103651" y="56388"/>
                        <a:pt x="103984" y="57197"/>
                        <a:pt x="104174" y="58150"/>
                      </a:cubicBezTo>
                      <a:cubicBezTo>
                        <a:pt x="104365" y="59102"/>
                        <a:pt x="104365" y="60198"/>
                        <a:pt x="104174" y="61436"/>
                      </a:cubicBezTo>
                      <a:lnTo>
                        <a:pt x="96031" y="114871"/>
                      </a:lnTo>
                      <a:cubicBezTo>
                        <a:pt x="96031" y="114871"/>
                        <a:pt x="95483" y="115085"/>
                        <a:pt x="94388" y="115514"/>
                      </a:cubicBezTo>
                      <a:cubicBezTo>
                        <a:pt x="93292" y="115943"/>
                        <a:pt x="91887" y="116467"/>
                        <a:pt x="90173" y="117086"/>
                      </a:cubicBezTo>
                      <a:cubicBezTo>
                        <a:pt x="88458" y="117705"/>
                        <a:pt x="86696" y="118348"/>
                        <a:pt x="84886" y="119015"/>
                      </a:cubicBezTo>
                      <a:cubicBezTo>
                        <a:pt x="83267" y="119586"/>
                        <a:pt x="81338" y="120158"/>
                        <a:pt x="79100" y="120729"/>
                      </a:cubicBezTo>
                      <a:cubicBezTo>
                        <a:pt x="76862" y="121301"/>
                        <a:pt x="74838" y="121729"/>
                        <a:pt x="73028" y="122015"/>
                      </a:cubicBezTo>
                      <a:cubicBezTo>
                        <a:pt x="69789" y="122682"/>
                        <a:pt x="66551" y="123158"/>
                        <a:pt x="63312" y="123444"/>
                      </a:cubicBezTo>
                      <a:cubicBezTo>
                        <a:pt x="59978" y="123729"/>
                        <a:pt x="56692" y="123872"/>
                        <a:pt x="53454" y="123872"/>
                      </a:cubicBezTo>
                      <a:cubicBezTo>
                        <a:pt x="43834" y="123872"/>
                        <a:pt x="35452" y="122491"/>
                        <a:pt x="28308" y="119729"/>
                      </a:cubicBezTo>
                      <a:cubicBezTo>
                        <a:pt x="21164" y="116967"/>
                        <a:pt x="15306" y="113014"/>
                        <a:pt x="10734" y="107870"/>
                      </a:cubicBezTo>
                      <a:cubicBezTo>
                        <a:pt x="6258" y="102632"/>
                        <a:pt x="3162" y="96250"/>
                        <a:pt x="1447" y="88725"/>
                      </a:cubicBezTo>
                      <a:cubicBezTo>
                        <a:pt x="-267" y="81200"/>
                        <a:pt x="-458" y="72675"/>
                        <a:pt x="876" y="63150"/>
                      </a:cubicBezTo>
                      <a:cubicBezTo>
                        <a:pt x="2209" y="53340"/>
                        <a:pt x="4924" y="44529"/>
                        <a:pt x="9020" y="36719"/>
                      </a:cubicBezTo>
                      <a:cubicBezTo>
                        <a:pt x="13020" y="28908"/>
                        <a:pt x="18164" y="22288"/>
                        <a:pt x="24450" y="16859"/>
                      </a:cubicBezTo>
                      <a:cubicBezTo>
                        <a:pt x="30070" y="11906"/>
                        <a:pt x="36499" y="8001"/>
                        <a:pt x="43738" y="5143"/>
                      </a:cubicBezTo>
                      <a:cubicBezTo>
                        <a:pt x="43929" y="5048"/>
                        <a:pt x="44072" y="5000"/>
                        <a:pt x="44167" y="5000"/>
                      </a:cubicBezTo>
                      <a:cubicBezTo>
                        <a:pt x="44738" y="4715"/>
                        <a:pt x="45310" y="4476"/>
                        <a:pt x="45882" y="4286"/>
                      </a:cubicBezTo>
                      <a:cubicBezTo>
                        <a:pt x="52549" y="1428"/>
                        <a:pt x="60598" y="0"/>
                        <a:pt x="70027" y="0"/>
                      </a:cubicBezTo>
                      <a:close/>
                    </a:path>
                  </a:pathLst>
                </a:custGeom>
                <a:solidFill>
                  <a:srgbClr val="4F6DD9"/>
                </a:solidFill>
                <a:ln w="4286" cap="flat">
                  <a:noFill/>
                  <a:prstDash val="solid"/>
                  <a:miter/>
                </a:ln>
              </p:spPr>
              <p:txBody>
                <a:bodyPr wrap="square" rtlCol="0" anchor="ctr">
                  <a:noAutofit/>
                </a:bodyPr>
                <a:lstStyle>
                  <a:defPPr>
                    <a:defRPr lang="zh-CN"/>
                  </a:defPPr>
                  <a:lvl1pPr algn="ctr">
                    <a:defRPr>
                      <a:solidFill>
                        <a:schemeClr val="tx1"/>
                      </a:solidFill>
                    </a:defRPr>
                  </a:lvl1pPr>
                  <a:lvl2pPr>
                    <a:defRPr>
                      <a:solidFill>
                        <a:schemeClr val="tx1"/>
                      </a:solidFill>
                    </a:defRPr>
                  </a:lvl2pPr>
                  <a:lvl3pPr>
                    <a:defRPr>
                      <a:solidFill>
                        <a:schemeClr val="tx1"/>
                      </a:solidFill>
                    </a:defRPr>
                  </a:lvl3pPr>
                  <a:lvl4pPr>
                    <a:defRPr>
                      <a:solidFill>
                        <a:schemeClr val="tx1"/>
                      </a:solidFill>
                    </a:defRPr>
                  </a:lvl4pPr>
                  <a:lvl5pPr>
                    <a:defRPr>
                      <a:solidFill>
                        <a:schemeClr val="tx1"/>
                      </a:solidFill>
                    </a:defRPr>
                  </a:lvl5pPr>
                  <a:lvl6pPr>
                    <a:defRPr>
                      <a:solidFill>
                        <a:schemeClr val="tx1"/>
                      </a:solidFill>
                    </a:defRPr>
                  </a:lvl6pPr>
                  <a:lvl7pPr>
                    <a:defRPr>
                      <a:solidFill>
                        <a:schemeClr val="tx1"/>
                      </a:solidFill>
                    </a:defRPr>
                  </a:lvl7pPr>
                  <a:lvl8pPr>
                    <a:defRPr>
                      <a:solidFill>
                        <a:schemeClr val="tx1"/>
                      </a:solidFill>
                    </a:defRPr>
                  </a:lvl8pPr>
                  <a:lvl9pPr>
                    <a:defRPr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 dirty="0">
                    <a:sym typeface="+mn-lt"/>
                  </a:endParaRPr>
                </a:p>
              </p:txBody>
            </p:sp>
            <p:sp>
              <p:nvSpPr>
                <p:cNvPr id="141" name="文本框 140">
                  <a:extLst>
                    <a:ext uri="{FF2B5EF4-FFF2-40B4-BE49-F238E27FC236}">
                      <a16:creationId xmlns:a16="http://schemas.microsoft.com/office/drawing/2014/main" id="{217B9577-C887-2717-E299-F87E0FF24738}"/>
                    </a:ext>
                  </a:extLst>
                </p:cNvPr>
                <p:cNvSpPr txBox="1"/>
                <p:nvPr/>
              </p:nvSpPr>
              <p:spPr>
                <a:xfrm>
                  <a:off x="8768688" y="300763"/>
                  <a:ext cx="129730" cy="123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730" h="123301">
                      <a:moveTo>
                        <a:pt x="68865" y="22145"/>
                      </a:moveTo>
                      <a:cubicBezTo>
                        <a:pt x="57340" y="22145"/>
                        <a:pt x="47386" y="26479"/>
                        <a:pt x="39004" y="35147"/>
                      </a:cubicBezTo>
                      <a:cubicBezTo>
                        <a:pt x="30622" y="43815"/>
                        <a:pt x="26432" y="54197"/>
                        <a:pt x="26432" y="66294"/>
                      </a:cubicBezTo>
                      <a:cubicBezTo>
                        <a:pt x="26432" y="76485"/>
                        <a:pt x="29622" y="84820"/>
                        <a:pt x="36004" y="91297"/>
                      </a:cubicBezTo>
                      <a:cubicBezTo>
                        <a:pt x="42386" y="97774"/>
                        <a:pt x="50625" y="101012"/>
                        <a:pt x="60722" y="101012"/>
                      </a:cubicBezTo>
                      <a:cubicBezTo>
                        <a:pt x="72628" y="101012"/>
                        <a:pt x="82724" y="96726"/>
                        <a:pt x="91011" y="88153"/>
                      </a:cubicBezTo>
                      <a:cubicBezTo>
                        <a:pt x="99298" y="79486"/>
                        <a:pt x="103441" y="68961"/>
                        <a:pt x="103441" y="56578"/>
                      </a:cubicBezTo>
                      <a:cubicBezTo>
                        <a:pt x="103441" y="46577"/>
                        <a:pt x="100155" y="38338"/>
                        <a:pt x="93583" y="31861"/>
                      </a:cubicBezTo>
                      <a:cubicBezTo>
                        <a:pt x="87106" y="25384"/>
                        <a:pt x="78867" y="22145"/>
                        <a:pt x="68865" y="22145"/>
                      </a:cubicBezTo>
                      <a:close/>
                      <a:moveTo>
                        <a:pt x="70580" y="0"/>
                      </a:moveTo>
                      <a:cubicBezTo>
                        <a:pt x="88011" y="0"/>
                        <a:pt x="102250" y="5095"/>
                        <a:pt x="113300" y="15287"/>
                      </a:cubicBezTo>
                      <a:cubicBezTo>
                        <a:pt x="124253" y="25479"/>
                        <a:pt x="129730" y="38671"/>
                        <a:pt x="129730" y="54864"/>
                      </a:cubicBezTo>
                      <a:cubicBezTo>
                        <a:pt x="129730" y="75057"/>
                        <a:pt x="123253" y="91487"/>
                        <a:pt x="110299" y="104155"/>
                      </a:cubicBezTo>
                      <a:cubicBezTo>
                        <a:pt x="97345" y="116919"/>
                        <a:pt x="80772" y="123301"/>
                        <a:pt x="60579" y="123301"/>
                      </a:cubicBezTo>
                      <a:cubicBezTo>
                        <a:pt x="43053" y="123301"/>
                        <a:pt x="28575" y="118062"/>
                        <a:pt x="17145" y="107584"/>
                      </a:cubicBezTo>
                      <a:cubicBezTo>
                        <a:pt x="5715" y="97012"/>
                        <a:pt x="0" y="83629"/>
                        <a:pt x="0" y="67437"/>
                      </a:cubicBezTo>
                      <a:cubicBezTo>
                        <a:pt x="0" y="48101"/>
                        <a:pt x="6715" y="32051"/>
                        <a:pt x="20145" y="19288"/>
                      </a:cubicBezTo>
                      <a:cubicBezTo>
                        <a:pt x="33480" y="6429"/>
                        <a:pt x="50292" y="0"/>
                        <a:pt x="70580" y="0"/>
                      </a:cubicBezTo>
                      <a:close/>
                    </a:path>
                  </a:pathLst>
                </a:custGeom>
                <a:solidFill>
                  <a:srgbClr val="4F6DD9"/>
                </a:solidFill>
                <a:ln w="4286" cap="flat">
                  <a:noFill/>
                  <a:prstDash val="solid"/>
                  <a:miter/>
                </a:ln>
              </p:spPr>
              <p:txBody>
                <a:bodyPr wrap="square" rtlCol="0" anchor="ctr">
                  <a:noAutofit/>
                </a:bodyPr>
                <a:lstStyle>
                  <a:defPPr>
                    <a:defRPr lang="zh-CN"/>
                  </a:defPPr>
                  <a:lvl1pPr algn="ctr">
                    <a:defRPr>
                      <a:solidFill>
                        <a:schemeClr val="tx1"/>
                      </a:solidFill>
                    </a:defRPr>
                  </a:lvl1pPr>
                  <a:lvl2pPr>
                    <a:defRPr>
                      <a:solidFill>
                        <a:schemeClr val="tx1"/>
                      </a:solidFill>
                    </a:defRPr>
                  </a:lvl2pPr>
                  <a:lvl3pPr>
                    <a:defRPr>
                      <a:solidFill>
                        <a:schemeClr val="tx1"/>
                      </a:solidFill>
                    </a:defRPr>
                  </a:lvl3pPr>
                  <a:lvl4pPr>
                    <a:defRPr>
                      <a:solidFill>
                        <a:schemeClr val="tx1"/>
                      </a:solidFill>
                    </a:defRPr>
                  </a:lvl4pPr>
                  <a:lvl5pPr>
                    <a:defRPr>
                      <a:solidFill>
                        <a:schemeClr val="tx1"/>
                      </a:solidFill>
                    </a:defRPr>
                  </a:lvl5pPr>
                  <a:lvl6pPr>
                    <a:defRPr>
                      <a:solidFill>
                        <a:schemeClr val="tx1"/>
                      </a:solidFill>
                    </a:defRPr>
                  </a:lvl6pPr>
                  <a:lvl7pPr>
                    <a:defRPr>
                      <a:solidFill>
                        <a:schemeClr val="tx1"/>
                      </a:solidFill>
                    </a:defRPr>
                  </a:lvl7pPr>
                  <a:lvl8pPr>
                    <a:defRPr>
                      <a:solidFill>
                        <a:schemeClr val="tx1"/>
                      </a:solidFill>
                    </a:defRPr>
                  </a:lvl8pPr>
                  <a:lvl9pPr>
                    <a:defRPr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 dirty="0">
                    <a:sym typeface="+mn-lt"/>
                  </a:endParaRPr>
                </a:p>
              </p:txBody>
            </p:sp>
          </p:grpSp>
        </p:grpSp>
        <p:grpSp>
          <p:nvGrpSpPr>
            <p:cNvPr id="131" name="组合 130">
              <a:extLst>
                <a:ext uri="{FF2B5EF4-FFF2-40B4-BE49-F238E27FC236}">
                  <a16:creationId xmlns:a16="http://schemas.microsoft.com/office/drawing/2014/main" id="{3A221382-1675-D515-5AE5-24F75F2BCB3E}"/>
                </a:ext>
              </a:extLst>
            </p:cNvPr>
            <p:cNvGrpSpPr/>
            <p:nvPr/>
          </p:nvGrpSpPr>
          <p:grpSpPr>
            <a:xfrm>
              <a:off x="926299" y="660958"/>
              <a:ext cx="674380" cy="119625"/>
              <a:chOff x="892413" y="660958"/>
              <a:chExt cx="707506" cy="125501"/>
            </a:xfrm>
            <a:grpFill/>
          </p:grpSpPr>
          <p:sp>
            <p:nvSpPr>
              <p:cNvPr id="132" name="文本框 131">
                <a:extLst>
                  <a:ext uri="{FF2B5EF4-FFF2-40B4-BE49-F238E27FC236}">
                    <a16:creationId xmlns:a16="http://schemas.microsoft.com/office/drawing/2014/main" id="{6C8FB8BC-EE65-E0A1-639F-5650A38A2B64}"/>
                  </a:ext>
                </a:extLst>
              </p:cNvPr>
              <p:cNvSpPr txBox="1"/>
              <p:nvPr/>
            </p:nvSpPr>
            <p:spPr>
              <a:xfrm>
                <a:off x="892413" y="663237"/>
                <a:ext cx="124027" cy="123222"/>
              </a:xfrm>
              <a:custGeom>
                <a:avLst/>
                <a:gdLst/>
                <a:ahLst/>
                <a:cxnLst/>
                <a:rect l="l" t="t" r="r" b="b"/>
                <a:pathLst>
                  <a:path w="132159" h="131302">
                    <a:moveTo>
                      <a:pt x="56435" y="46434"/>
                    </a:moveTo>
                    <a:lnTo>
                      <a:pt x="72580" y="52863"/>
                    </a:lnTo>
                    <a:cubicBezTo>
                      <a:pt x="68199" y="62960"/>
                      <a:pt x="63055" y="73199"/>
                      <a:pt x="57150" y="83581"/>
                    </a:cubicBezTo>
                    <a:cubicBezTo>
                      <a:pt x="51244" y="93964"/>
                      <a:pt x="46005" y="102203"/>
                      <a:pt x="41433" y="108299"/>
                    </a:cubicBezTo>
                    <a:lnTo>
                      <a:pt x="90725" y="105298"/>
                    </a:lnTo>
                    <a:cubicBezTo>
                      <a:pt x="84915" y="96059"/>
                      <a:pt x="79486" y="87772"/>
                      <a:pt x="74437" y="80438"/>
                    </a:cubicBezTo>
                    <a:lnTo>
                      <a:pt x="87296" y="71723"/>
                    </a:lnTo>
                    <a:cubicBezTo>
                      <a:pt x="92535" y="78867"/>
                      <a:pt x="98083" y="87010"/>
                      <a:pt x="103941" y="96154"/>
                    </a:cubicBezTo>
                    <a:cubicBezTo>
                      <a:pt x="109799" y="105298"/>
                      <a:pt x="114585" y="113299"/>
                      <a:pt x="118300" y="120157"/>
                    </a:cubicBezTo>
                    <a:lnTo>
                      <a:pt x="105727" y="131302"/>
                    </a:lnTo>
                    <a:cubicBezTo>
                      <a:pt x="103917" y="127682"/>
                      <a:pt x="101727" y="123729"/>
                      <a:pt x="99155" y="119443"/>
                    </a:cubicBezTo>
                    <a:cubicBezTo>
                      <a:pt x="71151" y="120681"/>
                      <a:pt x="48244" y="122158"/>
                      <a:pt x="30432" y="123872"/>
                    </a:cubicBezTo>
                    <a:cubicBezTo>
                      <a:pt x="25098" y="124348"/>
                      <a:pt x="21145" y="124777"/>
                      <a:pt x="18573" y="125158"/>
                    </a:cubicBezTo>
                    <a:lnTo>
                      <a:pt x="13573" y="109870"/>
                    </a:lnTo>
                    <a:cubicBezTo>
                      <a:pt x="16430" y="109204"/>
                      <a:pt x="18502" y="108489"/>
                      <a:pt x="19788" y="107727"/>
                    </a:cubicBezTo>
                    <a:cubicBezTo>
                      <a:pt x="21074" y="106965"/>
                      <a:pt x="22479" y="105679"/>
                      <a:pt x="24003" y="103870"/>
                    </a:cubicBezTo>
                    <a:cubicBezTo>
                      <a:pt x="28860" y="98155"/>
                      <a:pt x="34337" y="89892"/>
                      <a:pt x="40433" y="79081"/>
                    </a:cubicBezTo>
                    <a:cubicBezTo>
                      <a:pt x="46529" y="68270"/>
                      <a:pt x="51863" y="57388"/>
                      <a:pt x="56435" y="46434"/>
                    </a:cubicBezTo>
                    <a:close/>
                    <a:moveTo>
                      <a:pt x="44291" y="1857"/>
                    </a:moveTo>
                    <a:lnTo>
                      <a:pt x="59864" y="7000"/>
                    </a:lnTo>
                    <a:cubicBezTo>
                      <a:pt x="49672" y="32527"/>
                      <a:pt x="33337" y="54959"/>
                      <a:pt x="10858" y="74295"/>
                    </a:cubicBezTo>
                    <a:lnTo>
                      <a:pt x="0" y="60864"/>
                    </a:lnTo>
                    <a:cubicBezTo>
                      <a:pt x="21336" y="42862"/>
                      <a:pt x="36099" y="23193"/>
                      <a:pt x="44291" y="1857"/>
                    </a:cubicBezTo>
                    <a:close/>
                    <a:moveTo>
                      <a:pt x="87582" y="0"/>
                    </a:moveTo>
                    <a:cubicBezTo>
                      <a:pt x="92630" y="14001"/>
                      <a:pt x="98560" y="25550"/>
                      <a:pt x="105370" y="34647"/>
                    </a:cubicBezTo>
                    <a:cubicBezTo>
                      <a:pt x="112180" y="43743"/>
                      <a:pt x="121110" y="52197"/>
                      <a:pt x="132159" y="60007"/>
                    </a:cubicBezTo>
                    <a:lnTo>
                      <a:pt x="121729" y="74295"/>
                    </a:lnTo>
                    <a:cubicBezTo>
                      <a:pt x="109728" y="64770"/>
                      <a:pt x="99869" y="54792"/>
                      <a:pt x="92154" y="44362"/>
                    </a:cubicBezTo>
                    <a:cubicBezTo>
                      <a:pt x="84439" y="33932"/>
                      <a:pt x="77962" y="20955"/>
                      <a:pt x="72723" y="5429"/>
                    </a:cubicBez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  <p:sp>
            <p:nvSpPr>
              <p:cNvPr id="133" name="文本框 132">
                <a:extLst>
                  <a:ext uri="{FF2B5EF4-FFF2-40B4-BE49-F238E27FC236}">
                    <a16:creationId xmlns:a16="http://schemas.microsoft.com/office/drawing/2014/main" id="{947F04D1-C12B-767C-44EA-8FC236AA548E}"/>
                  </a:ext>
                </a:extLst>
              </p:cNvPr>
              <p:cNvSpPr txBox="1"/>
              <p:nvPr/>
            </p:nvSpPr>
            <p:spPr>
              <a:xfrm>
                <a:off x="1094481" y="668063"/>
                <a:ext cx="107132" cy="116116"/>
              </a:xfrm>
              <a:custGeom>
                <a:avLst/>
                <a:gdLst/>
                <a:ahLst/>
                <a:cxnLst/>
                <a:rect l="l" t="t" r="r" b="b"/>
                <a:pathLst>
                  <a:path w="114157" h="123730">
                    <a:moveTo>
                      <a:pt x="27575" y="68009"/>
                    </a:moveTo>
                    <a:lnTo>
                      <a:pt x="27575" y="91440"/>
                    </a:lnTo>
                    <a:lnTo>
                      <a:pt x="63865" y="91440"/>
                    </a:lnTo>
                    <a:lnTo>
                      <a:pt x="63865" y="68009"/>
                    </a:lnTo>
                    <a:close/>
                    <a:moveTo>
                      <a:pt x="11573" y="53007"/>
                    </a:moveTo>
                    <a:lnTo>
                      <a:pt x="80010" y="53007"/>
                    </a:lnTo>
                    <a:lnTo>
                      <a:pt x="80010" y="106871"/>
                    </a:lnTo>
                    <a:lnTo>
                      <a:pt x="11573" y="106871"/>
                    </a:lnTo>
                    <a:close/>
                    <a:moveTo>
                      <a:pt x="0" y="27146"/>
                    </a:moveTo>
                    <a:lnTo>
                      <a:pt x="91583" y="27146"/>
                    </a:lnTo>
                    <a:lnTo>
                      <a:pt x="91583" y="42005"/>
                    </a:lnTo>
                    <a:lnTo>
                      <a:pt x="0" y="42005"/>
                    </a:lnTo>
                    <a:close/>
                    <a:moveTo>
                      <a:pt x="8001" y="0"/>
                    </a:moveTo>
                    <a:lnTo>
                      <a:pt x="114157" y="0"/>
                    </a:lnTo>
                    <a:lnTo>
                      <a:pt x="114157" y="105442"/>
                    </a:lnTo>
                    <a:cubicBezTo>
                      <a:pt x="114157" y="109633"/>
                      <a:pt x="113586" y="112871"/>
                      <a:pt x="112443" y="115157"/>
                    </a:cubicBezTo>
                    <a:cubicBezTo>
                      <a:pt x="111300" y="117443"/>
                      <a:pt x="109323" y="119158"/>
                      <a:pt x="106514" y="120301"/>
                    </a:cubicBezTo>
                    <a:cubicBezTo>
                      <a:pt x="103704" y="121444"/>
                      <a:pt x="99679" y="122206"/>
                      <a:pt x="94441" y="122587"/>
                    </a:cubicBezTo>
                    <a:lnTo>
                      <a:pt x="80725" y="123730"/>
                    </a:lnTo>
                    <a:lnTo>
                      <a:pt x="75867" y="108871"/>
                    </a:lnTo>
                    <a:lnTo>
                      <a:pt x="87868" y="108014"/>
                    </a:lnTo>
                    <a:cubicBezTo>
                      <a:pt x="91297" y="107728"/>
                      <a:pt x="93631" y="107371"/>
                      <a:pt x="94869" y="106942"/>
                    </a:cubicBezTo>
                    <a:cubicBezTo>
                      <a:pt x="96107" y="106513"/>
                      <a:pt x="96917" y="105751"/>
                      <a:pt x="97298" y="104656"/>
                    </a:cubicBezTo>
                    <a:cubicBezTo>
                      <a:pt x="97679" y="103561"/>
                      <a:pt x="97870" y="101584"/>
                      <a:pt x="97870" y="98727"/>
                    </a:cubicBezTo>
                    <a:lnTo>
                      <a:pt x="97870" y="15573"/>
                    </a:lnTo>
                    <a:lnTo>
                      <a:pt x="8001" y="15573"/>
                    </a:ln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AC7FD7FC-FC72-5F84-CE59-69E2526A7B82}"/>
                  </a:ext>
                </a:extLst>
              </p:cNvPr>
              <p:cNvSpPr txBox="1"/>
              <p:nvPr/>
            </p:nvSpPr>
            <p:spPr>
              <a:xfrm>
                <a:off x="1282133" y="660958"/>
                <a:ext cx="112630" cy="122551"/>
              </a:xfrm>
              <a:custGeom>
                <a:avLst/>
                <a:gdLst/>
                <a:ahLst/>
                <a:cxnLst/>
                <a:rect l="l" t="t" r="r" b="b"/>
                <a:pathLst>
                  <a:path w="120015" h="130587">
                    <a:moveTo>
                      <a:pt x="44005" y="84439"/>
                    </a:moveTo>
                    <a:lnTo>
                      <a:pt x="44005" y="110871"/>
                    </a:lnTo>
                    <a:lnTo>
                      <a:pt x="102156" y="110871"/>
                    </a:lnTo>
                    <a:lnTo>
                      <a:pt x="102156" y="84439"/>
                    </a:lnTo>
                    <a:close/>
                    <a:moveTo>
                      <a:pt x="55435" y="0"/>
                    </a:moveTo>
                    <a:lnTo>
                      <a:pt x="69866" y="6000"/>
                    </a:lnTo>
                    <a:cubicBezTo>
                      <a:pt x="67199" y="10001"/>
                      <a:pt x="65103" y="12954"/>
                      <a:pt x="63579" y="14859"/>
                    </a:cubicBezTo>
                    <a:lnTo>
                      <a:pt x="120015" y="14859"/>
                    </a:lnTo>
                    <a:lnTo>
                      <a:pt x="120015" y="29575"/>
                    </a:lnTo>
                    <a:cubicBezTo>
                      <a:pt x="106108" y="45482"/>
                      <a:pt x="88487" y="59007"/>
                      <a:pt x="67151" y="70151"/>
                    </a:cubicBezTo>
                    <a:lnTo>
                      <a:pt x="117443" y="70151"/>
                    </a:lnTo>
                    <a:lnTo>
                      <a:pt x="117443" y="130587"/>
                    </a:lnTo>
                    <a:lnTo>
                      <a:pt x="102156" y="130587"/>
                    </a:lnTo>
                    <a:lnTo>
                      <a:pt x="102156" y="124587"/>
                    </a:lnTo>
                    <a:lnTo>
                      <a:pt x="44005" y="124587"/>
                    </a:lnTo>
                    <a:lnTo>
                      <a:pt x="44005" y="130587"/>
                    </a:lnTo>
                    <a:lnTo>
                      <a:pt x="28861" y="130587"/>
                    </a:lnTo>
                    <a:lnTo>
                      <a:pt x="28861" y="87011"/>
                    </a:lnTo>
                    <a:cubicBezTo>
                      <a:pt x="21336" y="89773"/>
                      <a:pt x="13716" y="92345"/>
                      <a:pt x="6001" y="94726"/>
                    </a:cubicBezTo>
                    <a:lnTo>
                      <a:pt x="0" y="80153"/>
                    </a:lnTo>
                    <a:lnTo>
                      <a:pt x="47430" y="55889"/>
                    </a:lnTo>
                    <a:lnTo>
                      <a:pt x="49720" y="57721"/>
                    </a:lnTo>
                    <a:lnTo>
                      <a:pt x="58412" y="50271"/>
                    </a:lnTo>
                    <a:lnTo>
                      <a:pt x="98869" y="29575"/>
                    </a:lnTo>
                    <a:lnTo>
                      <a:pt x="51006" y="29575"/>
                    </a:lnTo>
                    <a:lnTo>
                      <a:pt x="45720" y="34718"/>
                    </a:lnTo>
                    <a:cubicBezTo>
                      <a:pt x="52483" y="39862"/>
                      <a:pt x="57817" y="44100"/>
                      <a:pt x="61722" y="47434"/>
                    </a:cubicBezTo>
                    <a:lnTo>
                      <a:pt x="58412" y="50271"/>
                    </a:lnTo>
                    <a:lnTo>
                      <a:pt x="47430" y="55889"/>
                    </a:lnTo>
                    <a:lnTo>
                      <a:pt x="34004" y="45148"/>
                    </a:lnTo>
                    <a:cubicBezTo>
                      <a:pt x="28480" y="49625"/>
                      <a:pt x="22860" y="53768"/>
                      <a:pt x="17145" y="57578"/>
                    </a:cubicBezTo>
                    <a:lnTo>
                      <a:pt x="7429" y="44291"/>
                    </a:lnTo>
                    <a:cubicBezTo>
                      <a:pt x="16097" y="38957"/>
                      <a:pt x="24955" y="32075"/>
                      <a:pt x="34004" y="23645"/>
                    </a:cubicBezTo>
                    <a:cubicBezTo>
                      <a:pt x="43053" y="15216"/>
                      <a:pt x="50197" y="7334"/>
                      <a:pt x="55435" y="0"/>
                    </a:cubicBez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  <p:sp>
            <p:nvSpPr>
              <p:cNvPr id="135" name="文本框 134">
                <a:extLst>
                  <a:ext uri="{FF2B5EF4-FFF2-40B4-BE49-F238E27FC236}">
                    <a16:creationId xmlns:a16="http://schemas.microsoft.com/office/drawing/2014/main" id="{B64C5BE3-AF87-2DE3-CB16-AE518394D3E6}"/>
                  </a:ext>
                </a:extLst>
              </p:cNvPr>
              <p:cNvSpPr txBox="1"/>
              <p:nvPr/>
            </p:nvSpPr>
            <p:spPr>
              <a:xfrm>
                <a:off x="1477664" y="663504"/>
                <a:ext cx="122255" cy="121345"/>
              </a:xfrm>
              <a:custGeom>
                <a:avLst/>
                <a:gdLst/>
                <a:ahLst/>
                <a:cxnLst/>
                <a:rect l="l" t="t" r="r" b="b"/>
                <a:pathLst>
                  <a:path w="130271" h="129302">
                    <a:moveTo>
                      <a:pt x="60294" y="60294"/>
                    </a:moveTo>
                    <a:lnTo>
                      <a:pt x="73581" y="64294"/>
                    </a:lnTo>
                    <a:cubicBezTo>
                      <a:pt x="71200" y="72581"/>
                      <a:pt x="68057" y="81534"/>
                      <a:pt x="64151" y="91155"/>
                    </a:cubicBezTo>
                    <a:cubicBezTo>
                      <a:pt x="60246" y="100775"/>
                      <a:pt x="56245" y="109347"/>
                      <a:pt x="52150" y="116872"/>
                    </a:cubicBezTo>
                    <a:lnTo>
                      <a:pt x="38862" y="111014"/>
                    </a:lnTo>
                    <a:cubicBezTo>
                      <a:pt x="42863" y="103966"/>
                      <a:pt x="46887" y="95727"/>
                      <a:pt x="50935" y="86297"/>
                    </a:cubicBezTo>
                    <a:cubicBezTo>
                      <a:pt x="54983" y="76867"/>
                      <a:pt x="58103" y="68199"/>
                      <a:pt x="60294" y="60294"/>
                    </a:cubicBezTo>
                    <a:close/>
                    <a:moveTo>
                      <a:pt x="110443" y="60151"/>
                    </a:moveTo>
                    <a:cubicBezTo>
                      <a:pt x="113967" y="67294"/>
                      <a:pt x="117896" y="76010"/>
                      <a:pt x="122230" y="86297"/>
                    </a:cubicBezTo>
                    <a:lnTo>
                      <a:pt x="130271" y="106882"/>
                    </a:lnTo>
                    <a:lnTo>
                      <a:pt x="130271" y="109679"/>
                    </a:lnTo>
                    <a:lnTo>
                      <a:pt x="119015" y="116301"/>
                    </a:lnTo>
                    <a:cubicBezTo>
                      <a:pt x="116920" y="109252"/>
                      <a:pt x="113896" y="101084"/>
                      <a:pt x="109943" y="91797"/>
                    </a:cubicBezTo>
                    <a:cubicBezTo>
                      <a:pt x="105990" y="82511"/>
                      <a:pt x="102061" y="74010"/>
                      <a:pt x="98155" y="66294"/>
                    </a:cubicBezTo>
                    <a:close/>
                    <a:moveTo>
                      <a:pt x="80010" y="40720"/>
                    </a:moveTo>
                    <a:lnTo>
                      <a:pt x="94155" y="41291"/>
                    </a:lnTo>
                    <a:lnTo>
                      <a:pt x="94155" y="112729"/>
                    </a:lnTo>
                    <a:cubicBezTo>
                      <a:pt x="94155" y="116634"/>
                      <a:pt x="93631" y="119658"/>
                      <a:pt x="92583" y="121801"/>
                    </a:cubicBezTo>
                    <a:cubicBezTo>
                      <a:pt x="91536" y="123944"/>
                      <a:pt x="89893" y="125492"/>
                      <a:pt x="87654" y="126445"/>
                    </a:cubicBezTo>
                    <a:cubicBezTo>
                      <a:pt x="85416" y="127397"/>
                      <a:pt x="82296" y="128064"/>
                      <a:pt x="78296" y="128445"/>
                    </a:cubicBezTo>
                    <a:lnTo>
                      <a:pt x="69152" y="129302"/>
                    </a:lnTo>
                    <a:lnTo>
                      <a:pt x="64437" y="114443"/>
                    </a:lnTo>
                    <a:lnTo>
                      <a:pt x="72438" y="113586"/>
                    </a:lnTo>
                    <a:cubicBezTo>
                      <a:pt x="75581" y="113205"/>
                      <a:pt x="77629" y="112657"/>
                      <a:pt x="78582" y="111943"/>
                    </a:cubicBezTo>
                    <a:cubicBezTo>
                      <a:pt x="79534" y="111228"/>
                      <a:pt x="80010" y="109585"/>
                      <a:pt x="80010" y="107014"/>
                    </a:cubicBezTo>
                    <a:close/>
                    <a:moveTo>
                      <a:pt x="66580" y="0"/>
                    </a:moveTo>
                    <a:lnTo>
                      <a:pt x="81011" y="2429"/>
                    </a:lnTo>
                    <a:cubicBezTo>
                      <a:pt x="79677" y="7096"/>
                      <a:pt x="78248" y="11811"/>
                      <a:pt x="76724" y="16574"/>
                    </a:cubicBezTo>
                    <a:lnTo>
                      <a:pt x="126445" y="16574"/>
                    </a:lnTo>
                    <a:lnTo>
                      <a:pt x="126445" y="31719"/>
                    </a:lnTo>
                    <a:lnTo>
                      <a:pt x="115872" y="54007"/>
                    </a:lnTo>
                    <a:lnTo>
                      <a:pt x="102156" y="49006"/>
                    </a:lnTo>
                    <a:lnTo>
                      <a:pt x="110728" y="31719"/>
                    </a:lnTo>
                    <a:lnTo>
                      <a:pt x="71152" y="31719"/>
                    </a:lnTo>
                    <a:cubicBezTo>
                      <a:pt x="67628" y="40482"/>
                      <a:pt x="63865" y="48483"/>
                      <a:pt x="59865" y="55722"/>
                    </a:cubicBezTo>
                    <a:lnTo>
                      <a:pt x="48578" y="49721"/>
                    </a:lnTo>
                    <a:lnTo>
                      <a:pt x="48578" y="52007"/>
                    </a:lnTo>
                    <a:lnTo>
                      <a:pt x="35148" y="52007"/>
                    </a:lnTo>
                    <a:lnTo>
                      <a:pt x="35148" y="65580"/>
                    </a:lnTo>
                    <a:lnTo>
                      <a:pt x="38291" y="61722"/>
                    </a:lnTo>
                    <a:cubicBezTo>
                      <a:pt x="44673" y="67342"/>
                      <a:pt x="49435" y="71914"/>
                      <a:pt x="52578" y="75438"/>
                    </a:cubicBezTo>
                    <a:lnTo>
                      <a:pt x="44149" y="87011"/>
                    </a:lnTo>
                    <a:cubicBezTo>
                      <a:pt x="41958" y="83963"/>
                      <a:pt x="38958" y="80629"/>
                      <a:pt x="35148" y="77010"/>
                    </a:cubicBezTo>
                    <a:lnTo>
                      <a:pt x="35148" y="129016"/>
                    </a:lnTo>
                    <a:lnTo>
                      <a:pt x="21574" y="129016"/>
                    </a:lnTo>
                    <a:lnTo>
                      <a:pt x="21574" y="80439"/>
                    </a:lnTo>
                    <a:cubicBezTo>
                      <a:pt x="17669" y="89202"/>
                      <a:pt x="13621" y="97155"/>
                      <a:pt x="9430" y="104299"/>
                    </a:cubicBezTo>
                    <a:lnTo>
                      <a:pt x="0" y="93012"/>
                    </a:lnTo>
                    <a:cubicBezTo>
                      <a:pt x="3906" y="87011"/>
                      <a:pt x="7739" y="80391"/>
                      <a:pt x="11502" y="73152"/>
                    </a:cubicBezTo>
                    <a:cubicBezTo>
                      <a:pt x="15264" y="65913"/>
                      <a:pt x="18479" y="58865"/>
                      <a:pt x="21146" y="52007"/>
                    </a:cubicBezTo>
                    <a:lnTo>
                      <a:pt x="5287" y="52007"/>
                    </a:lnTo>
                    <a:lnTo>
                      <a:pt x="5287" y="37291"/>
                    </a:lnTo>
                    <a:lnTo>
                      <a:pt x="21574" y="37291"/>
                    </a:lnTo>
                    <a:lnTo>
                      <a:pt x="21574" y="22860"/>
                    </a:lnTo>
                    <a:cubicBezTo>
                      <a:pt x="15764" y="23813"/>
                      <a:pt x="10907" y="24480"/>
                      <a:pt x="7001" y="24861"/>
                    </a:cubicBezTo>
                    <a:lnTo>
                      <a:pt x="5715" y="10573"/>
                    </a:lnTo>
                    <a:cubicBezTo>
                      <a:pt x="12192" y="9811"/>
                      <a:pt x="19574" y="8692"/>
                      <a:pt x="27861" y="7215"/>
                    </a:cubicBezTo>
                    <a:cubicBezTo>
                      <a:pt x="36148" y="5739"/>
                      <a:pt x="43196" y="4287"/>
                      <a:pt x="49006" y="2858"/>
                    </a:cubicBezTo>
                    <a:lnTo>
                      <a:pt x="51007" y="17288"/>
                    </a:lnTo>
                    <a:cubicBezTo>
                      <a:pt x="47482" y="18241"/>
                      <a:pt x="42196" y="19384"/>
                      <a:pt x="35148" y="20717"/>
                    </a:cubicBezTo>
                    <a:lnTo>
                      <a:pt x="35148" y="37291"/>
                    </a:lnTo>
                    <a:lnTo>
                      <a:pt x="48578" y="37291"/>
                    </a:lnTo>
                    <a:lnTo>
                      <a:pt x="48578" y="46006"/>
                    </a:lnTo>
                    <a:cubicBezTo>
                      <a:pt x="52293" y="39529"/>
                      <a:pt x="55769" y="32123"/>
                      <a:pt x="59008" y="23789"/>
                    </a:cubicBezTo>
                    <a:cubicBezTo>
                      <a:pt x="62246" y="15455"/>
                      <a:pt x="64770" y="7525"/>
                      <a:pt x="66580" y="0"/>
                    </a:cubicBez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</p:grpSp>
      </p:grpSp>
      <p:sp>
        <p:nvSpPr>
          <p:cNvPr id="142" name="文本框 141">
            <a:extLst>
              <a:ext uri="{FF2B5EF4-FFF2-40B4-BE49-F238E27FC236}">
                <a16:creationId xmlns:a16="http://schemas.microsoft.com/office/drawing/2014/main" id="{F74D8EA4-F124-F92C-4C90-33688A836864}"/>
              </a:ext>
            </a:extLst>
          </p:cNvPr>
          <p:cNvSpPr txBox="1"/>
          <p:nvPr/>
        </p:nvSpPr>
        <p:spPr>
          <a:xfrm>
            <a:off x="4103688" y="3680654"/>
            <a:ext cx="3971546" cy="571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提供实时语音转写、多语种会议纪要自动生成及待办事项智能拆解。结合RPA引擎，实现会后任务自动分发与进度追踪。</a:t>
            </a:r>
          </a:p>
        </p:txBody>
      </p:sp>
      <p:grpSp>
        <p:nvGrpSpPr>
          <p:cNvPr id="143" name="组合 142">
            <a:extLst>
              <a:ext uri="{FF2B5EF4-FFF2-40B4-BE49-F238E27FC236}">
                <a16:creationId xmlns:a16="http://schemas.microsoft.com/office/drawing/2014/main" id="{686C2E31-04CB-27AB-5B40-A606943768D4}"/>
              </a:ext>
            </a:extLst>
          </p:cNvPr>
          <p:cNvGrpSpPr/>
          <p:nvPr/>
        </p:nvGrpSpPr>
        <p:grpSpPr>
          <a:xfrm>
            <a:off x="3945189" y="5811450"/>
            <a:ext cx="4313944" cy="315056"/>
            <a:chOff x="1253246" y="4118390"/>
            <a:chExt cx="4313944" cy="315056"/>
          </a:xfrm>
        </p:grpSpPr>
        <p:sp>
          <p:nvSpPr>
            <p:cNvPr id="144" name="文本框 143">
              <a:extLst>
                <a:ext uri="{FF2B5EF4-FFF2-40B4-BE49-F238E27FC236}">
                  <a16:creationId xmlns:a16="http://schemas.microsoft.com/office/drawing/2014/main" id="{3062E9FB-F4E6-2627-D0A4-742E4DD28305}"/>
                </a:ext>
              </a:extLst>
            </p:cNvPr>
            <p:cNvSpPr txBox="1"/>
            <p:nvPr/>
          </p:nvSpPr>
          <p:spPr>
            <a:xfrm>
              <a:off x="1561022" y="4125669"/>
              <a:ext cx="2027128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</a:p>
          </p:txBody>
        </p:sp>
        <p:sp>
          <p:nvSpPr>
            <p:cNvPr id="145" name="iconfont-10019-4889788">
              <a:extLst>
                <a:ext uri="{FF2B5EF4-FFF2-40B4-BE49-F238E27FC236}">
                  <a16:creationId xmlns:a16="http://schemas.microsoft.com/office/drawing/2014/main" id="{250CA618-3B0F-AB20-0C9C-6D951F89CCA5}"/>
                </a:ext>
              </a:extLst>
            </p:cNvPr>
            <p:cNvSpPr/>
            <p:nvPr/>
          </p:nvSpPr>
          <p:spPr>
            <a:xfrm>
              <a:off x="1253246" y="4118392"/>
              <a:ext cx="307776" cy="307776"/>
            </a:xfrm>
            <a:custGeom>
              <a:avLst/>
              <a:gdLst>
                <a:gd name="T0" fmla="*/ 6383 w 12767"/>
                <a:gd name="T1" fmla="*/ 0 h 12767"/>
                <a:gd name="T2" fmla="*/ 0 w 12767"/>
                <a:gd name="T3" fmla="*/ 6383 h 12767"/>
                <a:gd name="T4" fmla="*/ 6383 w 12767"/>
                <a:gd name="T5" fmla="*/ 12767 h 12767"/>
                <a:gd name="T6" fmla="*/ 12767 w 12767"/>
                <a:gd name="T7" fmla="*/ 6383 h 12767"/>
                <a:gd name="T8" fmla="*/ 6383 w 12767"/>
                <a:gd name="T9" fmla="*/ 0 h 12767"/>
                <a:gd name="T10" fmla="*/ 6383 w 12767"/>
                <a:gd name="T11" fmla="*/ 870 h 12767"/>
                <a:gd name="T12" fmla="*/ 11897 w 12767"/>
                <a:gd name="T13" fmla="*/ 6383 h 12767"/>
                <a:gd name="T14" fmla="*/ 11032 w 12767"/>
                <a:gd name="T15" fmla="*/ 9349 h 12767"/>
                <a:gd name="T16" fmla="*/ 7524 w 12767"/>
                <a:gd name="T17" fmla="*/ 7451 h 12767"/>
                <a:gd name="T18" fmla="*/ 9004 w 12767"/>
                <a:gd name="T19" fmla="*/ 5101 h 12767"/>
                <a:gd name="T20" fmla="*/ 6393 w 12767"/>
                <a:gd name="T21" fmla="*/ 2489 h 12767"/>
                <a:gd name="T22" fmla="*/ 3781 w 12767"/>
                <a:gd name="T23" fmla="*/ 5101 h 12767"/>
                <a:gd name="T24" fmla="*/ 5261 w 12767"/>
                <a:gd name="T25" fmla="*/ 7451 h 12767"/>
                <a:gd name="T26" fmla="*/ 1743 w 12767"/>
                <a:gd name="T27" fmla="*/ 9361 h 12767"/>
                <a:gd name="T28" fmla="*/ 870 w 12767"/>
                <a:gd name="T29" fmla="*/ 6383 h 12767"/>
                <a:gd name="T30" fmla="*/ 6383 w 12767"/>
                <a:gd name="T31" fmla="*/ 870 h 127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767" h="12767">
                  <a:moveTo>
                    <a:pt x="6383" y="0"/>
                  </a:moveTo>
                  <a:cubicBezTo>
                    <a:pt x="2858" y="0"/>
                    <a:pt x="0" y="2858"/>
                    <a:pt x="0" y="6383"/>
                  </a:cubicBezTo>
                  <a:cubicBezTo>
                    <a:pt x="0" y="9909"/>
                    <a:pt x="2858" y="12767"/>
                    <a:pt x="6383" y="12767"/>
                  </a:cubicBezTo>
                  <a:cubicBezTo>
                    <a:pt x="9909" y="12767"/>
                    <a:pt x="12767" y="9909"/>
                    <a:pt x="12767" y="6383"/>
                  </a:cubicBezTo>
                  <a:cubicBezTo>
                    <a:pt x="12767" y="2858"/>
                    <a:pt x="9909" y="0"/>
                    <a:pt x="6383" y="0"/>
                  </a:cubicBezTo>
                  <a:close/>
                  <a:moveTo>
                    <a:pt x="6383" y="870"/>
                  </a:moveTo>
                  <a:cubicBezTo>
                    <a:pt x="9428" y="870"/>
                    <a:pt x="11897" y="3339"/>
                    <a:pt x="11897" y="6383"/>
                  </a:cubicBezTo>
                  <a:cubicBezTo>
                    <a:pt x="11897" y="7475"/>
                    <a:pt x="11579" y="8493"/>
                    <a:pt x="11032" y="9349"/>
                  </a:cubicBezTo>
                  <a:cubicBezTo>
                    <a:pt x="10114" y="8379"/>
                    <a:pt x="8895" y="7697"/>
                    <a:pt x="7524" y="7451"/>
                  </a:cubicBezTo>
                  <a:cubicBezTo>
                    <a:pt x="8399" y="7030"/>
                    <a:pt x="9004" y="6137"/>
                    <a:pt x="9004" y="5101"/>
                  </a:cubicBezTo>
                  <a:cubicBezTo>
                    <a:pt x="9004" y="3658"/>
                    <a:pt x="7835" y="2489"/>
                    <a:pt x="6393" y="2489"/>
                  </a:cubicBezTo>
                  <a:cubicBezTo>
                    <a:pt x="4950" y="2489"/>
                    <a:pt x="3781" y="3658"/>
                    <a:pt x="3781" y="5101"/>
                  </a:cubicBezTo>
                  <a:cubicBezTo>
                    <a:pt x="3781" y="6137"/>
                    <a:pt x="4386" y="7030"/>
                    <a:pt x="5261" y="7451"/>
                  </a:cubicBezTo>
                  <a:cubicBezTo>
                    <a:pt x="3885" y="7698"/>
                    <a:pt x="2662" y="8385"/>
                    <a:pt x="1743" y="9361"/>
                  </a:cubicBezTo>
                  <a:cubicBezTo>
                    <a:pt x="1190" y="8502"/>
                    <a:pt x="870" y="7480"/>
                    <a:pt x="870" y="6383"/>
                  </a:cubicBezTo>
                  <a:cubicBezTo>
                    <a:pt x="870" y="3339"/>
                    <a:pt x="3339" y="870"/>
                    <a:pt x="6383" y="870"/>
                  </a:cubicBezTo>
                  <a:close/>
                </a:path>
              </a:pathLst>
            </a:custGeom>
            <a:solidFill>
              <a:schemeClr val="bg1"/>
            </a:solidFill>
          </p:spPr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sym typeface="+mn-lt"/>
              </a:endParaRPr>
            </a:p>
          </p:txBody>
        </p:sp>
        <p:sp>
          <p:nvSpPr>
            <p:cNvPr id="146" name="文本框 145">
              <a:extLst>
                <a:ext uri="{FF2B5EF4-FFF2-40B4-BE49-F238E27FC236}">
                  <a16:creationId xmlns:a16="http://schemas.microsoft.com/office/drawing/2014/main" id="{7788BBE6-9AAA-F0DD-6933-72C8E1424F58}"/>
                </a:ext>
              </a:extLst>
            </p:cNvPr>
            <p:cNvSpPr txBox="1"/>
            <p:nvPr/>
          </p:nvSpPr>
          <p:spPr>
            <a:xfrm>
              <a:off x="3898985" y="4118390"/>
              <a:ext cx="1668205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bg1"/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</a:p>
          </p:txBody>
        </p:sp>
        <p:sp>
          <p:nvSpPr>
            <p:cNvPr id="147" name="iconfont-11899-5651509">
              <a:extLst>
                <a:ext uri="{FF2B5EF4-FFF2-40B4-BE49-F238E27FC236}">
                  <a16:creationId xmlns:a16="http://schemas.microsoft.com/office/drawing/2014/main" id="{CEFD1ECD-717C-FC17-41CB-FBFE9247E31E}"/>
                </a:ext>
              </a:extLst>
            </p:cNvPr>
            <p:cNvSpPr/>
            <p:nvPr/>
          </p:nvSpPr>
          <p:spPr>
            <a:xfrm>
              <a:off x="3588150" y="4118394"/>
              <a:ext cx="307836" cy="307774"/>
            </a:xfrm>
            <a:custGeom>
              <a:avLst/>
              <a:gdLst>
                <a:gd name="T0" fmla="*/ 5872 w 10378"/>
                <a:gd name="T1" fmla="*/ 5277 h 10377"/>
                <a:gd name="T2" fmla="*/ 5872 w 10378"/>
                <a:gd name="T3" fmla="*/ 2783 h 10377"/>
                <a:gd name="T4" fmla="*/ 5223 w 10378"/>
                <a:gd name="T5" fmla="*/ 2135 h 10377"/>
                <a:gd name="T6" fmla="*/ 4574 w 10378"/>
                <a:gd name="T7" fmla="*/ 2783 h 10377"/>
                <a:gd name="T8" fmla="*/ 4574 w 10378"/>
                <a:gd name="T9" fmla="*/ 6026 h 10377"/>
                <a:gd name="T10" fmla="*/ 7383 w 10378"/>
                <a:gd name="T11" fmla="*/ 7647 h 10377"/>
                <a:gd name="T12" fmla="*/ 8267 w 10378"/>
                <a:gd name="T13" fmla="*/ 7403 h 10377"/>
                <a:gd name="T14" fmla="*/ 8031 w 10378"/>
                <a:gd name="T15" fmla="*/ 6523 h 10377"/>
                <a:gd name="T16" fmla="*/ 5872 w 10378"/>
                <a:gd name="T17" fmla="*/ 5277 h 10377"/>
                <a:gd name="T18" fmla="*/ 5189 w 10378"/>
                <a:gd name="T19" fmla="*/ 10377 h 10377"/>
                <a:gd name="T20" fmla="*/ 0 w 10378"/>
                <a:gd name="T21" fmla="*/ 5188 h 10377"/>
                <a:gd name="T22" fmla="*/ 5189 w 10378"/>
                <a:gd name="T23" fmla="*/ 0 h 10377"/>
                <a:gd name="T24" fmla="*/ 10378 w 10378"/>
                <a:gd name="T25" fmla="*/ 5188 h 10377"/>
                <a:gd name="T26" fmla="*/ 5189 w 10378"/>
                <a:gd name="T27" fmla="*/ 10377 h 10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378" h="10377">
                  <a:moveTo>
                    <a:pt x="5872" y="5277"/>
                  </a:moveTo>
                  <a:lnTo>
                    <a:pt x="5872" y="2783"/>
                  </a:lnTo>
                  <a:cubicBezTo>
                    <a:pt x="5872" y="2425"/>
                    <a:pt x="5582" y="2135"/>
                    <a:pt x="5223" y="2135"/>
                  </a:cubicBezTo>
                  <a:cubicBezTo>
                    <a:pt x="4864" y="2135"/>
                    <a:pt x="4574" y="2425"/>
                    <a:pt x="4574" y="2783"/>
                  </a:cubicBezTo>
                  <a:lnTo>
                    <a:pt x="4574" y="6026"/>
                  </a:lnTo>
                  <a:lnTo>
                    <a:pt x="7383" y="7647"/>
                  </a:lnTo>
                  <a:cubicBezTo>
                    <a:pt x="7694" y="7825"/>
                    <a:pt x="8091" y="7716"/>
                    <a:pt x="8267" y="7403"/>
                  </a:cubicBezTo>
                  <a:cubicBezTo>
                    <a:pt x="8442" y="7095"/>
                    <a:pt x="8337" y="6703"/>
                    <a:pt x="8031" y="6523"/>
                  </a:cubicBezTo>
                  <a:lnTo>
                    <a:pt x="5872" y="5277"/>
                  </a:lnTo>
                  <a:close/>
                  <a:moveTo>
                    <a:pt x="5189" y="10377"/>
                  </a:moveTo>
                  <a:cubicBezTo>
                    <a:pt x="2324" y="10377"/>
                    <a:pt x="0" y="8054"/>
                    <a:pt x="0" y="5188"/>
                  </a:cubicBezTo>
                  <a:cubicBezTo>
                    <a:pt x="0" y="2322"/>
                    <a:pt x="2324" y="0"/>
                    <a:pt x="5189" y="0"/>
                  </a:cubicBezTo>
                  <a:cubicBezTo>
                    <a:pt x="8054" y="0"/>
                    <a:pt x="10378" y="2322"/>
                    <a:pt x="10378" y="5188"/>
                  </a:cubicBezTo>
                  <a:cubicBezTo>
                    <a:pt x="10378" y="8054"/>
                    <a:pt x="8056" y="10377"/>
                    <a:pt x="5189" y="10377"/>
                  </a:cubicBezTo>
                  <a:close/>
                </a:path>
              </a:pathLst>
            </a:custGeom>
            <a:solidFill>
              <a:schemeClr val="bg1"/>
            </a:solidFill>
          </p:spPr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sym typeface="+mn-lt"/>
              </a:endParaRPr>
            </a:p>
          </p:txBody>
        </p:sp>
      </p:grpSp>
      <p:sp>
        <p:nvSpPr>
          <p:cNvPr id="149" name="图形 948">
            <a:extLst>
              <a:ext uri="{FF2B5EF4-FFF2-40B4-BE49-F238E27FC236}">
                <a16:creationId xmlns:a16="http://schemas.microsoft.com/office/drawing/2014/main" id="{A5E56CB5-7FEC-2410-DF9E-2690C961489A}"/>
              </a:ext>
            </a:extLst>
          </p:cNvPr>
          <p:cNvSpPr/>
          <p:nvPr/>
        </p:nvSpPr>
        <p:spPr>
          <a:xfrm>
            <a:off x="10490406" y="4485419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51" name="组合 150">
            <a:extLst>
              <a:ext uri="{FF2B5EF4-FFF2-40B4-BE49-F238E27FC236}">
                <a16:creationId xmlns:a16="http://schemas.microsoft.com/office/drawing/2014/main" id="{8E9DC9A2-F031-05EC-630C-FE63E8F7F39C}"/>
              </a:ext>
            </a:extLst>
          </p:cNvPr>
          <p:cNvGrpSpPr/>
          <p:nvPr/>
        </p:nvGrpSpPr>
        <p:grpSpPr>
          <a:xfrm>
            <a:off x="3091543" y="3015847"/>
            <a:ext cx="6008914" cy="410702"/>
            <a:chOff x="3091543" y="2828925"/>
            <a:chExt cx="6008914" cy="410702"/>
          </a:xfrm>
        </p:grpSpPr>
        <p:sp>
          <p:nvSpPr>
            <p:cNvPr id="148" name="矩形: 圆角 147">
              <a:extLst>
                <a:ext uri="{FF2B5EF4-FFF2-40B4-BE49-F238E27FC236}">
                  <a16:creationId xmlns:a16="http://schemas.microsoft.com/office/drawing/2014/main" id="{27F313D3-DB55-6BFE-C49A-7468D72EAE31}"/>
                </a:ext>
              </a:extLst>
            </p:cNvPr>
            <p:cNvSpPr/>
            <p:nvPr/>
          </p:nvSpPr>
          <p:spPr>
            <a:xfrm>
              <a:off x="3091543" y="2828925"/>
              <a:ext cx="6008914" cy="410702"/>
            </a:xfrm>
            <a:prstGeom prst="roundRect">
              <a:avLst>
                <a:gd name="adj" fmla="val 19077"/>
              </a:avLst>
            </a:pr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50" name="文本框 149">
              <a:extLst>
                <a:ext uri="{FF2B5EF4-FFF2-40B4-BE49-F238E27FC236}">
                  <a16:creationId xmlns:a16="http://schemas.microsoft.com/office/drawing/2014/main" id="{21AF9C41-A7AD-C905-DB89-09B5FD832CE6}"/>
                </a:ext>
              </a:extLst>
            </p:cNvPr>
            <p:cNvSpPr txBox="1"/>
            <p:nvPr/>
          </p:nvSpPr>
          <p:spPr>
            <a:xfrm>
              <a:off x="3734245" y="2883788"/>
              <a:ext cx="474360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/>
          </p:txBody>
        </p:sp>
      </p:grpSp>
    </p:spTree>
    <p:extLst>
      <p:ext uri="{BB962C8B-B14F-4D97-AF65-F5344CB8AC3E}">
        <p14:creationId xmlns:p14="http://schemas.microsoft.com/office/powerpoint/2010/main" val="172928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EC795D-A965-C4C8-D0C6-CB8FB7D78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58FDB91-BEB7-5CBF-329D-A12ED828A8B0}"/>
              </a:ext>
            </a:extLst>
          </p:cNvPr>
          <p:cNvSpPr/>
          <p:nvPr/>
        </p:nvSpPr>
        <p:spPr>
          <a:xfrm>
            <a:off x="0" y="4485419"/>
            <a:ext cx="12192000" cy="2372581"/>
          </a:xfrm>
          <a:custGeom>
            <a:avLst/>
            <a:gdLst>
              <a:gd name="csX0" fmla="*/ 4552950 w 12192000"/>
              <a:gd name="csY0" fmla="*/ 0 h 2372581"/>
              <a:gd name="csX1" fmla="*/ 11672122 w 12192000"/>
              <a:gd name="csY1" fmla="*/ 1048195 h 2372581"/>
              <a:gd name="csX2" fmla="*/ 12192000 w 12192000"/>
              <a:gd name="csY2" fmla="*/ 1251521 h 2372581"/>
              <a:gd name="csX3" fmla="*/ 12192000 w 12192000"/>
              <a:gd name="csY3" fmla="*/ 2372581 h 2372581"/>
              <a:gd name="csX4" fmla="*/ 0 w 12192000"/>
              <a:gd name="csY4" fmla="*/ 2372581 h 2372581"/>
              <a:gd name="csX5" fmla="*/ 0 w 12192000"/>
              <a:gd name="csY5" fmla="*/ 387139 h 2372581"/>
              <a:gd name="csX6" fmla="*/ 188043 w 12192000"/>
              <a:gd name="csY6" fmla="*/ 352905 h 2372581"/>
              <a:gd name="csX7" fmla="*/ 4552950 w 12192000"/>
              <a:gd name="csY7" fmla="*/ 0 h 23725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2372581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2372581"/>
                </a:lnTo>
                <a:lnTo>
                  <a:pt x="0" y="2372581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5B2CC646-C556-33AF-3679-0F9534640F3F}"/>
              </a:ext>
            </a:extLst>
          </p:cNvPr>
          <p:cNvSpPr/>
          <p:nvPr/>
        </p:nvSpPr>
        <p:spPr>
          <a:xfrm>
            <a:off x="0" y="5079957"/>
            <a:ext cx="12192000" cy="1778043"/>
          </a:xfrm>
          <a:custGeom>
            <a:avLst/>
            <a:gdLst>
              <a:gd name="csX0" fmla="*/ 6096000 w 12192000"/>
              <a:gd name="csY0" fmla="*/ 0 h 1778043"/>
              <a:gd name="csX1" fmla="*/ 11777135 w 12192000"/>
              <a:gd name="csY1" fmla="*/ 553777 h 1778043"/>
              <a:gd name="csX2" fmla="*/ 12192000 w 12192000"/>
              <a:gd name="csY2" fmla="*/ 661197 h 1778043"/>
              <a:gd name="csX3" fmla="*/ 12192000 w 12192000"/>
              <a:gd name="csY3" fmla="*/ 1778043 h 1778043"/>
              <a:gd name="csX4" fmla="*/ 0 w 12192000"/>
              <a:gd name="csY4" fmla="*/ 1778043 h 1778043"/>
              <a:gd name="csX5" fmla="*/ 0 w 12192000"/>
              <a:gd name="csY5" fmla="*/ 661197 h 1778043"/>
              <a:gd name="csX6" fmla="*/ 414865 w 12192000"/>
              <a:gd name="csY6" fmla="*/ 553777 h 1778043"/>
              <a:gd name="csX7" fmla="*/ 6096000 w 12192000"/>
              <a:gd name="csY7" fmla="*/ 0 h 17780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778043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1778043"/>
                </a:lnTo>
                <a:lnTo>
                  <a:pt x="0" y="1778043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BF57AEBB-AF57-5DFD-BE73-97F98A0035B3}"/>
              </a:ext>
            </a:extLst>
          </p:cNvPr>
          <p:cNvSpPr/>
          <p:nvPr/>
        </p:nvSpPr>
        <p:spPr>
          <a:xfrm>
            <a:off x="-13908" y="-499837"/>
            <a:ext cx="286632" cy="286632"/>
          </a:xfrm>
          <a:prstGeom prst="ellipse">
            <a:avLst/>
          </a:prstGeom>
          <a:solidFill>
            <a:srgbClr val="4F6D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13F937C8-2769-DCAD-409D-25D462A1F4EA}"/>
              </a:ext>
            </a:extLst>
          </p:cNvPr>
          <p:cNvSpPr/>
          <p:nvPr/>
        </p:nvSpPr>
        <p:spPr>
          <a:xfrm>
            <a:off x="417892" y="-499837"/>
            <a:ext cx="286632" cy="286632"/>
          </a:xfrm>
          <a:prstGeom prst="ellipse">
            <a:avLst/>
          </a:prstGeom>
          <a:solidFill>
            <a:srgbClr val="97B6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6EEC2B7-400B-E637-DAD3-EAC873C6D48D}"/>
              </a:ext>
            </a:extLst>
          </p:cNvPr>
          <p:cNvSpPr/>
          <p:nvPr/>
        </p:nvSpPr>
        <p:spPr>
          <a:xfrm>
            <a:off x="849692" y="-499837"/>
            <a:ext cx="286632" cy="286632"/>
          </a:xfrm>
          <a:prstGeom prst="ellipse">
            <a:avLst/>
          </a:prstGeom>
          <a:solidFill>
            <a:srgbClr val="FDCC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2291845E-0801-6C42-C7ED-FEA55DE484CB}"/>
              </a:ext>
            </a:extLst>
          </p:cNvPr>
          <p:cNvSpPr/>
          <p:nvPr/>
        </p:nvSpPr>
        <p:spPr>
          <a:xfrm>
            <a:off x="12814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D425F32-E9D8-CDBB-2014-195AAC7F4376}"/>
              </a:ext>
            </a:extLst>
          </p:cNvPr>
          <p:cNvSpPr/>
          <p:nvPr/>
        </p:nvSpPr>
        <p:spPr>
          <a:xfrm>
            <a:off x="17132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4F226778-4F90-2713-7939-093717DFC711}"/>
              </a:ext>
            </a:extLst>
          </p:cNvPr>
          <p:cNvSpPr txBox="1"/>
          <p:nvPr/>
        </p:nvSpPr>
        <p:spPr>
          <a:xfrm>
            <a:off x="2310352" y="1515002"/>
            <a:ext cx="757130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7200" dirty="0">
                <a:solidFill>
                  <a:srgbClr val="4F6DD9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rPr>
              <a:t>会议管理与自动化</a:t>
            </a:r>
          </a:p>
        </p:txBody>
      </p:sp>
      <p:grpSp>
        <p:nvGrpSpPr>
          <p:cNvPr id="53" name="组合 52" descr="D:\51PPT模板网\51pptmoban.com\图片.jpg">
            <a:extLst>
              <a:ext uri="{FF2B5EF4-FFF2-40B4-BE49-F238E27FC236}">
                <a16:creationId xmlns:a16="http://schemas.microsoft.com/office/drawing/2014/main" id="{DCC3551C-0E9C-E178-BB73-7D66F582B45D}"/>
              </a:ext>
            </a:extLst>
          </p:cNvPr>
          <p:cNvGrpSpPr/>
          <p:nvPr/>
        </p:nvGrpSpPr>
        <p:grpSpPr>
          <a:xfrm>
            <a:off x="5422405" y="478677"/>
            <a:ext cx="1341129" cy="616044"/>
            <a:chOff x="289325" y="241206"/>
            <a:chExt cx="1341129" cy="616044"/>
          </a:xfrm>
          <a:solidFill>
            <a:schemeClr val="bg1"/>
          </a:solidFill>
        </p:grpSpPr>
        <p:grpSp>
          <p:nvGrpSpPr>
            <p:cNvPr id="130" name="组合 129" descr="51PPT模板网，幻灯片演示模板及素材免费下载！&#10;51PPT模板网 唯一访问网址：www.51pptmoban.com">
              <a:extLst>
                <a:ext uri="{FF2B5EF4-FFF2-40B4-BE49-F238E27FC236}">
                  <a16:creationId xmlns:a16="http://schemas.microsoft.com/office/drawing/2014/main" id="{C3EFB0FB-920C-D9E4-D784-87CDD758CDDA}"/>
                </a:ext>
              </a:extLst>
            </p:cNvPr>
            <p:cNvGrpSpPr/>
            <p:nvPr/>
          </p:nvGrpSpPr>
          <p:grpSpPr>
            <a:xfrm>
              <a:off x="289325" y="241206"/>
              <a:ext cx="1341129" cy="616044"/>
              <a:chOff x="8154814" y="263825"/>
              <a:chExt cx="665390" cy="305645"/>
            </a:xfrm>
            <a:grpFill/>
          </p:grpSpPr>
          <p:sp>
            <p:nvSpPr>
              <p:cNvPr id="136" name="椭圆 135">
                <a:extLst>
                  <a:ext uri="{FF2B5EF4-FFF2-40B4-BE49-F238E27FC236}">
                    <a16:creationId xmlns:a16="http://schemas.microsoft.com/office/drawing/2014/main" id="{A218D96D-37AE-7815-449A-CBA7BF0F3600}"/>
                  </a:ext>
                </a:extLst>
              </p:cNvPr>
              <p:cNvSpPr/>
              <p:nvPr/>
            </p:nvSpPr>
            <p:spPr bwMode="auto">
              <a:xfrm>
                <a:off x="8465454" y="276815"/>
                <a:ext cx="45719" cy="45719"/>
              </a:xfrm>
              <a:prstGeom prst="ellipse">
                <a:avLst/>
              </a:pr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tx1"/>
                  </a:solidFill>
                  <a:sym typeface="+mn-lt"/>
                </a:endParaRPr>
              </a:p>
            </p:txBody>
          </p:sp>
          <p:sp>
            <p:nvSpPr>
              <p:cNvPr id="137" name="任意多边形: 形状 136">
                <a:extLst>
                  <a:ext uri="{FF2B5EF4-FFF2-40B4-BE49-F238E27FC236}">
                    <a16:creationId xmlns:a16="http://schemas.microsoft.com/office/drawing/2014/main" id="{8F533B97-51C4-79FB-3C44-8C87EBCE08C3}"/>
                  </a:ext>
                </a:extLst>
              </p:cNvPr>
              <p:cNvSpPr/>
              <p:nvPr/>
            </p:nvSpPr>
            <p:spPr>
              <a:xfrm>
                <a:off x="8154814" y="263825"/>
                <a:ext cx="306598" cy="305645"/>
              </a:xfrm>
              <a:custGeom>
                <a:avLst/>
                <a:gdLst>
                  <a:gd name="connsiteX0" fmla="*/ 518470 w 1105104"/>
                  <a:gd name="connsiteY0" fmla="*/ 0 h 1101666"/>
                  <a:gd name="connsiteX1" fmla="*/ 408380 w 1105104"/>
                  <a:gd name="connsiteY1" fmla="*/ 792005 h 1101666"/>
                  <a:gd name="connsiteX2" fmla="*/ 419555 w 1105104"/>
                  <a:gd name="connsiteY2" fmla="*/ 845398 h 1101666"/>
                  <a:gd name="connsiteX3" fmla="*/ 464254 w 1105104"/>
                  <a:gd name="connsiteY3" fmla="*/ 862782 h 1101666"/>
                  <a:gd name="connsiteX4" fmla="*/ 907150 w 1105104"/>
                  <a:gd name="connsiteY4" fmla="*/ 862782 h 1101666"/>
                  <a:gd name="connsiteX5" fmla="*/ 907149 w 1105104"/>
                  <a:gd name="connsiteY5" fmla="*/ 862783 h 1101666"/>
                  <a:gd name="connsiteX6" fmla="*/ 958696 w 1105104"/>
                  <a:gd name="connsiteY6" fmla="*/ 811236 h 1101666"/>
                  <a:gd name="connsiteX7" fmla="*/ 958697 w 1105104"/>
                  <a:gd name="connsiteY7" fmla="*/ 729857 h 1101666"/>
                  <a:gd name="connsiteX8" fmla="*/ 907150 w 1105104"/>
                  <a:gd name="connsiteY8" fmla="*/ 678311 h 1101666"/>
                  <a:gd name="connsiteX9" fmla="*/ 905456 w 1105104"/>
                  <a:gd name="connsiteY9" fmla="*/ 679013 h 1101666"/>
                  <a:gd name="connsiteX10" fmla="*/ 645541 w 1105104"/>
                  <a:gd name="connsiteY10" fmla="*/ 679013 h 1101666"/>
                  <a:gd name="connsiteX11" fmla="*/ 735555 w 1105104"/>
                  <a:gd name="connsiteY11" fmla="*/ 30029 h 1101666"/>
                  <a:gd name="connsiteX12" fmla="*/ 767630 w 1105104"/>
                  <a:gd name="connsiteY12" fmla="*/ 39986 h 1101666"/>
                  <a:gd name="connsiteX13" fmla="*/ 1105104 w 1105104"/>
                  <a:gd name="connsiteY13" fmla="*/ 549115 h 1101666"/>
                  <a:gd name="connsiteX14" fmla="*/ 552552 w 1105104"/>
                  <a:gd name="connsiteY14" fmla="*/ 1101666 h 1101666"/>
                  <a:gd name="connsiteX15" fmla="*/ 0 w 1105104"/>
                  <a:gd name="connsiteY15" fmla="*/ 549115 h 1101666"/>
                  <a:gd name="connsiteX16" fmla="*/ 441194 w 1105104"/>
                  <a:gd name="connsiteY16" fmla="*/ 7790 h 1101666"/>
                  <a:gd name="connsiteX17" fmla="*/ 518470 w 1105104"/>
                  <a:gd name="connsiteY17" fmla="*/ 0 h 11016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105104" h="1101666">
                    <a:moveTo>
                      <a:pt x="518470" y="0"/>
                    </a:moveTo>
                    <a:lnTo>
                      <a:pt x="408380" y="792005"/>
                    </a:lnTo>
                    <a:cubicBezTo>
                      <a:pt x="405066" y="816840"/>
                      <a:pt x="408792" y="834636"/>
                      <a:pt x="419555" y="845398"/>
                    </a:cubicBezTo>
                    <a:cubicBezTo>
                      <a:pt x="430314" y="856989"/>
                      <a:pt x="445215" y="862782"/>
                      <a:pt x="464254" y="862782"/>
                    </a:cubicBezTo>
                    <a:lnTo>
                      <a:pt x="907150" y="862782"/>
                    </a:lnTo>
                    <a:lnTo>
                      <a:pt x="907149" y="862783"/>
                    </a:lnTo>
                    <a:cubicBezTo>
                      <a:pt x="935618" y="862783"/>
                      <a:pt x="958696" y="839705"/>
                      <a:pt x="958696" y="811236"/>
                    </a:cubicBezTo>
                    <a:cubicBezTo>
                      <a:pt x="958696" y="784110"/>
                      <a:pt x="958697" y="756984"/>
                      <a:pt x="958697" y="729857"/>
                    </a:cubicBezTo>
                    <a:cubicBezTo>
                      <a:pt x="958697" y="701389"/>
                      <a:pt x="935619" y="678311"/>
                      <a:pt x="907150" y="678311"/>
                    </a:cubicBezTo>
                    <a:lnTo>
                      <a:pt x="905456" y="679013"/>
                    </a:lnTo>
                    <a:lnTo>
                      <a:pt x="645541" y="679013"/>
                    </a:lnTo>
                    <a:lnTo>
                      <a:pt x="735555" y="30029"/>
                    </a:lnTo>
                    <a:lnTo>
                      <a:pt x="767630" y="39986"/>
                    </a:lnTo>
                    <a:cubicBezTo>
                      <a:pt x="965950" y="123868"/>
                      <a:pt x="1105104" y="320241"/>
                      <a:pt x="1105104" y="549115"/>
                    </a:cubicBezTo>
                    <a:cubicBezTo>
                      <a:pt x="1105104" y="854280"/>
                      <a:pt x="857718" y="1101666"/>
                      <a:pt x="552552" y="1101666"/>
                    </a:cubicBezTo>
                    <a:cubicBezTo>
                      <a:pt x="247386" y="1101666"/>
                      <a:pt x="0" y="854280"/>
                      <a:pt x="0" y="549115"/>
                    </a:cubicBezTo>
                    <a:cubicBezTo>
                      <a:pt x="0" y="282096"/>
                      <a:pt x="189405" y="59313"/>
                      <a:pt x="441194" y="7790"/>
                    </a:cubicBezTo>
                    <a:lnTo>
                      <a:pt x="518470" y="0"/>
                    </a:ln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  <a:sym typeface="+mn-lt"/>
                </a:endParaRPr>
              </a:p>
            </p:txBody>
          </p:sp>
          <p:grpSp>
            <p:nvGrpSpPr>
              <p:cNvPr id="138" name="文本框-2_矢量">
                <a:extLst>
                  <a:ext uri="{FF2B5EF4-FFF2-40B4-BE49-F238E27FC236}">
                    <a16:creationId xmlns:a16="http://schemas.microsoft.com/office/drawing/2014/main" id="{BB2E5FA6-E9EF-B001-CAC0-EC5CD71638E4}"/>
                  </a:ext>
                </a:extLst>
              </p:cNvPr>
              <p:cNvGrpSpPr/>
              <p:nvPr/>
            </p:nvGrpSpPr>
            <p:grpSpPr>
              <a:xfrm>
                <a:off x="8478585" y="337599"/>
                <a:ext cx="341619" cy="106745"/>
                <a:chOff x="8501988" y="300619"/>
                <a:chExt cx="396430" cy="123872"/>
              </a:xfrm>
              <a:grpFill/>
            </p:grpSpPr>
            <p:sp>
              <p:nvSpPr>
                <p:cNvPr id="139" name="文本框 138">
                  <a:extLst>
                    <a:ext uri="{FF2B5EF4-FFF2-40B4-BE49-F238E27FC236}">
                      <a16:creationId xmlns:a16="http://schemas.microsoft.com/office/drawing/2014/main" id="{1EFD39E8-B6C7-E356-6427-C5296A3CAA40}"/>
                    </a:ext>
                  </a:extLst>
                </p:cNvPr>
                <p:cNvSpPr txBox="1"/>
                <p:nvPr/>
              </p:nvSpPr>
              <p:spPr>
                <a:xfrm>
                  <a:off x="8501988" y="300763"/>
                  <a:ext cx="129730" cy="123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730" h="123301">
                      <a:moveTo>
                        <a:pt x="68865" y="22145"/>
                      </a:moveTo>
                      <a:cubicBezTo>
                        <a:pt x="57340" y="22145"/>
                        <a:pt x="47387" y="26479"/>
                        <a:pt x="39004" y="35147"/>
                      </a:cubicBezTo>
                      <a:cubicBezTo>
                        <a:pt x="30623" y="43815"/>
                        <a:pt x="26432" y="54197"/>
                        <a:pt x="26432" y="66294"/>
                      </a:cubicBezTo>
                      <a:cubicBezTo>
                        <a:pt x="26432" y="76485"/>
                        <a:pt x="29622" y="84820"/>
                        <a:pt x="36004" y="91297"/>
                      </a:cubicBezTo>
                      <a:cubicBezTo>
                        <a:pt x="42386" y="97774"/>
                        <a:pt x="50625" y="101012"/>
                        <a:pt x="60722" y="101012"/>
                      </a:cubicBezTo>
                      <a:cubicBezTo>
                        <a:pt x="72628" y="101012"/>
                        <a:pt x="82724" y="96726"/>
                        <a:pt x="91011" y="88153"/>
                      </a:cubicBezTo>
                      <a:cubicBezTo>
                        <a:pt x="99298" y="79486"/>
                        <a:pt x="103441" y="68961"/>
                        <a:pt x="103441" y="56578"/>
                      </a:cubicBezTo>
                      <a:cubicBezTo>
                        <a:pt x="103441" y="46577"/>
                        <a:pt x="100155" y="38338"/>
                        <a:pt x="93583" y="31861"/>
                      </a:cubicBezTo>
                      <a:cubicBezTo>
                        <a:pt x="87106" y="25384"/>
                        <a:pt x="78867" y="22145"/>
                        <a:pt x="68865" y="22145"/>
                      </a:cubicBezTo>
                      <a:close/>
                      <a:moveTo>
                        <a:pt x="70580" y="0"/>
                      </a:moveTo>
                      <a:cubicBezTo>
                        <a:pt x="88011" y="0"/>
                        <a:pt x="102251" y="5095"/>
                        <a:pt x="113300" y="15287"/>
                      </a:cubicBezTo>
                      <a:cubicBezTo>
                        <a:pt x="124253" y="25479"/>
                        <a:pt x="129730" y="38671"/>
                        <a:pt x="129730" y="54864"/>
                      </a:cubicBezTo>
                      <a:cubicBezTo>
                        <a:pt x="129730" y="75057"/>
                        <a:pt x="123253" y="91487"/>
                        <a:pt x="110299" y="104155"/>
                      </a:cubicBezTo>
                      <a:cubicBezTo>
                        <a:pt x="97345" y="116919"/>
                        <a:pt x="80772" y="123301"/>
                        <a:pt x="60579" y="123301"/>
                      </a:cubicBezTo>
                      <a:cubicBezTo>
                        <a:pt x="43053" y="123301"/>
                        <a:pt x="28575" y="118062"/>
                        <a:pt x="17145" y="107584"/>
                      </a:cubicBezTo>
                      <a:cubicBezTo>
                        <a:pt x="5715" y="97012"/>
                        <a:pt x="0" y="83629"/>
                        <a:pt x="0" y="67437"/>
                      </a:cubicBezTo>
                      <a:cubicBezTo>
                        <a:pt x="0" y="48101"/>
                        <a:pt x="6715" y="32051"/>
                        <a:pt x="20145" y="19288"/>
                      </a:cubicBezTo>
                      <a:cubicBezTo>
                        <a:pt x="33480" y="6429"/>
                        <a:pt x="50292" y="0"/>
                        <a:pt x="70580" y="0"/>
                      </a:cubicBezTo>
                      <a:close/>
                    </a:path>
                  </a:pathLst>
                </a:custGeom>
                <a:solidFill>
                  <a:srgbClr val="4F6DD9"/>
                </a:solidFill>
                <a:ln w="4286" cap="flat">
                  <a:noFill/>
                  <a:prstDash val="solid"/>
                  <a:miter/>
                </a:ln>
              </p:spPr>
              <p:txBody>
                <a:bodyPr wrap="square" rtlCol="0" anchor="ctr">
                  <a:noAutofit/>
                </a:bodyPr>
                <a:lstStyle>
                  <a:defPPr>
                    <a:defRPr lang="zh-CN"/>
                  </a:defPPr>
                  <a:lvl1pPr algn="ctr">
                    <a:defRPr>
                      <a:solidFill>
                        <a:schemeClr val="tx1"/>
                      </a:solidFill>
                    </a:defRPr>
                  </a:lvl1pPr>
                  <a:lvl2pPr>
                    <a:defRPr>
                      <a:solidFill>
                        <a:schemeClr val="tx1"/>
                      </a:solidFill>
                    </a:defRPr>
                  </a:lvl2pPr>
                  <a:lvl3pPr>
                    <a:defRPr>
                      <a:solidFill>
                        <a:schemeClr val="tx1"/>
                      </a:solidFill>
                    </a:defRPr>
                  </a:lvl3pPr>
                  <a:lvl4pPr>
                    <a:defRPr>
                      <a:solidFill>
                        <a:schemeClr val="tx1"/>
                      </a:solidFill>
                    </a:defRPr>
                  </a:lvl4pPr>
                  <a:lvl5pPr>
                    <a:defRPr>
                      <a:solidFill>
                        <a:schemeClr val="tx1"/>
                      </a:solidFill>
                    </a:defRPr>
                  </a:lvl5pPr>
                  <a:lvl6pPr>
                    <a:defRPr>
                      <a:solidFill>
                        <a:schemeClr val="tx1"/>
                      </a:solidFill>
                    </a:defRPr>
                  </a:lvl6pPr>
                  <a:lvl7pPr>
                    <a:defRPr>
                      <a:solidFill>
                        <a:schemeClr val="tx1"/>
                      </a:solidFill>
                    </a:defRPr>
                  </a:lvl7pPr>
                  <a:lvl8pPr>
                    <a:defRPr>
                      <a:solidFill>
                        <a:schemeClr val="tx1"/>
                      </a:solidFill>
                    </a:defRPr>
                  </a:lvl8pPr>
                  <a:lvl9pPr>
                    <a:defRPr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 dirty="0">
                    <a:sym typeface="+mn-lt"/>
                  </a:endParaRPr>
                </a:p>
              </p:txBody>
            </p:sp>
            <p:sp>
              <p:nvSpPr>
                <p:cNvPr id="140" name="文本框 139">
                  <a:extLst>
                    <a:ext uri="{FF2B5EF4-FFF2-40B4-BE49-F238E27FC236}">
                      <a16:creationId xmlns:a16="http://schemas.microsoft.com/office/drawing/2014/main" id="{BFEC4EB6-699C-9E36-EBEB-179A28C50FB2}"/>
                    </a:ext>
                  </a:extLst>
                </p:cNvPr>
                <p:cNvSpPr txBox="1"/>
                <p:nvPr/>
              </p:nvSpPr>
              <p:spPr>
                <a:xfrm>
                  <a:off x="8644844" y="300619"/>
                  <a:ext cx="108746" cy="1238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746" h="123872">
                      <a:moveTo>
                        <a:pt x="70027" y="0"/>
                      </a:moveTo>
                      <a:cubicBezTo>
                        <a:pt x="72694" y="0"/>
                        <a:pt x="75838" y="119"/>
                        <a:pt x="79457" y="357"/>
                      </a:cubicBezTo>
                      <a:cubicBezTo>
                        <a:pt x="83077" y="595"/>
                        <a:pt x="86268" y="1047"/>
                        <a:pt x="89030" y="1714"/>
                      </a:cubicBezTo>
                      <a:cubicBezTo>
                        <a:pt x="94840" y="3429"/>
                        <a:pt x="99579" y="5310"/>
                        <a:pt x="103246" y="7358"/>
                      </a:cubicBezTo>
                      <a:cubicBezTo>
                        <a:pt x="106913" y="9406"/>
                        <a:pt x="108746" y="10430"/>
                        <a:pt x="108746" y="10430"/>
                      </a:cubicBezTo>
                      <a:lnTo>
                        <a:pt x="106175" y="16859"/>
                      </a:lnTo>
                      <a:cubicBezTo>
                        <a:pt x="104746" y="20097"/>
                        <a:pt x="102508" y="22336"/>
                        <a:pt x="99460" y="23574"/>
                      </a:cubicBezTo>
                      <a:cubicBezTo>
                        <a:pt x="96412" y="24812"/>
                        <a:pt x="93268" y="24812"/>
                        <a:pt x="90030" y="23574"/>
                      </a:cubicBezTo>
                      <a:cubicBezTo>
                        <a:pt x="87934" y="22717"/>
                        <a:pt x="85982" y="22050"/>
                        <a:pt x="84172" y="21574"/>
                      </a:cubicBezTo>
                      <a:cubicBezTo>
                        <a:pt x="80172" y="20431"/>
                        <a:pt x="75457" y="19859"/>
                        <a:pt x="70027" y="19859"/>
                      </a:cubicBezTo>
                      <a:cubicBezTo>
                        <a:pt x="64217" y="19859"/>
                        <a:pt x="58836" y="20859"/>
                        <a:pt x="53882" y="22860"/>
                      </a:cubicBezTo>
                      <a:cubicBezTo>
                        <a:pt x="48930" y="24860"/>
                        <a:pt x="44548" y="27717"/>
                        <a:pt x="40738" y="31432"/>
                      </a:cubicBezTo>
                      <a:cubicBezTo>
                        <a:pt x="36833" y="35052"/>
                        <a:pt x="33642" y="39481"/>
                        <a:pt x="31165" y="44720"/>
                      </a:cubicBezTo>
                      <a:cubicBezTo>
                        <a:pt x="28594" y="49863"/>
                        <a:pt x="26879" y="55530"/>
                        <a:pt x="26022" y="61722"/>
                      </a:cubicBezTo>
                      <a:cubicBezTo>
                        <a:pt x="25069" y="68580"/>
                        <a:pt x="25117" y="74628"/>
                        <a:pt x="26165" y="79867"/>
                      </a:cubicBezTo>
                      <a:cubicBezTo>
                        <a:pt x="27308" y="85106"/>
                        <a:pt x="29260" y="89487"/>
                        <a:pt x="32023" y="93011"/>
                      </a:cubicBezTo>
                      <a:cubicBezTo>
                        <a:pt x="34785" y="96536"/>
                        <a:pt x="38357" y="99155"/>
                        <a:pt x="42738" y="100869"/>
                      </a:cubicBezTo>
                      <a:cubicBezTo>
                        <a:pt x="47120" y="102679"/>
                        <a:pt x="52073" y="103584"/>
                        <a:pt x="57597" y="103584"/>
                      </a:cubicBezTo>
                      <a:cubicBezTo>
                        <a:pt x="60264" y="103584"/>
                        <a:pt x="62979" y="103298"/>
                        <a:pt x="65741" y="102727"/>
                      </a:cubicBezTo>
                      <a:cubicBezTo>
                        <a:pt x="68503" y="102060"/>
                        <a:pt x="71123" y="101108"/>
                        <a:pt x="73599" y="99869"/>
                      </a:cubicBezTo>
                      <a:lnTo>
                        <a:pt x="78457" y="72152"/>
                      </a:lnTo>
                      <a:lnTo>
                        <a:pt x="55740" y="72152"/>
                      </a:lnTo>
                      <a:lnTo>
                        <a:pt x="58026" y="61293"/>
                      </a:lnTo>
                      <a:cubicBezTo>
                        <a:pt x="58502" y="59102"/>
                        <a:pt x="59621" y="57293"/>
                        <a:pt x="61383" y="55864"/>
                      </a:cubicBezTo>
                      <a:cubicBezTo>
                        <a:pt x="63146" y="54435"/>
                        <a:pt x="65170" y="53721"/>
                        <a:pt x="67456" y="53721"/>
                      </a:cubicBezTo>
                      <a:lnTo>
                        <a:pt x="98745" y="53721"/>
                      </a:lnTo>
                      <a:cubicBezTo>
                        <a:pt x="99698" y="53721"/>
                        <a:pt x="100555" y="53864"/>
                        <a:pt x="101317" y="54149"/>
                      </a:cubicBezTo>
                      <a:cubicBezTo>
                        <a:pt x="102079" y="54530"/>
                        <a:pt x="102698" y="55054"/>
                        <a:pt x="103174" y="55721"/>
                      </a:cubicBezTo>
                      <a:cubicBezTo>
                        <a:pt x="103651" y="56388"/>
                        <a:pt x="103984" y="57197"/>
                        <a:pt x="104174" y="58150"/>
                      </a:cubicBezTo>
                      <a:cubicBezTo>
                        <a:pt x="104365" y="59102"/>
                        <a:pt x="104365" y="60198"/>
                        <a:pt x="104174" y="61436"/>
                      </a:cubicBezTo>
                      <a:lnTo>
                        <a:pt x="96031" y="114871"/>
                      </a:lnTo>
                      <a:cubicBezTo>
                        <a:pt x="96031" y="114871"/>
                        <a:pt x="95483" y="115085"/>
                        <a:pt x="94388" y="115514"/>
                      </a:cubicBezTo>
                      <a:cubicBezTo>
                        <a:pt x="93292" y="115943"/>
                        <a:pt x="91887" y="116467"/>
                        <a:pt x="90173" y="117086"/>
                      </a:cubicBezTo>
                      <a:cubicBezTo>
                        <a:pt x="88458" y="117705"/>
                        <a:pt x="86696" y="118348"/>
                        <a:pt x="84886" y="119015"/>
                      </a:cubicBezTo>
                      <a:cubicBezTo>
                        <a:pt x="83267" y="119586"/>
                        <a:pt x="81338" y="120158"/>
                        <a:pt x="79100" y="120729"/>
                      </a:cubicBezTo>
                      <a:cubicBezTo>
                        <a:pt x="76862" y="121301"/>
                        <a:pt x="74838" y="121729"/>
                        <a:pt x="73028" y="122015"/>
                      </a:cubicBezTo>
                      <a:cubicBezTo>
                        <a:pt x="69789" y="122682"/>
                        <a:pt x="66551" y="123158"/>
                        <a:pt x="63312" y="123444"/>
                      </a:cubicBezTo>
                      <a:cubicBezTo>
                        <a:pt x="59978" y="123729"/>
                        <a:pt x="56692" y="123872"/>
                        <a:pt x="53454" y="123872"/>
                      </a:cubicBezTo>
                      <a:cubicBezTo>
                        <a:pt x="43834" y="123872"/>
                        <a:pt x="35452" y="122491"/>
                        <a:pt x="28308" y="119729"/>
                      </a:cubicBezTo>
                      <a:cubicBezTo>
                        <a:pt x="21164" y="116967"/>
                        <a:pt x="15306" y="113014"/>
                        <a:pt x="10734" y="107870"/>
                      </a:cubicBezTo>
                      <a:cubicBezTo>
                        <a:pt x="6258" y="102632"/>
                        <a:pt x="3162" y="96250"/>
                        <a:pt x="1447" y="88725"/>
                      </a:cubicBezTo>
                      <a:cubicBezTo>
                        <a:pt x="-267" y="81200"/>
                        <a:pt x="-458" y="72675"/>
                        <a:pt x="876" y="63150"/>
                      </a:cubicBezTo>
                      <a:cubicBezTo>
                        <a:pt x="2209" y="53340"/>
                        <a:pt x="4924" y="44529"/>
                        <a:pt x="9020" y="36719"/>
                      </a:cubicBezTo>
                      <a:cubicBezTo>
                        <a:pt x="13020" y="28908"/>
                        <a:pt x="18164" y="22288"/>
                        <a:pt x="24450" y="16859"/>
                      </a:cubicBezTo>
                      <a:cubicBezTo>
                        <a:pt x="30070" y="11906"/>
                        <a:pt x="36499" y="8001"/>
                        <a:pt x="43738" y="5143"/>
                      </a:cubicBezTo>
                      <a:cubicBezTo>
                        <a:pt x="43929" y="5048"/>
                        <a:pt x="44072" y="5000"/>
                        <a:pt x="44167" y="5000"/>
                      </a:cubicBezTo>
                      <a:cubicBezTo>
                        <a:pt x="44738" y="4715"/>
                        <a:pt x="45310" y="4476"/>
                        <a:pt x="45882" y="4286"/>
                      </a:cubicBezTo>
                      <a:cubicBezTo>
                        <a:pt x="52549" y="1428"/>
                        <a:pt x="60598" y="0"/>
                        <a:pt x="70027" y="0"/>
                      </a:cubicBezTo>
                      <a:close/>
                    </a:path>
                  </a:pathLst>
                </a:custGeom>
                <a:solidFill>
                  <a:srgbClr val="4F6DD9"/>
                </a:solidFill>
                <a:ln w="4286" cap="flat">
                  <a:noFill/>
                  <a:prstDash val="solid"/>
                  <a:miter/>
                </a:ln>
              </p:spPr>
              <p:txBody>
                <a:bodyPr wrap="square" rtlCol="0" anchor="ctr">
                  <a:noAutofit/>
                </a:bodyPr>
                <a:lstStyle>
                  <a:defPPr>
                    <a:defRPr lang="zh-CN"/>
                  </a:defPPr>
                  <a:lvl1pPr algn="ctr">
                    <a:defRPr>
                      <a:solidFill>
                        <a:schemeClr val="tx1"/>
                      </a:solidFill>
                    </a:defRPr>
                  </a:lvl1pPr>
                  <a:lvl2pPr>
                    <a:defRPr>
                      <a:solidFill>
                        <a:schemeClr val="tx1"/>
                      </a:solidFill>
                    </a:defRPr>
                  </a:lvl2pPr>
                  <a:lvl3pPr>
                    <a:defRPr>
                      <a:solidFill>
                        <a:schemeClr val="tx1"/>
                      </a:solidFill>
                    </a:defRPr>
                  </a:lvl3pPr>
                  <a:lvl4pPr>
                    <a:defRPr>
                      <a:solidFill>
                        <a:schemeClr val="tx1"/>
                      </a:solidFill>
                    </a:defRPr>
                  </a:lvl4pPr>
                  <a:lvl5pPr>
                    <a:defRPr>
                      <a:solidFill>
                        <a:schemeClr val="tx1"/>
                      </a:solidFill>
                    </a:defRPr>
                  </a:lvl5pPr>
                  <a:lvl6pPr>
                    <a:defRPr>
                      <a:solidFill>
                        <a:schemeClr val="tx1"/>
                      </a:solidFill>
                    </a:defRPr>
                  </a:lvl6pPr>
                  <a:lvl7pPr>
                    <a:defRPr>
                      <a:solidFill>
                        <a:schemeClr val="tx1"/>
                      </a:solidFill>
                    </a:defRPr>
                  </a:lvl7pPr>
                  <a:lvl8pPr>
                    <a:defRPr>
                      <a:solidFill>
                        <a:schemeClr val="tx1"/>
                      </a:solidFill>
                    </a:defRPr>
                  </a:lvl8pPr>
                  <a:lvl9pPr>
                    <a:defRPr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 dirty="0">
                    <a:sym typeface="+mn-lt"/>
                  </a:endParaRPr>
                </a:p>
              </p:txBody>
            </p:sp>
            <p:sp>
              <p:nvSpPr>
                <p:cNvPr id="141" name="文本框 140">
                  <a:extLst>
                    <a:ext uri="{FF2B5EF4-FFF2-40B4-BE49-F238E27FC236}">
                      <a16:creationId xmlns:a16="http://schemas.microsoft.com/office/drawing/2014/main" id="{DAF8EAA2-624B-8D2E-F853-3F8604CEBE1A}"/>
                    </a:ext>
                  </a:extLst>
                </p:cNvPr>
                <p:cNvSpPr txBox="1"/>
                <p:nvPr/>
              </p:nvSpPr>
              <p:spPr>
                <a:xfrm>
                  <a:off x="8768688" y="300763"/>
                  <a:ext cx="129730" cy="123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730" h="123301">
                      <a:moveTo>
                        <a:pt x="68865" y="22145"/>
                      </a:moveTo>
                      <a:cubicBezTo>
                        <a:pt x="57340" y="22145"/>
                        <a:pt x="47386" y="26479"/>
                        <a:pt x="39004" y="35147"/>
                      </a:cubicBezTo>
                      <a:cubicBezTo>
                        <a:pt x="30622" y="43815"/>
                        <a:pt x="26432" y="54197"/>
                        <a:pt x="26432" y="66294"/>
                      </a:cubicBezTo>
                      <a:cubicBezTo>
                        <a:pt x="26432" y="76485"/>
                        <a:pt x="29622" y="84820"/>
                        <a:pt x="36004" y="91297"/>
                      </a:cubicBezTo>
                      <a:cubicBezTo>
                        <a:pt x="42386" y="97774"/>
                        <a:pt x="50625" y="101012"/>
                        <a:pt x="60722" y="101012"/>
                      </a:cubicBezTo>
                      <a:cubicBezTo>
                        <a:pt x="72628" y="101012"/>
                        <a:pt x="82724" y="96726"/>
                        <a:pt x="91011" y="88153"/>
                      </a:cubicBezTo>
                      <a:cubicBezTo>
                        <a:pt x="99298" y="79486"/>
                        <a:pt x="103441" y="68961"/>
                        <a:pt x="103441" y="56578"/>
                      </a:cubicBezTo>
                      <a:cubicBezTo>
                        <a:pt x="103441" y="46577"/>
                        <a:pt x="100155" y="38338"/>
                        <a:pt x="93583" y="31861"/>
                      </a:cubicBezTo>
                      <a:cubicBezTo>
                        <a:pt x="87106" y="25384"/>
                        <a:pt x="78867" y="22145"/>
                        <a:pt x="68865" y="22145"/>
                      </a:cubicBezTo>
                      <a:close/>
                      <a:moveTo>
                        <a:pt x="70580" y="0"/>
                      </a:moveTo>
                      <a:cubicBezTo>
                        <a:pt x="88011" y="0"/>
                        <a:pt x="102250" y="5095"/>
                        <a:pt x="113300" y="15287"/>
                      </a:cubicBezTo>
                      <a:cubicBezTo>
                        <a:pt x="124253" y="25479"/>
                        <a:pt x="129730" y="38671"/>
                        <a:pt x="129730" y="54864"/>
                      </a:cubicBezTo>
                      <a:cubicBezTo>
                        <a:pt x="129730" y="75057"/>
                        <a:pt x="123253" y="91487"/>
                        <a:pt x="110299" y="104155"/>
                      </a:cubicBezTo>
                      <a:cubicBezTo>
                        <a:pt x="97345" y="116919"/>
                        <a:pt x="80772" y="123301"/>
                        <a:pt x="60579" y="123301"/>
                      </a:cubicBezTo>
                      <a:cubicBezTo>
                        <a:pt x="43053" y="123301"/>
                        <a:pt x="28575" y="118062"/>
                        <a:pt x="17145" y="107584"/>
                      </a:cubicBezTo>
                      <a:cubicBezTo>
                        <a:pt x="5715" y="97012"/>
                        <a:pt x="0" y="83629"/>
                        <a:pt x="0" y="67437"/>
                      </a:cubicBezTo>
                      <a:cubicBezTo>
                        <a:pt x="0" y="48101"/>
                        <a:pt x="6715" y="32051"/>
                        <a:pt x="20145" y="19288"/>
                      </a:cubicBezTo>
                      <a:cubicBezTo>
                        <a:pt x="33480" y="6429"/>
                        <a:pt x="50292" y="0"/>
                        <a:pt x="70580" y="0"/>
                      </a:cubicBezTo>
                      <a:close/>
                    </a:path>
                  </a:pathLst>
                </a:custGeom>
                <a:solidFill>
                  <a:srgbClr val="4F6DD9"/>
                </a:solidFill>
                <a:ln w="4286" cap="flat">
                  <a:noFill/>
                  <a:prstDash val="solid"/>
                  <a:miter/>
                </a:ln>
              </p:spPr>
              <p:txBody>
                <a:bodyPr wrap="square" rtlCol="0" anchor="ctr">
                  <a:noAutofit/>
                </a:bodyPr>
                <a:lstStyle>
                  <a:defPPr>
                    <a:defRPr lang="zh-CN"/>
                  </a:defPPr>
                  <a:lvl1pPr algn="ctr">
                    <a:defRPr>
                      <a:solidFill>
                        <a:schemeClr val="tx1"/>
                      </a:solidFill>
                    </a:defRPr>
                  </a:lvl1pPr>
                  <a:lvl2pPr>
                    <a:defRPr>
                      <a:solidFill>
                        <a:schemeClr val="tx1"/>
                      </a:solidFill>
                    </a:defRPr>
                  </a:lvl2pPr>
                  <a:lvl3pPr>
                    <a:defRPr>
                      <a:solidFill>
                        <a:schemeClr val="tx1"/>
                      </a:solidFill>
                    </a:defRPr>
                  </a:lvl3pPr>
                  <a:lvl4pPr>
                    <a:defRPr>
                      <a:solidFill>
                        <a:schemeClr val="tx1"/>
                      </a:solidFill>
                    </a:defRPr>
                  </a:lvl4pPr>
                  <a:lvl5pPr>
                    <a:defRPr>
                      <a:solidFill>
                        <a:schemeClr val="tx1"/>
                      </a:solidFill>
                    </a:defRPr>
                  </a:lvl5pPr>
                  <a:lvl6pPr>
                    <a:defRPr>
                      <a:solidFill>
                        <a:schemeClr val="tx1"/>
                      </a:solidFill>
                    </a:defRPr>
                  </a:lvl6pPr>
                  <a:lvl7pPr>
                    <a:defRPr>
                      <a:solidFill>
                        <a:schemeClr val="tx1"/>
                      </a:solidFill>
                    </a:defRPr>
                  </a:lvl7pPr>
                  <a:lvl8pPr>
                    <a:defRPr>
                      <a:solidFill>
                        <a:schemeClr val="tx1"/>
                      </a:solidFill>
                    </a:defRPr>
                  </a:lvl8pPr>
                  <a:lvl9pPr>
                    <a:defRPr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 dirty="0">
                    <a:sym typeface="+mn-lt"/>
                  </a:endParaRPr>
                </a:p>
              </p:txBody>
            </p:sp>
          </p:grpSp>
        </p:grpSp>
        <p:grpSp>
          <p:nvGrpSpPr>
            <p:cNvPr id="131" name="组合 130">
              <a:extLst>
                <a:ext uri="{FF2B5EF4-FFF2-40B4-BE49-F238E27FC236}">
                  <a16:creationId xmlns:a16="http://schemas.microsoft.com/office/drawing/2014/main" id="{985DBEA0-961D-9BE9-0964-C4E0B1B16ACF}"/>
                </a:ext>
              </a:extLst>
            </p:cNvPr>
            <p:cNvGrpSpPr/>
            <p:nvPr/>
          </p:nvGrpSpPr>
          <p:grpSpPr>
            <a:xfrm>
              <a:off x="926299" y="660958"/>
              <a:ext cx="674380" cy="119625"/>
              <a:chOff x="892413" y="660958"/>
              <a:chExt cx="707506" cy="125501"/>
            </a:xfrm>
            <a:grpFill/>
          </p:grpSpPr>
          <p:sp>
            <p:nvSpPr>
              <p:cNvPr id="132" name="文本框 131">
                <a:extLst>
                  <a:ext uri="{FF2B5EF4-FFF2-40B4-BE49-F238E27FC236}">
                    <a16:creationId xmlns:a16="http://schemas.microsoft.com/office/drawing/2014/main" id="{E04F1CB1-5428-F288-C3B4-6F92A9474BB3}"/>
                  </a:ext>
                </a:extLst>
              </p:cNvPr>
              <p:cNvSpPr txBox="1"/>
              <p:nvPr/>
            </p:nvSpPr>
            <p:spPr>
              <a:xfrm>
                <a:off x="892413" y="663237"/>
                <a:ext cx="124027" cy="123222"/>
              </a:xfrm>
              <a:custGeom>
                <a:avLst/>
                <a:gdLst/>
                <a:ahLst/>
                <a:cxnLst/>
                <a:rect l="l" t="t" r="r" b="b"/>
                <a:pathLst>
                  <a:path w="132159" h="131302">
                    <a:moveTo>
                      <a:pt x="56435" y="46434"/>
                    </a:moveTo>
                    <a:lnTo>
                      <a:pt x="72580" y="52863"/>
                    </a:lnTo>
                    <a:cubicBezTo>
                      <a:pt x="68199" y="62960"/>
                      <a:pt x="63055" y="73199"/>
                      <a:pt x="57150" y="83581"/>
                    </a:cubicBezTo>
                    <a:cubicBezTo>
                      <a:pt x="51244" y="93964"/>
                      <a:pt x="46005" y="102203"/>
                      <a:pt x="41433" y="108299"/>
                    </a:cubicBezTo>
                    <a:lnTo>
                      <a:pt x="90725" y="105298"/>
                    </a:lnTo>
                    <a:cubicBezTo>
                      <a:pt x="84915" y="96059"/>
                      <a:pt x="79486" y="87772"/>
                      <a:pt x="74437" y="80438"/>
                    </a:cubicBezTo>
                    <a:lnTo>
                      <a:pt x="87296" y="71723"/>
                    </a:lnTo>
                    <a:cubicBezTo>
                      <a:pt x="92535" y="78867"/>
                      <a:pt x="98083" y="87010"/>
                      <a:pt x="103941" y="96154"/>
                    </a:cubicBezTo>
                    <a:cubicBezTo>
                      <a:pt x="109799" y="105298"/>
                      <a:pt x="114585" y="113299"/>
                      <a:pt x="118300" y="120157"/>
                    </a:cubicBezTo>
                    <a:lnTo>
                      <a:pt x="105727" y="131302"/>
                    </a:lnTo>
                    <a:cubicBezTo>
                      <a:pt x="103917" y="127682"/>
                      <a:pt x="101727" y="123729"/>
                      <a:pt x="99155" y="119443"/>
                    </a:cubicBezTo>
                    <a:cubicBezTo>
                      <a:pt x="71151" y="120681"/>
                      <a:pt x="48244" y="122158"/>
                      <a:pt x="30432" y="123872"/>
                    </a:cubicBezTo>
                    <a:cubicBezTo>
                      <a:pt x="25098" y="124348"/>
                      <a:pt x="21145" y="124777"/>
                      <a:pt x="18573" y="125158"/>
                    </a:cubicBezTo>
                    <a:lnTo>
                      <a:pt x="13573" y="109870"/>
                    </a:lnTo>
                    <a:cubicBezTo>
                      <a:pt x="16430" y="109204"/>
                      <a:pt x="18502" y="108489"/>
                      <a:pt x="19788" y="107727"/>
                    </a:cubicBezTo>
                    <a:cubicBezTo>
                      <a:pt x="21074" y="106965"/>
                      <a:pt x="22479" y="105679"/>
                      <a:pt x="24003" y="103870"/>
                    </a:cubicBezTo>
                    <a:cubicBezTo>
                      <a:pt x="28860" y="98155"/>
                      <a:pt x="34337" y="89892"/>
                      <a:pt x="40433" y="79081"/>
                    </a:cubicBezTo>
                    <a:cubicBezTo>
                      <a:pt x="46529" y="68270"/>
                      <a:pt x="51863" y="57388"/>
                      <a:pt x="56435" y="46434"/>
                    </a:cubicBezTo>
                    <a:close/>
                    <a:moveTo>
                      <a:pt x="44291" y="1857"/>
                    </a:moveTo>
                    <a:lnTo>
                      <a:pt x="59864" y="7000"/>
                    </a:lnTo>
                    <a:cubicBezTo>
                      <a:pt x="49672" y="32527"/>
                      <a:pt x="33337" y="54959"/>
                      <a:pt x="10858" y="74295"/>
                    </a:cubicBezTo>
                    <a:lnTo>
                      <a:pt x="0" y="60864"/>
                    </a:lnTo>
                    <a:cubicBezTo>
                      <a:pt x="21336" y="42862"/>
                      <a:pt x="36099" y="23193"/>
                      <a:pt x="44291" y="1857"/>
                    </a:cubicBezTo>
                    <a:close/>
                    <a:moveTo>
                      <a:pt x="87582" y="0"/>
                    </a:moveTo>
                    <a:cubicBezTo>
                      <a:pt x="92630" y="14001"/>
                      <a:pt x="98560" y="25550"/>
                      <a:pt x="105370" y="34647"/>
                    </a:cubicBezTo>
                    <a:cubicBezTo>
                      <a:pt x="112180" y="43743"/>
                      <a:pt x="121110" y="52197"/>
                      <a:pt x="132159" y="60007"/>
                    </a:cubicBezTo>
                    <a:lnTo>
                      <a:pt x="121729" y="74295"/>
                    </a:lnTo>
                    <a:cubicBezTo>
                      <a:pt x="109728" y="64770"/>
                      <a:pt x="99869" y="54792"/>
                      <a:pt x="92154" y="44362"/>
                    </a:cubicBezTo>
                    <a:cubicBezTo>
                      <a:pt x="84439" y="33932"/>
                      <a:pt x="77962" y="20955"/>
                      <a:pt x="72723" y="5429"/>
                    </a:cubicBez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  <p:sp>
            <p:nvSpPr>
              <p:cNvPr id="133" name="文本框 132">
                <a:extLst>
                  <a:ext uri="{FF2B5EF4-FFF2-40B4-BE49-F238E27FC236}">
                    <a16:creationId xmlns:a16="http://schemas.microsoft.com/office/drawing/2014/main" id="{21DCC848-4E31-9A25-7439-D8A9949BEC93}"/>
                  </a:ext>
                </a:extLst>
              </p:cNvPr>
              <p:cNvSpPr txBox="1"/>
              <p:nvPr/>
            </p:nvSpPr>
            <p:spPr>
              <a:xfrm>
                <a:off x="1094481" y="668063"/>
                <a:ext cx="107132" cy="116116"/>
              </a:xfrm>
              <a:custGeom>
                <a:avLst/>
                <a:gdLst/>
                <a:ahLst/>
                <a:cxnLst/>
                <a:rect l="l" t="t" r="r" b="b"/>
                <a:pathLst>
                  <a:path w="114157" h="123730">
                    <a:moveTo>
                      <a:pt x="27575" y="68009"/>
                    </a:moveTo>
                    <a:lnTo>
                      <a:pt x="27575" y="91440"/>
                    </a:lnTo>
                    <a:lnTo>
                      <a:pt x="63865" y="91440"/>
                    </a:lnTo>
                    <a:lnTo>
                      <a:pt x="63865" y="68009"/>
                    </a:lnTo>
                    <a:close/>
                    <a:moveTo>
                      <a:pt x="11573" y="53007"/>
                    </a:moveTo>
                    <a:lnTo>
                      <a:pt x="80010" y="53007"/>
                    </a:lnTo>
                    <a:lnTo>
                      <a:pt x="80010" y="106871"/>
                    </a:lnTo>
                    <a:lnTo>
                      <a:pt x="11573" y="106871"/>
                    </a:lnTo>
                    <a:close/>
                    <a:moveTo>
                      <a:pt x="0" y="27146"/>
                    </a:moveTo>
                    <a:lnTo>
                      <a:pt x="91583" y="27146"/>
                    </a:lnTo>
                    <a:lnTo>
                      <a:pt x="91583" y="42005"/>
                    </a:lnTo>
                    <a:lnTo>
                      <a:pt x="0" y="42005"/>
                    </a:lnTo>
                    <a:close/>
                    <a:moveTo>
                      <a:pt x="8001" y="0"/>
                    </a:moveTo>
                    <a:lnTo>
                      <a:pt x="114157" y="0"/>
                    </a:lnTo>
                    <a:lnTo>
                      <a:pt x="114157" y="105442"/>
                    </a:lnTo>
                    <a:cubicBezTo>
                      <a:pt x="114157" y="109633"/>
                      <a:pt x="113586" y="112871"/>
                      <a:pt x="112443" y="115157"/>
                    </a:cubicBezTo>
                    <a:cubicBezTo>
                      <a:pt x="111300" y="117443"/>
                      <a:pt x="109323" y="119158"/>
                      <a:pt x="106514" y="120301"/>
                    </a:cubicBezTo>
                    <a:cubicBezTo>
                      <a:pt x="103704" y="121444"/>
                      <a:pt x="99679" y="122206"/>
                      <a:pt x="94441" y="122587"/>
                    </a:cubicBezTo>
                    <a:lnTo>
                      <a:pt x="80725" y="123730"/>
                    </a:lnTo>
                    <a:lnTo>
                      <a:pt x="75867" y="108871"/>
                    </a:lnTo>
                    <a:lnTo>
                      <a:pt x="87868" y="108014"/>
                    </a:lnTo>
                    <a:cubicBezTo>
                      <a:pt x="91297" y="107728"/>
                      <a:pt x="93631" y="107371"/>
                      <a:pt x="94869" y="106942"/>
                    </a:cubicBezTo>
                    <a:cubicBezTo>
                      <a:pt x="96107" y="106513"/>
                      <a:pt x="96917" y="105751"/>
                      <a:pt x="97298" y="104656"/>
                    </a:cubicBezTo>
                    <a:cubicBezTo>
                      <a:pt x="97679" y="103561"/>
                      <a:pt x="97870" y="101584"/>
                      <a:pt x="97870" y="98727"/>
                    </a:cubicBezTo>
                    <a:lnTo>
                      <a:pt x="97870" y="15573"/>
                    </a:lnTo>
                    <a:lnTo>
                      <a:pt x="8001" y="15573"/>
                    </a:ln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47E94F2C-C7E3-D2E2-918C-AE0E0228CF64}"/>
                  </a:ext>
                </a:extLst>
              </p:cNvPr>
              <p:cNvSpPr txBox="1"/>
              <p:nvPr/>
            </p:nvSpPr>
            <p:spPr>
              <a:xfrm>
                <a:off x="1282133" y="660958"/>
                <a:ext cx="112630" cy="122551"/>
              </a:xfrm>
              <a:custGeom>
                <a:avLst/>
                <a:gdLst/>
                <a:ahLst/>
                <a:cxnLst/>
                <a:rect l="l" t="t" r="r" b="b"/>
                <a:pathLst>
                  <a:path w="120015" h="130587">
                    <a:moveTo>
                      <a:pt x="44005" y="84439"/>
                    </a:moveTo>
                    <a:lnTo>
                      <a:pt x="44005" y="110871"/>
                    </a:lnTo>
                    <a:lnTo>
                      <a:pt x="102156" y="110871"/>
                    </a:lnTo>
                    <a:lnTo>
                      <a:pt x="102156" y="84439"/>
                    </a:lnTo>
                    <a:close/>
                    <a:moveTo>
                      <a:pt x="55435" y="0"/>
                    </a:moveTo>
                    <a:lnTo>
                      <a:pt x="69866" y="6000"/>
                    </a:lnTo>
                    <a:cubicBezTo>
                      <a:pt x="67199" y="10001"/>
                      <a:pt x="65103" y="12954"/>
                      <a:pt x="63579" y="14859"/>
                    </a:cubicBezTo>
                    <a:lnTo>
                      <a:pt x="120015" y="14859"/>
                    </a:lnTo>
                    <a:lnTo>
                      <a:pt x="120015" y="29575"/>
                    </a:lnTo>
                    <a:cubicBezTo>
                      <a:pt x="106108" y="45482"/>
                      <a:pt x="88487" y="59007"/>
                      <a:pt x="67151" y="70151"/>
                    </a:cubicBezTo>
                    <a:lnTo>
                      <a:pt x="117443" y="70151"/>
                    </a:lnTo>
                    <a:lnTo>
                      <a:pt x="117443" y="130587"/>
                    </a:lnTo>
                    <a:lnTo>
                      <a:pt x="102156" y="130587"/>
                    </a:lnTo>
                    <a:lnTo>
                      <a:pt x="102156" y="124587"/>
                    </a:lnTo>
                    <a:lnTo>
                      <a:pt x="44005" y="124587"/>
                    </a:lnTo>
                    <a:lnTo>
                      <a:pt x="44005" y="130587"/>
                    </a:lnTo>
                    <a:lnTo>
                      <a:pt x="28861" y="130587"/>
                    </a:lnTo>
                    <a:lnTo>
                      <a:pt x="28861" y="87011"/>
                    </a:lnTo>
                    <a:cubicBezTo>
                      <a:pt x="21336" y="89773"/>
                      <a:pt x="13716" y="92345"/>
                      <a:pt x="6001" y="94726"/>
                    </a:cubicBezTo>
                    <a:lnTo>
                      <a:pt x="0" y="80153"/>
                    </a:lnTo>
                    <a:lnTo>
                      <a:pt x="47430" y="55889"/>
                    </a:lnTo>
                    <a:lnTo>
                      <a:pt x="49720" y="57721"/>
                    </a:lnTo>
                    <a:lnTo>
                      <a:pt x="58412" y="50271"/>
                    </a:lnTo>
                    <a:lnTo>
                      <a:pt x="98869" y="29575"/>
                    </a:lnTo>
                    <a:lnTo>
                      <a:pt x="51006" y="29575"/>
                    </a:lnTo>
                    <a:lnTo>
                      <a:pt x="45720" y="34718"/>
                    </a:lnTo>
                    <a:cubicBezTo>
                      <a:pt x="52483" y="39862"/>
                      <a:pt x="57817" y="44100"/>
                      <a:pt x="61722" y="47434"/>
                    </a:cubicBezTo>
                    <a:lnTo>
                      <a:pt x="58412" y="50271"/>
                    </a:lnTo>
                    <a:lnTo>
                      <a:pt x="47430" y="55889"/>
                    </a:lnTo>
                    <a:lnTo>
                      <a:pt x="34004" y="45148"/>
                    </a:lnTo>
                    <a:cubicBezTo>
                      <a:pt x="28480" y="49625"/>
                      <a:pt x="22860" y="53768"/>
                      <a:pt x="17145" y="57578"/>
                    </a:cubicBezTo>
                    <a:lnTo>
                      <a:pt x="7429" y="44291"/>
                    </a:lnTo>
                    <a:cubicBezTo>
                      <a:pt x="16097" y="38957"/>
                      <a:pt x="24955" y="32075"/>
                      <a:pt x="34004" y="23645"/>
                    </a:cubicBezTo>
                    <a:cubicBezTo>
                      <a:pt x="43053" y="15216"/>
                      <a:pt x="50197" y="7334"/>
                      <a:pt x="55435" y="0"/>
                    </a:cubicBez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  <p:sp>
            <p:nvSpPr>
              <p:cNvPr id="135" name="文本框 134">
                <a:extLst>
                  <a:ext uri="{FF2B5EF4-FFF2-40B4-BE49-F238E27FC236}">
                    <a16:creationId xmlns:a16="http://schemas.microsoft.com/office/drawing/2014/main" id="{3C30AC02-CCBF-FD28-6581-2A6910118513}"/>
                  </a:ext>
                </a:extLst>
              </p:cNvPr>
              <p:cNvSpPr txBox="1"/>
              <p:nvPr/>
            </p:nvSpPr>
            <p:spPr>
              <a:xfrm>
                <a:off x="1477664" y="663504"/>
                <a:ext cx="122255" cy="121345"/>
              </a:xfrm>
              <a:custGeom>
                <a:avLst/>
                <a:gdLst/>
                <a:ahLst/>
                <a:cxnLst/>
                <a:rect l="l" t="t" r="r" b="b"/>
                <a:pathLst>
                  <a:path w="130271" h="129302">
                    <a:moveTo>
                      <a:pt x="60294" y="60294"/>
                    </a:moveTo>
                    <a:lnTo>
                      <a:pt x="73581" y="64294"/>
                    </a:lnTo>
                    <a:cubicBezTo>
                      <a:pt x="71200" y="72581"/>
                      <a:pt x="68057" y="81534"/>
                      <a:pt x="64151" y="91155"/>
                    </a:cubicBezTo>
                    <a:cubicBezTo>
                      <a:pt x="60246" y="100775"/>
                      <a:pt x="56245" y="109347"/>
                      <a:pt x="52150" y="116872"/>
                    </a:cubicBezTo>
                    <a:lnTo>
                      <a:pt x="38862" y="111014"/>
                    </a:lnTo>
                    <a:cubicBezTo>
                      <a:pt x="42863" y="103966"/>
                      <a:pt x="46887" y="95727"/>
                      <a:pt x="50935" y="86297"/>
                    </a:cubicBezTo>
                    <a:cubicBezTo>
                      <a:pt x="54983" y="76867"/>
                      <a:pt x="58103" y="68199"/>
                      <a:pt x="60294" y="60294"/>
                    </a:cubicBezTo>
                    <a:close/>
                    <a:moveTo>
                      <a:pt x="110443" y="60151"/>
                    </a:moveTo>
                    <a:cubicBezTo>
                      <a:pt x="113967" y="67294"/>
                      <a:pt x="117896" y="76010"/>
                      <a:pt x="122230" y="86297"/>
                    </a:cubicBezTo>
                    <a:lnTo>
                      <a:pt x="130271" y="106882"/>
                    </a:lnTo>
                    <a:lnTo>
                      <a:pt x="130271" y="109679"/>
                    </a:lnTo>
                    <a:lnTo>
                      <a:pt x="119015" y="116301"/>
                    </a:lnTo>
                    <a:cubicBezTo>
                      <a:pt x="116920" y="109252"/>
                      <a:pt x="113896" y="101084"/>
                      <a:pt x="109943" y="91797"/>
                    </a:cubicBezTo>
                    <a:cubicBezTo>
                      <a:pt x="105990" y="82511"/>
                      <a:pt x="102061" y="74010"/>
                      <a:pt x="98155" y="66294"/>
                    </a:cubicBezTo>
                    <a:close/>
                    <a:moveTo>
                      <a:pt x="80010" y="40720"/>
                    </a:moveTo>
                    <a:lnTo>
                      <a:pt x="94155" y="41291"/>
                    </a:lnTo>
                    <a:lnTo>
                      <a:pt x="94155" y="112729"/>
                    </a:lnTo>
                    <a:cubicBezTo>
                      <a:pt x="94155" y="116634"/>
                      <a:pt x="93631" y="119658"/>
                      <a:pt x="92583" y="121801"/>
                    </a:cubicBezTo>
                    <a:cubicBezTo>
                      <a:pt x="91536" y="123944"/>
                      <a:pt x="89893" y="125492"/>
                      <a:pt x="87654" y="126445"/>
                    </a:cubicBezTo>
                    <a:cubicBezTo>
                      <a:pt x="85416" y="127397"/>
                      <a:pt x="82296" y="128064"/>
                      <a:pt x="78296" y="128445"/>
                    </a:cubicBezTo>
                    <a:lnTo>
                      <a:pt x="69152" y="129302"/>
                    </a:lnTo>
                    <a:lnTo>
                      <a:pt x="64437" y="114443"/>
                    </a:lnTo>
                    <a:lnTo>
                      <a:pt x="72438" y="113586"/>
                    </a:lnTo>
                    <a:cubicBezTo>
                      <a:pt x="75581" y="113205"/>
                      <a:pt x="77629" y="112657"/>
                      <a:pt x="78582" y="111943"/>
                    </a:cubicBezTo>
                    <a:cubicBezTo>
                      <a:pt x="79534" y="111228"/>
                      <a:pt x="80010" y="109585"/>
                      <a:pt x="80010" y="107014"/>
                    </a:cubicBezTo>
                    <a:close/>
                    <a:moveTo>
                      <a:pt x="66580" y="0"/>
                    </a:moveTo>
                    <a:lnTo>
                      <a:pt x="81011" y="2429"/>
                    </a:lnTo>
                    <a:cubicBezTo>
                      <a:pt x="79677" y="7096"/>
                      <a:pt x="78248" y="11811"/>
                      <a:pt x="76724" y="16574"/>
                    </a:cubicBezTo>
                    <a:lnTo>
                      <a:pt x="126445" y="16574"/>
                    </a:lnTo>
                    <a:lnTo>
                      <a:pt x="126445" y="31719"/>
                    </a:lnTo>
                    <a:lnTo>
                      <a:pt x="115872" y="54007"/>
                    </a:lnTo>
                    <a:lnTo>
                      <a:pt x="102156" y="49006"/>
                    </a:lnTo>
                    <a:lnTo>
                      <a:pt x="110728" y="31719"/>
                    </a:lnTo>
                    <a:lnTo>
                      <a:pt x="71152" y="31719"/>
                    </a:lnTo>
                    <a:cubicBezTo>
                      <a:pt x="67628" y="40482"/>
                      <a:pt x="63865" y="48483"/>
                      <a:pt x="59865" y="55722"/>
                    </a:cubicBezTo>
                    <a:lnTo>
                      <a:pt x="48578" y="49721"/>
                    </a:lnTo>
                    <a:lnTo>
                      <a:pt x="48578" y="52007"/>
                    </a:lnTo>
                    <a:lnTo>
                      <a:pt x="35148" y="52007"/>
                    </a:lnTo>
                    <a:lnTo>
                      <a:pt x="35148" y="65580"/>
                    </a:lnTo>
                    <a:lnTo>
                      <a:pt x="38291" y="61722"/>
                    </a:lnTo>
                    <a:cubicBezTo>
                      <a:pt x="44673" y="67342"/>
                      <a:pt x="49435" y="71914"/>
                      <a:pt x="52578" y="75438"/>
                    </a:cubicBezTo>
                    <a:lnTo>
                      <a:pt x="44149" y="87011"/>
                    </a:lnTo>
                    <a:cubicBezTo>
                      <a:pt x="41958" y="83963"/>
                      <a:pt x="38958" y="80629"/>
                      <a:pt x="35148" y="77010"/>
                    </a:cubicBezTo>
                    <a:lnTo>
                      <a:pt x="35148" y="129016"/>
                    </a:lnTo>
                    <a:lnTo>
                      <a:pt x="21574" y="129016"/>
                    </a:lnTo>
                    <a:lnTo>
                      <a:pt x="21574" y="80439"/>
                    </a:lnTo>
                    <a:cubicBezTo>
                      <a:pt x="17669" y="89202"/>
                      <a:pt x="13621" y="97155"/>
                      <a:pt x="9430" y="104299"/>
                    </a:cubicBezTo>
                    <a:lnTo>
                      <a:pt x="0" y="93012"/>
                    </a:lnTo>
                    <a:cubicBezTo>
                      <a:pt x="3906" y="87011"/>
                      <a:pt x="7739" y="80391"/>
                      <a:pt x="11502" y="73152"/>
                    </a:cubicBezTo>
                    <a:cubicBezTo>
                      <a:pt x="15264" y="65913"/>
                      <a:pt x="18479" y="58865"/>
                      <a:pt x="21146" y="52007"/>
                    </a:cubicBezTo>
                    <a:lnTo>
                      <a:pt x="5287" y="52007"/>
                    </a:lnTo>
                    <a:lnTo>
                      <a:pt x="5287" y="37291"/>
                    </a:lnTo>
                    <a:lnTo>
                      <a:pt x="21574" y="37291"/>
                    </a:lnTo>
                    <a:lnTo>
                      <a:pt x="21574" y="22860"/>
                    </a:lnTo>
                    <a:cubicBezTo>
                      <a:pt x="15764" y="23813"/>
                      <a:pt x="10907" y="24480"/>
                      <a:pt x="7001" y="24861"/>
                    </a:cubicBezTo>
                    <a:lnTo>
                      <a:pt x="5715" y="10573"/>
                    </a:lnTo>
                    <a:cubicBezTo>
                      <a:pt x="12192" y="9811"/>
                      <a:pt x="19574" y="8692"/>
                      <a:pt x="27861" y="7215"/>
                    </a:cubicBezTo>
                    <a:cubicBezTo>
                      <a:pt x="36148" y="5739"/>
                      <a:pt x="43196" y="4287"/>
                      <a:pt x="49006" y="2858"/>
                    </a:cubicBezTo>
                    <a:lnTo>
                      <a:pt x="51007" y="17288"/>
                    </a:lnTo>
                    <a:cubicBezTo>
                      <a:pt x="47482" y="18241"/>
                      <a:pt x="42196" y="19384"/>
                      <a:pt x="35148" y="20717"/>
                    </a:cubicBezTo>
                    <a:lnTo>
                      <a:pt x="35148" y="37291"/>
                    </a:lnTo>
                    <a:lnTo>
                      <a:pt x="48578" y="37291"/>
                    </a:lnTo>
                    <a:lnTo>
                      <a:pt x="48578" y="46006"/>
                    </a:lnTo>
                    <a:cubicBezTo>
                      <a:pt x="52293" y="39529"/>
                      <a:pt x="55769" y="32123"/>
                      <a:pt x="59008" y="23789"/>
                    </a:cubicBezTo>
                    <a:cubicBezTo>
                      <a:pt x="62246" y="15455"/>
                      <a:pt x="64770" y="7525"/>
                      <a:pt x="66580" y="0"/>
                    </a:cubicBez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</p:grpSp>
      </p:grpSp>
      <p:sp>
        <p:nvSpPr>
          <p:cNvPr id="142" name="文本框 141">
            <a:extLst>
              <a:ext uri="{FF2B5EF4-FFF2-40B4-BE49-F238E27FC236}">
                <a16:creationId xmlns:a16="http://schemas.microsoft.com/office/drawing/2014/main" id="{5A77E2FC-C787-7167-182F-16067A56FE8C}"/>
              </a:ext>
            </a:extLst>
          </p:cNvPr>
          <p:cNvSpPr txBox="1"/>
          <p:nvPr/>
        </p:nvSpPr>
        <p:spPr>
          <a:xfrm>
            <a:off x="4103688" y="3680654"/>
            <a:ext cx="3971546" cy="571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提供实时语音转写、多语种会议纪要自动生成及待办事项智能拆解。结合RPA引擎，实现会后任务自动分发与进度追踪。</a:t>
            </a:r>
          </a:p>
        </p:txBody>
      </p:sp>
      <p:grpSp>
        <p:nvGrpSpPr>
          <p:cNvPr id="143" name="组合 142">
            <a:extLst>
              <a:ext uri="{FF2B5EF4-FFF2-40B4-BE49-F238E27FC236}">
                <a16:creationId xmlns:a16="http://schemas.microsoft.com/office/drawing/2014/main" id="{914C8276-D6EA-61A5-AB7E-2C05A525663E}"/>
              </a:ext>
            </a:extLst>
          </p:cNvPr>
          <p:cNvGrpSpPr/>
          <p:nvPr/>
        </p:nvGrpSpPr>
        <p:grpSpPr>
          <a:xfrm>
            <a:off x="3945189" y="5811450"/>
            <a:ext cx="4313944" cy="315056"/>
            <a:chOff x="1253246" y="4118390"/>
            <a:chExt cx="4313944" cy="315056"/>
          </a:xfrm>
        </p:grpSpPr>
        <p:sp>
          <p:nvSpPr>
            <p:cNvPr id="144" name="文本框 143">
              <a:extLst>
                <a:ext uri="{FF2B5EF4-FFF2-40B4-BE49-F238E27FC236}">
                  <a16:creationId xmlns:a16="http://schemas.microsoft.com/office/drawing/2014/main" id="{B18AA79A-B897-B98E-9BCC-66F31F7C012B}"/>
                </a:ext>
              </a:extLst>
            </p:cNvPr>
            <p:cNvSpPr txBox="1"/>
            <p:nvPr/>
          </p:nvSpPr>
          <p:spPr>
            <a:xfrm>
              <a:off x="1561022" y="4125669"/>
              <a:ext cx="2027128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</a:p>
          </p:txBody>
        </p:sp>
        <p:sp>
          <p:nvSpPr>
            <p:cNvPr id="145" name="iconfont-10019-4889788">
              <a:extLst>
                <a:ext uri="{FF2B5EF4-FFF2-40B4-BE49-F238E27FC236}">
                  <a16:creationId xmlns:a16="http://schemas.microsoft.com/office/drawing/2014/main" id="{D29BDEDF-B7EC-3C66-7309-29958E1C33C9}"/>
                </a:ext>
              </a:extLst>
            </p:cNvPr>
            <p:cNvSpPr/>
            <p:nvPr/>
          </p:nvSpPr>
          <p:spPr>
            <a:xfrm>
              <a:off x="1253246" y="4118392"/>
              <a:ext cx="307776" cy="307776"/>
            </a:xfrm>
            <a:custGeom>
              <a:avLst/>
              <a:gdLst>
                <a:gd name="T0" fmla="*/ 6383 w 12767"/>
                <a:gd name="T1" fmla="*/ 0 h 12767"/>
                <a:gd name="T2" fmla="*/ 0 w 12767"/>
                <a:gd name="T3" fmla="*/ 6383 h 12767"/>
                <a:gd name="T4" fmla="*/ 6383 w 12767"/>
                <a:gd name="T5" fmla="*/ 12767 h 12767"/>
                <a:gd name="T6" fmla="*/ 12767 w 12767"/>
                <a:gd name="T7" fmla="*/ 6383 h 12767"/>
                <a:gd name="T8" fmla="*/ 6383 w 12767"/>
                <a:gd name="T9" fmla="*/ 0 h 12767"/>
                <a:gd name="T10" fmla="*/ 6383 w 12767"/>
                <a:gd name="T11" fmla="*/ 870 h 12767"/>
                <a:gd name="T12" fmla="*/ 11897 w 12767"/>
                <a:gd name="T13" fmla="*/ 6383 h 12767"/>
                <a:gd name="T14" fmla="*/ 11032 w 12767"/>
                <a:gd name="T15" fmla="*/ 9349 h 12767"/>
                <a:gd name="T16" fmla="*/ 7524 w 12767"/>
                <a:gd name="T17" fmla="*/ 7451 h 12767"/>
                <a:gd name="T18" fmla="*/ 9004 w 12767"/>
                <a:gd name="T19" fmla="*/ 5101 h 12767"/>
                <a:gd name="T20" fmla="*/ 6393 w 12767"/>
                <a:gd name="T21" fmla="*/ 2489 h 12767"/>
                <a:gd name="T22" fmla="*/ 3781 w 12767"/>
                <a:gd name="T23" fmla="*/ 5101 h 12767"/>
                <a:gd name="T24" fmla="*/ 5261 w 12767"/>
                <a:gd name="T25" fmla="*/ 7451 h 12767"/>
                <a:gd name="T26" fmla="*/ 1743 w 12767"/>
                <a:gd name="T27" fmla="*/ 9361 h 12767"/>
                <a:gd name="T28" fmla="*/ 870 w 12767"/>
                <a:gd name="T29" fmla="*/ 6383 h 12767"/>
                <a:gd name="T30" fmla="*/ 6383 w 12767"/>
                <a:gd name="T31" fmla="*/ 870 h 127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767" h="12767">
                  <a:moveTo>
                    <a:pt x="6383" y="0"/>
                  </a:moveTo>
                  <a:cubicBezTo>
                    <a:pt x="2858" y="0"/>
                    <a:pt x="0" y="2858"/>
                    <a:pt x="0" y="6383"/>
                  </a:cubicBezTo>
                  <a:cubicBezTo>
                    <a:pt x="0" y="9909"/>
                    <a:pt x="2858" y="12767"/>
                    <a:pt x="6383" y="12767"/>
                  </a:cubicBezTo>
                  <a:cubicBezTo>
                    <a:pt x="9909" y="12767"/>
                    <a:pt x="12767" y="9909"/>
                    <a:pt x="12767" y="6383"/>
                  </a:cubicBezTo>
                  <a:cubicBezTo>
                    <a:pt x="12767" y="2858"/>
                    <a:pt x="9909" y="0"/>
                    <a:pt x="6383" y="0"/>
                  </a:cubicBezTo>
                  <a:close/>
                  <a:moveTo>
                    <a:pt x="6383" y="870"/>
                  </a:moveTo>
                  <a:cubicBezTo>
                    <a:pt x="9428" y="870"/>
                    <a:pt x="11897" y="3339"/>
                    <a:pt x="11897" y="6383"/>
                  </a:cubicBezTo>
                  <a:cubicBezTo>
                    <a:pt x="11897" y="7475"/>
                    <a:pt x="11579" y="8493"/>
                    <a:pt x="11032" y="9349"/>
                  </a:cubicBezTo>
                  <a:cubicBezTo>
                    <a:pt x="10114" y="8379"/>
                    <a:pt x="8895" y="7697"/>
                    <a:pt x="7524" y="7451"/>
                  </a:cubicBezTo>
                  <a:cubicBezTo>
                    <a:pt x="8399" y="7030"/>
                    <a:pt x="9004" y="6137"/>
                    <a:pt x="9004" y="5101"/>
                  </a:cubicBezTo>
                  <a:cubicBezTo>
                    <a:pt x="9004" y="3658"/>
                    <a:pt x="7835" y="2489"/>
                    <a:pt x="6393" y="2489"/>
                  </a:cubicBezTo>
                  <a:cubicBezTo>
                    <a:pt x="4950" y="2489"/>
                    <a:pt x="3781" y="3658"/>
                    <a:pt x="3781" y="5101"/>
                  </a:cubicBezTo>
                  <a:cubicBezTo>
                    <a:pt x="3781" y="6137"/>
                    <a:pt x="4386" y="7030"/>
                    <a:pt x="5261" y="7451"/>
                  </a:cubicBezTo>
                  <a:cubicBezTo>
                    <a:pt x="3885" y="7698"/>
                    <a:pt x="2662" y="8385"/>
                    <a:pt x="1743" y="9361"/>
                  </a:cubicBezTo>
                  <a:cubicBezTo>
                    <a:pt x="1190" y="8502"/>
                    <a:pt x="870" y="7480"/>
                    <a:pt x="870" y="6383"/>
                  </a:cubicBezTo>
                  <a:cubicBezTo>
                    <a:pt x="870" y="3339"/>
                    <a:pt x="3339" y="870"/>
                    <a:pt x="6383" y="870"/>
                  </a:cubicBezTo>
                  <a:close/>
                </a:path>
              </a:pathLst>
            </a:custGeom>
            <a:solidFill>
              <a:schemeClr val="bg1"/>
            </a:solidFill>
          </p:spPr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sym typeface="+mn-lt"/>
              </a:endParaRPr>
            </a:p>
          </p:txBody>
        </p:sp>
        <p:sp>
          <p:nvSpPr>
            <p:cNvPr id="146" name="文本框 145">
              <a:extLst>
                <a:ext uri="{FF2B5EF4-FFF2-40B4-BE49-F238E27FC236}">
                  <a16:creationId xmlns:a16="http://schemas.microsoft.com/office/drawing/2014/main" id="{574D28EE-3E09-D182-C510-82D63D4BBB79}"/>
                </a:ext>
              </a:extLst>
            </p:cNvPr>
            <p:cNvSpPr txBox="1"/>
            <p:nvPr/>
          </p:nvSpPr>
          <p:spPr>
            <a:xfrm>
              <a:off x="3898985" y="4118390"/>
              <a:ext cx="1668205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bg1"/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</a:p>
          </p:txBody>
        </p:sp>
        <p:sp>
          <p:nvSpPr>
            <p:cNvPr id="147" name="iconfont-11899-5651509">
              <a:extLst>
                <a:ext uri="{FF2B5EF4-FFF2-40B4-BE49-F238E27FC236}">
                  <a16:creationId xmlns:a16="http://schemas.microsoft.com/office/drawing/2014/main" id="{1F7D64EB-74CB-8CE5-3783-DEF3A61A3CA4}"/>
                </a:ext>
              </a:extLst>
            </p:cNvPr>
            <p:cNvSpPr/>
            <p:nvPr/>
          </p:nvSpPr>
          <p:spPr>
            <a:xfrm>
              <a:off x="3588150" y="4118394"/>
              <a:ext cx="307836" cy="307774"/>
            </a:xfrm>
            <a:custGeom>
              <a:avLst/>
              <a:gdLst>
                <a:gd name="T0" fmla="*/ 5872 w 10378"/>
                <a:gd name="T1" fmla="*/ 5277 h 10377"/>
                <a:gd name="T2" fmla="*/ 5872 w 10378"/>
                <a:gd name="T3" fmla="*/ 2783 h 10377"/>
                <a:gd name="T4" fmla="*/ 5223 w 10378"/>
                <a:gd name="T5" fmla="*/ 2135 h 10377"/>
                <a:gd name="T6" fmla="*/ 4574 w 10378"/>
                <a:gd name="T7" fmla="*/ 2783 h 10377"/>
                <a:gd name="T8" fmla="*/ 4574 w 10378"/>
                <a:gd name="T9" fmla="*/ 6026 h 10377"/>
                <a:gd name="T10" fmla="*/ 7383 w 10378"/>
                <a:gd name="T11" fmla="*/ 7647 h 10377"/>
                <a:gd name="T12" fmla="*/ 8267 w 10378"/>
                <a:gd name="T13" fmla="*/ 7403 h 10377"/>
                <a:gd name="T14" fmla="*/ 8031 w 10378"/>
                <a:gd name="T15" fmla="*/ 6523 h 10377"/>
                <a:gd name="T16" fmla="*/ 5872 w 10378"/>
                <a:gd name="T17" fmla="*/ 5277 h 10377"/>
                <a:gd name="T18" fmla="*/ 5189 w 10378"/>
                <a:gd name="T19" fmla="*/ 10377 h 10377"/>
                <a:gd name="T20" fmla="*/ 0 w 10378"/>
                <a:gd name="T21" fmla="*/ 5188 h 10377"/>
                <a:gd name="T22" fmla="*/ 5189 w 10378"/>
                <a:gd name="T23" fmla="*/ 0 h 10377"/>
                <a:gd name="T24" fmla="*/ 10378 w 10378"/>
                <a:gd name="T25" fmla="*/ 5188 h 10377"/>
                <a:gd name="T26" fmla="*/ 5189 w 10378"/>
                <a:gd name="T27" fmla="*/ 10377 h 10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378" h="10377">
                  <a:moveTo>
                    <a:pt x="5872" y="5277"/>
                  </a:moveTo>
                  <a:lnTo>
                    <a:pt x="5872" y="2783"/>
                  </a:lnTo>
                  <a:cubicBezTo>
                    <a:pt x="5872" y="2425"/>
                    <a:pt x="5582" y="2135"/>
                    <a:pt x="5223" y="2135"/>
                  </a:cubicBezTo>
                  <a:cubicBezTo>
                    <a:pt x="4864" y="2135"/>
                    <a:pt x="4574" y="2425"/>
                    <a:pt x="4574" y="2783"/>
                  </a:cubicBezTo>
                  <a:lnTo>
                    <a:pt x="4574" y="6026"/>
                  </a:lnTo>
                  <a:lnTo>
                    <a:pt x="7383" y="7647"/>
                  </a:lnTo>
                  <a:cubicBezTo>
                    <a:pt x="7694" y="7825"/>
                    <a:pt x="8091" y="7716"/>
                    <a:pt x="8267" y="7403"/>
                  </a:cubicBezTo>
                  <a:cubicBezTo>
                    <a:pt x="8442" y="7095"/>
                    <a:pt x="8337" y="6703"/>
                    <a:pt x="8031" y="6523"/>
                  </a:cubicBezTo>
                  <a:lnTo>
                    <a:pt x="5872" y="5277"/>
                  </a:lnTo>
                  <a:close/>
                  <a:moveTo>
                    <a:pt x="5189" y="10377"/>
                  </a:moveTo>
                  <a:cubicBezTo>
                    <a:pt x="2324" y="10377"/>
                    <a:pt x="0" y="8054"/>
                    <a:pt x="0" y="5188"/>
                  </a:cubicBezTo>
                  <a:cubicBezTo>
                    <a:pt x="0" y="2322"/>
                    <a:pt x="2324" y="0"/>
                    <a:pt x="5189" y="0"/>
                  </a:cubicBezTo>
                  <a:cubicBezTo>
                    <a:pt x="8054" y="0"/>
                    <a:pt x="10378" y="2322"/>
                    <a:pt x="10378" y="5188"/>
                  </a:cubicBezTo>
                  <a:cubicBezTo>
                    <a:pt x="10378" y="8054"/>
                    <a:pt x="8056" y="10377"/>
                    <a:pt x="5189" y="10377"/>
                  </a:cubicBezTo>
                  <a:close/>
                </a:path>
              </a:pathLst>
            </a:custGeom>
            <a:solidFill>
              <a:schemeClr val="bg1"/>
            </a:solidFill>
          </p:spPr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sym typeface="+mn-lt"/>
              </a:endParaRPr>
            </a:p>
          </p:txBody>
        </p:sp>
      </p:grpSp>
      <p:sp>
        <p:nvSpPr>
          <p:cNvPr id="149" name="图形 948">
            <a:extLst>
              <a:ext uri="{FF2B5EF4-FFF2-40B4-BE49-F238E27FC236}">
                <a16:creationId xmlns:a16="http://schemas.microsoft.com/office/drawing/2014/main" id="{67C11CDD-76BB-423C-6D17-02E5E5CA60AD}"/>
              </a:ext>
            </a:extLst>
          </p:cNvPr>
          <p:cNvSpPr/>
          <p:nvPr/>
        </p:nvSpPr>
        <p:spPr>
          <a:xfrm>
            <a:off x="10490406" y="4485419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51" name="组合 150">
            <a:extLst>
              <a:ext uri="{FF2B5EF4-FFF2-40B4-BE49-F238E27FC236}">
                <a16:creationId xmlns:a16="http://schemas.microsoft.com/office/drawing/2014/main" id="{65F1FE68-EDDA-B6E9-636C-ADA0038BE9E8}"/>
              </a:ext>
            </a:extLst>
          </p:cNvPr>
          <p:cNvGrpSpPr/>
          <p:nvPr/>
        </p:nvGrpSpPr>
        <p:grpSpPr>
          <a:xfrm>
            <a:off x="3091543" y="3015847"/>
            <a:ext cx="6008914" cy="410702"/>
            <a:chOff x="3091543" y="2828925"/>
            <a:chExt cx="6008914" cy="410702"/>
          </a:xfrm>
        </p:grpSpPr>
        <p:sp>
          <p:nvSpPr>
            <p:cNvPr id="148" name="矩形: 圆角 147">
              <a:extLst>
                <a:ext uri="{FF2B5EF4-FFF2-40B4-BE49-F238E27FC236}">
                  <a16:creationId xmlns:a16="http://schemas.microsoft.com/office/drawing/2014/main" id="{56956BC4-AD80-981A-CA55-09DC358B8E0D}"/>
                </a:ext>
              </a:extLst>
            </p:cNvPr>
            <p:cNvSpPr/>
            <p:nvPr/>
          </p:nvSpPr>
          <p:spPr>
            <a:xfrm>
              <a:off x="3091543" y="2828925"/>
              <a:ext cx="6008914" cy="410702"/>
            </a:xfrm>
            <a:prstGeom prst="roundRect">
              <a:avLst>
                <a:gd name="adj" fmla="val 19077"/>
              </a:avLst>
            </a:pr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50" name="文本框 149">
              <a:extLst>
                <a:ext uri="{FF2B5EF4-FFF2-40B4-BE49-F238E27FC236}">
                  <a16:creationId xmlns:a16="http://schemas.microsoft.com/office/drawing/2014/main" id="{1FBCCB81-F9A8-0A4F-AE00-09643E2306EB}"/>
                </a:ext>
              </a:extLst>
            </p:cNvPr>
            <p:cNvSpPr txBox="1"/>
            <p:nvPr/>
          </p:nvSpPr>
          <p:spPr>
            <a:xfrm>
              <a:off x="3734245" y="2883788"/>
              <a:ext cx="474360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/>
          </p:txBody>
        </p:sp>
      </p:grpSp>
    </p:spTree>
    <p:extLst>
      <p:ext uri="{BB962C8B-B14F-4D97-AF65-F5344CB8AC3E}">
        <p14:creationId xmlns:p14="http://schemas.microsoft.com/office/powerpoint/2010/main" val="794118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EC795D-A965-C4C8-D0C6-CB8FB7D78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58FDB91-BEB7-5CBF-329D-A12ED828A8B0}"/>
              </a:ext>
            </a:extLst>
          </p:cNvPr>
          <p:cNvSpPr/>
          <p:nvPr/>
        </p:nvSpPr>
        <p:spPr>
          <a:xfrm>
            <a:off x="0" y="4485419"/>
            <a:ext cx="12192000" cy="2372581"/>
          </a:xfrm>
          <a:custGeom>
            <a:avLst/>
            <a:gdLst>
              <a:gd name="csX0" fmla="*/ 4552950 w 12192000"/>
              <a:gd name="csY0" fmla="*/ 0 h 2372581"/>
              <a:gd name="csX1" fmla="*/ 11672122 w 12192000"/>
              <a:gd name="csY1" fmla="*/ 1048195 h 2372581"/>
              <a:gd name="csX2" fmla="*/ 12192000 w 12192000"/>
              <a:gd name="csY2" fmla="*/ 1251521 h 2372581"/>
              <a:gd name="csX3" fmla="*/ 12192000 w 12192000"/>
              <a:gd name="csY3" fmla="*/ 2372581 h 2372581"/>
              <a:gd name="csX4" fmla="*/ 0 w 12192000"/>
              <a:gd name="csY4" fmla="*/ 2372581 h 2372581"/>
              <a:gd name="csX5" fmla="*/ 0 w 12192000"/>
              <a:gd name="csY5" fmla="*/ 387139 h 2372581"/>
              <a:gd name="csX6" fmla="*/ 188043 w 12192000"/>
              <a:gd name="csY6" fmla="*/ 352905 h 2372581"/>
              <a:gd name="csX7" fmla="*/ 4552950 w 12192000"/>
              <a:gd name="csY7" fmla="*/ 0 h 23725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2372581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2372581"/>
                </a:lnTo>
                <a:lnTo>
                  <a:pt x="0" y="2372581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5B2CC646-C556-33AF-3679-0F9534640F3F}"/>
              </a:ext>
            </a:extLst>
          </p:cNvPr>
          <p:cNvSpPr/>
          <p:nvPr/>
        </p:nvSpPr>
        <p:spPr>
          <a:xfrm>
            <a:off x="0" y="5079957"/>
            <a:ext cx="12192000" cy="1778043"/>
          </a:xfrm>
          <a:custGeom>
            <a:avLst/>
            <a:gdLst>
              <a:gd name="csX0" fmla="*/ 6096000 w 12192000"/>
              <a:gd name="csY0" fmla="*/ 0 h 1778043"/>
              <a:gd name="csX1" fmla="*/ 11777135 w 12192000"/>
              <a:gd name="csY1" fmla="*/ 553777 h 1778043"/>
              <a:gd name="csX2" fmla="*/ 12192000 w 12192000"/>
              <a:gd name="csY2" fmla="*/ 661197 h 1778043"/>
              <a:gd name="csX3" fmla="*/ 12192000 w 12192000"/>
              <a:gd name="csY3" fmla="*/ 1778043 h 1778043"/>
              <a:gd name="csX4" fmla="*/ 0 w 12192000"/>
              <a:gd name="csY4" fmla="*/ 1778043 h 1778043"/>
              <a:gd name="csX5" fmla="*/ 0 w 12192000"/>
              <a:gd name="csY5" fmla="*/ 661197 h 1778043"/>
              <a:gd name="csX6" fmla="*/ 414865 w 12192000"/>
              <a:gd name="csY6" fmla="*/ 553777 h 1778043"/>
              <a:gd name="csX7" fmla="*/ 6096000 w 12192000"/>
              <a:gd name="csY7" fmla="*/ 0 h 17780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778043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1778043"/>
                </a:lnTo>
                <a:lnTo>
                  <a:pt x="0" y="1778043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BF57AEBB-AF57-5DFD-BE73-97F98A0035B3}"/>
              </a:ext>
            </a:extLst>
          </p:cNvPr>
          <p:cNvSpPr/>
          <p:nvPr/>
        </p:nvSpPr>
        <p:spPr>
          <a:xfrm>
            <a:off x="-13908" y="-499837"/>
            <a:ext cx="286632" cy="286632"/>
          </a:xfrm>
          <a:prstGeom prst="ellipse">
            <a:avLst/>
          </a:prstGeom>
          <a:solidFill>
            <a:srgbClr val="4F6D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13F937C8-2769-DCAD-409D-25D462A1F4EA}"/>
              </a:ext>
            </a:extLst>
          </p:cNvPr>
          <p:cNvSpPr/>
          <p:nvPr/>
        </p:nvSpPr>
        <p:spPr>
          <a:xfrm>
            <a:off x="417892" y="-499837"/>
            <a:ext cx="286632" cy="286632"/>
          </a:xfrm>
          <a:prstGeom prst="ellipse">
            <a:avLst/>
          </a:prstGeom>
          <a:solidFill>
            <a:srgbClr val="97B6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6EEC2B7-400B-E637-DAD3-EAC873C6D48D}"/>
              </a:ext>
            </a:extLst>
          </p:cNvPr>
          <p:cNvSpPr/>
          <p:nvPr/>
        </p:nvSpPr>
        <p:spPr>
          <a:xfrm>
            <a:off x="849692" y="-499837"/>
            <a:ext cx="286632" cy="286632"/>
          </a:xfrm>
          <a:prstGeom prst="ellipse">
            <a:avLst/>
          </a:prstGeom>
          <a:solidFill>
            <a:srgbClr val="FDCC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2291845E-0801-6C42-C7ED-FEA55DE484CB}"/>
              </a:ext>
            </a:extLst>
          </p:cNvPr>
          <p:cNvSpPr/>
          <p:nvPr/>
        </p:nvSpPr>
        <p:spPr>
          <a:xfrm>
            <a:off x="12814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D425F32-E9D8-CDBB-2014-195AAC7F4376}"/>
              </a:ext>
            </a:extLst>
          </p:cNvPr>
          <p:cNvSpPr/>
          <p:nvPr/>
        </p:nvSpPr>
        <p:spPr>
          <a:xfrm>
            <a:off x="17132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4F226778-4F90-2713-7939-093717DFC711}"/>
              </a:ext>
            </a:extLst>
          </p:cNvPr>
          <p:cNvSpPr txBox="1"/>
          <p:nvPr/>
        </p:nvSpPr>
        <p:spPr>
          <a:xfrm>
            <a:off x="2310352" y="1515002"/>
            <a:ext cx="757130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7200" dirty="0">
                <a:solidFill>
                  <a:srgbClr val="4F6DD9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rPr>
              <a:t>会议管理与自动化</a:t>
            </a:r>
          </a:p>
        </p:txBody>
      </p:sp>
      <p:grpSp>
        <p:nvGrpSpPr>
          <p:cNvPr id="53" name="组合 52" descr="D:\51PPT模板网\51pptmoban.com\图片.jpg">
            <a:extLst>
              <a:ext uri="{FF2B5EF4-FFF2-40B4-BE49-F238E27FC236}">
                <a16:creationId xmlns:a16="http://schemas.microsoft.com/office/drawing/2014/main" id="{DCC3551C-0E9C-E178-BB73-7D66F582B45D}"/>
              </a:ext>
            </a:extLst>
          </p:cNvPr>
          <p:cNvGrpSpPr/>
          <p:nvPr/>
        </p:nvGrpSpPr>
        <p:grpSpPr>
          <a:xfrm>
            <a:off x="5422405" y="478677"/>
            <a:ext cx="1341129" cy="616044"/>
            <a:chOff x="289325" y="241206"/>
            <a:chExt cx="1341129" cy="616044"/>
          </a:xfrm>
          <a:solidFill>
            <a:schemeClr val="bg1"/>
          </a:solidFill>
        </p:grpSpPr>
        <p:grpSp>
          <p:nvGrpSpPr>
            <p:cNvPr id="130" name="组合 129" descr="51PPT模板网，幻灯片演示模板及素材免费下载！&#10;51PPT模板网 唯一访问网址：www.51pptmoban.com">
              <a:extLst>
                <a:ext uri="{FF2B5EF4-FFF2-40B4-BE49-F238E27FC236}">
                  <a16:creationId xmlns:a16="http://schemas.microsoft.com/office/drawing/2014/main" id="{C3EFB0FB-920C-D9E4-D784-87CDD758CDDA}"/>
                </a:ext>
              </a:extLst>
            </p:cNvPr>
            <p:cNvGrpSpPr/>
            <p:nvPr/>
          </p:nvGrpSpPr>
          <p:grpSpPr>
            <a:xfrm>
              <a:off x="289325" y="241206"/>
              <a:ext cx="1341129" cy="616044"/>
              <a:chOff x="8154814" y="263825"/>
              <a:chExt cx="665390" cy="305645"/>
            </a:xfrm>
            <a:grpFill/>
          </p:grpSpPr>
          <p:sp>
            <p:nvSpPr>
              <p:cNvPr id="136" name="椭圆 135">
                <a:extLst>
                  <a:ext uri="{FF2B5EF4-FFF2-40B4-BE49-F238E27FC236}">
                    <a16:creationId xmlns:a16="http://schemas.microsoft.com/office/drawing/2014/main" id="{A218D96D-37AE-7815-449A-CBA7BF0F3600}"/>
                  </a:ext>
                </a:extLst>
              </p:cNvPr>
              <p:cNvSpPr/>
              <p:nvPr/>
            </p:nvSpPr>
            <p:spPr bwMode="auto">
              <a:xfrm>
                <a:off x="8465454" y="276815"/>
                <a:ext cx="45719" cy="45719"/>
              </a:xfrm>
              <a:prstGeom prst="ellipse">
                <a:avLst/>
              </a:pr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tx1"/>
                  </a:solidFill>
                  <a:sym typeface="+mn-lt"/>
                </a:endParaRPr>
              </a:p>
            </p:txBody>
          </p:sp>
          <p:sp>
            <p:nvSpPr>
              <p:cNvPr id="137" name="任意多边形: 形状 136">
                <a:extLst>
                  <a:ext uri="{FF2B5EF4-FFF2-40B4-BE49-F238E27FC236}">
                    <a16:creationId xmlns:a16="http://schemas.microsoft.com/office/drawing/2014/main" id="{8F533B97-51C4-79FB-3C44-8C87EBCE08C3}"/>
                  </a:ext>
                </a:extLst>
              </p:cNvPr>
              <p:cNvSpPr/>
              <p:nvPr/>
            </p:nvSpPr>
            <p:spPr>
              <a:xfrm>
                <a:off x="8154814" y="263825"/>
                <a:ext cx="306598" cy="305645"/>
              </a:xfrm>
              <a:custGeom>
                <a:avLst/>
                <a:gdLst>
                  <a:gd name="connsiteX0" fmla="*/ 518470 w 1105104"/>
                  <a:gd name="connsiteY0" fmla="*/ 0 h 1101666"/>
                  <a:gd name="connsiteX1" fmla="*/ 408380 w 1105104"/>
                  <a:gd name="connsiteY1" fmla="*/ 792005 h 1101666"/>
                  <a:gd name="connsiteX2" fmla="*/ 419555 w 1105104"/>
                  <a:gd name="connsiteY2" fmla="*/ 845398 h 1101666"/>
                  <a:gd name="connsiteX3" fmla="*/ 464254 w 1105104"/>
                  <a:gd name="connsiteY3" fmla="*/ 862782 h 1101666"/>
                  <a:gd name="connsiteX4" fmla="*/ 907150 w 1105104"/>
                  <a:gd name="connsiteY4" fmla="*/ 862782 h 1101666"/>
                  <a:gd name="connsiteX5" fmla="*/ 907149 w 1105104"/>
                  <a:gd name="connsiteY5" fmla="*/ 862783 h 1101666"/>
                  <a:gd name="connsiteX6" fmla="*/ 958696 w 1105104"/>
                  <a:gd name="connsiteY6" fmla="*/ 811236 h 1101666"/>
                  <a:gd name="connsiteX7" fmla="*/ 958697 w 1105104"/>
                  <a:gd name="connsiteY7" fmla="*/ 729857 h 1101666"/>
                  <a:gd name="connsiteX8" fmla="*/ 907150 w 1105104"/>
                  <a:gd name="connsiteY8" fmla="*/ 678311 h 1101666"/>
                  <a:gd name="connsiteX9" fmla="*/ 905456 w 1105104"/>
                  <a:gd name="connsiteY9" fmla="*/ 679013 h 1101666"/>
                  <a:gd name="connsiteX10" fmla="*/ 645541 w 1105104"/>
                  <a:gd name="connsiteY10" fmla="*/ 679013 h 1101666"/>
                  <a:gd name="connsiteX11" fmla="*/ 735555 w 1105104"/>
                  <a:gd name="connsiteY11" fmla="*/ 30029 h 1101666"/>
                  <a:gd name="connsiteX12" fmla="*/ 767630 w 1105104"/>
                  <a:gd name="connsiteY12" fmla="*/ 39986 h 1101666"/>
                  <a:gd name="connsiteX13" fmla="*/ 1105104 w 1105104"/>
                  <a:gd name="connsiteY13" fmla="*/ 549115 h 1101666"/>
                  <a:gd name="connsiteX14" fmla="*/ 552552 w 1105104"/>
                  <a:gd name="connsiteY14" fmla="*/ 1101666 h 1101666"/>
                  <a:gd name="connsiteX15" fmla="*/ 0 w 1105104"/>
                  <a:gd name="connsiteY15" fmla="*/ 549115 h 1101666"/>
                  <a:gd name="connsiteX16" fmla="*/ 441194 w 1105104"/>
                  <a:gd name="connsiteY16" fmla="*/ 7790 h 1101666"/>
                  <a:gd name="connsiteX17" fmla="*/ 518470 w 1105104"/>
                  <a:gd name="connsiteY17" fmla="*/ 0 h 11016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105104" h="1101666">
                    <a:moveTo>
                      <a:pt x="518470" y="0"/>
                    </a:moveTo>
                    <a:lnTo>
                      <a:pt x="408380" y="792005"/>
                    </a:lnTo>
                    <a:cubicBezTo>
                      <a:pt x="405066" y="816840"/>
                      <a:pt x="408792" y="834636"/>
                      <a:pt x="419555" y="845398"/>
                    </a:cubicBezTo>
                    <a:cubicBezTo>
                      <a:pt x="430314" y="856989"/>
                      <a:pt x="445215" y="862782"/>
                      <a:pt x="464254" y="862782"/>
                    </a:cubicBezTo>
                    <a:lnTo>
                      <a:pt x="907150" y="862782"/>
                    </a:lnTo>
                    <a:lnTo>
                      <a:pt x="907149" y="862783"/>
                    </a:lnTo>
                    <a:cubicBezTo>
                      <a:pt x="935618" y="862783"/>
                      <a:pt x="958696" y="839705"/>
                      <a:pt x="958696" y="811236"/>
                    </a:cubicBezTo>
                    <a:cubicBezTo>
                      <a:pt x="958696" y="784110"/>
                      <a:pt x="958697" y="756984"/>
                      <a:pt x="958697" y="729857"/>
                    </a:cubicBezTo>
                    <a:cubicBezTo>
                      <a:pt x="958697" y="701389"/>
                      <a:pt x="935619" y="678311"/>
                      <a:pt x="907150" y="678311"/>
                    </a:cubicBezTo>
                    <a:lnTo>
                      <a:pt x="905456" y="679013"/>
                    </a:lnTo>
                    <a:lnTo>
                      <a:pt x="645541" y="679013"/>
                    </a:lnTo>
                    <a:lnTo>
                      <a:pt x="735555" y="30029"/>
                    </a:lnTo>
                    <a:lnTo>
                      <a:pt x="767630" y="39986"/>
                    </a:lnTo>
                    <a:cubicBezTo>
                      <a:pt x="965950" y="123868"/>
                      <a:pt x="1105104" y="320241"/>
                      <a:pt x="1105104" y="549115"/>
                    </a:cubicBezTo>
                    <a:cubicBezTo>
                      <a:pt x="1105104" y="854280"/>
                      <a:pt x="857718" y="1101666"/>
                      <a:pt x="552552" y="1101666"/>
                    </a:cubicBezTo>
                    <a:cubicBezTo>
                      <a:pt x="247386" y="1101666"/>
                      <a:pt x="0" y="854280"/>
                      <a:pt x="0" y="549115"/>
                    </a:cubicBezTo>
                    <a:cubicBezTo>
                      <a:pt x="0" y="282096"/>
                      <a:pt x="189405" y="59313"/>
                      <a:pt x="441194" y="7790"/>
                    </a:cubicBezTo>
                    <a:lnTo>
                      <a:pt x="518470" y="0"/>
                    </a:ln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  <a:sym typeface="+mn-lt"/>
                </a:endParaRPr>
              </a:p>
            </p:txBody>
          </p:sp>
          <p:grpSp>
            <p:nvGrpSpPr>
              <p:cNvPr id="138" name="文本框-2_矢量">
                <a:extLst>
                  <a:ext uri="{FF2B5EF4-FFF2-40B4-BE49-F238E27FC236}">
                    <a16:creationId xmlns:a16="http://schemas.microsoft.com/office/drawing/2014/main" id="{BB2E5FA6-E9EF-B001-CAC0-EC5CD71638E4}"/>
                  </a:ext>
                </a:extLst>
              </p:cNvPr>
              <p:cNvGrpSpPr/>
              <p:nvPr/>
            </p:nvGrpSpPr>
            <p:grpSpPr>
              <a:xfrm>
                <a:off x="8478585" y="337599"/>
                <a:ext cx="341619" cy="106745"/>
                <a:chOff x="8501988" y="300619"/>
                <a:chExt cx="396430" cy="123872"/>
              </a:xfrm>
              <a:grpFill/>
            </p:grpSpPr>
            <p:sp>
              <p:nvSpPr>
                <p:cNvPr id="139" name="文本框 138">
                  <a:extLst>
                    <a:ext uri="{FF2B5EF4-FFF2-40B4-BE49-F238E27FC236}">
                      <a16:creationId xmlns:a16="http://schemas.microsoft.com/office/drawing/2014/main" id="{1EFD39E8-B6C7-E356-6427-C5296A3CAA40}"/>
                    </a:ext>
                  </a:extLst>
                </p:cNvPr>
                <p:cNvSpPr txBox="1"/>
                <p:nvPr/>
              </p:nvSpPr>
              <p:spPr>
                <a:xfrm>
                  <a:off x="8501988" y="300763"/>
                  <a:ext cx="129730" cy="123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730" h="123301">
                      <a:moveTo>
                        <a:pt x="68865" y="22145"/>
                      </a:moveTo>
                      <a:cubicBezTo>
                        <a:pt x="57340" y="22145"/>
                        <a:pt x="47387" y="26479"/>
                        <a:pt x="39004" y="35147"/>
                      </a:cubicBezTo>
                      <a:cubicBezTo>
                        <a:pt x="30623" y="43815"/>
                        <a:pt x="26432" y="54197"/>
                        <a:pt x="26432" y="66294"/>
                      </a:cubicBezTo>
                      <a:cubicBezTo>
                        <a:pt x="26432" y="76485"/>
                        <a:pt x="29622" y="84820"/>
                        <a:pt x="36004" y="91297"/>
                      </a:cubicBezTo>
                      <a:cubicBezTo>
                        <a:pt x="42386" y="97774"/>
                        <a:pt x="50625" y="101012"/>
                        <a:pt x="60722" y="101012"/>
                      </a:cubicBezTo>
                      <a:cubicBezTo>
                        <a:pt x="72628" y="101012"/>
                        <a:pt x="82724" y="96726"/>
                        <a:pt x="91011" y="88153"/>
                      </a:cubicBezTo>
                      <a:cubicBezTo>
                        <a:pt x="99298" y="79486"/>
                        <a:pt x="103441" y="68961"/>
                        <a:pt x="103441" y="56578"/>
                      </a:cubicBezTo>
                      <a:cubicBezTo>
                        <a:pt x="103441" y="46577"/>
                        <a:pt x="100155" y="38338"/>
                        <a:pt x="93583" y="31861"/>
                      </a:cubicBezTo>
                      <a:cubicBezTo>
                        <a:pt x="87106" y="25384"/>
                        <a:pt x="78867" y="22145"/>
                        <a:pt x="68865" y="22145"/>
                      </a:cubicBezTo>
                      <a:close/>
                      <a:moveTo>
                        <a:pt x="70580" y="0"/>
                      </a:moveTo>
                      <a:cubicBezTo>
                        <a:pt x="88011" y="0"/>
                        <a:pt x="102251" y="5095"/>
                        <a:pt x="113300" y="15287"/>
                      </a:cubicBezTo>
                      <a:cubicBezTo>
                        <a:pt x="124253" y="25479"/>
                        <a:pt x="129730" y="38671"/>
                        <a:pt x="129730" y="54864"/>
                      </a:cubicBezTo>
                      <a:cubicBezTo>
                        <a:pt x="129730" y="75057"/>
                        <a:pt x="123253" y="91487"/>
                        <a:pt x="110299" y="104155"/>
                      </a:cubicBezTo>
                      <a:cubicBezTo>
                        <a:pt x="97345" y="116919"/>
                        <a:pt x="80772" y="123301"/>
                        <a:pt x="60579" y="123301"/>
                      </a:cubicBezTo>
                      <a:cubicBezTo>
                        <a:pt x="43053" y="123301"/>
                        <a:pt x="28575" y="118062"/>
                        <a:pt x="17145" y="107584"/>
                      </a:cubicBezTo>
                      <a:cubicBezTo>
                        <a:pt x="5715" y="97012"/>
                        <a:pt x="0" y="83629"/>
                        <a:pt x="0" y="67437"/>
                      </a:cubicBezTo>
                      <a:cubicBezTo>
                        <a:pt x="0" y="48101"/>
                        <a:pt x="6715" y="32051"/>
                        <a:pt x="20145" y="19288"/>
                      </a:cubicBezTo>
                      <a:cubicBezTo>
                        <a:pt x="33480" y="6429"/>
                        <a:pt x="50292" y="0"/>
                        <a:pt x="70580" y="0"/>
                      </a:cubicBezTo>
                      <a:close/>
                    </a:path>
                  </a:pathLst>
                </a:custGeom>
                <a:solidFill>
                  <a:srgbClr val="4F6DD9"/>
                </a:solidFill>
                <a:ln w="4286" cap="flat">
                  <a:noFill/>
                  <a:prstDash val="solid"/>
                  <a:miter/>
                </a:ln>
              </p:spPr>
              <p:txBody>
                <a:bodyPr wrap="square" rtlCol="0" anchor="ctr">
                  <a:noAutofit/>
                </a:bodyPr>
                <a:lstStyle>
                  <a:defPPr>
                    <a:defRPr lang="zh-CN"/>
                  </a:defPPr>
                  <a:lvl1pPr algn="ctr">
                    <a:defRPr>
                      <a:solidFill>
                        <a:schemeClr val="tx1"/>
                      </a:solidFill>
                    </a:defRPr>
                  </a:lvl1pPr>
                  <a:lvl2pPr>
                    <a:defRPr>
                      <a:solidFill>
                        <a:schemeClr val="tx1"/>
                      </a:solidFill>
                    </a:defRPr>
                  </a:lvl2pPr>
                  <a:lvl3pPr>
                    <a:defRPr>
                      <a:solidFill>
                        <a:schemeClr val="tx1"/>
                      </a:solidFill>
                    </a:defRPr>
                  </a:lvl3pPr>
                  <a:lvl4pPr>
                    <a:defRPr>
                      <a:solidFill>
                        <a:schemeClr val="tx1"/>
                      </a:solidFill>
                    </a:defRPr>
                  </a:lvl4pPr>
                  <a:lvl5pPr>
                    <a:defRPr>
                      <a:solidFill>
                        <a:schemeClr val="tx1"/>
                      </a:solidFill>
                    </a:defRPr>
                  </a:lvl5pPr>
                  <a:lvl6pPr>
                    <a:defRPr>
                      <a:solidFill>
                        <a:schemeClr val="tx1"/>
                      </a:solidFill>
                    </a:defRPr>
                  </a:lvl6pPr>
                  <a:lvl7pPr>
                    <a:defRPr>
                      <a:solidFill>
                        <a:schemeClr val="tx1"/>
                      </a:solidFill>
                    </a:defRPr>
                  </a:lvl7pPr>
                  <a:lvl8pPr>
                    <a:defRPr>
                      <a:solidFill>
                        <a:schemeClr val="tx1"/>
                      </a:solidFill>
                    </a:defRPr>
                  </a:lvl8pPr>
                  <a:lvl9pPr>
                    <a:defRPr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 dirty="0">
                    <a:sym typeface="+mn-lt"/>
                  </a:endParaRPr>
                </a:p>
              </p:txBody>
            </p:sp>
            <p:sp>
              <p:nvSpPr>
                <p:cNvPr id="140" name="文本框 139">
                  <a:extLst>
                    <a:ext uri="{FF2B5EF4-FFF2-40B4-BE49-F238E27FC236}">
                      <a16:creationId xmlns:a16="http://schemas.microsoft.com/office/drawing/2014/main" id="{BFEC4EB6-699C-9E36-EBEB-179A28C50FB2}"/>
                    </a:ext>
                  </a:extLst>
                </p:cNvPr>
                <p:cNvSpPr txBox="1"/>
                <p:nvPr/>
              </p:nvSpPr>
              <p:spPr>
                <a:xfrm>
                  <a:off x="8644844" y="300619"/>
                  <a:ext cx="108746" cy="1238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746" h="123872">
                      <a:moveTo>
                        <a:pt x="70027" y="0"/>
                      </a:moveTo>
                      <a:cubicBezTo>
                        <a:pt x="72694" y="0"/>
                        <a:pt x="75838" y="119"/>
                        <a:pt x="79457" y="357"/>
                      </a:cubicBezTo>
                      <a:cubicBezTo>
                        <a:pt x="83077" y="595"/>
                        <a:pt x="86268" y="1047"/>
                        <a:pt x="89030" y="1714"/>
                      </a:cubicBezTo>
                      <a:cubicBezTo>
                        <a:pt x="94840" y="3429"/>
                        <a:pt x="99579" y="5310"/>
                        <a:pt x="103246" y="7358"/>
                      </a:cubicBezTo>
                      <a:cubicBezTo>
                        <a:pt x="106913" y="9406"/>
                        <a:pt x="108746" y="10430"/>
                        <a:pt x="108746" y="10430"/>
                      </a:cubicBezTo>
                      <a:lnTo>
                        <a:pt x="106175" y="16859"/>
                      </a:lnTo>
                      <a:cubicBezTo>
                        <a:pt x="104746" y="20097"/>
                        <a:pt x="102508" y="22336"/>
                        <a:pt x="99460" y="23574"/>
                      </a:cubicBezTo>
                      <a:cubicBezTo>
                        <a:pt x="96412" y="24812"/>
                        <a:pt x="93268" y="24812"/>
                        <a:pt x="90030" y="23574"/>
                      </a:cubicBezTo>
                      <a:cubicBezTo>
                        <a:pt x="87934" y="22717"/>
                        <a:pt x="85982" y="22050"/>
                        <a:pt x="84172" y="21574"/>
                      </a:cubicBezTo>
                      <a:cubicBezTo>
                        <a:pt x="80172" y="20431"/>
                        <a:pt x="75457" y="19859"/>
                        <a:pt x="70027" y="19859"/>
                      </a:cubicBezTo>
                      <a:cubicBezTo>
                        <a:pt x="64217" y="19859"/>
                        <a:pt x="58836" y="20859"/>
                        <a:pt x="53882" y="22860"/>
                      </a:cubicBezTo>
                      <a:cubicBezTo>
                        <a:pt x="48930" y="24860"/>
                        <a:pt x="44548" y="27717"/>
                        <a:pt x="40738" y="31432"/>
                      </a:cubicBezTo>
                      <a:cubicBezTo>
                        <a:pt x="36833" y="35052"/>
                        <a:pt x="33642" y="39481"/>
                        <a:pt x="31165" y="44720"/>
                      </a:cubicBezTo>
                      <a:cubicBezTo>
                        <a:pt x="28594" y="49863"/>
                        <a:pt x="26879" y="55530"/>
                        <a:pt x="26022" y="61722"/>
                      </a:cubicBezTo>
                      <a:cubicBezTo>
                        <a:pt x="25069" y="68580"/>
                        <a:pt x="25117" y="74628"/>
                        <a:pt x="26165" y="79867"/>
                      </a:cubicBezTo>
                      <a:cubicBezTo>
                        <a:pt x="27308" y="85106"/>
                        <a:pt x="29260" y="89487"/>
                        <a:pt x="32023" y="93011"/>
                      </a:cubicBezTo>
                      <a:cubicBezTo>
                        <a:pt x="34785" y="96536"/>
                        <a:pt x="38357" y="99155"/>
                        <a:pt x="42738" y="100869"/>
                      </a:cubicBezTo>
                      <a:cubicBezTo>
                        <a:pt x="47120" y="102679"/>
                        <a:pt x="52073" y="103584"/>
                        <a:pt x="57597" y="103584"/>
                      </a:cubicBezTo>
                      <a:cubicBezTo>
                        <a:pt x="60264" y="103584"/>
                        <a:pt x="62979" y="103298"/>
                        <a:pt x="65741" y="102727"/>
                      </a:cubicBezTo>
                      <a:cubicBezTo>
                        <a:pt x="68503" y="102060"/>
                        <a:pt x="71123" y="101108"/>
                        <a:pt x="73599" y="99869"/>
                      </a:cubicBezTo>
                      <a:lnTo>
                        <a:pt x="78457" y="72152"/>
                      </a:lnTo>
                      <a:lnTo>
                        <a:pt x="55740" y="72152"/>
                      </a:lnTo>
                      <a:lnTo>
                        <a:pt x="58026" y="61293"/>
                      </a:lnTo>
                      <a:cubicBezTo>
                        <a:pt x="58502" y="59102"/>
                        <a:pt x="59621" y="57293"/>
                        <a:pt x="61383" y="55864"/>
                      </a:cubicBezTo>
                      <a:cubicBezTo>
                        <a:pt x="63146" y="54435"/>
                        <a:pt x="65170" y="53721"/>
                        <a:pt x="67456" y="53721"/>
                      </a:cubicBezTo>
                      <a:lnTo>
                        <a:pt x="98745" y="53721"/>
                      </a:lnTo>
                      <a:cubicBezTo>
                        <a:pt x="99698" y="53721"/>
                        <a:pt x="100555" y="53864"/>
                        <a:pt x="101317" y="54149"/>
                      </a:cubicBezTo>
                      <a:cubicBezTo>
                        <a:pt x="102079" y="54530"/>
                        <a:pt x="102698" y="55054"/>
                        <a:pt x="103174" y="55721"/>
                      </a:cubicBezTo>
                      <a:cubicBezTo>
                        <a:pt x="103651" y="56388"/>
                        <a:pt x="103984" y="57197"/>
                        <a:pt x="104174" y="58150"/>
                      </a:cubicBezTo>
                      <a:cubicBezTo>
                        <a:pt x="104365" y="59102"/>
                        <a:pt x="104365" y="60198"/>
                        <a:pt x="104174" y="61436"/>
                      </a:cubicBezTo>
                      <a:lnTo>
                        <a:pt x="96031" y="114871"/>
                      </a:lnTo>
                      <a:cubicBezTo>
                        <a:pt x="96031" y="114871"/>
                        <a:pt x="95483" y="115085"/>
                        <a:pt x="94388" y="115514"/>
                      </a:cubicBezTo>
                      <a:cubicBezTo>
                        <a:pt x="93292" y="115943"/>
                        <a:pt x="91887" y="116467"/>
                        <a:pt x="90173" y="117086"/>
                      </a:cubicBezTo>
                      <a:cubicBezTo>
                        <a:pt x="88458" y="117705"/>
                        <a:pt x="86696" y="118348"/>
                        <a:pt x="84886" y="119015"/>
                      </a:cubicBezTo>
                      <a:cubicBezTo>
                        <a:pt x="83267" y="119586"/>
                        <a:pt x="81338" y="120158"/>
                        <a:pt x="79100" y="120729"/>
                      </a:cubicBezTo>
                      <a:cubicBezTo>
                        <a:pt x="76862" y="121301"/>
                        <a:pt x="74838" y="121729"/>
                        <a:pt x="73028" y="122015"/>
                      </a:cubicBezTo>
                      <a:cubicBezTo>
                        <a:pt x="69789" y="122682"/>
                        <a:pt x="66551" y="123158"/>
                        <a:pt x="63312" y="123444"/>
                      </a:cubicBezTo>
                      <a:cubicBezTo>
                        <a:pt x="59978" y="123729"/>
                        <a:pt x="56692" y="123872"/>
                        <a:pt x="53454" y="123872"/>
                      </a:cubicBezTo>
                      <a:cubicBezTo>
                        <a:pt x="43834" y="123872"/>
                        <a:pt x="35452" y="122491"/>
                        <a:pt x="28308" y="119729"/>
                      </a:cubicBezTo>
                      <a:cubicBezTo>
                        <a:pt x="21164" y="116967"/>
                        <a:pt x="15306" y="113014"/>
                        <a:pt x="10734" y="107870"/>
                      </a:cubicBezTo>
                      <a:cubicBezTo>
                        <a:pt x="6258" y="102632"/>
                        <a:pt x="3162" y="96250"/>
                        <a:pt x="1447" y="88725"/>
                      </a:cubicBezTo>
                      <a:cubicBezTo>
                        <a:pt x="-267" y="81200"/>
                        <a:pt x="-458" y="72675"/>
                        <a:pt x="876" y="63150"/>
                      </a:cubicBezTo>
                      <a:cubicBezTo>
                        <a:pt x="2209" y="53340"/>
                        <a:pt x="4924" y="44529"/>
                        <a:pt x="9020" y="36719"/>
                      </a:cubicBezTo>
                      <a:cubicBezTo>
                        <a:pt x="13020" y="28908"/>
                        <a:pt x="18164" y="22288"/>
                        <a:pt x="24450" y="16859"/>
                      </a:cubicBezTo>
                      <a:cubicBezTo>
                        <a:pt x="30070" y="11906"/>
                        <a:pt x="36499" y="8001"/>
                        <a:pt x="43738" y="5143"/>
                      </a:cubicBezTo>
                      <a:cubicBezTo>
                        <a:pt x="43929" y="5048"/>
                        <a:pt x="44072" y="5000"/>
                        <a:pt x="44167" y="5000"/>
                      </a:cubicBezTo>
                      <a:cubicBezTo>
                        <a:pt x="44738" y="4715"/>
                        <a:pt x="45310" y="4476"/>
                        <a:pt x="45882" y="4286"/>
                      </a:cubicBezTo>
                      <a:cubicBezTo>
                        <a:pt x="52549" y="1428"/>
                        <a:pt x="60598" y="0"/>
                        <a:pt x="70027" y="0"/>
                      </a:cubicBezTo>
                      <a:close/>
                    </a:path>
                  </a:pathLst>
                </a:custGeom>
                <a:solidFill>
                  <a:srgbClr val="4F6DD9"/>
                </a:solidFill>
                <a:ln w="4286" cap="flat">
                  <a:noFill/>
                  <a:prstDash val="solid"/>
                  <a:miter/>
                </a:ln>
              </p:spPr>
              <p:txBody>
                <a:bodyPr wrap="square" rtlCol="0" anchor="ctr">
                  <a:noAutofit/>
                </a:bodyPr>
                <a:lstStyle>
                  <a:defPPr>
                    <a:defRPr lang="zh-CN"/>
                  </a:defPPr>
                  <a:lvl1pPr algn="ctr">
                    <a:defRPr>
                      <a:solidFill>
                        <a:schemeClr val="tx1"/>
                      </a:solidFill>
                    </a:defRPr>
                  </a:lvl1pPr>
                  <a:lvl2pPr>
                    <a:defRPr>
                      <a:solidFill>
                        <a:schemeClr val="tx1"/>
                      </a:solidFill>
                    </a:defRPr>
                  </a:lvl2pPr>
                  <a:lvl3pPr>
                    <a:defRPr>
                      <a:solidFill>
                        <a:schemeClr val="tx1"/>
                      </a:solidFill>
                    </a:defRPr>
                  </a:lvl3pPr>
                  <a:lvl4pPr>
                    <a:defRPr>
                      <a:solidFill>
                        <a:schemeClr val="tx1"/>
                      </a:solidFill>
                    </a:defRPr>
                  </a:lvl4pPr>
                  <a:lvl5pPr>
                    <a:defRPr>
                      <a:solidFill>
                        <a:schemeClr val="tx1"/>
                      </a:solidFill>
                    </a:defRPr>
                  </a:lvl5pPr>
                  <a:lvl6pPr>
                    <a:defRPr>
                      <a:solidFill>
                        <a:schemeClr val="tx1"/>
                      </a:solidFill>
                    </a:defRPr>
                  </a:lvl6pPr>
                  <a:lvl7pPr>
                    <a:defRPr>
                      <a:solidFill>
                        <a:schemeClr val="tx1"/>
                      </a:solidFill>
                    </a:defRPr>
                  </a:lvl7pPr>
                  <a:lvl8pPr>
                    <a:defRPr>
                      <a:solidFill>
                        <a:schemeClr val="tx1"/>
                      </a:solidFill>
                    </a:defRPr>
                  </a:lvl8pPr>
                  <a:lvl9pPr>
                    <a:defRPr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 dirty="0">
                    <a:sym typeface="+mn-lt"/>
                  </a:endParaRPr>
                </a:p>
              </p:txBody>
            </p:sp>
            <p:sp>
              <p:nvSpPr>
                <p:cNvPr id="141" name="文本框 140">
                  <a:extLst>
                    <a:ext uri="{FF2B5EF4-FFF2-40B4-BE49-F238E27FC236}">
                      <a16:creationId xmlns:a16="http://schemas.microsoft.com/office/drawing/2014/main" id="{DAF8EAA2-624B-8D2E-F853-3F8604CEBE1A}"/>
                    </a:ext>
                  </a:extLst>
                </p:cNvPr>
                <p:cNvSpPr txBox="1"/>
                <p:nvPr/>
              </p:nvSpPr>
              <p:spPr>
                <a:xfrm>
                  <a:off x="8768688" y="300763"/>
                  <a:ext cx="129730" cy="123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730" h="123301">
                      <a:moveTo>
                        <a:pt x="68865" y="22145"/>
                      </a:moveTo>
                      <a:cubicBezTo>
                        <a:pt x="57340" y="22145"/>
                        <a:pt x="47386" y="26479"/>
                        <a:pt x="39004" y="35147"/>
                      </a:cubicBezTo>
                      <a:cubicBezTo>
                        <a:pt x="30622" y="43815"/>
                        <a:pt x="26432" y="54197"/>
                        <a:pt x="26432" y="66294"/>
                      </a:cubicBezTo>
                      <a:cubicBezTo>
                        <a:pt x="26432" y="76485"/>
                        <a:pt x="29622" y="84820"/>
                        <a:pt x="36004" y="91297"/>
                      </a:cubicBezTo>
                      <a:cubicBezTo>
                        <a:pt x="42386" y="97774"/>
                        <a:pt x="50625" y="101012"/>
                        <a:pt x="60722" y="101012"/>
                      </a:cubicBezTo>
                      <a:cubicBezTo>
                        <a:pt x="72628" y="101012"/>
                        <a:pt x="82724" y="96726"/>
                        <a:pt x="91011" y="88153"/>
                      </a:cubicBezTo>
                      <a:cubicBezTo>
                        <a:pt x="99298" y="79486"/>
                        <a:pt x="103441" y="68961"/>
                        <a:pt x="103441" y="56578"/>
                      </a:cubicBezTo>
                      <a:cubicBezTo>
                        <a:pt x="103441" y="46577"/>
                        <a:pt x="100155" y="38338"/>
                        <a:pt x="93583" y="31861"/>
                      </a:cubicBezTo>
                      <a:cubicBezTo>
                        <a:pt x="87106" y="25384"/>
                        <a:pt x="78867" y="22145"/>
                        <a:pt x="68865" y="22145"/>
                      </a:cubicBezTo>
                      <a:close/>
                      <a:moveTo>
                        <a:pt x="70580" y="0"/>
                      </a:moveTo>
                      <a:cubicBezTo>
                        <a:pt x="88011" y="0"/>
                        <a:pt x="102250" y="5095"/>
                        <a:pt x="113300" y="15287"/>
                      </a:cubicBezTo>
                      <a:cubicBezTo>
                        <a:pt x="124253" y="25479"/>
                        <a:pt x="129730" y="38671"/>
                        <a:pt x="129730" y="54864"/>
                      </a:cubicBezTo>
                      <a:cubicBezTo>
                        <a:pt x="129730" y="75057"/>
                        <a:pt x="123253" y="91487"/>
                        <a:pt x="110299" y="104155"/>
                      </a:cubicBezTo>
                      <a:cubicBezTo>
                        <a:pt x="97345" y="116919"/>
                        <a:pt x="80772" y="123301"/>
                        <a:pt x="60579" y="123301"/>
                      </a:cubicBezTo>
                      <a:cubicBezTo>
                        <a:pt x="43053" y="123301"/>
                        <a:pt x="28575" y="118062"/>
                        <a:pt x="17145" y="107584"/>
                      </a:cubicBezTo>
                      <a:cubicBezTo>
                        <a:pt x="5715" y="97012"/>
                        <a:pt x="0" y="83629"/>
                        <a:pt x="0" y="67437"/>
                      </a:cubicBezTo>
                      <a:cubicBezTo>
                        <a:pt x="0" y="48101"/>
                        <a:pt x="6715" y="32051"/>
                        <a:pt x="20145" y="19288"/>
                      </a:cubicBezTo>
                      <a:cubicBezTo>
                        <a:pt x="33480" y="6429"/>
                        <a:pt x="50292" y="0"/>
                        <a:pt x="70580" y="0"/>
                      </a:cubicBezTo>
                      <a:close/>
                    </a:path>
                  </a:pathLst>
                </a:custGeom>
                <a:solidFill>
                  <a:srgbClr val="4F6DD9"/>
                </a:solidFill>
                <a:ln w="4286" cap="flat">
                  <a:noFill/>
                  <a:prstDash val="solid"/>
                  <a:miter/>
                </a:ln>
              </p:spPr>
              <p:txBody>
                <a:bodyPr wrap="square" rtlCol="0" anchor="ctr">
                  <a:noAutofit/>
                </a:bodyPr>
                <a:lstStyle>
                  <a:defPPr>
                    <a:defRPr lang="zh-CN"/>
                  </a:defPPr>
                  <a:lvl1pPr algn="ctr">
                    <a:defRPr>
                      <a:solidFill>
                        <a:schemeClr val="tx1"/>
                      </a:solidFill>
                    </a:defRPr>
                  </a:lvl1pPr>
                  <a:lvl2pPr>
                    <a:defRPr>
                      <a:solidFill>
                        <a:schemeClr val="tx1"/>
                      </a:solidFill>
                    </a:defRPr>
                  </a:lvl2pPr>
                  <a:lvl3pPr>
                    <a:defRPr>
                      <a:solidFill>
                        <a:schemeClr val="tx1"/>
                      </a:solidFill>
                    </a:defRPr>
                  </a:lvl3pPr>
                  <a:lvl4pPr>
                    <a:defRPr>
                      <a:solidFill>
                        <a:schemeClr val="tx1"/>
                      </a:solidFill>
                    </a:defRPr>
                  </a:lvl4pPr>
                  <a:lvl5pPr>
                    <a:defRPr>
                      <a:solidFill>
                        <a:schemeClr val="tx1"/>
                      </a:solidFill>
                    </a:defRPr>
                  </a:lvl5pPr>
                  <a:lvl6pPr>
                    <a:defRPr>
                      <a:solidFill>
                        <a:schemeClr val="tx1"/>
                      </a:solidFill>
                    </a:defRPr>
                  </a:lvl6pPr>
                  <a:lvl7pPr>
                    <a:defRPr>
                      <a:solidFill>
                        <a:schemeClr val="tx1"/>
                      </a:solidFill>
                    </a:defRPr>
                  </a:lvl7pPr>
                  <a:lvl8pPr>
                    <a:defRPr>
                      <a:solidFill>
                        <a:schemeClr val="tx1"/>
                      </a:solidFill>
                    </a:defRPr>
                  </a:lvl8pPr>
                  <a:lvl9pPr>
                    <a:defRPr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 dirty="0">
                    <a:sym typeface="+mn-lt"/>
                  </a:endParaRPr>
                </a:p>
              </p:txBody>
            </p:sp>
          </p:grpSp>
        </p:grpSp>
        <p:grpSp>
          <p:nvGrpSpPr>
            <p:cNvPr id="131" name="组合 130">
              <a:extLst>
                <a:ext uri="{FF2B5EF4-FFF2-40B4-BE49-F238E27FC236}">
                  <a16:creationId xmlns:a16="http://schemas.microsoft.com/office/drawing/2014/main" id="{985DBEA0-961D-9BE9-0964-C4E0B1B16ACF}"/>
                </a:ext>
              </a:extLst>
            </p:cNvPr>
            <p:cNvGrpSpPr/>
            <p:nvPr/>
          </p:nvGrpSpPr>
          <p:grpSpPr>
            <a:xfrm>
              <a:off x="926299" y="660958"/>
              <a:ext cx="674380" cy="119625"/>
              <a:chOff x="892413" y="660958"/>
              <a:chExt cx="707506" cy="125501"/>
            </a:xfrm>
            <a:grpFill/>
          </p:grpSpPr>
          <p:sp>
            <p:nvSpPr>
              <p:cNvPr id="132" name="文本框 131">
                <a:extLst>
                  <a:ext uri="{FF2B5EF4-FFF2-40B4-BE49-F238E27FC236}">
                    <a16:creationId xmlns:a16="http://schemas.microsoft.com/office/drawing/2014/main" id="{E04F1CB1-5428-F288-C3B4-6F92A9474BB3}"/>
                  </a:ext>
                </a:extLst>
              </p:cNvPr>
              <p:cNvSpPr txBox="1"/>
              <p:nvPr/>
            </p:nvSpPr>
            <p:spPr>
              <a:xfrm>
                <a:off x="892413" y="663237"/>
                <a:ext cx="124027" cy="123222"/>
              </a:xfrm>
              <a:custGeom>
                <a:avLst/>
                <a:gdLst/>
                <a:ahLst/>
                <a:cxnLst/>
                <a:rect l="l" t="t" r="r" b="b"/>
                <a:pathLst>
                  <a:path w="132159" h="131302">
                    <a:moveTo>
                      <a:pt x="56435" y="46434"/>
                    </a:moveTo>
                    <a:lnTo>
                      <a:pt x="72580" y="52863"/>
                    </a:lnTo>
                    <a:cubicBezTo>
                      <a:pt x="68199" y="62960"/>
                      <a:pt x="63055" y="73199"/>
                      <a:pt x="57150" y="83581"/>
                    </a:cubicBezTo>
                    <a:cubicBezTo>
                      <a:pt x="51244" y="93964"/>
                      <a:pt x="46005" y="102203"/>
                      <a:pt x="41433" y="108299"/>
                    </a:cubicBezTo>
                    <a:lnTo>
                      <a:pt x="90725" y="105298"/>
                    </a:lnTo>
                    <a:cubicBezTo>
                      <a:pt x="84915" y="96059"/>
                      <a:pt x="79486" y="87772"/>
                      <a:pt x="74437" y="80438"/>
                    </a:cubicBezTo>
                    <a:lnTo>
                      <a:pt x="87296" y="71723"/>
                    </a:lnTo>
                    <a:cubicBezTo>
                      <a:pt x="92535" y="78867"/>
                      <a:pt x="98083" y="87010"/>
                      <a:pt x="103941" y="96154"/>
                    </a:cubicBezTo>
                    <a:cubicBezTo>
                      <a:pt x="109799" y="105298"/>
                      <a:pt x="114585" y="113299"/>
                      <a:pt x="118300" y="120157"/>
                    </a:cubicBezTo>
                    <a:lnTo>
                      <a:pt x="105727" y="131302"/>
                    </a:lnTo>
                    <a:cubicBezTo>
                      <a:pt x="103917" y="127682"/>
                      <a:pt x="101727" y="123729"/>
                      <a:pt x="99155" y="119443"/>
                    </a:cubicBezTo>
                    <a:cubicBezTo>
                      <a:pt x="71151" y="120681"/>
                      <a:pt x="48244" y="122158"/>
                      <a:pt x="30432" y="123872"/>
                    </a:cubicBezTo>
                    <a:cubicBezTo>
                      <a:pt x="25098" y="124348"/>
                      <a:pt x="21145" y="124777"/>
                      <a:pt x="18573" y="125158"/>
                    </a:cubicBezTo>
                    <a:lnTo>
                      <a:pt x="13573" y="109870"/>
                    </a:lnTo>
                    <a:cubicBezTo>
                      <a:pt x="16430" y="109204"/>
                      <a:pt x="18502" y="108489"/>
                      <a:pt x="19788" y="107727"/>
                    </a:cubicBezTo>
                    <a:cubicBezTo>
                      <a:pt x="21074" y="106965"/>
                      <a:pt x="22479" y="105679"/>
                      <a:pt x="24003" y="103870"/>
                    </a:cubicBezTo>
                    <a:cubicBezTo>
                      <a:pt x="28860" y="98155"/>
                      <a:pt x="34337" y="89892"/>
                      <a:pt x="40433" y="79081"/>
                    </a:cubicBezTo>
                    <a:cubicBezTo>
                      <a:pt x="46529" y="68270"/>
                      <a:pt x="51863" y="57388"/>
                      <a:pt x="56435" y="46434"/>
                    </a:cubicBezTo>
                    <a:close/>
                    <a:moveTo>
                      <a:pt x="44291" y="1857"/>
                    </a:moveTo>
                    <a:lnTo>
                      <a:pt x="59864" y="7000"/>
                    </a:lnTo>
                    <a:cubicBezTo>
                      <a:pt x="49672" y="32527"/>
                      <a:pt x="33337" y="54959"/>
                      <a:pt x="10858" y="74295"/>
                    </a:cubicBezTo>
                    <a:lnTo>
                      <a:pt x="0" y="60864"/>
                    </a:lnTo>
                    <a:cubicBezTo>
                      <a:pt x="21336" y="42862"/>
                      <a:pt x="36099" y="23193"/>
                      <a:pt x="44291" y="1857"/>
                    </a:cubicBezTo>
                    <a:close/>
                    <a:moveTo>
                      <a:pt x="87582" y="0"/>
                    </a:moveTo>
                    <a:cubicBezTo>
                      <a:pt x="92630" y="14001"/>
                      <a:pt x="98560" y="25550"/>
                      <a:pt x="105370" y="34647"/>
                    </a:cubicBezTo>
                    <a:cubicBezTo>
                      <a:pt x="112180" y="43743"/>
                      <a:pt x="121110" y="52197"/>
                      <a:pt x="132159" y="60007"/>
                    </a:cubicBezTo>
                    <a:lnTo>
                      <a:pt x="121729" y="74295"/>
                    </a:lnTo>
                    <a:cubicBezTo>
                      <a:pt x="109728" y="64770"/>
                      <a:pt x="99869" y="54792"/>
                      <a:pt x="92154" y="44362"/>
                    </a:cubicBezTo>
                    <a:cubicBezTo>
                      <a:pt x="84439" y="33932"/>
                      <a:pt x="77962" y="20955"/>
                      <a:pt x="72723" y="5429"/>
                    </a:cubicBez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  <p:sp>
            <p:nvSpPr>
              <p:cNvPr id="133" name="文本框 132">
                <a:extLst>
                  <a:ext uri="{FF2B5EF4-FFF2-40B4-BE49-F238E27FC236}">
                    <a16:creationId xmlns:a16="http://schemas.microsoft.com/office/drawing/2014/main" id="{21DCC848-4E31-9A25-7439-D8A9949BEC93}"/>
                  </a:ext>
                </a:extLst>
              </p:cNvPr>
              <p:cNvSpPr txBox="1"/>
              <p:nvPr/>
            </p:nvSpPr>
            <p:spPr>
              <a:xfrm>
                <a:off x="1094481" y="668063"/>
                <a:ext cx="107132" cy="116116"/>
              </a:xfrm>
              <a:custGeom>
                <a:avLst/>
                <a:gdLst/>
                <a:ahLst/>
                <a:cxnLst/>
                <a:rect l="l" t="t" r="r" b="b"/>
                <a:pathLst>
                  <a:path w="114157" h="123730">
                    <a:moveTo>
                      <a:pt x="27575" y="68009"/>
                    </a:moveTo>
                    <a:lnTo>
                      <a:pt x="27575" y="91440"/>
                    </a:lnTo>
                    <a:lnTo>
                      <a:pt x="63865" y="91440"/>
                    </a:lnTo>
                    <a:lnTo>
                      <a:pt x="63865" y="68009"/>
                    </a:lnTo>
                    <a:close/>
                    <a:moveTo>
                      <a:pt x="11573" y="53007"/>
                    </a:moveTo>
                    <a:lnTo>
                      <a:pt x="80010" y="53007"/>
                    </a:lnTo>
                    <a:lnTo>
                      <a:pt x="80010" y="106871"/>
                    </a:lnTo>
                    <a:lnTo>
                      <a:pt x="11573" y="106871"/>
                    </a:lnTo>
                    <a:close/>
                    <a:moveTo>
                      <a:pt x="0" y="27146"/>
                    </a:moveTo>
                    <a:lnTo>
                      <a:pt x="91583" y="27146"/>
                    </a:lnTo>
                    <a:lnTo>
                      <a:pt x="91583" y="42005"/>
                    </a:lnTo>
                    <a:lnTo>
                      <a:pt x="0" y="42005"/>
                    </a:lnTo>
                    <a:close/>
                    <a:moveTo>
                      <a:pt x="8001" y="0"/>
                    </a:moveTo>
                    <a:lnTo>
                      <a:pt x="114157" y="0"/>
                    </a:lnTo>
                    <a:lnTo>
                      <a:pt x="114157" y="105442"/>
                    </a:lnTo>
                    <a:cubicBezTo>
                      <a:pt x="114157" y="109633"/>
                      <a:pt x="113586" y="112871"/>
                      <a:pt x="112443" y="115157"/>
                    </a:cubicBezTo>
                    <a:cubicBezTo>
                      <a:pt x="111300" y="117443"/>
                      <a:pt x="109323" y="119158"/>
                      <a:pt x="106514" y="120301"/>
                    </a:cubicBezTo>
                    <a:cubicBezTo>
                      <a:pt x="103704" y="121444"/>
                      <a:pt x="99679" y="122206"/>
                      <a:pt x="94441" y="122587"/>
                    </a:cubicBezTo>
                    <a:lnTo>
                      <a:pt x="80725" y="123730"/>
                    </a:lnTo>
                    <a:lnTo>
                      <a:pt x="75867" y="108871"/>
                    </a:lnTo>
                    <a:lnTo>
                      <a:pt x="87868" y="108014"/>
                    </a:lnTo>
                    <a:cubicBezTo>
                      <a:pt x="91297" y="107728"/>
                      <a:pt x="93631" y="107371"/>
                      <a:pt x="94869" y="106942"/>
                    </a:cubicBezTo>
                    <a:cubicBezTo>
                      <a:pt x="96107" y="106513"/>
                      <a:pt x="96917" y="105751"/>
                      <a:pt x="97298" y="104656"/>
                    </a:cubicBezTo>
                    <a:cubicBezTo>
                      <a:pt x="97679" y="103561"/>
                      <a:pt x="97870" y="101584"/>
                      <a:pt x="97870" y="98727"/>
                    </a:cubicBezTo>
                    <a:lnTo>
                      <a:pt x="97870" y="15573"/>
                    </a:lnTo>
                    <a:lnTo>
                      <a:pt x="8001" y="15573"/>
                    </a:ln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47E94F2C-C7E3-D2E2-918C-AE0E0228CF64}"/>
                  </a:ext>
                </a:extLst>
              </p:cNvPr>
              <p:cNvSpPr txBox="1"/>
              <p:nvPr/>
            </p:nvSpPr>
            <p:spPr>
              <a:xfrm>
                <a:off x="1282133" y="660958"/>
                <a:ext cx="112630" cy="122551"/>
              </a:xfrm>
              <a:custGeom>
                <a:avLst/>
                <a:gdLst/>
                <a:ahLst/>
                <a:cxnLst/>
                <a:rect l="l" t="t" r="r" b="b"/>
                <a:pathLst>
                  <a:path w="120015" h="130587">
                    <a:moveTo>
                      <a:pt x="44005" y="84439"/>
                    </a:moveTo>
                    <a:lnTo>
                      <a:pt x="44005" y="110871"/>
                    </a:lnTo>
                    <a:lnTo>
                      <a:pt x="102156" y="110871"/>
                    </a:lnTo>
                    <a:lnTo>
                      <a:pt x="102156" y="84439"/>
                    </a:lnTo>
                    <a:close/>
                    <a:moveTo>
                      <a:pt x="55435" y="0"/>
                    </a:moveTo>
                    <a:lnTo>
                      <a:pt x="69866" y="6000"/>
                    </a:lnTo>
                    <a:cubicBezTo>
                      <a:pt x="67199" y="10001"/>
                      <a:pt x="65103" y="12954"/>
                      <a:pt x="63579" y="14859"/>
                    </a:cubicBezTo>
                    <a:lnTo>
                      <a:pt x="120015" y="14859"/>
                    </a:lnTo>
                    <a:lnTo>
                      <a:pt x="120015" y="29575"/>
                    </a:lnTo>
                    <a:cubicBezTo>
                      <a:pt x="106108" y="45482"/>
                      <a:pt x="88487" y="59007"/>
                      <a:pt x="67151" y="70151"/>
                    </a:cubicBezTo>
                    <a:lnTo>
                      <a:pt x="117443" y="70151"/>
                    </a:lnTo>
                    <a:lnTo>
                      <a:pt x="117443" y="130587"/>
                    </a:lnTo>
                    <a:lnTo>
                      <a:pt x="102156" y="130587"/>
                    </a:lnTo>
                    <a:lnTo>
                      <a:pt x="102156" y="124587"/>
                    </a:lnTo>
                    <a:lnTo>
                      <a:pt x="44005" y="124587"/>
                    </a:lnTo>
                    <a:lnTo>
                      <a:pt x="44005" y="130587"/>
                    </a:lnTo>
                    <a:lnTo>
                      <a:pt x="28861" y="130587"/>
                    </a:lnTo>
                    <a:lnTo>
                      <a:pt x="28861" y="87011"/>
                    </a:lnTo>
                    <a:cubicBezTo>
                      <a:pt x="21336" y="89773"/>
                      <a:pt x="13716" y="92345"/>
                      <a:pt x="6001" y="94726"/>
                    </a:cubicBezTo>
                    <a:lnTo>
                      <a:pt x="0" y="80153"/>
                    </a:lnTo>
                    <a:lnTo>
                      <a:pt x="47430" y="55889"/>
                    </a:lnTo>
                    <a:lnTo>
                      <a:pt x="49720" y="57721"/>
                    </a:lnTo>
                    <a:lnTo>
                      <a:pt x="58412" y="50271"/>
                    </a:lnTo>
                    <a:lnTo>
                      <a:pt x="98869" y="29575"/>
                    </a:lnTo>
                    <a:lnTo>
                      <a:pt x="51006" y="29575"/>
                    </a:lnTo>
                    <a:lnTo>
                      <a:pt x="45720" y="34718"/>
                    </a:lnTo>
                    <a:cubicBezTo>
                      <a:pt x="52483" y="39862"/>
                      <a:pt x="57817" y="44100"/>
                      <a:pt x="61722" y="47434"/>
                    </a:cubicBezTo>
                    <a:lnTo>
                      <a:pt x="58412" y="50271"/>
                    </a:lnTo>
                    <a:lnTo>
                      <a:pt x="47430" y="55889"/>
                    </a:lnTo>
                    <a:lnTo>
                      <a:pt x="34004" y="45148"/>
                    </a:lnTo>
                    <a:cubicBezTo>
                      <a:pt x="28480" y="49625"/>
                      <a:pt x="22860" y="53768"/>
                      <a:pt x="17145" y="57578"/>
                    </a:cubicBezTo>
                    <a:lnTo>
                      <a:pt x="7429" y="44291"/>
                    </a:lnTo>
                    <a:cubicBezTo>
                      <a:pt x="16097" y="38957"/>
                      <a:pt x="24955" y="32075"/>
                      <a:pt x="34004" y="23645"/>
                    </a:cubicBezTo>
                    <a:cubicBezTo>
                      <a:pt x="43053" y="15216"/>
                      <a:pt x="50197" y="7334"/>
                      <a:pt x="55435" y="0"/>
                    </a:cubicBez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  <p:sp>
            <p:nvSpPr>
              <p:cNvPr id="135" name="文本框 134">
                <a:extLst>
                  <a:ext uri="{FF2B5EF4-FFF2-40B4-BE49-F238E27FC236}">
                    <a16:creationId xmlns:a16="http://schemas.microsoft.com/office/drawing/2014/main" id="{3C30AC02-CCBF-FD28-6581-2A6910118513}"/>
                  </a:ext>
                </a:extLst>
              </p:cNvPr>
              <p:cNvSpPr txBox="1"/>
              <p:nvPr/>
            </p:nvSpPr>
            <p:spPr>
              <a:xfrm>
                <a:off x="1477664" y="663504"/>
                <a:ext cx="122255" cy="121345"/>
              </a:xfrm>
              <a:custGeom>
                <a:avLst/>
                <a:gdLst/>
                <a:ahLst/>
                <a:cxnLst/>
                <a:rect l="l" t="t" r="r" b="b"/>
                <a:pathLst>
                  <a:path w="130271" h="129302">
                    <a:moveTo>
                      <a:pt x="60294" y="60294"/>
                    </a:moveTo>
                    <a:lnTo>
                      <a:pt x="73581" y="64294"/>
                    </a:lnTo>
                    <a:cubicBezTo>
                      <a:pt x="71200" y="72581"/>
                      <a:pt x="68057" y="81534"/>
                      <a:pt x="64151" y="91155"/>
                    </a:cubicBezTo>
                    <a:cubicBezTo>
                      <a:pt x="60246" y="100775"/>
                      <a:pt x="56245" y="109347"/>
                      <a:pt x="52150" y="116872"/>
                    </a:cubicBezTo>
                    <a:lnTo>
                      <a:pt x="38862" y="111014"/>
                    </a:lnTo>
                    <a:cubicBezTo>
                      <a:pt x="42863" y="103966"/>
                      <a:pt x="46887" y="95727"/>
                      <a:pt x="50935" y="86297"/>
                    </a:cubicBezTo>
                    <a:cubicBezTo>
                      <a:pt x="54983" y="76867"/>
                      <a:pt x="58103" y="68199"/>
                      <a:pt x="60294" y="60294"/>
                    </a:cubicBezTo>
                    <a:close/>
                    <a:moveTo>
                      <a:pt x="110443" y="60151"/>
                    </a:moveTo>
                    <a:cubicBezTo>
                      <a:pt x="113967" y="67294"/>
                      <a:pt x="117896" y="76010"/>
                      <a:pt x="122230" y="86297"/>
                    </a:cubicBezTo>
                    <a:lnTo>
                      <a:pt x="130271" y="106882"/>
                    </a:lnTo>
                    <a:lnTo>
                      <a:pt x="130271" y="109679"/>
                    </a:lnTo>
                    <a:lnTo>
                      <a:pt x="119015" y="116301"/>
                    </a:lnTo>
                    <a:cubicBezTo>
                      <a:pt x="116920" y="109252"/>
                      <a:pt x="113896" y="101084"/>
                      <a:pt x="109943" y="91797"/>
                    </a:cubicBezTo>
                    <a:cubicBezTo>
                      <a:pt x="105990" y="82511"/>
                      <a:pt x="102061" y="74010"/>
                      <a:pt x="98155" y="66294"/>
                    </a:cubicBezTo>
                    <a:close/>
                    <a:moveTo>
                      <a:pt x="80010" y="40720"/>
                    </a:moveTo>
                    <a:lnTo>
                      <a:pt x="94155" y="41291"/>
                    </a:lnTo>
                    <a:lnTo>
                      <a:pt x="94155" y="112729"/>
                    </a:lnTo>
                    <a:cubicBezTo>
                      <a:pt x="94155" y="116634"/>
                      <a:pt x="93631" y="119658"/>
                      <a:pt x="92583" y="121801"/>
                    </a:cubicBezTo>
                    <a:cubicBezTo>
                      <a:pt x="91536" y="123944"/>
                      <a:pt x="89893" y="125492"/>
                      <a:pt x="87654" y="126445"/>
                    </a:cubicBezTo>
                    <a:cubicBezTo>
                      <a:pt x="85416" y="127397"/>
                      <a:pt x="82296" y="128064"/>
                      <a:pt x="78296" y="128445"/>
                    </a:cubicBezTo>
                    <a:lnTo>
                      <a:pt x="69152" y="129302"/>
                    </a:lnTo>
                    <a:lnTo>
                      <a:pt x="64437" y="114443"/>
                    </a:lnTo>
                    <a:lnTo>
                      <a:pt x="72438" y="113586"/>
                    </a:lnTo>
                    <a:cubicBezTo>
                      <a:pt x="75581" y="113205"/>
                      <a:pt x="77629" y="112657"/>
                      <a:pt x="78582" y="111943"/>
                    </a:cubicBezTo>
                    <a:cubicBezTo>
                      <a:pt x="79534" y="111228"/>
                      <a:pt x="80010" y="109585"/>
                      <a:pt x="80010" y="107014"/>
                    </a:cubicBezTo>
                    <a:close/>
                    <a:moveTo>
                      <a:pt x="66580" y="0"/>
                    </a:moveTo>
                    <a:lnTo>
                      <a:pt x="81011" y="2429"/>
                    </a:lnTo>
                    <a:cubicBezTo>
                      <a:pt x="79677" y="7096"/>
                      <a:pt x="78248" y="11811"/>
                      <a:pt x="76724" y="16574"/>
                    </a:cubicBezTo>
                    <a:lnTo>
                      <a:pt x="126445" y="16574"/>
                    </a:lnTo>
                    <a:lnTo>
                      <a:pt x="126445" y="31719"/>
                    </a:lnTo>
                    <a:lnTo>
                      <a:pt x="115872" y="54007"/>
                    </a:lnTo>
                    <a:lnTo>
                      <a:pt x="102156" y="49006"/>
                    </a:lnTo>
                    <a:lnTo>
                      <a:pt x="110728" y="31719"/>
                    </a:lnTo>
                    <a:lnTo>
                      <a:pt x="71152" y="31719"/>
                    </a:lnTo>
                    <a:cubicBezTo>
                      <a:pt x="67628" y="40482"/>
                      <a:pt x="63865" y="48483"/>
                      <a:pt x="59865" y="55722"/>
                    </a:cubicBezTo>
                    <a:lnTo>
                      <a:pt x="48578" y="49721"/>
                    </a:lnTo>
                    <a:lnTo>
                      <a:pt x="48578" y="52007"/>
                    </a:lnTo>
                    <a:lnTo>
                      <a:pt x="35148" y="52007"/>
                    </a:lnTo>
                    <a:lnTo>
                      <a:pt x="35148" y="65580"/>
                    </a:lnTo>
                    <a:lnTo>
                      <a:pt x="38291" y="61722"/>
                    </a:lnTo>
                    <a:cubicBezTo>
                      <a:pt x="44673" y="67342"/>
                      <a:pt x="49435" y="71914"/>
                      <a:pt x="52578" y="75438"/>
                    </a:cubicBezTo>
                    <a:lnTo>
                      <a:pt x="44149" y="87011"/>
                    </a:lnTo>
                    <a:cubicBezTo>
                      <a:pt x="41958" y="83963"/>
                      <a:pt x="38958" y="80629"/>
                      <a:pt x="35148" y="77010"/>
                    </a:cubicBezTo>
                    <a:lnTo>
                      <a:pt x="35148" y="129016"/>
                    </a:lnTo>
                    <a:lnTo>
                      <a:pt x="21574" y="129016"/>
                    </a:lnTo>
                    <a:lnTo>
                      <a:pt x="21574" y="80439"/>
                    </a:lnTo>
                    <a:cubicBezTo>
                      <a:pt x="17669" y="89202"/>
                      <a:pt x="13621" y="97155"/>
                      <a:pt x="9430" y="104299"/>
                    </a:cubicBezTo>
                    <a:lnTo>
                      <a:pt x="0" y="93012"/>
                    </a:lnTo>
                    <a:cubicBezTo>
                      <a:pt x="3906" y="87011"/>
                      <a:pt x="7739" y="80391"/>
                      <a:pt x="11502" y="73152"/>
                    </a:cubicBezTo>
                    <a:cubicBezTo>
                      <a:pt x="15264" y="65913"/>
                      <a:pt x="18479" y="58865"/>
                      <a:pt x="21146" y="52007"/>
                    </a:cubicBezTo>
                    <a:lnTo>
                      <a:pt x="5287" y="52007"/>
                    </a:lnTo>
                    <a:lnTo>
                      <a:pt x="5287" y="37291"/>
                    </a:lnTo>
                    <a:lnTo>
                      <a:pt x="21574" y="37291"/>
                    </a:lnTo>
                    <a:lnTo>
                      <a:pt x="21574" y="22860"/>
                    </a:lnTo>
                    <a:cubicBezTo>
                      <a:pt x="15764" y="23813"/>
                      <a:pt x="10907" y="24480"/>
                      <a:pt x="7001" y="24861"/>
                    </a:cubicBezTo>
                    <a:lnTo>
                      <a:pt x="5715" y="10573"/>
                    </a:lnTo>
                    <a:cubicBezTo>
                      <a:pt x="12192" y="9811"/>
                      <a:pt x="19574" y="8692"/>
                      <a:pt x="27861" y="7215"/>
                    </a:cubicBezTo>
                    <a:cubicBezTo>
                      <a:pt x="36148" y="5739"/>
                      <a:pt x="43196" y="4287"/>
                      <a:pt x="49006" y="2858"/>
                    </a:cubicBezTo>
                    <a:lnTo>
                      <a:pt x="51007" y="17288"/>
                    </a:lnTo>
                    <a:cubicBezTo>
                      <a:pt x="47482" y="18241"/>
                      <a:pt x="42196" y="19384"/>
                      <a:pt x="35148" y="20717"/>
                    </a:cubicBezTo>
                    <a:lnTo>
                      <a:pt x="35148" y="37291"/>
                    </a:lnTo>
                    <a:lnTo>
                      <a:pt x="48578" y="37291"/>
                    </a:lnTo>
                    <a:lnTo>
                      <a:pt x="48578" y="46006"/>
                    </a:lnTo>
                    <a:cubicBezTo>
                      <a:pt x="52293" y="39529"/>
                      <a:pt x="55769" y="32123"/>
                      <a:pt x="59008" y="23789"/>
                    </a:cubicBezTo>
                    <a:cubicBezTo>
                      <a:pt x="62246" y="15455"/>
                      <a:pt x="64770" y="7525"/>
                      <a:pt x="66580" y="0"/>
                    </a:cubicBez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</p:grpSp>
      </p:grpSp>
      <p:sp>
        <p:nvSpPr>
          <p:cNvPr id="142" name="文本框 141">
            <a:extLst>
              <a:ext uri="{FF2B5EF4-FFF2-40B4-BE49-F238E27FC236}">
                <a16:creationId xmlns:a16="http://schemas.microsoft.com/office/drawing/2014/main" id="{5A77E2FC-C787-7167-182F-16067A56FE8C}"/>
              </a:ext>
            </a:extLst>
          </p:cNvPr>
          <p:cNvSpPr txBox="1"/>
          <p:nvPr/>
        </p:nvSpPr>
        <p:spPr>
          <a:xfrm>
            <a:off x="4103688" y="3680654"/>
            <a:ext cx="3971546" cy="571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提供实时语音转写、多语种会议纪要自动生成及待办事项智能拆解。结合RPA引擎，实现会后任务自动分发与进度追踪。</a:t>
            </a:r>
          </a:p>
        </p:txBody>
      </p:sp>
      <p:grpSp>
        <p:nvGrpSpPr>
          <p:cNvPr id="143" name="组合 142">
            <a:extLst>
              <a:ext uri="{FF2B5EF4-FFF2-40B4-BE49-F238E27FC236}">
                <a16:creationId xmlns:a16="http://schemas.microsoft.com/office/drawing/2014/main" id="{914C8276-D6EA-61A5-AB7E-2C05A525663E}"/>
              </a:ext>
            </a:extLst>
          </p:cNvPr>
          <p:cNvGrpSpPr/>
          <p:nvPr/>
        </p:nvGrpSpPr>
        <p:grpSpPr>
          <a:xfrm>
            <a:off x="3945189" y="5811450"/>
            <a:ext cx="4313944" cy="315056"/>
            <a:chOff x="1253246" y="4118390"/>
            <a:chExt cx="4313944" cy="315056"/>
          </a:xfrm>
        </p:grpSpPr>
        <p:sp>
          <p:nvSpPr>
            <p:cNvPr id="144" name="文本框 143">
              <a:extLst>
                <a:ext uri="{FF2B5EF4-FFF2-40B4-BE49-F238E27FC236}">
                  <a16:creationId xmlns:a16="http://schemas.microsoft.com/office/drawing/2014/main" id="{B18AA79A-B897-B98E-9BCC-66F31F7C012B}"/>
                </a:ext>
              </a:extLst>
            </p:cNvPr>
            <p:cNvSpPr txBox="1"/>
            <p:nvPr/>
          </p:nvSpPr>
          <p:spPr>
            <a:xfrm>
              <a:off x="1561022" y="4125669"/>
              <a:ext cx="2027128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</a:p>
          </p:txBody>
        </p:sp>
        <p:sp>
          <p:nvSpPr>
            <p:cNvPr id="145" name="iconfont-10019-4889788">
              <a:extLst>
                <a:ext uri="{FF2B5EF4-FFF2-40B4-BE49-F238E27FC236}">
                  <a16:creationId xmlns:a16="http://schemas.microsoft.com/office/drawing/2014/main" id="{D29BDEDF-B7EC-3C66-7309-29958E1C33C9}"/>
                </a:ext>
              </a:extLst>
            </p:cNvPr>
            <p:cNvSpPr/>
            <p:nvPr/>
          </p:nvSpPr>
          <p:spPr>
            <a:xfrm>
              <a:off x="1253246" y="4118392"/>
              <a:ext cx="307776" cy="307776"/>
            </a:xfrm>
            <a:custGeom>
              <a:avLst/>
              <a:gdLst>
                <a:gd name="T0" fmla="*/ 6383 w 12767"/>
                <a:gd name="T1" fmla="*/ 0 h 12767"/>
                <a:gd name="T2" fmla="*/ 0 w 12767"/>
                <a:gd name="T3" fmla="*/ 6383 h 12767"/>
                <a:gd name="T4" fmla="*/ 6383 w 12767"/>
                <a:gd name="T5" fmla="*/ 12767 h 12767"/>
                <a:gd name="T6" fmla="*/ 12767 w 12767"/>
                <a:gd name="T7" fmla="*/ 6383 h 12767"/>
                <a:gd name="T8" fmla="*/ 6383 w 12767"/>
                <a:gd name="T9" fmla="*/ 0 h 12767"/>
                <a:gd name="T10" fmla="*/ 6383 w 12767"/>
                <a:gd name="T11" fmla="*/ 870 h 12767"/>
                <a:gd name="T12" fmla="*/ 11897 w 12767"/>
                <a:gd name="T13" fmla="*/ 6383 h 12767"/>
                <a:gd name="T14" fmla="*/ 11032 w 12767"/>
                <a:gd name="T15" fmla="*/ 9349 h 12767"/>
                <a:gd name="T16" fmla="*/ 7524 w 12767"/>
                <a:gd name="T17" fmla="*/ 7451 h 12767"/>
                <a:gd name="T18" fmla="*/ 9004 w 12767"/>
                <a:gd name="T19" fmla="*/ 5101 h 12767"/>
                <a:gd name="T20" fmla="*/ 6393 w 12767"/>
                <a:gd name="T21" fmla="*/ 2489 h 12767"/>
                <a:gd name="T22" fmla="*/ 3781 w 12767"/>
                <a:gd name="T23" fmla="*/ 5101 h 12767"/>
                <a:gd name="T24" fmla="*/ 5261 w 12767"/>
                <a:gd name="T25" fmla="*/ 7451 h 12767"/>
                <a:gd name="T26" fmla="*/ 1743 w 12767"/>
                <a:gd name="T27" fmla="*/ 9361 h 12767"/>
                <a:gd name="T28" fmla="*/ 870 w 12767"/>
                <a:gd name="T29" fmla="*/ 6383 h 12767"/>
                <a:gd name="T30" fmla="*/ 6383 w 12767"/>
                <a:gd name="T31" fmla="*/ 870 h 127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767" h="12767">
                  <a:moveTo>
                    <a:pt x="6383" y="0"/>
                  </a:moveTo>
                  <a:cubicBezTo>
                    <a:pt x="2858" y="0"/>
                    <a:pt x="0" y="2858"/>
                    <a:pt x="0" y="6383"/>
                  </a:cubicBezTo>
                  <a:cubicBezTo>
                    <a:pt x="0" y="9909"/>
                    <a:pt x="2858" y="12767"/>
                    <a:pt x="6383" y="12767"/>
                  </a:cubicBezTo>
                  <a:cubicBezTo>
                    <a:pt x="9909" y="12767"/>
                    <a:pt x="12767" y="9909"/>
                    <a:pt x="12767" y="6383"/>
                  </a:cubicBezTo>
                  <a:cubicBezTo>
                    <a:pt x="12767" y="2858"/>
                    <a:pt x="9909" y="0"/>
                    <a:pt x="6383" y="0"/>
                  </a:cubicBezTo>
                  <a:close/>
                  <a:moveTo>
                    <a:pt x="6383" y="870"/>
                  </a:moveTo>
                  <a:cubicBezTo>
                    <a:pt x="9428" y="870"/>
                    <a:pt x="11897" y="3339"/>
                    <a:pt x="11897" y="6383"/>
                  </a:cubicBezTo>
                  <a:cubicBezTo>
                    <a:pt x="11897" y="7475"/>
                    <a:pt x="11579" y="8493"/>
                    <a:pt x="11032" y="9349"/>
                  </a:cubicBezTo>
                  <a:cubicBezTo>
                    <a:pt x="10114" y="8379"/>
                    <a:pt x="8895" y="7697"/>
                    <a:pt x="7524" y="7451"/>
                  </a:cubicBezTo>
                  <a:cubicBezTo>
                    <a:pt x="8399" y="7030"/>
                    <a:pt x="9004" y="6137"/>
                    <a:pt x="9004" y="5101"/>
                  </a:cubicBezTo>
                  <a:cubicBezTo>
                    <a:pt x="9004" y="3658"/>
                    <a:pt x="7835" y="2489"/>
                    <a:pt x="6393" y="2489"/>
                  </a:cubicBezTo>
                  <a:cubicBezTo>
                    <a:pt x="4950" y="2489"/>
                    <a:pt x="3781" y="3658"/>
                    <a:pt x="3781" y="5101"/>
                  </a:cubicBezTo>
                  <a:cubicBezTo>
                    <a:pt x="3781" y="6137"/>
                    <a:pt x="4386" y="7030"/>
                    <a:pt x="5261" y="7451"/>
                  </a:cubicBezTo>
                  <a:cubicBezTo>
                    <a:pt x="3885" y="7698"/>
                    <a:pt x="2662" y="8385"/>
                    <a:pt x="1743" y="9361"/>
                  </a:cubicBezTo>
                  <a:cubicBezTo>
                    <a:pt x="1190" y="8502"/>
                    <a:pt x="870" y="7480"/>
                    <a:pt x="870" y="6383"/>
                  </a:cubicBezTo>
                  <a:cubicBezTo>
                    <a:pt x="870" y="3339"/>
                    <a:pt x="3339" y="870"/>
                    <a:pt x="6383" y="870"/>
                  </a:cubicBezTo>
                  <a:close/>
                </a:path>
              </a:pathLst>
            </a:custGeom>
            <a:solidFill>
              <a:schemeClr val="bg1"/>
            </a:solidFill>
          </p:spPr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sym typeface="+mn-lt"/>
              </a:endParaRPr>
            </a:p>
          </p:txBody>
        </p:sp>
        <p:sp>
          <p:nvSpPr>
            <p:cNvPr id="146" name="文本框 145">
              <a:extLst>
                <a:ext uri="{FF2B5EF4-FFF2-40B4-BE49-F238E27FC236}">
                  <a16:creationId xmlns:a16="http://schemas.microsoft.com/office/drawing/2014/main" id="{574D28EE-3E09-D182-C510-82D63D4BBB79}"/>
                </a:ext>
              </a:extLst>
            </p:cNvPr>
            <p:cNvSpPr txBox="1"/>
            <p:nvPr/>
          </p:nvSpPr>
          <p:spPr>
            <a:xfrm>
              <a:off x="3898985" y="4118390"/>
              <a:ext cx="1668205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bg1"/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</a:p>
          </p:txBody>
        </p:sp>
        <p:sp>
          <p:nvSpPr>
            <p:cNvPr id="147" name="iconfont-11899-5651509">
              <a:extLst>
                <a:ext uri="{FF2B5EF4-FFF2-40B4-BE49-F238E27FC236}">
                  <a16:creationId xmlns:a16="http://schemas.microsoft.com/office/drawing/2014/main" id="{1F7D64EB-74CB-8CE5-3783-DEF3A61A3CA4}"/>
                </a:ext>
              </a:extLst>
            </p:cNvPr>
            <p:cNvSpPr/>
            <p:nvPr/>
          </p:nvSpPr>
          <p:spPr>
            <a:xfrm>
              <a:off x="3588150" y="4118394"/>
              <a:ext cx="307836" cy="307774"/>
            </a:xfrm>
            <a:custGeom>
              <a:avLst/>
              <a:gdLst>
                <a:gd name="T0" fmla="*/ 5872 w 10378"/>
                <a:gd name="T1" fmla="*/ 5277 h 10377"/>
                <a:gd name="T2" fmla="*/ 5872 w 10378"/>
                <a:gd name="T3" fmla="*/ 2783 h 10377"/>
                <a:gd name="T4" fmla="*/ 5223 w 10378"/>
                <a:gd name="T5" fmla="*/ 2135 h 10377"/>
                <a:gd name="T6" fmla="*/ 4574 w 10378"/>
                <a:gd name="T7" fmla="*/ 2783 h 10377"/>
                <a:gd name="T8" fmla="*/ 4574 w 10378"/>
                <a:gd name="T9" fmla="*/ 6026 h 10377"/>
                <a:gd name="T10" fmla="*/ 7383 w 10378"/>
                <a:gd name="T11" fmla="*/ 7647 h 10377"/>
                <a:gd name="T12" fmla="*/ 8267 w 10378"/>
                <a:gd name="T13" fmla="*/ 7403 h 10377"/>
                <a:gd name="T14" fmla="*/ 8031 w 10378"/>
                <a:gd name="T15" fmla="*/ 6523 h 10377"/>
                <a:gd name="T16" fmla="*/ 5872 w 10378"/>
                <a:gd name="T17" fmla="*/ 5277 h 10377"/>
                <a:gd name="T18" fmla="*/ 5189 w 10378"/>
                <a:gd name="T19" fmla="*/ 10377 h 10377"/>
                <a:gd name="T20" fmla="*/ 0 w 10378"/>
                <a:gd name="T21" fmla="*/ 5188 h 10377"/>
                <a:gd name="T22" fmla="*/ 5189 w 10378"/>
                <a:gd name="T23" fmla="*/ 0 h 10377"/>
                <a:gd name="T24" fmla="*/ 10378 w 10378"/>
                <a:gd name="T25" fmla="*/ 5188 h 10377"/>
                <a:gd name="T26" fmla="*/ 5189 w 10378"/>
                <a:gd name="T27" fmla="*/ 10377 h 10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378" h="10377">
                  <a:moveTo>
                    <a:pt x="5872" y="5277"/>
                  </a:moveTo>
                  <a:lnTo>
                    <a:pt x="5872" y="2783"/>
                  </a:lnTo>
                  <a:cubicBezTo>
                    <a:pt x="5872" y="2425"/>
                    <a:pt x="5582" y="2135"/>
                    <a:pt x="5223" y="2135"/>
                  </a:cubicBezTo>
                  <a:cubicBezTo>
                    <a:pt x="4864" y="2135"/>
                    <a:pt x="4574" y="2425"/>
                    <a:pt x="4574" y="2783"/>
                  </a:cubicBezTo>
                  <a:lnTo>
                    <a:pt x="4574" y="6026"/>
                  </a:lnTo>
                  <a:lnTo>
                    <a:pt x="7383" y="7647"/>
                  </a:lnTo>
                  <a:cubicBezTo>
                    <a:pt x="7694" y="7825"/>
                    <a:pt x="8091" y="7716"/>
                    <a:pt x="8267" y="7403"/>
                  </a:cubicBezTo>
                  <a:cubicBezTo>
                    <a:pt x="8442" y="7095"/>
                    <a:pt x="8337" y="6703"/>
                    <a:pt x="8031" y="6523"/>
                  </a:cubicBezTo>
                  <a:lnTo>
                    <a:pt x="5872" y="5277"/>
                  </a:lnTo>
                  <a:close/>
                  <a:moveTo>
                    <a:pt x="5189" y="10377"/>
                  </a:moveTo>
                  <a:cubicBezTo>
                    <a:pt x="2324" y="10377"/>
                    <a:pt x="0" y="8054"/>
                    <a:pt x="0" y="5188"/>
                  </a:cubicBezTo>
                  <a:cubicBezTo>
                    <a:pt x="0" y="2322"/>
                    <a:pt x="2324" y="0"/>
                    <a:pt x="5189" y="0"/>
                  </a:cubicBezTo>
                  <a:cubicBezTo>
                    <a:pt x="8054" y="0"/>
                    <a:pt x="10378" y="2322"/>
                    <a:pt x="10378" y="5188"/>
                  </a:cubicBezTo>
                  <a:cubicBezTo>
                    <a:pt x="10378" y="8054"/>
                    <a:pt x="8056" y="10377"/>
                    <a:pt x="5189" y="10377"/>
                  </a:cubicBezTo>
                  <a:close/>
                </a:path>
              </a:pathLst>
            </a:custGeom>
            <a:solidFill>
              <a:schemeClr val="bg1"/>
            </a:solidFill>
          </p:spPr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sym typeface="+mn-lt"/>
              </a:endParaRPr>
            </a:p>
          </p:txBody>
        </p:sp>
      </p:grpSp>
      <p:sp>
        <p:nvSpPr>
          <p:cNvPr id="149" name="图形 948">
            <a:extLst>
              <a:ext uri="{FF2B5EF4-FFF2-40B4-BE49-F238E27FC236}">
                <a16:creationId xmlns:a16="http://schemas.microsoft.com/office/drawing/2014/main" id="{67C11CDD-76BB-423C-6D17-02E5E5CA60AD}"/>
              </a:ext>
            </a:extLst>
          </p:cNvPr>
          <p:cNvSpPr/>
          <p:nvPr/>
        </p:nvSpPr>
        <p:spPr>
          <a:xfrm>
            <a:off x="10490406" y="4485419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51" name="组合 150">
            <a:extLst>
              <a:ext uri="{FF2B5EF4-FFF2-40B4-BE49-F238E27FC236}">
                <a16:creationId xmlns:a16="http://schemas.microsoft.com/office/drawing/2014/main" id="{65F1FE68-EDDA-B6E9-636C-ADA0038BE9E8}"/>
              </a:ext>
            </a:extLst>
          </p:cNvPr>
          <p:cNvGrpSpPr/>
          <p:nvPr/>
        </p:nvGrpSpPr>
        <p:grpSpPr>
          <a:xfrm>
            <a:off x="3091543" y="3015847"/>
            <a:ext cx="6008914" cy="410702"/>
            <a:chOff x="3091543" y="2828925"/>
            <a:chExt cx="6008914" cy="410702"/>
          </a:xfrm>
        </p:grpSpPr>
        <p:sp>
          <p:nvSpPr>
            <p:cNvPr id="148" name="矩形: 圆角 147">
              <a:extLst>
                <a:ext uri="{FF2B5EF4-FFF2-40B4-BE49-F238E27FC236}">
                  <a16:creationId xmlns:a16="http://schemas.microsoft.com/office/drawing/2014/main" id="{56956BC4-AD80-981A-CA55-09DC358B8E0D}"/>
                </a:ext>
              </a:extLst>
            </p:cNvPr>
            <p:cNvSpPr/>
            <p:nvPr/>
          </p:nvSpPr>
          <p:spPr>
            <a:xfrm>
              <a:off x="3091543" y="2828925"/>
              <a:ext cx="6008914" cy="410702"/>
            </a:xfrm>
            <a:prstGeom prst="roundRect">
              <a:avLst>
                <a:gd name="adj" fmla="val 19077"/>
              </a:avLst>
            </a:pr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50" name="文本框 149">
              <a:extLst>
                <a:ext uri="{FF2B5EF4-FFF2-40B4-BE49-F238E27FC236}">
                  <a16:creationId xmlns:a16="http://schemas.microsoft.com/office/drawing/2014/main" id="{1FBCCB81-F9A8-0A4F-AE00-09643E2306EB}"/>
                </a:ext>
              </a:extLst>
            </p:cNvPr>
            <p:cNvSpPr txBox="1"/>
            <p:nvPr/>
          </p:nvSpPr>
          <p:spPr>
            <a:xfrm>
              <a:off x="3734245" y="2883788"/>
              <a:ext cx="474360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/>
          </p:txBody>
        </p:sp>
      </p:grpSp>
    </p:spTree>
    <p:extLst>
      <p:ext uri="{BB962C8B-B14F-4D97-AF65-F5344CB8AC3E}">
        <p14:creationId xmlns:p14="http://schemas.microsoft.com/office/powerpoint/2010/main" val="794118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EC795D-A965-C4C8-D0C6-CB8FB7D78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58FDB91-BEB7-5CBF-329D-A12ED828A8B0}"/>
              </a:ext>
            </a:extLst>
          </p:cNvPr>
          <p:cNvSpPr/>
          <p:nvPr/>
        </p:nvSpPr>
        <p:spPr>
          <a:xfrm>
            <a:off x="0" y="4485419"/>
            <a:ext cx="12192000" cy="2372581"/>
          </a:xfrm>
          <a:custGeom>
            <a:avLst/>
            <a:gdLst>
              <a:gd name="csX0" fmla="*/ 4552950 w 12192000"/>
              <a:gd name="csY0" fmla="*/ 0 h 2372581"/>
              <a:gd name="csX1" fmla="*/ 11672122 w 12192000"/>
              <a:gd name="csY1" fmla="*/ 1048195 h 2372581"/>
              <a:gd name="csX2" fmla="*/ 12192000 w 12192000"/>
              <a:gd name="csY2" fmla="*/ 1251521 h 2372581"/>
              <a:gd name="csX3" fmla="*/ 12192000 w 12192000"/>
              <a:gd name="csY3" fmla="*/ 2372581 h 2372581"/>
              <a:gd name="csX4" fmla="*/ 0 w 12192000"/>
              <a:gd name="csY4" fmla="*/ 2372581 h 2372581"/>
              <a:gd name="csX5" fmla="*/ 0 w 12192000"/>
              <a:gd name="csY5" fmla="*/ 387139 h 2372581"/>
              <a:gd name="csX6" fmla="*/ 188043 w 12192000"/>
              <a:gd name="csY6" fmla="*/ 352905 h 2372581"/>
              <a:gd name="csX7" fmla="*/ 4552950 w 12192000"/>
              <a:gd name="csY7" fmla="*/ 0 h 23725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2372581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2372581"/>
                </a:lnTo>
                <a:lnTo>
                  <a:pt x="0" y="2372581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5B2CC646-C556-33AF-3679-0F9534640F3F}"/>
              </a:ext>
            </a:extLst>
          </p:cNvPr>
          <p:cNvSpPr/>
          <p:nvPr/>
        </p:nvSpPr>
        <p:spPr>
          <a:xfrm>
            <a:off x="0" y="5079957"/>
            <a:ext cx="12192000" cy="1778043"/>
          </a:xfrm>
          <a:custGeom>
            <a:avLst/>
            <a:gdLst>
              <a:gd name="csX0" fmla="*/ 6096000 w 12192000"/>
              <a:gd name="csY0" fmla="*/ 0 h 1778043"/>
              <a:gd name="csX1" fmla="*/ 11777135 w 12192000"/>
              <a:gd name="csY1" fmla="*/ 553777 h 1778043"/>
              <a:gd name="csX2" fmla="*/ 12192000 w 12192000"/>
              <a:gd name="csY2" fmla="*/ 661197 h 1778043"/>
              <a:gd name="csX3" fmla="*/ 12192000 w 12192000"/>
              <a:gd name="csY3" fmla="*/ 1778043 h 1778043"/>
              <a:gd name="csX4" fmla="*/ 0 w 12192000"/>
              <a:gd name="csY4" fmla="*/ 1778043 h 1778043"/>
              <a:gd name="csX5" fmla="*/ 0 w 12192000"/>
              <a:gd name="csY5" fmla="*/ 661197 h 1778043"/>
              <a:gd name="csX6" fmla="*/ 414865 w 12192000"/>
              <a:gd name="csY6" fmla="*/ 553777 h 1778043"/>
              <a:gd name="csX7" fmla="*/ 6096000 w 12192000"/>
              <a:gd name="csY7" fmla="*/ 0 h 17780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778043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1778043"/>
                </a:lnTo>
                <a:lnTo>
                  <a:pt x="0" y="1778043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BF57AEBB-AF57-5DFD-BE73-97F98A0035B3}"/>
              </a:ext>
            </a:extLst>
          </p:cNvPr>
          <p:cNvSpPr/>
          <p:nvPr/>
        </p:nvSpPr>
        <p:spPr>
          <a:xfrm>
            <a:off x="-13908" y="-499837"/>
            <a:ext cx="286632" cy="286632"/>
          </a:xfrm>
          <a:prstGeom prst="ellipse">
            <a:avLst/>
          </a:prstGeom>
          <a:solidFill>
            <a:srgbClr val="4F6D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13F937C8-2769-DCAD-409D-25D462A1F4EA}"/>
              </a:ext>
            </a:extLst>
          </p:cNvPr>
          <p:cNvSpPr/>
          <p:nvPr/>
        </p:nvSpPr>
        <p:spPr>
          <a:xfrm>
            <a:off x="417892" y="-499837"/>
            <a:ext cx="286632" cy="286632"/>
          </a:xfrm>
          <a:prstGeom prst="ellipse">
            <a:avLst/>
          </a:prstGeom>
          <a:solidFill>
            <a:srgbClr val="97B6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6EEC2B7-400B-E637-DAD3-EAC873C6D48D}"/>
              </a:ext>
            </a:extLst>
          </p:cNvPr>
          <p:cNvSpPr/>
          <p:nvPr/>
        </p:nvSpPr>
        <p:spPr>
          <a:xfrm>
            <a:off x="849692" y="-499837"/>
            <a:ext cx="286632" cy="286632"/>
          </a:xfrm>
          <a:prstGeom prst="ellipse">
            <a:avLst/>
          </a:prstGeom>
          <a:solidFill>
            <a:srgbClr val="FDCC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2291845E-0801-6C42-C7ED-FEA55DE484CB}"/>
              </a:ext>
            </a:extLst>
          </p:cNvPr>
          <p:cNvSpPr/>
          <p:nvPr/>
        </p:nvSpPr>
        <p:spPr>
          <a:xfrm>
            <a:off x="12814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D425F32-E9D8-CDBB-2014-195AAC7F4376}"/>
              </a:ext>
            </a:extLst>
          </p:cNvPr>
          <p:cNvSpPr/>
          <p:nvPr/>
        </p:nvSpPr>
        <p:spPr>
          <a:xfrm>
            <a:off x="17132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4F226778-4F90-2713-7939-093717DFC711}"/>
              </a:ext>
            </a:extLst>
          </p:cNvPr>
          <p:cNvSpPr txBox="1"/>
          <p:nvPr/>
        </p:nvSpPr>
        <p:spPr>
          <a:xfrm>
            <a:off x="2310352" y="1515002"/>
            <a:ext cx="757130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7200" dirty="0">
                <a:solidFill>
                  <a:srgbClr val="4F6DD9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rPr>
              <a:t>商业价值与ROI</a:t>
            </a:r>
          </a:p>
        </p:txBody>
      </p:sp>
      <p:grpSp>
        <p:nvGrpSpPr>
          <p:cNvPr id="53" name="组合 52" descr="D:\51PPT模板网\51pptmoban.com\图片.jpg">
            <a:extLst>
              <a:ext uri="{FF2B5EF4-FFF2-40B4-BE49-F238E27FC236}">
                <a16:creationId xmlns:a16="http://schemas.microsoft.com/office/drawing/2014/main" id="{DCC3551C-0E9C-E178-BB73-7D66F582B45D}"/>
              </a:ext>
            </a:extLst>
          </p:cNvPr>
          <p:cNvGrpSpPr/>
          <p:nvPr/>
        </p:nvGrpSpPr>
        <p:grpSpPr>
          <a:xfrm>
            <a:off x="5422405" y="478677"/>
            <a:ext cx="1341129" cy="616044"/>
            <a:chOff x="289325" y="241206"/>
            <a:chExt cx="1341129" cy="616044"/>
          </a:xfrm>
          <a:solidFill>
            <a:schemeClr val="bg1"/>
          </a:solidFill>
        </p:grpSpPr>
        <p:grpSp>
          <p:nvGrpSpPr>
            <p:cNvPr id="130" name="组合 129" descr="51PPT模板网，幻灯片演示模板及素材免费下载！&#10;51PPT模板网 唯一访问网址：www.51pptmoban.com">
              <a:extLst>
                <a:ext uri="{FF2B5EF4-FFF2-40B4-BE49-F238E27FC236}">
                  <a16:creationId xmlns:a16="http://schemas.microsoft.com/office/drawing/2014/main" id="{C3EFB0FB-920C-D9E4-D784-87CDD758CDDA}"/>
                </a:ext>
              </a:extLst>
            </p:cNvPr>
            <p:cNvGrpSpPr/>
            <p:nvPr/>
          </p:nvGrpSpPr>
          <p:grpSpPr>
            <a:xfrm>
              <a:off x="289325" y="241206"/>
              <a:ext cx="1341129" cy="616044"/>
              <a:chOff x="8154814" y="263825"/>
              <a:chExt cx="665390" cy="305645"/>
            </a:xfrm>
            <a:grpFill/>
          </p:grpSpPr>
          <p:sp>
            <p:nvSpPr>
              <p:cNvPr id="136" name="椭圆 135">
                <a:extLst>
                  <a:ext uri="{FF2B5EF4-FFF2-40B4-BE49-F238E27FC236}">
                    <a16:creationId xmlns:a16="http://schemas.microsoft.com/office/drawing/2014/main" id="{A218D96D-37AE-7815-449A-CBA7BF0F3600}"/>
                  </a:ext>
                </a:extLst>
              </p:cNvPr>
              <p:cNvSpPr/>
              <p:nvPr/>
            </p:nvSpPr>
            <p:spPr bwMode="auto">
              <a:xfrm>
                <a:off x="8465454" y="276815"/>
                <a:ext cx="45719" cy="45719"/>
              </a:xfrm>
              <a:prstGeom prst="ellipse">
                <a:avLst/>
              </a:pr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tx1"/>
                  </a:solidFill>
                  <a:sym typeface="+mn-lt"/>
                </a:endParaRPr>
              </a:p>
            </p:txBody>
          </p:sp>
          <p:sp>
            <p:nvSpPr>
              <p:cNvPr id="137" name="任意多边形: 形状 136">
                <a:extLst>
                  <a:ext uri="{FF2B5EF4-FFF2-40B4-BE49-F238E27FC236}">
                    <a16:creationId xmlns:a16="http://schemas.microsoft.com/office/drawing/2014/main" id="{8F533B97-51C4-79FB-3C44-8C87EBCE08C3}"/>
                  </a:ext>
                </a:extLst>
              </p:cNvPr>
              <p:cNvSpPr/>
              <p:nvPr/>
            </p:nvSpPr>
            <p:spPr>
              <a:xfrm>
                <a:off x="8154814" y="263825"/>
                <a:ext cx="306598" cy="305645"/>
              </a:xfrm>
              <a:custGeom>
                <a:avLst/>
                <a:gdLst>
                  <a:gd name="connsiteX0" fmla="*/ 518470 w 1105104"/>
                  <a:gd name="connsiteY0" fmla="*/ 0 h 1101666"/>
                  <a:gd name="connsiteX1" fmla="*/ 408380 w 1105104"/>
                  <a:gd name="connsiteY1" fmla="*/ 792005 h 1101666"/>
                  <a:gd name="connsiteX2" fmla="*/ 419555 w 1105104"/>
                  <a:gd name="connsiteY2" fmla="*/ 845398 h 1101666"/>
                  <a:gd name="connsiteX3" fmla="*/ 464254 w 1105104"/>
                  <a:gd name="connsiteY3" fmla="*/ 862782 h 1101666"/>
                  <a:gd name="connsiteX4" fmla="*/ 907150 w 1105104"/>
                  <a:gd name="connsiteY4" fmla="*/ 862782 h 1101666"/>
                  <a:gd name="connsiteX5" fmla="*/ 907149 w 1105104"/>
                  <a:gd name="connsiteY5" fmla="*/ 862783 h 1101666"/>
                  <a:gd name="connsiteX6" fmla="*/ 958696 w 1105104"/>
                  <a:gd name="connsiteY6" fmla="*/ 811236 h 1101666"/>
                  <a:gd name="connsiteX7" fmla="*/ 958697 w 1105104"/>
                  <a:gd name="connsiteY7" fmla="*/ 729857 h 1101666"/>
                  <a:gd name="connsiteX8" fmla="*/ 907150 w 1105104"/>
                  <a:gd name="connsiteY8" fmla="*/ 678311 h 1101666"/>
                  <a:gd name="connsiteX9" fmla="*/ 905456 w 1105104"/>
                  <a:gd name="connsiteY9" fmla="*/ 679013 h 1101666"/>
                  <a:gd name="connsiteX10" fmla="*/ 645541 w 1105104"/>
                  <a:gd name="connsiteY10" fmla="*/ 679013 h 1101666"/>
                  <a:gd name="connsiteX11" fmla="*/ 735555 w 1105104"/>
                  <a:gd name="connsiteY11" fmla="*/ 30029 h 1101666"/>
                  <a:gd name="connsiteX12" fmla="*/ 767630 w 1105104"/>
                  <a:gd name="connsiteY12" fmla="*/ 39986 h 1101666"/>
                  <a:gd name="connsiteX13" fmla="*/ 1105104 w 1105104"/>
                  <a:gd name="connsiteY13" fmla="*/ 549115 h 1101666"/>
                  <a:gd name="connsiteX14" fmla="*/ 552552 w 1105104"/>
                  <a:gd name="connsiteY14" fmla="*/ 1101666 h 1101666"/>
                  <a:gd name="connsiteX15" fmla="*/ 0 w 1105104"/>
                  <a:gd name="connsiteY15" fmla="*/ 549115 h 1101666"/>
                  <a:gd name="connsiteX16" fmla="*/ 441194 w 1105104"/>
                  <a:gd name="connsiteY16" fmla="*/ 7790 h 1101666"/>
                  <a:gd name="connsiteX17" fmla="*/ 518470 w 1105104"/>
                  <a:gd name="connsiteY17" fmla="*/ 0 h 11016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105104" h="1101666">
                    <a:moveTo>
                      <a:pt x="518470" y="0"/>
                    </a:moveTo>
                    <a:lnTo>
                      <a:pt x="408380" y="792005"/>
                    </a:lnTo>
                    <a:cubicBezTo>
                      <a:pt x="405066" y="816840"/>
                      <a:pt x="408792" y="834636"/>
                      <a:pt x="419555" y="845398"/>
                    </a:cubicBezTo>
                    <a:cubicBezTo>
                      <a:pt x="430314" y="856989"/>
                      <a:pt x="445215" y="862782"/>
                      <a:pt x="464254" y="862782"/>
                    </a:cubicBezTo>
                    <a:lnTo>
                      <a:pt x="907150" y="862782"/>
                    </a:lnTo>
                    <a:lnTo>
                      <a:pt x="907149" y="862783"/>
                    </a:lnTo>
                    <a:cubicBezTo>
                      <a:pt x="935618" y="862783"/>
                      <a:pt x="958696" y="839705"/>
                      <a:pt x="958696" y="811236"/>
                    </a:cubicBezTo>
                    <a:cubicBezTo>
                      <a:pt x="958696" y="784110"/>
                      <a:pt x="958697" y="756984"/>
                      <a:pt x="958697" y="729857"/>
                    </a:cubicBezTo>
                    <a:cubicBezTo>
                      <a:pt x="958697" y="701389"/>
                      <a:pt x="935619" y="678311"/>
                      <a:pt x="907150" y="678311"/>
                    </a:cubicBezTo>
                    <a:lnTo>
                      <a:pt x="905456" y="679013"/>
                    </a:lnTo>
                    <a:lnTo>
                      <a:pt x="645541" y="679013"/>
                    </a:lnTo>
                    <a:lnTo>
                      <a:pt x="735555" y="30029"/>
                    </a:lnTo>
                    <a:lnTo>
                      <a:pt x="767630" y="39986"/>
                    </a:lnTo>
                    <a:cubicBezTo>
                      <a:pt x="965950" y="123868"/>
                      <a:pt x="1105104" y="320241"/>
                      <a:pt x="1105104" y="549115"/>
                    </a:cubicBezTo>
                    <a:cubicBezTo>
                      <a:pt x="1105104" y="854280"/>
                      <a:pt x="857718" y="1101666"/>
                      <a:pt x="552552" y="1101666"/>
                    </a:cubicBezTo>
                    <a:cubicBezTo>
                      <a:pt x="247386" y="1101666"/>
                      <a:pt x="0" y="854280"/>
                      <a:pt x="0" y="549115"/>
                    </a:cubicBezTo>
                    <a:cubicBezTo>
                      <a:pt x="0" y="282096"/>
                      <a:pt x="189405" y="59313"/>
                      <a:pt x="441194" y="7790"/>
                    </a:cubicBezTo>
                    <a:lnTo>
                      <a:pt x="518470" y="0"/>
                    </a:ln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  <a:sym typeface="+mn-lt"/>
                </a:endParaRPr>
              </a:p>
            </p:txBody>
          </p:sp>
          <p:grpSp>
            <p:nvGrpSpPr>
              <p:cNvPr id="138" name="文本框-2_矢量">
                <a:extLst>
                  <a:ext uri="{FF2B5EF4-FFF2-40B4-BE49-F238E27FC236}">
                    <a16:creationId xmlns:a16="http://schemas.microsoft.com/office/drawing/2014/main" id="{BB2E5FA6-E9EF-B001-CAC0-EC5CD71638E4}"/>
                  </a:ext>
                </a:extLst>
              </p:cNvPr>
              <p:cNvGrpSpPr/>
              <p:nvPr/>
            </p:nvGrpSpPr>
            <p:grpSpPr>
              <a:xfrm>
                <a:off x="8478585" y="337599"/>
                <a:ext cx="341619" cy="106745"/>
                <a:chOff x="8501988" y="300619"/>
                <a:chExt cx="396430" cy="123872"/>
              </a:xfrm>
              <a:grpFill/>
            </p:grpSpPr>
            <p:sp>
              <p:nvSpPr>
                <p:cNvPr id="139" name="文本框 138">
                  <a:extLst>
                    <a:ext uri="{FF2B5EF4-FFF2-40B4-BE49-F238E27FC236}">
                      <a16:creationId xmlns:a16="http://schemas.microsoft.com/office/drawing/2014/main" id="{1EFD39E8-B6C7-E356-6427-C5296A3CAA40}"/>
                    </a:ext>
                  </a:extLst>
                </p:cNvPr>
                <p:cNvSpPr txBox="1"/>
                <p:nvPr/>
              </p:nvSpPr>
              <p:spPr>
                <a:xfrm>
                  <a:off x="8501988" y="300763"/>
                  <a:ext cx="129730" cy="123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730" h="123301">
                      <a:moveTo>
                        <a:pt x="68865" y="22145"/>
                      </a:moveTo>
                      <a:cubicBezTo>
                        <a:pt x="57340" y="22145"/>
                        <a:pt x="47387" y="26479"/>
                        <a:pt x="39004" y="35147"/>
                      </a:cubicBezTo>
                      <a:cubicBezTo>
                        <a:pt x="30623" y="43815"/>
                        <a:pt x="26432" y="54197"/>
                        <a:pt x="26432" y="66294"/>
                      </a:cubicBezTo>
                      <a:cubicBezTo>
                        <a:pt x="26432" y="76485"/>
                        <a:pt x="29622" y="84820"/>
                        <a:pt x="36004" y="91297"/>
                      </a:cubicBezTo>
                      <a:cubicBezTo>
                        <a:pt x="42386" y="97774"/>
                        <a:pt x="50625" y="101012"/>
                        <a:pt x="60722" y="101012"/>
                      </a:cubicBezTo>
                      <a:cubicBezTo>
                        <a:pt x="72628" y="101012"/>
                        <a:pt x="82724" y="96726"/>
                        <a:pt x="91011" y="88153"/>
                      </a:cubicBezTo>
                      <a:cubicBezTo>
                        <a:pt x="99298" y="79486"/>
                        <a:pt x="103441" y="68961"/>
                        <a:pt x="103441" y="56578"/>
                      </a:cubicBezTo>
                      <a:cubicBezTo>
                        <a:pt x="103441" y="46577"/>
                        <a:pt x="100155" y="38338"/>
                        <a:pt x="93583" y="31861"/>
                      </a:cubicBezTo>
                      <a:cubicBezTo>
                        <a:pt x="87106" y="25384"/>
                        <a:pt x="78867" y="22145"/>
                        <a:pt x="68865" y="22145"/>
                      </a:cubicBezTo>
                      <a:close/>
                      <a:moveTo>
                        <a:pt x="70580" y="0"/>
                      </a:moveTo>
                      <a:cubicBezTo>
                        <a:pt x="88011" y="0"/>
                        <a:pt x="102251" y="5095"/>
                        <a:pt x="113300" y="15287"/>
                      </a:cubicBezTo>
                      <a:cubicBezTo>
                        <a:pt x="124253" y="25479"/>
                        <a:pt x="129730" y="38671"/>
                        <a:pt x="129730" y="54864"/>
                      </a:cubicBezTo>
                      <a:cubicBezTo>
                        <a:pt x="129730" y="75057"/>
                        <a:pt x="123253" y="91487"/>
                        <a:pt x="110299" y="104155"/>
                      </a:cubicBezTo>
                      <a:cubicBezTo>
                        <a:pt x="97345" y="116919"/>
                        <a:pt x="80772" y="123301"/>
                        <a:pt x="60579" y="123301"/>
                      </a:cubicBezTo>
                      <a:cubicBezTo>
                        <a:pt x="43053" y="123301"/>
                        <a:pt x="28575" y="118062"/>
                        <a:pt x="17145" y="107584"/>
                      </a:cubicBezTo>
                      <a:cubicBezTo>
                        <a:pt x="5715" y="97012"/>
                        <a:pt x="0" y="83629"/>
                        <a:pt x="0" y="67437"/>
                      </a:cubicBezTo>
                      <a:cubicBezTo>
                        <a:pt x="0" y="48101"/>
                        <a:pt x="6715" y="32051"/>
                        <a:pt x="20145" y="19288"/>
                      </a:cubicBezTo>
                      <a:cubicBezTo>
                        <a:pt x="33480" y="6429"/>
                        <a:pt x="50292" y="0"/>
                        <a:pt x="70580" y="0"/>
                      </a:cubicBezTo>
                      <a:close/>
                    </a:path>
                  </a:pathLst>
                </a:custGeom>
                <a:solidFill>
                  <a:srgbClr val="4F6DD9"/>
                </a:solidFill>
                <a:ln w="4286" cap="flat">
                  <a:noFill/>
                  <a:prstDash val="solid"/>
                  <a:miter/>
                </a:ln>
              </p:spPr>
              <p:txBody>
                <a:bodyPr wrap="square" rtlCol="0" anchor="ctr">
                  <a:noAutofit/>
                </a:bodyPr>
                <a:lstStyle>
                  <a:defPPr>
                    <a:defRPr lang="zh-CN"/>
                  </a:defPPr>
                  <a:lvl1pPr algn="ctr">
                    <a:defRPr>
                      <a:solidFill>
                        <a:schemeClr val="tx1"/>
                      </a:solidFill>
                    </a:defRPr>
                  </a:lvl1pPr>
                  <a:lvl2pPr>
                    <a:defRPr>
                      <a:solidFill>
                        <a:schemeClr val="tx1"/>
                      </a:solidFill>
                    </a:defRPr>
                  </a:lvl2pPr>
                  <a:lvl3pPr>
                    <a:defRPr>
                      <a:solidFill>
                        <a:schemeClr val="tx1"/>
                      </a:solidFill>
                    </a:defRPr>
                  </a:lvl3pPr>
                  <a:lvl4pPr>
                    <a:defRPr>
                      <a:solidFill>
                        <a:schemeClr val="tx1"/>
                      </a:solidFill>
                    </a:defRPr>
                  </a:lvl4pPr>
                  <a:lvl5pPr>
                    <a:defRPr>
                      <a:solidFill>
                        <a:schemeClr val="tx1"/>
                      </a:solidFill>
                    </a:defRPr>
                  </a:lvl5pPr>
                  <a:lvl6pPr>
                    <a:defRPr>
                      <a:solidFill>
                        <a:schemeClr val="tx1"/>
                      </a:solidFill>
                    </a:defRPr>
                  </a:lvl6pPr>
                  <a:lvl7pPr>
                    <a:defRPr>
                      <a:solidFill>
                        <a:schemeClr val="tx1"/>
                      </a:solidFill>
                    </a:defRPr>
                  </a:lvl7pPr>
                  <a:lvl8pPr>
                    <a:defRPr>
                      <a:solidFill>
                        <a:schemeClr val="tx1"/>
                      </a:solidFill>
                    </a:defRPr>
                  </a:lvl8pPr>
                  <a:lvl9pPr>
                    <a:defRPr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 dirty="0">
                    <a:sym typeface="+mn-lt"/>
                  </a:endParaRPr>
                </a:p>
              </p:txBody>
            </p:sp>
            <p:sp>
              <p:nvSpPr>
                <p:cNvPr id="140" name="文本框 139">
                  <a:extLst>
                    <a:ext uri="{FF2B5EF4-FFF2-40B4-BE49-F238E27FC236}">
                      <a16:creationId xmlns:a16="http://schemas.microsoft.com/office/drawing/2014/main" id="{BFEC4EB6-699C-9E36-EBEB-179A28C50FB2}"/>
                    </a:ext>
                  </a:extLst>
                </p:cNvPr>
                <p:cNvSpPr txBox="1"/>
                <p:nvPr/>
              </p:nvSpPr>
              <p:spPr>
                <a:xfrm>
                  <a:off x="8644844" y="300619"/>
                  <a:ext cx="108746" cy="1238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746" h="123872">
                      <a:moveTo>
                        <a:pt x="70027" y="0"/>
                      </a:moveTo>
                      <a:cubicBezTo>
                        <a:pt x="72694" y="0"/>
                        <a:pt x="75838" y="119"/>
                        <a:pt x="79457" y="357"/>
                      </a:cubicBezTo>
                      <a:cubicBezTo>
                        <a:pt x="83077" y="595"/>
                        <a:pt x="86268" y="1047"/>
                        <a:pt x="89030" y="1714"/>
                      </a:cubicBezTo>
                      <a:cubicBezTo>
                        <a:pt x="94840" y="3429"/>
                        <a:pt x="99579" y="5310"/>
                        <a:pt x="103246" y="7358"/>
                      </a:cubicBezTo>
                      <a:cubicBezTo>
                        <a:pt x="106913" y="9406"/>
                        <a:pt x="108746" y="10430"/>
                        <a:pt x="108746" y="10430"/>
                      </a:cubicBezTo>
                      <a:lnTo>
                        <a:pt x="106175" y="16859"/>
                      </a:lnTo>
                      <a:cubicBezTo>
                        <a:pt x="104746" y="20097"/>
                        <a:pt x="102508" y="22336"/>
                        <a:pt x="99460" y="23574"/>
                      </a:cubicBezTo>
                      <a:cubicBezTo>
                        <a:pt x="96412" y="24812"/>
                        <a:pt x="93268" y="24812"/>
                        <a:pt x="90030" y="23574"/>
                      </a:cubicBezTo>
                      <a:cubicBezTo>
                        <a:pt x="87934" y="22717"/>
                        <a:pt x="85982" y="22050"/>
                        <a:pt x="84172" y="21574"/>
                      </a:cubicBezTo>
                      <a:cubicBezTo>
                        <a:pt x="80172" y="20431"/>
                        <a:pt x="75457" y="19859"/>
                        <a:pt x="70027" y="19859"/>
                      </a:cubicBezTo>
                      <a:cubicBezTo>
                        <a:pt x="64217" y="19859"/>
                        <a:pt x="58836" y="20859"/>
                        <a:pt x="53882" y="22860"/>
                      </a:cubicBezTo>
                      <a:cubicBezTo>
                        <a:pt x="48930" y="24860"/>
                        <a:pt x="44548" y="27717"/>
                        <a:pt x="40738" y="31432"/>
                      </a:cubicBezTo>
                      <a:cubicBezTo>
                        <a:pt x="36833" y="35052"/>
                        <a:pt x="33642" y="39481"/>
                        <a:pt x="31165" y="44720"/>
                      </a:cubicBezTo>
                      <a:cubicBezTo>
                        <a:pt x="28594" y="49863"/>
                        <a:pt x="26879" y="55530"/>
                        <a:pt x="26022" y="61722"/>
                      </a:cubicBezTo>
                      <a:cubicBezTo>
                        <a:pt x="25069" y="68580"/>
                        <a:pt x="25117" y="74628"/>
                        <a:pt x="26165" y="79867"/>
                      </a:cubicBezTo>
                      <a:cubicBezTo>
                        <a:pt x="27308" y="85106"/>
                        <a:pt x="29260" y="89487"/>
                        <a:pt x="32023" y="93011"/>
                      </a:cubicBezTo>
                      <a:cubicBezTo>
                        <a:pt x="34785" y="96536"/>
                        <a:pt x="38357" y="99155"/>
                        <a:pt x="42738" y="100869"/>
                      </a:cubicBezTo>
                      <a:cubicBezTo>
                        <a:pt x="47120" y="102679"/>
                        <a:pt x="52073" y="103584"/>
                        <a:pt x="57597" y="103584"/>
                      </a:cubicBezTo>
                      <a:cubicBezTo>
                        <a:pt x="60264" y="103584"/>
                        <a:pt x="62979" y="103298"/>
                        <a:pt x="65741" y="102727"/>
                      </a:cubicBezTo>
                      <a:cubicBezTo>
                        <a:pt x="68503" y="102060"/>
                        <a:pt x="71123" y="101108"/>
                        <a:pt x="73599" y="99869"/>
                      </a:cubicBezTo>
                      <a:lnTo>
                        <a:pt x="78457" y="72152"/>
                      </a:lnTo>
                      <a:lnTo>
                        <a:pt x="55740" y="72152"/>
                      </a:lnTo>
                      <a:lnTo>
                        <a:pt x="58026" y="61293"/>
                      </a:lnTo>
                      <a:cubicBezTo>
                        <a:pt x="58502" y="59102"/>
                        <a:pt x="59621" y="57293"/>
                        <a:pt x="61383" y="55864"/>
                      </a:cubicBezTo>
                      <a:cubicBezTo>
                        <a:pt x="63146" y="54435"/>
                        <a:pt x="65170" y="53721"/>
                        <a:pt x="67456" y="53721"/>
                      </a:cubicBezTo>
                      <a:lnTo>
                        <a:pt x="98745" y="53721"/>
                      </a:lnTo>
                      <a:cubicBezTo>
                        <a:pt x="99698" y="53721"/>
                        <a:pt x="100555" y="53864"/>
                        <a:pt x="101317" y="54149"/>
                      </a:cubicBezTo>
                      <a:cubicBezTo>
                        <a:pt x="102079" y="54530"/>
                        <a:pt x="102698" y="55054"/>
                        <a:pt x="103174" y="55721"/>
                      </a:cubicBezTo>
                      <a:cubicBezTo>
                        <a:pt x="103651" y="56388"/>
                        <a:pt x="103984" y="57197"/>
                        <a:pt x="104174" y="58150"/>
                      </a:cubicBezTo>
                      <a:cubicBezTo>
                        <a:pt x="104365" y="59102"/>
                        <a:pt x="104365" y="60198"/>
                        <a:pt x="104174" y="61436"/>
                      </a:cubicBezTo>
                      <a:lnTo>
                        <a:pt x="96031" y="114871"/>
                      </a:lnTo>
                      <a:cubicBezTo>
                        <a:pt x="96031" y="114871"/>
                        <a:pt x="95483" y="115085"/>
                        <a:pt x="94388" y="115514"/>
                      </a:cubicBezTo>
                      <a:cubicBezTo>
                        <a:pt x="93292" y="115943"/>
                        <a:pt x="91887" y="116467"/>
                        <a:pt x="90173" y="117086"/>
                      </a:cubicBezTo>
                      <a:cubicBezTo>
                        <a:pt x="88458" y="117705"/>
                        <a:pt x="86696" y="118348"/>
                        <a:pt x="84886" y="119015"/>
                      </a:cubicBezTo>
                      <a:cubicBezTo>
                        <a:pt x="83267" y="119586"/>
                        <a:pt x="81338" y="120158"/>
                        <a:pt x="79100" y="120729"/>
                      </a:cubicBezTo>
                      <a:cubicBezTo>
                        <a:pt x="76862" y="121301"/>
                        <a:pt x="74838" y="121729"/>
                        <a:pt x="73028" y="122015"/>
                      </a:cubicBezTo>
                      <a:cubicBezTo>
                        <a:pt x="69789" y="122682"/>
                        <a:pt x="66551" y="123158"/>
                        <a:pt x="63312" y="123444"/>
                      </a:cubicBezTo>
                      <a:cubicBezTo>
                        <a:pt x="59978" y="123729"/>
                        <a:pt x="56692" y="123872"/>
                        <a:pt x="53454" y="123872"/>
                      </a:cubicBezTo>
                      <a:cubicBezTo>
                        <a:pt x="43834" y="123872"/>
                        <a:pt x="35452" y="122491"/>
                        <a:pt x="28308" y="119729"/>
                      </a:cubicBezTo>
                      <a:cubicBezTo>
                        <a:pt x="21164" y="116967"/>
                        <a:pt x="15306" y="113014"/>
                        <a:pt x="10734" y="107870"/>
                      </a:cubicBezTo>
                      <a:cubicBezTo>
                        <a:pt x="6258" y="102632"/>
                        <a:pt x="3162" y="96250"/>
                        <a:pt x="1447" y="88725"/>
                      </a:cubicBezTo>
                      <a:cubicBezTo>
                        <a:pt x="-267" y="81200"/>
                        <a:pt x="-458" y="72675"/>
                        <a:pt x="876" y="63150"/>
                      </a:cubicBezTo>
                      <a:cubicBezTo>
                        <a:pt x="2209" y="53340"/>
                        <a:pt x="4924" y="44529"/>
                        <a:pt x="9020" y="36719"/>
                      </a:cubicBezTo>
                      <a:cubicBezTo>
                        <a:pt x="13020" y="28908"/>
                        <a:pt x="18164" y="22288"/>
                        <a:pt x="24450" y="16859"/>
                      </a:cubicBezTo>
                      <a:cubicBezTo>
                        <a:pt x="30070" y="11906"/>
                        <a:pt x="36499" y="8001"/>
                        <a:pt x="43738" y="5143"/>
                      </a:cubicBezTo>
                      <a:cubicBezTo>
                        <a:pt x="43929" y="5048"/>
                        <a:pt x="44072" y="5000"/>
                        <a:pt x="44167" y="5000"/>
                      </a:cubicBezTo>
                      <a:cubicBezTo>
                        <a:pt x="44738" y="4715"/>
                        <a:pt x="45310" y="4476"/>
                        <a:pt x="45882" y="4286"/>
                      </a:cubicBezTo>
                      <a:cubicBezTo>
                        <a:pt x="52549" y="1428"/>
                        <a:pt x="60598" y="0"/>
                        <a:pt x="70027" y="0"/>
                      </a:cubicBezTo>
                      <a:close/>
                    </a:path>
                  </a:pathLst>
                </a:custGeom>
                <a:solidFill>
                  <a:srgbClr val="4F6DD9"/>
                </a:solidFill>
                <a:ln w="4286" cap="flat">
                  <a:noFill/>
                  <a:prstDash val="solid"/>
                  <a:miter/>
                </a:ln>
              </p:spPr>
              <p:txBody>
                <a:bodyPr wrap="square" rtlCol="0" anchor="ctr">
                  <a:noAutofit/>
                </a:bodyPr>
                <a:lstStyle>
                  <a:defPPr>
                    <a:defRPr lang="zh-CN"/>
                  </a:defPPr>
                  <a:lvl1pPr algn="ctr">
                    <a:defRPr>
                      <a:solidFill>
                        <a:schemeClr val="tx1"/>
                      </a:solidFill>
                    </a:defRPr>
                  </a:lvl1pPr>
                  <a:lvl2pPr>
                    <a:defRPr>
                      <a:solidFill>
                        <a:schemeClr val="tx1"/>
                      </a:solidFill>
                    </a:defRPr>
                  </a:lvl2pPr>
                  <a:lvl3pPr>
                    <a:defRPr>
                      <a:solidFill>
                        <a:schemeClr val="tx1"/>
                      </a:solidFill>
                    </a:defRPr>
                  </a:lvl3pPr>
                  <a:lvl4pPr>
                    <a:defRPr>
                      <a:solidFill>
                        <a:schemeClr val="tx1"/>
                      </a:solidFill>
                    </a:defRPr>
                  </a:lvl4pPr>
                  <a:lvl5pPr>
                    <a:defRPr>
                      <a:solidFill>
                        <a:schemeClr val="tx1"/>
                      </a:solidFill>
                    </a:defRPr>
                  </a:lvl5pPr>
                  <a:lvl6pPr>
                    <a:defRPr>
                      <a:solidFill>
                        <a:schemeClr val="tx1"/>
                      </a:solidFill>
                    </a:defRPr>
                  </a:lvl6pPr>
                  <a:lvl7pPr>
                    <a:defRPr>
                      <a:solidFill>
                        <a:schemeClr val="tx1"/>
                      </a:solidFill>
                    </a:defRPr>
                  </a:lvl7pPr>
                  <a:lvl8pPr>
                    <a:defRPr>
                      <a:solidFill>
                        <a:schemeClr val="tx1"/>
                      </a:solidFill>
                    </a:defRPr>
                  </a:lvl8pPr>
                  <a:lvl9pPr>
                    <a:defRPr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 dirty="0">
                    <a:sym typeface="+mn-lt"/>
                  </a:endParaRPr>
                </a:p>
              </p:txBody>
            </p:sp>
            <p:sp>
              <p:nvSpPr>
                <p:cNvPr id="141" name="文本框 140">
                  <a:extLst>
                    <a:ext uri="{FF2B5EF4-FFF2-40B4-BE49-F238E27FC236}">
                      <a16:creationId xmlns:a16="http://schemas.microsoft.com/office/drawing/2014/main" id="{DAF8EAA2-624B-8D2E-F853-3F8604CEBE1A}"/>
                    </a:ext>
                  </a:extLst>
                </p:cNvPr>
                <p:cNvSpPr txBox="1"/>
                <p:nvPr/>
              </p:nvSpPr>
              <p:spPr>
                <a:xfrm>
                  <a:off x="8768688" y="300763"/>
                  <a:ext cx="129730" cy="123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730" h="123301">
                      <a:moveTo>
                        <a:pt x="68865" y="22145"/>
                      </a:moveTo>
                      <a:cubicBezTo>
                        <a:pt x="57340" y="22145"/>
                        <a:pt x="47386" y="26479"/>
                        <a:pt x="39004" y="35147"/>
                      </a:cubicBezTo>
                      <a:cubicBezTo>
                        <a:pt x="30622" y="43815"/>
                        <a:pt x="26432" y="54197"/>
                        <a:pt x="26432" y="66294"/>
                      </a:cubicBezTo>
                      <a:cubicBezTo>
                        <a:pt x="26432" y="76485"/>
                        <a:pt x="29622" y="84820"/>
                        <a:pt x="36004" y="91297"/>
                      </a:cubicBezTo>
                      <a:cubicBezTo>
                        <a:pt x="42386" y="97774"/>
                        <a:pt x="50625" y="101012"/>
                        <a:pt x="60722" y="101012"/>
                      </a:cubicBezTo>
                      <a:cubicBezTo>
                        <a:pt x="72628" y="101012"/>
                        <a:pt x="82724" y="96726"/>
                        <a:pt x="91011" y="88153"/>
                      </a:cubicBezTo>
                      <a:cubicBezTo>
                        <a:pt x="99298" y="79486"/>
                        <a:pt x="103441" y="68961"/>
                        <a:pt x="103441" y="56578"/>
                      </a:cubicBezTo>
                      <a:cubicBezTo>
                        <a:pt x="103441" y="46577"/>
                        <a:pt x="100155" y="38338"/>
                        <a:pt x="93583" y="31861"/>
                      </a:cubicBezTo>
                      <a:cubicBezTo>
                        <a:pt x="87106" y="25384"/>
                        <a:pt x="78867" y="22145"/>
                        <a:pt x="68865" y="22145"/>
                      </a:cubicBezTo>
                      <a:close/>
                      <a:moveTo>
                        <a:pt x="70580" y="0"/>
                      </a:moveTo>
                      <a:cubicBezTo>
                        <a:pt x="88011" y="0"/>
                        <a:pt x="102250" y="5095"/>
                        <a:pt x="113300" y="15287"/>
                      </a:cubicBezTo>
                      <a:cubicBezTo>
                        <a:pt x="124253" y="25479"/>
                        <a:pt x="129730" y="38671"/>
                        <a:pt x="129730" y="54864"/>
                      </a:cubicBezTo>
                      <a:cubicBezTo>
                        <a:pt x="129730" y="75057"/>
                        <a:pt x="123253" y="91487"/>
                        <a:pt x="110299" y="104155"/>
                      </a:cubicBezTo>
                      <a:cubicBezTo>
                        <a:pt x="97345" y="116919"/>
                        <a:pt x="80772" y="123301"/>
                        <a:pt x="60579" y="123301"/>
                      </a:cubicBezTo>
                      <a:cubicBezTo>
                        <a:pt x="43053" y="123301"/>
                        <a:pt x="28575" y="118062"/>
                        <a:pt x="17145" y="107584"/>
                      </a:cubicBezTo>
                      <a:cubicBezTo>
                        <a:pt x="5715" y="97012"/>
                        <a:pt x="0" y="83629"/>
                        <a:pt x="0" y="67437"/>
                      </a:cubicBezTo>
                      <a:cubicBezTo>
                        <a:pt x="0" y="48101"/>
                        <a:pt x="6715" y="32051"/>
                        <a:pt x="20145" y="19288"/>
                      </a:cubicBezTo>
                      <a:cubicBezTo>
                        <a:pt x="33480" y="6429"/>
                        <a:pt x="50292" y="0"/>
                        <a:pt x="70580" y="0"/>
                      </a:cubicBezTo>
                      <a:close/>
                    </a:path>
                  </a:pathLst>
                </a:custGeom>
                <a:solidFill>
                  <a:srgbClr val="4F6DD9"/>
                </a:solidFill>
                <a:ln w="4286" cap="flat">
                  <a:noFill/>
                  <a:prstDash val="solid"/>
                  <a:miter/>
                </a:ln>
              </p:spPr>
              <p:txBody>
                <a:bodyPr wrap="square" rtlCol="0" anchor="ctr">
                  <a:noAutofit/>
                </a:bodyPr>
                <a:lstStyle>
                  <a:defPPr>
                    <a:defRPr lang="zh-CN"/>
                  </a:defPPr>
                  <a:lvl1pPr algn="ctr">
                    <a:defRPr>
                      <a:solidFill>
                        <a:schemeClr val="tx1"/>
                      </a:solidFill>
                    </a:defRPr>
                  </a:lvl1pPr>
                  <a:lvl2pPr>
                    <a:defRPr>
                      <a:solidFill>
                        <a:schemeClr val="tx1"/>
                      </a:solidFill>
                    </a:defRPr>
                  </a:lvl2pPr>
                  <a:lvl3pPr>
                    <a:defRPr>
                      <a:solidFill>
                        <a:schemeClr val="tx1"/>
                      </a:solidFill>
                    </a:defRPr>
                  </a:lvl3pPr>
                  <a:lvl4pPr>
                    <a:defRPr>
                      <a:solidFill>
                        <a:schemeClr val="tx1"/>
                      </a:solidFill>
                    </a:defRPr>
                  </a:lvl4pPr>
                  <a:lvl5pPr>
                    <a:defRPr>
                      <a:solidFill>
                        <a:schemeClr val="tx1"/>
                      </a:solidFill>
                    </a:defRPr>
                  </a:lvl5pPr>
                  <a:lvl6pPr>
                    <a:defRPr>
                      <a:solidFill>
                        <a:schemeClr val="tx1"/>
                      </a:solidFill>
                    </a:defRPr>
                  </a:lvl6pPr>
                  <a:lvl7pPr>
                    <a:defRPr>
                      <a:solidFill>
                        <a:schemeClr val="tx1"/>
                      </a:solidFill>
                    </a:defRPr>
                  </a:lvl7pPr>
                  <a:lvl8pPr>
                    <a:defRPr>
                      <a:solidFill>
                        <a:schemeClr val="tx1"/>
                      </a:solidFill>
                    </a:defRPr>
                  </a:lvl8pPr>
                  <a:lvl9pPr>
                    <a:defRPr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 dirty="0">
                    <a:sym typeface="+mn-lt"/>
                  </a:endParaRPr>
                </a:p>
              </p:txBody>
            </p:sp>
          </p:grpSp>
        </p:grpSp>
        <p:grpSp>
          <p:nvGrpSpPr>
            <p:cNvPr id="131" name="组合 130">
              <a:extLst>
                <a:ext uri="{FF2B5EF4-FFF2-40B4-BE49-F238E27FC236}">
                  <a16:creationId xmlns:a16="http://schemas.microsoft.com/office/drawing/2014/main" id="{985DBEA0-961D-9BE9-0964-C4E0B1B16ACF}"/>
                </a:ext>
              </a:extLst>
            </p:cNvPr>
            <p:cNvGrpSpPr/>
            <p:nvPr/>
          </p:nvGrpSpPr>
          <p:grpSpPr>
            <a:xfrm>
              <a:off x="926299" y="660958"/>
              <a:ext cx="674380" cy="119625"/>
              <a:chOff x="892413" y="660958"/>
              <a:chExt cx="707506" cy="125501"/>
            </a:xfrm>
            <a:grpFill/>
          </p:grpSpPr>
          <p:sp>
            <p:nvSpPr>
              <p:cNvPr id="132" name="文本框 131">
                <a:extLst>
                  <a:ext uri="{FF2B5EF4-FFF2-40B4-BE49-F238E27FC236}">
                    <a16:creationId xmlns:a16="http://schemas.microsoft.com/office/drawing/2014/main" id="{E04F1CB1-5428-F288-C3B4-6F92A9474BB3}"/>
                  </a:ext>
                </a:extLst>
              </p:cNvPr>
              <p:cNvSpPr txBox="1"/>
              <p:nvPr/>
            </p:nvSpPr>
            <p:spPr>
              <a:xfrm>
                <a:off x="892413" y="663237"/>
                <a:ext cx="124027" cy="123222"/>
              </a:xfrm>
              <a:custGeom>
                <a:avLst/>
                <a:gdLst/>
                <a:ahLst/>
                <a:cxnLst/>
                <a:rect l="l" t="t" r="r" b="b"/>
                <a:pathLst>
                  <a:path w="132159" h="131302">
                    <a:moveTo>
                      <a:pt x="56435" y="46434"/>
                    </a:moveTo>
                    <a:lnTo>
                      <a:pt x="72580" y="52863"/>
                    </a:lnTo>
                    <a:cubicBezTo>
                      <a:pt x="68199" y="62960"/>
                      <a:pt x="63055" y="73199"/>
                      <a:pt x="57150" y="83581"/>
                    </a:cubicBezTo>
                    <a:cubicBezTo>
                      <a:pt x="51244" y="93964"/>
                      <a:pt x="46005" y="102203"/>
                      <a:pt x="41433" y="108299"/>
                    </a:cubicBezTo>
                    <a:lnTo>
                      <a:pt x="90725" y="105298"/>
                    </a:lnTo>
                    <a:cubicBezTo>
                      <a:pt x="84915" y="96059"/>
                      <a:pt x="79486" y="87772"/>
                      <a:pt x="74437" y="80438"/>
                    </a:cubicBezTo>
                    <a:lnTo>
                      <a:pt x="87296" y="71723"/>
                    </a:lnTo>
                    <a:cubicBezTo>
                      <a:pt x="92535" y="78867"/>
                      <a:pt x="98083" y="87010"/>
                      <a:pt x="103941" y="96154"/>
                    </a:cubicBezTo>
                    <a:cubicBezTo>
                      <a:pt x="109799" y="105298"/>
                      <a:pt x="114585" y="113299"/>
                      <a:pt x="118300" y="120157"/>
                    </a:cubicBezTo>
                    <a:lnTo>
                      <a:pt x="105727" y="131302"/>
                    </a:lnTo>
                    <a:cubicBezTo>
                      <a:pt x="103917" y="127682"/>
                      <a:pt x="101727" y="123729"/>
                      <a:pt x="99155" y="119443"/>
                    </a:cubicBezTo>
                    <a:cubicBezTo>
                      <a:pt x="71151" y="120681"/>
                      <a:pt x="48244" y="122158"/>
                      <a:pt x="30432" y="123872"/>
                    </a:cubicBezTo>
                    <a:cubicBezTo>
                      <a:pt x="25098" y="124348"/>
                      <a:pt x="21145" y="124777"/>
                      <a:pt x="18573" y="125158"/>
                    </a:cubicBezTo>
                    <a:lnTo>
                      <a:pt x="13573" y="109870"/>
                    </a:lnTo>
                    <a:cubicBezTo>
                      <a:pt x="16430" y="109204"/>
                      <a:pt x="18502" y="108489"/>
                      <a:pt x="19788" y="107727"/>
                    </a:cubicBezTo>
                    <a:cubicBezTo>
                      <a:pt x="21074" y="106965"/>
                      <a:pt x="22479" y="105679"/>
                      <a:pt x="24003" y="103870"/>
                    </a:cubicBezTo>
                    <a:cubicBezTo>
                      <a:pt x="28860" y="98155"/>
                      <a:pt x="34337" y="89892"/>
                      <a:pt x="40433" y="79081"/>
                    </a:cubicBezTo>
                    <a:cubicBezTo>
                      <a:pt x="46529" y="68270"/>
                      <a:pt x="51863" y="57388"/>
                      <a:pt x="56435" y="46434"/>
                    </a:cubicBezTo>
                    <a:close/>
                    <a:moveTo>
                      <a:pt x="44291" y="1857"/>
                    </a:moveTo>
                    <a:lnTo>
                      <a:pt x="59864" y="7000"/>
                    </a:lnTo>
                    <a:cubicBezTo>
                      <a:pt x="49672" y="32527"/>
                      <a:pt x="33337" y="54959"/>
                      <a:pt x="10858" y="74295"/>
                    </a:cubicBezTo>
                    <a:lnTo>
                      <a:pt x="0" y="60864"/>
                    </a:lnTo>
                    <a:cubicBezTo>
                      <a:pt x="21336" y="42862"/>
                      <a:pt x="36099" y="23193"/>
                      <a:pt x="44291" y="1857"/>
                    </a:cubicBezTo>
                    <a:close/>
                    <a:moveTo>
                      <a:pt x="87582" y="0"/>
                    </a:moveTo>
                    <a:cubicBezTo>
                      <a:pt x="92630" y="14001"/>
                      <a:pt x="98560" y="25550"/>
                      <a:pt x="105370" y="34647"/>
                    </a:cubicBezTo>
                    <a:cubicBezTo>
                      <a:pt x="112180" y="43743"/>
                      <a:pt x="121110" y="52197"/>
                      <a:pt x="132159" y="60007"/>
                    </a:cubicBezTo>
                    <a:lnTo>
                      <a:pt x="121729" y="74295"/>
                    </a:lnTo>
                    <a:cubicBezTo>
                      <a:pt x="109728" y="64770"/>
                      <a:pt x="99869" y="54792"/>
                      <a:pt x="92154" y="44362"/>
                    </a:cubicBezTo>
                    <a:cubicBezTo>
                      <a:pt x="84439" y="33932"/>
                      <a:pt x="77962" y="20955"/>
                      <a:pt x="72723" y="5429"/>
                    </a:cubicBez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  <p:sp>
            <p:nvSpPr>
              <p:cNvPr id="133" name="文本框 132">
                <a:extLst>
                  <a:ext uri="{FF2B5EF4-FFF2-40B4-BE49-F238E27FC236}">
                    <a16:creationId xmlns:a16="http://schemas.microsoft.com/office/drawing/2014/main" id="{21DCC848-4E31-9A25-7439-D8A9949BEC93}"/>
                  </a:ext>
                </a:extLst>
              </p:cNvPr>
              <p:cNvSpPr txBox="1"/>
              <p:nvPr/>
            </p:nvSpPr>
            <p:spPr>
              <a:xfrm>
                <a:off x="1094481" y="668063"/>
                <a:ext cx="107132" cy="116116"/>
              </a:xfrm>
              <a:custGeom>
                <a:avLst/>
                <a:gdLst/>
                <a:ahLst/>
                <a:cxnLst/>
                <a:rect l="l" t="t" r="r" b="b"/>
                <a:pathLst>
                  <a:path w="114157" h="123730">
                    <a:moveTo>
                      <a:pt x="27575" y="68009"/>
                    </a:moveTo>
                    <a:lnTo>
                      <a:pt x="27575" y="91440"/>
                    </a:lnTo>
                    <a:lnTo>
                      <a:pt x="63865" y="91440"/>
                    </a:lnTo>
                    <a:lnTo>
                      <a:pt x="63865" y="68009"/>
                    </a:lnTo>
                    <a:close/>
                    <a:moveTo>
                      <a:pt x="11573" y="53007"/>
                    </a:moveTo>
                    <a:lnTo>
                      <a:pt x="80010" y="53007"/>
                    </a:lnTo>
                    <a:lnTo>
                      <a:pt x="80010" y="106871"/>
                    </a:lnTo>
                    <a:lnTo>
                      <a:pt x="11573" y="106871"/>
                    </a:lnTo>
                    <a:close/>
                    <a:moveTo>
                      <a:pt x="0" y="27146"/>
                    </a:moveTo>
                    <a:lnTo>
                      <a:pt x="91583" y="27146"/>
                    </a:lnTo>
                    <a:lnTo>
                      <a:pt x="91583" y="42005"/>
                    </a:lnTo>
                    <a:lnTo>
                      <a:pt x="0" y="42005"/>
                    </a:lnTo>
                    <a:close/>
                    <a:moveTo>
                      <a:pt x="8001" y="0"/>
                    </a:moveTo>
                    <a:lnTo>
                      <a:pt x="114157" y="0"/>
                    </a:lnTo>
                    <a:lnTo>
                      <a:pt x="114157" y="105442"/>
                    </a:lnTo>
                    <a:cubicBezTo>
                      <a:pt x="114157" y="109633"/>
                      <a:pt x="113586" y="112871"/>
                      <a:pt x="112443" y="115157"/>
                    </a:cubicBezTo>
                    <a:cubicBezTo>
                      <a:pt x="111300" y="117443"/>
                      <a:pt x="109323" y="119158"/>
                      <a:pt x="106514" y="120301"/>
                    </a:cubicBezTo>
                    <a:cubicBezTo>
                      <a:pt x="103704" y="121444"/>
                      <a:pt x="99679" y="122206"/>
                      <a:pt x="94441" y="122587"/>
                    </a:cubicBezTo>
                    <a:lnTo>
                      <a:pt x="80725" y="123730"/>
                    </a:lnTo>
                    <a:lnTo>
                      <a:pt x="75867" y="108871"/>
                    </a:lnTo>
                    <a:lnTo>
                      <a:pt x="87868" y="108014"/>
                    </a:lnTo>
                    <a:cubicBezTo>
                      <a:pt x="91297" y="107728"/>
                      <a:pt x="93631" y="107371"/>
                      <a:pt x="94869" y="106942"/>
                    </a:cubicBezTo>
                    <a:cubicBezTo>
                      <a:pt x="96107" y="106513"/>
                      <a:pt x="96917" y="105751"/>
                      <a:pt x="97298" y="104656"/>
                    </a:cubicBezTo>
                    <a:cubicBezTo>
                      <a:pt x="97679" y="103561"/>
                      <a:pt x="97870" y="101584"/>
                      <a:pt x="97870" y="98727"/>
                    </a:cubicBezTo>
                    <a:lnTo>
                      <a:pt x="97870" y="15573"/>
                    </a:lnTo>
                    <a:lnTo>
                      <a:pt x="8001" y="15573"/>
                    </a:ln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47E94F2C-C7E3-D2E2-918C-AE0E0228CF64}"/>
                  </a:ext>
                </a:extLst>
              </p:cNvPr>
              <p:cNvSpPr txBox="1"/>
              <p:nvPr/>
            </p:nvSpPr>
            <p:spPr>
              <a:xfrm>
                <a:off x="1282133" y="660958"/>
                <a:ext cx="112630" cy="122551"/>
              </a:xfrm>
              <a:custGeom>
                <a:avLst/>
                <a:gdLst/>
                <a:ahLst/>
                <a:cxnLst/>
                <a:rect l="l" t="t" r="r" b="b"/>
                <a:pathLst>
                  <a:path w="120015" h="130587">
                    <a:moveTo>
                      <a:pt x="44005" y="84439"/>
                    </a:moveTo>
                    <a:lnTo>
                      <a:pt x="44005" y="110871"/>
                    </a:lnTo>
                    <a:lnTo>
                      <a:pt x="102156" y="110871"/>
                    </a:lnTo>
                    <a:lnTo>
                      <a:pt x="102156" y="84439"/>
                    </a:lnTo>
                    <a:close/>
                    <a:moveTo>
                      <a:pt x="55435" y="0"/>
                    </a:moveTo>
                    <a:lnTo>
                      <a:pt x="69866" y="6000"/>
                    </a:lnTo>
                    <a:cubicBezTo>
                      <a:pt x="67199" y="10001"/>
                      <a:pt x="65103" y="12954"/>
                      <a:pt x="63579" y="14859"/>
                    </a:cubicBezTo>
                    <a:lnTo>
                      <a:pt x="120015" y="14859"/>
                    </a:lnTo>
                    <a:lnTo>
                      <a:pt x="120015" y="29575"/>
                    </a:lnTo>
                    <a:cubicBezTo>
                      <a:pt x="106108" y="45482"/>
                      <a:pt x="88487" y="59007"/>
                      <a:pt x="67151" y="70151"/>
                    </a:cubicBezTo>
                    <a:lnTo>
                      <a:pt x="117443" y="70151"/>
                    </a:lnTo>
                    <a:lnTo>
                      <a:pt x="117443" y="130587"/>
                    </a:lnTo>
                    <a:lnTo>
                      <a:pt x="102156" y="130587"/>
                    </a:lnTo>
                    <a:lnTo>
                      <a:pt x="102156" y="124587"/>
                    </a:lnTo>
                    <a:lnTo>
                      <a:pt x="44005" y="124587"/>
                    </a:lnTo>
                    <a:lnTo>
                      <a:pt x="44005" y="130587"/>
                    </a:lnTo>
                    <a:lnTo>
                      <a:pt x="28861" y="130587"/>
                    </a:lnTo>
                    <a:lnTo>
                      <a:pt x="28861" y="87011"/>
                    </a:lnTo>
                    <a:cubicBezTo>
                      <a:pt x="21336" y="89773"/>
                      <a:pt x="13716" y="92345"/>
                      <a:pt x="6001" y="94726"/>
                    </a:cubicBezTo>
                    <a:lnTo>
                      <a:pt x="0" y="80153"/>
                    </a:lnTo>
                    <a:lnTo>
                      <a:pt x="47430" y="55889"/>
                    </a:lnTo>
                    <a:lnTo>
                      <a:pt x="49720" y="57721"/>
                    </a:lnTo>
                    <a:lnTo>
                      <a:pt x="58412" y="50271"/>
                    </a:lnTo>
                    <a:lnTo>
                      <a:pt x="98869" y="29575"/>
                    </a:lnTo>
                    <a:lnTo>
                      <a:pt x="51006" y="29575"/>
                    </a:lnTo>
                    <a:lnTo>
                      <a:pt x="45720" y="34718"/>
                    </a:lnTo>
                    <a:cubicBezTo>
                      <a:pt x="52483" y="39862"/>
                      <a:pt x="57817" y="44100"/>
                      <a:pt x="61722" y="47434"/>
                    </a:cubicBezTo>
                    <a:lnTo>
                      <a:pt x="58412" y="50271"/>
                    </a:lnTo>
                    <a:lnTo>
                      <a:pt x="47430" y="55889"/>
                    </a:lnTo>
                    <a:lnTo>
                      <a:pt x="34004" y="45148"/>
                    </a:lnTo>
                    <a:cubicBezTo>
                      <a:pt x="28480" y="49625"/>
                      <a:pt x="22860" y="53768"/>
                      <a:pt x="17145" y="57578"/>
                    </a:cubicBezTo>
                    <a:lnTo>
                      <a:pt x="7429" y="44291"/>
                    </a:lnTo>
                    <a:cubicBezTo>
                      <a:pt x="16097" y="38957"/>
                      <a:pt x="24955" y="32075"/>
                      <a:pt x="34004" y="23645"/>
                    </a:cubicBezTo>
                    <a:cubicBezTo>
                      <a:pt x="43053" y="15216"/>
                      <a:pt x="50197" y="7334"/>
                      <a:pt x="55435" y="0"/>
                    </a:cubicBez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  <p:sp>
            <p:nvSpPr>
              <p:cNvPr id="135" name="文本框 134">
                <a:extLst>
                  <a:ext uri="{FF2B5EF4-FFF2-40B4-BE49-F238E27FC236}">
                    <a16:creationId xmlns:a16="http://schemas.microsoft.com/office/drawing/2014/main" id="{3C30AC02-CCBF-FD28-6581-2A6910118513}"/>
                  </a:ext>
                </a:extLst>
              </p:cNvPr>
              <p:cNvSpPr txBox="1"/>
              <p:nvPr/>
            </p:nvSpPr>
            <p:spPr>
              <a:xfrm>
                <a:off x="1477664" y="663504"/>
                <a:ext cx="122255" cy="121345"/>
              </a:xfrm>
              <a:custGeom>
                <a:avLst/>
                <a:gdLst/>
                <a:ahLst/>
                <a:cxnLst/>
                <a:rect l="l" t="t" r="r" b="b"/>
                <a:pathLst>
                  <a:path w="130271" h="129302">
                    <a:moveTo>
                      <a:pt x="60294" y="60294"/>
                    </a:moveTo>
                    <a:lnTo>
                      <a:pt x="73581" y="64294"/>
                    </a:lnTo>
                    <a:cubicBezTo>
                      <a:pt x="71200" y="72581"/>
                      <a:pt x="68057" y="81534"/>
                      <a:pt x="64151" y="91155"/>
                    </a:cubicBezTo>
                    <a:cubicBezTo>
                      <a:pt x="60246" y="100775"/>
                      <a:pt x="56245" y="109347"/>
                      <a:pt x="52150" y="116872"/>
                    </a:cubicBezTo>
                    <a:lnTo>
                      <a:pt x="38862" y="111014"/>
                    </a:lnTo>
                    <a:cubicBezTo>
                      <a:pt x="42863" y="103966"/>
                      <a:pt x="46887" y="95727"/>
                      <a:pt x="50935" y="86297"/>
                    </a:cubicBezTo>
                    <a:cubicBezTo>
                      <a:pt x="54983" y="76867"/>
                      <a:pt x="58103" y="68199"/>
                      <a:pt x="60294" y="60294"/>
                    </a:cubicBezTo>
                    <a:close/>
                    <a:moveTo>
                      <a:pt x="110443" y="60151"/>
                    </a:moveTo>
                    <a:cubicBezTo>
                      <a:pt x="113967" y="67294"/>
                      <a:pt x="117896" y="76010"/>
                      <a:pt x="122230" y="86297"/>
                    </a:cubicBezTo>
                    <a:lnTo>
                      <a:pt x="130271" y="106882"/>
                    </a:lnTo>
                    <a:lnTo>
                      <a:pt x="130271" y="109679"/>
                    </a:lnTo>
                    <a:lnTo>
                      <a:pt x="119015" y="116301"/>
                    </a:lnTo>
                    <a:cubicBezTo>
                      <a:pt x="116920" y="109252"/>
                      <a:pt x="113896" y="101084"/>
                      <a:pt x="109943" y="91797"/>
                    </a:cubicBezTo>
                    <a:cubicBezTo>
                      <a:pt x="105990" y="82511"/>
                      <a:pt x="102061" y="74010"/>
                      <a:pt x="98155" y="66294"/>
                    </a:cubicBezTo>
                    <a:close/>
                    <a:moveTo>
                      <a:pt x="80010" y="40720"/>
                    </a:moveTo>
                    <a:lnTo>
                      <a:pt x="94155" y="41291"/>
                    </a:lnTo>
                    <a:lnTo>
                      <a:pt x="94155" y="112729"/>
                    </a:lnTo>
                    <a:cubicBezTo>
                      <a:pt x="94155" y="116634"/>
                      <a:pt x="93631" y="119658"/>
                      <a:pt x="92583" y="121801"/>
                    </a:cubicBezTo>
                    <a:cubicBezTo>
                      <a:pt x="91536" y="123944"/>
                      <a:pt x="89893" y="125492"/>
                      <a:pt x="87654" y="126445"/>
                    </a:cubicBezTo>
                    <a:cubicBezTo>
                      <a:pt x="85416" y="127397"/>
                      <a:pt x="82296" y="128064"/>
                      <a:pt x="78296" y="128445"/>
                    </a:cubicBezTo>
                    <a:lnTo>
                      <a:pt x="69152" y="129302"/>
                    </a:lnTo>
                    <a:lnTo>
                      <a:pt x="64437" y="114443"/>
                    </a:lnTo>
                    <a:lnTo>
                      <a:pt x="72438" y="113586"/>
                    </a:lnTo>
                    <a:cubicBezTo>
                      <a:pt x="75581" y="113205"/>
                      <a:pt x="77629" y="112657"/>
                      <a:pt x="78582" y="111943"/>
                    </a:cubicBezTo>
                    <a:cubicBezTo>
                      <a:pt x="79534" y="111228"/>
                      <a:pt x="80010" y="109585"/>
                      <a:pt x="80010" y="107014"/>
                    </a:cubicBezTo>
                    <a:close/>
                    <a:moveTo>
                      <a:pt x="66580" y="0"/>
                    </a:moveTo>
                    <a:lnTo>
                      <a:pt x="81011" y="2429"/>
                    </a:lnTo>
                    <a:cubicBezTo>
                      <a:pt x="79677" y="7096"/>
                      <a:pt x="78248" y="11811"/>
                      <a:pt x="76724" y="16574"/>
                    </a:cubicBezTo>
                    <a:lnTo>
                      <a:pt x="126445" y="16574"/>
                    </a:lnTo>
                    <a:lnTo>
                      <a:pt x="126445" y="31719"/>
                    </a:lnTo>
                    <a:lnTo>
                      <a:pt x="115872" y="54007"/>
                    </a:lnTo>
                    <a:lnTo>
                      <a:pt x="102156" y="49006"/>
                    </a:lnTo>
                    <a:lnTo>
                      <a:pt x="110728" y="31719"/>
                    </a:lnTo>
                    <a:lnTo>
                      <a:pt x="71152" y="31719"/>
                    </a:lnTo>
                    <a:cubicBezTo>
                      <a:pt x="67628" y="40482"/>
                      <a:pt x="63865" y="48483"/>
                      <a:pt x="59865" y="55722"/>
                    </a:cubicBezTo>
                    <a:lnTo>
                      <a:pt x="48578" y="49721"/>
                    </a:lnTo>
                    <a:lnTo>
                      <a:pt x="48578" y="52007"/>
                    </a:lnTo>
                    <a:lnTo>
                      <a:pt x="35148" y="52007"/>
                    </a:lnTo>
                    <a:lnTo>
                      <a:pt x="35148" y="65580"/>
                    </a:lnTo>
                    <a:lnTo>
                      <a:pt x="38291" y="61722"/>
                    </a:lnTo>
                    <a:cubicBezTo>
                      <a:pt x="44673" y="67342"/>
                      <a:pt x="49435" y="71914"/>
                      <a:pt x="52578" y="75438"/>
                    </a:cubicBezTo>
                    <a:lnTo>
                      <a:pt x="44149" y="87011"/>
                    </a:lnTo>
                    <a:cubicBezTo>
                      <a:pt x="41958" y="83963"/>
                      <a:pt x="38958" y="80629"/>
                      <a:pt x="35148" y="77010"/>
                    </a:cubicBezTo>
                    <a:lnTo>
                      <a:pt x="35148" y="129016"/>
                    </a:lnTo>
                    <a:lnTo>
                      <a:pt x="21574" y="129016"/>
                    </a:lnTo>
                    <a:lnTo>
                      <a:pt x="21574" y="80439"/>
                    </a:lnTo>
                    <a:cubicBezTo>
                      <a:pt x="17669" y="89202"/>
                      <a:pt x="13621" y="97155"/>
                      <a:pt x="9430" y="104299"/>
                    </a:cubicBezTo>
                    <a:lnTo>
                      <a:pt x="0" y="93012"/>
                    </a:lnTo>
                    <a:cubicBezTo>
                      <a:pt x="3906" y="87011"/>
                      <a:pt x="7739" y="80391"/>
                      <a:pt x="11502" y="73152"/>
                    </a:cubicBezTo>
                    <a:cubicBezTo>
                      <a:pt x="15264" y="65913"/>
                      <a:pt x="18479" y="58865"/>
                      <a:pt x="21146" y="52007"/>
                    </a:cubicBezTo>
                    <a:lnTo>
                      <a:pt x="5287" y="52007"/>
                    </a:lnTo>
                    <a:lnTo>
                      <a:pt x="5287" y="37291"/>
                    </a:lnTo>
                    <a:lnTo>
                      <a:pt x="21574" y="37291"/>
                    </a:lnTo>
                    <a:lnTo>
                      <a:pt x="21574" y="22860"/>
                    </a:lnTo>
                    <a:cubicBezTo>
                      <a:pt x="15764" y="23813"/>
                      <a:pt x="10907" y="24480"/>
                      <a:pt x="7001" y="24861"/>
                    </a:cubicBezTo>
                    <a:lnTo>
                      <a:pt x="5715" y="10573"/>
                    </a:lnTo>
                    <a:cubicBezTo>
                      <a:pt x="12192" y="9811"/>
                      <a:pt x="19574" y="8692"/>
                      <a:pt x="27861" y="7215"/>
                    </a:cubicBezTo>
                    <a:cubicBezTo>
                      <a:pt x="36148" y="5739"/>
                      <a:pt x="43196" y="4287"/>
                      <a:pt x="49006" y="2858"/>
                    </a:cubicBezTo>
                    <a:lnTo>
                      <a:pt x="51007" y="17288"/>
                    </a:lnTo>
                    <a:cubicBezTo>
                      <a:pt x="47482" y="18241"/>
                      <a:pt x="42196" y="19384"/>
                      <a:pt x="35148" y="20717"/>
                    </a:cubicBezTo>
                    <a:lnTo>
                      <a:pt x="35148" y="37291"/>
                    </a:lnTo>
                    <a:lnTo>
                      <a:pt x="48578" y="37291"/>
                    </a:lnTo>
                    <a:lnTo>
                      <a:pt x="48578" y="46006"/>
                    </a:lnTo>
                    <a:cubicBezTo>
                      <a:pt x="52293" y="39529"/>
                      <a:pt x="55769" y="32123"/>
                      <a:pt x="59008" y="23789"/>
                    </a:cubicBezTo>
                    <a:cubicBezTo>
                      <a:pt x="62246" y="15455"/>
                      <a:pt x="64770" y="7525"/>
                      <a:pt x="66580" y="0"/>
                    </a:cubicBez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</p:grpSp>
      </p:grpSp>
      <p:sp>
        <p:nvSpPr>
          <p:cNvPr id="142" name="文本框 141">
            <a:extLst>
              <a:ext uri="{FF2B5EF4-FFF2-40B4-BE49-F238E27FC236}">
                <a16:creationId xmlns:a16="http://schemas.microsoft.com/office/drawing/2014/main" id="{5A77E2FC-C787-7167-182F-16067A56FE8C}"/>
              </a:ext>
            </a:extLst>
          </p:cNvPr>
          <p:cNvSpPr txBox="1"/>
          <p:nvPr/>
        </p:nvSpPr>
        <p:spPr>
          <a:xfrm>
            <a:off x="4103688" y="3680654"/>
            <a:ext cx="3971546" cy="571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数据驱动效能跃升，构建竞争壁垒</a:t>
            </a:r>
          </a:p>
        </p:txBody>
      </p:sp>
      <p:grpSp>
        <p:nvGrpSpPr>
          <p:cNvPr id="143" name="组合 142">
            <a:extLst>
              <a:ext uri="{FF2B5EF4-FFF2-40B4-BE49-F238E27FC236}">
                <a16:creationId xmlns:a16="http://schemas.microsoft.com/office/drawing/2014/main" id="{914C8276-D6EA-61A5-AB7E-2C05A525663E}"/>
              </a:ext>
            </a:extLst>
          </p:cNvPr>
          <p:cNvGrpSpPr/>
          <p:nvPr/>
        </p:nvGrpSpPr>
        <p:grpSpPr>
          <a:xfrm>
            <a:off x="3945189" y="5811450"/>
            <a:ext cx="4313944" cy="315056"/>
            <a:chOff x="1253246" y="4118390"/>
            <a:chExt cx="4313944" cy="315056"/>
          </a:xfrm>
        </p:grpSpPr>
        <p:sp>
          <p:nvSpPr>
            <p:cNvPr id="144" name="文本框 143">
              <a:extLst>
                <a:ext uri="{FF2B5EF4-FFF2-40B4-BE49-F238E27FC236}">
                  <a16:creationId xmlns:a16="http://schemas.microsoft.com/office/drawing/2014/main" id="{B18AA79A-B897-B98E-9BCC-66F31F7C012B}"/>
                </a:ext>
              </a:extLst>
            </p:cNvPr>
            <p:cNvSpPr txBox="1"/>
            <p:nvPr/>
          </p:nvSpPr>
          <p:spPr>
            <a:xfrm>
              <a:off x="1561022" y="4125669"/>
              <a:ext cx="2027128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</a:p>
          </p:txBody>
        </p:sp>
        <p:sp>
          <p:nvSpPr>
            <p:cNvPr id="145" name="iconfont-10019-4889788">
              <a:extLst>
                <a:ext uri="{FF2B5EF4-FFF2-40B4-BE49-F238E27FC236}">
                  <a16:creationId xmlns:a16="http://schemas.microsoft.com/office/drawing/2014/main" id="{D29BDEDF-B7EC-3C66-7309-29958E1C33C9}"/>
                </a:ext>
              </a:extLst>
            </p:cNvPr>
            <p:cNvSpPr/>
            <p:nvPr/>
          </p:nvSpPr>
          <p:spPr>
            <a:xfrm>
              <a:off x="1253246" y="4118392"/>
              <a:ext cx="307776" cy="307776"/>
            </a:xfrm>
            <a:custGeom>
              <a:avLst/>
              <a:gdLst>
                <a:gd name="T0" fmla="*/ 6383 w 12767"/>
                <a:gd name="T1" fmla="*/ 0 h 12767"/>
                <a:gd name="T2" fmla="*/ 0 w 12767"/>
                <a:gd name="T3" fmla="*/ 6383 h 12767"/>
                <a:gd name="T4" fmla="*/ 6383 w 12767"/>
                <a:gd name="T5" fmla="*/ 12767 h 12767"/>
                <a:gd name="T6" fmla="*/ 12767 w 12767"/>
                <a:gd name="T7" fmla="*/ 6383 h 12767"/>
                <a:gd name="T8" fmla="*/ 6383 w 12767"/>
                <a:gd name="T9" fmla="*/ 0 h 12767"/>
                <a:gd name="T10" fmla="*/ 6383 w 12767"/>
                <a:gd name="T11" fmla="*/ 870 h 12767"/>
                <a:gd name="T12" fmla="*/ 11897 w 12767"/>
                <a:gd name="T13" fmla="*/ 6383 h 12767"/>
                <a:gd name="T14" fmla="*/ 11032 w 12767"/>
                <a:gd name="T15" fmla="*/ 9349 h 12767"/>
                <a:gd name="T16" fmla="*/ 7524 w 12767"/>
                <a:gd name="T17" fmla="*/ 7451 h 12767"/>
                <a:gd name="T18" fmla="*/ 9004 w 12767"/>
                <a:gd name="T19" fmla="*/ 5101 h 12767"/>
                <a:gd name="T20" fmla="*/ 6393 w 12767"/>
                <a:gd name="T21" fmla="*/ 2489 h 12767"/>
                <a:gd name="T22" fmla="*/ 3781 w 12767"/>
                <a:gd name="T23" fmla="*/ 5101 h 12767"/>
                <a:gd name="T24" fmla="*/ 5261 w 12767"/>
                <a:gd name="T25" fmla="*/ 7451 h 12767"/>
                <a:gd name="T26" fmla="*/ 1743 w 12767"/>
                <a:gd name="T27" fmla="*/ 9361 h 12767"/>
                <a:gd name="T28" fmla="*/ 870 w 12767"/>
                <a:gd name="T29" fmla="*/ 6383 h 12767"/>
                <a:gd name="T30" fmla="*/ 6383 w 12767"/>
                <a:gd name="T31" fmla="*/ 870 h 127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767" h="12767">
                  <a:moveTo>
                    <a:pt x="6383" y="0"/>
                  </a:moveTo>
                  <a:cubicBezTo>
                    <a:pt x="2858" y="0"/>
                    <a:pt x="0" y="2858"/>
                    <a:pt x="0" y="6383"/>
                  </a:cubicBezTo>
                  <a:cubicBezTo>
                    <a:pt x="0" y="9909"/>
                    <a:pt x="2858" y="12767"/>
                    <a:pt x="6383" y="12767"/>
                  </a:cubicBezTo>
                  <a:cubicBezTo>
                    <a:pt x="9909" y="12767"/>
                    <a:pt x="12767" y="9909"/>
                    <a:pt x="12767" y="6383"/>
                  </a:cubicBezTo>
                  <a:cubicBezTo>
                    <a:pt x="12767" y="2858"/>
                    <a:pt x="9909" y="0"/>
                    <a:pt x="6383" y="0"/>
                  </a:cubicBezTo>
                  <a:close/>
                  <a:moveTo>
                    <a:pt x="6383" y="870"/>
                  </a:moveTo>
                  <a:cubicBezTo>
                    <a:pt x="9428" y="870"/>
                    <a:pt x="11897" y="3339"/>
                    <a:pt x="11897" y="6383"/>
                  </a:cubicBezTo>
                  <a:cubicBezTo>
                    <a:pt x="11897" y="7475"/>
                    <a:pt x="11579" y="8493"/>
                    <a:pt x="11032" y="9349"/>
                  </a:cubicBezTo>
                  <a:cubicBezTo>
                    <a:pt x="10114" y="8379"/>
                    <a:pt x="8895" y="7697"/>
                    <a:pt x="7524" y="7451"/>
                  </a:cubicBezTo>
                  <a:cubicBezTo>
                    <a:pt x="8399" y="7030"/>
                    <a:pt x="9004" y="6137"/>
                    <a:pt x="9004" y="5101"/>
                  </a:cubicBezTo>
                  <a:cubicBezTo>
                    <a:pt x="9004" y="3658"/>
                    <a:pt x="7835" y="2489"/>
                    <a:pt x="6393" y="2489"/>
                  </a:cubicBezTo>
                  <a:cubicBezTo>
                    <a:pt x="4950" y="2489"/>
                    <a:pt x="3781" y="3658"/>
                    <a:pt x="3781" y="5101"/>
                  </a:cubicBezTo>
                  <a:cubicBezTo>
                    <a:pt x="3781" y="6137"/>
                    <a:pt x="4386" y="7030"/>
                    <a:pt x="5261" y="7451"/>
                  </a:cubicBezTo>
                  <a:cubicBezTo>
                    <a:pt x="3885" y="7698"/>
                    <a:pt x="2662" y="8385"/>
                    <a:pt x="1743" y="9361"/>
                  </a:cubicBezTo>
                  <a:cubicBezTo>
                    <a:pt x="1190" y="8502"/>
                    <a:pt x="870" y="7480"/>
                    <a:pt x="870" y="6383"/>
                  </a:cubicBezTo>
                  <a:cubicBezTo>
                    <a:pt x="870" y="3339"/>
                    <a:pt x="3339" y="870"/>
                    <a:pt x="6383" y="870"/>
                  </a:cubicBezTo>
                  <a:close/>
                </a:path>
              </a:pathLst>
            </a:custGeom>
            <a:solidFill>
              <a:schemeClr val="bg1"/>
            </a:solidFill>
          </p:spPr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sym typeface="+mn-lt"/>
              </a:endParaRPr>
            </a:p>
          </p:txBody>
        </p:sp>
        <p:sp>
          <p:nvSpPr>
            <p:cNvPr id="146" name="文本框 145">
              <a:extLst>
                <a:ext uri="{FF2B5EF4-FFF2-40B4-BE49-F238E27FC236}">
                  <a16:creationId xmlns:a16="http://schemas.microsoft.com/office/drawing/2014/main" id="{574D28EE-3E09-D182-C510-82D63D4BBB79}"/>
                </a:ext>
              </a:extLst>
            </p:cNvPr>
            <p:cNvSpPr txBox="1"/>
            <p:nvPr/>
          </p:nvSpPr>
          <p:spPr>
            <a:xfrm>
              <a:off x="3898985" y="4118390"/>
              <a:ext cx="1668205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bg1"/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</a:p>
          </p:txBody>
        </p:sp>
        <p:sp>
          <p:nvSpPr>
            <p:cNvPr id="147" name="iconfont-11899-5651509">
              <a:extLst>
                <a:ext uri="{FF2B5EF4-FFF2-40B4-BE49-F238E27FC236}">
                  <a16:creationId xmlns:a16="http://schemas.microsoft.com/office/drawing/2014/main" id="{1F7D64EB-74CB-8CE5-3783-DEF3A61A3CA4}"/>
                </a:ext>
              </a:extLst>
            </p:cNvPr>
            <p:cNvSpPr/>
            <p:nvPr/>
          </p:nvSpPr>
          <p:spPr>
            <a:xfrm>
              <a:off x="3588150" y="4118394"/>
              <a:ext cx="307836" cy="307774"/>
            </a:xfrm>
            <a:custGeom>
              <a:avLst/>
              <a:gdLst>
                <a:gd name="T0" fmla="*/ 5872 w 10378"/>
                <a:gd name="T1" fmla="*/ 5277 h 10377"/>
                <a:gd name="T2" fmla="*/ 5872 w 10378"/>
                <a:gd name="T3" fmla="*/ 2783 h 10377"/>
                <a:gd name="T4" fmla="*/ 5223 w 10378"/>
                <a:gd name="T5" fmla="*/ 2135 h 10377"/>
                <a:gd name="T6" fmla="*/ 4574 w 10378"/>
                <a:gd name="T7" fmla="*/ 2783 h 10377"/>
                <a:gd name="T8" fmla="*/ 4574 w 10378"/>
                <a:gd name="T9" fmla="*/ 6026 h 10377"/>
                <a:gd name="T10" fmla="*/ 7383 w 10378"/>
                <a:gd name="T11" fmla="*/ 7647 h 10377"/>
                <a:gd name="T12" fmla="*/ 8267 w 10378"/>
                <a:gd name="T13" fmla="*/ 7403 h 10377"/>
                <a:gd name="T14" fmla="*/ 8031 w 10378"/>
                <a:gd name="T15" fmla="*/ 6523 h 10377"/>
                <a:gd name="T16" fmla="*/ 5872 w 10378"/>
                <a:gd name="T17" fmla="*/ 5277 h 10377"/>
                <a:gd name="T18" fmla="*/ 5189 w 10378"/>
                <a:gd name="T19" fmla="*/ 10377 h 10377"/>
                <a:gd name="T20" fmla="*/ 0 w 10378"/>
                <a:gd name="T21" fmla="*/ 5188 h 10377"/>
                <a:gd name="T22" fmla="*/ 5189 w 10378"/>
                <a:gd name="T23" fmla="*/ 0 h 10377"/>
                <a:gd name="T24" fmla="*/ 10378 w 10378"/>
                <a:gd name="T25" fmla="*/ 5188 h 10377"/>
                <a:gd name="T26" fmla="*/ 5189 w 10378"/>
                <a:gd name="T27" fmla="*/ 10377 h 10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378" h="10377">
                  <a:moveTo>
                    <a:pt x="5872" y="5277"/>
                  </a:moveTo>
                  <a:lnTo>
                    <a:pt x="5872" y="2783"/>
                  </a:lnTo>
                  <a:cubicBezTo>
                    <a:pt x="5872" y="2425"/>
                    <a:pt x="5582" y="2135"/>
                    <a:pt x="5223" y="2135"/>
                  </a:cubicBezTo>
                  <a:cubicBezTo>
                    <a:pt x="4864" y="2135"/>
                    <a:pt x="4574" y="2425"/>
                    <a:pt x="4574" y="2783"/>
                  </a:cubicBezTo>
                  <a:lnTo>
                    <a:pt x="4574" y="6026"/>
                  </a:lnTo>
                  <a:lnTo>
                    <a:pt x="7383" y="7647"/>
                  </a:lnTo>
                  <a:cubicBezTo>
                    <a:pt x="7694" y="7825"/>
                    <a:pt x="8091" y="7716"/>
                    <a:pt x="8267" y="7403"/>
                  </a:cubicBezTo>
                  <a:cubicBezTo>
                    <a:pt x="8442" y="7095"/>
                    <a:pt x="8337" y="6703"/>
                    <a:pt x="8031" y="6523"/>
                  </a:cubicBezTo>
                  <a:lnTo>
                    <a:pt x="5872" y="5277"/>
                  </a:lnTo>
                  <a:close/>
                  <a:moveTo>
                    <a:pt x="5189" y="10377"/>
                  </a:moveTo>
                  <a:cubicBezTo>
                    <a:pt x="2324" y="10377"/>
                    <a:pt x="0" y="8054"/>
                    <a:pt x="0" y="5188"/>
                  </a:cubicBezTo>
                  <a:cubicBezTo>
                    <a:pt x="0" y="2322"/>
                    <a:pt x="2324" y="0"/>
                    <a:pt x="5189" y="0"/>
                  </a:cubicBezTo>
                  <a:cubicBezTo>
                    <a:pt x="8054" y="0"/>
                    <a:pt x="10378" y="2322"/>
                    <a:pt x="10378" y="5188"/>
                  </a:cubicBezTo>
                  <a:cubicBezTo>
                    <a:pt x="10378" y="8054"/>
                    <a:pt x="8056" y="10377"/>
                    <a:pt x="5189" y="10377"/>
                  </a:cubicBezTo>
                  <a:close/>
                </a:path>
              </a:pathLst>
            </a:custGeom>
            <a:solidFill>
              <a:schemeClr val="bg1"/>
            </a:solidFill>
          </p:spPr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sym typeface="+mn-lt"/>
              </a:endParaRPr>
            </a:p>
          </p:txBody>
        </p:sp>
      </p:grpSp>
      <p:sp>
        <p:nvSpPr>
          <p:cNvPr id="149" name="图形 948">
            <a:extLst>
              <a:ext uri="{FF2B5EF4-FFF2-40B4-BE49-F238E27FC236}">
                <a16:creationId xmlns:a16="http://schemas.microsoft.com/office/drawing/2014/main" id="{67C11CDD-76BB-423C-6D17-02E5E5CA60AD}"/>
              </a:ext>
            </a:extLst>
          </p:cNvPr>
          <p:cNvSpPr/>
          <p:nvPr/>
        </p:nvSpPr>
        <p:spPr>
          <a:xfrm>
            <a:off x="10490406" y="4485419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51" name="组合 150">
            <a:extLst>
              <a:ext uri="{FF2B5EF4-FFF2-40B4-BE49-F238E27FC236}">
                <a16:creationId xmlns:a16="http://schemas.microsoft.com/office/drawing/2014/main" id="{65F1FE68-EDDA-B6E9-636C-ADA0038BE9E8}"/>
              </a:ext>
            </a:extLst>
          </p:cNvPr>
          <p:cNvGrpSpPr/>
          <p:nvPr/>
        </p:nvGrpSpPr>
        <p:grpSpPr>
          <a:xfrm>
            <a:off x="3091543" y="3015847"/>
            <a:ext cx="6008914" cy="410702"/>
            <a:chOff x="3091543" y="2828925"/>
            <a:chExt cx="6008914" cy="410702"/>
          </a:xfrm>
        </p:grpSpPr>
        <p:sp>
          <p:nvSpPr>
            <p:cNvPr id="148" name="矩形: 圆角 147">
              <a:extLst>
                <a:ext uri="{FF2B5EF4-FFF2-40B4-BE49-F238E27FC236}">
                  <a16:creationId xmlns:a16="http://schemas.microsoft.com/office/drawing/2014/main" id="{56956BC4-AD80-981A-CA55-09DC358B8E0D}"/>
                </a:ext>
              </a:extLst>
            </p:cNvPr>
            <p:cNvSpPr/>
            <p:nvPr/>
          </p:nvSpPr>
          <p:spPr>
            <a:xfrm>
              <a:off x="3091543" y="2828925"/>
              <a:ext cx="6008914" cy="410702"/>
            </a:xfrm>
            <a:prstGeom prst="roundRect">
              <a:avLst>
                <a:gd name="adj" fmla="val 19077"/>
              </a:avLst>
            </a:pr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50" name="文本框 149">
              <a:extLst>
                <a:ext uri="{FF2B5EF4-FFF2-40B4-BE49-F238E27FC236}">
                  <a16:creationId xmlns:a16="http://schemas.microsoft.com/office/drawing/2014/main" id="{1FBCCB81-F9A8-0A4F-AE00-09643E2306EB}"/>
                </a:ext>
              </a:extLst>
            </p:cNvPr>
            <p:cNvSpPr txBox="1"/>
            <p:nvPr/>
          </p:nvSpPr>
          <p:spPr>
            <a:xfrm>
              <a:off x="3734245" y="2883788"/>
              <a:ext cx="474360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>
                  <a:solidFill>
                    <a:schemeClr val="bg1"/>
                  </a:solidFill>
                </a:rPr>
                <a:t>数据驱动效能跃升，构建竞争壁垒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94118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EC795D-A965-C4C8-D0C6-CB8FB7D78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58FDB91-BEB7-5CBF-329D-A12ED828A8B0}"/>
              </a:ext>
            </a:extLst>
          </p:cNvPr>
          <p:cNvSpPr/>
          <p:nvPr/>
        </p:nvSpPr>
        <p:spPr>
          <a:xfrm>
            <a:off x="0" y="4485419"/>
            <a:ext cx="12192000" cy="2372581"/>
          </a:xfrm>
          <a:custGeom>
            <a:avLst/>
            <a:gdLst>
              <a:gd name="csX0" fmla="*/ 4552950 w 12192000"/>
              <a:gd name="csY0" fmla="*/ 0 h 2372581"/>
              <a:gd name="csX1" fmla="*/ 11672122 w 12192000"/>
              <a:gd name="csY1" fmla="*/ 1048195 h 2372581"/>
              <a:gd name="csX2" fmla="*/ 12192000 w 12192000"/>
              <a:gd name="csY2" fmla="*/ 1251521 h 2372581"/>
              <a:gd name="csX3" fmla="*/ 12192000 w 12192000"/>
              <a:gd name="csY3" fmla="*/ 2372581 h 2372581"/>
              <a:gd name="csX4" fmla="*/ 0 w 12192000"/>
              <a:gd name="csY4" fmla="*/ 2372581 h 2372581"/>
              <a:gd name="csX5" fmla="*/ 0 w 12192000"/>
              <a:gd name="csY5" fmla="*/ 387139 h 2372581"/>
              <a:gd name="csX6" fmla="*/ 188043 w 12192000"/>
              <a:gd name="csY6" fmla="*/ 352905 h 2372581"/>
              <a:gd name="csX7" fmla="*/ 4552950 w 12192000"/>
              <a:gd name="csY7" fmla="*/ 0 h 23725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2372581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2372581"/>
                </a:lnTo>
                <a:lnTo>
                  <a:pt x="0" y="2372581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5B2CC646-C556-33AF-3679-0F9534640F3F}"/>
              </a:ext>
            </a:extLst>
          </p:cNvPr>
          <p:cNvSpPr/>
          <p:nvPr/>
        </p:nvSpPr>
        <p:spPr>
          <a:xfrm>
            <a:off x="0" y="5079957"/>
            <a:ext cx="12192000" cy="1778043"/>
          </a:xfrm>
          <a:custGeom>
            <a:avLst/>
            <a:gdLst>
              <a:gd name="csX0" fmla="*/ 6096000 w 12192000"/>
              <a:gd name="csY0" fmla="*/ 0 h 1778043"/>
              <a:gd name="csX1" fmla="*/ 11777135 w 12192000"/>
              <a:gd name="csY1" fmla="*/ 553777 h 1778043"/>
              <a:gd name="csX2" fmla="*/ 12192000 w 12192000"/>
              <a:gd name="csY2" fmla="*/ 661197 h 1778043"/>
              <a:gd name="csX3" fmla="*/ 12192000 w 12192000"/>
              <a:gd name="csY3" fmla="*/ 1778043 h 1778043"/>
              <a:gd name="csX4" fmla="*/ 0 w 12192000"/>
              <a:gd name="csY4" fmla="*/ 1778043 h 1778043"/>
              <a:gd name="csX5" fmla="*/ 0 w 12192000"/>
              <a:gd name="csY5" fmla="*/ 661197 h 1778043"/>
              <a:gd name="csX6" fmla="*/ 414865 w 12192000"/>
              <a:gd name="csY6" fmla="*/ 553777 h 1778043"/>
              <a:gd name="csX7" fmla="*/ 6096000 w 12192000"/>
              <a:gd name="csY7" fmla="*/ 0 h 17780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778043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1778043"/>
                </a:lnTo>
                <a:lnTo>
                  <a:pt x="0" y="1778043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BF57AEBB-AF57-5DFD-BE73-97F98A0035B3}"/>
              </a:ext>
            </a:extLst>
          </p:cNvPr>
          <p:cNvSpPr/>
          <p:nvPr/>
        </p:nvSpPr>
        <p:spPr>
          <a:xfrm>
            <a:off x="-13908" y="-499837"/>
            <a:ext cx="286632" cy="286632"/>
          </a:xfrm>
          <a:prstGeom prst="ellipse">
            <a:avLst/>
          </a:prstGeom>
          <a:solidFill>
            <a:srgbClr val="4F6D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13F937C8-2769-DCAD-409D-25D462A1F4EA}"/>
              </a:ext>
            </a:extLst>
          </p:cNvPr>
          <p:cNvSpPr/>
          <p:nvPr/>
        </p:nvSpPr>
        <p:spPr>
          <a:xfrm>
            <a:off x="417892" y="-499837"/>
            <a:ext cx="286632" cy="286632"/>
          </a:xfrm>
          <a:prstGeom prst="ellipse">
            <a:avLst/>
          </a:prstGeom>
          <a:solidFill>
            <a:srgbClr val="97B6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6EEC2B7-400B-E637-DAD3-EAC873C6D48D}"/>
              </a:ext>
            </a:extLst>
          </p:cNvPr>
          <p:cNvSpPr/>
          <p:nvPr/>
        </p:nvSpPr>
        <p:spPr>
          <a:xfrm>
            <a:off x="849692" y="-499837"/>
            <a:ext cx="286632" cy="286632"/>
          </a:xfrm>
          <a:prstGeom prst="ellipse">
            <a:avLst/>
          </a:prstGeom>
          <a:solidFill>
            <a:srgbClr val="FDCC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2291845E-0801-6C42-C7ED-FEA55DE484CB}"/>
              </a:ext>
            </a:extLst>
          </p:cNvPr>
          <p:cNvSpPr/>
          <p:nvPr/>
        </p:nvSpPr>
        <p:spPr>
          <a:xfrm>
            <a:off x="12814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D425F32-E9D8-CDBB-2014-195AAC7F4376}"/>
              </a:ext>
            </a:extLst>
          </p:cNvPr>
          <p:cNvSpPr/>
          <p:nvPr/>
        </p:nvSpPr>
        <p:spPr>
          <a:xfrm>
            <a:off x="17132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4F226778-4F90-2713-7939-093717DFC711}"/>
              </a:ext>
            </a:extLst>
          </p:cNvPr>
          <p:cNvSpPr txBox="1"/>
          <p:nvPr/>
        </p:nvSpPr>
        <p:spPr>
          <a:xfrm>
            <a:off x="2310352" y="1515002"/>
            <a:ext cx="757130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7200" dirty="0">
                <a:solidFill>
                  <a:srgbClr val="4F6DD9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rPr>
              <a:t>投资回报与安全体系</a:t>
            </a:r>
          </a:p>
        </p:txBody>
      </p:sp>
      <p:grpSp>
        <p:nvGrpSpPr>
          <p:cNvPr id="53" name="组合 52" descr="D:\51PPT模板网\51pptmoban.com\图片.jpg">
            <a:extLst>
              <a:ext uri="{FF2B5EF4-FFF2-40B4-BE49-F238E27FC236}">
                <a16:creationId xmlns:a16="http://schemas.microsoft.com/office/drawing/2014/main" id="{DCC3551C-0E9C-E178-BB73-7D66F582B45D}"/>
              </a:ext>
            </a:extLst>
          </p:cNvPr>
          <p:cNvGrpSpPr/>
          <p:nvPr/>
        </p:nvGrpSpPr>
        <p:grpSpPr>
          <a:xfrm>
            <a:off x="5422405" y="478677"/>
            <a:ext cx="1341129" cy="616044"/>
            <a:chOff x="289325" y="241206"/>
            <a:chExt cx="1341129" cy="616044"/>
          </a:xfrm>
          <a:solidFill>
            <a:schemeClr val="bg1"/>
          </a:solidFill>
        </p:grpSpPr>
        <p:grpSp>
          <p:nvGrpSpPr>
            <p:cNvPr id="130" name="组合 129" descr="51PPT模板网，幻灯片演示模板及素材免费下载！&#10;51PPT模板网 唯一访问网址：www.51pptmoban.com">
              <a:extLst>
                <a:ext uri="{FF2B5EF4-FFF2-40B4-BE49-F238E27FC236}">
                  <a16:creationId xmlns:a16="http://schemas.microsoft.com/office/drawing/2014/main" id="{C3EFB0FB-920C-D9E4-D784-87CDD758CDDA}"/>
                </a:ext>
              </a:extLst>
            </p:cNvPr>
            <p:cNvGrpSpPr/>
            <p:nvPr/>
          </p:nvGrpSpPr>
          <p:grpSpPr>
            <a:xfrm>
              <a:off x="289325" y="241206"/>
              <a:ext cx="1341129" cy="616044"/>
              <a:chOff x="8154814" y="263825"/>
              <a:chExt cx="665390" cy="305645"/>
            </a:xfrm>
            <a:grpFill/>
          </p:grpSpPr>
          <p:sp>
            <p:nvSpPr>
              <p:cNvPr id="136" name="椭圆 135">
                <a:extLst>
                  <a:ext uri="{FF2B5EF4-FFF2-40B4-BE49-F238E27FC236}">
                    <a16:creationId xmlns:a16="http://schemas.microsoft.com/office/drawing/2014/main" id="{A218D96D-37AE-7815-449A-CBA7BF0F3600}"/>
                  </a:ext>
                </a:extLst>
              </p:cNvPr>
              <p:cNvSpPr/>
              <p:nvPr/>
            </p:nvSpPr>
            <p:spPr bwMode="auto">
              <a:xfrm>
                <a:off x="8465454" y="276815"/>
                <a:ext cx="45719" cy="45719"/>
              </a:xfrm>
              <a:prstGeom prst="ellipse">
                <a:avLst/>
              </a:pr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tx1"/>
                  </a:solidFill>
                  <a:sym typeface="+mn-lt"/>
                </a:endParaRPr>
              </a:p>
            </p:txBody>
          </p:sp>
          <p:sp>
            <p:nvSpPr>
              <p:cNvPr id="137" name="任意多边形: 形状 136">
                <a:extLst>
                  <a:ext uri="{FF2B5EF4-FFF2-40B4-BE49-F238E27FC236}">
                    <a16:creationId xmlns:a16="http://schemas.microsoft.com/office/drawing/2014/main" id="{8F533B97-51C4-79FB-3C44-8C87EBCE08C3}"/>
                  </a:ext>
                </a:extLst>
              </p:cNvPr>
              <p:cNvSpPr/>
              <p:nvPr/>
            </p:nvSpPr>
            <p:spPr>
              <a:xfrm>
                <a:off x="8154814" y="263825"/>
                <a:ext cx="306598" cy="305645"/>
              </a:xfrm>
              <a:custGeom>
                <a:avLst/>
                <a:gdLst>
                  <a:gd name="connsiteX0" fmla="*/ 518470 w 1105104"/>
                  <a:gd name="connsiteY0" fmla="*/ 0 h 1101666"/>
                  <a:gd name="connsiteX1" fmla="*/ 408380 w 1105104"/>
                  <a:gd name="connsiteY1" fmla="*/ 792005 h 1101666"/>
                  <a:gd name="connsiteX2" fmla="*/ 419555 w 1105104"/>
                  <a:gd name="connsiteY2" fmla="*/ 845398 h 1101666"/>
                  <a:gd name="connsiteX3" fmla="*/ 464254 w 1105104"/>
                  <a:gd name="connsiteY3" fmla="*/ 862782 h 1101666"/>
                  <a:gd name="connsiteX4" fmla="*/ 907150 w 1105104"/>
                  <a:gd name="connsiteY4" fmla="*/ 862782 h 1101666"/>
                  <a:gd name="connsiteX5" fmla="*/ 907149 w 1105104"/>
                  <a:gd name="connsiteY5" fmla="*/ 862783 h 1101666"/>
                  <a:gd name="connsiteX6" fmla="*/ 958696 w 1105104"/>
                  <a:gd name="connsiteY6" fmla="*/ 811236 h 1101666"/>
                  <a:gd name="connsiteX7" fmla="*/ 958697 w 1105104"/>
                  <a:gd name="connsiteY7" fmla="*/ 729857 h 1101666"/>
                  <a:gd name="connsiteX8" fmla="*/ 907150 w 1105104"/>
                  <a:gd name="connsiteY8" fmla="*/ 678311 h 1101666"/>
                  <a:gd name="connsiteX9" fmla="*/ 905456 w 1105104"/>
                  <a:gd name="connsiteY9" fmla="*/ 679013 h 1101666"/>
                  <a:gd name="connsiteX10" fmla="*/ 645541 w 1105104"/>
                  <a:gd name="connsiteY10" fmla="*/ 679013 h 1101666"/>
                  <a:gd name="connsiteX11" fmla="*/ 735555 w 1105104"/>
                  <a:gd name="connsiteY11" fmla="*/ 30029 h 1101666"/>
                  <a:gd name="connsiteX12" fmla="*/ 767630 w 1105104"/>
                  <a:gd name="connsiteY12" fmla="*/ 39986 h 1101666"/>
                  <a:gd name="connsiteX13" fmla="*/ 1105104 w 1105104"/>
                  <a:gd name="connsiteY13" fmla="*/ 549115 h 1101666"/>
                  <a:gd name="connsiteX14" fmla="*/ 552552 w 1105104"/>
                  <a:gd name="connsiteY14" fmla="*/ 1101666 h 1101666"/>
                  <a:gd name="connsiteX15" fmla="*/ 0 w 1105104"/>
                  <a:gd name="connsiteY15" fmla="*/ 549115 h 1101666"/>
                  <a:gd name="connsiteX16" fmla="*/ 441194 w 1105104"/>
                  <a:gd name="connsiteY16" fmla="*/ 7790 h 1101666"/>
                  <a:gd name="connsiteX17" fmla="*/ 518470 w 1105104"/>
                  <a:gd name="connsiteY17" fmla="*/ 0 h 11016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105104" h="1101666">
                    <a:moveTo>
                      <a:pt x="518470" y="0"/>
                    </a:moveTo>
                    <a:lnTo>
                      <a:pt x="408380" y="792005"/>
                    </a:lnTo>
                    <a:cubicBezTo>
                      <a:pt x="405066" y="816840"/>
                      <a:pt x="408792" y="834636"/>
                      <a:pt x="419555" y="845398"/>
                    </a:cubicBezTo>
                    <a:cubicBezTo>
                      <a:pt x="430314" y="856989"/>
                      <a:pt x="445215" y="862782"/>
                      <a:pt x="464254" y="862782"/>
                    </a:cubicBezTo>
                    <a:lnTo>
                      <a:pt x="907150" y="862782"/>
                    </a:lnTo>
                    <a:lnTo>
                      <a:pt x="907149" y="862783"/>
                    </a:lnTo>
                    <a:cubicBezTo>
                      <a:pt x="935618" y="862783"/>
                      <a:pt x="958696" y="839705"/>
                      <a:pt x="958696" y="811236"/>
                    </a:cubicBezTo>
                    <a:cubicBezTo>
                      <a:pt x="958696" y="784110"/>
                      <a:pt x="958697" y="756984"/>
                      <a:pt x="958697" y="729857"/>
                    </a:cubicBezTo>
                    <a:cubicBezTo>
                      <a:pt x="958697" y="701389"/>
                      <a:pt x="935619" y="678311"/>
                      <a:pt x="907150" y="678311"/>
                    </a:cubicBezTo>
                    <a:lnTo>
                      <a:pt x="905456" y="679013"/>
                    </a:lnTo>
                    <a:lnTo>
                      <a:pt x="645541" y="679013"/>
                    </a:lnTo>
                    <a:lnTo>
                      <a:pt x="735555" y="30029"/>
                    </a:lnTo>
                    <a:lnTo>
                      <a:pt x="767630" y="39986"/>
                    </a:lnTo>
                    <a:cubicBezTo>
                      <a:pt x="965950" y="123868"/>
                      <a:pt x="1105104" y="320241"/>
                      <a:pt x="1105104" y="549115"/>
                    </a:cubicBezTo>
                    <a:cubicBezTo>
                      <a:pt x="1105104" y="854280"/>
                      <a:pt x="857718" y="1101666"/>
                      <a:pt x="552552" y="1101666"/>
                    </a:cubicBezTo>
                    <a:cubicBezTo>
                      <a:pt x="247386" y="1101666"/>
                      <a:pt x="0" y="854280"/>
                      <a:pt x="0" y="549115"/>
                    </a:cubicBezTo>
                    <a:cubicBezTo>
                      <a:pt x="0" y="282096"/>
                      <a:pt x="189405" y="59313"/>
                      <a:pt x="441194" y="7790"/>
                    </a:cubicBezTo>
                    <a:lnTo>
                      <a:pt x="518470" y="0"/>
                    </a:ln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  <a:sym typeface="+mn-lt"/>
                </a:endParaRPr>
              </a:p>
            </p:txBody>
          </p:sp>
          <p:grpSp>
            <p:nvGrpSpPr>
              <p:cNvPr id="138" name="文本框-2_矢量">
                <a:extLst>
                  <a:ext uri="{FF2B5EF4-FFF2-40B4-BE49-F238E27FC236}">
                    <a16:creationId xmlns:a16="http://schemas.microsoft.com/office/drawing/2014/main" id="{BB2E5FA6-E9EF-B001-CAC0-EC5CD71638E4}"/>
                  </a:ext>
                </a:extLst>
              </p:cNvPr>
              <p:cNvGrpSpPr/>
              <p:nvPr/>
            </p:nvGrpSpPr>
            <p:grpSpPr>
              <a:xfrm>
                <a:off x="8478585" y="337599"/>
                <a:ext cx="341619" cy="106745"/>
                <a:chOff x="8501988" y="300619"/>
                <a:chExt cx="396430" cy="123872"/>
              </a:xfrm>
              <a:grpFill/>
            </p:grpSpPr>
            <p:sp>
              <p:nvSpPr>
                <p:cNvPr id="139" name="文本框 138">
                  <a:extLst>
                    <a:ext uri="{FF2B5EF4-FFF2-40B4-BE49-F238E27FC236}">
                      <a16:creationId xmlns:a16="http://schemas.microsoft.com/office/drawing/2014/main" id="{1EFD39E8-B6C7-E356-6427-C5296A3CAA40}"/>
                    </a:ext>
                  </a:extLst>
                </p:cNvPr>
                <p:cNvSpPr txBox="1"/>
                <p:nvPr/>
              </p:nvSpPr>
              <p:spPr>
                <a:xfrm>
                  <a:off x="8501988" y="300763"/>
                  <a:ext cx="129730" cy="123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730" h="123301">
                      <a:moveTo>
                        <a:pt x="68865" y="22145"/>
                      </a:moveTo>
                      <a:cubicBezTo>
                        <a:pt x="57340" y="22145"/>
                        <a:pt x="47387" y="26479"/>
                        <a:pt x="39004" y="35147"/>
                      </a:cubicBezTo>
                      <a:cubicBezTo>
                        <a:pt x="30623" y="43815"/>
                        <a:pt x="26432" y="54197"/>
                        <a:pt x="26432" y="66294"/>
                      </a:cubicBezTo>
                      <a:cubicBezTo>
                        <a:pt x="26432" y="76485"/>
                        <a:pt x="29622" y="84820"/>
                        <a:pt x="36004" y="91297"/>
                      </a:cubicBezTo>
                      <a:cubicBezTo>
                        <a:pt x="42386" y="97774"/>
                        <a:pt x="50625" y="101012"/>
                        <a:pt x="60722" y="101012"/>
                      </a:cubicBezTo>
                      <a:cubicBezTo>
                        <a:pt x="72628" y="101012"/>
                        <a:pt x="82724" y="96726"/>
                        <a:pt x="91011" y="88153"/>
                      </a:cubicBezTo>
                      <a:cubicBezTo>
                        <a:pt x="99298" y="79486"/>
                        <a:pt x="103441" y="68961"/>
                        <a:pt x="103441" y="56578"/>
                      </a:cubicBezTo>
                      <a:cubicBezTo>
                        <a:pt x="103441" y="46577"/>
                        <a:pt x="100155" y="38338"/>
                        <a:pt x="93583" y="31861"/>
                      </a:cubicBezTo>
                      <a:cubicBezTo>
                        <a:pt x="87106" y="25384"/>
                        <a:pt x="78867" y="22145"/>
                        <a:pt x="68865" y="22145"/>
                      </a:cubicBezTo>
                      <a:close/>
                      <a:moveTo>
                        <a:pt x="70580" y="0"/>
                      </a:moveTo>
                      <a:cubicBezTo>
                        <a:pt x="88011" y="0"/>
                        <a:pt x="102251" y="5095"/>
                        <a:pt x="113300" y="15287"/>
                      </a:cubicBezTo>
                      <a:cubicBezTo>
                        <a:pt x="124253" y="25479"/>
                        <a:pt x="129730" y="38671"/>
                        <a:pt x="129730" y="54864"/>
                      </a:cubicBezTo>
                      <a:cubicBezTo>
                        <a:pt x="129730" y="75057"/>
                        <a:pt x="123253" y="91487"/>
                        <a:pt x="110299" y="104155"/>
                      </a:cubicBezTo>
                      <a:cubicBezTo>
                        <a:pt x="97345" y="116919"/>
                        <a:pt x="80772" y="123301"/>
                        <a:pt x="60579" y="123301"/>
                      </a:cubicBezTo>
                      <a:cubicBezTo>
                        <a:pt x="43053" y="123301"/>
                        <a:pt x="28575" y="118062"/>
                        <a:pt x="17145" y="107584"/>
                      </a:cubicBezTo>
                      <a:cubicBezTo>
                        <a:pt x="5715" y="97012"/>
                        <a:pt x="0" y="83629"/>
                        <a:pt x="0" y="67437"/>
                      </a:cubicBezTo>
                      <a:cubicBezTo>
                        <a:pt x="0" y="48101"/>
                        <a:pt x="6715" y="32051"/>
                        <a:pt x="20145" y="19288"/>
                      </a:cubicBezTo>
                      <a:cubicBezTo>
                        <a:pt x="33480" y="6429"/>
                        <a:pt x="50292" y="0"/>
                        <a:pt x="70580" y="0"/>
                      </a:cubicBezTo>
                      <a:close/>
                    </a:path>
                  </a:pathLst>
                </a:custGeom>
                <a:solidFill>
                  <a:srgbClr val="4F6DD9"/>
                </a:solidFill>
                <a:ln w="4286" cap="flat">
                  <a:noFill/>
                  <a:prstDash val="solid"/>
                  <a:miter/>
                </a:ln>
              </p:spPr>
              <p:txBody>
                <a:bodyPr wrap="square" rtlCol="0" anchor="ctr">
                  <a:noAutofit/>
                </a:bodyPr>
                <a:lstStyle>
                  <a:defPPr>
                    <a:defRPr lang="zh-CN"/>
                  </a:defPPr>
                  <a:lvl1pPr algn="ctr">
                    <a:defRPr>
                      <a:solidFill>
                        <a:schemeClr val="tx1"/>
                      </a:solidFill>
                    </a:defRPr>
                  </a:lvl1pPr>
                  <a:lvl2pPr>
                    <a:defRPr>
                      <a:solidFill>
                        <a:schemeClr val="tx1"/>
                      </a:solidFill>
                    </a:defRPr>
                  </a:lvl2pPr>
                  <a:lvl3pPr>
                    <a:defRPr>
                      <a:solidFill>
                        <a:schemeClr val="tx1"/>
                      </a:solidFill>
                    </a:defRPr>
                  </a:lvl3pPr>
                  <a:lvl4pPr>
                    <a:defRPr>
                      <a:solidFill>
                        <a:schemeClr val="tx1"/>
                      </a:solidFill>
                    </a:defRPr>
                  </a:lvl4pPr>
                  <a:lvl5pPr>
                    <a:defRPr>
                      <a:solidFill>
                        <a:schemeClr val="tx1"/>
                      </a:solidFill>
                    </a:defRPr>
                  </a:lvl5pPr>
                  <a:lvl6pPr>
                    <a:defRPr>
                      <a:solidFill>
                        <a:schemeClr val="tx1"/>
                      </a:solidFill>
                    </a:defRPr>
                  </a:lvl6pPr>
                  <a:lvl7pPr>
                    <a:defRPr>
                      <a:solidFill>
                        <a:schemeClr val="tx1"/>
                      </a:solidFill>
                    </a:defRPr>
                  </a:lvl7pPr>
                  <a:lvl8pPr>
                    <a:defRPr>
                      <a:solidFill>
                        <a:schemeClr val="tx1"/>
                      </a:solidFill>
                    </a:defRPr>
                  </a:lvl8pPr>
                  <a:lvl9pPr>
                    <a:defRPr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 dirty="0">
                    <a:sym typeface="+mn-lt"/>
                  </a:endParaRPr>
                </a:p>
              </p:txBody>
            </p:sp>
            <p:sp>
              <p:nvSpPr>
                <p:cNvPr id="140" name="文本框 139">
                  <a:extLst>
                    <a:ext uri="{FF2B5EF4-FFF2-40B4-BE49-F238E27FC236}">
                      <a16:creationId xmlns:a16="http://schemas.microsoft.com/office/drawing/2014/main" id="{BFEC4EB6-699C-9E36-EBEB-179A28C50FB2}"/>
                    </a:ext>
                  </a:extLst>
                </p:cNvPr>
                <p:cNvSpPr txBox="1"/>
                <p:nvPr/>
              </p:nvSpPr>
              <p:spPr>
                <a:xfrm>
                  <a:off x="8644844" y="300619"/>
                  <a:ext cx="108746" cy="1238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746" h="123872">
                      <a:moveTo>
                        <a:pt x="70027" y="0"/>
                      </a:moveTo>
                      <a:cubicBezTo>
                        <a:pt x="72694" y="0"/>
                        <a:pt x="75838" y="119"/>
                        <a:pt x="79457" y="357"/>
                      </a:cubicBezTo>
                      <a:cubicBezTo>
                        <a:pt x="83077" y="595"/>
                        <a:pt x="86268" y="1047"/>
                        <a:pt x="89030" y="1714"/>
                      </a:cubicBezTo>
                      <a:cubicBezTo>
                        <a:pt x="94840" y="3429"/>
                        <a:pt x="99579" y="5310"/>
                        <a:pt x="103246" y="7358"/>
                      </a:cubicBezTo>
                      <a:cubicBezTo>
                        <a:pt x="106913" y="9406"/>
                        <a:pt x="108746" y="10430"/>
                        <a:pt x="108746" y="10430"/>
                      </a:cubicBezTo>
                      <a:lnTo>
                        <a:pt x="106175" y="16859"/>
                      </a:lnTo>
                      <a:cubicBezTo>
                        <a:pt x="104746" y="20097"/>
                        <a:pt x="102508" y="22336"/>
                        <a:pt x="99460" y="23574"/>
                      </a:cubicBezTo>
                      <a:cubicBezTo>
                        <a:pt x="96412" y="24812"/>
                        <a:pt x="93268" y="24812"/>
                        <a:pt x="90030" y="23574"/>
                      </a:cubicBezTo>
                      <a:cubicBezTo>
                        <a:pt x="87934" y="22717"/>
                        <a:pt x="85982" y="22050"/>
                        <a:pt x="84172" y="21574"/>
                      </a:cubicBezTo>
                      <a:cubicBezTo>
                        <a:pt x="80172" y="20431"/>
                        <a:pt x="75457" y="19859"/>
                        <a:pt x="70027" y="19859"/>
                      </a:cubicBezTo>
                      <a:cubicBezTo>
                        <a:pt x="64217" y="19859"/>
                        <a:pt x="58836" y="20859"/>
                        <a:pt x="53882" y="22860"/>
                      </a:cubicBezTo>
                      <a:cubicBezTo>
                        <a:pt x="48930" y="24860"/>
                        <a:pt x="44548" y="27717"/>
                        <a:pt x="40738" y="31432"/>
                      </a:cubicBezTo>
                      <a:cubicBezTo>
                        <a:pt x="36833" y="35052"/>
                        <a:pt x="33642" y="39481"/>
                        <a:pt x="31165" y="44720"/>
                      </a:cubicBezTo>
                      <a:cubicBezTo>
                        <a:pt x="28594" y="49863"/>
                        <a:pt x="26879" y="55530"/>
                        <a:pt x="26022" y="61722"/>
                      </a:cubicBezTo>
                      <a:cubicBezTo>
                        <a:pt x="25069" y="68580"/>
                        <a:pt x="25117" y="74628"/>
                        <a:pt x="26165" y="79867"/>
                      </a:cubicBezTo>
                      <a:cubicBezTo>
                        <a:pt x="27308" y="85106"/>
                        <a:pt x="29260" y="89487"/>
                        <a:pt x="32023" y="93011"/>
                      </a:cubicBezTo>
                      <a:cubicBezTo>
                        <a:pt x="34785" y="96536"/>
                        <a:pt x="38357" y="99155"/>
                        <a:pt x="42738" y="100869"/>
                      </a:cubicBezTo>
                      <a:cubicBezTo>
                        <a:pt x="47120" y="102679"/>
                        <a:pt x="52073" y="103584"/>
                        <a:pt x="57597" y="103584"/>
                      </a:cubicBezTo>
                      <a:cubicBezTo>
                        <a:pt x="60264" y="103584"/>
                        <a:pt x="62979" y="103298"/>
                        <a:pt x="65741" y="102727"/>
                      </a:cubicBezTo>
                      <a:cubicBezTo>
                        <a:pt x="68503" y="102060"/>
                        <a:pt x="71123" y="101108"/>
                        <a:pt x="73599" y="99869"/>
                      </a:cubicBezTo>
                      <a:lnTo>
                        <a:pt x="78457" y="72152"/>
                      </a:lnTo>
                      <a:lnTo>
                        <a:pt x="55740" y="72152"/>
                      </a:lnTo>
                      <a:lnTo>
                        <a:pt x="58026" y="61293"/>
                      </a:lnTo>
                      <a:cubicBezTo>
                        <a:pt x="58502" y="59102"/>
                        <a:pt x="59621" y="57293"/>
                        <a:pt x="61383" y="55864"/>
                      </a:cubicBezTo>
                      <a:cubicBezTo>
                        <a:pt x="63146" y="54435"/>
                        <a:pt x="65170" y="53721"/>
                        <a:pt x="67456" y="53721"/>
                      </a:cubicBezTo>
                      <a:lnTo>
                        <a:pt x="98745" y="53721"/>
                      </a:lnTo>
                      <a:cubicBezTo>
                        <a:pt x="99698" y="53721"/>
                        <a:pt x="100555" y="53864"/>
                        <a:pt x="101317" y="54149"/>
                      </a:cubicBezTo>
                      <a:cubicBezTo>
                        <a:pt x="102079" y="54530"/>
                        <a:pt x="102698" y="55054"/>
                        <a:pt x="103174" y="55721"/>
                      </a:cubicBezTo>
                      <a:cubicBezTo>
                        <a:pt x="103651" y="56388"/>
                        <a:pt x="103984" y="57197"/>
                        <a:pt x="104174" y="58150"/>
                      </a:cubicBezTo>
                      <a:cubicBezTo>
                        <a:pt x="104365" y="59102"/>
                        <a:pt x="104365" y="60198"/>
                        <a:pt x="104174" y="61436"/>
                      </a:cubicBezTo>
                      <a:lnTo>
                        <a:pt x="96031" y="114871"/>
                      </a:lnTo>
                      <a:cubicBezTo>
                        <a:pt x="96031" y="114871"/>
                        <a:pt x="95483" y="115085"/>
                        <a:pt x="94388" y="115514"/>
                      </a:cubicBezTo>
                      <a:cubicBezTo>
                        <a:pt x="93292" y="115943"/>
                        <a:pt x="91887" y="116467"/>
                        <a:pt x="90173" y="117086"/>
                      </a:cubicBezTo>
                      <a:cubicBezTo>
                        <a:pt x="88458" y="117705"/>
                        <a:pt x="86696" y="118348"/>
                        <a:pt x="84886" y="119015"/>
                      </a:cubicBezTo>
                      <a:cubicBezTo>
                        <a:pt x="83267" y="119586"/>
                        <a:pt x="81338" y="120158"/>
                        <a:pt x="79100" y="120729"/>
                      </a:cubicBezTo>
                      <a:cubicBezTo>
                        <a:pt x="76862" y="121301"/>
                        <a:pt x="74838" y="121729"/>
                        <a:pt x="73028" y="122015"/>
                      </a:cubicBezTo>
                      <a:cubicBezTo>
                        <a:pt x="69789" y="122682"/>
                        <a:pt x="66551" y="123158"/>
                        <a:pt x="63312" y="123444"/>
                      </a:cubicBezTo>
                      <a:cubicBezTo>
                        <a:pt x="59978" y="123729"/>
                        <a:pt x="56692" y="123872"/>
                        <a:pt x="53454" y="123872"/>
                      </a:cubicBezTo>
                      <a:cubicBezTo>
                        <a:pt x="43834" y="123872"/>
                        <a:pt x="35452" y="122491"/>
                        <a:pt x="28308" y="119729"/>
                      </a:cubicBezTo>
                      <a:cubicBezTo>
                        <a:pt x="21164" y="116967"/>
                        <a:pt x="15306" y="113014"/>
                        <a:pt x="10734" y="107870"/>
                      </a:cubicBezTo>
                      <a:cubicBezTo>
                        <a:pt x="6258" y="102632"/>
                        <a:pt x="3162" y="96250"/>
                        <a:pt x="1447" y="88725"/>
                      </a:cubicBezTo>
                      <a:cubicBezTo>
                        <a:pt x="-267" y="81200"/>
                        <a:pt x="-458" y="72675"/>
                        <a:pt x="876" y="63150"/>
                      </a:cubicBezTo>
                      <a:cubicBezTo>
                        <a:pt x="2209" y="53340"/>
                        <a:pt x="4924" y="44529"/>
                        <a:pt x="9020" y="36719"/>
                      </a:cubicBezTo>
                      <a:cubicBezTo>
                        <a:pt x="13020" y="28908"/>
                        <a:pt x="18164" y="22288"/>
                        <a:pt x="24450" y="16859"/>
                      </a:cubicBezTo>
                      <a:cubicBezTo>
                        <a:pt x="30070" y="11906"/>
                        <a:pt x="36499" y="8001"/>
                        <a:pt x="43738" y="5143"/>
                      </a:cubicBezTo>
                      <a:cubicBezTo>
                        <a:pt x="43929" y="5048"/>
                        <a:pt x="44072" y="5000"/>
                        <a:pt x="44167" y="5000"/>
                      </a:cubicBezTo>
                      <a:cubicBezTo>
                        <a:pt x="44738" y="4715"/>
                        <a:pt x="45310" y="4476"/>
                        <a:pt x="45882" y="4286"/>
                      </a:cubicBezTo>
                      <a:cubicBezTo>
                        <a:pt x="52549" y="1428"/>
                        <a:pt x="60598" y="0"/>
                        <a:pt x="70027" y="0"/>
                      </a:cubicBezTo>
                      <a:close/>
                    </a:path>
                  </a:pathLst>
                </a:custGeom>
                <a:solidFill>
                  <a:srgbClr val="4F6DD9"/>
                </a:solidFill>
                <a:ln w="4286" cap="flat">
                  <a:noFill/>
                  <a:prstDash val="solid"/>
                  <a:miter/>
                </a:ln>
              </p:spPr>
              <p:txBody>
                <a:bodyPr wrap="square" rtlCol="0" anchor="ctr">
                  <a:noAutofit/>
                </a:bodyPr>
                <a:lstStyle>
                  <a:defPPr>
                    <a:defRPr lang="zh-CN"/>
                  </a:defPPr>
                  <a:lvl1pPr algn="ctr">
                    <a:defRPr>
                      <a:solidFill>
                        <a:schemeClr val="tx1"/>
                      </a:solidFill>
                    </a:defRPr>
                  </a:lvl1pPr>
                  <a:lvl2pPr>
                    <a:defRPr>
                      <a:solidFill>
                        <a:schemeClr val="tx1"/>
                      </a:solidFill>
                    </a:defRPr>
                  </a:lvl2pPr>
                  <a:lvl3pPr>
                    <a:defRPr>
                      <a:solidFill>
                        <a:schemeClr val="tx1"/>
                      </a:solidFill>
                    </a:defRPr>
                  </a:lvl3pPr>
                  <a:lvl4pPr>
                    <a:defRPr>
                      <a:solidFill>
                        <a:schemeClr val="tx1"/>
                      </a:solidFill>
                    </a:defRPr>
                  </a:lvl4pPr>
                  <a:lvl5pPr>
                    <a:defRPr>
                      <a:solidFill>
                        <a:schemeClr val="tx1"/>
                      </a:solidFill>
                    </a:defRPr>
                  </a:lvl5pPr>
                  <a:lvl6pPr>
                    <a:defRPr>
                      <a:solidFill>
                        <a:schemeClr val="tx1"/>
                      </a:solidFill>
                    </a:defRPr>
                  </a:lvl6pPr>
                  <a:lvl7pPr>
                    <a:defRPr>
                      <a:solidFill>
                        <a:schemeClr val="tx1"/>
                      </a:solidFill>
                    </a:defRPr>
                  </a:lvl7pPr>
                  <a:lvl8pPr>
                    <a:defRPr>
                      <a:solidFill>
                        <a:schemeClr val="tx1"/>
                      </a:solidFill>
                    </a:defRPr>
                  </a:lvl8pPr>
                  <a:lvl9pPr>
                    <a:defRPr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 dirty="0">
                    <a:sym typeface="+mn-lt"/>
                  </a:endParaRPr>
                </a:p>
              </p:txBody>
            </p:sp>
            <p:sp>
              <p:nvSpPr>
                <p:cNvPr id="141" name="文本框 140">
                  <a:extLst>
                    <a:ext uri="{FF2B5EF4-FFF2-40B4-BE49-F238E27FC236}">
                      <a16:creationId xmlns:a16="http://schemas.microsoft.com/office/drawing/2014/main" id="{DAF8EAA2-624B-8D2E-F853-3F8604CEBE1A}"/>
                    </a:ext>
                  </a:extLst>
                </p:cNvPr>
                <p:cNvSpPr txBox="1"/>
                <p:nvPr/>
              </p:nvSpPr>
              <p:spPr>
                <a:xfrm>
                  <a:off x="8768688" y="300763"/>
                  <a:ext cx="129730" cy="123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730" h="123301">
                      <a:moveTo>
                        <a:pt x="68865" y="22145"/>
                      </a:moveTo>
                      <a:cubicBezTo>
                        <a:pt x="57340" y="22145"/>
                        <a:pt x="47386" y="26479"/>
                        <a:pt x="39004" y="35147"/>
                      </a:cubicBezTo>
                      <a:cubicBezTo>
                        <a:pt x="30622" y="43815"/>
                        <a:pt x="26432" y="54197"/>
                        <a:pt x="26432" y="66294"/>
                      </a:cubicBezTo>
                      <a:cubicBezTo>
                        <a:pt x="26432" y="76485"/>
                        <a:pt x="29622" y="84820"/>
                        <a:pt x="36004" y="91297"/>
                      </a:cubicBezTo>
                      <a:cubicBezTo>
                        <a:pt x="42386" y="97774"/>
                        <a:pt x="50625" y="101012"/>
                        <a:pt x="60722" y="101012"/>
                      </a:cubicBezTo>
                      <a:cubicBezTo>
                        <a:pt x="72628" y="101012"/>
                        <a:pt x="82724" y="96726"/>
                        <a:pt x="91011" y="88153"/>
                      </a:cubicBezTo>
                      <a:cubicBezTo>
                        <a:pt x="99298" y="79486"/>
                        <a:pt x="103441" y="68961"/>
                        <a:pt x="103441" y="56578"/>
                      </a:cubicBezTo>
                      <a:cubicBezTo>
                        <a:pt x="103441" y="46577"/>
                        <a:pt x="100155" y="38338"/>
                        <a:pt x="93583" y="31861"/>
                      </a:cubicBezTo>
                      <a:cubicBezTo>
                        <a:pt x="87106" y="25384"/>
                        <a:pt x="78867" y="22145"/>
                        <a:pt x="68865" y="22145"/>
                      </a:cubicBezTo>
                      <a:close/>
                      <a:moveTo>
                        <a:pt x="70580" y="0"/>
                      </a:moveTo>
                      <a:cubicBezTo>
                        <a:pt x="88011" y="0"/>
                        <a:pt x="102250" y="5095"/>
                        <a:pt x="113300" y="15287"/>
                      </a:cubicBezTo>
                      <a:cubicBezTo>
                        <a:pt x="124253" y="25479"/>
                        <a:pt x="129730" y="38671"/>
                        <a:pt x="129730" y="54864"/>
                      </a:cubicBezTo>
                      <a:cubicBezTo>
                        <a:pt x="129730" y="75057"/>
                        <a:pt x="123253" y="91487"/>
                        <a:pt x="110299" y="104155"/>
                      </a:cubicBezTo>
                      <a:cubicBezTo>
                        <a:pt x="97345" y="116919"/>
                        <a:pt x="80772" y="123301"/>
                        <a:pt x="60579" y="123301"/>
                      </a:cubicBezTo>
                      <a:cubicBezTo>
                        <a:pt x="43053" y="123301"/>
                        <a:pt x="28575" y="118062"/>
                        <a:pt x="17145" y="107584"/>
                      </a:cubicBezTo>
                      <a:cubicBezTo>
                        <a:pt x="5715" y="97012"/>
                        <a:pt x="0" y="83629"/>
                        <a:pt x="0" y="67437"/>
                      </a:cubicBezTo>
                      <a:cubicBezTo>
                        <a:pt x="0" y="48101"/>
                        <a:pt x="6715" y="32051"/>
                        <a:pt x="20145" y="19288"/>
                      </a:cubicBezTo>
                      <a:cubicBezTo>
                        <a:pt x="33480" y="6429"/>
                        <a:pt x="50292" y="0"/>
                        <a:pt x="70580" y="0"/>
                      </a:cubicBezTo>
                      <a:close/>
                    </a:path>
                  </a:pathLst>
                </a:custGeom>
                <a:solidFill>
                  <a:srgbClr val="4F6DD9"/>
                </a:solidFill>
                <a:ln w="4286" cap="flat">
                  <a:noFill/>
                  <a:prstDash val="solid"/>
                  <a:miter/>
                </a:ln>
              </p:spPr>
              <p:txBody>
                <a:bodyPr wrap="square" rtlCol="0" anchor="ctr">
                  <a:noAutofit/>
                </a:bodyPr>
                <a:lstStyle>
                  <a:defPPr>
                    <a:defRPr lang="zh-CN"/>
                  </a:defPPr>
                  <a:lvl1pPr algn="ctr">
                    <a:defRPr>
                      <a:solidFill>
                        <a:schemeClr val="tx1"/>
                      </a:solidFill>
                    </a:defRPr>
                  </a:lvl1pPr>
                  <a:lvl2pPr>
                    <a:defRPr>
                      <a:solidFill>
                        <a:schemeClr val="tx1"/>
                      </a:solidFill>
                    </a:defRPr>
                  </a:lvl2pPr>
                  <a:lvl3pPr>
                    <a:defRPr>
                      <a:solidFill>
                        <a:schemeClr val="tx1"/>
                      </a:solidFill>
                    </a:defRPr>
                  </a:lvl3pPr>
                  <a:lvl4pPr>
                    <a:defRPr>
                      <a:solidFill>
                        <a:schemeClr val="tx1"/>
                      </a:solidFill>
                    </a:defRPr>
                  </a:lvl4pPr>
                  <a:lvl5pPr>
                    <a:defRPr>
                      <a:solidFill>
                        <a:schemeClr val="tx1"/>
                      </a:solidFill>
                    </a:defRPr>
                  </a:lvl5pPr>
                  <a:lvl6pPr>
                    <a:defRPr>
                      <a:solidFill>
                        <a:schemeClr val="tx1"/>
                      </a:solidFill>
                    </a:defRPr>
                  </a:lvl6pPr>
                  <a:lvl7pPr>
                    <a:defRPr>
                      <a:solidFill>
                        <a:schemeClr val="tx1"/>
                      </a:solidFill>
                    </a:defRPr>
                  </a:lvl7pPr>
                  <a:lvl8pPr>
                    <a:defRPr>
                      <a:solidFill>
                        <a:schemeClr val="tx1"/>
                      </a:solidFill>
                    </a:defRPr>
                  </a:lvl8pPr>
                  <a:lvl9pPr>
                    <a:defRPr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 dirty="0">
                    <a:sym typeface="+mn-lt"/>
                  </a:endParaRPr>
                </a:p>
              </p:txBody>
            </p:sp>
          </p:grpSp>
        </p:grpSp>
        <p:grpSp>
          <p:nvGrpSpPr>
            <p:cNvPr id="131" name="组合 130">
              <a:extLst>
                <a:ext uri="{FF2B5EF4-FFF2-40B4-BE49-F238E27FC236}">
                  <a16:creationId xmlns:a16="http://schemas.microsoft.com/office/drawing/2014/main" id="{985DBEA0-961D-9BE9-0964-C4E0B1B16ACF}"/>
                </a:ext>
              </a:extLst>
            </p:cNvPr>
            <p:cNvGrpSpPr/>
            <p:nvPr/>
          </p:nvGrpSpPr>
          <p:grpSpPr>
            <a:xfrm>
              <a:off x="926299" y="660958"/>
              <a:ext cx="674380" cy="119625"/>
              <a:chOff x="892413" y="660958"/>
              <a:chExt cx="707506" cy="125501"/>
            </a:xfrm>
            <a:grpFill/>
          </p:grpSpPr>
          <p:sp>
            <p:nvSpPr>
              <p:cNvPr id="132" name="文本框 131">
                <a:extLst>
                  <a:ext uri="{FF2B5EF4-FFF2-40B4-BE49-F238E27FC236}">
                    <a16:creationId xmlns:a16="http://schemas.microsoft.com/office/drawing/2014/main" id="{E04F1CB1-5428-F288-C3B4-6F92A9474BB3}"/>
                  </a:ext>
                </a:extLst>
              </p:cNvPr>
              <p:cNvSpPr txBox="1"/>
              <p:nvPr/>
            </p:nvSpPr>
            <p:spPr>
              <a:xfrm>
                <a:off x="892413" y="663237"/>
                <a:ext cx="124027" cy="123222"/>
              </a:xfrm>
              <a:custGeom>
                <a:avLst/>
                <a:gdLst/>
                <a:ahLst/>
                <a:cxnLst/>
                <a:rect l="l" t="t" r="r" b="b"/>
                <a:pathLst>
                  <a:path w="132159" h="131302">
                    <a:moveTo>
                      <a:pt x="56435" y="46434"/>
                    </a:moveTo>
                    <a:lnTo>
                      <a:pt x="72580" y="52863"/>
                    </a:lnTo>
                    <a:cubicBezTo>
                      <a:pt x="68199" y="62960"/>
                      <a:pt x="63055" y="73199"/>
                      <a:pt x="57150" y="83581"/>
                    </a:cubicBezTo>
                    <a:cubicBezTo>
                      <a:pt x="51244" y="93964"/>
                      <a:pt x="46005" y="102203"/>
                      <a:pt x="41433" y="108299"/>
                    </a:cubicBezTo>
                    <a:lnTo>
                      <a:pt x="90725" y="105298"/>
                    </a:lnTo>
                    <a:cubicBezTo>
                      <a:pt x="84915" y="96059"/>
                      <a:pt x="79486" y="87772"/>
                      <a:pt x="74437" y="80438"/>
                    </a:cubicBezTo>
                    <a:lnTo>
                      <a:pt x="87296" y="71723"/>
                    </a:lnTo>
                    <a:cubicBezTo>
                      <a:pt x="92535" y="78867"/>
                      <a:pt x="98083" y="87010"/>
                      <a:pt x="103941" y="96154"/>
                    </a:cubicBezTo>
                    <a:cubicBezTo>
                      <a:pt x="109799" y="105298"/>
                      <a:pt x="114585" y="113299"/>
                      <a:pt x="118300" y="120157"/>
                    </a:cubicBezTo>
                    <a:lnTo>
                      <a:pt x="105727" y="131302"/>
                    </a:lnTo>
                    <a:cubicBezTo>
                      <a:pt x="103917" y="127682"/>
                      <a:pt x="101727" y="123729"/>
                      <a:pt x="99155" y="119443"/>
                    </a:cubicBezTo>
                    <a:cubicBezTo>
                      <a:pt x="71151" y="120681"/>
                      <a:pt x="48244" y="122158"/>
                      <a:pt x="30432" y="123872"/>
                    </a:cubicBezTo>
                    <a:cubicBezTo>
                      <a:pt x="25098" y="124348"/>
                      <a:pt x="21145" y="124777"/>
                      <a:pt x="18573" y="125158"/>
                    </a:cubicBezTo>
                    <a:lnTo>
                      <a:pt x="13573" y="109870"/>
                    </a:lnTo>
                    <a:cubicBezTo>
                      <a:pt x="16430" y="109204"/>
                      <a:pt x="18502" y="108489"/>
                      <a:pt x="19788" y="107727"/>
                    </a:cubicBezTo>
                    <a:cubicBezTo>
                      <a:pt x="21074" y="106965"/>
                      <a:pt x="22479" y="105679"/>
                      <a:pt x="24003" y="103870"/>
                    </a:cubicBezTo>
                    <a:cubicBezTo>
                      <a:pt x="28860" y="98155"/>
                      <a:pt x="34337" y="89892"/>
                      <a:pt x="40433" y="79081"/>
                    </a:cubicBezTo>
                    <a:cubicBezTo>
                      <a:pt x="46529" y="68270"/>
                      <a:pt x="51863" y="57388"/>
                      <a:pt x="56435" y="46434"/>
                    </a:cubicBezTo>
                    <a:close/>
                    <a:moveTo>
                      <a:pt x="44291" y="1857"/>
                    </a:moveTo>
                    <a:lnTo>
                      <a:pt x="59864" y="7000"/>
                    </a:lnTo>
                    <a:cubicBezTo>
                      <a:pt x="49672" y="32527"/>
                      <a:pt x="33337" y="54959"/>
                      <a:pt x="10858" y="74295"/>
                    </a:cubicBezTo>
                    <a:lnTo>
                      <a:pt x="0" y="60864"/>
                    </a:lnTo>
                    <a:cubicBezTo>
                      <a:pt x="21336" y="42862"/>
                      <a:pt x="36099" y="23193"/>
                      <a:pt x="44291" y="1857"/>
                    </a:cubicBezTo>
                    <a:close/>
                    <a:moveTo>
                      <a:pt x="87582" y="0"/>
                    </a:moveTo>
                    <a:cubicBezTo>
                      <a:pt x="92630" y="14001"/>
                      <a:pt x="98560" y="25550"/>
                      <a:pt x="105370" y="34647"/>
                    </a:cubicBezTo>
                    <a:cubicBezTo>
                      <a:pt x="112180" y="43743"/>
                      <a:pt x="121110" y="52197"/>
                      <a:pt x="132159" y="60007"/>
                    </a:cubicBezTo>
                    <a:lnTo>
                      <a:pt x="121729" y="74295"/>
                    </a:lnTo>
                    <a:cubicBezTo>
                      <a:pt x="109728" y="64770"/>
                      <a:pt x="99869" y="54792"/>
                      <a:pt x="92154" y="44362"/>
                    </a:cubicBezTo>
                    <a:cubicBezTo>
                      <a:pt x="84439" y="33932"/>
                      <a:pt x="77962" y="20955"/>
                      <a:pt x="72723" y="5429"/>
                    </a:cubicBez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  <p:sp>
            <p:nvSpPr>
              <p:cNvPr id="133" name="文本框 132">
                <a:extLst>
                  <a:ext uri="{FF2B5EF4-FFF2-40B4-BE49-F238E27FC236}">
                    <a16:creationId xmlns:a16="http://schemas.microsoft.com/office/drawing/2014/main" id="{21DCC848-4E31-9A25-7439-D8A9949BEC93}"/>
                  </a:ext>
                </a:extLst>
              </p:cNvPr>
              <p:cNvSpPr txBox="1"/>
              <p:nvPr/>
            </p:nvSpPr>
            <p:spPr>
              <a:xfrm>
                <a:off x="1094481" y="668063"/>
                <a:ext cx="107132" cy="116116"/>
              </a:xfrm>
              <a:custGeom>
                <a:avLst/>
                <a:gdLst/>
                <a:ahLst/>
                <a:cxnLst/>
                <a:rect l="l" t="t" r="r" b="b"/>
                <a:pathLst>
                  <a:path w="114157" h="123730">
                    <a:moveTo>
                      <a:pt x="27575" y="68009"/>
                    </a:moveTo>
                    <a:lnTo>
                      <a:pt x="27575" y="91440"/>
                    </a:lnTo>
                    <a:lnTo>
                      <a:pt x="63865" y="91440"/>
                    </a:lnTo>
                    <a:lnTo>
                      <a:pt x="63865" y="68009"/>
                    </a:lnTo>
                    <a:close/>
                    <a:moveTo>
                      <a:pt x="11573" y="53007"/>
                    </a:moveTo>
                    <a:lnTo>
                      <a:pt x="80010" y="53007"/>
                    </a:lnTo>
                    <a:lnTo>
                      <a:pt x="80010" y="106871"/>
                    </a:lnTo>
                    <a:lnTo>
                      <a:pt x="11573" y="106871"/>
                    </a:lnTo>
                    <a:close/>
                    <a:moveTo>
                      <a:pt x="0" y="27146"/>
                    </a:moveTo>
                    <a:lnTo>
                      <a:pt x="91583" y="27146"/>
                    </a:lnTo>
                    <a:lnTo>
                      <a:pt x="91583" y="42005"/>
                    </a:lnTo>
                    <a:lnTo>
                      <a:pt x="0" y="42005"/>
                    </a:lnTo>
                    <a:close/>
                    <a:moveTo>
                      <a:pt x="8001" y="0"/>
                    </a:moveTo>
                    <a:lnTo>
                      <a:pt x="114157" y="0"/>
                    </a:lnTo>
                    <a:lnTo>
                      <a:pt x="114157" y="105442"/>
                    </a:lnTo>
                    <a:cubicBezTo>
                      <a:pt x="114157" y="109633"/>
                      <a:pt x="113586" y="112871"/>
                      <a:pt x="112443" y="115157"/>
                    </a:cubicBezTo>
                    <a:cubicBezTo>
                      <a:pt x="111300" y="117443"/>
                      <a:pt x="109323" y="119158"/>
                      <a:pt x="106514" y="120301"/>
                    </a:cubicBezTo>
                    <a:cubicBezTo>
                      <a:pt x="103704" y="121444"/>
                      <a:pt x="99679" y="122206"/>
                      <a:pt x="94441" y="122587"/>
                    </a:cubicBezTo>
                    <a:lnTo>
                      <a:pt x="80725" y="123730"/>
                    </a:lnTo>
                    <a:lnTo>
                      <a:pt x="75867" y="108871"/>
                    </a:lnTo>
                    <a:lnTo>
                      <a:pt x="87868" y="108014"/>
                    </a:lnTo>
                    <a:cubicBezTo>
                      <a:pt x="91297" y="107728"/>
                      <a:pt x="93631" y="107371"/>
                      <a:pt x="94869" y="106942"/>
                    </a:cubicBezTo>
                    <a:cubicBezTo>
                      <a:pt x="96107" y="106513"/>
                      <a:pt x="96917" y="105751"/>
                      <a:pt x="97298" y="104656"/>
                    </a:cubicBezTo>
                    <a:cubicBezTo>
                      <a:pt x="97679" y="103561"/>
                      <a:pt x="97870" y="101584"/>
                      <a:pt x="97870" y="98727"/>
                    </a:cubicBezTo>
                    <a:lnTo>
                      <a:pt x="97870" y="15573"/>
                    </a:lnTo>
                    <a:lnTo>
                      <a:pt x="8001" y="15573"/>
                    </a:ln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47E94F2C-C7E3-D2E2-918C-AE0E0228CF64}"/>
                  </a:ext>
                </a:extLst>
              </p:cNvPr>
              <p:cNvSpPr txBox="1"/>
              <p:nvPr/>
            </p:nvSpPr>
            <p:spPr>
              <a:xfrm>
                <a:off x="1282133" y="660958"/>
                <a:ext cx="112630" cy="122551"/>
              </a:xfrm>
              <a:custGeom>
                <a:avLst/>
                <a:gdLst/>
                <a:ahLst/>
                <a:cxnLst/>
                <a:rect l="l" t="t" r="r" b="b"/>
                <a:pathLst>
                  <a:path w="120015" h="130587">
                    <a:moveTo>
                      <a:pt x="44005" y="84439"/>
                    </a:moveTo>
                    <a:lnTo>
                      <a:pt x="44005" y="110871"/>
                    </a:lnTo>
                    <a:lnTo>
                      <a:pt x="102156" y="110871"/>
                    </a:lnTo>
                    <a:lnTo>
                      <a:pt x="102156" y="84439"/>
                    </a:lnTo>
                    <a:close/>
                    <a:moveTo>
                      <a:pt x="55435" y="0"/>
                    </a:moveTo>
                    <a:lnTo>
                      <a:pt x="69866" y="6000"/>
                    </a:lnTo>
                    <a:cubicBezTo>
                      <a:pt x="67199" y="10001"/>
                      <a:pt x="65103" y="12954"/>
                      <a:pt x="63579" y="14859"/>
                    </a:cubicBezTo>
                    <a:lnTo>
                      <a:pt x="120015" y="14859"/>
                    </a:lnTo>
                    <a:lnTo>
                      <a:pt x="120015" y="29575"/>
                    </a:lnTo>
                    <a:cubicBezTo>
                      <a:pt x="106108" y="45482"/>
                      <a:pt x="88487" y="59007"/>
                      <a:pt x="67151" y="70151"/>
                    </a:cubicBezTo>
                    <a:lnTo>
                      <a:pt x="117443" y="70151"/>
                    </a:lnTo>
                    <a:lnTo>
                      <a:pt x="117443" y="130587"/>
                    </a:lnTo>
                    <a:lnTo>
                      <a:pt x="102156" y="130587"/>
                    </a:lnTo>
                    <a:lnTo>
                      <a:pt x="102156" y="124587"/>
                    </a:lnTo>
                    <a:lnTo>
                      <a:pt x="44005" y="124587"/>
                    </a:lnTo>
                    <a:lnTo>
                      <a:pt x="44005" y="130587"/>
                    </a:lnTo>
                    <a:lnTo>
                      <a:pt x="28861" y="130587"/>
                    </a:lnTo>
                    <a:lnTo>
                      <a:pt x="28861" y="87011"/>
                    </a:lnTo>
                    <a:cubicBezTo>
                      <a:pt x="21336" y="89773"/>
                      <a:pt x="13716" y="92345"/>
                      <a:pt x="6001" y="94726"/>
                    </a:cubicBezTo>
                    <a:lnTo>
                      <a:pt x="0" y="80153"/>
                    </a:lnTo>
                    <a:lnTo>
                      <a:pt x="47430" y="55889"/>
                    </a:lnTo>
                    <a:lnTo>
                      <a:pt x="49720" y="57721"/>
                    </a:lnTo>
                    <a:lnTo>
                      <a:pt x="58412" y="50271"/>
                    </a:lnTo>
                    <a:lnTo>
                      <a:pt x="98869" y="29575"/>
                    </a:lnTo>
                    <a:lnTo>
                      <a:pt x="51006" y="29575"/>
                    </a:lnTo>
                    <a:lnTo>
                      <a:pt x="45720" y="34718"/>
                    </a:lnTo>
                    <a:cubicBezTo>
                      <a:pt x="52483" y="39862"/>
                      <a:pt x="57817" y="44100"/>
                      <a:pt x="61722" y="47434"/>
                    </a:cubicBezTo>
                    <a:lnTo>
                      <a:pt x="58412" y="50271"/>
                    </a:lnTo>
                    <a:lnTo>
                      <a:pt x="47430" y="55889"/>
                    </a:lnTo>
                    <a:lnTo>
                      <a:pt x="34004" y="45148"/>
                    </a:lnTo>
                    <a:cubicBezTo>
                      <a:pt x="28480" y="49625"/>
                      <a:pt x="22860" y="53768"/>
                      <a:pt x="17145" y="57578"/>
                    </a:cubicBezTo>
                    <a:lnTo>
                      <a:pt x="7429" y="44291"/>
                    </a:lnTo>
                    <a:cubicBezTo>
                      <a:pt x="16097" y="38957"/>
                      <a:pt x="24955" y="32075"/>
                      <a:pt x="34004" y="23645"/>
                    </a:cubicBezTo>
                    <a:cubicBezTo>
                      <a:pt x="43053" y="15216"/>
                      <a:pt x="50197" y="7334"/>
                      <a:pt x="55435" y="0"/>
                    </a:cubicBez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  <p:sp>
            <p:nvSpPr>
              <p:cNvPr id="135" name="文本框 134">
                <a:extLst>
                  <a:ext uri="{FF2B5EF4-FFF2-40B4-BE49-F238E27FC236}">
                    <a16:creationId xmlns:a16="http://schemas.microsoft.com/office/drawing/2014/main" id="{3C30AC02-CCBF-FD28-6581-2A6910118513}"/>
                  </a:ext>
                </a:extLst>
              </p:cNvPr>
              <p:cNvSpPr txBox="1"/>
              <p:nvPr/>
            </p:nvSpPr>
            <p:spPr>
              <a:xfrm>
                <a:off x="1477664" y="663504"/>
                <a:ext cx="122255" cy="121345"/>
              </a:xfrm>
              <a:custGeom>
                <a:avLst/>
                <a:gdLst/>
                <a:ahLst/>
                <a:cxnLst/>
                <a:rect l="l" t="t" r="r" b="b"/>
                <a:pathLst>
                  <a:path w="130271" h="129302">
                    <a:moveTo>
                      <a:pt x="60294" y="60294"/>
                    </a:moveTo>
                    <a:lnTo>
                      <a:pt x="73581" y="64294"/>
                    </a:lnTo>
                    <a:cubicBezTo>
                      <a:pt x="71200" y="72581"/>
                      <a:pt x="68057" y="81534"/>
                      <a:pt x="64151" y="91155"/>
                    </a:cubicBezTo>
                    <a:cubicBezTo>
                      <a:pt x="60246" y="100775"/>
                      <a:pt x="56245" y="109347"/>
                      <a:pt x="52150" y="116872"/>
                    </a:cubicBezTo>
                    <a:lnTo>
                      <a:pt x="38862" y="111014"/>
                    </a:lnTo>
                    <a:cubicBezTo>
                      <a:pt x="42863" y="103966"/>
                      <a:pt x="46887" y="95727"/>
                      <a:pt x="50935" y="86297"/>
                    </a:cubicBezTo>
                    <a:cubicBezTo>
                      <a:pt x="54983" y="76867"/>
                      <a:pt x="58103" y="68199"/>
                      <a:pt x="60294" y="60294"/>
                    </a:cubicBezTo>
                    <a:close/>
                    <a:moveTo>
                      <a:pt x="110443" y="60151"/>
                    </a:moveTo>
                    <a:cubicBezTo>
                      <a:pt x="113967" y="67294"/>
                      <a:pt x="117896" y="76010"/>
                      <a:pt x="122230" y="86297"/>
                    </a:cubicBezTo>
                    <a:lnTo>
                      <a:pt x="130271" y="106882"/>
                    </a:lnTo>
                    <a:lnTo>
                      <a:pt x="130271" y="109679"/>
                    </a:lnTo>
                    <a:lnTo>
                      <a:pt x="119015" y="116301"/>
                    </a:lnTo>
                    <a:cubicBezTo>
                      <a:pt x="116920" y="109252"/>
                      <a:pt x="113896" y="101084"/>
                      <a:pt x="109943" y="91797"/>
                    </a:cubicBezTo>
                    <a:cubicBezTo>
                      <a:pt x="105990" y="82511"/>
                      <a:pt x="102061" y="74010"/>
                      <a:pt x="98155" y="66294"/>
                    </a:cubicBezTo>
                    <a:close/>
                    <a:moveTo>
                      <a:pt x="80010" y="40720"/>
                    </a:moveTo>
                    <a:lnTo>
                      <a:pt x="94155" y="41291"/>
                    </a:lnTo>
                    <a:lnTo>
                      <a:pt x="94155" y="112729"/>
                    </a:lnTo>
                    <a:cubicBezTo>
                      <a:pt x="94155" y="116634"/>
                      <a:pt x="93631" y="119658"/>
                      <a:pt x="92583" y="121801"/>
                    </a:cubicBezTo>
                    <a:cubicBezTo>
                      <a:pt x="91536" y="123944"/>
                      <a:pt x="89893" y="125492"/>
                      <a:pt x="87654" y="126445"/>
                    </a:cubicBezTo>
                    <a:cubicBezTo>
                      <a:pt x="85416" y="127397"/>
                      <a:pt x="82296" y="128064"/>
                      <a:pt x="78296" y="128445"/>
                    </a:cubicBezTo>
                    <a:lnTo>
                      <a:pt x="69152" y="129302"/>
                    </a:lnTo>
                    <a:lnTo>
                      <a:pt x="64437" y="114443"/>
                    </a:lnTo>
                    <a:lnTo>
                      <a:pt x="72438" y="113586"/>
                    </a:lnTo>
                    <a:cubicBezTo>
                      <a:pt x="75581" y="113205"/>
                      <a:pt x="77629" y="112657"/>
                      <a:pt x="78582" y="111943"/>
                    </a:cubicBezTo>
                    <a:cubicBezTo>
                      <a:pt x="79534" y="111228"/>
                      <a:pt x="80010" y="109585"/>
                      <a:pt x="80010" y="107014"/>
                    </a:cubicBezTo>
                    <a:close/>
                    <a:moveTo>
                      <a:pt x="66580" y="0"/>
                    </a:moveTo>
                    <a:lnTo>
                      <a:pt x="81011" y="2429"/>
                    </a:lnTo>
                    <a:cubicBezTo>
                      <a:pt x="79677" y="7096"/>
                      <a:pt x="78248" y="11811"/>
                      <a:pt x="76724" y="16574"/>
                    </a:cubicBezTo>
                    <a:lnTo>
                      <a:pt x="126445" y="16574"/>
                    </a:lnTo>
                    <a:lnTo>
                      <a:pt x="126445" y="31719"/>
                    </a:lnTo>
                    <a:lnTo>
                      <a:pt x="115872" y="54007"/>
                    </a:lnTo>
                    <a:lnTo>
                      <a:pt x="102156" y="49006"/>
                    </a:lnTo>
                    <a:lnTo>
                      <a:pt x="110728" y="31719"/>
                    </a:lnTo>
                    <a:lnTo>
                      <a:pt x="71152" y="31719"/>
                    </a:lnTo>
                    <a:cubicBezTo>
                      <a:pt x="67628" y="40482"/>
                      <a:pt x="63865" y="48483"/>
                      <a:pt x="59865" y="55722"/>
                    </a:cubicBezTo>
                    <a:lnTo>
                      <a:pt x="48578" y="49721"/>
                    </a:lnTo>
                    <a:lnTo>
                      <a:pt x="48578" y="52007"/>
                    </a:lnTo>
                    <a:lnTo>
                      <a:pt x="35148" y="52007"/>
                    </a:lnTo>
                    <a:lnTo>
                      <a:pt x="35148" y="65580"/>
                    </a:lnTo>
                    <a:lnTo>
                      <a:pt x="38291" y="61722"/>
                    </a:lnTo>
                    <a:cubicBezTo>
                      <a:pt x="44673" y="67342"/>
                      <a:pt x="49435" y="71914"/>
                      <a:pt x="52578" y="75438"/>
                    </a:cubicBezTo>
                    <a:lnTo>
                      <a:pt x="44149" y="87011"/>
                    </a:lnTo>
                    <a:cubicBezTo>
                      <a:pt x="41958" y="83963"/>
                      <a:pt x="38958" y="80629"/>
                      <a:pt x="35148" y="77010"/>
                    </a:cubicBezTo>
                    <a:lnTo>
                      <a:pt x="35148" y="129016"/>
                    </a:lnTo>
                    <a:lnTo>
                      <a:pt x="21574" y="129016"/>
                    </a:lnTo>
                    <a:lnTo>
                      <a:pt x="21574" y="80439"/>
                    </a:lnTo>
                    <a:cubicBezTo>
                      <a:pt x="17669" y="89202"/>
                      <a:pt x="13621" y="97155"/>
                      <a:pt x="9430" y="104299"/>
                    </a:cubicBezTo>
                    <a:lnTo>
                      <a:pt x="0" y="93012"/>
                    </a:lnTo>
                    <a:cubicBezTo>
                      <a:pt x="3906" y="87011"/>
                      <a:pt x="7739" y="80391"/>
                      <a:pt x="11502" y="73152"/>
                    </a:cubicBezTo>
                    <a:cubicBezTo>
                      <a:pt x="15264" y="65913"/>
                      <a:pt x="18479" y="58865"/>
                      <a:pt x="21146" y="52007"/>
                    </a:cubicBezTo>
                    <a:lnTo>
                      <a:pt x="5287" y="52007"/>
                    </a:lnTo>
                    <a:lnTo>
                      <a:pt x="5287" y="37291"/>
                    </a:lnTo>
                    <a:lnTo>
                      <a:pt x="21574" y="37291"/>
                    </a:lnTo>
                    <a:lnTo>
                      <a:pt x="21574" y="22860"/>
                    </a:lnTo>
                    <a:cubicBezTo>
                      <a:pt x="15764" y="23813"/>
                      <a:pt x="10907" y="24480"/>
                      <a:pt x="7001" y="24861"/>
                    </a:cubicBezTo>
                    <a:lnTo>
                      <a:pt x="5715" y="10573"/>
                    </a:lnTo>
                    <a:cubicBezTo>
                      <a:pt x="12192" y="9811"/>
                      <a:pt x="19574" y="8692"/>
                      <a:pt x="27861" y="7215"/>
                    </a:cubicBezTo>
                    <a:cubicBezTo>
                      <a:pt x="36148" y="5739"/>
                      <a:pt x="43196" y="4287"/>
                      <a:pt x="49006" y="2858"/>
                    </a:cubicBezTo>
                    <a:lnTo>
                      <a:pt x="51007" y="17288"/>
                    </a:lnTo>
                    <a:cubicBezTo>
                      <a:pt x="47482" y="18241"/>
                      <a:pt x="42196" y="19384"/>
                      <a:pt x="35148" y="20717"/>
                    </a:cubicBezTo>
                    <a:lnTo>
                      <a:pt x="35148" y="37291"/>
                    </a:lnTo>
                    <a:lnTo>
                      <a:pt x="48578" y="37291"/>
                    </a:lnTo>
                    <a:lnTo>
                      <a:pt x="48578" y="46006"/>
                    </a:lnTo>
                    <a:cubicBezTo>
                      <a:pt x="52293" y="39529"/>
                      <a:pt x="55769" y="32123"/>
                      <a:pt x="59008" y="23789"/>
                    </a:cubicBezTo>
                    <a:cubicBezTo>
                      <a:pt x="62246" y="15455"/>
                      <a:pt x="64770" y="7525"/>
                      <a:pt x="66580" y="0"/>
                    </a:cubicBez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</p:grpSp>
      </p:grpSp>
      <p:sp>
        <p:nvSpPr>
          <p:cNvPr id="142" name="文本框 141">
            <a:extLst>
              <a:ext uri="{FF2B5EF4-FFF2-40B4-BE49-F238E27FC236}">
                <a16:creationId xmlns:a16="http://schemas.microsoft.com/office/drawing/2014/main" id="{5A77E2FC-C787-7167-182F-16067A56FE8C}"/>
              </a:ext>
            </a:extLst>
          </p:cNvPr>
          <p:cNvSpPr txBox="1"/>
          <p:nvPr/>
        </p:nvSpPr>
        <p:spPr>
          <a:xfrm>
            <a:off x="4103688" y="3680654"/>
            <a:ext cx="3971546" cy="571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试点企业平均实现单员工年节约工时超200小时，IT运维成本下降40%。采用私有化部署与全链路加密架构，确保核心数据资产绝</a:t>
            </a:r>
          </a:p>
        </p:txBody>
      </p:sp>
      <p:grpSp>
        <p:nvGrpSpPr>
          <p:cNvPr id="143" name="组合 142">
            <a:extLst>
              <a:ext uri="{FF2B5EF4-FFF2-40B4-BE49-F238E27FC236}">
                <a16:creationId xmlns:a16="http://schemas.microsoft.com/office/drawing/2014/main" id="{914C8276-D6EA-61A5-AB7E-2C05A525663E}"/>
              </a:ext>
            </a:extLst>
          </p:cNvPr>
          <p:cNvGrpSpPr/>
          <p:nvPr/>
        </p:nvGrpSpPr>
        <p:grpSpPr>
          <a:xfrm>
            <a:off x="3945189" y="5811450"/>
            <a:ext cx="4313944" cy="315056"/>
            <a:chOff x="1253246" y="4118390"/>
            <a:chExt cx="4313944" cy="315056"/>
          </a:xfrm>
        </p:grpSpPr>
        <p:sp>
          <p:nvSpPr>
            <p:cNvPr id="144" name="文本框 143">
              <a:extLst>
                <a:ext uri="{FF2B5EF4-FFF2-40B4-BE49-F238E27FC236}">
                  <a16:creationId xmlns:a16="http://schemas.microsoft.com/office/drawing/2014/main" id="{B18AA79A-B897-B98E-9BCC-66F31F7C012B}"/>
                </a:ext>
              </a:extLst>
            </p:cNvPr>
            <p:cNvSpPr txBox="1"/>
            <p:nvPr/>
          </p:nvSpPr>
          <p:spPr>
            <a:xfrm>
              <a:off x="1561022" y="4125669"/>
              <a:ext cx="2027128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</a:p>
          </p:txBody>
        </p:sp>
        <p:sp>
          <p:nvSpPr>
            <p:cNvPr id="145" name="iconfont-10019-4889788">
              <a:extLst>
                <a:ext uri="{FF2B5EF4-FFF2-40B4-BE49-F238E27FC236}">
                  <a16:creationId xmlns:a16="http://schemas.microsoft.com/office/drawing/2014/main" id="{D29BDEDF-B7EC-3C66-7309-29958E1C33C9}"/>
                </a:ext>
              </a:extLst>
            </p:cNvPr>
            <p:cNvSpPr/>
            <p:nvPr/>
          </p:nvSpPr>
          <p:spPr>
            <a:xfrm>
              <a:off x="1253246" y="4118392"/>
              <a:ext cx="307776" cy="307776"/>
            </a:xfrm>
            <a:custGeom>
              <a:avLst/>
              <a:gdLst>
                <a:gd name="T0" fmla="*/ 6383 w 12767"/>
                <a:gd name="T1" fmla="*/ 0 h 12767"/>
                <a:gd name="T2" fmla="*/ 0 w 12767"/>
                <a:gd name="T3" fmla="*/ 6383 h 12767"/>
                <a:gd name="T4" fmla="*/ 6383 w 12767"/>
                <a:gd name="T5" fmla="*/ 12767 h 12767"/>
                <a:gd name="T6" fmla="*/ 12767 w 12767"/>
                <a:gd name="T7" fmla="*/ 6383 h 12767"/>
                <a:gd name="T8" fmla="*/ 6383 w 12767"/>
                <a:gd name="T9" fmla="*/ 0 h 12767"/>
                <a:gd name="T10" fmla="*/ 6383 w 12767"/>
                <a:gd name="T11" fmla="*/ 870 h 12767"/>
                <a:gd name="T12" fmla="*/ 11897 w 12767"/>
                <a:gd name="T13" fmla="*/ 6383 h 12767"/>
                <a:gd name="T14" fmla="*/ 11032 w 12767"/>
                <a:gd name="T15" fmla="*/ 9349 h 12767"/>
                <a:gd name="T16" fmla="*/ 7524 w 12767"/>
                <a:gd name="T17" fmla="*/ 7451 h 12767"/>
                <a:gd name="T18" fmla="*/ 9004 w 12767"/>
                <a:gd name="T19" fmla="*/ 5101 h 12767"/>
                <a:gd name="T20" fmla="*/ 6393 w 12767"/>
                <a:gd name="T21" fmla="*/ 2489 h 12767"/>
                <a:gd name="T22" fmla="*/ 3781 w 12767"/>
                <a:gd name="T23" fmla="*/ 5101 h 12767"/>
                <a:gd name="T24" fmla="*/ 5261 w 12767"/>
                <a:gd name="T25" fmla="*/ 7451 h 12767"/>
                <a:gd name="T26" fmla="*/ 1743 w 12767"/>
                <a:gd name="T27" fmla="*/ 9361 h 12767"/>
                <a:gd name="T28" fmla="*/ 870 w 12767"/>
                <a:gd name="T29" fmla="*/ 6383 h 12767"/>
                <a:gd name="T30" fmla="*/ 6383 w 12767"/>
                <a:gd name="T31" fmla="*/ 870 h 127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767" h="12767">
                  <a:moveTo>
                    <a:pt x="6383" y="0"/>
                  </a:moveTo>
                  <a:cubicBezTo>
                    <a:pt x="2858" y="0"/>
                    <a:pt x="0" y="2858"/>
                    <a:pt x="0" y="6383"/>
                  </a:cubicBezTo>
                  <a:cubicBezTo>
                    <a:pt x="0" y="9909"/>
                    <a:pt x="2858" y="12767"/>
                    <a:pt x="6383" y="12767"/>
                  </a:cubicBezTo>
                  <a:cubicBezTo>
                    <a:pt x="9909" y="12767"/>
                    <a:pt x="12767" y="9909"/>
                    <a:pt x="12767" y="6383"/>
                  </a:cubicBezTo>
                  <a:cubicBezTo>
                    <a:pt x="12767" y="2858"/>
                    <a:pt x="9909" y="0"/>
                    <a:pt x="6383" y="0"/>
                  </a:cubicBezTo>
                  <a:close/>
                  <a:moveTo>
                    <a:pt x="6383" y="870"/>
                  </a:moveTo>
                  <a:cubicBezTo>
                    <a:pt x="9428" y="870"/>
                    <a:pt x="11897" y="3339"/>
                    <a:pt x="11897" y="6383"/>
                  </a:cubicBezTo>
                  <a:cubicBezTo>
                    <a:pt x="11897" y="7475"/>
                    <a:pt x="11579" y="8493"/>
                    <a:pt x="11032" y="9349"/>
                  </a:cubicBezTo>
                  <a:cubicBezTo>
                    <a:pt x="10114" y="8379"/>
                    <a:pt x="8895" y="7697"/>
                    <a:pt x="7524" y="7451"/>
                  </a:cubicBezTo>
                  <a:cubicBezTo>
                    <a:pt x="8399" y="7030"/>
                    <a:pt x="9004" y="6137"/>
                    <a:pt x="9004" y="5101"/>
                  </a:cubicBezTo>
                  <a:cubicBezTo>
                    <a:pt x="9004" y="3658"/>
                    <a:pt x="7835" y="2489"/>
                    <a:pt x="6393" y="2489"/>
                  </a:cubicBezTo>
                  <a:cubicBezTo>
                    <a:pt x="4950" y="2489"/>
                    <a:pt x="3781" y="3658"/>
                    <a:pt x="3781" y="5101"/>
                  </a:cubicBezTo>
                  <a:cubicBezTo>
                    <a:pt x="3781" y="6137"/>
                    <a:pt x="4386" y="7030"/>
                    <a:pt x="5261" y="7451"/>
                  </a:cubicBezTo>
                  <a:cubicBezTo>
                    <a:pt x="3885" y="7698"/>
                    <a:pt x="2662" y="8385"/>
                    <a:pt x="1743" y="9361"/>
                  </a:cubicBezTo>
                  <a:cubicBezTo>
                    <a:pt x="1190" y="8502"/>
                    <a:pt x="870" y="7480"/>
                    <a:pt x="870" y="6383"/>
                  </a:cubicBezTo>
                  <a:cubicBezTo>
                    <a:pt x="870" y="3339"/>
                    <a:pt x="3339" y="870"/>
                    <a:pt x="6383" y="870"/>
                  </a:cubicBezTo>
                  <a:close/>
                </a:path>
              </a:pathLst>
            </a:custGeom>
            <a:solidFill>
              <a:schemeClr val="bg1"/>
            </a:solidFill>
          </p:spPr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sym typeface="+mn-lt"/>
              </a:endParaRPr>
            </a:p>
          </p:txBody>
        </p:sp>
        <p:sp>
          <p:nvSpPr>
            <p:cNvPr id="146" name="文本框 145">
              <a:extLst>
                <a:ext uri="{FF2B5EF4-FFF2-40B4-BE49-F238E27FC236}">
                  <a16:creationId xmlns:a16="http://schemas.microsoft.com/office/drawing/2014/main" id="{574D28EE-3E09-D182-C510-82D63D4BBB79}"/>
                </a:ext>
              </a:extLst>
            </p:cNvPr>
            <p:cNvSpPr txBox="1"/>
            <p:nvPr/>
          </p:nvSpPr>
          <p:spPr>
            <a:xfrm>
              <a:off x="3898985" y="4118390"/>
              <a:ext cx="1668205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bg1"/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</a:p>
          </p:txBody>
        </p:sp>
        <p:sp>
          <p:nvSpPr>
            <p:cNvPr id="147" name="iconfont-11899-5651509">
              <a:extLst>
                <a:ext uri="{FF2B5EF4-FFF2-40B4-BE49-F238E27FC236}">
                  <a16:creationId xmlns:a16="http://schemas.microsoft.com/office/drawing/2014/main" id="{1F7D64EB-74CB-8CE5-3783-DEF3A61A3CA4}"/>
                </a:ext>
              </a:extLst>
            </p:cNvPr>
            <p:cNvSpPr/>
            <p:nvPr/>
          </p:nvSpPr>
          <p:spPr>
            <a:xfrm>
              <a:off x="3588150" y="4118394"/>
              <a:ext cx="307836" cy="307774"/>
            </a:xfrm>
            <a:custGeom>
              <a:avLst/>
              <a:gdLst>
                <a:gd name="T0" fmla="*/ 5872 w 10378"/>
                <a:gd name="T1" fmla="*/ 5277 h 10377"/>
                <a:gd name="T2" fmla="*/ 5872 w 10378"/>
                <a:gd name="T3" fmla="*/ 2783 h 10377"/>
                <a:gd name="T4" fmla="*/ 5223 w 10378"/>
                <a:gd name="T5" fmla="*/ 2135 h 10377"/>
                <a:gd name="T6" fmla="*/ 4574 w 10378"/>
                <a:gd name="T7" fmla="*/ 2783 h 10377"/>
                <a:gd name="T8" fmla="*/ 4574 w 10378"/>
                <a:gd name="T9" fmla="*/ 6026 h 10377"/>
                <a:gd name="T10" fmla="*/ 7383 w 10378"/>
                <a:gd name="T11" fmla="*/ 7647 h 10377"/>
                <a:gd name="T12" fmla="*/ 8267 w 10378"/>
                <a:gd name="T13" fmla="*/ 7403 h 10377"/>
                <a:gd name="T14" fmla="*/ 8031 w 10378"/>
                <a:gd name="T15" fmla="*/ 6523 h 10377"/>
                <a:gd name="T16" fmla="*/ 5872 w 10378"/>
                <a:gd name="T17" fmla="*/ 5277 h 10377"/>
                <a:gd name="T18" fmla="*/ 5189 w 10378"/>
                <a:gd name="T19" fmla="*/ 10377 h 10377"/>
                <a:gd name="T20" fmla="*/ 0 w 10378"/>
                <a:gd name="T21" fmla="*/ 5188 h 10377"/>
                <a:gd name="T22" fmla="*/ 5189 w 10378"/>
                <a:gd name="T23" fmla="*/ 0 h 10377"/>
                <a:gd name="T24" fmla="*/ 10378 w 10378"/>
                <a:gd name="T25" fmla="*/ 5188 h 10377"/>
                <a:gd name="T26" fmla="*/ 5189 w 10378"/>
                <a:gd name="T27" fmla="*/ 10377 h 10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378" h="10377">
                  <a:moveTo>
                    <a:pt x="5872" y="5277"/>
                  </a:moveTo>
                  <a:lnTo>
                    <a:pt x="5872" y="2783"/>
                  </a:lnTo>
                  <a:cubicBezTo>
                    <a:pt x="5872" y="2425"/>
                    <a:pt x="5582" y="2135"/>
                    <a:pt x="5223" y="2135"/>
                  </a:cubicBezTo>
                  <a:cubicBezTo>
                    <a:pt x="4864" y="2135"/>
                    <a:pt x="4574" y="2425"/>
                    <a:pt x="4574" y="2783"/>
                  </a:cubicBezTo>
                  <a:lnTo>
                    <a:pt x="4574" y="6026"/>
                  </a:lnTo>
                  <a:lnTo>
                    <a:pt x="7383" y="7647"/>
                  </a:lnTo>
                  <a:cubicBezTo>
                    <a:pt x="7694" y="7825"/>
                    <a:pt x="8091" y="7716"/>
                    <a:pt x="8267" y="7403"/>
                  </a:cubicBezTo>
                  <a:cubicBezTo>
                    <a:pt x="8442" y="7095"/>
                    <a:pt x="8337" y="6703"/>
                    <a:pt x="8031" y="6523"/>
                  </a:cubicBezTo>
                  <a:lnTo>
                    <a:pt x="5872" y="5277"/>
                  </a:lnTo>
                  <a:close/>
                  <a:moveTo>
                    <a:pt x="5189" y="10377"/>
                  </a:moveTo>
                  <a:cubicBezTo>
                    <a:pt x="2324" y="10377"/>
                    <a:pt x="0" y="8054"/>
                    <a:pt x="0" y="5188"/>
                  </a:cubicBezTo>
                  <a:cubicBezTo>
                    <a:pt x="0" y="2322"/>
                    <a:pt x="2324" y="0"/>
                    <a:pt x="5189" y="0"/>
                  </a:cubicBezTo>
                  <a:cubicBezTo>
                    <a:pt x="8054" y="0"/>
                    <a:pt x="10378" y="2322"/>
                    <a:pt x="10378" y="5188"/>
                  </a:cubicBezTo>
                  <a:cubicBezTo>
                    <a:pt x="10378" y="8054"/>
                    <a:pt x="8056" y="10377"/>
                    <a:pt x="5189" y="10377"/>
                  </a:cubicBezTo>
                  <a:close/>
                </a:path>
              </a:pathLst>
            </a:custGeom>
            <a:solidFill>
              <a:schemeClr val="bg1"/>
            </a:solidFill>
          </p:spPr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sym typeface="+mn-lt"/>
              </a:endParaRPr>
            </a:p>
          </p:txBody>
        </p:sp>
      </p:grpSp>
      <p:sp>
        <p:nvSpPr>
          <p:cNvPr id="149" name="图形 948">
            <a:extLst>
              <a:ext uri="{FF2B5EF4-FFF2-40B4-BE49-F238E27FC236}">
                <a16:creationId xmlns:a16="http://schemas.microsoft.com/office/drawing/2014/main" id="{67C11CDD-76BB-423C-6D17-02E5E5CA60AD}"/>
              </a:ext>
            </a:extLst>
          </p:cNvPr>
          <p:cNvSpPr/>
          <p:nvPr/>
        </p:nvSpPr>
        <p:spPr>
          <a:xfrm>
            <a:off x="10490406" y="4485419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51" name="组合 150">
            <a:extLst>
              <a:ext uri="{FF2B5EF4-FFF2-40B4-BE49-F238E27FC236}">
                <a16:creationId xmlns:a16="http://schemas.microsoft.com/office/drawing/2014/main" id="{65F1FE68-EDDA-B6E9-636C-ADA0038BE9E8}"/>
              </a:ext>
            </a:extLst>
          </p:cNvPr>
          <p:cNvGrpSpPr/>
          <p:nvPr/>
        </p:nvGrpSpPr>
        <p:grpSpPr>
          <a:xfrm>
            <a:off x="3091543" y="3015847"/>
            <a:ext cx="6008914" cy="410702"/>
            <a:chOff x="3091543" y="2828925"/>
            <a:chExt cx="6008914" cy="410702"/>
          </a:xfrm>
        </p:grpSpPr>
        <p:sp>
          <p:nvSpPr>
            <p:cNvPr id="148" name="矩形: 圆角 147">
              <a:extLst>
                <a:ext uri="{FF2B5EF4-FFF2-40B4-BE49-F238E27FC236}">
                  <a16:creationId xmlns:a16="http://schemas.microsoft.com/office/drawing/2014/main" id="{56956BC4-AD80-981A-CA55-09DC358B8E0D}"/>
                </a:ext>
              </a:extLst>
            </p:cNvPr>
            <p:cNvSpPr/>
            <p:nvPr/>
          </p:nvSpPr>
          <p:spPr>
            <a:xfrm>
              <a:off x="3091543" y="2828925"/>
              <a:ext cx="6008914" cy="410702"/>
            </a:xfrm>
            <a:prstGeom prst="roundRect">
              <a:avLst>
                <a:gd name="adj" fmla="val 19077"/>
              </a:avLst>
            </a:pr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50" name="文本框 149">
              <a:extLst>
                <a:ext uri="{FF2B5EF4-FFF2-40B4-BE49-F238E27FC236}">
                  <a16:creationId xmlns:a16="http://schemas.microsoft.com/office/drawing/2014/main" id="{1FBCCB81-F9A8-0A4F-AE00-09643E2306EB}"/>
                </a:ext>
              </a:extLst>
            </p:cNvPr>
            <p:cNvSpPr txBox="1"/>
            <p:nvPr/>
          </p:nvSpPr>
          <p:spPr>
            <a:xfrm>
              <a:off x="3734245" y="2883788"/>
              <a:ext cx="474360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/>
          </p:txBody>
        </p:sp>
      </p:grpSp>
    </p:spTree>
    <p:extLst>
      <p:ext uri="{BB962C8B-B14F-4D97-AF65-F5344CB8AC3E}">
        <p14:creationId xmlns:p14="http://schemas.microsoft.com/office/powerpoint/2010/main" val="794118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EC795D-A965-C4C8-D0C6-CB8FB7D78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58FDB91-BEB7-5CBF-329D-A12ED828A8B0}"/>
              </a:ext>
            </a:extLst>
          </p:cNvPr>
          <p:cNvSpPr/>
          <p:nvPr/>
        </p:nvSpPr>
        <p:spPr>
          <a:xfrm>
            <a:off x="0" y="4485419"/>
            <a:ext cx="12192000" cy="2372581"/>
          </a:xfrm>
          <a:custGeom>
            <a:avLst/>
            <a:gdLst>
              <a:gd name="csX0" fmla="*/ 4552950 w 12192000"/>
              <a:gd name="csY0" fmla="*/ 0 h 2372581"/>
              <a:gd name="csX1" fmla="*/ 11672122 w 12192000"/>
              <a:gd name="csY1" fmla="*/ 1048195 h 2372581"/>
              <a:gd name="csX2" fmla="*/ 12192000 w 12192000"/>
              <a:gd name="csY2" fmla="*/ 1251521 h 2372581"/>
              <a:gd name="csX3" fmla="*/ 12192000 w 12192000"/>
              <a:gd name="csY3" fmla="*/ 2372581 h 2372581"/>
              <a:gd name="csX4" fmla="*/ 0 w 12192000"/>
              <a:gd name="csY4" fmla="*/ 2372581 h 2372581"/>
              <a:gd name="csX5" fmla="*/ 0 w 12192000"/>
              <a:gd name="csY5" fmla="*/ 387139 h 2372581"/>
              <a:gd name="csX6" fmla="*/ 188043 w 12192000"/>
              <a:gd name="csY6" fmla="*/ 352905 h 2372581"/>
              <a:gd name="csX7" fmla="*/ 4552950 w 12192000"/>
              <a:gd name="csY7" fmla="*/ 0 h 23725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2372581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2372581"/>
                </a:lnTo>
                <a:lnTo>
                  <a:pt x="0" y="2372581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5B2CC646-C556-33AF-3679-0F9534640F3F}"/>
              </a:ext>
            </a:extLst>
          </p:cNvPr>
          <p:cNvSpPr/>
          <p:nvPr/>
        </p:nvSpPr>
        <p:spPr>
          <a:xfrm>
            <a:off x="0" y="5079957"/>
            <a:ext cx="12192000" cy="1778043"/>
          </a:xfrm>
          <a:custGeom>
            <a:avLst/>
            <a:gdLst>
              <a:gd name="csX0" fmla="*/ 6096000 w 12192000"/>
              <a:gd name="csY0" fmla="*/ 0 h 1778043"/>
              <a:gd name="csX1" fmla="*/ 11777135 w 12192000"/>
              <a:gd name="csY1" fmla="*/ 553777 h 1778043"/>
              <a:gd name="csX2" fmla="*/ 12192000 w 12192000"/>
              <a:gd name="csY2" fmla="*/ 661197 h 1778043"/>
              <a:gd name="csX3" fmla="*/ 12192000 w 12192000"/>
              <a:gd name="csY3" fmla="*/ 1778043 h 1778043"/>
              <a:gd name="csX4" fmla="*/ 0 w 12192000"/>
              <a:gd name="csY4" fmla="*/ 1778043 h 1778043"/>
              <a:gd name="csX5" fmla="*/ 0 w 12192000"/>
              <a:gd name="csY5" fmla="*/ 661197 h 1778043"/>
              <a:gd name="csX6" fmla="*/ 414865 w 12192000"/>
              <a:gd name="csY6" fmla="*/ 553777 h 1778043"/>
              <a:gd name="csX7" fmla="*/ 6096000 w 12192000"/>
              <a:gd name="csY7" fmla="*/ 0 h 17780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778043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1778043"/>
                </a:lnTo>
                <a:lnTo>
                  <a:pt x="0" y="1778043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BF57AEBB-AF57-5DFD-BE73-97F98A0035B3}"/>
              </a:ext>
            </a:extLst>
          </p:cNvPr>
          <p:cNvSpPr/>
          <p:nvPr/>
        </p:nvSpPr>
        <p:spPr>
          <a:xfrm>
            <a:off x="-13908" y="-499837"/>
            <a:ext cx="286632" cy="286632"/>
          </a:xfrm>
          <a:prstGeom prst="ellipse">
            <a:avLst/>
          </a:prstGeom>
          <a:solidFill>
            <a:srgbClr val="4F6D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13F937C8-2769-DCAD-409D-25D462A1F4EA}"/>
              </a:ext>
            </a:extLst>
          </p:cNvPr>
          <p:cNvSpPr/>
          <p:nvPr/>
        </p:nvSpPr>
        <p:spPr>
          <a:xfrm>
            <a:off x="417892" y="-499837"/>
            <a:ext cx="286632" cy="286632"/>
          </a:xfrm>
          <a:prstGeom prst="ellipse">
            <a:avLst/>
          </a:prstGeom>
          <a:solidFill>
            <a:srgbClr val="97B6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6EEC2B7-400B-E637-DAD3-EAC873C6D48D}"/>
              </a:ext>
            </a:extLst>
          </p:cNvPr>
          <p:cNvSpPr/>
          <p:nvPr/>
        </p:nvSpPr>
        <p:spPr>
          <a:xfrm>
            <a:off x="849692" y="-499837"/>
            <a:ext cx="286632" cy="286632"/>
          </a:xfrm>
          <a:prstGeom prst="ellipse">
            <a:avLst/>
          </a:prstGeom>
          <a:solidFill>
            <a:srgbClr val="FDCC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2291845E-0801-6C42-C7ED-FEA55DE484CB}"/>
              </a:ext>
            </a:extLst>
          </p:cNvPr>
          <p:cNvSpPr/>
          <p:nvPr/>
        </p:nvSpPr>
        <p:spPr>
          <a:xfrm>
            <a:off x="12814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D425F32-E9D8-CDBB-2014-195AAC7F4376}"/>
              </a:ext>
            </a:extLst>
          </p:cNvPr>
          <p:cNvSpPr/>
          <p:nvPr/>
        </p:nvSpPr>
        <p:spPr>
          <a:xfrm>
            <a:off x="17132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4F226778-4F90-2713-7939-093717DFC711}"/>
              </a:ext>
            </a:extLst>
          </p:cNvPr>
          <p:cNvSpPr txBox="1"/>
          <p:nvPr/>
        </p:nvSpPr>
        <p:spPr>
          <a:xfrm>
            <a:off x="2310352" y="1515002"/>
            <a:ext cx="757130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7200" dirty="0">
                <a:solidFill>
                  <a:srgbClr val="4F6DD9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rPr>
              <a:t>投资回报与安全体系</a:t>
            </a:r>
          </a:p>
        </p:txBody>
      </p:sp>
      <p:grpSp>
        <p:nvGrpSpPr>
          <p:cNvPr id="53" name="组合 52" descr="D:\51PPT模板网\51pptmoban.com\图片.jpg">
            <a:extLst>
              <a:ext uri="{FF2B5EF4-FFF2-40B4-BE49-F238E27FC236}">
                <a16:creationId xmlns:a16="http://schemas.microsoft.com/office/drawing/2014/main" id="{DCC3551C-0E9C-E178-BB73-7D66F582B45D}"/>
              </a:ext>
            </a:extLst>
          </p:cNvPr>
          <p:cNvGrpSpPr/>
          <p:nvPr/>
        </p:nvGrpSpPr>
        <p:grpSpPr>
          <a:xfrm>
            <a:off x="5422405" y="478677"/>
            <a:ext cx="1341129" cy="616044"/>
            <a:chOff x="289325" y="241206"/>
            <a:chExt cx="1341129" cy="616044"/>
          </a:xfrm>
          <a:solidFill>
            <a:schemeClr val="bg1"/>
          </a:solidFill>
        </p:grpSpPr>
        <p:grpSp>
          <p:nvGrpSpPr>
            <p:cNvPr id="130" name="组合 129" descr="51PPT模板网，幻灯片演示模板及素材免费下载！&#10;51PPT模板网 唯一访问网址：www.51pptmoban.com">
              <a:extLst>
                <a:ext uri="{FF2B5EF4-FFF2-40B4-BE49-F238E27FC236}">
                  <a16:creationId xmlns:a16="http://schemas.microsoft.com/office/drawing/2014/main" id="{C3EFB0FB-920C-D9E4-D784-87CDD758CDDA}"/>
                </a:ext>
              </a:extLst>
            </p:cNvPr>
            <p:cNvGrpSpPr/>
            <p:nvPr/>
          </p:nvGrpSpPr>
          <p:grpSpPr>
            <a:xfrm>
              <a:off x="289325" y="241206"/>
              <a:ext cx="1341129" cy="616044"/>
              <a:chOff x="8154814" y="263825"/>
              <a:chExt cx="665390" cy="305645"/>
            </a:xfrm>
            <a:grpFill/>
          </p:grpSpPr>
          <p:sp>
            <p:nvSpPr>
              <p:cNvPr id="136" name="椭圆 135">
                <a:extLst>
                  <a:ext uri="{FF2B5EF4-FFF2-40B4-BE49-F238E27FC236}">
                    <a16:creationId xmlns:a16="http://schemas.microsoft.com/office/drawing/2014/main" id="{A218D96D-37AE-7815-449A-CBA7BF0F3600}"/>
                  </a:ext>
                </a:extLst>
              </p:cNvPr>
              <p:cNvSpPr/>
              <p:nvPr/>
            </p:nvSpPr>
            <p:spPr bwMode="auto">
              <a:xfrm>
                <a:off x="8465454" y="276815"/>
                <a:ext cx="45719" cy="45719"/>
              </a:xfrm>
              <a:prstGeom prst="ellipse">
                <a:avLst/>
              </a:pr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tx1"/>
                  </a:solidFill>
                  <a:sym typeface="+mn-lt"/>
                </a:endParaRPr>
              </a:p>
            </p:txBody>
          </p:sp>
          <p:sp>
            <p:nvSpPr>
              <p:cNvPr id="137" name="任意多边形: 形状 136">
                <a:extLst>
                  <a:ext uri="{FF2B5EF4-FFF2-40B4-BE49-F238E27FC236}">
                    <a16:creationId xmlns:a16="http://schemas.microsoft.com/office/drawing/2014/main" id="{8F533B97-51C4-79FB-3C44-8C87EBCE08C3}"/>
                  </a:ext>
                </a:extLst>
              </p:cNvPr>
              <p:cNvSpPr/>
              <p:nvPr/>
            </p:nvSpPr>
            <p:spPr>
              <a:xfrm>
                <a:off x="8154814" y="263825"/>
                <a:ext cx="306598" cy="305645"/>
              </a:xfrm>
              <a:custGeom>
                <a:avLst/>
                <a:gdLst>
                  <a:gd name="connsiteX0" fmla="*/ 518470 w 1105104"/>
                  <a:gd name="connsiteY0" fmla="*/ 0 h 1101666"/>
                  <a:gd name="connsiteX1" fmla="*/ 408380 w 1105104"/>
                  <a:gd name="connsiteY1" fmla="*/ 792005 h 1101666"/>
                  <a:gd name="connsiteX2" fmla="*/ 419555 w 1105104"/>
                  <a:gd name="connsiteY2" fmla="*/ 845398 h 1101666"/>
                  <a:gd name="connsiteX3" fmla="*/ 464254 w 1105104"/>
                  <a:gd name="connsiteY3" fmla="*/ 862782 h 1101666"/>
                  <a:gd name="connsiteX4" fmla="*/ 907150 w 1105104"/>
                  <a:gd name="connsiteY4" fmla="*/ 862782 h 1101666"/>
                  <a:gd name="connsiteX5" fmla="*/ 907149 w 1105104"/>
                  <a:gd name="connsiteY5" fmla="*/ 862783 h 1101666"/>
                  <a:gd name="connsiteX6" fmla="*/ 958696 w 1105104"/>
                  <a:gd name="connsiteY6" fmla="*/ 811236 h 1101666"/>
                  <a:gd name="connsiteX7" fmla="*/ 958697 w 1105104"/>
                  <a:gd name="connsiteY7" fmla="*/ 729857 h 1101666"/>
                  <a:gd name="connsiteX8" fmla="*/ 907150 w 1105104"/>
                  <a:gd name="connsiteY8" fmla="*/ 678311 h 1101666"/>
                  <a:gd name="connsiteX9" fmla="*/ 905456 w 1105104"/>
                  <a:gd name="connsiteY9" fmla="*/ 679013 h 1101666"/>
                  <a:gd name="connsiteX10" fmla="*/ 645541 w 1105104"/>
                  <a:gd name="connsiteY10" fmla="*/ 679013 h 1101666"/>
                  <a:gd name="connsiteX11" fmla="*/ 735555 w 1105104"/>
                  <a:gd name="connsiteY11" fmla="*/ 30029 h 1101666"/>
                  <a:gd name="connsiteX12" fmla="*/ 767630 w 1105104"/>
                  <a:gd name="connsiteY12" fmla="*/ 39986 h 1101666"/>
                  <a:gd name="connsiteX13" fmla="*/ 1105104 w 1105104"/>
                  <a:gd name="connsiteY13" fmla="*/ 549115 h 1101666"/>
                  <a:gd name="connsiteX14" fmla="*/ 552552 w 1105104"/>
                  <a:gd name="connsiteY14" fmla="*/ 1101666 h 1101666"/>
                  <a:gd name="connsiteX15" fmla="*/ 0 w 1105104"/>
                  <a:gd name="connsiteY15" fmla="*/ 549115 h 1101666"/>
                  <a:gd name="connsiteX16" fmla="*/ 441194 w 1105104"/>
                  <a:gd name="connsiteY16" fmla="*/ 7790 h 1101666"/>
                  <a:gd name="connsiteX17" fmla="*/ 518470 w 1105104"/>
                  <a:gd name="connsiteY17" fmla="*/ 0 h 11016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105104" h="1101666">
                    <a:moveTo>
                      <a:pt x="518470" y="0"/>
                    </a:moveTo>
                    <a:lnTo>
                      <a:pt x="408380" y="792005"/>
                    </a:lnTo>
                    <a:cubicBezTo>
                      <a:pt x="405066" y="816840"/>
                      <a:pt x="408792" y="834636"/>
                      <a:pt x="419555" y="845398"/>
                    </a:cubicBezTo>
                    <a:cubicBezTo>
                      <a:pt x="430314" y="856989"/>
                      <a:pt x="445215" y="862782"/>
                      <a:pt x="464254" y="862782"/>
                    </a:cubicBezTo>
                    <a:lnTo>
                      <a:pt x="907150" y="862782"/>
                    </a:lnTo>
                    <a:lnTo>
                      <a:pt x="907149" y="862783"/>
                    </a:lnTo>
                    <a:cubicBezTo>
                      <a:pt x="935618" y="862783"/>
                      <a:pt x="958696" y="839705"/>
                      <a:pt x="958696" y="811236"/>
                    </a:cubicBezTo>
                    <a:cubicBezTo>
                      <a:pt x="958696" y="784110"/>
                      <a:pt x="958697" y="756984"/>
                      <a:pt x="958697" y="729857"/>
                    </a:cubicBezTo>
                    <a:cubicBezTo>
                      <a:pt x="958697" y="701389"/>
                      <a:pt x="935619" y="678311"/>
                      <a:pt x="907150" y="678311"/>
                    </a:cubicBezTo>
                    <a:lnTo>
                      <a:pt x="905456" y="679013"/>
                    </a:lnTo>
                    <a:lnTo>
                      <a:pt x="645541" y="679013"/>
                    </a:lnTo>
                    <a:lnTo>
                      <a:pt x="735555" y="30029"/>
                    </a:lnTo>
                    <a:lnTo>
                      <a:pt x="767630" y="39986"/>
                    </a:lnTo>
                    <a:cubicBezTo>
                      <a:pt x="965950" y="123868"/>
                      <a:pt x="1105104" y="320241"/>
                      <a:pt x="1105104" y="549115"/>
                    </a:cubicBezTo>
                    <a:cubicBezTo>
                      <a:pt x="1105104" y="854280"/>
                      <a:pt x="857718" y="1101666"/>
                      <a:pt x="552552" y="1101666"/>
                    </a:cubicBezTo>
                    <a:cubicBezTo>
                      <a:pt x="247386" y="1101666"/>
                      <a:pt x="0" y="854280"/>
                      <a:pt x="0" y="549115"/>
                    </a:cubicBezTo>
                    <a:cubicBezTo>
                      <a:pt x="0" y="282096"/>
                      <a:pt x="189405" y="59313"/>
                      <a:pt x="441194" y="7790"/>
                    </a:cubicBezTo>
                    <a:lnTo>
                      <a:pt x="518470" y="0"/>
                    </a:ln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  <a:sym typeface="+mn-lt"/>
                </a:endParaRPr>
              </a:p>
            </p:txBody>
          </p:sp>
          <p:grpSp>
            <p:nvGrpSpPr>
              <p:cNvPr id="138" name="文本框-2_矢量">
                <a:extLst>
                  <a:ext uri="{FF2B5EF4-FFF2-40B4-BE49-F238E27FC236}">
                    <a16:creationId xmlns:a16="http://schemas.microsoft.com/office/drawing/2014/main" id="{BB2E5FA6-E9EF-B001-CAC0-EC5CD71638E4}"/>
                  </a:ext>
                </a:extLst>
              </p:cNvPr>
              <p:cNvGrpSpPr/>
              <p:nvPr/>
            </p:nvGrpSpPr>
            <p:grpSpPr>
              <a:xfrm>
                <a:off x="8478585" y="337599"/>
                <a:ext cx="341619" cy="106745"/>
                <a:chOff x="8501988" y="300619"/>
                <a:chExt cx="396430" cy="123872"/>
              </a:xfrm>
              <a:grpFill/>
            </p:grpSpPr>
            <p:sp>
              <p:nvSpPr>
                <p:cNvPr id="139" name="文本框 138">
                  <a:extLst>
                    <a:ext uri="{FF2B5EF4-FFF2-40B4-BE49-F238E27FC236}">
                      <a16:creationId xmlns:a16="http://schemas.microsoft.com/office/drawing/2014/main" id="{1EFD39E8-B6C7-E356-6427-C5296A3CAA40}"/>
                    </a:ext>
                  </a:extLst>
                </p:cNvPr>
                <p:cNvSpPr txBox="1"/>
                <p:nvPr/>
              </p:nvSpPr>
              <p:spPr>
                <a:xfrm>
                  <a:off x="8501988" y="300763"/>
                  <a:ext cx="129730" cy="123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730" h="123301">
                      <a:moveTo>
                        <a:pt x="68865" y="22145"/>
                      </a:moveTo>
                      <a:cubicBezTo>
                        <a:pt x="57340" y="22145"/>
                        <a:pt x="47387" y="26479"/>
                        <a:pt x="39004" y="35147"/>
                      </a:cubicBezTo>
                      <a:cubicBezTo>
                        <a:pt x="30623" y="43815"/>
                        <a:pt x="26432" y="54197"/>
                        <a:pt x="26432" y="66294"/>
                      </a:cubicBezTo>
                      <a:cubicBezTo>
                        <a:pt x="26432" y="76485"/>
                        <a:pt x="29622" y="84820"/>
                        <a:pt x="36004" y="91297"/>
                      </a:cubicBezTo>
                      <a:cubicBezTo>
                        <a:pt x="42386" y="97774"/>
                        <a:pt x="50625" y="101012"/>
                        <a:pt x="60722" y="101012"/>
                      </a:cubicBezTo>
                      <a:cubicBezTo>
                        <a:pt x="72628" y="101012"/>
                        <a:pt x="82724" y="96726"/>
                        <a:pt x="91011" y="88153"/>
                      </a:cubicBezTo>
                      <a:cubicBezTo>
                        <a:pt x="99298" y="79486"/>
                        <a:pt x="103441" y="68961"/>
                        <a:pt x="103441" y="56578"/>
                      </a:cubicBezTo>
                      <a:cubicBezTo>
                        <a:pt x="103441" y="46577"/>
                        <a:pt x="100155" y="38338"/>
                        <a:pt x="93583" y="31861"/>
                      </a:cubicBezTo>
                      <a:cubicBezTo>
                        <a:pt x="87106" y="25384"/>
                        <a:pt x="78867" y="22145"/>
                        <a:pt x="68865" y="22145"/>
                      </a:cubicBezTo>
                      <a:close/>
                      <a:moveTo>
                        <a:pt x="70580" y="0"/>
                      </a:moveTo>
                      <a:cubicBezTo>
                        <a:pt x="88011" y="0"/>
                        <a:pt x="102251" y="5095"/>
                        <a:pt x="113300" y="15287"/>
                      </a:cubicBezTo>
                      <a:cubicBezTo>
                        <a:pt x="124253" y="25479"/>
                        <a:pt x="129730" y="38671"/>
                        <a:pt x="129730" y="54864"/>
                      </a:cubicBezTo>
                      <a:cubicBezTo>
                        <a:pt x="129730" y="75057"/>
                        <a:pt x="123253" y="91487"/>
                        <a:pt x="110299" y="104155"/>
                      </a:cubicBezTo>
                      <a:cubicBezTo>
                        <a:pt x="97345" y="116919"/>
                        <a:pt x="80772" y="123301"/>
                        <a:pt x="60579" y="123301"/>
                      </a:cubicBezTo>
                      <a:cubicBezTo>
                        <a:pt x="43053" y="123301"/>
                        <a:pt x="28575" y="118062"/>
                        <a:pt x="17145" y="107584"/>
                      </a:cubicBezTo>
                      <a:cubicBezTo>
                        <a:pt x="5715" y="97012"/>
                        <a:pt x="0" y="83629"/>
                        <a:pt x="0" y="67437"/>
                      </a:cubicBezTo>
                      <a:cubicBezTo>
                        <a:pt x="0" y="48101"/>
                        <a:pt x="6715" y="32051"/>
                        <a:pt x="20145" y="19288"/>
                      </a:cubicBezTo>
                      <a:cubicBezTo>
                        <a:pt x="33480" y="6429"/>
                        <a:pt x="50292" y="0"/>
                        <a:pt x="70580" y="0"/>
                      </a:cubicBezTo>
                      <a:close/>
                    </a:path>
                  </a:pathLst>
                </a:custGeom>
                <a:solidFill>
                  <a:srgbClr val="4F6DD9"/>
                </a:solidFill>
                <a:ln w="4286" cap="flat">
                  <a:noFill/>
                  <a:prstDash val="solid"/>
                  <a:miter/>
                </a:ln>
              </p:spPr>
              <p:txBody>
                <a:bodyPr wrap="square" rtlCol="0" anchor="ctr">
                  <a:noAutofit/>
                </a:bodyPr>
                <a:lstStyle>
                  <a:defPPr>
                    <a:defRPr lang="zh-CN"/>
                  </a:defPPr>
                  <a:lvl1pPr algn="ctr">
                    <a:defRPr>
                      <a:solidFill>
                        <a:schemeClr val="tx1"/>
                      </a:solidFill>
                    </a:defRPr>
                  </a:lvl1pPr>
                  <a:lvl2pPr>
                    <a:defRPr>
                      <a:solidFill>
                        <a:schemeClr val="tx1"/>
                      </a:solidFill>
                    </a:defRPr>
                  </a:lvl2pPr>
                  <a:lvl3pPr>
                    <a:defRPr>
                      <a:solidFill>
                        <a:schemeClr val="tx1"/>
                      </a:solidFill>
                    </a:defRPr>
                  </a:lvl3pPr>
                  <a:lvl4pPr>
                    <a:defRPr>
                      <a:solidFill>
                        <a:schemeClr val="tx1"/>
                      </a:solidFill>
                    </a:defRPr>
                  </a:lvl4pPr>
                  <a:lvl5pPr>
                    <a:defRPr>
                      <a:solidFill>
                        <a:schemeClr val="tx1"/>
                      </a:solidFill>
                    </a:defRPr>
                  </a:lvl5pPr>
                  <a:lvl6pPr>
                    <a:defRPr>
                      <a:solidFill>
                        <a:schemeClr val="tx1"/>
                      </a:solidFill>
                    </a:defRPr>
                  </a:lvl6pPr>
                  <a:lvl7pPr>
                    <a:defRPr>
                      <a:solidFill>
                        <a:schemeClr val="tx1"/>
                      </a:solidFill>
                    </a:defRPr>
                  </a:lvl7pPr>
                  <a:lvl8pPr>
                    <a:defRPr>
                      <a:solidFill>
                        <a:schemeClr val="tx1"/>
                      </a:solidFill>
                    </a:defRPr>
                  </a:lvl8pPr>
                  <a:lvl9pPr>
                    <a:defRPr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 dirty="0">
                    <a:sym typeface="+mn-lt"/>
                  </a:endParaRPr>
                </a:p>
              </p:txBody>
            </p:sp>
            <p:sp>
              <p:nvSpPr>
                <p:cNvPr id="140" name="文本框 139">
                  <a:extLst>
                    <a:ext uri="{FF2B5EF4-FFF2-40B4-BE49-F238E27FC236}">
                      <a16:creationId xmlns:a16="http://schemas.microsoft.com/office/drawing/2014/main" id="{BFEC4EB6-699C-9E36-EBEB-179A28C50FB2}"/>
                    </a:ext>
                  </a:extLst>
                </p:cNvPr>
                <p:cNvSpPr txBox="1"/>
                <p:nvPr/>
              </p:nvSpPr>
              <p:spPr>
                <a:xfrm>
                  <a:off x="8644844" y="300619"/>
                  <a:ext cx="108746" cy="1238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746" h="123872">
                      <a:moveTo>
                        <a:pt x="70027" y="0"/>
                      </a:moveTo>
                      <a:cubicBezTo>
                        <a:pt x="72694" y="0"/>
                        <a:pt x="75838" y="119"/>
                        <a:pt x="79457" y="357"/>
                      </a:cubicBezTo>
                      <a:cubicBezTo>
                        <a:pt x="83077" y="595"/>
                        <a:pt x="86268" y="1047"/>
                        <a:pt x="89030" y="1714"/>
                      </a:cubicBezTo>
                      <a:cubicBezTo>
                        <a:pt x="94840" y="3429"/>
                        <a:pt x="99579" y="5310"/>
                        <a:pt x="103246" y="7358"/>
                      </a:cubicBezTo>
                      <a:cubicBezTo>
                        <a:pt x="106913" y="9406"/>
                        <a:pt x="108746" y="10430"/>
                        <a:pt x="108746" y="10430"/>
                      </a:cubicBezTo>
                      <a:lnTo>
                        <a:pt x="106175" y="16859"/>
                      </a:lnTo>
                      <a:cubicBezTo>
                        <a:pt x="104746" y="20097"/>
                        <a:pt x="102508" y="22336"/>
                        <a:pt x="99460" y="23574"/>
                      </a:cubicBezTo>
                      <a:cubicBezTo>
                        <a:pt x="96412" y="24812"/>
                        <a:pt x="93268" y="24812"/>
                        <a:pt x="90030" y="23574"/>
                      </a:cubicBezTo>
                      <a:cubicBezTo>
                        <a:pt x="87934" y="22717"/>
                        <a:pt x="85982" y="22050"/>
                        <a:pt x="84172" y="21574"/>
                      </a:cubicBezTo>
                      <a:cubicBezTo>
                        <a:pt x="80172" y="20431"/>
                        <a:pt x="75457" y="19859"/>
                        <a:pt x="70027" y="19859"/>
                      </a:cubicBezTo>
                      <a:cubicBezTo>
                        <a:pt x="64217" y="19859"/>
                        <a:pt x="58836" y="20859"/>
                        <a:pt x="53882" y="22860"/>
                      </a:cubicBezTo>
                      <a:cubicBezTo>
                        <a:pt x="48930" y="24860"/>
                        <a:pt x="44548" y="27717"/>
                        <a:pt x="40738" y="31432"/>
                      </a:cubicBezTo>
                      <a:cubicBezTo>
                        <a:pt x="36833" y="35052"/>
                        <a:pt x="33642" y="39481"/>
                        <a:pt x="31165" y="44720"/>
                      </a:cubicBezTo>
                      <a:cubicBezTo>
                        <a:pt x="28594" y="49863"/>
                        <a:pt x="26879" y="55530"/>
                        <a:pt x="26022" y="61722"/>
                      </a:cubicBezTo>
                      <a:cubicBezTo>
                        <a:pt x="25069" y="68580"/>
                        <a:pt x="25117" y="74628"/>
                        <a:pt x="26165" y="79867"/>
                      </a:cubicBezTo>
                      <a:cubicBezTo>
                        <a:pt x="27308" y="85106"/>
                        <a:pt x="29260" y="89487"/>
                        <a:pt x="32023" y="93011"/>
                      </a:cubicBezTo>
                      <a:cubicBezTo>
                        <a:pt x="34785" y="96536"/>
                        <a:pt x="38357" y="99155"/>
                        <a:pt x="42738" y="100869"/>
                      </a:cubicBezTo>
                      <a:cubicBezTo>
                        <a:pt x="47120" y="102679"/>
                        <a:pt x="52073" y="103584"/>
                        <a:pt x="57597" y="103584"/>
                      </a:cubicBezTo>
                      <a:cubicBezTo>
                        <a:pt x="60264" y="103584"/>
                        <a:pt x="62979" y="103298"/>
                        <a:pt x="65741" y="102727"/>
                      </a:cubicBezTo>
                      <a:cubicBezTo>
                        <a:pt x="68503" y="102060"/>
                        <a:pt x="71123" y="101108"/>
                        <a:pt x="73599" y="99869"/>
                      </a:cubicBezTo>
                      <a:lnTo>
                        <a:pt x="78457" y="72152"/>
                      </a:lnTo>
                      <a:lnTo>
                        <a:pt x="55740" y="72152"/>
                      </a:lnTo>
                      <a:lnTo>
                        <a:pt x="58026" y="61293"/>
                      </a:lnTo>
                      <a:cubicBezTo>
                        <a:pt x="58502" y="59102"/>
                        <a:pt x="59621" y="57293"/>
                        <a:pt x="61383" y="55864"/>
                      </a:cubicBezTo>
                      <a:cubicBezTo>
                        <a:pt x="63146" y="54435"/>
                        <a:pt x="65170" y="53721"/>
                        <a:pt x="67456" y="53721"/>
                      </a:cubicBezTo>
                      <a:lnTo>
                        <a:pt x="98745" y="53721"/>
                      </a:lnTo>
                      <a:cubicBezTo>
                        <a:pt x="99698" y="53721"/>
                        <a:pt x="100555" y="53864"/>
                        <a:pt x="101317" y="54149"/>
                      </a:cubicBezTo>
                      <a:cubicBezTo>
                        <a:pt x="102079" y="54530"/>
                        <a:pt x="102698" y="55054"/>
                        <a:pt x="103174" y="55721"/>
                      </a:cubicBezTo>
                      <a:cubicBezTo>
                        <a:pt x="103651" y="56388"/>
                        <a:pt x="103984" y="57197"/>
                        <a:pt x="104174" y="58150"/>
                      </a:cubicBezTo>
                      <a:cubicBezTo>
                        <a:pt x="104365" y="59102"/>
                        <a:pt x="104365" y="60198"/>
                        <a:pt x="104174" y="61436"/>
                      </a:cubicBezTo>
                      <a:lnTo>
                        <a:pt x="96031" y="114871"/>
                      </a:lnTo>
                      <a:cubicBezTo>
                        <a:pt x="96031" y="114871"/>
                        <a:pt x="95483" y="115085"/>
                        <a:pt x="94388" y="115514"/>
                      </a:cubicBezTo>
                      <a:cubicBezTo>
                        <a:pt x="93292" y="115943"/>
                        <a:pt x="91887" y="116467"/>
                        <a:pt x="90173" y="117086"/>
                      </a:cubicBezTo>
                      <a:cubicBezTo>
                        <a:pt x="88458" y="117705"/>
                        <a:pt x="86696" y="118348"/>
                        <a:pt x="84886" y="119015"/>
                      </a:cubicBezTo>
                      <a:cubicBezTo>
                        <a:pt x="83267" y="119586"/>
                        <a:pt x="81338" y="120158"/>
                        <a:pt x="79100" y="120729"/>
                      </a:cubicBezTo>
                      <a:cubicBezTo>
                        <a:pt x="76862" y="121301"/>
                        <a:pt x="74838" y="121729"/>
                        <a:pt x="73028" y="122015"/>
                      </a:cubicBezTo>
                      <a:cubicBezTo>
                        <a:pt x="69789" y="122682"/>
                        <a:pt x="66551" y="123158"/>
                        <a:pt x="63312" y="123444"/>
                      </a:cubicBezTo>
                      <a:cubicBezTo>
                        <a:pt x="59978" y="123729"/>
                        <a:pt x="56692" y="123872"/>
                        <a:pt x="53454" y="123872"/>
                      </a:cubicBezTo>
                      <a:cubicBezTo>
                        <a:pt x="43834" y="123872"/>
                        <a:pt x="35452" y="122491"/>
                        <a:pt x="28308" y="119729"/>
                      </a:cubicBezTo>
                      <a:cubicBezTo>
                        <a:pt x="21164" y="116967"/>
                        <a:pt x="15306" y="113014"/>
                        <a:pt x="10734" y="107870"/>
                      </a:cubicBezTo>
                      <a:cubicBezTo>
                        <a:pt x="6258" y="102632"/>
                        <a:pt x="3162" y="96250"/>
                        <a:pt x="1447" y="88725"/>
                      </a:cubicBezTo>
                      <a:cubicBezTo>
                        <a:pt x="-267" y="81200"/>
                        <a:pt x="-458" y="72675"/>
                        <a:pt x="876" y="63150"/>
                      </a:cubicBezTo>
                      <a:cubicBezTo>
                        <a:pt x="2209" y="53340"/>
                        <a:pt x="4924" y="44529"/>
                        <a:pt x="9020" y="36719"/>
                      </a:cubicBezTo>
                      <a:cubicBezTo>
                        <a:pt x="13020" y="28908"/>
                        <a:pt x="18164" y="22288"/>
                        <a:pt x="24450" y="16859"/>
                      </a:cubicBezTo>
                      <a:cubicBezTo>
                        <a:pt x="30070" y="11906"/>
                        <a:pt x="36499" y="8001"/>
                        <a:pt x="43738" y="5143"/>
                      </a:cubicBezTo>
                      <a:cubicBezTo>
                        <a:pt x="43929" y="5048"/>
                        <a:pt x="44072" y="5000"/>
                        <a:pt x="44167" y="5000"/>
                      </a:cubicBezTo>
                      <a:cubicBezTo>
                        <a:pt x="44738" y="4715"/>
                        <a:pt x="45310" y="4476"/>
                        <a:pt x="45882" y="4286"/>
                      </a:cubicBezTo>
                      <a:cubicBezTo>
                        <a:pt x="52549" y="1428"/>
                        <a:pt x="60598" y="0"/>
                        <a:pt x="70027" y="0"/>
                      </a:cubicBezTo>
                      <a:close/>
                    </a:path>
                  </a:pathLst>
                </a:custGeom>
                <a:solidFill>
                  <a:srgbClr val="4F6DD9"/>
                </a:solidFill>
                <a:ln w="4286" cap="flat">
                  <a:noFill/>
                  <a:prstDash val="solid"/>
                  <a:miter/>
                </a:ln>
              </p:spPr>
              <p:txBody>
                <a:bodyPr wrap="square" rtlCol="0" anchor="ctr">
                  <a:noAutofit/>
                </a:bodyPr>
                <a:lstStyle>
                  <a:defPPr>
                    <a:defRPr lang="zh-CN"/>
                  </a:defPPr>
                  <a:lvl1pPr algn="ctr">
                    <a:defRPr>
                      <a:solidFill>
                        <a:schemeClr val="tx1"/>
                      </a:solidFill>
                    </a:defRPr>
                  </a:lvl1pPr>
                  <a:lvl2pPr>
                    <a:defRPr>
                      <a:solidFill>
                        <a:schemeClr val="tx1"/>
                      </a:solidFill>
                    </a:defRPr>
                  </a:lvl2pPr>
                  <a:lvl3pPr>
                    <a:defRPr>
                      <a:solidFill>
                        <a:schemeClr val="tx1"/>
                      </a:solidFill>
                    </a:defRPr>
                  </a:lvl3pPr>
                  <a:lvl4pPr>
                    <a:defRPr>
                      <a:solidFill>
                        <a:schemeClr val="tx1"/>
                      </a:solidFill>
                    </a:defRPr>
                  </a:lvl4pPr>
                  <a:lvl5pPr>
                    <a:defRPr>
                      <a:solidFill>
                        <a:schemeClr val="tx1"/>
                      </a:solidFill>
                    </a:defRPr>
                  </a:lvl5pPr>
                  <a:lvl6pPr>
                    <a:defRPr>
                      <a:solidFill>
                        <a:schemeClr val="tx1"/>
                      </a:solidFill>
                    </a:defRPr>
                  </a:lvl6pPr>
                  <a:lvl7pPr>
                    <a:defRPr>
                      <a:solidFill>
                        <a:schemeClr val="tx1"/>
                      </a:solidFill>
                    </a:defRPr>
                  </a:lvl7pPr>
                  <a:lvl8pPr>
                    <a:defRPr>
                      <a:solidFill>
                        <a:schemeClr val="tx1"/>
                      </a:solidFill>
                    </a:defRPr>
                  </a:lvl8pPr>
                  <a:lvl9pPr>
                    <a:defRPr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 dirty="0">
                    <a:sym typeface="+mn-lt"/>
                  </a:endParaRPr>
                </a:p>
              </p:txBody>
            </p:sp>
            <p:sp>
              <p:nvSpPr>
                <p:cNvPr id="141" name="文本框 140">
                  <a:extLst>
                    <a:ext uri="{FF2B5EF4-FFF2-40B4-BE49-F238E27FC236}">
                      <a16:creationId xmlns:a16="http://schemas.microsoft.com/office/drawing/2014/main" id="{DAF8EAA2-624B-8D2E-F853-3F8604CEBE1A}"/>
                    </a:ext>
                  </a:extLst>
                </p:cNvPr>
                <p:cNvSpPr txBox="1"/>
                <p:nvPr/>
              </p:nvSpPr>
              <p:spPr>
                <a:xfrm>
                  <a:off x="8768688" y="300763"/>
                  <a:ext cx="129730" cy="123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730" h="123301">
                      <a:moveTo>
                        <a:pt x="68865" y="22145"/>
                      </a:moveTo>
                      <a:cubicBezTo>
                        <a:pt x="57340" y="22145"/>
                        <a:pt x="47386" y="26479"/>
                        <a:pt x="39004" y="35147"/>
                      </a:cubicBezTo>
                      <a:cubicBezTo>
                        <a:pt x="30622" y="43815"/>
                        <a:pt x="26432" y="54197"/>
                        <a:pt x="26432" y="66294"/>
                      </a:cubicBezTo>
                      <a:cubicBezTo>
                        <a:pt x="26432" y="76485"/>
                        <a:pt x="29622" y="84820"/>
                        <a:pt x="36004" y="91297"/>
                      </a:cubicBezTo>
                      <a:cubicBezTo>
                        <a:pt x="42386" y="97774"/>
                        <a:pt x="50625" y="101012"/>
                        <a:pt x="60722" y="101012"/>
                      </a:cubicBezTo>
                      <a:cubicBezTo>
                        <a:pt x="72628" y="101012"/>
                        <a:pt x="82724" y="96726"/>
                        <a:pt x="91011" y="88153"/>
                      </a:cubicBezTo>
                      <a:cubicBezTo>
                        <a:pt x="99298" y="79486"/>
                        <a:pt x="103441" y="68961"/>
                        <a:pt x="103441" y="56578"/>
                      </a:cubicBezTo>
                      <a:cubicBezTo>
                        <a:pt x="103441" y="46577"/>
                        <a:pt x="100155" y="38338"/>
                        <a:pt x="93583" y="31861"/>
                      </a:cubicBezTo>
                      <a:cubicBezTo>
                        <a:pt x="87106" y="25384"/>
                        <a:pt x="78867" y="22145"/>
                        <a:pt x="68865" y="22145"/>
                      </a:cubicBezTo>
                      <a:close/>
                      <a:moveTo>
                        <a:pt x="70580" y="0"/>
                      </a:moveTo>
                      <a:cubicBezTo>
                        <a:pt x="88011" y="0"/>
                        <a:pt x="102250" y="5095"/>
                        <a:pt x="113300" y="15287"/>
                      </a:cubicBezTo>
                      <a:cubicBezTo>
                        <a:pt x="124253" y="25479"/>
                        <a:pt x="129730" y="38671"/>
                        <a:pt x="129730" y="54864"/>
                      </a:cubicBezTo>
                      <a:cubicBezTo>
                        <a:pt x="129730" y="75057"/>
                        <a:pt x="123253" y="91487"/>
                        <a:pt x="110299" y="104155"/>
                      </a:cubicBezTo>
                      <a:cubicBezTo>
                        <a:pt x="97345" y="116919"/>
                        <a:pt x="80772" y="123301"/>
                        <a:pt x="60579" y="123301"/>
                      </a:cubicBezTo>
                      <a:cubicBezTo>
                        <a:pt x="43053" y="123301"/>
                        <a:pt x="28575" y="118062"/>
                        <a:pt x="17145" y="107584"/>
                      </a:cubicBezTo>
                      <a:cubicBezTo>
                        <a:pt x="5715" y="97012"/>
                        <a:pt x="0" y="83629"/>
                        <a:pt x="0" y="67437"/>
                      </a:cubicBezTo>
                      <a:cubicBezTo>
                        <a:pt x="0" y="48101"/>
                        <a:pt x="6715" y="32051"/>
                        <a:pt x="20145" y="19288"/>
                      </a:cubicBezTo>
                      <a:cubicBezTo>
                        <a:pt x="33480" y="6429"/>
                        <a:pt x="50292" y="0"/>
                        <a:pt x="70580" y="0"/>
                      </a:cubicBezTo>
                      <a:close/>
                    </a:path>
                  </a:pathLst>
                </a:custGeom>
                <a:solidFill>
                  <a:srgbClr val="4F6DD9"/>
                </a:solidFill>
                <a:ln w="4286" cap="flat">
                  <a:noFill/>
                  <a:prstDash val="solid"/>
                  <a:miter/>
                </a:ln>
              </p:spPr>
              <p:txBody>
                <a:bodyPr wrap="square" rtlCol="0" anchor="ctr">
                  <a:noAutofit/>
                </a:bodyPr>
                <a:lstStyle>
                  <a:defPPr>
                    <a:defRPr lang="zh-CN"/>
                  </a:defPPr>
                  <a:lvl1pPr algn="ctr">
                    <a:defRPr>
                      <a:solidFill>
                        <a:schemeClr val="tx1"/>
                      </a:solidFill>
                    </a:defRPr>
                  </a:lvl1pPr>
                  <a:lvl2pPr>
                    <a:defRPr>
                      <a:solidFill>
                        <a:schemeClr val="tx1"/>
                      </a:solidFill>
                    </a:defRPr>
                  </a:lvl2pPr>
                  <a:lvl3pPr>
                    <a:defRPr>
                      <a:solidFill>
                        <a:schemeClr val="tx1"/>
                      </a:solidFill>
                    </a:defRPr>
                  </a:lvl3pPr>
                  <a:lvl4pPr>
                    <a:defRPr>
                      <a:solidFill>
                        <a:schemeClr val="tx1"/>
                      </a:solidFill>
                    </a:defRPr>
                  </a:lvl4pPr>
                  <a:lvl5pPr>
                    <a:defRPr>
                      <a:solidFill>
                        <a:schemeClr val="tx1"/>
                      </a:solidFill>
                    </a:defRPr>
                  </a:lvl5pPr>
                  <a:lvl6pPr>
                    <a:defRPr>
                      <a:solidFill>
                        <a:schemeClr val="tx1"/>
                      </a:solidFill>
                    </a:defRPr>
                  </a:lvl6pPr>
                  <a:lvl7pPr>
                    <a:defRPr>
                      <a:solidFill>
                        <a:schemeClr val="tx1"/>
                      </a:solidFill>
                    </a:defRPr>
                  </a:lvl7pPr>
                  <a:lvl8pPr>
                    <a:defRPr>
                      <a:solidFill>
                        <a:schemeClr val="tx1"/>
                      </a:solidFill>
                    </a:defRPr>
                  </a:lvl8pPr>
                  <a:lvl9pPr>
                    <a:defRPr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 dirty="0">
                    <a:sym typeface="+mn-lt"/>
                  </a:endParaRPr>
                </a:p>
              </p:txBody>
            </p:sp>
          </p:grpSp>
        </p:grpSp>
        <p:grpSp>
          <p:nvGrpSpPr>
            <p:cNvPr id="131" name="组合 130">
              <a:extLst>
                <a:ext uri="{FF2B5EF4-FFF2-40B4-BE49-F238E27FC236}">
                  <a16:creationId xmlns:a16="http://schemas.microsoft.com/office/drawing/2014/main" id="{985DBEA0-961D-9BE9-0964-C4E0B1B16ACF}"/>
                </a:ext>
              </a:extLst>
            </p:cNvPr>
            <p:cNvGrpSpPr/>
            <p:nvPr/>
          </p:nvGrpSpPr>
          <p:grpSpPr>
            <a:xfrm>
              <a:off x="926299" y="660958"/>
              <a:ext cx="674380" cy="119625"/>
              <a:chOff x="892413" y="660958"/>
              <a:chExt cx="707506" cy="125501"/>
            </a:xfrm>
            <a:grpFill/>
          </p:grpSpPr>
          <p:sp>
            <p:nvSpPr>
              <p:cNvPr id="132" name="文本框 131">
                <a:extLst>
                  <a:ext uri="{FF2B5EF4-FFF2-40B4-BE49-F238E27FC236}">
                    <a16:creationId xmlns:a16="http://schemas.microsoft.com/office/drawing/2014/main" id="{E04F1CB1-5428-F288-C3B4-6F92A9474BB3}"/>
                  </a:ext>
                </a:extLst>
              </p:cNvPr>
              <p:cNvSpPr txBox="1"/>
              <p:nvPr/>
            </p:nvSpPr>
            <p:spPr>
              <a:xfrm>
                <a:off x="892413" y="663237"/>
                <a:ext cx="124027" cy="123222"/>
              </a:xfrm>
              <a:custGeom>
                <a:avLst/>
                <a:gdLst/>
                <a:ahLst/>
                <a:cxnLst/>
                <a:rect l="l" t="t" r="r" b="b"/>
                <a:pathLst>
                  <a:path w="132159" h="131302">
                    <a:moveTo>
                      <a:pt x="56435" y="46434"/>
                    </a:moveTo>
                    <a:lnTo>
                      <a:pt x="72580" y="52863"/>
                    </a:lnTo>
                    <a:cubicBezTo>
                      <a:pt x="68199" y="62960"/>
                      <a:pt x="63055" y="73199"/>
                      <a:pt x="57150" y="83581"/>
                    </a:cubicBezTo>
                    <a:cubicBezTo>
                      <a:pt x="51244" y="93964"/>
                      <a:pt x="46005" y="102203"/>
                      <a:pt x="41433" y="108299"/>
                    </a:cubicBezTo>
                    <a:lnTo>
                      <a:pt x="90725" y="105298"/>
                    </a:lnTo>
                    <a:cubicBezTo>
                      <a:pt x="84915" y="96059"/>
                      <a:pt x="79486" y="87772"/>
                      <a:pt x="74437" y="80438"/>
                    </a:cubicBezTo>
                    <a:lnTo>
                      <a:pt x="87296" y="71723"/>
                    </a:lnTo>
                    <a:cubicBezTo>
                      <a:pt x="92535" y="78867"/>
                      <a:pt x="98083" y="87010"/>
                      <a:pt x="103941" y="96154"/>
                    </a:cubicBezTo>
                    <a:cubicBezTo>
                      <a:pt x="109799" y="105298"/>
                      <a:pt x="114585" y="113299"/>
                      <a:pt x="118300" y="120157"/>
                    </a:cubicBezTo>
                    <a:lnTo>
                      <a:pt x="105727" y="131302"/>
                    </a:lnTo>
                    <a:cubicBezTo>
                      <a:pt x="103917" y="127682"/>
                      <a:pt x="101727" y="123729"/>
                      <a:pt x="99155" y="119443"/>
                    </a:cubicBezTo>
                    <a:cubicBezTo>
                      <a:pt x="71151" y="120681"/>
                      <a:pt x="48244" y="122158"/>
                      <a:pt x="30432" y="123872"/>
                    </a:cubicBezTo>
                    <a:cubicBezTo>
                      <a:pt x="25098" y="124348"/>
                      <a:pt x="21145" y="124777"/>
                      <a:pt x="18573" y="125158"/>
                    </a:cubicBezTo>
                    <a:lnTo>
                      <a:pt x="13573" y="109870"/>
                    </a:lnTo>
                    <a:cubicBezTo>
                      <a:pt x="16430" y="109204"/>
                      <a:pt x="18502" y="108489"/>
                      <a:pt x="19788" y="107727"/>
                    </a:cubicBezTo>
                    <a:cubicBezTo>
                      <a:pt x="21074" y="106965"/>
                      <a:pt x="22479" y="105679"/>
                      <a:pt x="24003" y="103870"/>
                    </a:cubicBezTo>
                    <a:cubicBezTo>
                      <a:pt x="28860" y="98155"/>
                      <a:pt x="34337" y="89892"/>
                      <a:pt x="40433" y="79081"/>
                    </a:cubicBezTo>
                    <a:cubicBezTo>
                      <a:pt x="46529" y="68270"/>
                      <a:pt x="51863" y="57388"/>
                      <a:pt x="56435" y="46434"/>
                    </a:cubicBezTo>
                    <a:close/>
                    <a:moveTo>
                      <a:pt x="44291" y="1857"/>
                    </a:moveTo>
                    <a:lnTo>
                      <a:pt x="59864" y="7000"/>
                    </a:lnTo>
                    <a:cubicBezTo>
                      <a:pt x="49672" y="32527"/>
                      <a:pt x="33337" y="54959"/>
                      <a:pt x="10858" y="74295"/>
                    </a:cubicBezTo>
                    <a:lnTo>
                      <a:pt x="0" y="60864"/>
                    </a:lnTo>
                    <a:cubicBezTo>
                      <a:pt x="21336" y="42862"/>
                      <a:pt x="36099" y="23193"/>
                      <a:pt x="44291" y="1857"/>
                    </a:cubicBezTo>
                    <a:close/>
                    <a:moveTo>
                      <a:pt x="87582" y="0"/>
                    </a:moveTo>
                    <a:cubicBezTo>
                      <a:pt x="92630" y="14001"/>
                      <a:pt x="98560" y="25550"/>
                      <a:pt x="105370" y="34647"/>
                    </a:cubicBezTo>
                    <a:cubicBezTo>
                      <a:pt x="112180" y="43743"/>
                      <a:pt x="121110" y="52197"/>
                      <a:pt x="132159" y="60007"/>
                    </a:cubicBezTo>
                    <a:lnTo>
                      <a:pt x="121729" y="74295"/>
                    </a:lnTo>
                    <a:cubicBezTo>
                      <a:pt x="109728" y="64770"/>
                      <a:pt x="99869" y="54792"/>
                      <a:pt x="92154" y="44362"/>
                    </a:cubicBezTo>
                    <a:cubicBezTo>
                      <a:pt x="84439" y="33932"/>
                      <a:pt x="77962" y="20955"/>
                      <a:pt x="72723" y="5429"/>
                    </a:cubicBez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  <p:sp>
            <p:nvSpPr>
              <p:cNvPr id="133" name="文本框 132">
                <a:extLst>
                  <a:ext uri="{FF2B5EF4-FFF2-40B4-BE49-F238E27FC236}">
                    <a16:creationId xmlns:a16="http://schemas.microsoft.com/office/drawing/2014/main" id="{21DCC848-4E31-9A25-7439-D8A9949BEC93}"/>
                  </a:ext>
                </a:extLst>
              </p:cNvPr>
              <p:cNvSpPr txBox="1"/>
              <p:nvPr/>
            </p:nvSpPr>
            <p:spPr>
              <a:xfrm>
                <a:off x="1094481" y="668063"/>
                <a:ext cx="107132" cy="116116"/>
              </a:xfrm>
              <a:custGeom>
                <a:avLst/>
                <a:gdLst/>
                <a:ahLst/>
                <a:cxnLst/>
                <a:rect l="l" t="t" r="r" b="b"/>
                <a:pathLst>
                  <a:path w="114157" h="123730">
                    <a:moveTo>
                      <a:pt x="27575" y="68009"/>
                    </a:moveTo>
                    <a:lnTo>
                      <a:pt x="27575" y="91440"/>
                    </a:lnTo>
                    <a:lnTo>
                      <a:pt x="63865" y="91440"/>
                    </a:lnTo>
                    <a:lnTo>
                      <a:pt x="63865" y="68009"/>
                    </a:lnTo>
                    <a:close/>
                    <a:moveTo>
                      <a:pt x="11573" y="53007"/>
                    </a:moveTo>
                    <a:lnTo>
                      <a:pt x="80010" y="53007"/>
                    </a:lnTo>
                    <a:lnTo>
                      <a:pt x="80010" y="106871"/>
                    </a:lnTo>
                    <a:lnTo>
                      <a:pt x="11573" y="106871"/>
                    </a:lnTo>
                    <a:close/>
                    <a:moveTo>
                      <a:pt x="0" y="27146"/>
                    </a:moveTo>
                    <a:lnTo>
                      <a:pt x="91583" y="27146"/>
                    </a:lnTo>
                    <a:lnTo>
                      <a:pt x="91583" y="42005"/>
                    </a:lnTo>
                    <a:lnTo>
                      <a:pt x="0" y="42005"/>
                    </a:lnTo>
                    <a:close/>
                    <a:moveTo>
                      <a:pt x="8001" y="0"/>
                    </a:moveTo>
                    <a:lnTo>
                      <a:pt x="114157" y="0"/>
                    </a:lnTo>
                    <a:lnTo>
                      <a:pt x="114157" y="105442"/>
                    </a:lnTo>
                    <a:cubicBezTo>
                      <a:pt x="114157" y="109633"/>
                      <a:pt x="113586" y="112871"/>
                      <a:pt x="112443" y="115157"/>
                    </a:cubicBezTo>
                    <a:cubicBezTo>
                      <a:pt x="111300" y="117443"/>
                      <a:pt x="109323" y="119158"/>
                      <a:pt x="106514" y="120301"/>
                    </a:cubicBezTo>
                    <a:cubicBezTo>
                      <a:pt x="103704" y="121444"/>
                      <a:pt x="99679" y="122206"/>
                      <a:pt x="94441" y="122587"/>
                    </a:cubicBezTo>
                    <a:lnTo>
                      <a:pt x="80725" y="123730"/>
                    </a:lnTo>
                    <a:lnTo>
                      <a:pt x="75867" y="108871"/>
                    </a:lnTo>
                    <a:lnTo>
                      <a:pt x="87868" y="108014"/>
                    </a:lnTo>
                    <a:cubicBezTo>
                      <a:pt x="91297" y="107728"/>
                      <a:pt x="93631" y="107371"/>
                      <a:pt x="94869" y="106942"/>
                    </a:cubicBezTo>
                    <a:cubicBezTo>
                      <a:pt x="96107" y="106513"/>
                      <a:pt x="96917" y="105751"/>
                      <a:pt x="97298" y="104656"/>
                    </a:cubicBezTo>
                    <a:cubicBezTo>
                      <a:pt x="97679" y="103561"/>
                      <a:pt x="97870" y="101584"/>
                      <a:pt x="97870" y="98727"/>
                    </a:cubicBezTo>
                    <a:lnTo>
                      <a:pt x="97870" y="15573"/>
                    </a:lnTo>
                    <a:lnTo>
                      <a:pt x="8001" y="15573"/>
                    </a:ln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47E94F2C-C7E3-D2E2-918C-AE0E0228CF64}"/>
                  </a:ext>
                </a:extLst>
              </p:cNvPr>
              <p:cNvSpPr txBox="1"/>
              <p:nvPr/>
            </p:nvSpPr>
            <p:spPr>
              <a:xfrm>
                <a:off x="1282133" y="660958"/>
                <a:ext cx="112630" cy="122551"/>
              </a:xfrm>
              <a:custGeom>
                <a:avLst/>
                <a:gdLst/>
                <a:ahLst/>
                <a:cxnLst/>
                <a:rect l="l" t="t" r="r" b="b"/>
                <a:pathLst>
                  <a:path w="120015" h="130587">
                    <a:moveTo>
                      <a:pt x="44005" y="84439"/>
                    </a:moveTo>
                    <a:lnTo>
                      <a:pt x="44005" y="110871"/>
                    </a:lnTo>
                    <a:lnTo>
                      <a:pt x="102156" y="110871"/>
                    </a:lnTo>
                    <a:lnTo>
                      <a:pt x="102156" y="84439"/>
                    </a:lnTo>
                    <a:close/>
                    <a:moveTo>
                      <a:pt x="55435" y="0"/>
                    </a:moveTo>
                    <a:lnTo>
                      <a:pt x="69866" y="6000"/>
                    </a:lnTo>
                    <a:cubicBezTo>
                      <a:pt x="67199" y="10001"/>
                      <a:pt x="65103" y="12954"/>
                      <a:pt x="63579" y="14859"/>
                    </a:cubicBezTo>
                    <a:lnTo>
                      <a:pt x="120015" y="14859"/>
                    </a:lnTo>
                    <a:lnTo>
                      <a:pt x="120015" y="29575"/>
                    </a:lnTo>
                    <a:cubicBezTo>
                      <a:pt x="106108" y="45482"/>
                      <a:pt x="88487" y="59007"/>
                      <a:pt x="67151" y="70151"/>
                    </a:cubicBezTo>
                    <a:lnTo>
                      <a:pt x="117443" y="70151"/>
                    </a:lnTo>
                    <a:lnTo>
                      <a:pt x="117443" y="130587"/>
                    </a:lnTo>
                    <a:lnTo>
                      <a:pt x="102156" y="130587"/>
                    </a:lnTo>
                    <a:lnTo>
                      <a:pt x="102156" y="124587"/>
                    </a:lnTo>
                    <a:lnTo>
                      <a:pt x="44005" y="124587"/>
                    </a:lnTo>
                    <a:lnTo>
                      <a:pt x="44005" y="130587"/>
                    </a:lnTo>
                    <a:lnTo>
                      <a:pt x="28861" y="130587"/>
                    </a:lnTo>
                    <a:lnTo>
                      <a:pt x="28861" y="87011"/>
                    </a:lnTo>
                    <a:cubicBezTo>
                      <a:pt x="21336" y="89773"/>
                      <a:pt x="13716" y="92345"/>
                      <a:pt x="6001" y="94726"/>
                    </a:cubicBezTo>
                    <a:lnTo>
                      <a:pt x="0" y="80153"/>
                    </a:lnTo>
                    <a:lnTo>
                      <a:pt x="47430" y="55889"/>
                    </a:lnTo>
                    <a:lnTo>
                      <a:pt x="49720" y="57721"/>
                    </a:lnTo>
                    <a:lnTo>
                      <a:pt x="58412" y="50271"/>
                    </a:lnTo>
                    <a:lnTo>
                      <a:pt x="98869" y="29575"/>
                    </a:lnTo>
                    <a:lnTo>
                      <a:pt x="51006" y="29575"/>
                    </a:lnTo>
                    <a:lnTo>
                      <a:pt x="45720" y="34718"/>
                    </a:lnTo>
                    <a:cubicBezTo>
                      <a:pt x="52483" y="39862"/>
                      <a:pt x="57817" y="44100"/>
                      <a:pt x="61722" y="47434"/>
                    </a:cubicBezTo>
                    <a:lnTo>
                      <a:pt x="58412" y="50271"/>
                    </a:lnTo>
                    <a:lnTo>
                      <a:pt x="47430" y="55889"/>
                    </a:lnTo>
                    <a:lnTo>
                      <a:pt x="34004" y="45148"/>
                    </a:lnTo>
                    <a:cubicBezTo>
                      <a:pt x="28480" y="49625"/>
                      <a:pt x="22860" y="53768"/>
                      <a:pt x="17145" y="57578"/>
                    </a:cubicBezTo>
                    <a:lnTo>
                      <a:pt x="7429" y="44291"/>
                    </a:lnTo>
                    <a:cubicBezTo>
                      <a:pt x="16097" y="38957"/>
                      <a:pt x="24955" y="32075"/>
                      <a:pt x="34004" y="23645"/>
                    </a:cubicBezTo>
                    <a:cubicBezTo>
                      <a:pt x="43053" y="15216"/>
                      <a:pt x="50197" y="7334"/>
                      <a:pt x="55435" y="0"/>
                    </a:cubicBez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  <p:sp>
            <p:nvSpPr>
              <p:cNvPr id="135" name="文本框 134">
                <a:extLst>
                  <a:ext uri="{FF2B5EF4-FFF2-40B4-BE49-F238E27FC236}">
                    <a16:creationId xmlns:a16="http://schemas.microsoft.com/office/drawing/2014/main" id="{3C30AC02-CCBF-FD28-6581-2A6910118513}"/>
                  </a:ext>
                </a:extLst>
              </p:cNvPr>
              <p:cNvSpPr txBox="1"/>
              <p:nvPr/>
            </p:nvSpPr>
            <p:spPr>
              <a:xfrm>
                <a:off x="1477664" y="663504"/>
                <a:ext cx="122255" cy="121345"/>
              </a:xfrm>
              <a:custGeom>
                <a:avLst/>
                <a:gdLst/>
                <a:ahLst/>
                <a:cxnLst/>
                <a:rect l="l" t="t" r="r" b="b"/>
                <a:pathLst>
                  <a:path w="130271" h="129302">
                    <a:moveTo>
                      <a:pt x="60294" y="60294"/>
                    </a:moveTo>
                    <a:lnTo>
                      <a:pt x="73581" y="64294"/>
                    </a:lnTo>
                    <a:cubicBezTo>
                      <a:pt x="71200" y="72581"/>
                      <a:pt x="68057" y="81534"/>
                      <a:pt x="64151" y="91155"/>
                    </a:cubicBezTo>
                    <a:cubicBezTo>
                      <a:pt x="60246" y="100775"/>
                      <a:pt x="56245" y="109347"/>
                      <a:pt x="52150" y="116872"/>
                    </a:cubicBezTo>
                    <a:lnTo>
                      <a:pt x="38862" y="111014"/>
                    </a:lnTo>
                    <a:cubicBezTo>
                      <a:pt x="42863" y="103966"/>
                      <a:pt x="46887" y="95727"/>
                      <a:pt x="50935" y="86297"/>
                    </a:cubicBezTo>
                    <a:cubicBezTo>
                      <a:pt x="54983" y="76867"/>
                      <a:pt x="58103" y="68199"/>
                      <a:pt x="60294" y="60294"/>
                    </a:cubicBezTo>
                    <a:close/>
                    <a:moveTo>
                      <a:pt x="110443" y="60151"/>
                    </a:moveTo>
                    <a:cubicBezTo>
                      <a:pt x="113967" y="67294"/>
                      <a:pt x="117896" y="76010"/>
                      <a:pt x="122230" y="86297"/>
                    </a:cubicBezTo>
                    <a:lnTo>
                      <a:pt x="130271" y="106882"/>
                    </a:lnTo>
                    <a:lnTo>
                      <a:pt x="130271" y="109679"/>
                    </a:lnTo>
                    <a:lnTo>
                      <a:pt x="119015" y="116301"/>
                    </a:lnTo>
                    <a:cubicBezTo>
                      <a:pt x="116920" y="109252"/>
                      <a:pt x="113896" y="101084"/>
                      <a:pt x="109943" y="91797"/>
                    </a:cubicBezTo>
                    <a:cubicBezTo>
                      <a:pt x="105990" y="82511"/>
                      <a:pt x="102061" y="74010"/>
                      <a:pt x="98155" y="66294"/>
                    </a:cubicBezTo>
                    <a:close/>
                    <a:moveTo>
                      <a:pt x="80010" y="40720"/>
                    </a:moveTo>
                    <a:lnTo>
                      <a:pt x="94155" y="41291"/>
                    </a:lnTo>
                    <a:lnTo>
                      <a:pt x="94155" y="112729"/>
                    </a:lnTo>
                    <a:cubicBezTo>
                      <a:pt x="94155" y="116634"/>
                      <a:pt x="93631" y="119658"/>
                      <a:pt x="92583" y="121801"/>
                    </a:cubicBezTo>
                    <a:cubicBezTo>
                      <a:pt x="91536" y="123944"/>
                      <a:pt x="89893" y="125492"/>
                      <a:pt x="87654" y="126445"/>
                    </a:cubicBezTo>
                    <a:cubicBezTo>
                      <a:pt x="85416" y="127397"/>
                      <a:pt x="82296" y="128064"/>
                      <a:pt x="78296" y="128445"/>
                    </a:cubicBezTo>
                    <a:lnTo>
                      <a:pt x="69152" y="129302"/>
                    </a:lnTo>
                    <a:lnTo>
                      <a:pt x="64437" y="114443"/>
                    </a:lnTo>
                    <a:lnTo>
                      <a:pt x="72438" y="113586"/>
                    </a:lnTo>
                    <a:cubicBezTo>
                      <a:pt x="75581" y="113205"/>
                      <a:pt x="77629" y="112657"/>
                      <a:pt x="78582" y="111943"/>
                    </a:cubicBezTo>
                    <a:cubicBezTo>
                      <a:pt x="79534" y="111228"/>
                      <a:pt x="80010" y="109585"/>
                      <a:pt x="80010" y="107014"/>
                    </a:cubicBezTo>
                    <a:close/>
                    <a:moveTo>
                      <a:pt x="66580" y="0"/>
                    </a:moveTo>
                    <a:lnTo>
                      <a:pt x="81011" y="2429"/>
                    </a:lnTo>
                    <a:cubicBezTo>
                      <a:pt x="79677" y="7096"/>
                      <a:pt x="78248" y="11811"/>
                      <a:pt x="76724" y="16574"/>
                    </a:cubicBezTo>
                    <a:lnTo>
                      <a:pt x="126445" y="16574"/>
                    </a:lnTo>
                    <a:lnTo>
                      <a:pt x="126445" y="31719"/>
                    </a:lnTo>
                    <a:lnTo>
                      <a:pt x="115872" y="54007"/>
                    </a:lnTo>
                    <a:lnTo>
                      <a:pt x="102156" y="49006"/>
                    </a:lnTo>
                    <a:lnTo>
                      <a:pt x="110728" y="31719"/>
                    </a:lnTo>
                    <a:lnTo>
                      <a:pt x="71152" y="31719"/>
                    </a:lnTo>
                    <a:cubicBezTo>
                      <a:pt x="67628" y="40482"/>
                      <a:pt x="63865" y="48483"/>
                      <a:pt x="59865" y="55722"/>
                    </a:cubicBezTo>
                    <a:lnTo>
                      <a:pt x="48578" y="49721"/>
                    </a:lnTo>
                    <a:lnTo>
                      <a:pt x="48578" y="52007"/>
                    </a:lnTo>
                    <a:lnTo>
                      <a:pt x="35148" y="52007"/>
                    </a:lnTo>
                    <a:lnTo>
                      <a:pt x="35148" y="65580"/>
                    </a:lnTo>
                    <a:lnTo>
                      <a:pt x="38291" y="61722"/>
                    </a:lnTo>
                    <a:cubicBezTo>
                      <a:pt x="44673" y="67342"/>
                      <a:pt x="49435" y="71914"/>
                      <a:pt x="52578" y="75438"/>
                    </a:cubicBezTo>
                    <a:lnTo>
                      <a:pt x="44149" y="87011"/>
                    </a:lnTo>
                    <a:cubicBezTo>
                      <a:pt x="41958" y="83963"/>
                      <a:pt x="38958" y="80629"/>
                      <a:pt x="35148" y="77010"/>
                    </a:cubicBezTo>
                    <a:lnTo>
                      <a:pt x="35148" y="129016"/>
                    </a:lnTo>
                    <a:lnTo>
                      <a:pt x="21574" y="129016"/>
                    </a:lnTo>
                    <a:lnTo>
                      <a:pt x="21574" y="80439"/>
                    </a:lnTo>
                    <a:cubicBezTo>
                      <a:pt x="17669" y="89202"/>
                      <a:pt x="13621" y="97155"/>
                      <a:pt x="9430" y="104299"/>
                    </a:cubicBezTo>
                    <a:lnTo>
                      <a:pt x="0" y="93012"/>
                    </a:lnTo>
                    <a:cubicBezTo>
                      <a:pt x="3906" y="87011"/>
                      <a:pt x="7739" y="80391"/>
                      <a:pt x="11502" y="73152"/>
                    </a:cubicBezTo>
                    <a:cubicBezTo>
                      <a:pt x="15264" y="65913"/>
                      <a:pt x="18479" y="58865"/>
                      <a:pt x="21146" y="52007"/>
                    </a:cubicBezTo>
                    <a:lnTo>
                      <a:pt x="5287" y="52007"/>
                    </a:lnTo>
                    <a:lnTo>
                      <a:pt x="5287" y="37291"/>
                    </a:lnTo>
                    <a:lnTo>
                      <a:pt x="21574" y="37291"/>
                    </a:lnTo>
                    <a:lnTo>
                      <a:pt x="21574" y="22860"/>
                    </a:lnTo>
                    <a:cubicBezTo>
                      <a:pt x="15764" y="23813"/>
                      <a:pt x="10907" y="24480"/>
                      <a:pt x="7001" y="24861"/>
                    </a:cubicBezTo>
                    <a:lnTo>
                      <a:pt x="5715" y="10573"/>
                    </a:lnTo>
                    <a:cubicBezTo>
                      <a:pt x="12192" y="9811"/>
                      <a:pt x="19574" y="8692"/>
                      <a:pt x="27861" y="7215"/>
                    </a:cubicBezTo>
                    <a:cubicBezTo>
                      <a:pt x="36148" y="5739"/>
                      <a:pt x="43196" y="4287"/>
                      <a:pt x="49006" y="2858"/>
                    </a:cubicBezTo>
                    <a:lnTo>
                      <a:pt x="51007" y="17288"/>
                    </a:lnTo>
                    <a:cubicBezTo>
                      <a:pt x="47482" y="18241"/>
                      <a:pt x="42196" y="19384"/>
                      <a:pt x="35148" y="20717"/>
                    </a:cubicBezTo>
                    <a:lnTo>
                      <a:pt x="35148" y="37291"/>
                    </a:lnTo>
                    <a:lnTo>
                      <a:pt x="48578" y="37291"/>
                    </a:lnTo>
                    <a:lnTo>
                      <a:pt x="48578" y="46006"/>
                    </a:lnTo>
                    <a:cubicBezTo>
                      <a:pt x="52293" y="39529"/>
                      <a:pt x="55769" y="32123"/>
                      <a:pt x="59008" y="23789"/>
                    </a:cubicBezTo>
                    <a:cubicBezTo>
                      <a:pt x="62246" y="15455"/>
                      <a:pt x="64770" y="7525"/>
                      <a:pt x="66580" y="0"/>
                    </a:cubicBez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</p:grpSp>
      </p:grpSp>
      <p:sp>
        <p:nvSpPr>
          <p:cNvPr id="142" name="文本框 141">
            <a:extLst>
              <a:ext uri="{FF2B5EF4-FFF2-40B4-BE49-F238E27FC236}">
                <a16:creationId xmlns:a16="http://schemas.microsoft.com/office/drawing/2014/main" id="{5A77E2FC-C787-7167-182F-16067A56FE8C}"/>
              </a:ext>
            </a:extLst>
          </p:cNvPr>
          <p:cNvSpPr txBox="1"/>
          <p:nvPr/>
        </p:nvSpPr>
        <p:spPr>
          <a:xfrm>
            <a:off x="4103688" y="3680654"/>
            <a:ext cx="3971546" cy="571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试点企业平均实现单员工年节约工时超200小时，IT运维成本下降40%。采用私有化部署与全链路加密架构，确保核心数据资产绝</a:t>
            </a:r>
          </a:p>
        </p:txBody>
      </p:sp>
      <p:grpSp>
        <p:nvGrpSpPr>
          <p:cNvPr id="143" name="组合 142">
            <a:extLst>
              <a:ext uri="{FF2B5EF4-FFF2-40B4-BE49-F238E27FC236}">
                <a16:creationId xmlns:a16="http://schemas.microsoft.com/office/drawing/2014/main" id="{914C8276-D6EA-61A5-AB7E-2C05A525663E}"/>
              </a:ext>
            </a:extLst>
          </p:cNvPr>
          <p:cNvGrpSpPr/>
          <p:nvPr/>
        </p:nvGrpSpPr>
        <p:grpSpPr>
          <a:xfrm>
            <a:off x="3945189" y="5811450"/>
            <a:ext cx="4313944" cy="315056"/>
            <a:chOff x="1253246" y="4118390"/>
            <a:chExt cx="4313944" cy="315056"/>
          </a:xfrm>
        </p:grpSpPr>
        <p:sp>
          <p:nvSpPr>
            <p:cNvPr id="144" name="文本框 143">
              <a:extLst>
                <a:ext uri="{FF2B5EF4-FFF2-40B4-BE49-F238E27FC236}">
                  <a16:creationId xmlns:a16="http://schemas.microsoft.com/office/drawing/2014/main" id="{B18AA79A-B897-B98E-9BCC-66F31F7C012B}"/>
                </a:ext>
              </a:extLst>
            </p:cNvPr>
            <p:cNvSpPr txBox="1"/>
            <p:nvPr/>
          </p:nvSpPr>
          <p:spPr>
            <a:xfrm>
              <a:off x="1561022" y="4125669"/>
              <a:ext cx="2027128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</a:p>
          </p:txBody>
        </p:sp>
        <p:sp>
          <p:nvSpPr>
            <p:cNvPr id="145" name="iconfont-10019-4889788">
              <a:extLst>
                <a:ext uri="{FF2B5EF4-FFF2-40B4-BE49-F238E27FC236}">
                  <a16:creationId xmlns:a16="http://schemas.microsoft.com/office/drawing/2014/main" id="{D29BDEDF-B7EC-3C66-7309-29958E1C33C9}"/>
                </a:ext>
              </a:extLst>
            </p:cNvPr>
            <p:cNvSpPr/>
            <p:nvPr/>
          </p:nvSpPr>
          <p:spPr>
            <a:xfrm>
              <a:off x="1253246" y="4118392"/>
              <a:ext cx="307776" cy="307776"/>
            </a:xfrm>
            <a:custGeom>
              <a:avLst/>
              <a:gdLst>
                <a:gd name="T0" fmla="*/ 6383 w 12767"/>
                <a:gd name="T1" fmla="*/ 0 h 12767"/>
                <a:gd name="T2" fmla="*/ 0 w 12767"/>
                <a:gd name="T3" fmla="*/ 6383 h 12767"/>
                <a:gd name="T4" fmla="*/ 6383 w 12767"/>
                <a:gd name="T5" fmla="*/ 12767 h 12767"/>
                <a:gd name="T6" fmla="*/ 12767 w 12767"/>
                <a:gd name="T7" fmla="*/ 6383 h 12767"/>
                <a:gd name="T8" fmla="*/ 6383 w 12767"/>
                <a:gd name="T9" fmla="*/ 0 h 12767"/>
                <a:gd name="T10" fmla="*/ 6383 w 12767"/>
                <a:gd name="T11" fmla="*/ 870 h 12767"/>
                <a:gd name="T12" fmla="*/ 11897 w 12767"/>
                <a:gd name="T13" fmla="*/ 6383 h 12767"/>
                <a:gd name="T14" fmla="*/ 11032 w 12767"/>
                <a:gd name="T15" fmla="*/ 9349 h 12767"/>
                <a:gd name="T16" fmla="*/ 7524 w 12767"/>
                <a:gd name="T17" fmla="*/ 7451 h 12767"/>
                <a:gd name="T18" fmla="*/ 9004 w 12767"/>
                <a:gd name="T19" fmla="*/ 5101 h 12767"/>
                <a:gd name="T20" fmla="*/ 6393 w 12767"/>
                <a:gd name="T21" fmla="*/ 2489 h 12767"/>
                <a:gd name="T22" fmla="*/ 3781 w 12767"/>
                <a:gd name="T23" fmla="*/ 5101 h 12767"/>
                <a:gd name="T24" fmla="*/ 5261 w 12767"/>
                <a:gd name="T25" fmla="*/ 7451 h 12767"/>
                <a:gd name="T26" fmla="*/ 1743 w 12767"/>
                <a:gd name="T27" fmla="*/ 9361 h 12767"/>
                <a:gd name="T28" fmla="*/ 870 w 12767"/>
                <a:gd name="T29" fmla="*/ 6383 h 12767"/>
                <a:gd name="T30" fmla="*/ 6383 w 12767"/>
                <a:gd name="T31" fmla="*/ 870 h 127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767" h="12767">
                  <a:moveTo>
                    <a:pt x="6383" y="0"/>
                  </a:moveTo>
                  <a:cubicBezTo>
                    <a:pt x="2858" y="0"/>
                    <a:pt x="0" y="2858"/>
                    <a:pt x="0" y="6383"/>
                  </a:cubicBezTo>
                  <a:cubicBezTo>
                    <a:pt x="0" y="9909"/>
                    <a:pt x="2858" y="12767"/>
                    <a:pt x="6383" y="12767"/>
                  </a:cubicBezTo>
                  <a:cubicBezTo>
                    <a:pt x="9909" y="12767"/>
                    <a:pt x="12767" y="9909"/>
                    <a:pt x="12767" y="6383"/>
                  </a:cubicBezTo>
                  <a:cubicBezTo>
                    <a:pt x="12767" y="2858"/>
                    <a:pt x="9909" y="0"/>
                    <a:pt x="6383" y="0"/>
                  </a:cubicBezTo>
                  <a:close/>
                  <a:moveTo>
                    <a:pt x="6383" y="870"/>
                  </a:moveTo>
                  <a:cubicBezTo>
                    <a:pt x="9428" y="870"/>
                    <a:pt x="11897" y="3339"/>
                    <a:pt x="11897" y="6383"/>
                  </a:cubicBezTo>
                  <a:cubicBezTo>
                    <a:pt x="11897" y="7475"/>
                    <a:pt x="11579" y="8493"/>
                    <a:pt x="11032" y="9349"/>
                  </a:cubicBezTo>
                  <a:cubicBezTo>
                    <a:pt x="10114" y="8379"/>
                    <a:pt x="8895" y="7697"/>
                    <a:pt x="7524" y="7451"/>
                  </a:cubicBezTo>
                  <a:cubicBezTo>
                    <a:pt x="8399" y="7030"/>
                    <a:pt x="9004" y="6137"/>
                    <a:pt x="9004" y="5101"/>
                  </a:cubicBezTo>
                  <a:cubicBezTo>
                    <a:pt x="9004" y="3658"/>
                    <a:pt x="7835" y="2489"/>
                    <a:pt x="6393" y="2489"/>
                  </a:cubicBezTo>
                  <a:cubicBezTo>
                    <a:pt x="4950" y="2489"/>
                    <a:pt x="3781" y="3658"/>
                    <a:pt x="3781" y="5101"/>
                  </a:cubicBezTo>
                  <a:cubicBezTo>
                    <a:pt x="3781" y="6137"/>
                    <a:pt x="4386" y="7030"/>
                    <a:pt x="5261" y="7451"/>
                  </a:cubicBezTo>
                  <a:cubicBezTo>
                    <a:pt x="3885" y="7698"/>
                    <a:pt x="2662" y="8385"/>
                    <a:pt x="1743" y="9361"/>
                  </a:cubicBezTo>
                  <a:cubicBezTo>
                    <a:pt x="1190" y="8502"/>
                    <a:pt x="870" y="7480"/>
                    <a:pt x="870" y="6383"/>
                  </a:cubicBezTo>
                  <a:cubicBezTo>
                    <a:pt x="870" y="3339"/>
                    <a:pt x="3339" y="870"/>
                    <a:pt x="6383" y="870"/>
                  </a:cubicBezTo>
                  <a:close/>
                </a:path>
              </a:pathLst>
            </a:custGeom>
            <a:solidFill>
              <a:schemeClr val="bg1"/>
            </a:solidFill>
          </p:spPr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sym typeface="+mn-lt"/>
              </a:endParaRPr>
            </a:p>
          </p:txBody>
        </p:sp>
        <p:sp>
          <p:nvSpPr>
            <p:cNvPr id="146" name="文本框 145">
              <a:extLst>
                <a:ext uri="{FF2B5EF4-FFF2-40B4-BE49-F238E27FC236}">
                  <a16:creationId xmlns:a16="http://schemas.microsoft.com/office/drawing/2014/main" id="{574D28EE-3E09-D182-C510-82D63D4BBB79}"/>
                </a:ext>
              </a:extLst>
            </p:cNvPr>
            <p:cNvSpPr txBox="1"/>
            <p:nvPr/>
          </p:nvSpPr>
          <p:spPr>
            <a:xfrm>
              <a:off x="3898985" y="4118390"/>
              <a:ext cx="1668205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bg1"/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</a:p>
          </p:txBody>
        </p:sp>
        <p:sp>
          <p:nvSpPr>
            <p:cNvPr id="147" name="iconfont-11899-5651509">
              <a:extLst>
                <a:ext uri="{FF2B5EF4-FFF2-40B4-BE49-F238E27FC236}">
                  <a16:creationId xmlns:a16="http://schemas.microsoft.com/office/drawing/2014/main" id="{1F7D64EB-74CB-8CE5-3783-DEF3A61A3CA4}"/>
                </a:ext>
              </a:extLst>
            </p:cNvPr>
            <p:cNvSpPr/>
            <p:nvPr/>
          </p:nvSpPr>
          <p:spPr>
            <a:xfrm>
              <a:off x="3588150" y="4118394"/>
              <a:ext cx="307836" cy="307774"/>
            </a:xfrm>
            <a:custGeom>
              <a:avLst/>
              <a:gdLst>
                <a:gd name="T0" fmla="*/ 5872 w 10378"/>
                <a:gd name="T1" fmla="*/ 5277 h 10377"/>
                <a:gd name="T2" fmla="*/ 5872 w 10378"/>
                <a:gd name="T3" fmla="*/ 2783 h 10377"/>
                <a:gd name="T4" fmla="*/ 5223 w 10378"/>
                <a:gd name="T5" fmla="*/ 2135 h 10377"/>
                <a:gd name="T6" fmla="*/ 4574 w 10378"/>
                <a:gd name="T7" fmla="*/ 2783 h 10377"/>
                <a:gd name="T8" fmla="*/ 4574 w 10378"/>
                <a:gd name="T9" fmla="*/ 6026 h 10377"/>
                <a:gd name="T10" fmla="*/ 7383 w 10378"/>
                <a:gd name="T11" fmla="*/ 7647 h 10377"/>
                <a:gd name="T12" fmla="*/ 8267 w 10378"/>
                <a:gd name="T13" fmla="*/ 7403 h 10377"/>
                <a:gd name="T14" fmla="*/ 8031 w 10378"/>
                <a:gd name="T15" fmla="*/ 6523 h 10377"/>
                <a:gd name="T16" fmla="*/ 5872 w 10378"/>
                <a:gd name="T17" fmla="*/ 5277 h 10377"/>
                <a:gd name="T18" fmla="*/ 5189 w 10378"/>
                <a:gd name="T19" fmla="*/ 10377 h 10377"/>
                <a:gd name="T20" fmla="*/ 0 w 10378"/>
                <a:gd name="T21" fmla="*/ 5188 h 10377"/>
                <a:gd name="T22" fmla="*/ 5189 w 10378"/>
                <a:gd name="T23" fmla="*/ 0 h 10377"/>
                <a:gd name="T24" fmla="*/ 10378 w 10378"/>
                <a:gd name="T25" fmla="*/ 5188 h 10377"/>
                <a:gd name="T26" fmla="*/ 5189 w 10378"/>
                <a:gd name="T27" fmla="*/ 10377 h 10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378" h="10377">
                  <a:moveTo>
                    <a:pt x="5872" y="5277"/>
                  </a:moveTo>
                  <a:lnTo>
                    <a:pt x="5872" y="2783"/>
                  </a:lnTo>
                  <a:cubicBezTo>
                    <a:pt x="5872" y="2425"/>
                    <a:pt x="5582" y="2135"/>
                    <a:pt x="5223" y="2135"/>
                  </a:cubicBezTo>
                  <a:cubicBezTo>
                    <a:pt x="4864" y="2135"/>
                    <a:pt x="4574" y="2425"/>
                    <a:pt x="4574" y="2783"/>
                  </a:cubicBezTo>
                  <a:lnTo>
                    <a:pt x="4574" y="6026"/>
                  </a:lnTo>
                  <a:lnTo>
                    <a:pt x="7383" y="7647"/>
                  </a:lnTo>
                  <a:cubicBezTo>
                    <a:pt x="7694" y="7825"/>
                    <a:pt x="8091" y="7716"/>
                    <a:pt x="8267" y="7403"/>
                  </a:cubicBezTo>
                  <a:cubicBezTo>
                    <a:pt x="8442" y="7095"/>
                    <a:pt x="8337" y="6703"/>
                    <a:pt x="8031" y="6523"/>
                  </a:cubicBezTo>
                  <a:lnTo>
                    <a:pt x="5872" y="5277"/>
                  </a:lnTo>
                  <a:close/>
                  <a:moveTo>
                    <a:pt x="5189" y="10377"/>
                  </a:moveTo>
                  <a:cubicBezTo>
                    <a:pt x="2324" y="10377"/>
                    <a:pt x="0" y="8054"/>
                    <a:pt x="0" y="5188"/>
                  </a:cubicBezTo>
                  <a:cubicBezTo>
                    <a:pt x="0" y="2322"/>
                    <a:pt x="2324" y="0"/>
                    <a:pt x="5189" y="0"/>
                  </a:cubicBezTo>
                  <a:cubicBezTo>
                    <a:pt x="8054" y="0"/>
                    <a:pt x="10378" y="2322"/>
                    <a:pt x="10378" y="5188"/>
                  </a:cubicBezTo>
                  <a:cubicBezTo>
                    <a:pt x="10378" y="8054"/>
                    <a:pt x="8056" y="10377"/>
                    <a:pt x="5189" y="10377"/>
                  </a:cubicBezTo>
                  <a:close/>
                </a:path>
              </a:pathLst>
            </a:custGeom>
            <a:solidFill>
              <a:schemeClr val="bg1"/>
            </a:solidFill>
          </p:spPr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sym typeface="+mn-lt"/>
              </a:endParaRPr>
            </a:p>
          </p:txBody>
        </p:sp>
      </p:grpSp>
      <p:sp>
        <p:nvSpPr>
          <p:cNvPr id="149" name="图形 948">
            <a:extLst>
              <a:ext uri="{FF2B5EF4-FFF2-40B4-BE49-F238E27FC236}">
                <a16:creationId xmlns:a16="http://schemas.microsoft.com/office/drawing/2014/main" id="{67C11CDD-76BB-423C-6D17-02E5E5CA60AD}"/>
              </a:ext>
            </a:extLst>
          </p:cNvPr>
          <p:cNvSpPr/>
          <p:nvPr/>
        </p:nvSpPr>
        <p:spPr>
          <a:xfrm>
            <a:off x="10490406" y="4485419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51" name="组合 150">
            <a:extLst>
              <a:ext uri="{FF2B5EF4-FFF2-40B4-BE49-F238E27FC236}">
                <a16:creationId xmlns:a16="http://schemas.microsoft.com/office/drawing/2014/main" id="{65F1FE68-EDDA-B6E9-636C-ADA0038BE9E8}"/>
              </a:ext>
            </a:extLst>
          </p:cNvPr>
          <p:cNvGrpSpPr/>
          <p:nvPr/>
        </p:nvGrpSpPr>
        <p:grpSpPr>
          <a:xfrm>
            <a:off x="3091543" y="3015847"/>
            <a:ext cx="6008914" cy="410702"/>
            <a:chOff x="3091543" y="2828925"/>
            <a:chExt cx="6008914" cy="410702"/>
          </a:xfrm>
        </p:grpSpPr>
        <p:sp>
          <p:nvSpPr>
            <p:cNvPr id="148" name="矩形: 圆角 147">
              <a:extLst>
                <a:ext uri="{FF2B5EF4-FFF2-40B4-BE49-F238E27FC236}">
                  <a16:creationId xmlns:a16="http://schemas.microsoft.com/office/drawing/2014/main" id="{56956BC4-AD80-981A-CA55-09DC358B8E0D}"/>
                </a:ext>
              </a:extLst>
            </p:cNvPr>
            <p:cNvSpPr/>
            <p:nvPr/>
          </p:nvSpPr>
          <p:spPr>
            <a:xfrm>
              <a:off x="3091543" y="2828925"/>
              <a:ext cx="6008914" cy="410702"/>
            </a:xfrm>
            <a:prstGeom prst="roundRect">
              <a:avLst>
                <a:gd name="adj" fmla="val 19077"/>
              </a:avLst>
            </a:pr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50" name="文本框 149">
              <a:extLst>
                <a:ext uri="{FF2B5EF4-FFF2-40B4-BE49-F238E27FC236}">
                  <a16:creationId xmlns:a16="http://schemas.microsoft.com/office/drawing/2014/main" id="{1FBCCB81-F9A8-0A4F-AE00-09643E2306EB}"/>
                </a:ext>
              </a:extLst>
            </p:cNvPr>
            <p:cNvSpPr txBox="1"/>
            <p:nvPr/>
          </p:nvSpPr>
          <p:spPr>
            <a:xfrm>
              <a:off x="3734245" y="2883788"/>
              <a:ext cx="474360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/>
          </p:txBody>
        </p:sp>
      </p:grpSp>
    </p:spTree>
    <p:extLst>
      <p:ext uri="{BB962C8B-B14F-4D97-AF65-F5344CB8AC3E}">
        <p14:creationId xmlns:p14="http://schemas.microsoft.com/office/powerpoint/2010/main" val="794118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EC795D-A965-C4C8-D0C6-CB8FB7D78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58FDB91-BEB7-5CBF-329D-A12ED828A8B0}"/>
              </a:ext>
            </a:extLst>
          </p:cNvPr>
          <p:cNvSpPr/>
          <p:nvPr/>
        </p:nvSpPr>
        <p:spPr>
          <a:xfrm>
            <a:off x="0" y="4485419"/>
            <a:ext cx="12192000" cy="2372581"/>
          </a:xfrm>
          <a:custGeom>
            <a:avLst/>
            <a:gdLst>
              <a:gd name="csX0" fmla="*/ 4552950 w 12192000"/>
              <a:gd name="csY0" fmla="*/ 0 h 2372581"/>
              <a:gd name="csX1" fmla="*/ 11672122 w 12192000"/>
              <a:gd name="csY1" fmla="*/ 1048195 h 2372581"/>
              <a:gd name="csX2" fmla="*/ 12192000 w 12192000"/>
              <a:gd name="csY2" fmla="*/ 1251521 h 2372581"/>
              <a:gd name="csX3" fmla="*/ 12192000 w 12192000"/>
              <a:gd name="csY3" fmla="*/ 2372581 h 2372581"/>
              <a:gd name="csX4" fmla="*/ 0 w 12192000"/>
              <a:gd name="csY4" fmla="*/ 2372581 h 2372581"/>
              <a:gd name="csX5" fmla="*/ 0 w 12192000"/>
              <a:gd name="csY5" fmla="*/ 387139 h 2372581"/>
              <a:gd name="csX6" fmla="*/ 188043 w 12192000"/>
              <a:gd name="csY6" fmla="*/ 352905 h 2372581"/>
              <a:gd name="csX7" fmla="*/ 4552950 w 12192000"/>
              <a:gd name="csY7" fmla="*/ 0 h 23725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2372581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2372581"/>
                </a:lnTo>
                <a:lnTo>
                  <a:pt x="0" y="2372581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5B2CC646-C556-33AF-3679-0F9534640F3F}"/>
              </a:ext>
            </a:extLst>
          </p:cNvPr>
          <p:cNvSpPr/>
          <p:nvPr/>
        </p:nvSpPr>
        <p:spPr>
          <a:xfrm>
            <a:off x="0" y="5079957"/>
            <a:ext cx="12192000" cy="1778043"/>
          </a:xfrm>
          <a:custGeom>
            <a:avLst/>
            <a:gdLst>
              <a:gd name="csX0" fmla="*/ 6096000 w 12192000"/>
              <a:gd name="csY0" fmla="*/ 0 h 1778043"/>
              <a:gd name="csX1" fmla="*/ 11777135 w 12192000"/>
              <a:gd name="csY1" fmla="*/ 553777 h 1778043"/>
              <a:gd name="csX2" fmla="*/ 12192000 w 12192000"/>
              <a:gd name="csY2" fmla="*/ 661197 h 1778043"/>
              <a:gd name="csX3" fmla="*/ 12192000 w 12192000"/>
              <a:gd name="csY3" fmla="*/ 1778043 h 1778043"/>
              <a:gd name="csX4" fmla="*/ 0 w 12192000"/>
              <a:gd name="csY4" fmla="*/ 1778043 h 1778043"/>
              <a:gd name="csX5" fmla="*/ 0 w 12192000"/>
              <a:gd name="csY5" fmla="*/ 661197 h 1778043"/>
              <a:gd name="csX6" fmla="*/ 414865 w 12192000"/>
              <a:gd name="csY6" fmla="*/ 553777 h 1778043"/>
              <a:gd name="csX7" fmla="*/ 6096000 w 12192000"/>
              <a:gd name="csY7" fmla="*/ 0 h 17780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778043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1778043"/>
                </a:lnTo>
                <a:lnTo>
                  <a:pt x="0" y="1778043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BF57AEBB-AF57-5DFD-BE73-97F98A0035B3}"/>
              </a:ext>
            </a:extLst>
          </p:cNvPr>
          <p:cNvSpPr/>
          <p:nvPr/>
        </p:nvSpPr>
        <p:spPr>
          <a:xfrm>
            <a:off x="-13908" y="-499837"/>
            <a:ext cx="286632" cy="286632"/>
          </a:xfrm>
          <a:prstGeom prst="ellipse">
            <a:avLst/>
          </a:prstGeom>
          <a:solidFill>
            <a:srgbClr val="4F6D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13F937C8-2769-DCAD-409D-25D462A1F4EA}"/>
              </a:ext>
            </a:extLst>
          </p:cNvPr>
          <p:cNvSpPr/>
          <p:nvPr/>
        </p:nvSpPr>
        <p:spPr>
          <a:xfrm>
            <a:off x="417892" y="-499837"/>
            <a:ext cx="286632" cy="286632"/>
          </a:xfrm>
          <a:prstGeom prst="ellipse">
            <a:avLst/>
          </a:prstGeom>
          <a:solidFill>
            <a:srgbClr val="97B6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6EEC2B7-400B-E637-DAD3-EAC873C6D48D}"/>
              </a:ext>
            </a:extLst>
          </p:cNvPr>
          <p:cNvSpPr/>
          <p:nvPr/>
        </p:nvSpPr>
        <p:spPr>
          <a:xfrm>
            <a:off x="849692" y="-499837"/>
            <a:ext cx="286632" cy="286632"/>
          </a:xfrm>
          <a:prstGeom prst="ellipse">
            <a:avLst/>
          </a:prstGeom>
          <a:solidFill>
            <a:srgbClr val="FDCC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2291845E-0801-6C42-C7ED-FEA55DE484CB}"/>
              </a:ext>
            </a:extLst>
          </p:cNvPr>
          <p:cNvSpPr/>
          <p:nvPr/>
        </p:nvSpPr>
        <p:spPr>
          <a:xfrm>
            <a:off x="12814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D425F32-E9D8-CDBB-2014-195AAC7F4376}"/>
              </a:ext>
            </a:extLst>
          </p:cNvPr>
          <p:cNvSpPr/>
          <p:nvPr/>
        </p:nvSpPr>
        <p:spPr>
          <a:xfrm>
            <a:off x="17132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4F226778-4F90-2713-7939-093717DFC711}"/>
              </a:ext>
            </a:extLst>
          </p:cNvPr>
          <p:cNvSpPr txBox="1"/>
          <p:nvPr/>
        </p:nvSpPr>
        <p:spPr>
          <a:xfrm>
            <a:off x="2310352" y="1515002"/>
            <a:ext cx="757130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7200" dirty="0">
                <a:solidFill>
                  <a:srgbClr val="4F6DD9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rPr>
              <a:t>投资回报与安全体系</a:t>
            </a:r>
          </a:p>
        </p:txBody>
      </p:sp>
      <p:grpSp>
        <p:nvGrpSpPr>
          <p:cNvPr id="53" name="组合 52" descr="D:\51PPT模板网\51pptmoban.com\图片.jpg">
            <a:extLst>
              <a:ext uri="{FF2B5EF4-FFF2-40B4-BE49-F238E27FC236}">
                <a16:creationId xmlns:a16="http://schemas.microsoft.com/office/drawing/2014/main" id="{DCC3551C-0E9C-E178-BB73-7D66F582B45D}"/>
              </a:ext>
            </a:extLst>
          </p:cNvPr>
          <p:cNvGrpSpPr/>
          <p:nvPr/>
        </p:nvGrpSpPr>
        <p:grpSpPr>
          <a:xfrm>
            <a:off x="5422405" y="478677"/>
            <a:ext cx="1341129" cy="616044"/>
            <a:chOff x="289325" y="241206"/>
            <a:chExt cx="1341129" cy="616044"/>
          </a:xfrm>
          <a:solidFill>
            <a:schemeClr val="bg1"/>
          </a:solidFill>
        </p:grpSpPr>
        <p:grpSp>
          <p:nvGrpSpPr>
            <p:cNvPr id="130" name="组合 129" descr="51PPT模板网，幻灯片演示模板及素材免费下载！&#10;51PPT模板网 唯一访问网址：www.51pptmoban.com">
              <a:extLst>
                <a:ext uri="{FF2B5EF4-FFF2-40B4-BE49-F238E27FC236}">
                  <a16:creationId xmlns:a16="http://schemas.microsoft.com/office/drawing/2014/main" id="{C3EFB0FB-920C-D9E4-D784-87CDD758CDDA}"/>
                </a:ext>
              </a:extLst>
            </p:cNvPr>
            <p:cNvGrpSpPr/>
            <p:nvPr/>
          </p:nvGrpSpPr>
          <p:grpSpPr>
            <a:xfrm>
              <a:off x="289325" y="241206"/>
              <a:ext cx="1341129" cy="616044"/>
              <a:chOff x="8154814" y="263825"/>
              <a:chExt cx="665390" cy="305645"/>
            </a:xfrm>
            <a:grpFill/>
          </p:grpSpPr>
          <p:sp>
            <p:nvSpPr>
              <p:cNvPr id="136" name="椭圆 135">
                <a:extLst>
                  <a:ext uri="{FF2B5EF4-FFF2-40B4-BE49-F238E27FC236}">
                    <a16:creationId xmlns:a16="http://schemas.microsoft.com/office/drawing/2014/main" id="{A218D96D-37AE-7815-449A-CBA7BF0F3600}"/>
                  </a:ext>
                </a:extLst>
              </p:cNvPr>
              <p:cNvSpPr/>
              <p:nvPr/>
            </p:nvSpPr>
            <p:spPr bwMode="auto">
              <a:xfrm>
                <a:off x="8465454" y="276815"/>
                <a:ext cx="45719" cy="45719"/>
              </a:xfrm>
              <a:prstGeom prst="ellipse">
                <a:avLst/>
              </a:pr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tx1"/>
                  </a:solidFill>
                  <a:sym typeface="+mn-lt"/>
                </a:endParaRPr>
              </a:p>
            </p:txBody>
          </p:sp>
          <p:sp>
            <p:nvSpPr>
              <p:cNvPr id="137" name="任意多边形: 形状 136">
                <a:extLst>
                  <a:ext uri="{FF2B5EF4-FFF2-40B4-BE49-F238E27FC236}">
                    <a16:creationId xmlns:a16="http://schemas.microsoft.com/office/drawing/2014/main" id="{8F533B97-51C4-79FB-3C44-8C87EBCE08C3}"/>
                  </a:ext>
                </a:extLst>
              </p:cNvPr>
              <p:cNvSpPr/>
              <p:nvPr/>
            </p:nvSpPr>
            <p:spPr>
              <a:xfrm>
                <a:off x="8154814" y="263825"/>
                <a:ext cx="306598" cy="305645"/>
              </a:xfrm>
              <a:custGeom>
                <a:avLst/>
                <a:gdLst>
                  <a:gd name="connsiteX0" fmla="*/ 518470 w 1105104"/>
                  <a:gd name="connsiteY0" fmla="*/ 0 h 1101666"/>
                  <a:gd name="connsiteX1" fmla="*/ 408380 w 1105104"/>
                  <a:gd name="connsiteY1" fmla="*/ 792005 h 1101666"/>
                  <a:gd name="connsiteX2" fmla="*/ 419555 w 1105104"/>
                  <a:gd name="connsiteY2" fmla="*/ 845398 h 1101666"/>
                  <a:gd name="connsiteX3" fmla="*/ 464254 w 1105104"/>
                  <a:gd name="connsiteY3" fmla="*/ 862782 h 1101666"/>
                  <a:gd name="connsiteX4" fmla="*/ 907150 w 1105104"/>
                  <a:gd name="connsiteY4" fmla="*/ 862782 h 1101666"/>
                  <a:gd name="connsiteX5" fmla="*/ 907149 w 1105104"/>
                  <a:gd name="connsiteY5" fmla="*/ 862783 h 1101666"/>
                  <a:gd name="connsiteX6" fmla="*/ 958696 w 1105104"/>
                  <a:gd name="connsiteY6" fmla="*/ 811236 h 1101666"/>
                  <a:gd name="connsiteX7" fmla="*/ 958697 w 1105104"/>
                  <a:gd name="connsiteY7" fmla="*/ 729857 h 1101666"/>
                  <a:gd name="connsiteX8" fmla="*/ 907150 w 1105104"/>
                  <a:gd name="connsiteY8" fmla="*/ 678311 h 1101666"/>
                  <a:gd name="connsiteX9" fmla="*/ 905456 w 1105104"/>
                  <a:gd name="connsiteY9" fmla="*/ 679013 h 1101666"/>
                  <a:gd name="connsiteX10" fmla="*/ 645541 w 1105104"/>
                  <a:gd name="connsiteY10" fmla="*/ 679013 h 1101666"/>
                  <a:gd name="connsiteX11" fmla="*/ 735555 w 1105104"/>
                  <a:gd name="connsiteY11" fmla="*/ 30029 h 1101666"/>
                  <a:gd name="connsiteX12" fmla="*/ 767630 w 1105104"/>
                  <a:gd name="connsiteY12" fmla="*/ 39986 h 1101666"/>
                  <a:gd name="connsiteX13" fmla="*/ 1105104 w 1105104"/>
                  <a:gd name="connsiteY13" fmla="*/ 549115 h 1101666"/>
                  <a:gd name="connsiteX14" fmla="*/ 552552 w 1105104"/>
                  <a:gd name="connsiteY14" fmla="*/ 1101666 h 1101666"/>
                  <a:gd name="connsiteX15" fmla="*/ 0 w 1105104"/>
                  <a:gd name="connsiteY15" fmla="*/ 549115 h 1101666"/>
                  <a:gd name="connsiteX16" fmla="*/ 441194 w 1105104"/>
                  <a:gd name="connsiteY16" fmla="*/ 7790 h 1101666"/>
                  <a:gd name="connsiteX17" fmla="*/ 518470 w 1105104"/>
                  <a:gd name="connsiteY17" fmla="*/ 0 h 11016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105104" h="1101666">
                    <a:moveTo>
                      <a:pt x="518470" y="0"/>
                    </a:moveTo>
                    <a:lnTo>
                      <a:pt x="408380" y="792005"/>
                    </a:lnTo>
                    <a:cubicBezTo>
                      <a:pt x="405066" y="816840"/>
                      <a:pt x="408792" y="834636"/>
                      <a:pt x="419555" y="845398"/>
                    </a:cubicBezTo>
                    <a:cubicBezTo>
                      <a:pt x="430314" y="856989"/>
                      <a:pt x="445215" y="862782"/>
                      <a:pt x="464254" y="862782"/>
                    </a:cubicBezTo>
                    <a:lnTo>
                      <a:pt x="907150" y="862782"/>
                    </a:lnTo>
                    <a:lnTo>
                      <a:pt x="907149" y="862783"/>
                    </a:lnTo>
                    <a:cubicBezTo>
                      <a:pt x="935618" y="862783"/>
                      <a:pt x="958696" y="839705"/>
                      <a:pt x="958696" y="811236"/>
                    </a:cubicBezTo>
                    <a:cubicBezTo>
                      <a:pt x="958696" y="784110"/>
                      <a:pt x="958697" y="756984"/>
                      <a:pt x="958697" y="729857"/>
                    </a:cubicBezTo>
                    <a:cubicBezTo>
                      <a:pt x="958697" y="701389"/>
                      <a:pt x="935619" y="678311"/>
                      <a:pt x="907150" y="678311"/>
                    </a:cubicBezTo>
                    <a:lnTo>
                      <a:pt x="905456" y="679013"/>
                    </a:lnTo>
                    <a:lnTo>
                      <a:pt x="645541" y="679013"/>
                    </a:lnTo>
                    <a:lnTo>
                      <a:pt x="735555" y="30029"/>
                    </a:lnTo>
                    <a:lnTo>
                      <a:pt x="767630" y="39986"/>
                    </a:lnTo>
                    <a:cubicBezTo>
                      <a:pt x="965950" y="123868"/>
                      <a:pt x="1105104" y="320241"/>
                      <a:pt x="1105104" y="549115"/>
                    </a:cubicBezTo>
                    <a:cubicBezTo>
                      <a:pt x="1105104" y="854280"/>
                      <a:pt x="857718" y="1101666"/>
                      <a:pt x="552552" y="1101666"/>
                    </a:cubicBezTo>
                    <a:cubicBezTo>
                      <a:pt x="247386" y="1101666"/>
                      <a:pt x="0" y="854280"/>
                      <a:pt x="0" y="549115"/>
                    </a:cubicBezTo>
                    <a:cubicBezTo>
                      <a:pt x="0" y="282096"/>
                      <a:pt x="189405" y="59313"/>
                      <a:pt x="441194" y="7790"/>
                    </a:cubicBezTo>
                    <a:lnTo>
                      <a:pt x="518470" y="0"/>
                    </a:ln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  <a:sym typeface="+mn-lt"/>
                </a:endParaRPr>
              </a:p>
            </p:txBody>
          </p:sp>
          <p:grpSp>
            <p:nvGrpSpPr>
              <p:cNvPr id="138" name="文本框-2_矢量">
                <a:extLst>
                  <a:ext uri="{FF2B5EF4-FFF2-40B4-BE49-F238E27FC236}">
                    <a16:creationId xmlns:a16="http://schemas.microsoft.com/office/drawing/2014/main" id="{BB2E5FA6-E9EF-B001-CAC0-EC5CD71638E4}"/>
                  </a:ext>
                </a:extLst>
              </p:cNvPr>
              <p:cNvGrpSpPr/>
              <p:nvPr/>
            </p:nvGrpSpPr>
            <p:grpSpPr>
              <a:xfrm>
                <a:off x="8478585" y="337599"/>
                <a:ext cx="341619" cy="106745"/>
                <a:chOff x="8501988" y="300619"/>
                <a:chExt cx="396430" cy="123872"/>
              </a:xfrm>
              <a:grpFill/>
            </p:grpSpPr>
            <p:sp>
              <p:nvSpPr>
                <p:cNvPr id="139" name="文本框 138">
                  <a:extLst>
                    <a:ext uri="{FF2B5EF4-FFF2-40B4-BE49-F238E27FC236}">
                      <a16:creationId xmlns:a16="http://schemas.microsoft.com/office/drawing/2014/main" id="{1EFD39E8-B6C7-E356-6427-C5296A3CAA40}"/>
                    </a:ext>
                  </a:extLst>
                </p:cNvPr>
                <p:cNvSpPr txBox="1"/>
                <p:nvPr/>
              </p:nvSpPr>
              <p:spPr>
                <a:xfrm>
                  <a:off x="8501988" y="300763"/>
                  <a:ext cx="129730" cy="123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730" h="123301">
                      <a:moveTo>
                        <a:pt x="68865" y="22145"/>
                      </a:moveTo>
                      <a:cubicBezTo>
                        <a:pt x="57340" y="22145"/>
                        <a:pt x="47387" y="26479"/>
                        <a:pt x="39004" y="35147"/>
                      </a:cubicBezTo>
                      <a:cubicBezTo>
                        <a:pt x="30623" y="43815"/>
                        <a:pt x="26432" y="54197"/>
                        <a:pt x="26432" y="66294"/>
                      </a:cubicBezTo>
                      <a:cubicBezTo>
                        <a:pt x="26432" y="76485"/>
                        <a:pt x="29622" y="84820"/>
                        <a:pt x="36004" y="91297"/>
                      </a:cubicBezTo>
                      <a:cubicBezTo>
                        <a:pt x="42386" y="97774"/>
                        <a:pt x="50625" y="101012"/>
                        <a:pt x="60722" y="101012"/>
                      </a:cubicBezTo>
                      <a:cubicBezTo>
                        <a:pt x="72628" y="101012"/>
                        <a:pt x="82724" y="96726"/>
                        <a:pt x="91011" y="88153"/>
                      </a:cubicBezTo>
                      <a:cubicBezTo>
                        <a:pt x="99298" y="79486"/>
                        <a:pt x="103441" y="68961"/>
                        <a:pt x="103441" y="56578"/>
                      </a:cubicBezTo>
                      <a:cubicBezTo>
                        <a:pt x="103441" y="46577"/>
                        <a:pt x="100155" y="38338"/>
                        <a:pt x="93583" y="31861"/>
                      </a:cubicBezTo>
                      <a:cubicBezTo>
                        <a:pt x="87106" y="25384"/>
                        <a:pt x="78867" y="22145"/>
                        <a:pt x="68865" y="22145"/>
                      </a:cubicBezTo>
                      <a:close/>
                      <a:moveTo>
                        <a:pt x="70580" y="0"/>
                      </a:moveTo>
                      <a:cubicBezTo>
                        <a:pt x="88011" y="0"/>
                        <a:pt x="102251" y="5095"/>
                        <a:pt x="113300" y="15287"/>
                      </a:cubicBezTo>
                      <a:cubicBezTo>
                        <a:pt x="124253" y="25479"/>
                        <a:pt x="129730" y="38671"/>
                        <a:pt x="129730" y="54864"/>
                      </a:cubicBezTo>
                      <a:cubicBezTo>
                        <a:pt x="129730" y="75057"/>
                        <a:pt x="123253" y="91487"/>
                        <a:pt x="110299" y="104155"/>
                      </a:cubicBezTo>
                      <a:cubicBezTo>
                        <a:pt x="97345" y="116919"/>
                        <a:pt x="80772" y="123301"/>
                        <a:pt x="60579" y="123301"/>
                      </a:cubicBezTo>
                      <a:cubicBezTo>
                        <a:pt x="43053" y="123301"/>
                        <a:pt x="28575" y="118062"/>
                        <a:pt x="17145" y="107584"/>
                      </a:cubicBezTo>
                      <a:cubicBezTo>
                        <a:pt x="5715" y="97012"/>
                        <a:pt x="0" y="83629"/>
                        <a:pt x="0" y="67437"/>
                      </a:cubicBezTo>
                      <a:cubicBezTo>
                        <a:pt x="0" y="48101"/>
                        <a:pt x="6715" y="32051"/>
                        <a:pt x="20145" y="19288"/>
                      </a:cubicBezTo>
                      <a:cubicBezTo>
                        <a:pt x="33480" y="6429"/>
                        <a:pt x="50292" y="0"/>
                        <a:pt x="70580" y="0"/>
                      </a:cubicBezTo>
                      <a:close/>
                    </a:path>
                  </a:pathLst>
                </a:custGeom>
                <a:solidFill>
                  <a:srgbClr val="4F6DD9"/>
                </a:solidFill>
                <a:ln w="4286" cap="flat">
                  <a:noFill/>
                  <a:prstDash val="solid"/>
                  <a:miter/>
                </a:ln>
              </p:spPr>
              <p:txBody>
                <a:bodyPr wrap="square" rtlCol="0" anchor="ctr">
                  <a:noAutofit/>
                </a:bodyPr>
                <a:lstStyle>
                  <a:defPPr>
                    <a:defRPr lang="zh-CN"/>
                  </a:defPPr>
                  <a:lvl1pPr algn="ctr">
                    <a:defRPr>
                      <a:solidFill>
                        <a:schemeClr val="tx1"/>
                      </a:solidFill>
                    </a:defRPr>
                  </a:lvl1pPr>
                  <a:lvl2pPr>
                    <a:defRPr>
                      <a:solidFill>
                        <a:schemeClr val="tx1"/>
                      </a:solidFill>
                    </a:defRPr>
                  </a:lvl2pPr>
                  <a:lvl3pPr>
                    <a:defRPr>
                      <a:solidFill>
                        <a:schemeClr val="tx1"/>
                      </a:solidFill>
                    </a:defRPr>
                  </a:lvl3pPr>
                  <a:lvl4pPr>
                    <a:defRPr>
                      <a:solidFill>
                        <a:schemeClr val="tx1"/>
                      </a:solidFill>
                    </a:defRPr>
                  </a:lvl4pPr>
                  <a:lvl5pPr>
                    <a:defRPr>
                      <a:solidFill>
                        <a:schemeClr val="tx1"/>
                      </a:solidFill>
                    </a:defRPr>
                  </a:lvl5pPr>
                  <a:lvl6pPr>
                    <a:defRPr>
                      <a:solidFill>
                        <a:schemeClr val="tx1"/>
                      </a:solidFill>
                    </a:defRPr>
                  </a:lvl6pPr>
                  <a:lvl7pPr>
                    <a:defRPr>
                      <a:solidFill>
                        <a:schemeClr val="tx1"/>
                      </a:solidFill>
                    </a:defRPr>
                  </a:lvl7pPr>
                  <a:lvl8pPr>
                    <a:defRPr>
                      <a:solidFill>
                        <a:schemeClr val="tx1"/>
                      </a:solidFill>
                    </a:defRPr>
                  </a:lvl8pPr>
                  <a:lvl9pPr>
                    <a:defRPr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 dirty="0">
                    <a:sym typeface="+mn-lt"/>
                  </a:endParaRPr>
                </a:p>
              </p:txBody>
            </p:sp>
            <p:sp>
              <p:nvSpPr>
                <p:cNvPr id="140" name="文本框 139">
                  <a:extLst>
                    <a:ext uri="{FF2B5EF4-FFF2-40B4-BE49-F238E27FC236}">
                      <a16:creationId xmlns:a16="http://schemas.microsoft.com/office/drawing/2014/main" id="{BFEC4EB6-699C-9E36-EBEB-179A28C50FB2}"/>
                    </a:ext>
                  </a:extLst>
                </p:cNvPr>
                <p:cNvSpPr txBox="1"/>
                <p:nvPr/>
              </p:nvSpPr>
              <p:spPr>
                <a:xfrm>
                  <a:off x="8644844" y="300619"/>
                  <a:ext cx="108746" cy="1238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746" h="123872">
                      <a:moveTo>
                        <a:pt x="70027" y="0"/>
                      </a:moveTo>
                      <a:cubicBezTo>
                        <a:pt x="72694" y="0"/>
                        <a:pt x="75838" y="119"/>
                        <a:pt x="79457" y="357"/>
                      </a:cubicBezTo>
                      <a:cubicBezTo>
                        <a:pt x="83077" y="595"/>
                        <a:pt x="86268" y="1047"/>
                        <a:pt x="89030" y="1714"/>
                      </a:cubicBezTo>
                      <a:cubicBezTo>
                        <a:pt x="94840" y="3429"/>
                        <a:pt x="99579" y="5310"/>
                        <a:pt x="103246" y="7358"/>
                      </a:cubicBezTo>
                      <a:cubicBezTo>
                        <a:pt x="106913" y="9406"/>
                        <a:pt x="108746" y="10430"/>
                        <a:pt x="108746" y="10430"/>
                      </a:cubicBezTo>
                      <a:lnTo>
                        <a:pt x="106175" y="16859"/>
                      </a:lnTo>
                      <a:cubicBezTo>
                        <a:pt x="104746" y="20097"/>
                        <a:pt x="102508" y="22336"/>
                        <a:pt x="99460" y="23574"/>
                      </a:cubicBezTo>
                      <a:cubicBezTo>
                        <a:pt x="96412" y="24812"/>
                        <a:pt x="93268" y="24812"/>
                        <a:pt x="90030" y="23574"/>
                      </a:cubicBezTo>
                      <a:cubicBezTo>
                        <a:pt x="87934" y="22717"/>
                        <a:pt x="85982" y="22050"/>
                        <a:pt x="84172" y="21574"/>
                      </a:cubicBezTo>
                      <a:cubicBezTo>
                        <a:pt x="80172" y="20431"/>
                        <a:pt x="75457" y="19859"/>
                        <a:pt x="70027" y="19859"/>
                      </a:cubicBezTo>
                      <a:cubicBezTo>
                        <a:pt x="64217" y="19859"/>
                        <a:pt x="58836" y="20859"/>
                        <a:pt x="53882" y="22860"/>
                      </a:cubicBezTo>
                      <a:cubicBezTo>
                        <a:pt x="48930" y="24860"/>
                        <a:pt x="44548" y="27717"/>
                        <a:pt x="40738" y="31432"/>
                      </a:cubicBezTo>
                      <a:cubicBezTo>
                        <a:pt x="36833" y="35052"/>
                        <a:pt x="33642" y="39481"/>
                        <a:pt x="31165" y="44720"/>
                      </a:cubicBezTo>
                      <a:cubicBezTo>
                        <a:pt x="28594" y="49863"/>
                        <a:pt x="26879" y="55530"/>
                        <a:pt x="26022" y="61722"/>
                      </a:cubicBezTo>
                      <a:cubicBezTo>
                        <a:pt x="25069" y="68580"/>
                        <a:pt x="25117" y="74628"/>
                        <a:pt x="26165" y="79867"/>
                      </a:cubicBezTo>
                      <a:cubicBezTo>
                        <a:pt x="27308" y="85106"/>
                        <a:pt x="29260" y="89487"/>
                        <a:pt x="32023" y="93011"/>
                      </a:cubicBezTo>
                      <a:cubicBezTo>
                        <a:pt x="34785" y="96536"/>
                        <a:pt x="38357" y="99155"/>
                        <a:pt x="42738" y="100869"/>
                      </a:cubicBezTo>
                      <a:cubicBezTo>
                        <a:pt x="47120" y="102679"/>
                        <a:pt x="52073" y="103584"/>
                        <a:pt x="57597" y="103584"/>
                      </a:cubicBezTo>
                      <a:cubicBezTo>
                        <a:pt x="60264" y="103584"/>
                        <a:pt x="62979" y="103298"/>
                        <a:pt x="65741" y="102727"/>
                      </a:cubicBezTo>
                      <a:cubicBezTo>
                        <a:pt x="68503" y="102060"/>
                        <a:pt x="71123" y="101108"/>
                        <a:pt x="73599" y="99869"/>
                      </a:cubicBezTo>
                      <a:lnTo>
                        <a:pt x="78457" y="72152"/>
                      </a:lnTo>
                      <a:lnTo>
                        <a:pt x="55740" y="72152"/>
                      </a:lnTo>
                      <a:lnTo>
                        <a:pt x="58026" y="61293"/>
                      </a:lnTo>
                      <a:cubicBezTo>
                        <a:pt x="58502" y="59102"/>
                        <a:pt x="59621" y="57293"/>
                        <a:pt x="61383" y="55864"/>
                      </a:cubicBezTo>
                      <a:cubicBezTo>
                        <a:pt x="63146" y="54435"/>
                        <a:pt x="65170" y="53721"/>
                        <a:pt x="67456" y="53721"/>
                      </a:cubicBezTo>
                      <a:lnTo>
                        <a:pt x="98745" y="53721"/>
                      </a:lnTo>
                      <a:cubicBezTo>
                        <a:pt x="99698" y="53721"/>
                        <a:pt x="100555" y="53864"/>
                        <a:pt x="101317" y="54149"/>
                      </a:cubicBezTo>
                      <a:cubicBezTo>
                        <a:pt x="102079" y="54530"/>
                        <a:pt x="102698" y="55054"/>
                        <a:pt x="103174" y="55721"/>
                      </a:cubicBezTo>
                      <a:cubicBezTo>
                        <a:pt x="103651" y="56388"/>
                        <a:pt x="103984" y="57197"/>
                        <a:pt x="104174" y="58150"/>
                      </a:cubicBezTo>
                      <a:cubicBezTo>
                        <a:pt x="104365" y="59102"/>
                        <a:pt x="104365" y="60198"/>
                        <a:pt x="104174" y="61436"/>
                      </a:cubicBezTo>
                      <a:lnTo>
                        <a:pt x="96031" y="114871"/>
                      </a:lnTo>
                      <a:cubicBezTo>
                        <a:pt x="96031" y="114871"/>
                        <a:pt x="95483" y="115085"/>
                        <a:pt x="94388" y="115514"/>
                      </a:cubicBezTo>
                      <a:cubicBezTo>
                        <a:pt x="93292" y="115943"/>
                        <a:pt x="91887" y="116467"/>
                        <a:pt x="90173" y="117086"/>
                      </a:cubicBezTo>
                      <a:cubicBezTo>
                        <a:pt x="88458" y="117705"/>
                        <a:pt x="86696" y="118348"/>
                        <a:pt x="84886" y="119015"/>
                      </a:cubicBezTo>
                      <a:cubicBezTo>
                        <a:pt x="83267" y="119586"/>
                        <a:pt x="81338" y="120158"/>
                        <a:pt x="79100" y="120729"/>
                      </a:cubicBezTo>
                      <a:cubicBezTo>
                        <a:pt x="76862" y="121301"/>
                        <a:pt x="74838" y="121729"/>
                        <a:pt x="73028" y="122015"/>
                      </a:cubicBezTo>
                      <a:cubicBezTo>
                        <a:pt x="69789" y="122682"/>
                        <a:pt x="66551" y="123158"/>
                        <a:pt x="63312" y="123444"/>
                      </a:cubicBezTo>
                      <a:cubicBezTo>
                        <a:pt x="59978" y="123729"/>
                        <a:pt x="56692" y="123872"/>
                        <a:pt x="53454" y="123872"/>
                      </a:cubicBezTo>
                      <a:cubicBezTo>
                        <a:pt x="43834" y="123872"/>
                        <a:pt x="35452" y="122491"/>
                        <a:pt x="28308" y="119729"/>
                      </a:cubicBezTo>
                      <a:cubicBezTo>
                        <a:pt x="21164" y="116967"/>
                        <a:pt x="15306" y="113014"/>
                        <a:pt x="10734" y="107870"/>
                      </a:cubicBezTo>
                      <a:cubicBezTo>
                        <a:pt x="6258" y="102632"/>
                        <a:pt x="3162" y="96250"/>
                        <a:pt x="1447" y="88725"/>
                      </a:cubicBezTo>
                      <a:cubicBezTo>
                        <a:pt x="-267" y="81200"/>
                        <a:pt x="-458" y="72675"/>
                        <a:pt x="876" y="63150"/>
                      </a:cubicBezTo>
                      <a:cubicBezTo>
                        <a:pt x="2209" y="53340"/>
                        <a:pt x="4924" y="44529"/>
                        <a:pt x="9020" y="36719"/>
                      </a:cubicBezTo>
                      <a:cubicBezTo>
                        <a:pt x="13020" y="28908"/>
                        <a:pt x="18164" y="22288"/>
                        <a:pt x="24450" y="16859"/>
                      </a:cubicBezTo>
                      <a:cubicBezTo>
                        <a:pt x="30070" y="11906"/>
                        <a:pt x="36499" y="8001"/>
                        <a:pt x="43738" y="5143"/>
                      </a:cubicBezTo>
                      <a:cubicBezTo>
                        <a:pt x="43929" y="5048"/>
                        <a:pt x="44072" y="5000"/>
                        <a:pt x="44167" y="5000"/>
                      </a:cubicBezTo>
                      <a:cubicBezTo>
                        <a:pt x="44738" y="4715"/>
                        <a:pt x="45310" y="4476"/>
                        <a:pt x="45882" y="4286"/>
                      </a:cubicBezTo>
                      <a:cubicBezTo>
                        <a:pt x="52549" y="1428"/>
                        <a:pt x="60598" y="0"/>
                        <a:pt x="70027" y="0"/>
                      </a:cubicBezTo>
                      <a:close/>
                    </a:path>
                  </a:pathLst>
                </a:custGeom>
                <a:solidFill>
                  <a:srgbClr val="4F6DD9"/>
                </a:solidFill>
                <a:ln w="4286" cap="flat">
                  <a:noFill/>
                  <a:prstDash val="solid"/>
                  <a:miter/>
                </a:ln>
              </p:spPr>
              <p:txBody>
                <a:bodyPr wrap="square" rtlCol="0" anchor="ctr">
                  <a:noAutofit/>
                </a:bodyPr>
                <a:lstStyle>
                  <a:defPPr>
                    <a:defRPr lang="zh-CN"/>
                  </a:defPPr>
                  <a:lvl1pPr algn="ctr">
                    <a:defRPr>
                      <a:solidFill>
                        <a:schemeClr val="tx1"/>
                      </a:solidFill>
                    </a:defRPr>
                  </a:lvl1pPr>
                  <a:lvl2pPr>
                    <a:defRPr>
                      <a:solidFill>
                        <a:schemeClr val="tx1"/>
                      </a:solidFill>
                    </a:defRPr>
                  </a:lvl2pPr>
                  <a:lvl3pPr>
                    <a:defRPr>
                      <a:solidFill>
                        <a:schemeClr val="tx1"/>
                      </a:solidFill>
                    </a:defRPr>
                  </a:lvl3pPr>
                  <a:lvl4pPr>
                    <a:defRPr>
                      <a:solidFill>
                        <a:schemeClr val="tx1"/>
                      </a:solidFill>
                    </a:defRPr>
                  </a:lvl4pPr>
                  <a:lvl5pPr>
                    <a:defRPr>
                      <a:solidFill>
                        <a:schemeClr val="tx1"/>
                      </a:solidFill>
                    </a:defRPr>
                  </a:lvl5pPr>
                  <a:lvl6pPr>
                    <a:defRPr>
                      <a:solidFill>
                        <a:schemeClr val="tx1"/>
                      </a:solidFill>
                    </a:defRPr>
                  </a:lvl6pPr>
                  <a:lvl7pPr>
                    <a:defRPr>
                      <a:solidFill>
                        <a:schemeClr val="tx1"/>
                      </a:solidFill>
                    </a:defRPr>
                  </a:lvl7pPr>
                  <a:lvl8pPr>
                    <a:defRPr>
                      <a:solidFill>
                        <a:schemeClr val="tx1"/>
                      </a:solidFill>
                    </a:defRPr>
                  </a:lvl8pPr>
                  <a:lvl9pPr>
                    <a:defRPr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 dirty="0">
                    <a:sym typeface="+mn-lt"/>
                  </a:endParaRPr>
                </a:p>
              </p:txBody>
            </p:sp>
            <p:sp>
              <p:nvSpPr>
                <p:cNvPr id="141" name="文本框 140">
                  <a:extLst>
                    <a:ext uri="{FF2B5EF4-FFF2-40B4-BE49-F238E27FC236}">
                      <a16:creationId xmlns:a16="http://schemas.microsoft.com/office/drawing/2014/main" id="{DAF8EAA2-624B-8D2E-F853-3F8604CEBE1A}"/>
                    </a:ext>
                  </a:extLst>
                </p:cNvPr>
                <p:cNvSpPr txBox="1"/>
                <p:nvPr/>
              </p:nvSpPr>
              <p:spPr>
                <a:xfrm>
                  <a:off x="8768688" y="300763"/>
                  <a:ext cx="129730" cy="123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730" h="123301">
                      <a:moveTo>
                        <a:pt x="68865" y="22145"/>
                      </a:moveTo>
                      <a:cubicBezTo>
                        <a:pt x="57340" y="22145"/>
                        <a:pt x="47386" y="26479"/>
                        <a:pt x="39004" y="35147"/>
                      </a:cubicBezTo>
                      <a:cubicBezTo>
                        <a:pt x="30622" y="43815"/>
                        <a:pt x="26432" y="54197"/>
                        <a:pt x="26432" y="66294"/>
                      </a:cubicBezTo>
                      <a:cubicBezTo>
                        <a:pt x="26432" y="76485"/>
                        <a:pt x="29622" y="84820"/>
                        <a:pt x="36004" y="91297"/>
                      </a:cubicBezTo>
                      <a:cubicBezTo>
                        <a:pt x="42386" y="97774"/>
                        <a:pt x="50625" y="101012"/>
                        <a:pt x="60722" y="101012"/>
                      </a:cubicBezTo>
                      <a:cubicBezTo>
                        <a:pt x="72628" y="101012"/>
                        <a:pt x="82724" y="96726"/>
                        <a:pt x="91011" y="88153"/>
                      </a:cubicBezTo>
                      <a:cubicBezTo>
                        <a:pt x="99298" y="79486"/>
                        <a:pt x="103441" y="68961"/>
                        <a:pt x="103441" y="56578"/>
                      </a:cubicBezTo>
                      <a:cubicBezTo>
                        <a:pt x="103441" y="46577"/>
                        <a:pt x="100155" y="38338"/>
                        <a:pt x="93583" y="31861"/>
                      </a:cubicBezTo>
                      <a:cubicBezTo>
                        <a:pt x="87106" y="25384"/>
                        <a:pt x="78867" y="22145"/>
                        <a:pt x="68865" y="22145"/>
                      </a:cubicBezTo>
                      <a:close/>
                      <a:moveTo>
                        <a:pt x="70580" y="0"/>
                      </a:moveTo>
                      <a:cubicBezTo>
                        <a:pt x="88011" y="0"/>
                        <a:pt x="102250" y="5095"/>
                        <a:pt x="113300" y="15287"/>
                      </a:cubicBezTo>
                      <a:cubicBezTo>
                        <a:pt x="124253" y="25479"/>
                        <a:pt x="129730" y="38671"/>
                        <a:pt x="129730" y="54864"/>
                      </a:cubicBezTo>
                      <a:cubicBezTo>
                        <a:pt x="129730" y="75057"/>
                        <a:pt x="123253" y="91487"/>
                        <a:pt x="110299" y="104155"/>
                      </a:cubicBezTo>
                      <a:cubicBezTo>
                        <a:pt x="97345" y="116919"/>
                        <a:pt x="80772" y="123301"/>
                        <a:pt x="60579" y="123301"/>
                      </a:cubicBezTo>
                      <a:cubicBezTo>
                        <a:pt x="43053" y="123301"/>
                        <a:pt x="28575" y="118062"/>
                        <a:pt x="17145" y="107584"/>
                      </a:cubicBezTo>
                      <a:cubicBezTo>
                        <a:pt x="5715" y="97012"/>
                        <a:pt x="0" y="83629"/>
                        <a:pt x="0" y="67437"/>
                      </a:cubicBezTo>
                      <a:cubicBezTo>
                        <a:pt x="0" y="48101"/>
                        <a:pt x="6715" y="32051"/>
                        <a:pt x="20145" y="19288"/>
                      </a:cubicBezTo>
                      <a:cubicBezTo>
                        <a:pt x="33480" y="6429"/>
                        <a:pt x="50292" y="0"/>
                        <a:pt x="70580" y="0"/>
                      </a:cubicBezTo>
                      <a:close/>
                    </a:path>
                  </a:pathLst>
                </a:custGeom>
                <a:solidFill>
                  <a:srgbClr val="4F6DD9"/>
                </a:solidFill>
                <a:ln w="4286" cap="flat">
                  <a:noFill/>
                  <a:prstDash val="solid"/>
                  <a:miter/>
                </a:ln>
              </p:spPr>
              <p:txBody>
                <a:bodyPr wrap="square" rtlCol="0" anchor="ctr">
                  <a:noAutofit/>
                </a:bodyPr>
                <a:lstStyle>
                  <a:defPPr>
                    <a:defRPr lang="zh-CN"/>
                  </a:defPPr>
                  <a:lvl1pPr algn="ctr">
                    <a:defRPr>
                      <a:solidFill>
                        <a:schemeClr val="tx1"/>
                      </a:solidFill>
                    </a:defRPr>
                  </a:lvl1pPr>
                  <a:lvl2pPr>
                    <a:defRPr>
                      <a:solidFill>
                        <a:schemeClr val="tx1"/>
                      </a:solidFill>
                    </a:defRPr>
                  </a:lvl2pPr>
                  <a:lvl3pPr>
                    <a:defRPr>
                      <a:solidFill>
                        <a:schemeClr val="tx1"/>
                      </a:solidFill>
                    </a:defRPr>
                  </a:lvl3pPr>
                  <a:lvl4pPr>
                    <a:defRPr>
                      <a:solidFill>
                        <a:schemeClr val="tx1"/>
                      </a:solidFill>
                    </a:defRPr>
                  </a:lvl4pPr>
                  <a:lvl5pPr>
                    <a:defRPr>
                      <a:solidFill>
                        <a:schemeClr val="tx1"/>
                      </a:solidFill>
                    </a:defRPr>
                  </a:lvl5pPr>
                  <a:lvl6pPr>
                    <a:defRPr>
                      <a:solidFill>
                        <a:schemeClr val="tx1"/>
                      </a:solidFill>
                    </a:defRPr>
                  </a:lvl6pPr>
                  <a:lvl7pPr>
                    <a:defRPr>
                      <a:solidFill>
                        <a:schemeClr val="tx1"/>
                      </a:solidFill>
                    </a:defRPr>
                  </a:lvl7pPr>
                  <a:lvl8pPr>
                    <a:defRPr>
                      <a:solidFill>
                        <a:schemeClr val="tx1"/>
                      </a:solidFill>
                    </a:defRPr>
                  </a:lvl8pPr>
                  <a:lvl9pPr>
                    <a:defRPr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 dirty="0">
                    <a:sym typeface="+mn-lt"/>
                  </a:endParaRPr>
                </a:p>
              </p:txBody>
            </p:sp>
          </p:grpSp>
        </p:grpSp>
        <p:grpSp>
          <p:nvGrpSpPr>
            <p:cNvPr id="131" name="组合 130">
              <a:extLst>
                <a:ext uri="{FF2B5EF4-FFF2-40B4-BE49-F238E27FC236}">
                  <a16:creationId xmlns:a16="http://schemas.microsoft.com/office/drawing/2014/main" id="{985DBEA0-961D-9BE9-0964-C4E0B1B16ACF}"/>
                </a:ext>
              </a:extLst>
            </p:cNvPr>
            <p:cNvGrpSpPr/>
            <p:nvPr/>
          </p:nvGrpSpPr>
          <p:grpSpPr>
            <a:xfrm>
              <a:off x="926299" y="660958"/>
              <a:ext cx="674380" cy="119625"/>
              <a:chOff x="892413" y="660958"/>
              <a:chExt cx="707506" cy="125501"/>
            </a:xfrm>
            <a:grpFill/>
          </p:grpSpPr>
          <p:sp>
            <p:nvSpPr>
              <p:cNvPr id="132" name="文本框 131">
                <a:extLst>
                  <a:ext uri="{FF2B5EF4-FFF2-40B4-BE49-F238E27FC236}">
                    <a16:creationId xmlns:a16="http://schemas.microsoft.com/office/drawing/2014/main" id="{E04F1CB1-5428-F288-C3B4-6F92A9474BB3}"/>
                  </a:ext>
                </a:extLst>
              </p:cNvPr>
              <p:cNvSpPr txBox="1"/>
              <p:nvPr/>
            </p:nvSpPr>
            <p:spPr>
              <a:xfrm>
                <a:off x="892413" y="663237"/>
                <a:ext cx="124027" cy="123222"/>
              </a:xfrm>
              <a:custGeom>
                <a:avLst/>
                <a:gdLst/>
                <a:ahLst/>
                <a:cxnLst/>
                <a:rect l="l" t="t" r="r" b="b"/>
                <a:pathLst>
                  <a:path w="132159" h="131302">
                    <a:moveTo>
                      <a:pt x="56435" y="46434"/>
                    </a:moveTo>
                    <a:lnTo>
                      <a:pt x="72580" y="52863"/>
                    </a:lnTo>
                    <a:cubicBezTo>
                      <a:pt x="68199" y="62960"/>
                      <a:pt x="63055" y="73199"/>
                      <a:pt x="57150" y="83581"/>
                    </a:cubicBezTo>
                    <a:cubicBezTo>
                      <a:pt x="51244" y="93964"/>
                      <a:pt x="46005" y="102203"/>
                      <a:pt x="41433" y="108299"/>
                    </a:cubicBezTo>
                    <a:lnTo>
                      <a:pt x="90725" y="105298"/>
                    </a:lnTo>
                    <a:cubicBezTo>
                      <a:pt x="84915" y="96059"/>
                      <a:pt x="79486" y="87772"/>
                      <a:pt x="74437" y="80438"/>
                    </a:cubicBezTo>
                    <a:lnTo>
                      <a:pt x="87296" y="71723"/>
                    </a:lnTo>
                    <a:cubicBezTo>
                      <a:pt x="92535" y="78867"/>
                      <a:pt x="98083" y="87010"/>
                      <a:pt x="103941" y="96154"/>
                    </a:cubicBezTo>
                    <a:cubicBezTo>
                      <a:pt x="109799" y="105298"/>
                      <a:pt x="114585" y="113299"/>
                      <a:pt x="118300" y="120157"/>
                    </a:cubicBezTo>
                    <a:lnTo>
                      <a:pt x="105727" y="131302"/>
                    </a:lnTo>
                    <a:cubicBezTo>
                      <a:pt x="103917" y="127682"/>
                      <a:pt x="101727" y="123729"/>
                      <a:pt x="99155" y="119443"/>
                    </a:cubicBezTo>
                    <a:cubicBezTo>
                      <a:pt x="71151" y="120681"/>
                      <a:pt x="48244" y="122158"/>
                      <a:pt x="30432" y="123872"/>
                    </a:cubicBezTo>
                    <a:cubicBezTo>
                      <a:pt x="25098" y="124348"/>
                      <a:pt x="21145" y="124777"/>
                      <a:pt x="18573" y="125158"/>
                    </a:cubicBezTo>
                    <a:lnTo>
                      <a:pt x="13573" y="109870"/>
                    </a:lnTo>
                    <a:cubicBezTo>
                      <a:pt x="16430" y="109204"/>
                      <a:pt x="18502" y="108489"/>
                      <a:pt x="19788" y="107727"/>
                    </a:cubicBezTo>
                    <a:cubicBezTo>
                      <a:pt x="21074" y="106965"/>
                      <a:pt x="22479" y="105679"/>
                      <a:pt x="24003" y="103870"/>
                    </a:cubicBezTo>
                    <a:cubicBezTo>
                      <a:pt x="28860" y="98155"/>
                      <a:pt x="34337" y="89892"/>
                      <a:pt x="40433" y="79081"/>
                    </a:cubicBezTo>
                    <a:cubicBezTo>
                      <a:pt x="46529" y="68270"/>
                      <a:pt x="51863" y="57388"/>
                      <a:pt x="56435" y="46434"/>
                    </a:cubicBezTo>
                    <a:close/>
                    <a:moveTo>
                      <a:pt x="44291" y="1857"/>
                    </a:moveTo>
                    <a:lnTo>
                      <a:pt x="59864" y="7000"/>
                    </a:lnTo>
                    <a:cubicBezTo>
                      <a:pt x="49672" y="32527"/>
                      <a:pt x="33337" y="54959"/>
                      <a:pt x="10858" y="74295"/>
                    </a:cubicBezTo>
                    <a:lnTo>
                      <a:pt x="0" y="60864"/>
                    </a:lnTo>
                    <a:cubicBezTo>
                      <a:pt x="21336" y="42862"/>
                      <a:pt x="36099" y="23193"/>
                      <a:pt x="44291" y="1857"/>
                    </a:cubicBezTo>
                    <a:close/>
                    <a:moveTo>
                      <a:pt x="87582" y="0"/>
                    </a:moveTo>
                    <a:cubicBezTo>
                      <a:pt x="92630" y="14001"/>
                      <a:pt x="98560" y="25550"/>
                      <a:pt x="105370" y="34647"/>
                    </a:cubicBezTo>
                    <a:cubicBezTo>
                      <a:pt x="112180" y="43743"/>
                      <a:pt x="121110" y="52197"/>
                      <a:pt x="132159" y="60007"/>
                    </a:cubicBezTo>
                    <a:lnTo>
                      <a:pt x="121729" y="74295"/>
                    </a:lnTo>
                    <a:cubicBezTo>
                      <a:pt x="109728" y="64770"/>
                      <a:pt x="99869" y="54792"/>
                      <a:pt x="92154" y="44362"/>
                    </a:cubicBezTo>
                    <a:cubicBezTo>
                      <a:pt x="84439" y="33932"/>
                      <a:pt x="77962" y="20955"/>
                      <a:pt x="72723" y="5429"/>
                    </a:cubicBez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  <p:sp>
            <p:nvSpPr>
              <p:cNvPr id="133" name="文本框 132">
                <a:extLst>
                  <a:ext uri="{FF2B5EF4-FFF2-40B4-BE49-F238E27FC236}">
                    <a16:creationId xmlns:a16="http://schemas.microsoft.com/office/drawing/2014/main" id="{21DCC848-4E31-9A25-7439-D8A9949BEC93}"/>
                  </a:ext>
                </a:extLst>
              </p:cNvPr>
              <p:cNvSpPr txBox="1"/>
              <p:nvPr/>
            </p:nvSpPr>
            <p:spPr>
              <a:xfrm>
                <a:off x="1094481" y="668063"/>
                <a:ext cx="107132" cy="116116"/>
              </a:xfrm>
              <a:custGeom>
                <a:avLst/>
                <a:gdLst/>
                <a:ahLst/>
                <a:cxnLst/>
                <a:rect l="l" t="t" r="r" b="b"/>
                <a:pathLst>
                  <a:path w="114157" h="123730">
                    <a:moveTo>
                      <a:pt x="27575" y="68009"/>
                    </a:moveTo>
                    <a:lnTo>
                      <a:pt x="27575" y="91440"/>
                    </a:lnTo>
                    <a:lnTo>
                      <a:pt x="63865" y="91440"/>
                    </a:lnTo>
                    <a:lnTo>
                      <a:pt x="63865" y="68009"/>
                    </a:lnTo>
                    <a:close/>
                    <a:moveTo>
                      <a:pt x="11573" y="53007"/>
                    </a:moveTo>
                    <a:lnTo>
                      <a:pt x="80010" y="53007"/>
                    </a:lnTo>
                    <a:lnTo>
                      <a:pt x="80010" y="106871"/>
                    </a:lnTo>
                    <a:lnTo>
                      <a:pt x="11573" y="106871"/>
                    </a:lnTo>
                    <a:close/>
                    <a:moveTo>
                      <a:pt x="0" y="27146"/>
                    </a:moveTo>
                    <a:lnTo>
                      <a:pt x="91583" y="27146"/>
                    </a:lnTo>
                    <a:lnTo>
                      <a:pt x="91583" y="42005"/>
                    </a:lnTo>
                    <a:lnTo>
                      <a:pt x="0" y="42005"/>
                    </a:lnTo>
                    <a:close/>
                    <a:moveTo>
                      <a:pt x="8001" y="0"/>
                    </a:moveTo>
                    <a:lnTo>
                      <a:pt x="114157" y="0"/>
                    </a:lnTo>
                    <a:lnTo>
                      <a:pt x="114157" y="105442"/>
                    </a:lnTo>
                    <a:cubicBezTo>
                      <a:pt x="114157" y="109633"/>
                      <a:pt x="113586" y="112871"/>
                      <a:pt x="112443" y="115157"/>
                    </a:cubicBezTo>
                    <a:cubicBezTo>
                      <a:pt x="111300" y="117443"/>
                      <a:pt x="109323" y="119158"/>
                      <a:pt x="106514" y="120301"/>
                    </a:cubicBezTo>
                    <a:cubicBezTo>
                      <a:pt x="103704" y="121444"/>
                      <a:pt x="99679" y="122206"/>
                      <a:pt x="94441" y="122587"/>
                    </a:cubicBezTo>
                    <a:lnTo>
                      <a:pt x="80725" y="123730"/>
                    </a:lnTo>
                    <a:lnTo>
                      <a:pt x="75867" y="108871"/>
                    </a:lnTo>
                    <a:lnTo>
                      <a:pt x="87868" y="108014"/>
                    </a:lnTo>
                    <a:cubicBezTo>
                      <a:pt x="91297" y="107728"/>
                      <a:pt x="93631" y="107371"/>
                      <a:pt x="94869" y="106942"/>
                    </a:cubicBezTo>
                    <a:cubicBezTo>
                      <a:pt x="96107" y="106513"/>
                      <a:pt x="96917" y="105751"/>
                      <a:pt x="97298" y="104656"/>
                    </a:cubicBezTo>
                    <a:cubicBezTo>
                      <a:pt x="97679" y="103561"/>
                      <a:pt x="97870" y="101584"/>
                      <a:pt x="97870" y="98727"/>
                    </a:cubicBezTo>
                    <a:lnTo>
                      <a:pt x="97870" y="15573"/>
                    </a:lnTo>
                    <a:lnTo>
                      <a:pt x="8001" y="15573"/>
                    </a:ln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47E94F2C-C7E3-D2E2-918C-AE0E0228CF64}"/>
                  </a:ext>
                </a:extLst>
              </p:cNvPr>
              <p:cNvSpPr txBox="1"/>
              <p:nvPr/>
            </p:nvSpPr>
            <p:spPr>
              <a:xfrm>
                <a:off x="1282133" y="660958"/>
                <a:ext cx="112630" cy="122551"/>
              </a:xfrm>
              <a:custGeom>
                <a:avLst/>
                <a:gdLst/>
                <a:ahLst/>
                <a:cxnLst/>
                <a:rect l="l" t="t" r="r" b="b"/>
                <a:pathLst>
                  <a:path w="120015" h="130587">
                    <a:moveTo>
                      <a:pt x="44005" y="84439"/>
                    </a:moveTo>
                    <a:lnTo>
                      <a:pt x="44005" y="110871"/>
                    </a:lnTo>
                    <a:lnTo>
                      <a:pt x="102156" y="110871"/>
                    </a:lnTo>
                    <a:lnTo>
                      <a:pt x="102156" y="84439"/>
                    </a:lnTo>
                    <a:close/>
                    <a:moveTo>
                      <a:pt x="55435" y="0"/>
                    </a:moveTo>
                    <a:lnTo>
                      <a:pt x="69866" y="6000"/>
                    </a:lnTo>
                    <a:cubicBezTo>
                      <a:pt x="67199" y="10001"/>
                      <a:pt x="65103" y="12954"/>
                      <a:pt x="63579" y="14859"/>
                    </a:cubicBezTo>
                    <a:lnTo>
                      <a:pt x="120015" y="14859"/>
                    </a:lnTo>
                    <a:lnTo>
                      <a:pt x="120015" y="29575"/>
                    </a:lnTo>
                    <a:cubicBezTo>
                      <a:pt x="106108" y="45482"/>
                      <a:pt x="88487" y="59007"/>
                      <a:pt x="67151" y="70151"/>
                    </a:cubicBezTo>
                    <a:lnTo>
                      <a:pt x="117443" y="70151"/>
                    </a:lnTo>
                    <a:lnTo>
                      <a:pt x="117443" y="130587"/>
                    </a:lnTo>
                    <a:lnTo>
                      <a:pt x="102156" y="130587"/>
                    </a:lnTo>
                    <a:lnTo>
                      <a:pt x="102156" y="124587"/>
                    </a:lnTo>
                    <a:lnTo>
                      <a:pt x="44005" y="124587"/>
                    </a:lnTo>
                    <a:lnTo>
                      <a:pt x="44005" y="130587"/>
                    </a:lnTo>
                    <a:lnTo>
                      <a:pt x="28861" y="130587"/>
                    </a:lnTo>
                    <a:lnTo>
                      <a:pt x="28861" y="87011"/>
                    </a:lnTo>
                    <a:cubicBezTo>
                      <a:pt x="21336" y="89773"/>
                      <a:pt x="13716" y="92345"/>
                      <a:pt x="6001" y="94726"/>
                    </a:cubicBezTo>
                    <a:lnTo>
                      <a:pt x="0" y="80153"/>
                    </a:lnTo>
                    <a:lnTo>
                      <a:pt x="47430" y="55889"/>
                    </a:lnTo>
                    <a:lnTo>
                      <a:pt x="49720" y="57721"/>
                    </a:lnTo>
                    <a:lnTo>
                      <a:pt x="58412" y="50271"/>
                    </a:lnTo>
                    <a:lnTo>
                      <a:pt x="98869" y="29575"/>
                    </a:lnTo>
                    <a:lnTo>
                      <a:pt x="51006" y="29575"/>
                    </a:lnTo>
                    <a:lnTo>
                      <a:pt x="45720" y="34718"/>
                    </a:lnTo>
                    <a:cubicBezTo>
                      <a:pt x="52483" y="39862"/>
                      <a:pt x="57817" y="44100"/>
                      <a:pt x="61722" y="47434"/>
                    </a:cubicBezTo>
                    <a:lnTo>
                      <a:pt x="58412" y="50271"/>
                    </a:lnTo>
                    <a:lnTo>
                      <a:pt x="47430" y="55889"/>
                    </a:lnTo>
                    <a:lnTo>
                      <a:pt x="34004" y="45148"/>
                    </a:lnTo>
                    <a:cubicBezTo>
                      <a:pt x="28480" y="49625"/>
                      <a:pt x="22860" y="53768"/>
                      <a:pt x="17145" y="57578"/>
                    </a:cubicBezTo>
                    <a:lnTo>
                      <a:pt x="7429" y="44291"/>
                    </a:lnTo>
                    <a:cubicBezTo>
                      <a:pt x="16097" y="38957"/>
                      <a:pt x="24955" y="32075"/>
                      <a:pt x="34004" y="23645"/>
                    </a:cubicBezTo>
                    <a:cubicBezTo>
                      <a:pt x="43053" y="15216"/>
                      <a:pt x="50197" y="7334"/>
                      <a:pt x="55435" y="0"/>
                    </a:cubicBez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  <p:sp>
            <p:nvSpPr>
              <p:cNvPr id="135" name="文本框 134">
                <a:extLst>
                  <a:ext uri="{FF2B5EF4-FFF2-40B4-BE49-F238E27FC236}">
                    <a16:creationId xmlns:a16="http://schemas.microsoft.com/office/drawing/2014/main" id="{3C30AC02-CCBF-FD28-6581-2A6910118513}"/>
                  </a:ext>
                </a:extLst>
              </p:cNvPr>
              <p:cNvSpPr txBox="1"/>
              <p:nvPr/>
            </p:nvSpPr>
            <p:spPr>
              <a:xfrm>
                <a:off x="1477664" y="663504"/>
                <a:ext cx="122255" cy="121345"/>
              </a:xfrm>
              <a:custGeom>
                <a:avLst/>
                <a:gdLst/>
                <a:ahLst/>
                <a:cxnLst/>
                <a:rect l="l" t="t" r="r" b="b"/>
                <a:pathLst>
                  <a:path w="130271" h="129302">
                    <a:moveTo>
                      <a:pt x="60294" y="60294"/>
                    </a:moveTo>
                    <a:lnTo>
                      <a:pt x="73581" y="64294"/>
                    </a:lnTo>
                    <a:cubicBezTo>
                      <a:pt x="71200" y="72581"/>
                      <a:pt x="68057" y="81534"/>
                      <a:pt x="64151" y="91155"/>
                    </a:cubicBezTo>
                    <a:cubicBezTo>
                      <a:pt x="60246" y="100775"/>
                      <a:pt x="56245" y="109347"/>
                      <a:pt x="52150" y="116872"/>
                    </a:cubicBezTo>
                    <a:lnTo>
                      <a:pt x="38862" y="111014"/>
                    </a:lnTo>
                    <a:cubicBezTo>
                      <a:pt x="42863" y="103966"/>
                      <a:pt x="46887" y="95727"/>
                      <a:pt x="50935" y="86297"/>
                    </a:cubicBezTo>
                    <a:cubicBezTo>
                      <a:pt x="54983" y="76867"/>
                      <a:pt x="58103" y="68199"/>
                      <a:pt x="60294" y="60294"/>
                    </a:cubicBezTo>
                    <a:close/>
                    <a:moveTo>
                      <a:pt x="110443" y="60151"/>
                    </a:moveTo>
                    <a:cubicBezTo>
                      <a:pt x="113967" y="67294"/>
                      <a:pt x="117896" y="76010"/>
                      <a:pt x="122230" y="86297"/>
                    </a:cubicBezTo>
                    <a:lnTo>
                      <a:pt x="130271" y="106882"/>
                    </a:lnTo>
                    <a:lnTo>
                      <a:pt x="130271" y="109679"/>
                    </a:lnTo>
                    <a:lnTo>
                      <a:pt x="119015" y="116301"/>
                    </a:lnTo>
                    <a:cubicBezTo>
                      <a:pt x="116920" y="109252"/>
                      <a:pt x="113896" y="101084"/>
                      <a:pt x="109943" y="91797"/>
                    </a:cubicBezTo>
                    <a:cubicBezTo>
                      <a:pt x="105990" y="82511"/>
                      <a:pt x="102061" y="74010"/>
                      <a:pt x="98155" y="66294"/>
                    </a:cubicBezTo>
                    <a:close/>
                    <a:moveTo>
                      <a:pt x="80010" y="40720"/>
                    </a:moveTo>
                    <a:lnTo>
                      <a:pt x="94155" y="41291"/>
                    </a:lnTo>
                    <a:lnTo>
                      <a:pt x="94155" y="112729"/>
                    </a:lnTo>
                    <a:cubicBezTo>
                      <a:pt x="94155" y="116634"/>
                      <a:pt x="93631" y="119658"/>
                      <a:pt x="92583" y="121801"/>
                    </a:cubicBezTo>
                    <a:cubicBezTo>
                      <a:pt x="91536" y="123944"/>
                      <a:pt x="89893" y="125492"/>
                      <a:pt x="87654" y="126445"/>
                    </a:cubicBezTo>
                    <a:cubicBezTo>
                      <a:pt x="85416" y="127397"/>
                      <a:pt x="82296" y="128064"/>
                      <a:pt x="78296" y="128445"/>
                    </a:cubicBezTo>
                    <a:lnTo>
                      <a:pt x="69152" y="129302"/>
                    </a:lnTo>
                    <a:lnTo>
                      <a:pt x="64437" y="114443"/>
                    </a:lnTo>
                    <a:lnTo>
                      <a:pt x="72438" y="113586"/>
                    </a:lnTo>
                    <a:cubicBezTo>
                      <a:pt x="75581" y="113205"/>
                      <a:pt x="77629" y="112657"/>
                      <a:pt x="78582" y="111943"/>
                    </a:cubicBezTo>
                    <a:cubicBezTo>
                      <a:pt x="79534" y="111228"/>
                      <a:pt x="80010" y="109585"/>
                      <a:pt x="80010" y="107014"/>
                    </a:cubicBezTo>
                    <a:close/>
                    <a:moveTo>
                      <a:pt x="66580" y="0"/>
                    </a:moveTo>
                    <a:lnTo>
                      <a:pt x="81011" y="2429"/>
                    </a:lnTo>
                    <a:cubicBezTo>
                      <a:pt x="79677" y="7096"/>
                      <a:pt x="78248" y="11811"/>
                      <a:pt x="76724" y="16574"/>
                    </a:cubicBezTo>
                    <a:lnTo>
                      <a:pt x="126445" y="16574"/>
                    </a:lnTo>
                    <a:lnTo>
                      <a:pt x="126445" y="31719"/>
                    </a:lnTo>
                    <a:lnTo>
                      <a:pt x="115872" y="54007"/>
                    </a:lnTo>
                    <a:lnTo>
                      <a:pt x="102156" y="49006"/>
                    </a:lnTo>
                    <a:lnTo>
                      <a:pt x="110728" y="31719"/>
                    </a:lnTo>
                    <a:lnTo>
                      <a:pt x="71152" y="31719"/>
                    </a:lnTo>
                    <a:cubicBezTo>
                      <a:pt x="67628" y="40482"/>
                      <a:pt x="63865" y="48483"/>
                      <a:pt x="59865" y="55722"/>
                    </a:cubicBezTo>
                    <a:lnTo>
                      <a:pt x="48578" y="49721"/>
                    </a:lnTo>
                    <a:lnTo>
                      <a:pt x="48578" y="52007"/>
                    </a:lnTo>
                    <a:lnTo>
                      <a:pt x="35148" y="52007"/>
                    </a:lnTo>
                    <a:lnTo>
                      <a:pt x="35148" y="65580"/>
                    </a:lnTo>
                    <a:lnTo>
                      <a:pt x="38291" y="61722"/>
                    </a:lnTo>
                    <a:cubicBezTo>
                      <a:pt x="44673" y="67342"/>
                      <a:pt x="49435" y="71914"/>
                      <a:pt x="52578" y="75438"/>
                    </a:cubicBezTo>
                    <a:lnTo>
                      <a:pt x="44149" y="87011"/>
                    </a:lnTo>
                    <a:cubicBezTo>
                      <a:pt x="41958" y="83963"/>
                      <a:pt x="38958" y="80629"/>
                      <a:pt x="35148" y="77010"/>
                    </a:cubicBezTo>
                    <a:lnTo>
                      <a:pt x="35148" y="129016"/>
                    </a:lnTo>
                    <a:lnTo>
                      <a:pt x="21574" y="129016"/>
                    </a:lnTo>
                    <a:lnTo>
                      <a:pt x="21574" y="80439"/>
                    </a:lnTo>
                    <a:cubicBezTo>
                      <a:pt x="17669" y="89202"/>
                      <a:pt x="13621" y="97155"/>
                      <a:pt x="9430" y="104299"/>
                    </a:cubicBezTo>
                    <a:lnTo>
                      <a:pt x="0" y="93012"/>
                    </a:lnTo>
                    <a:cubicBezTo>
                      <a:pt x="3906" y="87011"/>
                      <a:pt x="7739" y="80391"/>
                      <a:pt x="11502" y="73152"/>
                    </a:cubicBezTo>
                    <a:cubicBezTo>
                      <a:pt x="15264" y="65913"/>
                      <a:pt x="18479" y="58865"/>
                      <a:pt x="21146" y="52007"/>
                    </a:cubicBezTo>
                    <a:lnTo>
                      <a:pt x="5287" y="52007"/>
                    </a:lnTo>
                    <a:lnTo>
                      <a:pt x="5287" y="37291"/>
                    </a:lnTo>
                    <a:lnTo>
                      <a:pt x="21574" y="37291"/>
                    </a:lnTo>
                    <a:lnTo>
                      <a:pt x="21574" y="22860"/>
                    </a:lnTo>
                    <a:cubicBezTo>
                      <a:pt x="15764" y="23813"/>
                      <a:pt x="10907" y="24480"/>
                      <a:pt x="7001" y="24861"/>
                    </a:cubicBezTo>
                    <a:lnTo>
                      <a:pt x="5715" y="10573"/>
                    </a:lnTo>
                    <a:cubicBezTo>
                      <a:pt x="12192" y="9811"/>
                      <a:pt x="19574" y="8692"/>
                      <a:pt x="27861" y="7215"/>
                    </a:cubicBezTo>
                    <a:cubicBezTo>
                      <a:pt x="36148" y="5739"/>
                      <a:pt x="43196" y="4287"/>
                      <a:pt x="49006" y="2858"/>
                    </a:cubicBezTo>
                    <a:lnTo>
                      <a:pt x="51007" y="17288"/>
                    </a:lnTo>
                    <a:cubicBezTo>
                      <a:pt x="47482" y="18241"/>
                      <a:pt x="42196" y="19384"/>
                      <a:pt x="35148" y="20717"/>
                    </a:cubicBezTo>
                    <a:lnTo>
                      <a:pt x="35148" y="37291"/>
                    </a:lnTo>
                    <a:lnTo>
                      <a:pt x="48578" y="37291"/>
                    </a:lnTo>
                    <a:lnTo>
                      <a:pt x="48578" y="46006"/>
                    </a:lnTo>
                    <a:cubicBezTo>
                      <a:pt x="52293" y="39529"/>
                      <a:pt x="55769" y="32123"/>
                      <a:pt x="59008" y="23789"/>
                    </a:cubicBezTo>
                    <a:cubicBezTo>
                      <a:pt x="62246" y="15455"/>
                      <a:pt x="64770" y="7525"/>
                      <a:pt x="66580" y="0"/>
                    </a:cubicBez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</p:grpSp>
      </p:grpSp>
      <p:sp>
        <p:nvSpPr>
          <p:cNvPr id="142" name="文本框 141">
            <a:extLst>
              <a:ext uri="{FF2B5EF4-FFF2-40B4-BE49-F238E27FC236}">
                <a16:creationId xmlns:a16="http://schemas.microsoft.com/office/drawing/2014/main" id="{5A77E2FC-C787-7167-182F-16067A56FE8C}"/>
              </a:ext>
            </a:extLst>
          </p:cNvPr>
          <p:cNvSpPr txBox="1"/>
          <p:nvPr/>
        </p:nvSpPr>
        <p:spPr>
          <a:xfrm>
            <a:off x="4103688" y="3680654"/>
            <a:ext cx="3971546" cy="571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试点企业平均实现单员工年节约工时超200小时，IT运维成本下降40%。采用私有化部署与全链路加密架构，确保核心数据资产绝</a:t>
            </a:r>
          </a:p>
        </p:txBody>
      </p:sp>
      <p:grpSp>
        <p:nvGrpSpPr>
          <p:cNvPr id="143" name="组合 142">
            <a:extLst>
              <a:ext uri="{FF2B5EF4-FFF2-40B4-BE49-F238E27FC236}">
                <a16:creationId xmlns:a16="http://schemas.microsoft.com/office/drawing/2014/main" id="{914C8276-D6EA-61A5-AB7E-2C05A525663E}"/>
              </a:ext>
            </a:extLst>
          </p:cNvPr>
          <p:cNvGrpSpPr/>
          <p:nvPr/>
        </p:nvGrpSpPr>
        <p:grpSpPr>
          <a:xfrm>
            <a:off x="3945189" y="5811450"/>
            <a:ext cx="4313944" cy="315056"/>
            <a:chOff x="1253246" y="4118390"/>
            <a:chExt cx="4313944" cy="315056"/>
          </a:xfrm>
        </p:grpSpPr>
        <p:sp>
          <p:nvSpPr>
            <p:cNvPr id="144" name="文本框 143">
              <a:extLst>
                <a:ext uri="{FF2B5EF4-FFF2-40B4-BE49-F238E27FC236}">
                  <a16:creationId xmlns:a16="http://schemas.microsoft.com/office/drawing/2014/main" id="{B18AA79A-B897-B98E-9BCC-66F31F7C012B}"/>
                </a:ext>
              </a:extLst>
            </p:cNvPr>
            <p:cNvSpPr txBox="1"/>
            <p:nvPr/>
          </p:nvSpPr>
          <p:spPr>
            <a:xfrm>
              <a:off x="1561022" y="4125669"/>
              <a:ext cx="2027128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</a:p>
          </p:txBody>
        </p:sp>
        <p:sp>
          <p:nvSpPr>
            <p:cNvPr id="145" name="iconfont-10019-4889788">
              <a:extLst>
                <a:ext uri="{FF2B5EF4-FFF2-40B4-BE49-F238E27FC236}">
                  <a16:creationId xmlns:a16="http://schemas.microsoft.com/office/drawing/2014/main" id="{D29BDEDF-B7EC-3C66-7309-29958E1C33C9}"/>
                </a:ext>
              </a:extLst>
            </p:cNvPr>
            <p:cNvSpPr/>
            <p:nvPr/>
          </p:nvSpPr>
          <p:spPr>
            <a:xfrm>
              <a:off x="1253246" y="4118392"/>
              <a:ext cx="307776" cy="307776"/>
            </a:xfrm>
            <a:custGeom>
              <a:avLst/>
              <a:gdLst>
                <a:gd name="T0" fmla="*/ 6383 w 12767"/>
                <a:gd name="T1" fmla="*/ 0 h 12767"/>
                <a:gd name="T2" fmla="*/ 0 w 12767"/>
                <a:gd name="T3" fmla="*/ 6383 h 12767"/>
                <a:gd name="T4" fmla="*/ 6383 w 12767"/>
                <a:gd name="T5" fmla="*/ 12767 h 12767"/>
                <a:gd name="T6" fmla="*/ 12767 w 12767"/>
                <a:gd name="T7" fmla="*/ 6383 h 12767"/>
                <a:gd name="T8" fmla="*/ 6383 w 12767"/>
                <a:gd name="T9" fmla="*/ 0 h 12767"/>
                <a:gd name="T10" fmla="*/ 6383 w 12767"/>
                <a:gd name="T11" fmla="*/ 870 h 12767"/>
                <a:gd name="T12" fmla="*/ 11897 w 12767"/>
                <a:gd name="T13" fmla="*/ 6383 h 12767"/>
                <a:gd name="T14" fmla="*/ 11032 w 12767"/>
                <a:gd name="T15" fmla="*/ 9349 h 12767"/>
                <a:gd name="T16" fmla="*/ 7524 w 12767"/>
                <a:gd name="T17" fmla="*/ 7451 h 12767"/>
                <a:gd name="T18" fmla="*/ 9004 w 12767"/>
                <a:gd name="T19" fmla="*/ 5101 h 12767"/>
                <a:gd name="T20" fmla="*/ 6393 w 12767"/>
                <a:gd name="T21" fmla="*/ 2489 h 12767"/>
                <a:gd name="T22" fmla="*/ 3781 w 12767"/>
                <a:gd name="T23" fmla="*/ 5101 h 12767"/>
                <a:gd name="T24" fmla="*/ 5261 w 12767"/>
                <a:gd name="T25" fmla="*/ 7451 h 12767"/>
                <a:gd name="T26" fmla="*/ 1743 w 12767"/>
                <a:gd name="T27" fmla="*/ 9361 h 12767"/>
                <a:gd name="T28" fmla="*/ 870 w 12767"/>
                <a:gd name="T29" fmla="*/ 6383 h 12767"/>
                <a:gd name="T30" fmla="*/ 6383 w 12767"/>
                <a:gd name="T31" fmla="*/ 870 h 127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767" h="12767">
                  <a:moveTo>
                    <a:pt x="6383" y="0"/>
                  </a:moveTo>
                  <a:cubicBezTo>
                    <a:pt x="2858" y="0"/>
                    <a:pt x="0" y="2858"/>
                    <a:pt x="0" y="6383"/>
                  </a:cubicBezTo>
                  <a:cubicBezTo>
                    <a:pt x="0" y="9909"/>
                    <a:pt x="2858" y="12767"/>
                    <a:pt x="6383" y="12767"/>
                  </a:cubicBezTo>
                  <a:cubicBezTo>
                    <a:pt x="9909" y="12767"/>
                    <a:pt x="12767" y="9909"/>
                    <a:pt x="12767" y="6383"/>
                  </a:cubicBezTo>
                  <a:cubicBezTo>
                    <a:pt x="12767" y="2858"/>
                    <a:pt x="9909" y="0"/>
                    <a:pt x="6383" y="0"/>
                  </a:cubicBezTo>
                  <a:close/>
                  <a:moveTo>
                    <a:pt x="6383" y="870"/>
                  </a:moveTo>
                  <a:cubicBezTo>
                    <a:pt x="9428" y="870"/>
                    <a:pt x="11897" y="3339"/>
                    <a:pt x="11897" y="6383"/>
                  </a:cubicBezTo>
                  <a:cubicBezTo>
                    <a:pt x="11897" y="7475"/>
                    <a:pt x="11579" y="8493"/>
                    <a:pt x="11032" y="9349"/>
                  </a:cubicBezTo>
                  <a:cubicBezTo>
                    <a:pt x="10114" y="8379"/>
                    <a:pt x="8895" y="7697"/>
                    <a:pt x="7524" y="7451"/>
                  </a:cubicBezTo>
                  <a:cubicBezTo>
                    <a:pt x="8399" y="7030"/>
                    <a:pt x="9004" y="6137"/>
                    <a:pt x="9004" y="5101"/>
                  </a:cubicBezTo>
                  <a:cubicBezTo>
                    <a:pt x="9004" y="3658"/>
                    <a:pt x="7835" y="2489"/>
                    <a:pt x="6393" y="2489"/>
                  </a:cubicBezTo>
                  <a:cubicBezTo>
                    <a:pt x="4950" y="2489"/>
                    <a:pt x="3781" y="3658"/>
                    <a:pt x="3781" y="5101"/>
                  </a:cubicBezTo>
                  <a:cubicBezTo>
                    <a:pt x="3781" y="6137"/>
                    <a:pt x="4386" y="7030"/>
                    <a:pt x="5261" y="7451"/>
                  </a:cubicBezTo>
                  <a:cubicBezTo>
                    <a:pt x="3885" y="7698"/>
                    <a:pt x="2662" y="8385"/>
                    <a:pt x="1743" y="9361"/>
                  </a:cubicBezTo>
                  <a:cubicBezTo>
                    <a:pt x="1190" y="8502"/>
                    <a:pt x="870" y="7480"/>
                    <a:pt x="870" y="6383"/>
                  </a:cubicBezTo>
                  <a:cubicBezTo>
                    <a:pt x="870" y="3339"/>
                    <a:pt x="3339" y="870"/>
                    <a:pt x="6383" y="870"/>
                  </a:cubicBezTo>
                  <a:close/>
                </a:path>
              </a:pathLst>
            </a:custGeom>
            <a:solidFill>
              <a:schemeClr val="bg1"/>
            </a:solidFill>
          </p:spPr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sym typeface="+mn-lt"/>
              </a:endParaRPr>
            </a:p>
          </p:txBody>
        </p:sp>
        <p:sp>
          <p:nvSpPr>
            <p:cNvPr id="146" name="文本框 145">
              <a:extLst>
                <a:ext uri="{FF2B5EF4-FFF2-40B4-BE49-F238E27FC236}">
                  <a16:creationId xmlns:a16="http://schemas.microsoft.com/office/drawing/2014/main" id="{574D28EE-3E09-D182-C510-82D63D4BBB79}"/>
                </a:ext>
              </a:extLst>
            </p:cNvPr>
            <p:cNvSpPr txBox="1"/>
            <p:nvPr/>
          </p:nvSpPr>
          <p:spPr>
            <a:xfrm>
              <a:off x="3898985" y="4118390"/>
              <a:ext cx="1668205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bg1"/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</a:p>
          </p:txBody>
        </p:sp>
        <p:sp>
          <p:nvSpPr>
            <p:cNvPr id="147" name="iconfont-11899-5651509">
              <a:extLst>
                <a:ext uri="{FF2B5EF4-FFF2-40B4-BE49-F238E27FC236}">
                  <a16:creationId xmlns:a16="http://schemas.microsoft.com/office/drawing/2014/main" id="{1F7D64EB-74CB-8CE5-3783-DEF3A61A3CA4}"/>
                </a:ext>
              </a:extLst>
            </p:cNvPr>
            <p:cNvSpPr/>
            <p:nvPr/>
          </p:nvSpPr>
          <p:spPr>
            <a:xfrm>
              <a:off x="3588150" y="4118394"/>
              <a:ext cx="307836" cy="307774"/>
            </a:xfrm>
            <a:custGeom>
              <a:avLst/>
              <a:gdLst>
                <a:gd name="T0" fmla="*/ 5872 w 10378"/>
                <a:gd name="T1" fmla="*/ 5277 h 10377"/>
                <a:gd name="T2" fmla="*/ 5872 w 10378"/>
                <a:gd name="T3" fmla="*/ 2783 h 10377"/>
                <a:gd name="T4" fmla="*/ 5223 w 10378"/>
                <a:gd name="T5" fmla="*/ 2135 h 10377"/>
                <a:gd name="T6" fmla="*/ 4574 w 10378"/>
                <a:gd name="T7" fmla="*/ 2783 h 10377"/>
                <a:gd name="T8" fmla="*/ 4574 w 10378"/>
                <a:gd name="T9" fmla="*/ 6026 h 10377"/>
                <a:gd name="T10" fmla="*/ 7383 w 10378"/>
                <a:gd name="T11" fmla="*/ 7647 h 10377"/>
                <a:gd name="T12" fmla="*/ 8267 w 10378"/>
                <a:gd name="T13" fmla="*/ 7403 h 10377"/>
                <a:gd name="T14" fmla="*/ 8031 w 10378"/>
                <a:gd name="T15" fmla="*/ 6523 h 10377"/>
                <a:gd name="T16" fmla="*/ 5872 w 10378"/>
                <a:gd name="T17" fmla="*/ 5277 h 10377"/>
                <a:gd name="T18" fmla="*/ 5189 w 10378"/>
                <a:gd name="T19" fmla="*/ 10377 h 10377"/>
                <a:gd name="T20" fmla="*/ 0 w 10378"/>
                <a:gd name="T21" fmla="*/ 5188 h 10377"/>
                <a:gd name="T22" fmla="*/ 5189 w 10378"/>
                <a:gd name="T23" fmla="*/ 0 h 10377"/>
                <a:gd name="T24" fmla="*/ 10378 w 10378"/>
                <a:gd name="T25" fmla="*/ 5188 h 10377"/>
                <a:gd name="T26" fmla="*/ 5189 w 10378"/>
                <a:gd name="T27" fmla="*/ 10377 h 10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378" h="10377">
                  <a:moveTo>
                    <a:pt x="5872" y="5277"/>
                  </a:moveTo>
                  <a:lnTo>
                    <a:pt x="5872" y="2783"/>
                  </a:lnTo>
                  <a:cubicBezTo>
                    <a:pt x="5872" y="2425"/>
                    <a:pt x="5582" y="2135"/>
                    <a:pt x="5223" y="2135"/>
                  </a:cubicBezTo>
                  <a:cubicBezTo>
                    <a:pt x="4864" y="2135"/>
                    <a:pt x="4574" y="2425"/>
                    <a:pt x="4574" y="2783"/>
                  </a:cubicBezTo>
                  <a:lnTo>
                    <a:pt x="4574" y="6026"/>
                  </a:lnTo>
                  <a:lnTo>
                    <a:pt x="7383" y="7647"/>
                  </a:lnTo>
                  <a:cubicBezTo>
                    <a:pt x="7694" y="7825"/>
                    <a:pt x="8091" y="7716"/>
                    <a:pt x="8267" y="7403"/>
                  </a:cubicBezTo>
                  <a:cubicBezTo>
                    <a:pt x="8442" y="7095"/>
                    <a:pt x="8337" y="6703"/>
                    <a:pt x="8031" y="6523"/>
                  </a:cubicBezTo>
                  <a:lnTo>
                    <a:pt x="5872" y="5277"/>
                  </a:lnTo>
                  <a:close/>
                  <a:moveTo>
                    <a:pt x="5189" y="10377"/>
                  </a:moveTo>
                  <a:cubicBezTo>
                    <a:pt x="2324" y="10377"/>
                    <a:pt x="0" y="8054"/>
                    <a:pt x="0" y="5188"/>
                  </a:cubicBezTo>
                  <a:cubicBezTo>
                    <a:pt x="0" y="2322"/>
                    <a:pt x="2324" y="0"/>
                    <a:pt x="5189" y="0"/>
                  </a:cubicBezTo>
                  <a:cubicBezTo>
                    <a:pt x="8054" y="0"/>
                    <a:pt x="10378" y="2322"/>
                    <a:pt x="10378" y="5188"/>
                  </a:cubicBezTo>
                  <a:cubicBezTo>
                    <a:pt x="10378" y="8054"/>
                    <a:pt x="8056" y="10377"/>
                    <a:pt x="5189" y="10377"/>
                  </a:cubicBezTo>
                  <a:close/>
                </a:path>
              </a:pathLst>
            </a:custGeom>
            <a:solidFill>
              <a:schemeClr val="bg1"/>
            </a:solidFill>
          </p:spPr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sym typeface="+mn-lt"/>
              </a:endParaRPr>
            </a:p>
          </p:txBody>
        </p:sp>
      </p:grpSp>
      <p:sp>
        <p:nvSpPr>
          <p:cNvPr id="149" name="图形 948">
            <a:extLst>
              <a:ext uri="{FF2B5EF4-FFF2-40B4-BE49-F238E27FC236}">
                <a16:creationId xmlns:a16="http://schemas.microsoft.com/office/drawing/2014/main" id="{67C11CDD-76BB-423C-6D17-02E5E5CA60AD}"/>
              </a:ext>
            </a:extLst>
          </p:cNvPr>
          <p:cNvSpPr/>
          <p:nvPr/>
        </p:nvSpPr>
        <p:spPr>
          <a:xfrm>
            <a:off x="10490406" y="4485419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51" name="组合 150">
            <a:extLst>
              <a:ext uri="{FF2B5EF4-FFF2-40B4-BE49-F238E27FC236}">
                <a16:creationId xmlns:a16="http://schemas.microsoft.com/office/drawing/2014/main" id="{65F1FE68-EDDA-B6E9-636C-ADA0038BE9E8}"/>
              </a:ext>
            </a:extLst>
          </p:cNvPr>
          <p:cNvGrpSpPr/>
          <p:nvPr/>
        </p:nvGrpSpPr>
        <p:grpSpPr>
          <a:xfrm>
            <a:off x="3091543" y="3015847"/>
            <a:ext cx="6008914" cy="410702"/>
            <a:chOff x="3091543" y="2828925"/>
            <a:chExt cx="6008914" cy="410702"/>
          </a:xfrm>
        </p:grpSpPr>
        <p:sp>
          <p:nvSpPr>
            <p:cNvPr id="148" name="矩形: 圆角 147">
              <a:extLst>
                <a:ext uri="{FF2B5EF4-FFF2-40B4-BE49-F238E27FC236}">
                  <a16:creationId xmlns:a16="http://schemas.microsoft.com/office/drawing/2014/main" id="{56956BC4-AD80-981A-CA55-09DC358B8E0D}"/>
                </a:ext>
              </a:extLst>
            </p:cNvPr>
            <p:cNvSpPr/>
            <p:nvPr/>
          </p:nvSpPr>
          <p:spPr>
            <a:xfrm>
              <a:off x="3091543" y="2828925"/>
              <a:ext cx="6008914" cy="410702"/>
            </a:xfrm>
            <a:prstGeom prst="roundRect">
              <a:avLst>
                <a:gd name="adj" fmla="val 19077"/>
              </a:avLst>
            </a:pr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50" name="文本框 149">
              <a:extLst>
                <a:ext uri="{FF2B5EF4-FFF2-40B4-BE49-F238E27FC236}">
                  <a16:creationId xmlns:a16="http://schemas.microsoft.com/office/drawing/2014/main" id="{1FBCCB81-F9A8-0A4F-AE00-09643E2306EB}"/>
                </a:ext>
              </a:extLst>
            </p:cNvPr>
            <p:cNvSpPr txBox="1"/>
            <p:nvPr/>
          </p:nvSpPr>
          <p:spPr>
            <a:xfrm>
              <a:off x="3734245" y="2883788"/>
              <a:ext cx="474360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/>
          </p:txBody>
        </p:sp>
      </p:grpSp>
    </p:spTree>
    <p:extLst>
      <p:ext uri="{BB962C8B-B14F-4D97-AF65-F5344CB8AC3E}">
        <p14:creationId xmlns:p14="http://schemas.microsoft.com/office/powerpoint/2010/main" val="794118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EC795D-A965-C4C8-D0C6-CB8FB7D78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58FDB91-BEB7-5CBF-329D-A12ED828A8B0}"/>
              </a:ext>
            </a:extLst>
          </p:cNvPr>
          <p:cNvSpPr/>
          <p:nvPr/>
        </p:nvSpPr>
        <p:spPr>
          <a:xfrm>
            <a:off x="0" y="4485419"/>
            <a:ext cx="12192000" cy="2372581"/>
          </a:xfrm>
          <a:custGeom>
            <a:avLst/>
            <a:gdLst>
              <a:gd name="csX0" fmla="*/ 4552950 w 12192000"/>
              <a:gd name="csY0" fmla="*/ 0 h 2372581"/>
              <a:gd name="csX1" fmla="*/ 11672122 w 12192000"/>
              <a:gd name="csY1" fmla="*/ 1048195 h 2372581"/>
              <a:gd name="csX2" fmla="*/ 12192000 w 12192000"/>
              <a:gd name="csY2" fmla="*/ 1251521 h 2372581"/>
              <a:gd name="csX3" fmla="*/ 12192000 w 12192000"/>
              <a:gd name="csY3" fmla="*/ 2372581 h 2372581"/>
              <a:gd name="csX4" fmla="*/ 0 w 12192000"/>
              <a:gd name="csY4" fmla="*/ 2372581 h 2372581"/>
              <a:gd name="csX5" fmla="*/ 0 w 12192000"/>
              <a:gd name="csY5" fmla="*/ 387139 h 2372581"/>
              <a:gd name="csX6" fmla="*/ 188043 w 12192000"/>
              <a:gd name="csY6" fmla="*/ 352905 h 2372581"/>
              <a:gd name="csX7" fmla="*/ 4552950 w 12192000"/>
              <a:gd name="csY7" fmla="*/ 0 h 23725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2372581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2372581"/>
                </a:lnTo>
                <a:lnTo>
                  <a:pt x="0" y="2372581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5B2CC646-C556-33AF-3679-0F9534640F3F}"/>
              </a:ext>
            </a:extLst>
          </p:cNvPr>
          <p:cNvSpPr/>
          <p:nvPr/>
        </p:nvSpPr>
        <p:spPr>
          <a:xfrm>
            <a:off x="0" y="5079957"/>
            <a:ext cx="12192000" cy="1778043"/>
          </a:xfrm>
          <a:custGeom>
            <a:avLst/>
            <a:gdLst>
              <a:gd name="csX0" fmla="*/ 6096000 w 12192000"/>
              <a:gd name="csY0" fmla="*/ 0 h 1778043"/>
              <a:gd name="csX1" fmla="*/ 11777135 w 12192000"/>
              <a:gd name="csY1" fmla="*/ 553777 h 1778043"/>
              <a:gd name="csX2" fmla="*/ 12192000 w 12192000"/>
              <a:gd name="csY2" fmla="*/ 661197 h 1778043"/>
              <a:gd name="csX3" fmla="*/ 12192000 w 12192000"/>
              <a:gd name="csY3" fmla="*/ 1778043 h 1778043"/>
              <a:gd name="csX4" fmla="*/ 0 w 12192000"/>
              <a:gd name="csY4" fmla="*/ 1778043 h 1778043"/>
              <a:gd name="csX5" fmla="*/ 0 w 12192000"/>
              <a:gd name="csY5" fmla="*/ 661197 h 1778043"/>
              <a:gd name="csX6" fmla="*/ 414865 w 12192000"/>
              <a:gd name="csY6" fmla="*/ 553777 h 1778043"/>
              <a:gd name="csX7" fmla="*/ 6096000 w 12192000"/>
              <a:gd name="csY7" fmla="*/ 0 h 17780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778043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1778043"/>
                </a:lnTo>
                <a:lnTo>
                  <a:pt x="0" y="1778043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BF57AEBB-AF57-5DFD-BE73-97F98A0035B3}"/>
              </a:ext>
            </a:extLst>
          </p:cNvPr>
          <p:cNvSpPr/>
          <p:nvPr/>
        </p:nvSpPr>
        <p:spPr>
          <a:xfrm>
            <a:off x="-13908" y="-499837"/>
            <a:ext cx="286632" cy="286632"/>
          </a:xfrm>
          <a:prstGeom prst="ellipse">
            <a:avLst/>
          </a:prstGeom>
          <a:solidFill>
            <a:srgbClr val="4F6D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13F937C8-2769-DCAD-409D-25D462A1F4EA}"/>
              </a:ext>
            </a:extLst>
          </p:cNvPr>
          <p:cNvSpPr/>
          <p:nvPr/>
        </p:nvSpPr>
        <p:spPr>
          <a:xfrm>
            <a:off x="417892" y="-499837"/>
            <a:ext cx="286632" cy="286632"/>
          </a:xfrm>
          <a:prstGeom prst="ellipse">
            <a:avLst/>
          </a:prstGeom>
          <a:solidFill>
            <a:srgbClr val="97B6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6EEC2B7-400B-E637-DAD3-EAC873C6D48D}"/>
              </a:ext>
            </a:extLst>
          </p:cNvPr>
          <p:cNvSpPr/>
          <p:nvPr/>
        </p:nvSpPr>
        <p:spPr>
          <a:xfrm>
            <a:off x="849692" y="-499837"/>
            <a:ext cx="286632" cy="286632"/>
          </a:xfrm>
          <a:prstGeom prst="ellipse">
            <a:avLst/>
          </a:prstGeom>
          <a:solidFill>
            <a:srgbClr val="FDCC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2291845E-0801-6C42-C7ED-FEA55DE484CB}"/>
              </a:ext>
            </a:extLst>
          </p:cNvPr>
          <p:cNvSpPr/>
          <p:nvPr/>
        </p:nvSpPr>
        <p:spPr>
          <a:xfrm>
            <a:off x="12814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D425F32-E9D8-CDBB-2014-195AAC7F4376}"/>
              </a:ext>
            </a:extLst>
          </p:cNvPr>
          <p:cNvSpPr/>
          <p:nvPr/>
        </p:nvSpPr>
        <p:spPr>
          <a:xfrm>
            <a:off x="17132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4F226778-4F90-2713-7939-093717DFC711}"/>
              </a:ext>
            </a:extLst>
          </p:cNvPr>
          <p:cNvSpPr txBox="1"/>
          <p:nvPr/>
        </p:nvSpPr>
        <p:spPr>
          <a:xfrm>
            <a:off x="2310352" y="1515002"/>
            <a:ext cx="757130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7200" dirty="0">
                <a:solidFill>
                  <a:srgbClr val="4F6DD9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rPr>
              <a:t>携手开启智能办公</a:t>
            </a:r>
          </a:p>
        </p:txBody>
      </p:sp>
      <p:grpSp>
        <p:nvGrpSpPr>
          <p:cNvPr id="53" name="组合 52" descr="D:\51PPT模板网\51pptmoban.com\图片.jpg">
            <a:extLst>
              <a:ext uri="{FF2B5EF4-FFF2-40B4-BE49-F238E27FC236}">
                <a16:creationId xmlns:a16="http://schemas.microsoft.com/office/drawing/2014/main" id="{DCC3551C-0E9C-E178-BB73-7D66F582B45D}"/>
              </a:ext>
            </a:extLst>
          </p:cNvPr>
          <p:cNvGrpSpPr/>
          <p:nvPr/>
        </p:nvGrpSpPr>
        <p:grpSpPr>
          <a:xfrm>
            <a:off x="5422405" y="478677"/>
            <a:ext cx="1341129" cy="616044"/>
            <a:chOff x="289325" y="241206"/>
            <a:chExt cx="1341129" cy="616044"/>
          </a:xfrm>
          <a:solidFill>
            <a:schemeClr val="bg1"/>
          </a:solidFill>
        </p:grpSpPr>
        <p:grpSp>
          <p:nvGrpSpPr>
            <p:cNvPr id="130" name="组合 129" descr="51PPT模板网，幻灯片演示模板及素材免费下载！&#10;51PPT模板网 唯一访问网址：www.51pptmoban.com">
              <a:extLst>
                <a:ext uri="{FF2B5EF4-FFF2-40B4-BE49-F238E27FC236}">
                  <a16:creationId xmlns:a16="http://schemas.microsoft.com/office/drawing/2014/main" id="{C3EFB0FB-920C-D9E4-D784-87CDD758CDDA}"/>
                </a:ext>
              </a:extLst>
            </p:cNvPr>
            <p:cNvGrpSpPr/>
            <p:nvPr/>
          </p:nvGrpSpPr>
          <p:grpSpPr>
            <a:xfrm>
              <a:off x="289325" y="241206"/>
              <a:ext cx="1341129" cy="616044"/>
              <a:chOff x="8154814" y="263825"/>
              <a:chExt cx="665390" cy="305645"/>
            </a:xfrm>
            <a:grpFill/>
          </p:grpSpPr>
          <p:sp>
            <p:nvSpPr>
              <p:cNvPr id="136" name="椭圆 135">
                <a:extLst>
                  <a:ext uri="{FF2B5EF4-FFF2-40B4-BE49-F238E27FC236}">
                    <a16:creationId xmlns:a16="http://schemas.microsoft.com/office/drawing/2014/main" id="{A218D96D-37AE-7815-449A-CBA7BF0F3600}"/>
                  </a:ext>
                </a:extLst>
              </p:cNvPr>
              <p:cNvSpPr/>
              <p:nvPr/>
            </p:nvSpPr>
            <p:spPr bwMode="auto">
              <a:xfrm>
                <a:off x="8465454" y="276815"/>
                <a:ext cx="45719" cy="45719"/>
              </a:xfrm>
              <a:prstGeom prst="ellipse">
                <a:avLst/>
              </a:pr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tx1"/>
                  </a:solidFill>
                  <a:sym typeface="+mn-lt"/>
                </a:endParaRPr>
              </a:p>
            </p:txBody>
          </p:sp>
          <p:sp>
            <p:nvSpPr>
              <p:cNvPr id="137" name="任意多边形: 形状 136">
                <a:extLst>
                  <a:ext uri="{FF2B5EF4-FFF2-40B4-BE49-F238E27FC236}">
                    <a16:creationId xmlns:a16="http://schemas.microsoft.com/office/drawing/2014/main" id="{8F533B97-51C4-79FB-3C44-8C87EBCE08C3}"/>
                  </a:ext>
                </a:extLst>
              </p:cNvPr>
              <p:cNvSpPr/>
              <p:nvPr/>
            </p:nvSpPr>
            <p:spPr>
              <a:xfrm>
                <a:off x="8154814" y="263825"/>
                <a:ext cx="306598" cy="305645"/>
              </a:xfrm>
              <a:custGeom>
                <a:avLst/>
                <a:gdLst>
                  <a:gd name="connsiteX0" fmla="*/ 518470 w 1105104"/>
                  <a:gd name="connsiteY0" fmla="*/ 0 h 1101666"/>
                  <a:gd name="connsiteX1" fmla="*/ 408380 w 1105104"/>
                  <a:gd name="connsiteY1" fmla="*/ 792005 h 1101666"/>
                  <a:gd name="connsiteX2" fmla="*/ 419555 w 1105104"/>
                  <a:gd name="connsiteY2" fmla="*/ 845398 h 1101666"/>
                  <a:gd name="connsiteX3" fmla="*/ 464254 w 1105104"/>
                  <a:gd name="connsiteY3" fmla="*/ 862782 h 1101666"/>
                  <a:gd name="connsiteX4" fmla="*/ 907150 w 1105104"/>
                  <a:gd name="connsiteY4" fmla="*/ 862782 h 1101666"/>
                  <a:gd name="connsiteX5" fmla="*/ 907149 w 1105104"/>
                  <a:gd name="connsiteY5" fmla="*/ 862783 h 1101666"/>
                  <a:gd name="connsiteX6" fmla="*/ 958696 w 1105104"/>
                  <a:gd name="connsiteY6" fmla="*/ 811236 h 1101666"/>
                  <a:gd name="connsiteX7" fmla="*/ 958697 w 1105104"/>
                  <a:gd name="connsiteY7" fmla="*/ 729857 h 1101666"/>
                  <a:gd name="connsiteX8" fmla="*/ 907150 w 1105104"/>
                  <a:gd name="connsiteY8" fmla="*/ 678311 h 1101666"/>
                  <a:gd name="connsiteX9" fmla="*/ 905456 w 1105104"/>
                  <a:gd name="connsiteY9" fmla="*/ 679013 h 1101666"/>
                  <a:gd name="connsiteX10" fmla="*/ 645541 w 1105104"/>
                  <a:gd name="connsiteY10" fmla="*/ 679013 h 1101666"/>
                  <a:gd name="connsiteX11" fmla="*/ 735555 w 1105104"/>
                  <a:gd name="connsiteY11" fmla="*/ 30029 h 1101666"/>
                  <a:gd name="connsiteX12" fmla="*/ 767630 w 1105104"/>
                  <a:gd name="connsiteY12" fmla="*/ 39986 h 1101666"/>
                  <a:gd name="connsiteX13" fmla="*/ 1105104 w 1105104"/>
                  <a:gd name="connsiteY13" fmla="*/ 549115 h 1101666"/>
                  <a:gd name="connsiteX14" fmla="*/ 552552 w 1105104"/>
                  <a:gd name="connsiteY14" fmla="*/ 1101666 h 1101666"/>
                  <a:gd name="connsiteX15" fmla="*/ 0 w 1105104"/>
                  <a:gd name="connsiteY15" fmla="*/ 549115 h 1101666"/>
                  <a:gd name="connsiteX16" fmla="*/ 441194 w 1105104"/>
                  <a:gd name="connsiteY16" fmla="*/ 7790 h 1101666"/>
                  <a:gd name="connsiteX17" fmla="*/ 518470 w 1105104"/>
                  <a:gd name="connsiteY17" fmla="*/ 0 h 11016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105104" h="1101666">
                    <a:moveTo>
                      <a:pt x="518470" y="0"/>
                    </a:moveTo>
                    <a:lnTo>
                      <a:pt x="408380" y="792005"/>
                    </a:lnTo>
                    <a:cubicBezTo>
                      <a:pt x="405066" y="816840"/>
                      <a:pt x="408792" y="834636"/>
                      <a:pt x="419555" y="845398"/>
                    </a:cubicBezTo>
                    <a:cubicBezTo>
                      <a:pt x="430314" y="856989"/>
                      <a:pt x="445215" y="862782"/>
                      <a:pt x="464254" y="862782"/>
                    </a:cubicBezTo>
                    <a:lnTo>
                      <a:pt x="907150" y="862782"/>
                    </a:lnTo>
                    <a:lnTo>
                      <a:pt x="907149" y="862783"/>
                    </a:lnTo>
                    <a:cubicBezTo>
                      <a:pt x="935618" y="862783"/>
                      <a:pt x="958696" y="839705"/>
                      <a:pt x="958696" y="811236"/>
                    </a:cubicBezTo>
                    <a:cubicBezTo>
                      <a:pt x="958696" y="784110"/>
                      <a:pt x="958697" y="756984"/>
                      <a:pt x="958697" y="729857"/>
                    </a:cubicBezTo>
                    <a:cubicBezTo>
                      <a:pt x="958697" y="701389"/>
                      <a:pt x="935619" y="678311"/>
                      <a:pt x="907150" y="678311"/>
                    </a:cubicBezTo>
                    <a:lnTo>
                      <a:pt x="905456" y="679013"/>
                    </a:lnTo>
                    <a:lnTo>
                      <a:pt x="645541" y="679013"/>
                    </a:lnTo>
                    <a:lnTo>
                      <a:pt x="735555" y="30029"/>
                    </a:lnTo>
                    <a:lnTo>
                      <a:pt x="767630" y="39986"/>
                    </a:lnTo>
                    <a:cubicBezTo>
                      <a:pt x="965950" y="123868"/>
                      <a:pt x="1105104" y="320241"/>
                      <a:pt x="1105104" y="549115"/>
                    </a:cubicBezTo>
                    <a:cubicBezTo>
                      <a:pt x="1105104" y="854280"/>
                      <a:pt x="857718" y="1101666"/>
                      <a:pt x="552552" y="1101666"/>
                    </a:cubicBezTo>
                    <a:cubicBezTo>
                      <a:pt x="247386" y="1101666"/>
                      <a:pt x="0" y="854280"/>
                      <a:pt x="0" y="549115"/>
                    </a:cubicBezTo>
                    <a:cubicBezTo>
                      <a:pt x="0" y="282096"/>
                      <a:pt x="189405" y="59313"/>
                      <a:pt x="441194" y="7790"/>
                    </a:cubicBezTo>
                    <a:lnTo>
                      <a:pt x="518470" y="0"/>
                    </a:ln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  <a:sym typeface="+mn-lt"/>
                </a:endParaRPr>
              </a:p>
            </p:txBody>
          </p:sp>
          <p:grpSp>
            <p:nvGrpSpPr>
              <p:cNvPr id="138" name="文本框-2_矢量">
                <a:extLst>
                  <a:ext uri="{FF2B5EF4-FFF2-40B4-BE49-F238E27FC236}">
                    <a16:creationId xmlns:a16="http://schemas.microsoft.com/office/drawing/2014/main" id="{BB2E5FA6-E9EF-B001-CAC0-EC5CD71638E4}"/>
                  </a:ext>
                </a:extLst>
              </p:cNvPr>
              <p:cNvGrpSpPr/>
              <p:nvPr/>
            </p:nvGrpSpPr>
            <p:grpSpPr>
              <a:xfrm>
                <a:off x="8478585" y="337599"/>
                <a:ext cx="341619" cy="106745"/>
                <a:chOff x="8501988" y="300619"/>
                <a:chExt cx="396430" cy="123872"/>
              </a:xfrm>
              <a:grpFill/>
            </p:grpSpPr>
            <p:sp>
              <p:nvSpPr>
                <p:cNvPr id="139" name="文本框 138">
                  <a:extLst>
                    <a:ext uri="{FF2B5EF4-FFF2-40B4-BE49-F238E27FC236}">
                      <a16:creationId xmlns:a16="http://schemas.microsoft.com/office/drawing/2014/main" id="{1EFD39E8-B6C7-E356-6427-C5296A3CAA40}"/>
                    </a:ext>
                  </a:extLst>
                </p:cNvPr>
                <p:cNvSpPr txBox="1"/>
                <p:nvPr/>
              </p:nvSpPr>
              <p:spPr>
                <a:xfrm>
                  <a:off x="8501988" y="300763"/>
                  <a:ext cx="129730" cy="123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730" h="123301">
                      <a:moveTo>
                        <a:pt x="68865" y="22145"/>
                      </a:moveTo>
                      <a:cubicBezTo>
                        <a:pt x="57340" y="22145"/>
                        <a:pt x="47387" y="26479"/>
                        <a:pt x="39004" y="35147"/>
                      </a:cubicBezTo>
                      <a:cubicBezTo>
                        <a:pt x="30623" y="43815"/>
                        <a:pt x="26432" y="54197"/>
                        <a:pt x="26432" y="66294"/>
                      </a:cubicBezTo>
                      <a:cubicBezTo>
                        <a:pt x="26432" y="76485"/>
                        <a:pt x="29622" y="84820"/>
                        <a:pt x="36004" y="91297"/>
                      </a:cubicBezTo>
                      <a:cubicBezTo>
                        <a:pt x="42386" y="97774"/>
                        <a:pt x="50625" y="101012"/>
                        <a:pt x="60722" y="101012"/>
                      </a:cubicBezTo>
                      <a:cubicBezTo>
                        <a:pt x="72628" y="101012"/>
                        <a:pt x="82724" y="96726"/>
                        <a:pt x="91011" y="88153"/>
                      </a:cubicBezTo>
                      <a:cubicBezTo>
                        <a:pt x="99298" y="79486"/>
                        <a:pt x="103441" y="68961"/>
                        <a:pt x="103441" y="56578"/>
                      </a:cubicBezTo>
                      <a:cubicBezTo>
                        <a:pt x="103441" y="46577"/>
                        <a:pt x="100155" y="38338"/>
                        <a:pt x="93583" y="31861"/>
                      </a:cubicBezTo>
                      <a:cubicBezTo>
                        <a:pt x="87106" y="25384"/>
                        <a:pt x="78867" y="22145"/>
                        <a:pt x="68865" y="22145"/>
                      </a:cubicBezTo>
                      <a:close/>
                      <a:moveTo>
                        <a:pt x="70580" y="0"/>
                      </a:moveTo>
                      <a:cubicBezTo>
                        <a:pt x="88011" y="0"/>
                        <a:pt x="102251" y="5095"/>
                        <a:pt x="113300" y="15287"/>
                      </a:cubicBezTo>
                      <a:cubicBezTo>
                        <a:pt x="124253" y="25479"/>
                        <a:pt x="129730" y="38671"/>
                        <a:pt x="129730" y="54864"/>
                      </a:cubicBezTo>
                      <a:cubicBezTo>
                        <a:pt x="129730" y="75057"/>
                        <a:pt x="123253" y="91487"/>
                        <a:pt x="110299" y="104155"/>
                      </a:cubicBezTo>
                      <a:cubicBezTo>
                        <a:pt x="97345" y="116919"/>
                        <a:pt x="80772" y="123301"/>
                        <a:pt x="60579" y="123301"/>
                      </a:cubicBezTo>
                      <a:cubicBezTo>
                        <a:pt x="43053" y="123301"/>
                        <a:pt x="28575" y="118062"/>
                        <a:pt x="17145" y="107584"/>
                      </a:cubicBezTo>
                      <a:cubicBezTo>
                        <a:pt x="5715" y="97012"/>
                        <a:pt x="0" y="83629"/>
                        <a:pt x="0" y="67437"/>
                      </a:cubicBezTo>
                      <a:cubicBezTo>
                        <a:pt x="0" y="48101"/>
                        <a:pt x="6715" y="32051"/>
                        <a:pt x="20145" y="19288"/>
                      </a:cubicBezTo>
                      <a:cubicBezTo>
                        <a:pt x="33480" y="6429"/>
                        <a:pt x="50292" y="0"/>
                        <a:pt x="70580" y="0"/>
                      </a:cubicBezTo>
                      <a:close/>
                    </a:path>
                  </a:pathLst>
                </a:custGeom>
                <a:solidFill>
                  <a:srgbClr val="4F6DD9"/>
                </a:solidFill>
                <a:ln w="4286" cap="flat">
                  <a:noFill/>
                  <a:prstDash val="solid"/>
                  <a:miter/>
                </a:ln>
              </p:spPr>
              <p:txBody>
                <a:bodyPr wrap="square" rtlCol="0" anchor="ctr">
                  <a:noAutofit/>
                </a:bodyPr>
                <a:lstStyle>
                  <a:defPPr>
                    <a:defRPr lang="zh-CN"/>
                  </a:defPPr>
                  <a:lvl1pPr algn="ctr">
                    <a:defRPr>
                      <a:solidFill>
                        <a:schemeClr val="tx1"/>
                      </a:solidFill>
                    </a:defRPr>
                  </a:lvl1pPr>
                  <a:lvl2pPr>
                    <a:defRPr>
                      <a:solidFill>
                        <a:schemeClr val="tx1"/>
                      </a:solidFill>
                    </a:defRPr>
                  </a:lvl2pPr>
                  <a:lvl3pPr>
                    <a:defRPr>
                      <a:solidFill>
                        <a:schemeClr val="tx1"/>
                      </a:solidFill>
                    </a:defRPr>
                  </a:lvl3pPr>
                  <a:lvl4pPr>
                    <a:defRPr>
                      <a:solidFill>
                        <a:schemeClr val="tx1"/>
                      </a:solidFill>
                    </a:defRPr>
                  </a:lvl4pPr>
                  <a:lvl5pPr>
                    <a:defRPr>
                      <a:solidFill>
                        <a:schemeClr val="tx1"/>
                      </a:solidFill>
                    </a:defRPr>
                  </a:lvl5pPr>
                  <a:lvl6pPr>
                    <a:defRPr>
                      <a:solidFill>
                        <a:schemeClr val="tx1"/>
                      </a:solidFill>
                    </a:defRPr>
                  </a:lvl6pPr>
                  <a:lvl7pPr>
                    <a:defRPr>
                      <a:solidFill>
                        <a:schemeClr val="tx1"/>
                      </a:solidFill>
                    </a:defRPr>
                  </a:lvl7pPr>
                  <a:lvl8pPr>
                    <a:defRPr>
                      <a:solidFill>
                        <a:schemeClr val="tx1"/>
                      </a:solidFill>
                    </a:defRPr>
                  </a:lvl8pPr>
                  <a:lvl9pPr>
                    <a:defRPr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 dirty="0">
                    <a:sym typeface="+mn-lt"/>
                  </a:endParaRPr>
                </a:p>
              </p:txBody>
            </p:sp>
            <p:sp>
              <p:nvSpPr>
                <p:cNvPr id="140" name="文本框 139">
                  <a:extLst>
                    <a:ext uri="{FF2B5EF4-FFF2-40B4-BE49-F238E27FC236}">
                      <a16:creationId xmlns:a16="http://schemas.microsoft.com/office/drawing/2014/main" id="{BFEC4EB6-699C-9E36-EBEB-179A28C50FB2}"/>
                    </a:ext>
                  </a:extLst>
                </p:cNvPr>
                <p:cNvSpPr txBox="1"/>
                <p:nvPr/>
              </p:nvSpPr>
              <p:spPr>
                <a:xfrm>
                  <a:off x="8644844" y="300619"/>
                  <a:ext cx="108746" cy="1238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746" h="123872">
                      <a:moveTo>
                        <a:pt x="70027" y="0"/>
                      </a:moveTo>
                      <a:cubicBezTo>
                        <a:pt x="72694" y="0"/>
                        <a:pt x="75838" y="119"/>
                        <a:pt x="79457" y="357"/>
                      </a:cubicBezTo>
                      <a:cubicBezTo>
                        <a:pt x="83077" y="595"/>
                        <a:pt x="86268" y="1047"/>
                        <a:pt x="89030" y="1714"/>
                      </a:cubicBezTo>
                      <a:cubicBezTo>
                        <a:pt x="94840" y="3429"/>
                        <a:pt x="99579" y="5310"/>
                        <a:pt x="103246" y="7358"/>
                      </a:cubicBezTo>
                      <a:cubicBezTo>
                        <a:pt x="106913" y="9406"/>
                        <a:pt x="108746" y="10430"/>
                        <a:pt x="108746" y="10430"/>
                      </a:cubicBezTo>
                      <a:lnTo>
                        <a:pt x="106175" y="16859"/>
                      </a:lnTo>
                      <a:cubicBezTo>
                        <a:pt x="104746" y="20097"/>
                        <a:pt x="102508" y="22336"/>
                        <a:pt x="99460" y="23574"/>
                      </a:cubicBezTo>
                      <a:cubicBezTo>
                        <a:pt x="96412" y="24812"/>
                        <a:pt x="93268" y="24812"/>
                        <a:pt x="90030" y="23574"/>
                      </a:cubicBezTo>
                      <a:cubicBezTo>
                        <a:pt x="87934" y="22717"/>
                        <a:pt x="85982" y="22050"/>
                        <a:pt x="84172" y="21574"/>
                      </a:cubicBezTo>
                      <a:cubicBezTo>
                        <a:pt x="80172" y="20431"/>
                        <a:pt x="75457" y="19859"/>
                        <a:pt x="70027" y="19859"/>
                      </a:cubicBezTo>
                      <a:cubicBezTo>
                        <a:pt x="64217" y="19859"/>
                        <a:pt x="58836" y="20859"/>
                        <a:pt x="53882" y="22860"/>
                      </a:cubicBezTo>
                      <a:cubicBezTo>
                        <a:pt x="48930" y="24860"/>
                        <a:pt x="44548" y="27717"/>
                        <a:pt x="40738" y="31432"/>
                      </a:cubicBezTo>
                      <a:cubicBezTo>
                        <a:pt x="36833" y="35052"/>
                        <a:pt x="33642" y="39481"/>
                        <a:pt x="31165" y="44720"/>
                      </a:cubicBezTo>
                      <a:cubicBezTo>
                        <a:pt x="28594" y="49863"/>
                        <a:pt x="26879" y="55530"/>
                        <a:pt x="26022" y="61722"/>
                      </a:cubicBezTo>
                      <a:cubicBezTo>
                        <a:pt x="25069" y="68580"/>
                        <a:pt x="25117" y="74628"/>
                        <a:pt x="26165" y="79867"/>
                      </a:cubicBezTo>
                      <a:cubicBezTo>
                        <a:pt x="27308" y="85106"/>
                        <a:pt x="29260" y="89487"/>
                        <a:pt x="32023" y="93011"/>
                      </a:cubicBezTo>
                      <a:cubicBezTo>
                        <a:pt x="34785" y="96536"/>
                        <a:pt x="38357" y="99155"/>
                        <a:pt x="42738" y="100869"/>
                      </a:cubicBezTo>
                      <a:cubicBezTo>
                        <a:pt x="47120" y="102679"/>
                        <a:pt x="52073" y="103584"/>
                        <a:pt x="57597" y="103584"/>
                      </a:cubicBezTo>
                      <a:cubicBezTo>
                        <a:pt x="60264" y="103584"/>
                        <a:pt x="62979" y="103298"/>
                        <a:pt x="65741" y="102727"/>
                      </a:cubicBezTo>
                      <a:cubicBezTo>
                        <a:pt x="68503" y="102060"/>
                        <a:pt x="71123" y="101108"/>
                        <a:pt x="73599" y="99869"/>
                      </a:cubicBezTo>
                      <a:lnTo>
                        <a:pt x="78457" y="72152"/>
                      </a:lnTo>
                      <a:lnTo>
                        <a:pt x="55740" y="72152"/>
                      </a:lnTo>
                      <a:lnTo>
                        <a:pt x="58026" y="61293"/>
                      </a:lnTo>
                      <a:cubicBezTo>
                        <a:pt x="58502" y="59102"/>
                        <a:pt x="59621" y="57293"/>
                        <a:pt x="61383" y="55864"/>
                      </a:cubicBezTo>
                      <a:cubicBezTo>
                        <a:pt x="63146" y="54435"/>
                        <a:pt x="65170" y="53721"/>
                        <a:pt x="67456" y="53721"/>
                      </a:cubicBezTo>
                      <a:lnTo>
                        <a:pt x="98745" y="53721"/>
                      </a:lnTo>
                      <a:cubicBezTo>
                        <a:pt x="99698" y="53721"/>
                        <a:pt x="100555" y="53864"/>
                        <a:pt x="101317" y="54149"/>
                      </a:cubicBezTo>
                      <a:cubicBezTo>
                        <a:pt x="102079" y="54530"/>
                        <a:pt x="102698" y="55054"/>
                        <a:pt x="103174" y="55721"/>
                      </a:cubicBezTo>
                      <a:cubicBezTo>
                        <a:pt x="103651" y="56388"/>
                        <a:pt x="103984" y="57197"/>
                        <a:pt x="104174" y="58150"/>
                      </a:cubicBezTo>
                      <a:cubicBezTo>
                        <a:pt x="104365" y="59102"/>
                        <a:pt x="104365" y="60198"/>
                        <a:pt x="104174" y="61436"/>
                      </a:cubicBezTo>
                      <a:lnTo>
                        <a:pt x="96031" y="114871"/>
                      </a:lnTo>
                      <a:cubicBezTo>
                        <a:pt x="96031" y="114871"/>
                        <a:pt x="95483" y="115085"/>
                        <a:pt x="94388" y="115514"/>
                      </a:cubicBezTo>
                      <a:cubicBezTo>
                        <a:pt x="93292" y="115943"/>
                        <a:pt x="91887" y="116467"/>
                        <a:pt x="90173" y="117086"/>
                      </a:cubicBezTo>
                      <a:cubicBezTo>
                        <a:pt x="88458" y="117705"/>
                        <a:pt x="86696" y="118348"/>
                        <a:pt x="84886" y="119015"/>
                      </a:cubicBezTo>
                      <a:cubicBezTo>
                        <a:pt x="83267" y="119586"/>
                        <a:pt x="81338" y="120158"/>
                        <a:pt x="79100" y="120729"/>
                      </a:cubicBezTo>
                      <a:cubicBezTo>
                        <a:pt x="76862" y="121301"/>
                        <a:pt x="74838" y="121729"/>
                        <a:pt x="73028" y="122015"/>
                      </a:cubicBezTo>
                      <a:cubicBezTo>
                        <a:pt x="69789" y="122682"/>
                        <a:pt x="66551" y="123158"/>
                        <a:pt x="63312" y="123444"/>
                      </a:cubicBezTo>
                      <a:cubicBezTo>
                        <a:pt x="59978" y="123729"/>
                        <a:pt x="56692" y="123872"/>
                        <a:pt x="53454" y="123872"/>
                      </a:cubicBezTo>
                      <a:cubicBezTo>
                        <a:pt x="43834" y="123872"/>
                        <a:pt x="35452" y="122491"/>
                        <a:pt x="28308" y="119729"/>
                      </a:cubicBezTo>
                      <a:cubicBezTo>
                        <a:pt x="21164" y="116967"/>
                        <a:pt x="15306" y="113014"/>
                        <a:pt x="10734" y="107870"/>
                      </a:cubicBezTo>
                      <a:cubicBezTo>
                        <a:pt x="6258" y="102632"/>
                        <a:pt x="3162" y="96250"/>
                        <a:pt x="1447" y="88725"/>
                      </a:cubicBezTo>
                      <a:cubicBezTo>
                        <a:pt x="-267" y="81200"/>
                        <a:pt x="-458" y="72675"/>
                        <a:pt x="876" y="63150"/>
                      </a:cubicBezTo>
                      <a:cubicBezTo>
                        <a:pt x="2209" y="53340"/>
                        <a:pt x="4924" y="44529"/>
                        <a:pt x="9020" y="36719"/>
                      </a:cubicBezTo>
                      <a:cubicBezTo>
                        <a:pt x="13020" y="28908"/>
                        <a:pt x="18164" y="22288"/>
                        <a:pt x="24450" y="16859"/>
                      </a:cubicBezTo>
                      <a:cubicBezTo>
                        <a:pt x="30070" y="11906"/>
                        <a:pt x="36499" y="8001"/>
                        <a:pt x="43738" y="5143"/>
                      </a:cubicBezTo>
                      <a:cubicBezTo>
                        <a:pt x="43929" y="5048"/>
                        <a:pt x="44072" y="5000"/>
                        <a:pt x="44167" y="5000"/>
                      </a:cubicBezTo>
                      <a:cubicBezTo>
                        <a:pt x="44738" y="4715"/>
                        <a:pt x="45310" y="4476"/>
                        <a:pt x="45882" y="4286"/>
                      </a:cubicBezTo>
                      <a:cubicBezTo>
                        <a:pt x="52549" y="1428"/>
                        <a:pt x="60598" y="0"/>
                        <a:pt x="70027" y="0"/>
                      </a:cubicBezTo>
                      <a:close/>
                    </a:path>
                  </a:pathLst>
                </a:custGeom>
                <a:solidFill>
                  <a:srgbClr val="4F6DD9"/>
                </a:solidFill>
                <a:ln w="4286" cap="flat">
                  <a:noFill/>
                  <a:prstDash val="solid"/>
                  <a:miter/>
                </a:ln>
              </p:spPr>
              <p:txBody>
                <a:bodyPr wrap="square" rtlCol="0" anchor="ctr">
                  <a:noAutofit/>
                </a:bodyPr>
                <a:lstStyle>
                  <a:defPPr>
                    <a:defRPr lang="zh-CN"/>
                  </a:defPPr>
                  <a:lvl1pPr algn="ctr">
                    <a:defRPr>
                      <a:solidFill>
                        <a:schemeClr val="tx1"/>
                      </a:solidFill>
                    </a:defRPr>
                  </a:lvl1pPr>
                  <a:lvl2pPr>
                    <a:defRPr>
                      <a:solidFill>
                        <a:schemeClr val="tx1"/>
                      </a:solidFill>
                    </a:defRPr>
                  </a:lvl2pPr>
                  <a:lvl3pPr>
                    <a:defRPr>
                      <a:solidFill>
                        <a:schemeClr val="tx1"/>
                      </a:solidFill>
                    </a:defRPr>
                  </a:lvl3pPr>
                  <a:lvl4pPr>
                    <a:defRPr>
                      <a:solidFill>
                        <a:schemeClr val="tx1"/>
                      </a:solidFill>
                    </a:defRPr>
                  </a:lvl4pPr>
                  <a:lvl5pPr>
                    <a:defRPr>
                      <a:solidFill>
                        <a:schemeClr val="tx1"/>
                      </a:solidFill>
                    </a:defRPr>
                  </a:lvl5pPr>
                  <a:lvl6pPr>
                    <a:defRPr>
                      <a:solidFill>
                        <a:schemeClr val="tx1"/>
                      </a:solidFill>
                    </a:defRPr>
                  </a:lvl6pPr>
                  <a:lvl7pPr>
                    <a:defRPr>
                      <a:solidFill>
                        <a:schemeClr val="tx1"/>
                      </a:solidFill>
                    </a:defRPr>
                  </a:lvl7pPr>
                  <a:lvl8pPr>
                    <a:defRPr>
                      <a:solidFill>
                        <a:schemeClr val="tx1"/>
                      </a:solidFill>
                    </a:defRPr>
                  </a:lvl8pPr>
                  <a:lvl9pPr>
                    <a:defRPr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 dirty="0">
                    <a:sym typeface="+mn-lt"/>
                  </a:endParaRPr>
                </a:p>
              </p:txBody>
            </p:sp>
            <p:sp>
              <p:nvSpPr>
                <p:cNvPr id="141" name="文本框 140">
                  <a:extLst>
                    <a:ext uri="{FF2B5EF4-FFF2-40B4-BE49-F238E27FC236}">
                      <a16:creationId xmlns:a16="http://schemas.microsoft.com/office/drawing/2014/main" id="{DAF8EAA2-624B-8D2E-F853-3F8604CEBE1A}"/>
                    </a:ext>
                  </a:extLst>
                </p:cNvPr>
                <p:cNvSpPr txBox="1"/>
                <p:nvPr/>
              </p:nvSpPr>
              <p:spPr>
                <a:xfrm>
                  <a:off x="8768688" y="300763"/>
                  <a:ext cx="129730" cy="123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730" h="123301">
                      <a:moveTo>
                        <a:pt x="68865" y="22145"/>
                      </a:moveTo>
                      <a:cubicBezTo>
                        <a:pt x="57340" y="22145"/>
                        <a:pt x="47386" y="26479"/>
                        <a:pt x="39004" y="35147"/>
                      </a:cubicBezTo>
                      <a:cubicBezTo>
                        <a:pt x="30622" y="43815"/>
                        <a:pt x="26432" y="54197"/>
                        <a:pt x="26432" y="66294"/>
                      </a:cubicBezTo>
                      <a:cubicBezTo>
                        <a:pt x="26432" y="76485"/>
                        <a:pt x="29622" y="84820"/>
                        <a:pt x="36004" y="91297"/>
                      </a:cubicBezTo>
                      <a:cubicBezTo>
                        <a:pt x="42386" y="97774"/>
                        <a:pt x="50625" y="101012"/>
                        <a:pt x="60722" y="101012"/>
                      </a:cubicBezTo>
                      <a:cubicBezTo>
                        <a:pt x="72628" y="101012"/>
                        <a:pt x="82724" y="96726"/>
                        <a:pt x="91011" y="88153"/>
                      </a:cubicBezTo>
                      <a:cubicBezTo>
                        <a:pt x="99298" y="79486"/>
                        <a:pt x="103441" y="68961"/>
                        <a:pt x="103441" y="56578"/>
                      </a:cubicBezTo>
                      <a:cubicBezTo>
                        <a:pt x="103441" y="46577"/>
                        <a:pt x="100155" y="38338"/>
                        <a:pt x="93583" y="31861"/>
                      </a:cubicBezTo>
                      <a:cubicBezTo>
                        <a:pt x="87106" y="25384"/>
                        <a:pt x="78867" y="22145"/>
                        <a:pt x="68865" y="22145"/>
                      </a:cubicBezTo>
                      <a:close/>
                      <a:moveTo>
                        <a:pt x="70580" y="0"/>
                      </a:moveTo>
                      <a:cubicBezTo>
                        <a:pt x="88011" y="0"/>
                        <a:pt x="102250" y="5095"/>
                        <a:pt x="113300" y="15287"/>
                      </a:cubicBezTo>
                      <a:cubicBezTo>
                        <a:pt x="124253" y="25479"/>
                        <a:pt x="129730" y="38671"/>
                        <a:pt x="129730" y="54864"/>
                      </a:cubicBezTo>
                      <a:cubicBezTo>
                        <a:pt x="129730" y="75057"/>
                        <a:pt x="123253" y="91487"/>
                        <a:pt x="110299" y="104155"/>
                      </a:cubicBezTo>
                      <a:cubicBezTo>
                        <a:pt x="97345" y="116919"/>
                        <a:pt x="80772" y="123301"/>
                        <a:pt x="60579" y="123301"/>
                      </a:cubicBezTo>
                      <a:cubicBezTo>
                        <a:pt x="43053" y="123301"/>
                        <a:pt x="28575" y="118062"/>
                        <a:pt x="17145" y="107584"/>
                      </a:cubicBezTo>
                      <a:cubicBezTo>
                        <a:pt x="5715" y="97012"/>
                        <a:pt x="0" y="83629"/>
                        <a:pt x="0" y="67437"/>
                      </a:cubicBezTo>
                      <a:cubicBezTo>
                        <a:pt x="0" y="48101"/>
                        <a:pt x="6715" y="32051"/>
                        <a:pt x="20145" y="19288"/>
                      </a:cubicBezTo>
                      <a:cubicBezTo>
                        <a:pt x="33480" y="6429"/>
                        <a:pt x="50292" y="0"/>
                        <a:pt x="70580" y="0"/>
                      </a:cubicBezTo>
                      <a:close/>
                    </a:path>
                  </a:pathLst>
                </a:custGeom>
                <a:solidFill>
                  <a:srgbClr val="4F6DD9"/>
                </a:solidFill>
                <a:ln w="4286" cap="flat">
                  <a:noFill/>
                  <a:prstDash val="solid"/>
                  <a:miter/>
                </a:ln>
              </p:spPr>
              <p:txBody>
                <a:bodyPr wrap="square" rtlCol="0" anchor="ctr">
                  <a:noAutofit/>
                </a:bodyPr>
                <a:lstStyle>
                  <a:defPPr>
                    <a:defRPr lang="zh-CN"/>
                  </a:defPPr>
                  <a:lvl1pPr algn="ctr">
                    <a:defRPr>
                      <a:solidFill>
                        <a:schemeClr val="tx1"/>
                      </a:solidFill>
                    </a:defRPr>
                  </a:lvl1pPr>
                  <a:lvl2pPr>
                    <a:defRPr>
                      <a:solidFill>
                        <a:schemeClr val="tx1"/>
                      </a:solidFill>
                    </a:defRPr>
                  </a:lvl2pPr>
                  <a:lvl3pPr>
                    <a:defRPr>
                      <a:solidFill>
                        <a:schemeClr val="tx1"/>
                      </a:solidFill>
                    </a:defRPr>
                  </a:lvl3pPr>
                  <a:lvl4pPr>
                    <a:defRPr>
                      <a:solidFill>
                        <a:schemeClr val="tx1"/>
                      </a:solidFill>
                    </a:defRPr>
                  </a:lvl4pPr>
                  <a:lvl5pPr>
                    <a:defRPr>
                      <a:solidFill>
                        <a:schemeClr val="tx1"/>
                      </a:solidFill>
                    </a:defRPr>
                  </a:lvl5pPr>
                  <a:lvl6pPr>
                    <a:defRPr>
                      <a:solidFill>
                        <a:schemeClr val="tx1"/>
                      </a:solidFill>
                    </a:defRPr>
                  </a:lvl6pPr>
                  <a:lvl7pPr>
                    <a:defRPr>
                      <a:solidFill>
                        <a:schemeClr val="tx1"/>
                      </a:solidFill>
                    </a:defRPr>
                  </a:lvl7pPr>
                  <a:lvl8pPr>
                    <a:defRPr>
                      <a:solidFill>
                        <a:schemeClr val="tx1"/>
                      </a:solidFill>
                    </a:defRPr>
                  </a:lvl8pPr>
                  <a:lvl9pPr>
                    <a:defRPr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 dirty="0">
                    <a:sym typeface="+mn-lt"/>
                  </a:endParaRPr>
                </a:p>
              </p:txBody>
            </p:sp>
          </p:grpSp>
        </p:grpSp>
        <p:grpSp>
          <p:nvGrpSpPr>
            <p:cNvPr id="131" name="组合 130">
              <a:extLst>
                <a:ext uri="{FF2B5EF4-FFF2-40B4-BE49-F238E27FC236}">
                  <a16:creationId xmlns:a16="http://schemas.microsoft.com/office/drawing/2014/main" id="{985DBEA0-961D-9BE9-0964-C4E0B1B16ACF}"/>
                </a:ext>
              </a:extLst>
            </p:cNvPr>
            <p:cNvGrpSpPr/>
            <p:nvPr/>
          </p:nvGrpSpPr>
          <p:grpSpPr>
            <a:xfrm>
              <a:off x="926299" y="660958"/>
              <a:ext cx="674380" cy="119625"/>
              <a:chOff x="892413" y="660958"/>
              <a:chExt cx="707506" cy="125501"/>
            </a:xfrm>
            <a:grpFill/>
          </p:grpSpPr>
          <p:sp>
            <p:nvSpPr>
              <p:cNvPr id="132" name="文本框 131">
                <a:extLst>
                  <a:ext uri="{FF2B5EF4-FFF2-40B4-BE49-F238E27FC236}">
                    <a16:creationId xmlns:a16="http://schemas.microsoft.com/office/drawing/2014/main" id="{E04F1CB1-5428-F288-C3B4-6F92A9474BB3}"/>
                  </a:ext>
                </a:extLst>
              </p:cNvPr>
              <p:cNvSpPr txBox="1"/>
              <p:nvPr/>
            </p:nvSpPr>
            <p:spPr>
              <a:xfrm>
                <a:off x="892413" y="663237"/>
                <a:ext cx="124027" cy="123222"/>
              </a:xfrm>
              <a:custGeom>
                <a:avLst/>
                <a:gdLst/>
                <a:ahLst/>
                <a:cxnLst/>
                <a:rect l="l" t="t" r="r" b="b"/>
                <a:pathLst>
                  <a:path w="132159" h="131302">
                    <a:moveTo>
                      <a:pt x="56435" y="46434"/>
                    </a:moveTo>
                    <a:lnTo>
                      <a:pt x="72580" y="52863"/>
                    </a:lnTo>
                    <a:cubicBezTo>
                      <a:pt x="68199" y="62960"/>
                      <a:pt x="63055" y="73199"/>
                      <a:pt x="57150" y="83581"/>
                    </a:cubicBezTo>
                    <a:cubicBezTo>
                      <a:pt x="51244" y="93964"/>
                      <a:pt x="46005" y="102203"/>
                      <a:pt x="41433" y="108299"/>
                    </a:cubicBezTo>
                    <a:lnTo>
                      <a:pt x="90725" y="105298"/>
                    </a:lnTo>
                    <a:cubicBezTo>
                      <a:pt x="84915" y="96059"/>
                      <a:pt x="79486" y="87772"/>
                      <a:pt x="74437" y="80438"/>
                    </a:cubicBezTo>
                    <a:lnTo>
                      <a:pt x="87296" y="71723"/>
                    </a:lnTo>
                    <a:cubicBezTo>
                      <a:pt x="92535" y="78867"/>
                      <a:pt x="98083" y="87010"/>
                      <a:pt x="103941" y="96154"/>
                    </a:cubicBezTo>
                    <a:cubicBezTo>
                      <a:pt x="109799" y="105298"/>
                      <a:pt x="114585" y="113299"/>
                      <a:pt x="118300" y="120157"/>
                    </a:cubicBezTo>
                    <a:lnTo>
                      <a:pt x="105727" y="131302"/>
                    </a:lnTo>
                    <a:cubicBezTo>
                      <a:pt x="103917" y="127682"/>
                      <a:pt x="101727" y="123729"/>
                      <a:pt x="99155" y="119443"/>
                    </a:cubicBezTo>
                    <a:cubicBezTo>
                      <a:pt x="71151" y="120681"/>
                      <a:pt x="48244" y="122158"/>
                      <a:pt x="30432" y="123872"/>
                    </a:cubicBezTo>
                    <a:cubicBezTo>
                      <a:pt x="25098" y="124348"/>
                      <a:pt x="21145" y="124777"/>
                      <a:pt x="18573" y="125158"/>
                    </a:cubicBezTo>
                    <a:lnTo>
                      <a:pt x="13573" y="109870"/>
                    </a:lnTo>
                    <a:cubicBezTo>
                      <a:pt x="16430" y="109204"/>
                      <a:pt x="18502" y="108489"/>
                      <a:pt x="19788" y="107727"/>
                    </a:cubicBezTo>
                    <a:cubicBezTo>
                      <a:pt x="21074" y="106965"/>
                      <a:pt x="22479" y="105679"/>
                      <a:pt x="24003" y="103870"/>
                    </a:cubicBezTo>
                    <a:cubicBezTo>
                      <a:pt x="28860" y="98155"/>
                      <a:pt x="34337" y="89892"/>
                      <a:pt x="40433" y="79081"/>
                    </a:cubicBezTo>
                    <a:cubicBezTo>
                      <a:pt x="46529" y="68270"/>
                      <a:pt x="51863" y="57388"/>
                      <a:pt x="56435" y="46434"/>
                    </a:cubicBezTo>
                    <a:close/>
                    <a:moveTo>
                      <a:pt x="44291" y="1857"/>
                    </a:moveTo>
                    <a:lnTo>
                      <a:pt x="59864" y="7000"/>
                    </a:lnTo>
                    <a:cubicBezTo>
                      <a:pt x="49672" y="32527"/>
                      <a:pt x="33337" y="54959"/>
                      <a:pt x="10858" y="74295"/>
                    </a:cubicBezTo>
                    <a:lnTo>
                      <a:pt x="0" y="60864"/>
                    </a:lnTo>
                    <a:cubicBezTo>
                      <a:pt x="21336" y="42862"/>
                      <a:pt x="36099" y="23193"/>
                      <a:pt x="44291" y="1857"/>
                    </a:cubicBezTo>
                    <a:close/>
                    <a:moveTo>
                      <a:pt x="87582" y="0"/>
                    </a:moveTo>
                    <a:cubicBezTo>
                      <a:pt x="92630" y="14001"/>
                      <a:pt x="98560" y="25550"/>
                      <a:pt x="105370" y="34647"/>
                    </a:cubicBezTo>
                    <a:cubicBezTo>
                      <a:pt x="112180" y="43743"/>
                      <a:pt x="121110" y="52197"/>
                      <a:pt x="132159" y="60007"/>
                    </a:cubicBezTo>
                    <a:lnTo>
                      <a:pt x="121729" y="74295"/>
                    </a:lnTo>
                    <a:cubicBezTo>
                      <a:pt x="109728" y="64770"/>
                      <a:pt x="99869" y="54792"/>
                      <a:pt x="92154" y="44362"/>
                    </a:cubicBezTo>
                    <a:cubicBezTo>
                      <a:pt x="84439" y="33932"/>
                      <a:pt x="77962" y="20955"/>
                      <a:pt x="72723" y="5429"/>
                    </a:cubicBez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  <p:sp>
            <p:nvSpPr>
              <p:cNvPr id="133" name="文本框 132">
                <a:extLst>
                  <a:ext uri="{FF2B5EF4-FFF2-40B4-BE49-F238E27FC236}">
                    <a16:creationId xmlns:a16="http://schemas.microsoft.com/office/drawing/2014/main" id="{21DCC848-4E31-9A25-7439-D8A9949BEC93}"/>
                  </a:ext>
                </a:extLst>
              </p:cNvPr>
              <p:cNvSpPr txBox="1"/>
              <p:nvPr/>
            </p:nvSpPr>
            <p:spPr>
              <a:xfrm>
                <a:off x="1094481" y="668063"/>
                <a:ext cx="107132" cy="116116"/>
              </a:xfrm>
              <a:custGeom>
                <a:avLst/>
                <a:gdLst/>
                <a:ahLst/>
                <a:cxnLst/>
                <a:rect l="l" t="t" r="r" b="b"/>
                <a:pathLst>
                  <a:path w="114157" h="123730">
                    <a:moveTo>
                      <a:pt x="27575" y="68009"/>
                    </a:moveTo>
                    <a:lnTo>
                      <a:pt x="27575" y="91440"/>
                    </a:lnTo>
                    <a:lnTo>
                      <a:pt x="63865" y="91440"/>
                    </a:lnTo>
                    <a:lnTo>
                      <a:pt x="63865" y="68009"/>
                    </a:lnTo>
                    <a:close/>
                    <a:moveTo>
                      <a:pt x="11573" y="53007"/>
                    </a:moveTo>
                    <a:lnTo>
                      <a:pt x="80010" y="53007"/>
                    </a:lnTo>
                    <a:lnTo>
                      <a:pt x="80010" y="106871"/>
                    </a:lnTo>
                    <a:lnTo>
                      <a:pt x="11573" y="106871"/>
                    </a:lnTo>
                    <a:close/>
                    <a:moveTo>
                      <a:pt x="0" y="27146"/>
                    </a:moveTo>
                    <a:lnTo>
                      <a:pt x="91583" y="27146"/>
                    </a:lnTo>
                    <a:lnTo>
                      <a:pt x="91583" y="42005"/>
                    </a:lnTo>
                    <a:lnTo>
                      <a:pt x="0" y="42005"/>
                    </a:lnTo>
                    <a:close/>
                    <a:moveTo>
                      <a:pt x="8001" y="0"/>
                    </a:moveTo>
                    <a:lnTo>
                      <a:pt x="114157" y="0"/>
                    </a:lnTo>
                    <a:lnTo>
                      <a:pt x="114157" y="105442"/>
                    </a:lnTo>
                    <a:cubicBezTo>
                      <a:pt x="114157" y="109633"/>
                      <a:pt x="113586" y="112871"/>
                      <a:pt x="112443" y="115157"/>
                    </a:cubicBezTo>
                    <a:cubicBezTo>
                      <a:pt x="111300" y="117443"/>
                      <a:pt x="109323" y="119158"/>
                      <a:pt x="106514" y="120301"/>
                    </a:cubicBezTo>
                    <a:cubicBezTo>
                      <a:pt x="103704" y="121444"/>
                      <a:pt x="99679" y="122206"/>
                      <a:pt x="94441" y="122587"/>
                    </a:cubicBezTo>
                    <a:lnTo>
                      <a:pt x="80725" y="123730"/>
                    </a:lnTo>
                    <a:lnTo>
                      <a:pt x="75867" y="108871"/>
                    </a:lnTo>
                    <a:lnTo>
                      <a:pt x="87868" y="108014"/>
                    </a:lnTo>
                    <a:cubicBezTo>
                      <a:pt x="91297" y="107728"/>
                      <a:pt x="93631" y="107371"/>
                      <a:pt x="94869" y="106942"/>
                    </a:cubicBezTo>
                    <a:cubicBezTo>
                      <a:pt x="96107" y="106513"/>
                      <a:pt x="96917" y="105751"/>
                      <a:pt x="97298" y="104656"/>
                    </a:cubicBezTo>
                    <a:cubicBezTo>
                      <a:pt x="97679" y="103561"/>
                      <a:pt x="97870" y="101584"/>
                      <a:pt x="97870" y="98727"/>
                    </a:cubicBezTo>
                    <a:lnTo>
                      <a:pt x="97870" y="15573"/>
                    </a:lnTo>
                    <a:lnTo>
                      <a:pt x="8001" y="15573"/>
                    </a:ln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47E94F2C-C7E3-D2E2-918C-AE0E0228CF64}"/>
                  </a:ext>
                </a:extLst>
              </p:cNvPr>
              <p:cNvSpPr txBox="1"/>
              <p:nvPr/>
            </p:nvSpPr>
            <p:spPr>
              <a:xfrm>
                <a:off x="1282133" y="660958"/>
                <a:ext cx="112630" cy="122551"/>
              </a:xfrm>
              <a:custGeom>
                <a:avLst/>
                <a:gdLst/>
                <a:ahLst/>
                <a:cxnLst/>
                <a:rect l="l" t="t" r="r" b="b"/>
                <a:pathLst>
                  <a:path w="120015" h="130587">
                    <a:moveTo>
                      <a:pt x="44005" y="84439"/>
                    </a:moveTo>
                    <a:lnTo>
                      <a:pt x="44005" y="110871"/>
                    </a:lnTo>
                    <a:lnTo>
                      <a:pt x="102156" y="110871"/>
                    </a:lnTo>
                    <a:lnTo>
                      <a:pt x="102156" y="84439"/>
                    </a:lnTo>
                    <a:close/>
                    <a:moveTo>
                      <a:pt x="55435" y="0"/>
                    </a:moveTo>
                    <a:lnTo>
                      <a:pt x="69866" y="6000"/>
                    </a:lnTo>
                    <a:cubicBezTo>
                      <a:pt x="67199" y="10001"/>
                      <a:pt x="65103" y="12954"/>
                      <a:pt x="63579" y="14859"/>
                    </a:cubicBezTo>
                    <a:lnTo>
                      <a:pt x="120015" y="14859"/>
                    </a:lnTo>
                    <a:lnTo>
                      <a:pt x="120015" y="29575"/>
                    </a:lnTo>
                    <a:cubicBezTo>
                      <a:pt x="106108" y="45482"/>
                      <a:pt x="88487" y="59007"/>
                      <a:pt x="67151" y="70151"/>
                    </a:cubicBezTo>
                    <a:lnTo>
                      <a:pt x="117443" y="70151"/>
                    </a:lnTo>
                    <a:lnTo>
                      <a:pt x="117443" y="130587"/>
                    </a:lnTo>
                    <a:lnTo>
                      <a:pt x="102156" y="130587"/>
                    </a:lnTo>
                    <a:lnTo>
                      <a:pt x="102156" y="124587"/>
                    </a:lnTo>
                    <a:lnTo>
                      <a:pt x="44005" y="124587"/>
                    </a:lnTo>
                    <a:lnTo>
                      <a:pt x="44005" y="130587"/>
                    </a:lnTo>
                    <a:lnTo>
                      <a:pt x="28861" y="130587"/>
                    </a:lnTo>
                    <a:lnTo>
                      <a:pt x="28861" y="87011"/>
                    </a:lnTo>
                    <a:cubicBezTo>
                      <a:pt x="21336" y="89773"/>
                      <a:pt x="13716" y="92345"/>
                      <a:pt x="6001" y="94726"/>
                    </a:cubicBezTo>
                    <a:lnTo>
                      <a:pt x="0" y="80153"/>
                    </a:lnTo>
                    <a:lnTo>
                      <a:pt x="47430" y="55889"/>
                    </a:lnTo>
                    <a:lnTo>
                      <a:pt x="49720" y="57721"/>
                    </a:lnTo>
                    <a:lnTo>
                      <a:pt x="58412" y="50271"/>
                    </a:lnTo>
                    <a:lnTo>
                      <a:pt x="98869" y="29575"/>
                    </a:lnTo>
                    <a:lnTo>
                      <a:pt x="51006" y="29575"/>
                    </a:lnTo>
                    <a:lnTo>
                      <a:pt x="45720" y="34718"/>
                    </a:lnTo>
                    <a:cubicBezTo>
                      <a:pt x="52483" y="39862"/>
                      <a:pt x="57817" y="44100"/>
                      <a:pt x="61722" y="47434"/>
                    </a:cubicBezTo>
                    <a:lnTo>
                      <a:pt x="58412" y="50271"/>
                    </a:lnTo>
                    <a:lnTo>
                      <a:pt x="47430" y="55889"/>
                    </a:lnTo>
                    <a:lnTo>
                      <a:pt x="34004" y="45148"/>
                    </a:lnTo>
                    <a:cubicBezTo>
                      <a:pt x="28480" y="49625"/>
                      <a:pt x="22860" y="53768"/>
                      <a:pt x="17145" y="57578"/>
                    </a:cubicBezTo>
                    <a:lnTo>
                      <a:pt x="7429" y="44291"/>
                    </a:lnTo>
                    <a:cubicBezTo>
                      <a:pt x="16097" y="38957"/>
                      <a:pt x="24955" y="32075"/>
                      <a:pt x="34004" y="23645"/>
                    </a:cubicBezTo>
                    <a:cubicBezTo>
                      <a:pt x="43053" y="15216"/>
                      <a:pt x="50197" y="7334"/>
                      <a:pt x="55435" y="0"/>
                    </a:cubicBez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  <p:sp>
            <p:nvSpPr>
              <p:cNvPr id="135" name="文本框 134">
                <a:extLst>
                  <a:ext uri="{FF2B5EF4-FFF2-40B4-BE49-F238E27FC236}">
                    <a16:creationId xmlns:a16="http://schemas.microsoft.com/office/drawing/2014/main" id="{3C30AC02-CCBF-FD28-6581-2A6910118513}"/>
                  </a:ext>
                </a:extLst>
              </p:cNvPr>
              <p:cNvSpPr txBox="1"/>
              <p:nvPr/>
            </p:nvSpPr>
            <p:spPr>
              <a:xfrm>
                <a:off x="1477664" y="663504"/>
                <a:ext cx="122255" cy="121345"/>
              </a:xfrm>
              <a:custGeom>
                <a:avLst/>
                <a:gdLst/>
                <a:ahLst/>
                <a:cxnLst/>
                <a:rect l="l" t="t" r="r" b="b"/>
                <a:pathLst>
                  <a:path w="130271" h="129302">
                    <a:moveTo>
                      <a:pt x="60294" y="60294"/>
                    </a:moveTo>
                    <a:lnTo>
                      <a:pt x="73581" y="64294"/>
                    </a:lnTo>
                    <a:cubicBezTo>
                      <a:pt x="71200" y="72581"/>
                      <a:pt x="68057" y="81534"/>
                      <a:pt x="64151" y="91155"/>
                    </a:cubicBezTo>
                    <a:cubicBezTo>
                      <a:pt x="60246" y="100775"/>
                      <a:pt x="56245" y="109347"/>
                      <a:pt x="52150" y="116872"/>
                    </a:cubicBezTo>
                    <a:lnTo>
                      <a:pt x="38862" y="111014"/>
                    </a:lnTo>
                    <a:cubicBezTo>
                      <a:pt x="42863" y="103966"/>
                      <a:pt x="46887" y="95727"/>
                      <a:pt x="50935" y="86297"/>
                    </a:cubicBezTo>
                    <a:cubicBezTo>
                      <a:pt x="54983" y="76867"/>
                      <a:pt x="58103" y="68199"/>
                      <a:pt x="60294" y="60294"/>
                    </a:cubicBezTo>
                    <a:close/>
                    <a:moveTo>
                      <a:pt x="110443" y="60151"/>
                    </a:moveTo>
                    <a:cubicBezTo>
                      <a:pt x="113967" y="67294"/>
                      <a:pt x="117896" y="76010"/>
                      <a:pt x="122230" y="86297"/>
                    </a:cubicBezTo>
                    <a:lnTo>
                      <a:pt x="130271" y="106882"/>
                    </a:lnTo>
                    <a:lnTo>
                      <a:pt x="130271" y="109679"/>
                    </a:lnTo>
                    <a:lnTo>
                      <a:pt x="119015" y="116301"/>
                    </a:lnTo>
                    <a:cubicBezTo>
                      <a:pt x="116920" y="109252"/>
                      <a:pt x="113896" y="101084"/>
                      <a:pt x="109943" y="91797"/>
                    </a:cubicBezTo>
                    <a:cubicBezTo>
                      <a:pt x="105990" y="82511"/>
                      <a:pt x="102061" y="74010"/>
                      <a:pt x="98155" y="66294"/>
                    </a:cubicBezTo>
                    <a:close/>
                    <a:moveTo>
                      <a:pt x="80010" y="40720"/>
                    </a:moveTo>
                    <a:lnTo>
                      <a:pt x="94155" y="41291"/>
                    </a:lnTo>
                    <a:lnTo>
                      <a:pt x="94155" y="112729"/>
                    </a:lnTo>
                    <a:cubicBezTo>
                      <a:pt x="94155" y="116634"/>
                      <a:pt x="93631" y="119658"/>
                      <a:pt x="92583" y="121801"/>
                    </a:cubicBezTo>
                    <a:cubicBezTo>
                      <a:pt x="91536" y="123944"/>
                      <a:pt x="89893" y="125492"/>
                      <a:pt x="87654" y="126445"/>
                    </a:cubicBezTo>
                    <a:cubicBezTo>
                      <a:pt x="85416" y="127397"/>
                      <a:pt x="82296" y="128064"/>
                      <a:pt x="78296" y="128445"/>
                    </a:cubicBezTo>
                    <a:lnTo>
                      <a:pt x="69152" y="129302"/>
                    </a:lnTo>
                    <a:lnTo>
                      <a:pt x="64437" y="114443"/>
                    </a:lnTo>
                    <a:lnTo>
                      <a:pt x="72438" y="113586"/>
                    </a:lnTo>
                    <a:cubicBezTo>
                      <a:pt x="75581" y="113205"/>
                      <a:pt x="77629" y="112657"/>
                      <a:pt x="78582" y="111943"/>
                    </a:cubicBezTo>
                    <a:cubicBezTo>
                      <a:pt x="79534" y="111228"/>
                      <a:pt x="80010" y="109585"/>
                      <a:pt x="80010" y="107014"/>
                    </a:cubicBezTo>
                    <a:close/>
                    <a:moveTo>
                      <a:pt x="66580" y="0"/>
                    </a:moveTo>
                    <a:lnTo>
                      <a:pt x="81011" y="2429"/>
                    </a:lnTo>
                    <a:cubicBezTo>
                      <a:pt x="79677" y="7096"/>
                      <a:pt x="78248" y="11811"/>
                      <a:pt x="76724" y="16574"/>
                    </a:cubicBezTo>
                    <a:lnTo>
                      <a:pt x="126445" y="16574"/>
                    </a:lnTo>
                    <a:lnTo>
                      <a:pt x="126445" y="31719"/>
                    </a:lnTo>
                    <a:lnTo>
                      <a:pt x="115872" y="54007"/>
                    </a:lnTo>
                    <a:lnTo>
                      <a:pt x="102156" y="49006"/>
                    </a:lnTo>
                    <a:lnTo>
                      <a:pt x="110728" y="31719"/>
                    </a:lnTo>
                    <a:lnTo>
                      <a:pt x="71152" y="31719"/>
                    </a:lnTo>
                    <a:cubicBezTo>
                      <a:pt x="67628" y="40482"/>
                      <a:pt x="63865" y="48483"/>
                      <a:pt x="59865" y="55722"/>
                    </a:cubicBezTo>
                    <a:lnTo>
                      <a:pt x="48578" y="49721"/>
                    </a:lnTo>
                    <a:lnTo>
                      <a:pt x="48578" y="52007"/>
                    </a:lnTo>
                    <a:lnTo>
                      <a:pt x="35148" y="52007"/>
                    </a:lnTo>
                    <a:lnTo>
                      <a:pt x="35148" y="65580"/>
                    </a:lnTo>
                    <a:lnTo>
                      <a:pt x="38291" y="61722"/>
                    </a:lnTo>
                    <a:cubicBezTo>
                      <a:pt x="44673" y="67342"/>
                      <a:pt x="49435" y="71914"/>
                      <a:pt x="52578" y="75438"/>
                    </a:cubicBezTo>
                    <a:lnTo>
                      <a:pt x="44149" y="87011"/>
                    </a:lnTo>
                    <a:cubicBezTo>
                      <a:pt x="41958" y="83963"/>
                      <a:pt x="38958" y="80629"/>
                      <a:pt x="35148" y="77010"/>
                    </a:cubicBezTo>
                    <a:lnTo>
                      <a:pt x="35148" y="129016"/>
                    </a:lnTo>
                    <a:lnTo>
                      <a:pt x="21574" y="129016"/>
                    </a:lnTo>
                    <a:lnTo>
                      <a:pt x="21574" y="80439"/>
                    </a:lnTo>
                    <a:cubicBezTo>
                      <a:pt x="17669" y="89202"/>
                      <a:pt x="13621" y="97155"/>
                      <a:pt x="9430" y="104299"/>
                    </a:cubicBezTo>
                    <a:lnTo>
                      <a:pt x="0" y="93012"/>
                    </a:lnTo>
                    <a:cubicBezTo>
                      <a:pt x="3906" y="87011"/>
                      <a:pt x="7739" y="80391"/>
                      <a:pt x="11502" y="73152"/>
                    </a:cubicBezTo>
                    <a:cubicBezTo>
                      <a:pt x="15264" y="65913"/>
                      <a:pt x="18479" y="58865"/>
                      <a:pt x="21146" y="52007"/>
                    </a:cubicBezTo>
                    <a:lnTo>
                      <a:pt x="5287" y="52007"/>
                    </a:lnTo>
                    <a:lnTo>
                      <a:pt x="5287" y="37291"/>
                    </a:lnTo>
                    <a:lnTo>
                      <a:pt x="21574" y="37291"/>
                    </a:lnTo>
                    <a:lnTo>
                      <a:pt x="21574" y="22860"/>
                    </a:lnTo>
                    <a:cubicBezTo>
                      <a:pt x="15764" y="23813"/>
                      <a:pt x="10907" y="24480"/>
                      <a:pt x="7001" y="24861"/>
                    </a:cubicBezTo>
                    <a:lnTo>
                      <a:pt x="5715" y="10573"/>
                    </a:lnTo>
                    <a:cubicBezTo>
                      <a:pt x="12192" y="9811"/>
                      <a:pt x="19574" y="8692"/>
                      <a:pt x="27861" y="7215"/>
                    </a:cubicBezTo>
                    <a:cubicBezTo>
                      <a:pt x="36148" y="5739"/>
                      <a:pt x="43196" y="4287"/>
                      <a:pt x="49006" y="2858"/>
                    </a:cubicBezTo>
                    <a:lnTo>
                      <a:pt x="51007" y="17288"/>
                    </a:lnTo>
                    <a:cubicBezTo>
                      <a:pt x="47482" y="18241"/>
                      <a:pt x="42196" y="19384"/>
                      <a:pt x="35148" y="20717"/>
                    </a:cubicBezTo>
                    <a:lnTo>
                      <a:pt x="35148" y="37291"/>
                    </a:lnTo>
                    <a:lnTo>
                      <a:pt x="48578" y="37291"/>
                    </a:lnTo>
                    <a:lnTo>
                      <a:pt x="48578" y="46006"/>
                    </a:lnTo>
                    <a:cubicBezTo>
                      <a:pt x="52293" y="39529"/>
                      <a:pt x="55769" y="32123"/>
                      <a:pt x="59008" y="23789"/>
                    </a:cubicBezTo>
                    <a:cubicBezTo>
                      <a:pt x="62246" y="15455"/>
                      <a:pt x="64770" y="7525"/>
                      <a:pt x="66580" y="0"/>
                    </a:cubicBez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</p:grpSp>
      </p:grpSp>
      <p:sp>
        <p:nvSpPr>
          <p:cNvPr id="142" name="文本框 141">
            <a:extLst>
              <a:ext uri="{FF2B5EF4-FFF2-40B4-BE49-F238E27FC236}">
                <a16:creationId xmlns:a16="http://schemas.microsoft.com/office/drawing/2014/main" id="{5A77E2FC-C787-7167-182F-16067A56FE8C}"/>
              </a:ext>
            </a:extLst>
          </p:cNvPr>
          <p:cNvSpPr txBox="1"/>
          <p:nvPr/>
        </p:nvSpPr>
        <p:spPr>
          <a:xfrm>
            <a:off x="4103688" y="3680654"/>
            <a:ext cx="3971546" cy="571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感谢聆听 | 期待合作</a:t>
            </a:r>
          </a:p>
        </p:txBody>
      </p:sp>
      <p:grpSp>
        <p:nvGrpSpPr>
          <p:cNvPr id="143" name="组合 142">
            <a:extLst>
              <a:ext uri="{FF2B5EF4-FFF2-40B4-BE49-F238E27FC236}">
                <a16:creationId xmlns:a16="http://schemas.microsoft.com/office/drawing/2014/main" id="{914C8276-D6EA-61A5-AB7E-2C05A525663E}"/>
              </a:ext>
            </a:extLst>
          </p:cNvPr>
          <p:cNvGrpSpPr/>
          <p:nvPr/>
        </p:nvGrpSpPr>
        <p:grpSpPr>
          <a:xfrm>
            <a:off x="3945189" y="5811450"/>
            <a:ext cx="4313944" cy="315056"/>
            <a:chOff x="1253246" y="4118390"/>
            <a:chExt cx="4313944" cy="315056"/>
          </a:xfrm>
        </p:grpSpPr>
        <p:sp>
          <p:nvSpPr>
            <p:cNvPr id="144" name="文本框 143">
              <a:extLst>
                <a:ext uri="{FF2B5EF4-FFF2-40B4-BE49-F238E27FC236}">
                  <a16:creationId xmlns:a16="http://schemas.microsoft.com/office/drawing/2014/main" id="{B18AA79A-B897-B98E-9BCC-66F31F7C012B}"/>
                </a:ext>
              </a:extLst>
            </p:cNvPr>
            <p:cNvSpPr txBox="1"/>
            <p:nvPr/>
          </p:nvSpPr>
          <p:spPr>
            <a:xfrm>
              <a:off x="1561022" y="4125669"/>
              <a:ext cx="2027128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</a:p>
          </p:txBody>
        </p:sp>
        <p:sp>
          <p:nvSpPr>
            <p:cNvPr id="145" name="iconfont-10019-4889788">
              <a:extLst>
                <a:ext uri="{FF2B5EF4-FFF2-40B4-BE49-F238E27FC236}">
                  <a16:creationId xmlns:a16="http://schemas.microsoft.com/office/drawing/2014/main" id="{D29BDEDF-B7EC-3C66-7309-29958E1C33C9}"/>
                </a:ext>
              </a:extLst>
            </p:cNvPr>
            <p:cNvSpPr/>
            <p:nvPr/>
          </p:nvSpPr>
          <p:spPr>
            <a:xfrm>
              <a:off x="1253246" y="4118392"/>
              <a:ext cx="307776" cy="307776"/>
            </a:xfrm>
            <a:custGeom>
              <a:avLst/>
              <a:gdLst>
                <a:gd name="T0" fmla="*/ 6383 w 12767"/>
                <a:gd name="T1" fmla="*/ 0 h 12767"/>
                <a:gd name="T2" fmla="*/ 0 w 12767"/>
                <a:gd name="T3" fmla="*/ 6383 h 12767"/>
                <a:gd name="T4" fmla="*/ 6383 w 12767"/>
                <a:gd name="T5" fmla="*/ 12767 h 12767"/>
                <a:gd name="T6" fmla="*/ 12767 w 12767"/>
                <a:gd name="T7" fmla="*/ 6383 h 12767"/>
                <a:gd name="T8" fmla="*/ 6383 w 12767"/>
                <a:gd name="T9" fmla="*/ 0 h 12767"/>
                <a:gd name="T10" fmla="*/ 6383 w 12767"/>
                <a:gd name="T11" fmla="*/ 870 h 12767"/>
                <a:gd name="T12" fmla="*/ 11897 w 12767"/>
                <a:gd name="T13" fmla="*/ 6383 h 12767"/>
                <a:gd name="T14" fmla="*/ 11032 w 12767"/>
                <a:gd name="T15" fmla="*/ 9349 h 12767"/>
                <a:gd name="T16" fmla="*/ 7524 w 12767"/>
                <a:gd name="T17" fmla="*/ 7451 h 12767"/>
                <a:gd name="T18" fmla="*/ 9004 w 12767"/>
                <a:gd name="T19" fmla="*/ 5101 h 12767"/>
                <a:gd name="T20" fmla="*/ 6393 w 12767"/>
                <a:gd name="T21" fmla="*/ 2489 h 12767"/>
                <a:gd name="T22" fmla="*/ 3781 w 12767"/>
                <a:gd name="T23" fmla="*/ 5101 h 12767"/>
                <a:gd name="T24" fmla="*/ 5261 w 12767"/>
                <a:gd name="T25" fmla="*/ 7451 h 12767"/>
                <a:gd name="T26" fmla="*/ 1743 w 12767"/>
                <a:gd name="T27" fmla="*/ 9361 h 12767"/>
                <a:gd name="T28" fmla="*/ 870 w 12767"/>
                <a:gd name="T29" fmla="*/ 6383 h 12767"/>
                <a:gd name="T30" fmla="*/ 6383 w 12767"/>
                <a:gd name="T31" fmla="*/ 870 h 127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767" h="12767">
                  <a:moveTo>
                    <a:pt x="6383" y="0"/>
                  </a:moveTo>
                  <a:cubicBezTo>
                    <a:pt x="2858" y="0"/>
                    <a:pt x="0" y="2858"/>
                    <a:pt x="0" y="6383"/>
                  </a:cubicBezTo>
                  <a:cubicBezTo>
                    <a:pt x="0" y="9909"/>
                    <a:pt x="2858" y="12767"/>
                    <a:pt x="6383" y="12767"/>
                  </a:cubicBezTo>
                  <a:cubicBezTo>
                    <a:pt x="9909" y="12767"/>
                    <a:pt x="12767" y="9909"/>
                    <a:pt x="12767" y="6383"/>
                  </a:cubicBezTo>
                  <a:cubicBezTo>
                    <a:pt x="12767" y="2858"/>
                    <a:pt x="9909" y="0"/>
                    <a:pt x="6383" y="0"/>
                  </a:cubicBezTo>
                  <a:close/>
                  <a:moveTo>
                    <a:pt x="6383" y="870"/>
                  </a:moveTo>
                  <a:cubicBezTo>
                    <a:pt x="9428" y="870"/>
                    <a:pt x="11897" y="3339"/>
                    <a:pt x="11897" y="6383"/>
                  </a:cubicBezTo>
                  <a:cubicBezTo>
                    <a:pt x="11897" y="7475"/>
                    <a:pt x="11579" y="8493"/>
                    <a:pt x="11032" y="9349"/>
                  </a:cubicBezTo>
                  <a:cubicBezTo>
                    <a:pt x="10114" y="8379"/>
                    <a:pt x="8895" y="7697"/>
                    <a:pt x="7524" y="7451"/>
                  </a:cubicBezTo>
                  <a:cubicBezTo>
                    <a:pt x="8399" y="7030"/>
                    <a:pt x="9004" y="6137"/>
                    <a:pt x="9004" y="5101"/>
                  </a:cubicBezTo>
                  <a:cubicBezTo>
                    <a:pt x="9004" y="3658"/>
                    <a:pt x="7835" y="2489"/>
                    <a:pt x="6393" y="2489"/>
                  </a:cubicBezTo>
                  <a:cubicBezTo>
                    <a:pt x="4950" y="2489"/>
                    <a:pt x="3781" y="3658"/>
                    <a:pt x="3781" y="5101"/>
                  </a:cubicBezTo>
                  <a:cubicBezTo>
                    <a:pt x="3781" y="6137"/>
                    <a:pt x="4386" y="7030"/>
                    <a:pt x="5261" y="7451"/>
                  </a:cubicBezTo>
                  <a:cubicBezTo>
                    <a:pt x="3885" y="7698"/>
                    <a:pt x="2662" y="8385"/>
                    <a:pt x="1743" y="9361"/>
                  </a:cubicBezTo>
                  <a:cubicBezTo>
                    <a:pt x="1190" y="8502"/>
                    <a:pt x="870" y="7480"/>
                    <a:pt x="870" y="6383"/>
                  </a:cubicBezTo>
                  <a:cubicBezTo>
                    <a:pt x="870" y="3339"/>
                    <a:pt x="3339" y="870"/>
                    <a:pt x="6383" y="870"/>
                  </a:cubicBezTo>
                  <a:close/>
                </a:path>
              </a:pathLst>
            </a:custGeom>
            <a:solidFill>
              <a:schemeClr val="bg1"/>
            </a:solidFill>
          </p:spPr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sym typeface="+mn-lt"/>
              </a:endParaRPr>
            </a:p>
          </p:txBody>
        </p:sp>
        <p:sp>
          <p:nvSpPr>
            <p:cNvPr id="146" name="文本框 145">
              <a:extLst>
                <a:ext uri="{FF2B5EF4-FFF2-40B4-BE49-F238E27FC236}">
                  <a16:creationId xmlns:a16="http://schemas.microsoft.com/office/drawing/2014/main" id="{574D28EE-3E09-D182-C510-82D63D4BBB79}"/>
                </a:ext>
              </a:extLst>
            </p:cNvPr>
            <p:cNvSpPr txBox="1"/>
            <p:nvPr/>
          </p:nvSpPr>
          <p:spPr>
            <a:xfrm>
              <a:off x="3898985" y="4118390"/>
              <a:ext cx="1668205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bg1"/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</a:p>
          </p:txBody>
        </p:sp>
        <p:sp>
          <p:nvSpPr>
            <p:cNvPr id="147" name="iconfont-11899-5651509">
              <a:extLst>
                <a:ext uri="{FF2B5EF4-FFF2-40B4-BE49-F238E27FC236}">
                  <a16:creationId xmlns:a16="http://schemas.microsoft.com/office/drawing/2014/main" id="{1F7D64EB-74CB-8CE5-3783-DEF3A61A3CA4}"/>
                </a:ext>
              </a:extLst>
            </p:cNvPr>
            <p:cNvSpPr/>
            <p:nvPr/>
          </p:nvSpPr>
          <p:spPr>
            <a:xfrm>
              <a:off x="3588150" y="4118394"/>
              <a:ext cx="307836" cy="307774"/>
            </a:xfrm>
            <a:custGeom>
              <a:avLst/>
              <a:gdLst>
                <a:gd name="T0" fmla="*/ 5872 w 10378"/>
                <a:gd name="T1" fmla="*/ 5277 h 10377"/>
                <a:gd name="T2" fmla="*/ 5872 w 10378"/>
                <a:gd name="T3" fmla="*/ 2783 h 10377"/>
                <a:gd name="T4" fmla="*/ 5223 w 10378"/>
                <a:gd name="T5" fmla="*/ 2135 h 10377"/>
                <a:gd name="T6" fmla="*/ 4574 w 10378"/>
                <a:gd name="T7" fmla="*/ 2783 h 10377"/>
                <a:gd name="T8" fmla="*/ 4574 w 10378"/>
                <a:gd name="T9" fmla="*/ 6026 h 10377"/>
                <a:gd name="T10" fmla="*/ 7383 w 10378"/>
                <a:gd name="T11" fmla="*/ 7647 h 10377"/>
                <a:gd name="T12" fmla="*/ 8267 w 10378"/>
                <a:gd name="T13" fmla="*/ 7403 h 10377"/>
                <a:gd name="T14" fmla="*/ 8031 w 10378"/>
                <a:gd name="T15" fmla="*/ 6523 h 10377"/>
                <a:gd name="T16" fmla="*/ 5872 w 10378"/>
                <a:gd name="T17" fmla="*/ 5277 h 10377"/>
                <a:gd name="T18" fmla="*/ 5189 w 10378"/>
                <a:gd name="T19" fmla="*/ 10377 h 10377"/>
                <a:gd name="T20" fmla="*/ 0 w 10378"/>
                <a:gd name="T21" fmla="*/ 5188 h 10377"/>
                <a:gd name="T22" fmla="*/ 5189 w 10378"/>
                <a:gd name="T23" fmla="*/ 0 h 10377"/>
                <a:gd name="T24" fmla="*/ 10378 w 10378"/>
                <a:gd name="T25" fmla="*/ 5188 h 10377"/>
                <a:gd name="T26" fmla="*/ 5189 w 10378"/>
                <a:gd name="T27" fmla="*/ 10377 h 10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378" h="10377">
                  <a:moveTo>
                    <a:pt x="5872" y="5277"/>
                  </a:moveTo>
                  <a:lnTo>
                    <a:pt x="5872" y="2783"/>
                  </a:lnTo>
                  <a:cubicBezTo>
                    <a:pt x="5872" y="2425"/>
                    <a:pt x="5582" y="2135"/>
                    <a:pt x="5223" y="2135"/>
                  </a:cubicBezTo>
                  <a:cubicBezTo>
                    <a:pt x="4864" y="2135"/>
                    <a:pt x="4574" y="2425"/>
                    <a:pt x="4574" y="2783"/>
                  </a:cubicBezTo>
                  <a:lnTo>
                    <a:pt x="4574" y="6026"/>
                  </a:lnTo>
                  <a:lnTo>
                    <a:pt x="7383" y="7647"/>
                  </a:lnTo>
                  <a:cubicBezTo>
                    <a:pt x="7694" y="7825"/>
                    <a:pt x="8091" y="7716"/>
                    <a:pt x="8267" y="7403"/>
                  </a:cubicBezTo>
                  <a:cubicBezTo>
                    <a:pt x="8442" y="7095"/>
                    <a:pt x="8337" y="6703"/>
                    <a:pt x="8031" y="6523"/>
                  </a:cubicBezTo>
                  <a:lnTo>
                    <a:pt x="5872" y="5277"/>
                  </a:lnTo>
                  <a:close/>
                  <a:moveTo>
                    <a:pt x="5189" y="10377"/>
                  </a:moveTo>
                  <a:cubicBezTo>
                    <a:pt x="2324" y="10377"/>
                    <a:pt x="0" y="8054"/>
                    <a:pt x="0" y="5188"/>
                  </a:cubicBezTo>
                  <a:cubicBezTo>
                    <a:pt x="0" y="2322"/>
                    <a:pt x="2324" y="0"/>
                    <a:pt x="5189" y="0"/>
                  </a:cubicBezTo>
                  <a:cubicBezTo>
                    <a:pt x="8054" y="0"/>
                    <a:pt x="10378" y="2322"/>
                    <a:pt x="10378" y="5188"/>
                  </a:cubicBezTo>
                  <a:cubicBezTo>
                    <a:pt x="10378" y="8054"/>
                    <a:pt x="8056" y="10377"/>
                    <a:pt x="5189" y="10377"/>
                  </a:cubicBezTo>
                  <a:close/>
                </a:path>
              </a:pathLst>
            </a:custGeom>
            <a:solidFill>
              <a:schemeClr val="bg1"/>
            </a:solidFill>
          </p:spPr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sym typeface="+mn-lt"/>
              </a:endParaRPr>
            </a:p>
          </p:txBody>
        </p:sp>
      </p:grpSp>
      <p:sp>
        <p:nvSpPr>
          <p:cNvPr id="149" name="图形 948">
            <a:extLst>
              <a:ext uri="{FF2B5EF4-FFF2-40B4-BE49-F238E27FC236}">
                <a16:creationId xmlns:a16="http://schemas.microsoft.com/office/drawing/2014/main" id="{67C11CDD-76BB-423C-6D17-02E5E5CA60AD}"/>
              </a:ext>
            </a:extLst>
          </p:cNvPr>
          <p:cNvSpPr/>
          <p:nvPr/>
        </p:nvSpPr>
        <p:spPr>
          <a:xfrm>
            <a:off x="10490406" y="4485419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51" name="组合 150">
            <a:extLst>
              <a:ext uri="{FF2B5EF4-FFF2-40B4-BE49-F238E27FC236}">
                <a16:creationId xmlns:a16="http://schemas.microsoft.com/office/drawing/2014/main" id="{65F1FE68-EDDA-B6E9-636C-ADA0038BE9E8}"/>
              </a:ext>
            </a:extLst>
          </p:cNvPr>
          <p:cNvGrpSpPr/>
          <p:nvPr/>
        </p:nvGrpSpPr>
        <p:grpSpPr>
          <a:xfrm>
            <a:off x="3091543" y="3015847"/>
            <a:ext cx="6008914" cy="410702"/>
            <a:chOff x="3091543" y="2828925"/>
            <a:chExt cx="6008914" cy="410702"/>
          </a:xfrm>
        </p:grpSpPr>
        <p:sp>
          <p:nvSpPr>
            <p:cNvPr id="148" name="矩形: 圆角 147">
              <a:extLst>
                <a:ext uri="{FF2B5EF4-FFF2-40B4-BE49-F238E27FC236}">
                  <a16:creationId xmlns:a16="http://schemas.microsoft.com/office/drawing/2014/main" id="{56956BC4-AD80-981A-CA55-09DC358B8E0D}"/>
                </a:ext>
              </a:extLst>
            </p:cNvPr>
            <p:cNvSpPr/>
            <p:nvPr/>
          </p:nvSpPr>
          <p:spPr>
            <a:xfrm>
              <a:off x="3091543" y="2828925"/>
              <a:ext cx="6008914" cy="410702"/>
            </a:xfrm>
            <a:prstGeom prst="roundRect">
              <a:avLst>
                <a:gd name="adj" fmla="val 19077"/>
              </a:avLst>
            </a:pr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50" name="文本框 149">
              <a:extLst>
                <a:ext uri="{FF2B5EF4-FFF2-40B4-BE49-F238E27FC236}">
                  <a16:creationId xmlns:a16="http://schemas.microsoft.com/office/drawing/2014/main" id="{1FBCCB81-F9A8-0A4F-AE00-09643E2306EB}"/>
                </a:ext>
              </a:extLst>
            </p:cNvPr>
            <p:cNvSpPr txBox="1"/>
            <p:nvPr/>
          </p:nvSpPr>
          <p:spPr>
            <a:xfrm>
              <a:off x="3734245" y="2883788"/>
              <a:ext cx="474360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>
                  <a:solidFill>
                    <a:schemeClr val="bg1"/>
                  </a:solidFill>
                </a:rPr>
                <a:t>感谢聆听 | 期待合作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94118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51PPT模板网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zczurs3h">
      <a:majorFont>
        <a:latin typeface="HarmonyOS Sans SC Light" panose="020F0302020204030204"/>
        <a:ea typeface="阿里巴巴普惠体 2.0 55 Regular"/>
        <a:cs typeface=""/>
      </a:majorFont>
      <a:minorFont>
        <a:latin typeface="HarmonyOS Sans SC Light" panose="020F0502020204030204"/>
        <a:ea typeface="阿里巴巴普惠体 2.0 55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wrap="square" rtlCol="0" anchor="ctr">
        <a:noAutofit/>
      </a:bodyPr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2746</TotalTime>
  <Words>2321</Words>
  <Application>Microsoft Office PowerPoint</Application>
  <PresentationFormat>宽屏</PresentationFormat>
  <Paragraphs>223</Paragraphs>
  <Slides>25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7" baseType="lpstr">
      <vt:lpstr>Arial Unicode MS</vt:lpstr>
      <vt:lpstr>Gill Sans</vt:lpstr>
      <vt:lpstr>HarmonyOS Sans SC Light</vt:lpstr>
      <vt:lpstr>等线</vt:lpstr>
      <vt:lpstr>思源黑体 CN Heavy</vt:lpstr>
      <vt:lpstr>宋体</vt:lpstr>
      <vt:lpstr>微软雅黑</vt:lpstr>
      <vt:lpstr>字魂59号-创粗黑</vt:lpstr>
      <vt:lpstr>Arial</vt:lpstr>
      <vt:lpstr>Calibri</vt:lpstr>
      <vt:lpstr>Open Sans</vt:lpstr>
      <vt:lpstr>51PPT模板网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51PPT模板网</Manager>
  <Company>www.51pptmoban.com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简约弧形几何工作汇报商务通用PPT模板</dc:title>
  <dc:creator>©51PPT模板网（www.51pptmoban.com）</dc:creator>
  <dc:description>51PPT模板网，幻灯片演示模板及素材免费下载！_x000d_
51PPT模板网 唯一访问网址：www.51pptmoban.com</dc:description>
  <cp:lastModifiedBy>©51PPT模板网（www.51pptmoban.com）</cp:lastModifiedBy>
  <cp:revision>557</cp:revision>
  <dcterms:created xsi:type="dcterms:W3CDTF">2026-03-27T07:31:40Z</dcterms:created>
  <dcterms:modified xsi:type="dcterms:W3CDTF">2026-05-07T13:19:58Z</dcterms:modified>
  <cp:contentStatus>简约弧形几何工作汇报商务通用PPT模板，www.51pptmoban.com</cp:contentStatus>
  <cp:version>51pptmoban.com（V51PPT-26050701版）</cp:version>
</cp:coreProperties>
</file>