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SINESS_REPOR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932688" y="1920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工作汇报商务通用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8408" y="1481328"/>
            <a:ext cx="95554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CONTENTS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2. 01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4. 02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6. 03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尽量将每页幻灯片的字数控制在200字以内，据统计每页幻灯片的最好控制在5分钟之内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尽量将每页幻灯片的字数控制在200字以内，据统计每页幻灯片的最好控制在5分钟之内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尽量将每页幻灯片的字数控制在200字以内，据统计每页幻灯片的最好控制在5分钟之内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此处添加详细文本描述，建议与标题相关并符合整体语言风格，语言描述尽量简洁生动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尽量将每页幻灯片的字数控制在200字以内，据统计每页幻灯片的最好控制在5分钟之内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60%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25%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75%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90%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02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03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04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单击此处添加标题文本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根据自己的需要添加适当的文字，此处添加详细文本描述，建议与标题相关尽量简洁...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添加标题文本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03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02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04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单击此处添加标题文本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01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02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03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04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根据自己的需要添加适当的文字，此处添加详细文本描述，建议与标题相关尽量简洁... ...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添加标题文本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Your content to play here, or through paste in this box, and select only the text. Your content to play here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汇报人：51PPT模板网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时间：2026.05.08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B45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工作汇报/工作总结/述职报告/工作计划/商务通用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模板使用字体说明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32688" y="1481328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标题字：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32688" y="1993392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内容字体：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2688" y="2505456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3017520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中文：阿里巴巴普惠体 2.0 55 Regular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529584"/>
            <a:ext cx="10149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英文/数字：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18D96D-37AE-7815-449A-CBA7BF0F3600}"/>
              </a:ext>
            </a:extLst>
          </p:cNvPr>
          <p:cNvSpPr/>
          <p:nvPr/>
        </p:nvSpPr>
        <p:spPr bwMode="auto">
          <a:xfrm>
            <a:off x="8465454" y="276815"/>
            <a:ext cx="45719" cy="45719"/>
          </a:xfrm>
          <a:prstGeom prst="ellipse">
            <a:avLst/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F533B97-51C4-79FB-3C44-8C87EBCE08C3}"/>
              </a:ext>
            </a:extLst>
          </p:cNvPr>
          <p:cNvSpPr/>
          <p:nvPr/>
        </p:nvSpPr>
        <p:spPr>
          <a:xfrm>
            <a:off x="8154814" y="263825"/>
            <a:ext cx="306598" cy="305645"/>
          </a:xfrm>
          <a:custGeom>
            <a:avLst/>
            <a:gdLst>
              <a:gd name="connsiteX0" fmla="*/ 518470 w 1105104"/>
              <a:gd name="connsiteY0" fmla="*/ 0 h 1101666"/>
              <a:gd name="connsiteX1" fmla="*/ 408380 w 1105104"/>
              <a:gd name="connsiteY1" fmla="*/ 792005 h 1101666"/>
              <a:gd name="connsiteX2" fmla="*/ 419555 w 1105104"/>
              <a:gd name="connsiteY2" fmla="*/ 845398 h 1101666"/>
              <a:gd name="connsiteX3" fmla="*/ 464254 w 1105104"/>
              <a:gd name="connsiteY3" fmla="*/ 862782 h 1101666"/>
              <a:gd name="connsiteX4" fmla="*/ 907150 w 1105104"/>
              <a:gd name="connsiteY4" fmla="*/ 862782 h 1101666"/>
              <a:gd name="connsiteX5" fmla="*/ 907149 w 1105104"/>
              <a:gd name="connsiteY5" fmla="*/ 862783 h 1101666"/>
              <a:gd name="connsiteX6" fmla="*/ 958696 w 1105104"/>
              <a:gd name="connsiteY6" fmla="*/ 811236 h 1101666"/>
              <a:gd name="connsiteX7" fmla="*/ 958697 w 1105104"/>
              <a:gd name="connsiteY7" fmla="*/ 729857 h 1101666"/>
              <a:gd name="connsiteX8" fmla="*/ 907150 w 1105104"/>
              <a:gd name="connsiteY8" fmla="*/ 678311 h 1101666"/>
              <a:gd name="connsiteX9" fmla="*/ 905456 w 1105104"/>
              <a:gd name="connsiteY9" fmla="*/ 679013 h 1101666"/>
              <a:gd name="connsiteX10" fmla="*/ 645541 w 1105104"/>
              <a:gd name="connsiteY10" fmla="*/ 679013 h 1101666"/>
              <a:gd name="connsiteX11" fmla="*/ 735555 w 1105104"/>
              <a:gd name="connsiteY11" fmla="*/ 30029 h 1101666"/>
              <a:gd name="connsiteX12" fmla="*/ 767630 w 1105104"/>
              <a:gd name="connsiteY12" fmla="*/ 39986 h 1101666"/>
              <a:gd name="connsiteX13" fmla="*/ 1105104 w 1105104"/>
              <a:gd name="connsiteY13" fmla="*/ 549115 h 1101666"/>
              <a:gd name="connsiteX14" fmla="*/ 552552 w 1105104"/>
              <a:gd name="connsiteY14" fmla="*/ 1101666 h 1101666"/>
              <a:gd name="connsiteX15" fmla="*/ 0 w 1105104"/>
              <a:gd name="connsiteY15" fmla="*/ 549115 h 1101666"/>
              <a:gd name="connsiteX16" fmla="*/ 441194 w 1105104"/>
              <a:gd name="connsiteY16" fmla="*/ 7790 h 1101666"/>
              <a:gd name="connsiteX17" fmla="*/ 518470 w 1105104"/>
              <a:gd name="connsiteY17" fmla="*/ 0 h 110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05104" h="1101666">
                <a:moveTo>
                  <a:pt x="518470" y="0"/>
                </a:moveTo>
                <a:lnTo>
                  <a:pt x="408380" y="792005"/>
                </a:lnTo>
                <a:cubicBezTo>
                  <a:pt x="405066" y="816840"/>
                  <a:pt x="408792" y="834636"/>
                  <a:pt x="419555" y="845398"/>
                </a:cubicBezTo>
                <a:cubicBezTo>
                  <a:pt x="430314" y="856989"/>
                  <a:pt x="445215" y="862782"/>
                  <a:pt x="464254" y="862782"/>
                </a:cubicBezTo>
                <a:lnTo>
                  <a:pt x="907150" y="862782"/>
                </a:lnTo>
                <a:lnTo>
                  <a:pt x="907149" y="862783"/>
                </a:lnTo>
                <a:cubicBezTo>
                  <a:pt x="935618" y="862783"/>
                  <a:pt x="958696" y="839705"/>
                  <a:pt x="958696" y="811236"/>
                </a:cubicBezTo>
                <a:cubicBezTo>
                  <a:pt x="958696" y="784110"/>
                  <a:pt x="958697" y="756984"/>
                  <a:pt x="958697" y="729857"/>
                </a:cubicBezTo>
                <a:cubicBezTo>
                  <a:pt x="958697" y="701389"/>
                  <a:pt x="935619" y="678311"/>
                  <a:pt x="907150" y="678311"/>
                </a:cubicBezTo>
                <a:lnTo>
                  <a:pt x="905456" y="679013"/>
                </a:lnTo>
                <a:lnTo>
                  <a:pt x="645541" y="679013"/>
                </a:lnTo>
                <a:lnTo>
                  <a:pt x="735555" y="30029"/>
                </a:lnTo>
                <a:lnTo>
                  <a:pt x="767630" y="39986"/>
                </a:lnTo>
                <a:cubicBezTo>
                  <a:pt x="965950" y="123868"/>
                  <a:pt x="1105104" y="320241"/>
                  <a:pt x="1105104" y="549115"/>
                </a:cubicBezTo>
                <a:cubicBezTo>
                  <a:pt x="1105104" y="854280"/>
                  <a:pt x="857718" y="1101666"/>
                  <a:pt x="552552" y="1101666"/>
                </a:cubicBezTo>
                <a:cubicBezTo>
                  <a:pt x="247386" y="1101666"/>
                  <a:pt x="0" y="854280"/>
                  <a:pt x="0" y="549115"/>
                </a:cubicBezTo>
                <a:cubicBezTo>
                  <a:pt x="0" y="282096"/>
                  <a:pt x="189405" y="59313"/>
                  <a:pt x="441194" y="7790"/>
                </a:cubicBezTo>
                <a:lnTo>
                  <a:pt x="518470" y="0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1EFD39E8-B6C7-E356-6427-C5296A3CAA40}"/>
              </a:ext>
            </a:extLst>
          </p:cNvPr>
          <p:cNvSpPr txBox="1"/>
          <p:nvPr/>
        </p:nvSpPr>
        <p:spPr>
          <a:xfrm>
            <a:off x="85019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7" y="26479"/>
                  <a:pt x="39004" y="35147"/>
                </a:cubicBezTo>
                <a:cubicBezTo>
                  <a:pt x="30623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1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FEC4EB6-699C-9E36-EBEB-179A28C50FB2}"/>
              </a:ext>
            </a:extLst>
          </p:cNvPr>
          <p:cNvSpPr txBox="1"/>
          <p:nvPr/>
        </p:nvSpPr>
        <p:spPr>
          <a:xfrm>
            <a:off x="8644844" y="300619"/>
            <a:ext cx="108746" cy="123872"/>
          </a:xfrm>
          <a:custGeom>
            <a:avLst/>
            <a:gdLst/>
            <a:ahLst/>
            <a:cxnLst/>
            <a:rect l="l" t="t" r="r" b="b"/>
            <a:pathLst>
              <a:path w="108746" h="123872">
                <a:moveTo>
                  <a:pt x="70027" y="0"/>
                </a:moveTo>
                <a:cubicBezTo>
                  <a:pt x="72694" y="0"/>
                  <a:pt x="75838" y="119"/>
                  <a:pt x="79457" y="357"/>
                </a:cubicBezTo>
                <a:cubicBezTo>
                  <a:pt x="83077" y="595"/>
                  <a:pt x="86268" y="1047"/>
                  <a:pt x="89030" y="1714"/>
                </a:cubicBezTo>
                <a:cubicBezTo>
                  <a:pt x="94840" y="3429"/>
                  <a:pt x="99579" y="5310"/>
                  <a:pt x="103246" y="7358"/>
                </a:cubicBezTo>
                <a:cubicBezTo>
                  <a:pt x="106913" y="9406"/>
                  <a:pt x="108746" y="10430"/>
                  <a:pt x="108746" y="10430"/>
                </a:cubicBezTo>
                <a:lnTo>
                  <a:pt x="106175" y="16859"/>
                </a:lnTo>
                <a:cubicBezTo>
                  <a:pt x="104746" y="20097"/>
                  <a:pt x="102508" y="22336"/>
                  <a:pt x="99460" y="23574"/>
                </a:cubicBezTo>
                <a:cubicBezTo>
                  <a:pt x="96412" y="24812"/>
                  <a:pt x="93268" y="24812"/>
                  <a:pt x="90030" y="23574"/>
                </a:cubicBezTo>
                <a:cubicBezTo>
                  <a:pt x="87934" y="22717"/>
                  <a:pt x="85982" y="22050"/>
                  <a:pt x="84172" y="21574"/>
                </a:cubicBezTo>
                <a:cubicBezTo>
                  <a:pt x="80172" y="20431"/>
                  <a:pt x="75457" y="19859"/>
                  <a:pt x="70027" y="19859"/>
                </a:cubicBezTo>
                <a:cubicBezTo>
                  <a:pt x="64217" y="19859"/>
                  <a:pt x="58836" y="20859"/>
                  <a:pt x="53882" y="22860"/>
                </a:cubicBezTo>
                <a:cubicBezTo>
                  <a:pt x="48930" y="24860"/>
                  <a:pt x="44548" y="27717"/>
                  <a:pt x="40738" y="31432"/>
                </a:cubicBezTo>
                <a:cubicBezTo>
                  <a:pt x="36833" y="35052"/>
                  <a:pt x="33642" y="39481"/>
                  <a:pt x="31165" y="44720"/>
                </a:cubicBezTo>
                <a:cubicBezTo>
                  <a:pt x="28594" y="49863"/>
                  <a:pt x="26879" y="55530"/>
                  <a:pt x="26022" y="61722"/>
                </a:cubicBezTo>
                <a:cubicBezTo>
                  <a:pt x="25069" y="68580"/>
                  <a:pt x="25117" y="74628"/>
                  <a:pt x="26165" y="79867"/>
                </a:cubicBezTo>
                <a:cubicBezTo>
                  <a:pt x="27308" y="85106"/>
                  <a:pt x="29260" y="89487"/>
                  <a:pt x="32023" y="93011"/>
                </a:cubicBezTo>
                <a:cubicBezTo>
                  <a:pt x="34785" y="96536"/>
                  <a:pt x="38357" y="99155"/>
                  <a:pt x="42738" y="100869"/>
                </a:cubicBezTo>
                <a:cubicBezTo>
                  <a:pt x="47120" y="102679"/>
                  <a:pt x="52073" y="103584"/>
                  <a:pt x="57597" y="103584"/>
                </a:cubicBezTo>
                <a:cubicBezTo>
                  <a:pt x="60264" y="103584"/>
                  <a:pt x="62979" y="103298"/>
                  <a:pt x="65741" y="102727"/>
                </a:cubicBezTo>
                <a:cubicBezTo>
                  <a:pt x="68503" y="102060"/>
                  <a:pt x="71123" y="101108"/>
                  <a:pt x="73599" y="99869"/>
                </a:cubicBezTo>
                <a:lnTo>
                  <a:pt x="78457" y="72152"/>
                </a:lnTo>
                <a:lnTo>
                  <a:pt x="55740" y="72152"/>
                </a:lnTo>
                <a:lnTo>
                  <a:pt x="58026" y="61293"/>
                </a:lnTo>
                <a:cubicBezTo>
                  <a:pt x="58502" y="59102"/>
                  <a:pt x="59621" y="57293"/>
                  <a:pt x="61383" y="55864"/>
                </a:cubicBezTo>
                <a:cubicBezTo>
                  <a:pt x="63146" y="54435"/>
                  <a:pt x="65170" y="53721"/>
                  <a:pt x="67456" y="53721"/>
                </a:cubicBezTo>
                <a:lnTo>
                  <a:pt x="98745" y="53721"/>
                </a:lnTo>
                <a:cubicBezTo>
                  <a:pt x="99698" y="53721"/>
                  <a:pt x="100555" y="53864"/>
                  <a:pt x="101317" y="54149"/>
                </a:cubicBezTo>
                <a:cubicBezTo>
                  <a:pt x="102079" y="54530"/>
                  <a:pt x="102698" y="55054"/>
                  <a:pt x="103174" y="55721"/>
                </a:cubicBezTo>
                <a:cubicBezTo>
                  <a:pt x="103651" y="56388"/>
                  <a:pt x="103984" y="57197"/>
                  <a:pt x="104174" y="58150"/>
                </a:cubicBezTo>
                <a:cubicBezTo>
                  <a:pt x="104365" y="59102"/>
                  <a:pt x="104365" y="60198"/>
                  <a:pt x="104174" y="61436"/>
                </a:cubicBezTo>
                <a:lnTo>
                  <a:pt x="96031" y="114871"/>
                </a:lnTo>
                <a:cubicBezTo>
                  <a:pt x="96031" y="114871"/>
                  <a:pt x="95483" y="115085"/>
                  <a:pt x="94388" y="115514"/>
                </a:cubicBezTo>
                <a:cubicBezTo>
                  <a:pt x="93292" y="115943"/>
                  <a:pt x="91887" y="116467"/>
                  <a:pt x="90173" y="117086"/>
                </a:cubicBezTo>
                <a:cubicBezTo>
                  <a:pt x="88458" y="117705"/>
                  <a:pt x="86696" y="118348"/>
                  <a:pt x="84886" y="119015"/>
                </a:cubicBezTo>
                <a:cubicBezTo>
                  <a:pt x="83267" y="119586"/>
                  <a:pt x="81338" y="120158"/>
                  <a:pt x="79100" y="120729"/>
                </a:cubicBezTo>
                <a:cubicBezTo>
                  <a:pt x="76862" y="121301"/>
                  <a:pt x="74838" y="121729"/>
                  <a:pt x="73028" y="122015"/>
                </a:cubicBezTo>
                <a:cubicBezTo>
                  <a:pt x="69789" y="122682"/>
                  <a:pt x="66551" y="123158"/>
                  <a:pt x="63312" y="123444"/>
                </a:cubicBezTo>
                <a:cubicBezTo>
                  <a:pt x="59978" y="123729"/>
                  <a:pt x="56692" y="123872"/>
                  <a:pt x="53454" y="123872"/>
                </a:cubicBezTo>
                <a:cubicBezTo>
                  <a:pt x="43834" y="123872"/>
                  <a:pt x="35452" y="122491"/>
                  <a:pt x="28308" y="119729"/>
                </a:cubicBezTo>
                <a:cubicBezTo>
                  <a:pt x="21164" y="116967"/>
                  <a:pt x="15306" y="113014"/>
                  <a:pt x="10734" y="107870"/>
                </a:cubicBezTo>
                <a:cubicBezTo>
                  <a:pt x="6258" y="102632"/>
                  <a:pt x="3162" y="96250"/>
                  <a:pt x="1447" y="88725"/>
                </a:cubicBezTo>
                <a:cubicBezTo>
                  <a:pt x="-267" y="81200"/>
                  <a:pt x="-458" y="72675"/>
                  <a:pt x="876" y="63150"/>
                </a:cubicBezTo>
                <a:cubicBezTo>
                  <a:pt x="2209" y="53340"/>
                  <a:pt x="4924" y="44529"/>
                  <a:pt x="9020" y="36719"/>
                </a:cubicBezTo>
                <a:cubicBezTo>
                  <a:pt x="13020" y="28908"/>
                  <a:pt x="18164" y="22288"/>
                  <a:pt x="24450" y="16859"/>
                </a:cubicBezTo>
                <a:cubicBezTo>
                  <a:pt x="30070" y="11906"/>
                  <a:pt x="36499" y="8001"/>
                  <a:pt x="43738" y="5143"/>
                </a:cubicBezTo>
                <a:cubicBezTo>
                  <a:pt x="43929" y="5048"/>
                  <a:pt x="44072" y="5000"/>
                  <a:pt x="44167" y="5000"/>
                </a:cubicBezTo>
                <a:cubicBezTo>
                  <a:pt x="44738" y="4715"/>
                  <a:pt x="45310" y="4476"/>
                  <a:pt x="45882" y="4286"/>
                </a:cubicBezTo>
                <a:cubicBezTo>
                  <a:pt x="52549" y="1428"/>
                  <a:pt x="60598" y="0"/>
                  <a:pt x="70027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DAF8EAA2-624B-8D2E-F853-3F8604CEBE1A}"/>
              </a:ext>
            </a:extLst>
          </p:cNvPr>
          <p:cNvSpPr txBox="1"/>
          <p:nvPr/>
        </p:nvSpPr>
        <p:spPr>
          <a:xfrm>
            <a:off x="8768688" y="300763"/>
            <a:ext cx="129730" cy="123301"/>
          </a:xfrm>
          <a:custGeom>
            <a:avLst/>
            <a:gdLst/>
            <a:ahLst/>
            <a:cxnLst/>
            <a:rect l="l" t="t" r="r" b="b"/>
            <a:pathLst>
              <a:path w="129730" h="123301">
                <a:moveTo>
                  <a:pt x="68865" y="22145"/>
                </a:moveTo>
                <a:cubicBezTo>
                  <a:pt x="57340" y="22145"/>
                  <a:pt x="47386" y="26479"/>
                  <a:pt x="39004" y="35147"/>
                </a:cubicBezTo>
                <a:cubicBezTo>
                  <a:pt x="30622" y="43815"/>
                  <a:pt x="26432" y="54197"/>
                  <a:pt x="26432" y="66294"/>
                </a:cubicBezTo>
                <a:cubicBezTo>
                  <a:pt x="26432" y="76485"/>
                  <a:pt x="29622" y="84820"/>
                  <a:pt x="36004" y="91297"/>
                </a:cubicBezTo>
                <a:cubicBezTo>
                  <a:pt x="42386" y="97774"/>
                  <a:pt x="50625" y="101012"/>
                  <a:pt x="60722" y="101012"/>
                </a:cubicBezTo>
                <a:cubicBezTo>
                  <a:pt x="72628" y="101012"/>
                  <a:pt x="82724" y="96726"/>
                  <a:pt x="91011" y="88153"/>
                </a:cubicBezTo>
                <a:cubicBezTo>
                  <a:pt x="99298" y="79486"/>
                  <a:pt x="103441" y="68961"/>
                  <a:pt x="103441" y="56578"/>
                </a:cubicBezTo>
                <a:cubicBezTo>
                  <a:pt x="103441" y="46577"/>
                  <a:pt x="100155" y="38338"/>
                  <a:pt x="93583" y="31861"/>
                </a:cubicBezTo>
                <a:cubicBezTo>
                  <a:pt x="87106" y="25384"/>
                  <a:pt x="78867" y="22145"/>
                  <a:pt x="68865" y="22145"/>
                </a:cubicBezTo>
                <a:close/>
                <a:moveTo>
                  <a:pt x="70580" y="0"/>
                </a:moveTo>
                <a:cubicBezTo>
                  <a:pt x="88011" y="0"/>
                  <a:pt x="102250" y="5095"/>
                  <a:pt x="113300" y="15287"/>
                </a:cubicBezTo>
                <a:cubicBezTo>
                  <a:pt x="124253" y="25479"/>
                  <a:pt x="129730" y="38671"/>
                  <a:pt x="129730" y="54864"/>
                </a:cubicBezTo>
                <a:cubicBezTo>
                  <a:pt x="129730" y="75057"/>
                  <a:pt x="123253" y="91487"/>
                  <a:pt x="110299" y="104155"/>
                </a:cubicBezTo>
                <a:cubicBezTo>
                  <a:pt x="97345" y="116919"/>
                  <a:pt x="80772" y="123301"/>
                  <a:pt x="60579" y="123301"/>
                </a:cubicBezTo>
                <a:cubicBezTo>
                  <a:pt x="43053" y="123301"/>
                  <a:pt x="28575" y="118062"/>
                  <a:pt x="17145" y="107584"/>
                </a:cubicBezTo>
                <a:cubicBezTo>
                  <a:pt x="5715" y="97012"/>
                  <a:pt x="0" y="83629"/>
                  <a:pt x="0" y="67437"/>
                </a:cubicBezTo>
                <a:cubicBezTo>
                  <a:pt x="0" y="48101"/>
                  <a:pt x="6715" y="32051"/>
                  <a:pt x="20145" y="19288"/>
                </a:cubicBezTo>
                <a:cubicBezTo>
                  <a:pt x="33480" y="6429"/>
                  <a:pt x="50292" y="0"/>
                  <a:pt x="70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4F1CB1-5428-F288-C3B4-6F92A9474BB3}"/>
              </a:ext>
            </a:extLst>
          </p:cNvPr>
          <p:cNvSpPr txBox="1"/>
          <p:nvPr/>
        </p:nvSpPr>
        <p:spPr>
          <a:xfrm>
            <a:off x="892413" y="663237"/>
            <a:ext cx="124027" cy="123222"/>
          </a:xfrm>
          <a:custGeom>
            <a:avLst/>
            <a:gdLst/>
            <a:ahLst/>
            <a:cxnLst/>
            <a:rect l="l" t="t" r="r" b="b"/>
            <a:pathLst>
              <a:path w="132159" h="131302">
                <a:moveTo>
                  <a:pt x="56435" y="46434"/>
                </a:moveTo>
                <a:lnTo>
                  <a:pt x="72580" y="52863"/>
                </a:lnTo>
                <a:cubicBezTo>
                  <a:pt x="68199" y="62960"/>
                  <a:pt x="63055" y="73199"/>
                  <a:pt x="57150" y="83581"/>
                </a:cubicBezTo>
                <a:cubicBezTo>
                  <a:pt x="51244" y="93964"/>
                  <a:pt x="46005" y="102203"/>
                  <a:pt x="41433" y="108299"/>
                </a:cubicBezTo>
                <a:lnTo>
                  <a:pt x="90725" y="105298"/>
                </a:lnTo>
                <a:cubicBezTo>
                  <a:pt x="84915" y="96059"/>
                  <a:pt x="79486" y="87772"/>
                  <a:pt x="74437" y="80438"/>
                </a:cubicBezTo>
                <a:lnTo>
                  <a:pt x="87296" y="71723"/>
                </a:lnTo>
                <a:cubicBezTo>
                  <a:pt x="92535" y="78867"/>
                  <a:pt x="98083" y="87010"/>
                  <a:pt x="103941" y="96154"/>
                </a:cubicBezTo>
                <a:cubicBezTo>
                  <a:pt x="109799" y="105298"/>
                  <a:pt x="114585" y="113299"/>
                  <a:pt x="118300" y="120157"/>
                </a:cubicBezTo>
                <a:lnTo>
                  <a:pt x="105727" y="131302"/>
                </a:lnTo>
                <a:cubicBezTo>
                  <a:pt x="103917" y="127682"/>
                  <a:pt x="101727" y="123729"/>
                  <a:pt x="99155" y="119443"/>
                </a:cubicBezTo>
                <a:cubicBezTo>
                  <a:pt x="71151" y="120681"/>
                  <a:pt x="48244" y="122158"/>
                  <a:pt x="30432" y="123872"/>
                </a:cubicBezTo>
                <a:cubicBezTo>
                  <a:pt x="25098" y="124348"/>
                  <a:pt x="21145" y="124777"/>
                  <a:pt x="18573" y="125158"/>
                </a:cubicBezTo>
                <a:lnTo>
                  <a:pt x="13573" y="109870"/>
                </a:lnTo>
                <a:cubicBezTo>
                  <a:pt x="16430" y="109204"/>
                  <a:pt x="18502" y="108489"/>
                  <a:pt x="19788" y="107727"/>
                </a:cubicBezTo>
                <a:cubicBezTo>
                  <a:pt x="21074" y="106965"/>
                  <a:pt x="22479" y="105679"/>
                  <a:pt x="24003" y="103870"/>
                </a:cubicBezTo>
                <a:cubicBezTo>
                  <a:pt x="28860" y="98155"/>
                  <a:pt x="34337" y="89892"/>
                  <a:pt x="40433" y="79081"/>
                </a:cubicBezTo>
                <a:cubicBezTo>
                  <a:pt x="46529" y="68270"/>
                  <a:pt x="51863" y="57388"/>
                  <a:pt x="56435" y="46434"/>
                </a:cubicBezTo>
                <a:close/>
                <a:moveTo>
                  <a:pt x="44291" y="1857"/>
                </a:moveTo>
                <a:lnTo>
                  <a:pt x="59864" y="7000"/>
                </a:lnTo>
                <a:cubicBezTo>
                  <a:pt x="49672" y="32527"/>
                  <a:pt x="33337" y="54959"/>
                  <a:pt x="10858" y="74295"/>
                </a:cubicBezTo>
                <a:lnTo>
                  <a:pt x="0" y="60864"/>
                </a:lnTo>
                <a:cubicBezTo>
                  <a:pt x="21336" y="42862"/>
                  <a:pt x="36099" y="23193"/>
                  <a:pt x="44291" y="1857"/>
                </a:cubicBezTo>
                <a:close/>
                <a:moveTo>
                  <a:pt x="87582" y="0"/>
                </a:moveTo>
                <a:cubicBezTo>
                  <a:pt x="92630" y="14001"/>
                  <a:pt x="98560" y="25550"/>
                  <a:pt x="105370" y="34647"/>
                </a:cubicBezTo>
                <a:cubicBezTo>
                  <a:pt x="112180" y="43743"/>
                  <a:pt x="121110" y="52197"/>
                  <a:pt x="132159" y="60007"/>
                </a:cubicBezTo>
                <a:lnTo>
                  <a:pt x="121729" y="74295"/>
                </a:lnTo>
                <a:cubicBezTo>
                  <a:pt x="109728" y="64770"/>
                  <a:pt x="99869" y="54792"/>
                  <a:pt x="92154" y="44362"/>
                </a:cubicBezTo>
                <a:cubicBezTo>
                  <a:pt x="84439" y="33932"/>
                  <a:pt x="77962" y="20955"/>
                  <a:pt x="72723" y="5429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21DCC848-4E31-9A25-7439-D8A9949BEC93}"/>
              </a:ext>
            </a:extLst>
          </p:cNvPr>
          <p:cNvSpPr txBox="1"/>
          <p:nvPr/>
        </p:nvSpPr>
        <p:spPr>
          <a:xfrm>
            <a:off x="1094481" y="668063"/>
            <a:ext cx="107132" cy="116116"/>
          </a:xfrm>
          <a:custGeom>
            <a:avLst/>
            <a:gdLst/>
            <a:ahLst/>
            <a:cxnLst/>
            <a:rect l="l" t="t" r="r" b="b"/>
            <a:pathLst>
              <a:path w="114157" h="123730">
                <a:moveTo>
                  <a:pt x="27575" y="68009"/>
                </a:moveTo>
                <a:lnTo>
                  <a:pt x="27575" y="91440"/>
                </a:lnTo>
                <a:lnTo>
                  <a:pt x="63865" y="91440"/>
                </a:lnTo>
                <a:lnTo>
                  <a:pt x="63865" y="68009"/>
                </a:lnTo>
                <a:close/>
                <a:moveTo>
                  <a:pt x="11573" y="53007"/>
                </a:moveTo>
                <a:lnTo>
                  <a:pt x="80010" y="53007"/>
                </a:lnTo>
                <a:lnTo>
                  <a:pt x="80010" y="106871"/>
                </a:lnTo>
                <a:lnTo>
                  <a:pt x="11573" y="106871"/>
                </a:lnTo>
                <a:close/>
                <a:moveTo>
                  <a:pt x="0" y="27146"/>
                </a:moveTo>
                <a:lnTo>
                  <a:pt x="91583" y="27146"/>
                </a:lnTo>
                <a:lnTo>
                  <a:pt x="91583" y="42005"/>
                </a:lnTo>
                <a:lnTo>
                  <a:pt x="0" y="42005"/>
                </a:lnTo>
                <a:close/>
                <a:moveTo>
                  <a:pt x="8001" y="0"/>
                </a:moveTo>
                <a:lnTo>
                  <a:pt x="114157" y="0"/>
                </a:lnTo>
                <a:lnTo>
                  <a:pt x="114157" y="105442"/>
                </a:lnTo>
                <a:cubicBezTo>
                  <a:pt x="114157" y="109633"/>
                  <a:pt x="113586" y="112871"/>
                  <a:pt x="112443" y="115157"/>
                </a:cubicBezTo>
                <a:cubicBezTo>
                  <a:pt x="111300" y="117443"/>
                  <a:pt x="109323" y="119158"/>
                  <a:pt x="106514" y="120301"/>
                </a:cubicBezTo>
                <a:cubicBezTo>
                  <a:pt x="103704" y="121444"/>
                  <a:pt x="99679" y="122206"/>
                  <a:pt x="94441" y="122587"/>
                </a:cubicBezTo>
                <a:lnTo>
                  <a:pt x="80725" y="123730"/>
                </a:lnTo>
                <a:lnTo>
                  <a:pt x="75867" y="108871"/>
                </a:lnTo>
                <a:lnTo>
                  <a:pt x="87868" y="108014"/>
                </a:lnTo>
                <a:cubicBezTo>
                  <a:pt x="91297" y="107728"/>
                  <a:pt x="93631" y="107371"/>
                  <a:pt x="94869" y="106942"/>
                </a:cubicBezTo>
                <a:cubicBezTo>
                  <a:pt x="96107" y="106513"/>
                  <a:pt x="96917" y="105751"/>
                  <a:pt x="97298" y="104656"/>
                </a:cubicBezTo>
                <a:cubicBezTo>
                  <a:pt x="97679" y="103561"/>
                  <a:pt x="97870" y="101584"/>
                  <a:pt x="97870" y="98727"/>
                </a:cubicBezTo>
                <a:lnTo>
                  <a:pt x="97870" y="15573"/>
                </a:lnTo>
                <a:lnTo>
                  <a:pt x="8001" y="15573"/>
                </a:ln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47E94F2C-C7E3-D2E2-918C-AE0E0228CF64}"/>
              </a:ext>
            </a:extLst>
          </p:cNvPr>
          <p:cNvSpPr txBox="1"/>
          <p:nvPr/>
        </p:nvSpPr>
        <p:spPr>
          <a:xfrm>
            <a:off x="1282133" y="660958"/>
            <a:ext cx="112630" cy="122551"/>
          </a:xfrm>
          <a:custGeom>
            <a:avLst/>
            <a:gdLst/>
            <a:ahLst/>
            <a:cxnLst/>
            <a:rect l="l" t="t" r="r" b="b"/>
            <a:pathLst>
              <a:path w="120015" h="130587">
                <a:moveTo>
                  <a:pt x="44005" y="84439"/>
                </a:moveTo>
                <a:lnTo>
                  <a:pt x="44005" y="110871"/>
                </a:lnTo>
                <a:lnTo>
                  <a:pt x="102156" y="110871"/>
                </a:lnTo>
                <a:lnTo>
                  <a:pt x="102156" y="84439"/>
                </a:lnTo>
                <a:close/>
                <a:moveTo>
                  <a:pt x="55435" y="0"/>
                </a:moveTo>
                <a:lnTo>
                  <a:pt x="69866" y="6000"/>
                </a:lnTo>
                <a:cubicBezTo>
                  <a:pt x="67199" y="10001"/>
                  <a:pt x="65103" y="12954"/>
                  <a:pt x="63579" y="14859"/>
                </a:cubicBezTo>
                <a:lnTo>
                  <a:pt x="120015" y="14859"/>
                </a:lnTo>
                <a:lnTo>
                  <a:pt x="120015" y="29575"/>
                </a:lnTo>
                <a:cubicBezTo>
                  <a:pt x="106108" y="45482"/>
                  <a:pt x="88487" y="59007"/>
                  <a:pt x="67151" y="70151"/>
                </a:cubicBezTo>
                <a:lnTo>
                  <a:pt x="117443" y="70151"/>
                </a:lnTo>
                <a:lnTo>
                  <a:pt x="117443" y="130587"/>
                </a:lnTo>
                <a:lnTo>
                  <a:pt x="102156" y="130587"/>
                </a:lnTo>
                <a:lnTo>
                  <a:pt x="102156" y="124587"/>
                </a:lnTo>
                <a:lnTo>
                  <a:pt x="44005" y="124587"/>
                </a:lnTo>
                <a:lnTo>
                  <a:pt x="44005" y="130587"/>
                </a:lnTo>
                <a:lnTo>
                  <a:pt x="28861" y="130587"/>
                </a:lnTo>
                <a:lnTo>
                  <a:pt x="28861" y="87011"/>
                </a:lnTo>
                <a:cubicBezTo>
                  <a:pt x="21336" y="89773"/>
                  <a:pt x="13716" y="92345"/>
                  <a:pt x="6001" y="94726"/>
                </a:cubicBezTo>
                <a:lnTo>
                  <a:pt x="0" y="80153"/>
                </a:lnTo>
                <a:lnTo>
                  <a:pt x="47430" y="55889"/>
                </a:lnTo>
                <a:lnTo>
                  <a:pt x="49720" y="57721"/>
                </a:lnTo>
                <a:lnTo>
                  <a:pt x="58412" y="50271"/>
                </a:lnTo>
                <a:lnTo>
                  <a:pt x="98869" y="29575"/>
                </a:lnTo>
                <a:lnTo>
                  <a:pt x="51006" y="29575"/>
                </a:lnTo>
                <a:lnTo>
                  <a:pt x="45720" y="34718"/>
                </a:lnTo>
                <a:cubicBezTo>
                  <a:pt x="52483" y="39862"/>
                  <a:pt x="57817" y="44100"/>
                  <a:pt x="61722" y="47434"/>
                </a:cubicBezTo>
                <a:lnTo>
                  <a:pt x="58412" y="50271"/>
                </a:lnTo>
                <a:lnTo>
                  <a:pt x="47430" y="55889"/>
                </a:lnTo>
                <a:lnTo>
                  <a:pt x="34004" y="45148"/>
                </a:lnTo>
                <a:cubicBezTo>
                  <a:pt x="28480" y="49625"/>
                  <a:pt x="22860" y="53768"/>
                  <a:pt x="17145" y="57578"/>
                </a:cubicBezTo>
                <a:lnTo>
                  <a:pt x="7429" y="44291"/>
                </a:lnTo>
                <a:cubicBezTo>
                  <a:pt x="16097" y="38957"/>
                  <a:pt x="24955" y="32075"/>
                  <a:pt x="34004" y="23645"/>
                </a:cubicBezTo>
                <a:cubicBezTo>
                  <a:pt x="43053" y="15216"/>
                  <a:pt x="50197" y="7334"/>
                  <a:pt x="55435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3C30AC02-CCBF-FD28-6581-2A6910118513}"/>
              </a:ext>
            </a:extLst>
          </p:cNvPr>
          <p:cNvSpPr txBox="1"/>
          <p:nvPr/>
        </p:nvSpPr>
        <p:spPr>
          <a:xfrm>
            <a:off x="1477664" y="663504"/>
            <a:ext cx="122255" cy="121345"/>
          </a:xfrm>
          <a:custGeom>
            <a:avLst/>
            <a:gdLst/>
            <a:ahLst/>
            <a:cxnLst/>
            <a:rect l="l" t="t" r="r" b="b"/>
            <a:pathLst>
              <a:path w="130271" h="129302">
                <a:moveTo>
                  <a:pt x="60294" y="60294"/>
                </a:moveTo>
                <a:lnTo>
                  <a:pt x="73581" y="64294"/>
                </a:lnTo>
                <a:cubicBezTo>
                  <a:pt x="71200" y="72581"/>
                  <a:pt x="68057" y="81534"/>
                  <a:pt x="64151" y="91155"/>
                </a:cubicBezTo>
                <a:cubicBezTo>
                  <a:pt x="60246" y="100775"/>
                  <a:pt x="56245" y="109347"/>
                  <a:pt x="52150" y="116872"/>
                </a:cubicBezTo>
                <a:lnTo>
                  <a:pt x="38862" y="111014"/>
                </a:lnTo>
                <a:cubicBezTo>
                  <a:pt x="42863" y="103966"/>
                  <a:pt x="46887" y="95727"/>
                  <a:pt x="50935" y="86297"/>
                </a:cubicBezTo>
                <a:cubicBezTo>
                  <a:pt x="54983" y="76867"/>
                  <a:pt x="58103" y="68199"/>
                  <a:pt x="60294" y="60294"/>
                </a:cubicBezTo>
                <a:close/>
                <a:moveTo>
                  <a:pt x="110443" y="60151"/>
                </a:moveTo>
                <a:cubicBezTo>
                  <a:pt x="113967" y="67294"/>
                  <a:pt x="117896" y="76010"/>
                  <a:pt x="122230" y="86297"/>
                </a:cubicBezTo>
                <a:lnTo>
                  <a:pt x="130271" y="106882"/>
                </a:lnTo>
                <a:lnTo>
                  <a:pt x="130271" y="109679"/>
                </a:lnTo>
                <a:lnTo>
                  <a:pt x="119015" y="116301"/>
                </a:lnTo>
                <a:cubicBezTo>
                  <a:pt x="116920" y="109252"/>
                  <a:pt x="113896" y="101084"/>
                  <a:pt x="109943" y="91797"/>
                </a:cubicBezTo>
                <a:cubicBezTo>
                  <a:pt x="105990" y="82511"/>
                  <a:pt x="102061" y="74010"/>
                  <a:pt x="98155" y="66294"/>
                </a:cubicBezTo>
                <a:close/>
                <a:moveTo>
                  <a:pt x="80010" y="40720"/>
                </a:moveTo>
                <a:lnTo>
                  <a:pt x="94155" y="41291"/>
                </a:lnTo>
                <a:lnTo>
                  <a:pt x="94155" y="112729"/>
                </a:lnTo>
                <a:cubicBezTo>
                  <a:pt x="94155" y="116634"/>
                  <a:pt x="93631" y="119658"/>
                  <a:pt x="92583" y="121801"/>
                </a:cubicBezTo>
                <a:cubicBezTo>
                  <a:pt x="91536" y="123944"/>
                  <a:pt x="89893" y="125492"/>
                  <a:pt x="87654" y="126445"/>
                </a:cubicBezTo>
                <a:cubicBezTo>
                  <a:pt x="85416" y="127397"/>
                  <a:pt x="82296" y="128064"/>
                  <a:pt x="78296" y="128445"/>
                </a:cubicBezTo>
                <a:lnTo>
                  <a:pt x="69152" y="129302"/>
                </a:lnTo>
                <a:lnTo>
                  <a:pt x="64437" y="114443"/>
                </a:lnTo>
                <a:lnTo>
                  <a:pt x="72438" y="113586"/>
                </a:lnTo>
                <a:cubicBezTo>
                  <a:pt x="75581" y="113205"/>
                  <a:pt x="77629" y="112657"/>
                  <a:pt x="78582" y="111943"/>
                </a:cubicBezTo>
                <a:cubicBezTo>
                  <a:pt x="79534" y="111228"/>
                  <a:pt x="80010" y="109585"/>
                  <a:pt x="80010" y="107014"/>
                </a:cubicBezTo>
                <a:close/>
                <a:moveTo>
                  <a:pt x="66580" y="0"/>
                </a:moveTo>
                <a:lnTo>
                  <a:pt x="81011" y="2429"/>
                </a:lnTo>
                <a:cubicBezTo>
                  <a:pt x="79677" y="7096"/>
                  <a:pt x="78248" y="11811"/>
                  <a:pt x="76724" y="16574"/>
                </a:cubicBezTo>
                <a:lnTo>
                  <a:pt x="126445" y="16574"/>
                </a:lnTo>
                <a:lnTo>
                  <a:pt x="126445" y="31719"/>
                </a:lnTo>
                <a:lnTo>
                  <a:pt x="115872" y="54007"/>
                </a:lnTo>
                <a:lnTo>
                  <a:pt x="102156" y="49006"/>
                </a:lnTo>
                <a:lnTo>
                  <a:pt x="110728" y="31719"/>
                </a:lnTo>
                <a:lnTo>
                  <a:pt x="71152" y="31719"/>
                </a:lnTo>
                <a:cubicBezTo>
                  <a:pt x="67628" y="40482"/>
                  <a:pt x="63865" y="48483"/>
                  <a:pt x="59865" y="55722"/>
                </a:cubicBezTo>
                <a:lnTo>
                  <a:pt x="48578" y="49721"/>
                </a:lnTo>
                <a:lnTo>
                  <a:pt x="48578" y="52007"/>
                </a:lnTo>
                <a:lnTo>
                  <a:pt x="35148" y="52007"/>
                </a:lnTo>
                <a:lnTo>
                  <a:pt x="35148" y="65580"/>
                </a:lnTo>
                <a:lnTo>
                  <a:pt x="38291" y="61722"/>
                </a:lnTo>
                <a:cubicBezTo>
                  <a:pt x="44673" y="67342"/>
                  <a:pt x="49435" y="71914"/>
                  <a:pt x="52578" y="75438"/>
                </a:cubicBezTo>
                <a:lnTo>
                  <a:pt x="44149" y="87011"/>
                </a:lnTo>
                <a:cubicBezTo>
                  <a:pt x="41958" y="83963"/>
                  <a:pt x="38958" y="80629"/>
                  <a:pt x="35148" y="77010"/>
                </a:cubicBezTo>
                <a:lnTo>
                  <a:pt x="35148" y="129016"/>
                </a:lnTo>
                <a:lnTo>
                  <a:pt x="21574" y="129016"/>
                </a:lnTo>
                <a:lnTo>
                  <a:pt x="21574" y="80439"/>
                </a:lnTo>
                <a:cubicBezTo>
                  <a:pt x="17669" y="89202"/>
                  <a:pt x="13621" y="97155"/>
                  <a:pt x="9430" y="104299"/>
                </a:cubicBezTo>
                <a:lnTo>
                  <a:pt x="0" y="93012"/>
                </a:lnTo>
                <a:cubicBezTo>
                  <a:pt x="3906" y="87011"/>
                  <a:pt x="7739" y="80391"/>
                  <a:pt x="11502" y="73152"/>
                </a:cubicBezTo>
                <a:cubicBezTo>
                  <a:pt x="15264" y="65913"/>
                  <a:pt x="18479" y="58865"/>
                  <a:pt x="21146" y="52007"/>
                </a:cubicBezTo>
                <a:lnTo>
                  <a:pt x="5287" y="52007"/>
                </a:lnTo>
                <a:lnTo>
                  <a:pt x="5287" y="37291"/>
                </a:lnTo>
                <a:lnTo>
                  <a:pt x="21574" y="37291"/>
                </a:lnTo>
                <a:lnTo>
                  <a:pt x="21574" y="22860"/>
                </a:lnTo>
                <a:cubicBezTo>
                  <a:pt x="15764" y="23813"/>
                  <a:pt x="10907" y="24480"/>
                  <a:pt x="7001" y="24861"/>
                </a:cubicBezTo>
                <a:lnTo>
                  <a:pt x="5715" y="10573"/>
                </a:lnTo>
                <a:cubicBezTo>
                  <a:pt x="12192" y="9811"/>
                  <a:pt x="19574" y="8692"/>
                  <a:pt x="27861" y="7215"/>
                </a:cubicBezTo>
                <a:cubicBezTo>
                  <a:pt x="36148" y="5739"/>
                  <a:pt x="43196" y="4287"/>
                  <a:pt x="49006" y="2858"/>
                </a:cubicBezTo>
                <a:lnTo>
                  <a:pt x="51007" y="17288"/>
                </a:lnTo>
                <a:cubicBezTo>
                  <a:pt x="47482" y="18241"/>
                  <a:pt x="42196" y="19384"/>
                  <a:pt x="35148" y="20717"/>
                </a:cubicBezTo>
                <a:lnTo>
                  <a:pt x="35148" y="37291"/>
                </a:lnTo>
                <a:lnTo>
                  <a:pt x="48578" y="37291"/>
                </a:lnTo>
                <a:lnTo>
                  <a:pt x="48578" y="46006"/>
                </a:lnTo>
                <a:cubicBezTo>
                  <a:pt x="52293" y="39529"/>
                  <a:pt x="55769" y="32123"/>
                  <a:pt x="59008" y="23789"/>
                </a:cubicBezTo>
                <a:cubicBezTo>
                  <a:pt x="62246" y="15455"/>
                  <a:pt x="64770" y="7525"/>
                  <a:pt x="6658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endParaRPr lang="zh-CN" altLang="en-US" dirty="0">
              <a:sym typeface="+mn-lt"/>
            </a:endParaRPr>
          </a:p>
        </p:txBody>
      </p:sp>
      <p:sp>
        <p:nvSpPr>
          <p:cNvPr id="145" name="iconfont-10019-4889788">
            <a:extLst>
              <a:ext uri="{FF2B5EF4-FFF2-40B4-BE49-F238E27FC236}">
                <a16:creationId xmlns:a16="http://schemas.microsoft.com/office/drawing/2014/main" id="{D29BDEDF-B7EC-3C66-7309-29958E1C33C9}"/>
              </a:ext>
            </a:extLst>
          </p:cNvPr>
          <p:cNvSpPr/>
          <p:nvPr/>
        </p:nvSpPr>
        <p:spPr>
          <a:xfrm>
            <a:off x="1253246" y="4118392"/>
            <a:ext cx="307776" cy="307776"/>
          </a:xfrm>
          <a:custGeom>
            <a:avLst/>
            <a:gdLst>
              <a:gd name="T0" fmla="*/ 6383 w 12767"/>
              <a:gd name="T1" fmla="*/ 0 h 12767"/>
              <a:gd name="T2" fmla="*/ 0 w 12767"/>
              <a:gd name="T3" fmla="*/ 6383 h 12767"/>
              <a:gd name="T4" fmla="*/ 6383 w 12767"/>
              <a:gd name="T5" fmla="*/ 12767 h 12767"/>
              <a:gd name="T6" fmla="*/ 12767 w 12767"/>
              <a:gd name="T7" fmla="*/ 6383 h 12767"/>
              <a:gd name="T8" fmla="*/ 6383 w 12767"/>
              <a:gd name="T9" fmla="*/ 0 h 12767"/>
              <a:gd name="T10" fmla="*/ 6383 w 12767"/>
              <a:gd name="T11" fmla="*/ 870 h 12767"/>
              <a:gd name="T12" fmla="*/ 11897 w 12767"/>
              <a:gd name="T13" fmla="*/ 6383 h 12767"/>
              <a:gd name="T14" fmla="*/ 11032 w 12767"/>
              <a:gd name="T15" fmla="*/ 9349 h 12767"/>
              <a:gd name="T16" fmla="*/ 7524 w 12767"/>
              <a:gd name="T17" fmla="*/ 7451 h 12767"/>
              <a:gd name="T18" fmla="*/ 9004 w 12767"/>
              <a:gd name="T19" fmla="*/ 5101 h 12767"/>
              <a:gd name="T20" fmla="*/ 6393 w 12767"/>
              <a:gd name="T21" fmla="*/ 2489 h 12767"/>
              <a:gd name="T22" fmla="*/ 3781 w 12767"/>
              <a:gd name="T23" fmla="*/ 5101 h 12767"/>
              <a:gd name="T24" fmla="*/ 5261 w 12767"/>
              <a:gd name="T25" fmla="*/ 7451 h 12767"/>
              <a:gd name="T26" fmla="*/ 1743 w 12767"/>
              <a:gd name="T27" fmla="*/ 9361 h 12767"/>
              <a:gd name="T28" fmla="*/ 870 w 12767"/>
              <a:gd name="T29" fmla="*/ 6383 h 12767"/>
              <a:gd name="T30" fmla="*/ 6383 w 12767"/>
              <a:gd name="T31" fmla="*/ 870 h 12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767" h="12767">
                <a:moveTo>
                  <a:pt x="6383" y="0"/>
                </a:moveTo>
                <a:cubicBezTo>
                  <a:pt x="2858" y="0"/>
                  <a:pt x="0" y="2858"/>
                  <a:pt x="0" y="6383"/>
                </a:cubicBezTo>
                <a:cubicBezTo>
                  <a:pt x="0" y="9909"/>
                  <a:pt x="2858" y="12767"/>
                  <a:pt x="6383" y="12767"/>
                </a:cubicBezTo>
                <a:cubicBezTo>
                  <a:pt x="9909" y="12767"/>
                  <a:pt x="12767" y="9909"/>
                  <a:pt x="12767" y="6383"/>
                </a:cubicBezTo>
                <a:cubicBezTo>
                  <a:pt x="12767" y="2858"/>
                  <a:pt x="9909" y="0"/>
                  <a:pt x="6383" y="0"/>
                </a:cubicBezTo>
                <a:close/>
                <a:moveTo>
                  <a:pt x="6383" y="870"/>
                </a:moveTo>
                <a:cubicBezTo>
                  <a:pt x="9428" y="870"/>
                  <a:pt x="11897" y="3339"/>
                  <a:pt x="11897" y="6383"/>
                </a:cubicBezTo>
                <a:cubicBezTo>
                  <a:pt x="11897" y="7475"/>
                  <a:pt x="11579" y="8493"/>
                  <a:pt x="11032" y="9349"/>
                </a:cubicBezTo>
                <a:cubicBezTo>
                  <a:pt x="10114" y="8379"/>
                  <a:pt x="8895" y="7697"/>
                  <a:pt x="7524" y="7451"/>
                </a:cubicBezTo>
                <a:cubicBezTo>
                  <a:pt x="8399" y="7030"/>
                  <a:pt x="9004" y="6137"/>
                  <a:pt x="9004" y="5101"/>
                </a:cubicBezTo>
                <a:cubicBezTo>
                  <a:pt x="9004" y="3658"/>
                  <a:pt x="7835" y="2489"/>
                  <a:pt x="6393" y="2489"/>
                </a:cubicBezTo>
                <a:cubicBezTo>
                  <a:pt x="4950" y="2489"/>
                  <a:pt x="3781" y="3658"/>
                  <a:pt x="3781" y="5101"/>
                </a:cubicBezTo>
                <a:cubicBezTo>
                  <a:pt x="3781" y="6137"/>
                  <a:pt x="4386" y="7030"/>
                  <a:pt x="5261" y="7451"/>
                </a:cubicBezTo>
                <a:cubicBezTo>
                  <a:pt x="3885" y="7698"/>
                  <a:pt x="2662" y="8385"/>
                  <a:pt x="1743" y="9361"/>
                </a:cubicBezTo>
                <a:cubicBezTo>
                  <a:pt x="1190" y="8502"/>
                  <a:pt x="870" y="7480"/>
                  <a:pt x="870" y="6383"/>
                </a:cubicBezTo>
                <a:cubicBezTo>
                  <a:pt x="870" y="3339"/>
                  <a:pt x="3339" y="870"/>
                  <a:pt x="6383" y="87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7" name="iconfont-11899-5651509">
            <a:extLst>
              <a:ext uri="{FF2B5EF4-FFF2-40B4-BE49-F238E27FC236}">
                <a16:creationId xmlns:a16="http://schemas.microsoft.com/office/drawing/2014/main" id="{1F7D64EB-74CB-8CE5-3783-DEF3A61A3CA4}"/>
              </a:ext>
            </a:extLst>
          </p:cNvPr>
          <p:cNvSpPr/>
          <p:nvPr/>
        </p:nvSpPr>
        <p:spPr>
          <a:xfrm>
            <a:off x="3588150" y="4118394"/>
            <a:ext cx="307836" cy="30777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</p:spPr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56956BC4-AD80-981A-CA55-09DC358B8E0D}"/>
              </a:ext>
            </a:extLst>
          </p:cNvPr>
          <p:cNvSpPr/>
          <p:nvPr/>
        </p:nvSpPr>
        <p:spPr>
          <a:xfrm>
            <a:off x="3091543" y="2828925"/>
            <a:ext cx="6008914" cy="410702"/>
          </a:xfrm>
          <a:prstGeom prst="roundRect">
            <a:avLst>
              <a:gd name="adj" fmla="val 19077"/>
            </a:avLst>
          </a:pr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841248" y="7498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51PPT模板网，幻灯片演示模板及素材免费下载！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工作汇报商务通用</dc:title>
  <dc:subject>商务汇报</dc:subject>
  <dc:creator>AI Writer 3.0</dc:creator>
  <cp:lastModifiedBy>AI Writer 3.0</cp:lastModifiedBy>
  <cp:revision>1</cp:revision>
  <dcterms:created xsi:type="dcterms:W3CDTF">2026-05-09T14:27:54Z</dcterms:created>
  <dcterms:modified xsi:type="dcterms:W3CDTF">2026-05-09T14:27:54Z</dcterms:modified>
</cp:coreProperties>
</file>