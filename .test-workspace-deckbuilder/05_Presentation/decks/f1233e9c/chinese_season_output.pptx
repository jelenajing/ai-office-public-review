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jpeg" ContentType="image/jpeg"/>
  <Default Extension="jpg" ContentType="image/jpg"/>
  <Default Extension="svg" ContentType="image/svg+xml"/>
  <Default Extension="png" ContentType="image/png"/>
  <Default Extension="gif" ContentType="image/gif"/>
  <Default Extension="m4v" ContentType="video/mp4"/>
  <Default Extension="mp4" ContentType="video/mp4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notesMasters/notesMaster1.xml" ContentType="application/vnd.openxmlformats-officedocument.presentationml.notesMaster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Masters/slideMaster2.xml" ContentType="application/vnd.openxmlformats-officedocument.presentationml.slideMaster+xml"/>
  <Override PartName="/ppt/slides/slide2.xml" ContentType="application/vnd.openxmlformats-officedocument.presentationml.slide+xml"/>
  <Override PartName="/ppt/slideMasters/slideMaster3.xml" ContentType="application/vnd.openxmlformats-officedocument.presentationml.slideMaster+xml"/>
  <Override PartName="/ppt/slides/slide3.xml" ContentType="application/vnd.openxmlformats-officedocument.presentationml.slide+xml"/>
  <Override PartName="/ppt/slideMasters/slideMaster4.xml" ContentType="application/vnd.openxmlformats-officedocument.presentationml.slideMaster+xml"/>
  <Override PartName="/ppt/slides/slide4.xml" ContentType="application/vnd.openxmlformats-officedocument.presentationml.slide+xml"/>
  <Override PartName="/ppt/slideMasters/slideMaster5.xml" ContentType="application/vnd.openxmlformats-officedocument.presentationml.slideMaster+xml"/>
  <Override PartName="/ppt/slides/slide5.xml" ContentType="application/vnd.openxmlformats-officedocument.presentationml.slide+xml"/>
  <Override PartName="/ppt/slideMasters/slideMaster6.xml" ContentType="application/vnd.openxmlformats-officedocument.presentationml.slideMaster+xml"/>
  <Override PartName="/ppt/slides/slide6.xml" ContentType="application/vnd.openxmlformats-officedocument.presentationml.slide+xml"/>
  <Override PartName="/ppt/slideMasters/slideMaster7.xml" ContentType="application/vnd.openxmlformats-officedocument.presentationml.slideMaster+xml"/>
  <Override PartName="/ppt/slides/slide7.xml" ContentType="application/vnd.openxmlformats-officedocument.presentationml.slide+xml"/>
  <Override PartName="/ppt/slideMasters/slideMaster8.xml" ContentType="application/vnd.openxmlformats-officedocument.presentationml.slideMaster+xml"/>
  <Override PartName="/ppt/slides/slide8.xml" ContentType="application/vnd.openxmlformats-officedocument.presentationml.slide+xml"/>
  <Override PartName="/ppt/slideMasters/slideMaster9.xml" ContentType="application/vnd.openxmlformats-officedocument.presentationml.slideMaster+xml"/>
  <Override PartName="/ppt/slides/slide9.xml" ContentType="application/vnd.openxmlformats-officedocument.presentationml.slide+xml"/>
  <Override PartName="/ppt/slideMasters/slideMaster10.xml" ContentType="application/vnd.openxmlformats-officedocument.presentationml.slideMaster+xml"/>
  <Override PartName="/ppt/slides/slide10.xml" ContentType="application/vnd.openxmlformats-officedocument.presentationml.slide+xml"/>
  <Override PartName="/ppt/slideMasters/slideMaster11.xml" ContentType="application/vnd.openxmlformats-officedocument.presentationml.slideMaster+xml"/>
  <Override PartName="/ppt/slides/slide11.xml" ContentType="application/vnd.openxmlformats-officedocument.presentationml.slide+xml"/>
  <Override PartName="/ppt/slideMasters/slideMaster12.xml" ContentType="application/vnd.openxmlformats-officedocument.presentationml.slideMaster+xml"/>
  <Override PartName="/ppt/slides/slide12.xml" ContentType="application/vnd.openxmlformats-officedocument.presentationml.slide+xml"/>
  <Override PartName="/ppt/slideMasters/slideMaster13.xml" ContentType="application/vnd.openxmlformats-officedocument.presentationml.slideMaster+xml"/>
  <Override PartName="/ppt/slides/slide13.xml" ContentType="application/vnd.openxmlformats-officedocument.presentationml.slide+xml"/>
  <Override PartName="/ppt/slideMasters/slideMaster14.xml" ContentType="application/vnd.openxmlformats-officedocument.presentationml.slideMaster+xml"/>
  <Override PartName="/ppt/slides/slide14.xml" ContentType="application/vnd.openxmlformats-officedocument.presentationml.slide+xml"/>
  <Override PartName="/ppt/slideMasters/slideMaster15.xml" ContentType="application/vnd.openxmlformats-officedocument.presentationml.slideMaster+xml"/>
  <Override PartName="/ppt/slides/slide15.xml" ContentType="application/vnd.openxmlformats-officedocument.presentationml.slide+xml"/>
  <Override PartName="/ppt/slideMasters/slideMaster16.xml" ContentType="application/vnd.openxmlformats-officedocument.presentationml.slideMaster+xml"/>
  <Override PartName="/ppt/slides/slide16.xml" ContentType="application/vnd.openxmlformats-officedocument.presentationml.slide+xml"/>
  <Override PartName="/ppt/slideMasters/slideMaster17.xml" ContentType="application/vnd.openxmlformats-officedocument.presentationml.slideMaster+xml"/>
  <Override PartName="/ppt/slides/slide17.xml" ContentType="application/vnd.openxmlformats-officedocument.presentationml.slide+xml"/>
  <Override PartName="/ppt/slideMasters/slideMaster18.xml" ContentType="application/vnd.openxmlformats-officedocument.presentationml.slideMaster+xml"/>
  <Override PartName="/ppt/slides/slide18.xml" ContentType="application/vnd.openxmlformats-officedocument.presentationml.slide+xml"/>
  <Override PartName="/ppt/slideMasters/slideMaster19.xml" ContentType="application/vnd.openxmlformats-officedocument.presentationml.slideMaster+xml"/>
  <Override PartName="/ppt/slides/slide19.xml" ContentType="application/vnd.openxmlformats-officedocument.presentationml.slide+xml"/>
  <Override PartName="/ppt/slideMasters/slideMaster20.xml" ContentType="application/vnd.openxmlformats-officedocument.presentationml.slideMaster+xml"/>
  <Override PartName="/ppt/slides/slide20.xml" ContentType="application/vnd.openxmlformats-officedocument.presentationml.slide+xml"/>
  <Override PartName="/ppt/slideMasters/slideMaster21.xml" ContentType="application/vnd.openxmlformats-officedocument.presentationml.slideMaster+xml"/>
  <Override PartName="/ppt/slides/slide21.xml" ContentType="application/vnd.openxmlformats-officedocument.presentationml.slide+xml"/>
  <Override PartName="/ppt/slideMasters/slideMaster22.xml" ContentType="application/vnd.openxmlformats-officedocument.presentationml.slideMaster+xml"/>
  <Override PartName="/ppt/slides/slide22.xml" ContentType="application/vnd.openxmlformats-officedocument.presentationml.slide+xml"/>
  <Override PartName="/ppt/slideMasters/slideMaster23.xml" ContentType="application/vnd.openxmlformats-officedocument.presentationml.slideMaster+xml"/>
  <Override PartName="/ppt/slides/slide23.xml" ContentType="application/vnd.openxmlformats-officedocument.presentationml.slide+xml"/>
  <Override PartName="/ppt/slideMasters/slideMaster24.xml" ContentType="application/vnd.openxmlformats-officedocument.presentationml.slideMaster+xml"/>
  <Override PartName="/ppt/slides/slide24.xml" ContentType="application/vnd.openxmlformats-officedocument.presentationml.slide+xml"/>
  <Override PartName="/ppt/slideMasters/slideMaster25.xml" ContentType="application/vnd.openxmlformats-officedocument.presentationml.slideMaster+xml"/>
  <Override PartName="/ppt/slides/slide25.xml" ContentType="application/vnd.openxmlformats-officedocument.presentationml.slide+xml"/>
  <Override PartName="/ppt/slideMasters/slideMaster26.xml" ContentType="application/vnd.openxmlformats-officedocument.presentationml.slideMaster+xml"/>
  <Override PartName="/ppt/slides/slide26.xml" ContentType="application/vnd.openxmlformats-officedocument.presentationml.slide+xml"/>
  <Override PartName="/ppt/slideMasters/slideMaster27.xml" ContentType="application/vnd.openxmlformats-officedocument.presentationml.slideMaster+xml"/>
  <Override PartName="/ppt/slides/slide27.xml" ContentType="application/vnd.openxmlformats-officedocument.presentationml.slide+xml"/>
  <Override PartName="/ppt/slideMasters/slideMaster28.xml" ContentType="application/vnd.openxmlformats-officedocument.presentationml.slideMaster+xml"/>
  <Override PartName="/ppt/slides/slide28.xml" ContentType="application/vnd.openxmlformats-officedocument.presentationml.slide+xml"/>
  <Override PartName="/ppt/slideMasters/slideMaster29.xml" ContentType="application/vnd.openxmlformats-officedocument.presentationml.slideMaster+xml"/>
  <Override PartName="/ppt/slides/slide29.xml" ContentType="application/vnd.openxmlformats-officedocument.presentationml.slide+xml"/>
  <Override PartName="/ppt/slideMasters/slideMaster30.xml" ContentType="application/vnd.openxmlformats-officedocument.presentationml.slideMaster+xml"/>
  <Override PartName="/ppt/slides/slide30.xml" ContentType="application/vnd.openxmlformats-officedocument.presentationml.slide+xml"/>
  <Override PartName="/ppt/slideMasters/slideMaster31.xml" ContentType="application/vnd.openxmlformats-officedocument.presentationml.slideMaster+xml"/>
  <Override PartName="/ppt/slides/slide31.xml" ContentType="application/vnd.openxmlformats-officedocument.presentationml.slide+xml"/>
  <Override PartName="/ppt/slideMasters/slideMaster32.xml" ContentType="application/vnd.openxmlformats-officedocument.presentationml.slideMaster+xml"/>
  <Override PartName="/ppt/slides/slide32.xml" ContentType="application/vnd.openxmlformats-officedocument.presentationml.slide+xml"/>
  <Override PartName="/ppt/slideMasters/slideMaster33.xml" ContentType="application/vnd.openxmlformats-officedocument.presentationml.slideMaster+xml"/>
  <Override PartName="/ppt/slides/slide33.xml" ContentType="application/vnd.openxmlformats-officedocument.presentationml.slide+xml"/>
  <Override PartName="/ppt/slideMasters/slideMaster34.xml" ContentType="application/vnd.openxmlformats-officedocument.presentationml.slideMaster+xml"/>
  <Override PartName="/ppt/slides/slide34.xml" ContentType="application/vnd.openxmlformats-officedocument.presentationml.slide+xml"/>
  <Override PartName="/ppt/slideMasters/slideMaster35.xml" ContentType="application/vnd.openxmlformats-officedocument.presentationml.slideMaster+xml"/>
  <Override PartName="/ppt/slides/slide35.xml" ContentType="application/vnd.openxmlformats-officedocument.presentationml.slide+xml"/>
  <Override PartName="/ppt/slideMasters/slideMaster36.xml" ContentType="application/vnd.openxmlformats-officedocument.presentationml.slideMaster+xml"/>
  <Override PartName="/ppt/slides/slide3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
		<Relationship Id="rId1" Type="http://schemas.openxmlformats.org/officeDocument/2006/relationships/extended-properties" Target="docProps/app.xml"/>
		<Relationship Id="rId2" Type="http://schemas.openxmlformats.org/package/2006/relationships/metadata/core-properties" Target="docProps/core.xml"/>
		<Relationship Id="rId3" Type="http://schemas.openxmlformats.org/officeDocument/2006/relationships/officeDocument" Target="ppt/presentation.xml"/>
		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</p:sldIdLst>
  <p:notesMasterIdLst>
    <p:notesMasterId r:id="rId38"/>
  </p:notesMasterIdLst>
  <p:sldSz cx="12192000" cy="6858000"/>
  <p:notesSz cx="6858000" cy="12192000"/>
  <p:defaultTextStyle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11"/>
    <p:restoredTop sz="94610"/>
  </p:normalViewPr>
  <p:slideViewPr>
    <p:cSldViewPr snapToGrid="0" snapToObjects="1">
      <p:cViewPr varScale="1">
        <p:scale>
          <a:sx n="136" d="100"/>
          <a:sy n="136" d="100"/>
        </p:scale>
        <p:origin x="216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notesMaster" Target="notesMasters/notesMaster1.xml"/><Relationship Id="rId39" Type="http://schemas.openxmlformats.org/officeDocument/2006/relationships/presProps" Target="presProps.xml"/><Relationship Id="rId40" Type="http://schemas.openxmlformats.org/officeDocument/2006/relationships/viewProps" Target="viewProps.xml"/><Relationship Id="rId41" Type="http://schemas.openxmlformats.org/officeDocument/2006/relationships/theme" Target="theme/theme1.xml"/><Relationship Id="rId4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
		<Relationship Id="rId1" Type="http://schemas.openxmlformats.org/officeDocument/2006/relationships/theme" Target="../theme/theme1.xml"/>
		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282F153-3F37-0F45-9E97-73ACFA13230C}" type="datetimeFigureOut">
              <a:rPr lang="en-US"/>
              <a:t>7/23/19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5E9CC1-C706-0F49-92D6-E571CC5EEA8F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.xml"/>
		</Relationships>
</file>

<file path=ppt/notesSlides/_rels/notesSlide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.xml"/>
		</Relationships>
</file>

<file path=ppt/notesSlides/_rels/notesSlide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.xml"/>
		</Relationships>
</file>

<file path=ppt/notesSlides/_rels/notesSlide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.xml"/>
		</Relationships>
</file>

<file path=ppt/notesSlides/_rels/notesSlide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.xml"/>
		</Relationships>
</file>

<file path=ppt/notesSlides/_rels/notesSlide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6.xml"/>
		</Relationships>
</file>

<file path=ppt/notesSlides/_rels/notesSlide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7.xml"/>
		</Relationships>
</file>

<file path=ppt/notesSlides/_rels/notesSlide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8.xml"/>
		</Relationships>
</file>

<file path=ppt/notesSlides/_rels/notesSlide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9.xml"/>
		</Relationships>
</file>

<file path=ppt/notesSlides/_rels/notesSlide1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0.xml"/>
		</Relationships>
</file>

<file path=ppt/notesSlides/_rels/notesSlide1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1.xml"/>
		</Relationships>
</file>

<file path=ppt/notesSlides/_rels/notesSlide1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2.xml"/>
		</Relationships>
</file>

<file path=ppt/notesSlides/_rels/notesSlide1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3.xml"/>
		</Relationships>
</file>

<file path=ppt/notesSlides/_rels/notesSlide1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4.xml"/>
		</Relationships>
</file>

<file path=ppt/notesSlides/_rels/notesSlide1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5.xml"/>
		</Relationships>
</file>

<file path=ppt/notesSlides/_rels/notesSlide1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6.xml"/>
		</Relationships>
</file>

<file path=ppt/notesSlides/_rels/notesSlide1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7.xml"/>
		</Relationships>
</file>

<file path=ppt/notesSlides/_rels/notesSlide1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8.xml"/>
		</Relationships>
</file>

<file path=ppt/notesSlides/_rels/notesSlide1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9.xml"/>
		</Relationships>
</file>

<file path=ppt/notesSlides/_rels/notesSlide2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0.xml"/>
		</Relationships>
</file>

<file path=ppt/notesSlides/_rels/notesSlide2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1.xml"/>
		</Relationships>
</file>

<file path=ppt/notesSlides/_rels/notesSlide2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2.xml"/>
		</Relationships>
</file>

<file path=ppt/notesSlides/_rels/notesSlide2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3.xml"/>
		</Relationships>
</file>

<file path=ppt/notesSlides/_rels/notesSlide2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4.xml"/>
		</Relationships>
</file>

<file path=ppt/notesSlides/_rels/notesSlide2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5.xml"/>
		</Relationships>
</file>

<file path=ppt/notesSlides/_rels/notesSlide2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6.xml"/>
		</Relationships>
</file>

<file path=ppt/notesSlides/_rels/notesSlide2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7.xml"/>
		</Relationships>
</file>

<file path=ppt/notesSlides/_rels/notesSlide2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8.xml"/>
		</Relationships>
</file>

<file path=ppt/notesSlides/_rels/notesSlide2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9.xml"/>
		</Relationships>
</file>

<file path=ppt/notesSlides/_rels/notesSlide3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0.xml"/>
		</Relationships>
</file>

<file path=ppt/notesSlides/_rels/notesSlide3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1.xml"/>
		</Relationships>
</file>

<file path=ppt/notesSlides/_rels/notesSlide3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2.xml"/>
		</Relationships>
</file>

<file path=ppt/notesSlides/_rels/notesSlide3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3.xml"/>
		</Relationships>
</file>

<file path=ppt/notesSlides/_rels/notesSlide3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4.xml"/>
		</Relationships>
</file>

<file path=ppt/notesSlides/_rels/notesSlide3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5.xml"/>
		</Relationships>
</file>

<file path=ppt/notesSlides/_rels/notesSlide3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6.xml"/>
		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INESE_SEASON_MASTER">
    <p:bg>
      <p:bgPr>
        <a:solidFill>
          <a:srgbClr val="FFFDF8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932688" y="1920240"/>
            <a:ext cx="7680960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algn="l" indent="0" marL="0">
              <a:buNone/>
            </a:pPr>
            <a:r>
              <a:rPr lang="en-US" sz="28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工作汇报商务通用</a:t>
            </a:r>
            <a:endParaRPr lang="en-US" sz="28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目录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78408" y="1481328"/>
            <a:ext cx="9555480" cy="4526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1. CONTENTS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2. 01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3. 单击此处添加标题文本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4. 02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5. 单击此处添加标题文本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6. 03</a:t>
            </a:r>
            <a:endParaRPr lang="en-US" sz="140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1300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</a:t>
            </a:r>
            <a:endParaRPr lang="en-US" sz="1300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字，此处添加详细文本描述，建议与标题相关尽量简洁... ...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60%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25%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75%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90%</a:t>
            </a:r>
            <a:endParaRPr lang="en-US" sz="1300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谢谢观看</a:t>
            </a:r>
            <a:endParaRPr lang="en-US" sz="2400"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模板使用字体说明</a:t>
            </a:r>
            <a:endParaRPr lang="en-US" sz="2400" dirty="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51PPT模板网，幻灯片演示模板及素材免费下载！</a:t>
            </a:r>
            <a:endParaRPr lang="en-US" sz="2400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rial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On-screen Show (16:9)</PresentationFormat>
  <Paragraphs>0</Paragraphs>
  <Slides>36</Slides>
  <Notes>36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36</vt:i4>
      </vt:variant>
    </vt:vector>
  </HeadingPairs>
  <TitlesOfParts>
    <vt:vector size="39" baseType="lpstr">
      <vt:lpstr>Arial</vt:lpstr>
      <vt:lpstr>Calibri</vt:lpstr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Slide 34</vt:lpstr>
      <vt:lpstr>Slide 35</vt:lpstr>
      <vt:lpstr>Slide 36</vt:lpstr>
    </vt:vector>
  </TitlesOfParts>
  <Company>The Chinese University of Hong Kong, Shenzhen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工作汇报商务通用</dc:title>
  <dc:subject>中国风节气</dc:subject>
  <dc:creator>AI Writer 3.0</dc:creator>
  <cp:lastModifiedBy>AI Writer 3.0</cp:lastModifiedBy>
  <cp:revision>1</cp:revision>
  <dcterms:created xsi:type="dcterms:W3CDTF">2026-05-09T14:27:51Z</dcterms:created>
  <dcterms:modified xsi:type="dcterms:W3CDTF">2026-05-09T14:27:51Z</dcterms:modified>
</cp:coreProperties>
</file>