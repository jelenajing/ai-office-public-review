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ADEMIC_DEFENSE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932688" y="1920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工作汇报商务通用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8408" y="1481328"/>
            <a:ext cx="95554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CONTENTS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2. 01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4. 02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6. 03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60%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Your content to play here, or through paste in this box, and select only the text. Your content to play here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汇报人：51PPT模板网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时间：2026.05.08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工作汇报/工作总结/述职报告/工作计划/商务通用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模板使用字体说明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标题字：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内容字体：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中文：阿里巴巴普惠体 2.0 55 Regular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英文/数字：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graduate_57239">
            <a:extLst>
              <a:ext uri="{FF2B5EF4-FFF2-40B4-BE49-F238E27FC236}">
                <a16:creationId xmlns:a16="http://schemas.microsoft.com/office/drawing/2014/main" id="{7B47742E-B695-E86B-2470-434EC31FE1C6}"/>
              </a:ext>
            </a:extLst>
          </p:cNvPr>
          <p:cNvSpPr/>
          <p:nvPr/>
        </p:nvSpPr>
        <p:spPr>
          <a:xfrm>
            <a:off x="3086965" y="5748954"/>
            <a:ext cx="211529" cy="307777"/>
          </a:xfrm>
          <a:custGeom>
            <a:avLst/>
            <a:gdLst>
              <a:gd name="connsiteX0" fmla="*/ 142468 w 412043"/>
              <a:gd name="connsiteY0" fmla="*/ 396851 h 599527"/>
              <a:gd name="connsiteX1" fmla="*/ 153964 w 412043"/>
              <a:gd name="connsiteY1" fmla="*/ 405753 h 599527"/>
              <a:gd name="connsiteX2" fmla="*/ 144814 w 412043"/>
              <a:gd name="connsiteY2" fmla="*/ 585910 h 599527"/>
              <a:gd name="connsiteX3" fmla="*/ 135898 w 412043"/>
              <a:gd name="connsiteY3" fmla="*/ 595046 h 599527"/>
              <a:gd name="connsiteX4" fmla="*/ 15768 w 412043"/>
              <a:gd name="connsiteY4" fmla="*/ 599498 h 599527"/>
              <a:gd name="connsiteX5" fmla="*/ 6383 w 412043"/>
              <a:gd name="connsiteY5" fmla="*/ 590127 h 599527"/>
              <a:gd name="connsiteX6" fmla="*/ 142468 w 412043"/>
              <a:gd name="connsiteY6" fmla="*/ 396851 h 599527"/>
              <a:gd name="connsiteX7" fmla="*/ 275305 w 412043"/>
              <a:gd name="connsiteY7" fmla="*/ 271238 h 599527"/>
              <a:gd name="connsiteX8" fmla="*/ 222034 w 412043"/>
              <a:gd name="connsiteY8" fmla="*/ 284828 h 599527"/>
              <a:gd name="connsiteX9" fmla="*/ 158437 w 412043"/>
              <a:gd name="connsiteY9" fmla="*/ 287640 h 599527"/>
              <a:gd name="connsiteX10" fmla="*/ 99299 w 412043"/>
              <a:gd name="connsiteY10" fmla="*/ 277096 h 599527"/>
              <a:gd name="connsiteX11" fmla="*/ 205137 w 412043"/>
              <a:gd name="connsiteY11" fmla="*/ 392382 h 599527"/>
              <a:gd name="connsiteX12" fmla="*/ 312148 w 412043"/>
              <a:gd name="connsiteY12" fmla="*/ 309432 h 599527"/>
              <a:gd name="connsiteX13" fmla="*/ 305108 w 412043"/>
              <a:gd name="connsiteY13" fmla="*/ 310604 h 599527"/>
              <a:gd name="connsiteX14" fmla="*/ 275305 w 412043"/>
              <a:gd name="connsiteY14" fmla="*/ 271238 h 599527"/>
              <a:gd name="connsiteX15" fmla="*/ 93667 w 412043"/>
              <a:gd name="connsiteY15" fmla="*/ 210314 h 599527"/>
              <a:gd name="connsiteX16" fmla="*/ 93667 w 412043"/>
              <a:gd name="connsiteY16" fmla="*/ 212892 h 599527"/>
              <a:gd name="connsiteX17" fmla="*/ 100003 w 412043"/>
              <a:gd name="connsiteY17" fmla="*/ 213595 h 599527"/>
              <a:gd name="connsiteX18" fmla="*/ 93667 w 412043"/>
              <a:gd name="connsiteY18" fmla="*/ 210314 h 599527"/>
              <a:gd name="connsiteX19" fmla="*/ 80202 w 412043"/>
              <a:gd name="connsiteY19" fmla="*/ 186355 h 599527"/>
              <a:gd name="connsiteX20" fmla="*/ 89443 w 412043"/>
              <a:gd name="connsiteY20" fmla="*/ 186413 h 599527"/>
              <a:gd name="connsiteX21" fmla="*/ 269203 w 412043"/>
              <a:gd name="connsiteY21" fmla="*/ 193209 h 599527"/>
              <a:gd name="connsiteX22" fmla="*/ 279059 w 412043"/>
              <a:gd name="connsiteY22" fmla="*/ 193209 h 599527"/>
              <a:gd name="connsiteX23" fmla="*/ 284222 w 412043"/>
              <a:gd name="connsiteY23" fmla="*/ 197661 h 599527"/>
              <a:gd name="connsiteX24" fmla="*/ 288681 w 412043"/>
              <a:gd name="connsiteY24" fmla="*/ 255304 h 599527"/>
              <a:gd name="connsiteX25" fmla="*/ 312383 w 412043"/>
              <a:gd name="connsiteY25" fmla="*/ 289280 h 599527"/>
              <a:gd name="connsiteX26" fmla="*/ 314965 w 412043"/>
              <a:gd name="connsiteY26" fmla="*/ 201175 h 599527"/>
              <a:gd name="connsiteX27" fmla="*/ 330688 w 412043"/>
              <a:gd name="connsiteY27" fmla="*/ 199067 h 599527"/>
              <a:gd name="connsiteX28" fmla="*/ 260051 w 412043"/>
              <a:gd name="connsiteY28" fmla="*/ 401287 h 599527"/>
              <a:gd name="connsiteX29" fmla="*/ 263102 w 412043"/>
              <a:gd name="connsiteY29" fmla="*/ 401990 h 599527"/>
              <a:gd name="connsiteX30" fmla="*/ 401325 w 412043"/>
              <a:gd name="connsiteY30" fmla="*/ 590150 h 599527"/>
              <a:gd name="connsiteX31" fmla="*/ 389591 w 412043"/>
              <a:gd name="connsiteY31" fmla="*/ 599289 h 599527"/>
              <a:gd name="connsiteX32" fmla="*/ 262867 w 412043"/>
              <a:gd name="connsiteY32" fmla="*/ 595071 h 599527"/>
              <a:gd name="connsiteX33" fmla="*/ 253480 w 412043"/>
              <a:gd name="connsiteY33" fmla="*/ 585698 h 599527"/>
              <a:gd name="connsiteX34" fmla="*/ 247144 w 412043"/>
              <a:gd name="connsiteY34" fmla="*/ 414643 h 599527"/>
              <a:gd name="connsiteX35" fmla="*/ 248786 w 412043"/>
              <a:gd name="connsiteY35" fmla="*/ 410660 h 599527"/>
              <a:gd name="connsiteX36" fmla="*/ 251603 w 412043"/>
              <a:gd name="connsiteY36" fmla="*/ 404802 h 599527"/>
              <a:gd name="connsiteX37" fmla="*/ 205137 w 412043"/>
              <a:gd name="connsiteY37" fmla="*/ 410894 h 599527"/>
              <a:gd name="connsiteX38" fmla="*/ 75362 w 412043"/>
              <a:gd name="connsiteY38" fmla="*/ 194380 h 599527"/>
              <a:gd name="connsiteX39" fmla="*/ 80202 w 412043"/>
              <a:gd name="connsiteY39" fmla="*/ 186355 h 599527"/>
              <a:gd name="connsiteX40" fmla="*/ 204675 w 412043"/>
              <a:gd name="connsiteY40" fmla="*/ 1071 h 599527"/>
              <a:gd name="connsiteX41" fmla="*/ 297143 w 412043"/>
              <a:gd name="connsiteY41" fmla="*/ 36212 h 599527"/>
              <a:gd name="connsiteX42" fmla="*/ 407917 w 412043"/>
              <a:gd name="connsiteY42" fmla="*/ 88689 h 599527"/>
              <a:gd name="connsiteX43" fmla="*/ 405335 w 412043"/>
              <a:gd name="connsiteY43" fmla="*/ 105790 h 599527"/>
              <a:gd name="connsiteX44" fmla="*/ 367785 w 412043"/>
              <a:gd name="connsiteY44" fmla="*/ 126172 h 599527"/>
              <a:gd name="connsiteX45" fmla="*/ 313102 w 412043"/>
              <a:gd name="connsiteY45" fmla="*/ 136948 h 599527"/>
              <a:gd name="connsiteX46" fmla="*/ 200216 w 412043"/>
              <a:gd name="connsiteY46" fmla="*/ 93608 h 599527"/>
              <a:gd name="connsiteX47" fmla="*/ 282123 w 412043"/>
              <a:gd name="connsiteY47" fmla="*/ 147256 h 599527"/>
              <a:gd name="connsiteX48" fmla="*/ 285643 w 412043"/>
              <a:gd name="connsiteY48" fmla="*/ 153347 h 599527"/>
              <a:gd name="connsiteX49" fmla="*/ 285174 w 412043"/>
              <a:gd name="connsiteY49" fmla="*/ 165530 h 599527"/>
              <a:gd name="connsiteX50" fmla="*/ 172757 w 412043"/>
              <a:gd name="connsiteY50" fmla="*/ 198328 h 599527"/>
              <a:gd name="connsiteX51" fmla="*/ 8474 w 412043"/>
              <a:gd name="connsiteY51" fmla="*/ 110242 h 599527"/>
              <a:gd name="connsiteX52" fmla="*/ 3310 w 412043"/>
              <a:gd name="connsiteY52" fmla="*/ 97122 h 599527"/>
              <a:gd name="connsiteX53" fmla="*/ 113146 w 412043"/>
              <a:gd name="connsiteY53" fmla="*/ 45114 h 599527"/>
              <a:gd name="connsiteX54" fmla="*/ 204675 w 412043"/>
              <a:gd name="connsiteY54" fmla="*/ 1071 h 59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2043" h="599527">
                <a:moveTo>
                  <a:pt x="142468" y="396851"/>
                </a:moveTo>
                <a:cubicBezTo>
                  <a:pt x="148333" y="395679"/>
                  <a:pt x="153730" y="399662"/>
                  <a:pt x="153964" y="405753"/>
                </a:cubicBezTo>
                <a:cubicBezTo>
                  <a:pt x="156545" y="464556"/>
                  <a:pt x="165461" y="529215"/>
                  <a:pt x="144814" y="585910"/>
                </a:cubicBezTo>
                <a:cubicBezTo>
                  <a:pt x="145048" y="590595"/>
                  <a:pt x="142233" y="595515"/>
                  <a:pt x="135898" y="595046"/>
                </a:cubicBezTo>
                <a:cubicBezTo>
                  <a:pt x="95776" y="591532"/>
                  <a:pt x="55889" y="595046"/>
                  <a:pt x="15768" y="599498"/>
                </a:cubicBezTo>
                <a:cubicBezTo>
                  <a:pt x="10606" y="599966"/>
                  <a:pt x="6383" y="594812"/>
                  <a:pt x="6383" y="590127"/>
                </a:cubicBezTo>
                <a:cubicBezTo>
                  <a:pt x="5913" y="512348"/>
                  <a:pt x="62224" y="414655"/>
                  <a:pt x="142468" y="396851"/>
                </a:cubicBezTo>
                <a:close/>
                <a:moveTo>
                  <a:pt x="275305" y="271238"/>
                </a:moveTo>
                <a:cubicBezTo>
                  <a:pt x="260285" y="280845"/>
                  <a:pt x="239165" y="282251"/>
                  <a:pt x="222034" y="284828"/>
                </a:cubicBezTo>
                <a:cubicBezTo>
                  <a:pt x="201148" y="287875"/>
                  <a:pt x="179557" y="289280"/>
                  <a:pt x="158437" y="287640"/>
                </a:cubicBezTo>
                <a:cubicBezTo>
                  <a:pt x="143887" y="286469"/>
                  <a:pt x="116899" y="285531"/>
                  <a:pt x="99299" y="277096"/>
                </a:cubicBezTo>
                <a:cubicBezTo>
                  <a:pt x="110329" y="336145"/>
                  <a:pt x="139663" y="391679"/>
                  <a:pt x="205137" y="392382"/>
                </a:cubicBezTo>
                <a:cubicBezTo>
                  <a:pt x="262163" y="392851"/>
                  <a:pt x="296895" y="356062"/>
                  <a:pt x="312148" y="309432"/>
                </a:cubicBezTo>
                <a:cubicBezTo>
                  <a:pt x="310036" y="310135"/>
                  <a:pt x="307690" y="310604"/>
                  <a:pt x="305108" y="310604"/>
                </a:cubicBezTo>
                <a:cubicBezTo>
                  <a:pt x="287977" y="310604"/>
                  <a:pt x="279294" y="293030"/>
                  <a:pt x="275305" y="271238"/>
                </a:cubicBezTo>
                <a:close/>
                <a:moveTo>
                  <a:pt x="93667" y="210314"/>
                </a:moveTo>
                <a:cubicBezTo>
                  <a:pt x="93667" y="211251"/>
                  <a:pt x="93667" y="212189"/>
                  <a:pt x="93667" y="212892"/>
                </a:cubicBezTo>
                <a:cubicBezTo>
                  <a:pt x="95779" y="213126"/>
                  <a:pt x="97891" y="213360"/>
                  <a:pt x="100003" y="213595"/>
                </a:cubicBezTo>
                <a:cubicBezTo>
                  <a:pt x="97891" y="212423"/>
                  <a:pt x="95779" y="211486"/>
                  <a:pt x="93667" y="210314"/>
                </a:cubicBezTo>
                <a:close/>
                <a:moveTo>
                  <a:pt x="80202" y="186355"/>
                </a:moveTo>
                <a:cubicBezTo>
                  <a:pt x="82872" y="184714"/>
                  <a:pt x="86275" y="184422"/>
                  <a:pt x="89443" y="186413"/>
                </a:cubicBezTo>
                <a:cubicBezTo>
                  <a:pt x="144356" y="220156"/>
                  <a:pt x="213820" y="232340"/>
                  <a:pt x="269203" y="193209"/>
                </a:cubicBezTo>
                <a:cubicBezTo>
                  <a:pt x="272958" y="190397"/>
                  <a:pt x="276713" y="191100"/>
                  <a:pt x="279059" y="193209"/>
                </a:cubicBezTo>
                <a:cubicBezTo>
                  <a:pt x="281641" y="192271"/>
                  <a:pt x="284692" y="194380"/>
                  <a:pt x="284222" y="197661"/>
                </a:cubicBezTo>
                <a:cubicBezTo>
                  <a:pt x="281876" y="216172"/>
                  <a:pt x="285630" y="237261"/>
                  <a:pt x="288681" y="255304"/>
                </a:cubicBezTo>
                <a:cubicBezTo>
                  <a:pt x="289620" y="261162"/>
                  <a:pt x="304404" y="314587"/>
                  <a:pt x="312383" y="289280"/>
                </a:cubicBezTo>
                <a:cubicBezTo>
                  <a:pt x="321301" y="261162"/>
                  <a:pt x="315434" y="229997"/>
                  <a:pt x="314965" y="201175"/>
                </a:cubicBezTo>
                <a:cubicBezTo>
                  <a:pt x="314730" y="192037"/>
                  <a:pt x="328341" y="190397"/>
                  <a:pt x="330688" y="199067"/>
                </a:cubicBezTo>
                <a:cubicBezTo>
                  <a:pt x="349227" y="270300"/>
                  <a:pt x="328576" y="369887"/>
                  <a:pt x="260051" y="401287"/>
                </a:cubicBezTo>
                <a:cubicBezTo>
                  <a:pt x="261224" y="401287"/>
                  <a:pt x="262163" y="401521"/>
                  <a:pt x="263102" y="401990"/>
                </a:cubicBezTo>
                <a:cubicBezTo>
                  <a:pt x="332330" y="431983"/>
                  <a:pt x="406018" y="510481"/>
                  <a:pt x="401325" y="590150"/>
                </a:cubicBezTo>
                <a:cubicBezTo>
                  <a:pt x="401090" y="596711"/>
                  <a:pt x="395693" y="600226"/>
                  <a:pt x="389591" y="599289"/>
                </a:cubicBezTo>
                <a:cubicBezTo>
                  <a:pt x="347584" y="591790"/>
                  <a:pt x="305108" y="600460"/>
                  <a:pt x="262867" y="595071"/>
                </a:cubicBezTo>
                <a:cubicBezTo>
                  <a:pt x="257704" y="594368"/>
                  <a:pt x="253480" y="591322"/>
                  <a:pt x="253480" y="585698"/>
                </a:cubicBezTo>
                <a:cubicBezTo>
                  <a:pt x="252776" y="529226"/>
                  <a:pt x="239634" y="471115"/>
                  <a:pt x="247144" y="414643"/>
                </a:cubicBezTo>
                <a:cubicBezTo>
                  <a:pt x="247378" y="413003"/>
                  <a:pt x="248082" y="411831"/>
                  <a:pt x="248786" y="410660"/>
                </a:cubicBezTo>
                <a:cubicBezTo>
                  <a:pt x="249021" y="408551"/>
                  <a:pt x="249960" y="406442"/>
                  <a:pt x="251603" y="404802"/>
                </a:cubicBezTo>
                <a:cubicBezTo>
                  <a:pt x="237757" y="409722"/>
                  <a:pt x="222268" y="411831"/>
                  <a:pt x="205137" y="410894"/>
                </a:cubicBezTo>
                <a:cubicBezTo>
                  <a:pt x="96248" y="404802"/>
                  <a:pt x="70903" y="284360"/>
                  <a:pt x="75362" y="194380"/>
                </a:cubicBezTo>
                <a:cubicBezTo>
                  <a:pt x="75597" y="190983"/>
                  <a:pt x="77533" y="187995"/>
                  <a:pt x="80202" y="186355"/>
                </a:cubicBezTo>
                <a:close/>
                <a:moveTo>
                  <a:pt x="204675" y="1071"/>
                </a:moveTo>
                <a:cubicBezTo>
                  <a:pt x="234481" y="-6191"/>
                  <a:pt x="272031" y="25435"/>
                  <a:pt x="297143" y="36212"/>
                </a:cubicBezTo>
                <a:cubicBezTo>
                  <a:pt x="334459" y="52142"/>
                  <a:pt x="374121" y="65730"/>
                  <a:pt x="407917" y="88689"/>
                </a:cubicBezTo>
                <a:cubicBezTo>
                  <a:pt x="415192" y="93843"/>
                  <a:pt x="411907" y="104150"/>
                  <a:pt x="405335" y="105790"/>
                </a:cubicBezTo>
                <a:cubicBezTo>
                  <a:pt x="398295" y="117035"/>
                  <a:pt x="379519" y="122189"/>
                  <a:pt x="367785" y="126172"/>
                </a:cubicBezTo>
                <a:cubicBezTo>
                  <a:pt x="351122" y="132029"/>
                  <a:pt x="331173" y="139291"/>
                  <a:pt x="313102" y="136948"/>
                </a:cubicBezTo>
                <a:cubicBezTo>
                  <a:pt x="271562" y="131092"/>
                  <a:pt x="243164" y="83769"/>
                  <a:pt x="200216" y="93608"/>
                </a:cubicBezTo>
                <a:cubicBezTo>
                  <a:pt x="211481" y="122658"/>
                  <a:pt x="255368" y="139760"/>
                  <a:pt x="282123" y="147256"/>
                </a:cubicBezTo>
                <a:cubicBezTo>
                  <a:pt x="285174" y="148193"/>
                  <a:pt x="286113" y="150770"/>
                  <a:pt x="285643" y="153347"/>
                </a:cubicBezTo>
                <a:cubicBezTo>
                  <a:pt x="288459" y="156627"/>
                  <a:pt x="289398" y="161547"/>
                  <a:pt x="285174" y="165530"/>
                </a:cubicBezTo>
                <a:cubicBezTo>
                  <a:pt x="254899" y="193408"/>
                  <a:pt x="213358" y="214961"/>
                  <a:pt x="172757" y="198328"/>
                </a:cubicBezTo>
                <a:cubicBezTo>
                  <a:pt x="115493" y="174666"/>
                  <a:pt x="65738" y="134840"/>
                  <a:pt x="8474" y="110242"/>
                </a:cubicBezTo>
                <a:cubicBezTo>
                  <a:pt x="728" y="112584"/>
                  <a:pt x="-3261" y="101339"/>
                  <a:pt x="3310" y="97122"/>
                </a:cubicBezTo>
                <a:cubicBezTo>
                  <a:pt x="37341" y="75569"/>
                  <a:pt x="76769" y="61982"/>
                  <a:pt x="113146" y="45114"/>
                </a:cubicBezTo>
                <a:cubicBezTo>
                  <a:pt x="142482" y="31526"/>
                  <a:pt x="173226" y="8568"/>
                  <a:pt x="204675" y="1071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4" name="university-teacher_65684">
            <a:extLst>
              <a:ext uri="{FF2B5EF4-FFF2-40B4-BE49-F238E27FC236}">
                <a16:creationId xmlns:a16="http://schemas.microsoft.com/office/drawing/2014/main" id="{C663FBE1-7C55-726F-5E4E-0BE5A0E02807}"/>
              </a:ext>
            </a:extLst>
          </p:cNvPr>
          <p:cNvSpPr/>
          <p:nvPr/>
        </p:nvSpPr>
        <p:spPr>
          <a:xfrm>
            <a:off x="5172715" y="5746019"/>
            <a:ext cx="138508" cy="307777"/>
          </a:xfrm>
          <a:custGeom>
            <a:avLst/>
            <a:gdLst>
              <a:gd name="T0" fmla="*/ 215 w 257"/>
              <a:gd name="T1" fmla="*/ 163 h 572"/>
              <a:gd name="T2" fmla="*/ 201 w 257"/>
              <a:gd name="T3" fmla="*/ 163 h 572"/>
              <a:gd name="T4" fmla="*/ 226 w 257"/>
              <a:gd name="T5" fmla="*/ 97 h 572"/>
              <a:gd name="T6" fmla="*/ 129 w 257"/>
              <a:gd name="T7" fmla="*/ 0 h 572"/>
              <a:gd name="T8" fmla="*/ 31 w 257"/>
              <a:gd name="T9" fmla="*/ 97 h 572"/>
              <a:gd name="T10" fmla="*/ 56 w 257"/>
              <a:gd name="T11" fmla="*/ 163 h 572"/>
              <a:gd name="T12" fmla="*/ 42 w 257"/>
              <a:gd name="T13" fmla="*/ 163 h 572"/>
              <a:gd name="T14" fmla="*/ 0 w 257"/>
              <a:gd name="T15" fmla="*/ 205 h 572"/>
              <a:gd name="T16" fmla="*/ 0 w 257"/>
              <a:gd name="T17" fmla="*/ 323 h 572"/>
              <a:gd name="T18" fmla="*/ 39 w 257"/>
              <a:gd name="T19" fmla="*/ 365 h 572"/>
              <a:gd name="T20" fmla="*/ 39 w 257"/>
              <a:gd name="T21" fmla="*/ 522 h 572"/>
              <a:gd name="T22" fmla="*/ 89 w 257"/>
              <a:gd name="T23" fmla="*/ 572 h 572"/>
              <a:gd name="T24" fmla="*/ 128 w 257"/>
              <a:gd name="T25" fmla="*/ 554 h 572"/>
              <a:gd name="T26" fmla="*/ 167 w 257"/>
              <a:gd name="T27" fmla="*/ 572 h 572"/>
              <a:gd name="T28" fmla="*/ 218 w 257"/>
              <a:gd name="T29" fmla="*/ 522 h 572"/>
              <a:gd name="T30" fmla="*/ 218 w 257"/>
              <a:gd name="T31" fmla="*/ 365 h 572"/>
              <a:gd name="T32" fmla="*/ 257 w 257"/>
              <a:gd name="T33" fmla="*/ 323 h 572"/>
              <a:gd name="T34" fmla="*/ 257 w 257"/>
              <a:gd name="T35" fmla="*/ 205 h 572"/>
              <a:gd name="T36" fmla="*/ 215 w 257"/>
              <a:gd name="T37" fmla="*/ 163 h 572"/>
              <a:gd name="T38" fmla="*/ 160 w 257"/>
              <a:gd name="T39" fmla="*/ 289 h 572"/>
              <a:gd name="T40" fmla="*/ 133 w 257"/>
              <a:gd name="T41" fmla="*/ 316 h 572"/>
              <a:gd name="T42" fmla="*/ 128 w 257"/>
              <a:gd name="T43" fmla="*/ 318 h 572"/>
              <a:gd name="T44" fmla="*/ 124 w 257"/>
              <a:gd name="T45" fmla="*/ 316 h 572"/>
              <a:gd name="T46" fmla="*/ 96 w 257"/>
              <a:gd name="T47" fmla="*/ 289 h 572"/>
              <a:gd name="T48" fmla="*/ 95 w 257"/>
              <a:gd name="T49" fmla="*/ 283 h 572"/>
              <a:gd name="T50" fmla="*/ 112 w 257"/>
              <a:gd name="T51" fmla="*/ 213 h 572"/>
              <a:gd name="T52" fmla="*/ 97 w 257"/>
              <a:gd name="T53" fmla="*/ 199 h 572"/>
              <a:gd name="T54" fmla="*/ 96 w 257"/>
              <a:gd name="T55" fmla="*/ 192 h 572"/>
              <a:gd name="T56" fmla="*/ 101 w 257"/>
              <a:gd name="T57" fmla="*/ 188 h 572"/>
              <a:gd name="T58" fmla="*/ 155 w 257"/>
              <a:gd name="T59" fmla="*/ 188 h 572"/>
              <a:gd name="T60" fmla="*/ 161 w 257"/>
              <a:gd name="T61" fmla="*/ 192 h 572"/>
              <a:gd name="T62" fmla="*/ 159 w 257"/>
              <a:gd name="T63" fmla="*/ 199 h 572"/>
              <a:gd name="T64" fmla="*/ 145 w 257"/>
              <a:gd name="T65" fmla="*/ 213 h 572"/>
              <a:gd name="T66" fmla="*/ 162 w 257"/>
              <a:gd name="T67" fmla="*/ 283 h 572"/>
              <a:gd name="T68" fmla="*/ 160 w 257"/>
              <a:gd name="T69" fmla="*/ 289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7" h="572">
                <a:moveTo>
                  <a:pt x="215" y="163"/>
                </a:moveTo>
                <a:lnTo>
                  <a:pt x="201" y="163"/>
                </a:lnTo>
                <a:cubicBezTo>
                  <a:pt x="216" y="145"/>
                  <a:pt x="226" y="123"/>
                  <a:pt x="226" y="97"/>
                </a:cubicBezTo>
                <a:cubicBezTo>
                  <a:pt x="226" y="44"/>
                  <a:pt x="182" y="0"/>
                  <a:pt x="129" y="0"/>
                </a:cubicBezTo>
                <a:cubicBezTo>
                  <a:pt x="75" y="0"/>
                  <a:pt x="31" y="44"/>
                  <a:pt x="31" y="97"/>
                </a:cubicBezTo>
                <a:cubicBezTo>
                  <a:pt x="31" y="123"/>
                  <a:pt x="41" y="145"/>
                  <a:pt x="56" y="163"/>
                </a:cubicBezTo>
                <a:lnTo>
                  <a:pt x="42" y="163"/>
                </a:lnTo>
                <a:cubicBezTo>
                  <a:pt x="19" y="163"/>
                  <a:pt x="0" y="181"/>
                  <a:pt x="0" y="205"/>
                </a:cubicBezTo>
                <a:lnTo>
                  <a:pt x="0" y="323"/>
                </a:lnTo>
                <a:cubicBezTo>
                  <a:pt x="0" y="345"/>
                  <a:pt x="17" y="363"/>
                  <a:pt x="39" y="365"/>
                </a:cubicBezTo>
                <a:lnTo>
                  <a:pt x="39" y="522"/>
                </a:lnTo>
                <a:cubicBezTo>
                  <a:pt x="39" y="550"/>
                  <a:pt x="61" y="572"/>
                  <a:pt x="89" y="572"/>
                </a:cubicBezTo>
                <a:cubicBezTo>
                  <a:pt x="105" y="572"/>
                  <a:pt x="119" y="565"/>
                  <a:pt x="128" y="554"/>
                </a:cubicBezTo>
                <a:cubicBezTo>
                  <a:pt x="137" y="565"/>
                  <a:pt x="151" y="572"/>
                  <a:pt x="167" y="572"/>
                </a:cubicBezTo>
                <a:cubicBezTo>
                  <a:pt x="195" y="572"/>
                  <a:pt x="218" y="550"/>
                  <a:pt x="218" y="522"/>
                </a:cubicBezTo>
                <a:lnTo>
                  <a:pt x="218" y="365"/>
                </a:lnTo>
                <a:cubicBezTo>
                  <a:pt x="239" y="363"/>
                  <a:pt x="257" y="345"/>
                  <a:pt x="257" y="323"/>
                </a:cubicBezTo>
                <a:lnTo>
                  <a:pt x="257" y="205"/>
                </a:lnTo>
                <a:cubicBezTo>
                  <a:pt x="257" y="181"/>
                  <a:pt x="238" y="163"/>
                  <a:pt x="215" y="163"/>
                </a:cubicBezTo>
                <a:close/>
                <a:moveTo>
                  <a:pt x="160" y="289"/>
                </a:moveTo>
                <a:lnTo>
                  <a:pt x="133" y="316"/>
                </a:lnTo>
                <a:cubicBezTo>
                  <a:pt x="131" y="318"/>
                  <a:pt x="130" y="318"/>
                  <a:pt x="128" y="318"/>
                </a:cubicBezTo>
                <a:cubicBezTo>
                  <a:pt x="127" y="318"/>
                  <a:pt x="125" y="318"/>
                  <a:pt x="124" y="316"/>
                </a:cubicBezTo>
                <a:lnTo>
                  <a:pt x="96" y="289"/>
                </a:lnTo>
                <a:cubicBezTo>
                  <a:pt x="95" y="287"/>
                  <a:pt x="94" y="285"/>
                  <a:pt x="95" y="283"/>
                </a:cubicBezTo>
                <a:lnTo>
                  <a:pt x="112" y="213"/>
                </a:lnTo>
                <a:lnTo>
                  <a:pt x="97" y="199"/>
                </a:lnTo>
                <a:cubicBezTo>
                  <a:pt x="95" y="197"/>
                  <a:pt x="95" y="194"/>
                  <a:pt x="96" y="192"/>
                </a:cubicBezTo>
                <a:cubicBezTo>
                  <a:pt x="97" y="189"/>
                  <a:pt x="99" y="188"/>
                  <a:pt x="101" y="188"/>
                </a:cubicBezTo>
                <a:lnTo>
                  <a:pt x="155" y="188"/>
                </a:lnTo>
                <a:cubicBezTo>
                  <a:pt x="157" y="188"/>
                  <a:pt x="160" y="189"/>
                  <a:pt x="161" y="192"/>
                </a:cubicBezTo>
                <a:cubicBezTo>
                  <a:pt x="162" y="194"/>
                  <a:pt x="161" y="197"/>
                  <a:pt x="159" y="199"/>
                </a:cubicBezTo>
                <a:lnTo>
                  <a:pt x="145" y="213"/>
                </a:lnTo>
                <a:lnTo>
                  <a:pt x="162" y="283"/>
                </a:lnTo>
                <a:cubicBezTo>
                  <a:pt x="162" y="285"/>
                  <a:pt x="162" y="287"/>
                  <a:pt x="160" y="28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AE5889-1E19-03DA-72DB-90D9EDEA8638}"/>
              </a:ext>
            </a:extLst>
          </p:cNvPr>
          <p:cNvSpPr/>
          <p:nvPr/>
        </p:nvSpPr>
        <p:spPr>
          <a:xfrm>
            <a:off x="8223250" y="6921890"/>
            <a:ext cx="723900" cy="723900"/>
          </a:xfrm>
          <a:custGeom>
            <a:avLst/>
            <a:gdLst>
              <a:gd name="connsiteX0" fmla="*/ 361950 w 723900"/>
              <a:gd name="connsiteY0" fmla="*/ 666750 h 723900"/>
              <a:gd name="connsiteX1" fmla="*/ 57150 w 723900"/>
              <a:gd name="connsiteY1" fmla="*/ 361950 h 723900"/>
              <a:gd name="connsiteX2" fmla="*/ 361950 w 723900"/>
              <a:gd name="connsiteY2" fmla="*/ 57150 h 723900"/>
              <a:gd name="connsiteX3" fmla="*/ 666750 w 723900"/>
              <a:gd name="connsiteY3" fmla="*/ 361950 h 723900"/>
              <a:gd name="connsiteX4" fmla="*/ 361950 w 723900"/>
              <a:gd name="connsiteY4" fmla="*/ 666750 h 723900"/>
              <a:gd name="connsiteX5" fmla="*/ 361950 w 723900"/>
              <a:gd name="connsiteY5" fmla="*/ 0 h 723900"/>
              <a:gd name="connsiteX6" fmla="*/ 0 w 723900"/>
              <a:gd name="connsiteY6" fmla="*/ 361950 h 723900"/>
              <a:gd name="connsiteX7" fmla="*/ 361950 w 723900"/>
              <a:gd name="connsiteY7" fmla="*/ 723900 h 723900"/>
              <a:gd name="connsiteX8" fmla="*/ 723900 w 723900"/>
              <a:gd name="connsiteY8" fmla="*/ 361950 h 723900"/>
              <a:gd name="connsiteX9" fmla="*/ 361950 w 723900"/>
              <a:gd name="connsiteY9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3900" h="723900">
                <a:moveTo>
                  <a:pt x="361950" y="666750"/>
                </a:moveTo>
                <a:cubicBezTo>
                  <a:pt x="194310" y="666750"/>
                  <a:pt x="57150" y="529590"/>
                  <a:pt x="57150" y="361950"/>
                </a:cubicBezTo>
                <a:cubicBezTo>
                  <a:pt x="57150" y="194310"/>
                  <a:pt x="194310" y="57150"/>
                  <a:pt x="361950" y="57150"/>
                </a:cubicBezTo>
                <a:cubicBezTo>
                  <a:pt x="529590" y="57150"/>
                  <a:pt x="666750" y="194310"/>
                  <a:pt x="666750" y="361950"/>
                </a:cubicBezTo>
                <a:cubicBezTo>
                  <a:pt x="666750" y="529590"/>
                  <a:pt x="529590" y="666750"/>
                  <a:pt x="361950" y="666750"/>
                </a:cubicBezTo>
                <a:close/>
                <a:moveTo>
                  <a:pt x="361950" y="0"/>
                </a:moveTo>
                <a:cubicBezTo>
                  <a:pt x="161925" y="0"/>
                  <a:pt x="0" y="161925"/>
                  <a:pt x="0" y="361950"/>
                </a:cubicBezTo>
                <a:cubicBezTo>
                  <a:pt x="0" y="561975"/>
                  <a:pt x="161925" y="723900"/>
                  <a:pt x="361950" y="723900"/>
                </a:cubicBezTo>
                <a:cubicBezTo>
                  <a:pt x="561975" y="723900"/>
                  <a:pt x="723900" y="561975"/>
                  <a:pt x="723900" y="361950"/>
                </a:cubicBezTo>
                <a:cubicBezTo>
                  <a:pt x="723900" y="161925"/>
                  <a:pt x="561975" y="0"/>
                  <a:pt x="361950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4BC3FD0-83ED-F112-C1F0-2A42B08CFFAC}"/>
              </a:ext>
            </a:extLst>
          </p:cNvPr>
          <p:cNvSpPr/>
          <p:nvPr/>
        </p:nvSpPr>
        <p:spPr>
          <a:xfrm>
            <a:off x="8566150" y="7093340"/>
            <a:ext cx="166687" cy="338137"/>
          </a:xfrm>
          <a:custGeom>
            <a:avLst/>
            <a:gdLst>
              <a:gd name="connsiteX0" fmla="*/ 38100 w 166687"/>
              <a:gd name="connsiteY0" fmla="*/ 0 h 338137"/>
              <a:gd name="connsiteX1" fmla="*/ 0 w 166687"/>
              <a:gd name="connsiteY1" fmla="*/ 0 h 338137"/>
              <a:gd name="connsiteX2" fmla="*/ 0 w 166687"/>
              <a:gd name="connsiteY2" fmla="*/ 190500 h 338137"/>
              <a:gd name="connsiteX3" fmla="*/ 5715 w 166687"/>
              <a:gd name="connsiteY3" fmla="*/ 203835 h 338137"/>
              <a:gd name="connsiteX4" fmla="*/ 140018 w 166687"/>
              <a:gd name="connsiteY4" fmla="*/ 338138 h 338137"/>
              <a:gd name="connsiteX5" fmla="*/ 166688 w 166687"/>
              <a:gd name="connsiteY5" fmla="*/ 311468 h 338137"/>
              <a:gd name="connsiteX6" fmla="*/ 38100 w 166687"/>
              <a:gd name="connsiteY6" fmla="*/ 182880 h 338137"/>
              <a:gd name="connsiteX7" fmla="*/ 38100 w 166687"/>
              <a:gd name="connsiteY7" fmla="*/ 0 h 338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687" h="338137">
                <a:moveTo>
                  <a:pt x="38100" y="0"/>
                </a:moveTo>
                <a:lnTo>
                  <a:pt x="0" y="0"/>
                </a:lnTo>
                <a:lnTo>
                  <a:pt x="0" y="190500"/>
                </a:lnTo>
                <a:cubicBezTo>
                  <a:pt x="0" y="196215"/>
                  <a:pt x="1905" y="200977"/>
                  <a:pt x="5715" y="203835"/>
                </a:cubicBezTo>
                <a:lnTo>
                  <a:pt x="140018" y="338138"/>
                </a:lnTo>
                <a:lnTo>
                  <a:pt x="166688" y="311468"/>
                </a:lnTo>
                <a:lnTo>
                  <a:pt x="38100" y="182880"/>
                </a:lnTo>
                <a:lnTo>
                  <a:pt x="38100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F193CEF-49A6-C71B-F2E1-8553E4F256E3}"/>
              </a:ext>
            </a:extLst>
          </p:cNvPr>
          <p:cNvSpPr/>
          <p:nvPr/>
        </p:nvSpPr>
        <p:spPr>
          <a:xfrm>
            <a:off x="8566150" y="70171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60C4318-4CF7-C154-9479-8BBB05EFC506}"/>
              </a:ext>
            </a:extLst>
          </p:cNvPr>
          <p:cNvSpPr/>
          <p:nvPr/>
        </p:nvSpPr>
        <p:spPr>
          <a:xfrm>
            <a:off x="8566150" y="751244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617A4E3B-9522-F279-AE39-834FEA9AA809}"/>
              </a:ext>
            </a:extLst>
          </p:cNvPr>
          <p:cNvSpPr/>
          <p:nvPr/>
        </p:nvSpPr>
        <p:spPr>
          <a:xfrm>
            <a:off x="83185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7B3DD9E-37EF-CB3C-464C-A831A4F473E1}"/>
              </a:ext>
            </a:extLst>
          </p:cNvPr>
          <p:cNvSpPr/>
          <p:nvPr/>
        </p:nvSpPr>
        <p:spPr>
          <a:xfrm>
            <a:off x="8813800" y="7264790"/>
            <a:ext cx="38100" cy="38100"/>
          </a:xfrm>
          <a:custGeom>
            <a:avLst/>
            <a:gdLst>
              <a:gd name="connsiteX0" fmla="*/ 38100 w 38100"/>
              <a:gd name="connsiteY0" fmla="*/ 19050 h 38100"/>
              <a:gd name="connsiteX1" fmla="*/ 19050 w 38100"/>
              <a:gd name="connsiteY1" fmla="*/ 38100 h 38100"/>
              <a:gd name="connsiteX2" fmla="*/ 0 w 38100"/>
              <a:gd name="connsiteY2" fmla="*/ 19050 h 38100"/>
              <a:gd name="connsiteX3" fmla="*/ 19050 w 38100"/>
              <a:gd name="connsiteY3" fmla="*/ 0 h 38100"/>
              <a:gd name="connsiteX4" fmla="*/ 38100 w 38100"/>
              <a:gd name="connsiteY4" fmla="*/ 1905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" h="38100">
                <a:moveTo>
                  <a:pt x="38100" y="19050"/>
                </a:moveTo>
                <a:cubicBezTo>
                  <a:pt x="38100" y="29571"/>
                  <a:pt x="29571" y="38100"/>
                  <a:pt x="19050" y="38100"/>
                </a:cubicBezTo>
                <a:cubicBezTo>
                  <a:pt x="8529" y="38100"/>
                  <a:pt x="0" y="29571"/>
                  <a:pt x="0" y="19050"/>
                </a:cubicBezTo>
                <a:cubicBezTo>
                  <a:pt x="0" y="8529"/>
                  <a:pt x="8529" y="0"/>
                  <a:pt x="19050" y="0"/>
                </a:cubicBezTo>
                <a:cubicBezTo>
                  <a:pt x="29571" y="0"/>
                  <a:pt x="38100" y="8529"/>
                  <a:pt x="38100" y="1905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70656A-C4ED-1BDB-DA7C-0F379EB46DB3}"/>
              </a:ext>
            </a:extLst>
          </p:cNvPr>
          <p:cNvSpPr txBox="1"/>
          <p:nvPr/>
        </p:nvSpPr>
        <p:spPr>
          <a:xfrm>
            <a:off x="6094201" y="1030979"/>
            <a:ext cx="116414" cy="120682"/>
          </a:xfrm>
          <a:custGeom>
            <a:avLst/>
            <a:gdLst/>
            <a:ahLst/>
            <a:cxnLst/>
            <a:rect l="l" t="t" r="r" b="b"/>
            <a:pathLst>
              <a:path w="116414" h="120682">
                <a:moveTo>
                  <a:pt x="89744" y="1200"/>
                </a:moveTo>
                <a:cubicBezTo>
                  <a:pt x="93567" y="4400"/>
                  <a:pt x="97501" y="7956"/>
                  <a:pt x="101546" y="11868"/>
                </a:cubicBezTo>
                <a:cubicBezTo>
                  <a:pt x="105591" y="15779"/>
                  <a:pt x="108858" y="19202"/>
                  <a:pt x="111347" y="22136"/>
                </a:cubicBezTo>
                <a:lnTo>
                  <a:pt x="102413" y="32937"/>
                </a:lnTo>
                <a:cubicBezTo>
                  <a:pt x="99479" y="29470"/>
                  <a:pt x="95967" y="25581"/>
                  <a:pt x="91878" y="21269"/>
                </a:cubicBezTo>
                <a:cubicBezTo>
                  <a:pt x="87788" y="16957"/>
                  <a:pt x="84099" y="13290"/>
                  <a:pt x="80810" y="10268"/>
                </a:cubicBezTo>
                <a:close/>
                <a:moveTo>
                  <a:pt x="60407" y="0"/>
                </a:moveTo>
                <a:lnTo>
                  <a:pt x="75209" y="533"/>
                </a:lnTo>
                <a:cubicBezTo>
                  <a:pt x="75209" y="4267"/>
                  <a:pt x="75565" y="12801"/>
                  <a:pt x="76276" y="26136"/>
                </a:cubicBezTo>
                <a:cubicBezTo>
                  <a:pt x="76454" y="29870"/>
                  <a:pt x="76632" y="32759"/>
                  <a:pt x="76809" y="34804"/>
                </a:cubicBezTo>
                <a:lnTo>
                  <a:pt x="116014" y="34804"/>
                </a:lnTo>
                <a:lnTo>
                  <a:pt x="116014" y="48139"/>
                </a:lnTo>
                <a:lnTo>
                  <a:pt x="77609" y="48139"/>
                </a:lnTo>
                <a:cubicBezTo>
                  <a:pt x="78498" y="59074"/>
                  <a:pt x="79387" y="67342"/>
                  <a:pt x="80276" y="72942"/>
                </a:cubicBezTo>
                <a:cubicBezTo>
                  <a:pt x="87744" y="66097"/>
                  <a:pt x="94234" y="58318"/>
                  <a:pt x="99746" y="49606"/>
                </a:cubicBezTo>
                <a:lnTo>
                  <a:pt x="111080" y="57740"/>
                </a:lnTo>
                <a:cubicBezTo>
                  <a:pt x="103168" y="69208"/>
                  <a:pt x="94145" y="79521"/>
                  <a:pt x="84010" y="88678"/>
                </a:cubicBezTo>
                <a:cubicBezTo>
                  <a:pt x="84544" y="90544"/>
                  <a:pt x="85210" y="92234"/>
                  <a:pt x="86010" y="93745"/>
                </a:cubicBezTo>
                <a:cubicBezTo>
                  <a:pt x="89300" y="100857"/>
                  <a:pt x="92678" y="104413"/>
                  <a:pt x="96145" y="104413"/>
                </a:cubicBezTo>
                <a:cubicBezTo>
                  <a:pt x="97745" y="104413"/>
                  <a:pt x="98945" y="103946"/>
                  <a:pt x="99746" y="103013"/>
                </a:cubicBezTo>
                <a:cubicBezTo>
                  <a:pt x="100546" y="102079"/>
                  <a:pt x="101301" y="100101"/>
                  <a:pt x="102012" y="97079"/>
                </a:cubicBezTo>
                <a:cubicBezTo>
                  <a:pt x="102813" y="93523"/>
                  <a:pt x="103702" y="88944"/>
                  <a:pt x="104680" y="83344"/>
                </a:cubicBezTo>
                <a:lnTo>
                  <a:pt x="116414" y="90544"/>
                </a:lnTo>
                <a:cubicBezTo>
                  <a:pt x="115436" y="94901"/>
                  <a:pt x="114547" y="98479"/>
                  <a:pt x="113747" y="101279"/>
                </a:cubicBezTo>
                <a:cubicBezTo>
                  <a:pt x="112947" y="104079"/>
                  <a:pt x="111969" y="107080"/>
                  <a:pt x="110814" y="110280"/>
                </a:cubicBezTo>
                <a:cubicBezTo>
                  <a:pt x="108235" y="117214"/>
                  <a:pt x="103435" y="120682"/>
                  <a:pt x="96412" y="120682"/>
                </a:cubicBezTo>
                <a:cubicBezTo>
                  <a:pt x="92678" y="120682"/>
                  <a:pt x="88944" y="119459"/>
                  <a:pt x="85210" y="117014"/>
                </a:cubicBezTo>
                <a:cubicBezTo>
                  <a:pt x="81477" y="114570"/>
                  <a:pt x="78321" y="111036"/>
                  <a:pt x="75743" y="106413"/>
                </a:cubicBezTo>
                <a:cubicBezTo>
                  <a:pt x="74053" y="103302"/>
                  <a:pt x="72809" y="100635"/>
                  <a:pt x="72009" y="98412"/>
                </a:cubicBezTo>
                <a:cubicBezTo>
                  <a:pt x="65252" y="103479"/>
                  <a:pt x="57918" y="108147"/>
                  <a:pt x="50006" y="112414"/>
                </a:cubicBezTo>
                <a:lnTo>
                  <a:pt x="42672" y="98279"/>
                </a:lnTo>
                <a:cubicBezTo>
                  <a:pt x="52451" y="93300"/>
                  <a:pt x="60718" y="88366"/>
                  <a:pt x="67475" y="83477"/>
                </a:cubicBezTo>
                <a:cubicBezTo>
                  <a:pt x="65430" y="74498"/>
                  <a:pt x="63874" y="62719"/>
                  <a:pt x="62808" y="48139"/>
                </a:cubicBezTo>
                <a:lnTo>
                  <a:pt x="38538" y="48139"/>
                </a:lnTo>
                <a:lnTo>
                  <a:pt x="38538" y="63741"/>
                </a:lnTo>
                <a:cubicBezTo>
                  <a:pt x="43694" y="62763"/>
                  <a:pt x="49695" y="61474"/>
                  <a:pt x="56540" y="59874"/>
                </a:cubicBezTo>
                <a:lnTo>
                  <a:pt x="57607" y="67075"/>
                </a:lnTo>
                <a:lnTo>
                  <a:pt x="58274" y="73876"/>
                </a:lnTo>
                <a:lnTo>
                  <a:pt x="38538" y="78143"/>
                </a:lnTo>
                <a:lnTo>
                  <a:pt x="38538" y="102946"/>
                </a:lnTo>
                <a:cubicBezTo>
                  <a:pt x="38538" y="106858"/>
                  <a:pt x="37960" y="109836"/>
                  <a:pt x="36804" y="111880"/>
                </a:cubicBezTo>
                <a:cubicBezTo>
                  <a:pt x="35649" y="113925"/>
                  <a:pt x="33848" y="115436"/>
                  <a:pt x="31404" y="116414"/>
                </a:cubicBezTo>
                <a:cubicBezTo>
                  <a:pt x="28959" y="117392"/>
                  <a:pt x="25470" y="118148"/>
                  <a:pt x="20936" y="118681"/>
                </a:cubicBezTo>
                <a:lnTo>
                  <a:pt x="13735" y="119481"/>
                </a:lnTo>
                <a:lnTo>
                  <a:pt x="9201" y="104946"/>
                </a:lnTo>
                <a:lnTo>
                  <a:pt x="18269" y="104146"/>
                </a:lnTo>
                <a:cubicBezTo>
                  <a:pt x="20402" y="103968"/>
                  <a:pt x="21869" y="103702"/>
                  <a:pt x="22669" y="103346"/>
                </a:cubicBezTo>
                <a:cubicBezTo>
                  <a:pt x="23469" y="102990"/>
                  <a:pt x="23958" y="102457"/>
                  <a:pt x="24136" y="101746"/>
                </a:cubicBezTo>
                <a:cubicBezTo>
                  <a:pt x="24314" y="101035"/>
                  <a:pt x="24403" y="99701"/>
                  <a:pt x="24403" y="97745"/>
                </a:cubicBezTo>
                <a:lnTo>
                  <a:pt x="24403" y="80943"/>
                </a:lnTo>
                <a:cubicBezTo>
                  <a:pt x="19602" y="82010"/>
                  <a:pt x="12268" y="83432"/>
                  <a:pt x="2400" y="85210"/>
                </a:cubicBezTo>
                <a:lnTo>
                  <a:pt x="0" y="70809"/>
                </a:lnTo>
                <a:cubicBezTo>
                  <a:pt x="7467" y="69564"/>
                  <a:pt x="15602" y="68142"/>
                  <a:pt x="24403" y="66541"/>
                </a:cubicBezTo>
                <a:lnTo>
                  <a:pt x="24403" y="48139"/>
                </a:lnTo>
                <a:lnTo>
                  <a:pt x="1467" y="48139"/>
                </a:lnTo>
                <a:lnTo>
                  <a:pt x="1467" y="34804"/>
                </a:lnTo>
                <a:lnTo>
                  <a:pt x="24403" y="34804"/>
                </a:lnTo>
                <a:lnTo>
                  <a:pt x="24403" y="21869"/>
                </a:lnTo>
                <a:cubicBezTo>
                  <a:pt x="18091" y="22669"/>
                  <a:pt x="11823" y="23336"/>
                  <a:pt x="5600" y="23869"/>
                </a:cubicBezTo>
                <a:lnTo>
                  <a:pt x="4534" y="10801"/>
                </a:lnTo>
                <a:cubicBezTo>
                  <a:pt x="21069" y="9556"/>
                  <a:pt x="37249" y="7023"/>
                  <a:pt x="53073" y="3200"/>
                </a:cubicBezTo>
                <a:lnTo>
                  <a:pt x="55340" y="16268"/>
                </a:lnTo>
                <a:cubicBezTo>
                  <a:pt x="51606" y="17246"/>
                  <a:pt x="46006" y="18402"/>
                  <a:pt x="38538" y="19736"/>
                </a:cubicBezTo>
                <a:lnTo>
                  <a:pt x="38538" y="34804"/>
                </a:lnTo>
                <a:lnTo>
                  <a:pt x="62008" y="34804"/>
                </a:lnTo>
                <a:lnTo>
                  <a:pt x="61607" y="26670"/>
                </a:lnTo>
                <a:cubicBezTo>
                  <a:pt x="60985" y="12001"/>
                  <a:pt x="60585" y="3111"/>
                  <a:pt x="6040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9C9D9D-F6F7-753C-2D7E-637F704CE001}"/>
              </a:ext>
            </a:extLst>
          </p:cNvPr>
          <p:cNvSpPr txBox="1"/>
          <p:nvPr/>
        </p:nvSpPr>
        <p:spPr>
          <a:xfrm>
            <a:off x="6277627" y="1028312"/>
            <a:ext cx="108814" cy="121082"/>
          </a:xfrm>
          <a:custGeom>
            <a:avLst/>
            <a:gdLst/>
            <a:ahLst/>
            <a:cxnLst/>
            <a:rect l="l" t="t" r="r" b="b"/>
            <a:pathLst>
              <a:path w="108814" h="121082">
                <a:moveTo>
                  <a:pt x="14002" y="75876"/>
                </a:moveTo>
                <a:lnTo>
                  <a:pt x="14002" y="104546"/>
                </a:lnTo>
                <a:lnTo>
                  <a:pt x="35471" y="104546"/>
                </a:lnTo>
                <a:lnTo>
                  <a:pt x="35471" y="75876"/>
                </a:lnTo>
                <a:close/>
                <a:moveTo>
                  <a:pt x="69342" y="51206"/>
                </a:moveTo>
                <a:cubicBezTo>
                  <a:pt x="72454" y="55207"/>
                  <a:pt x="75677" y="59785"/>
                  <a:pt x="79010" y="64941"/>
                </a:cubicBezTo>
                <a:cubicBezTo>
                  <a:pt x="82344" y="70097"/>
                  <a:pt x="85122" y="74854"/>
                  <a:pt x="87345" y="79210"/>
                </a:cubicBezTo>
                <a:lnTo>
                  <a:pt x="74410" y="87877"/>
                </a:lnTo>
                <a:cubicBezTo>
                  <a:pt x="72454" y="83521"/>
                  <a:pt x="69942" y="78587"/>
                  <a:pt x="66875" y="73076"/>
                </a:cubicBezTo>
                <a:cubicBezTo>
                  <a:pt x="63808" y="67564"/>
                  <a:pt x="60986" y="62941"/>
                  <a:pt x="58408" y="59207"/>
                </a:cubicBezTo>
                <a:close/>
                <a:moveTo>
                  <a:pt x="14002" y="35604"/>
                </a:moveTo>
                <a:lnTo>
                  <a:pt x="14002" y="61074"/>
                </a:lnTo>
                <a:lnTo>
                  <a:pt x="35471" y="61074"/>
                </a:lnTo>
                <a:lnTo>
                  <a:pt x="35471" y="35604"/>
                </a:lnTo>
                <a:close/>
                <a:moveTo>
                  <a:pt x="65875" y="0"/>
                </a:moveTo>
                <a:lnTo>
                  <a:pt x="80277" y="3333"/>
                </a:lnTo>
                <a:cubicBezTo>
                  <a:pt x="78766" y="9201"/>
                  <a:pt x="77032" y="14890"/>
                  <a:pt x="75076" y="20402"/>
                </a:cubicBezTo>
                <a:lnTo>
                  <a:pt x="108814" y="20402"/>
                </a:lnTo>
                <a:cubicBezTo>
                  <a:pt x="108814" y="22714"/>
                  <a:pt x="108769" y="24981"/>
                  <a:pt x="108681" y="27203"/>
                </a:cubicBezTo>
                <a:cubicBezTo>
                  <a:pt x="108592" y="33337"/>
                  <a:pt x="108325" y="46983"/>
                  <a:pt x="107880" y="68142"/>
                </a:cubicBezTo>
                <a:cubicBezTo>
                  <a:pt x="107436" y="89300"/>
                  <a:pt x="107169" y="100901"/>
                  <a:pt x="107080" y="102946"/>
                </a:cubicBezTo>
                <a:cubicBezTo>
                  <a:pt x="106814" y="107302"/>
                  <a:pt x="106014" y="110658"/>
                  <a:pt x="104680" y="113014"/>
                </a:cubicBezTo>
                <a:cubicBezTo>
                  <a:pt x="103347" y="115370"/>
                  <a:pt x="101235" y="117081"/>
                  <a:pt x="98346" y="118148"/>
                </a:cubicBezTo>
                <a:cubicBezTo>
                  <a:pt x="95457" y="119215"/>
                  <a:pt x="91434" y="119926"/>
                  <a:pt x="86278" y="120281"/>
                </a:cubicBezTo>
                <a:lnTo>
                  <a:pt x="74943" y="121082"/>
                </a:lnTo>
                <a:lnTo>
                  <a:pt x="70409" y="106680"/>
                </a:lnTo>
                <a:lnTo>
                  <a:pt x="81611" y="105880"/>
                </a:lnTo>
                <a:cubicBezTo>
                  <a:pt x="84900" y="105613"/>
                  <a:pt x="87300" y="105235"/>
                  <a:pt x="88811" y="104746"/>
                </a:cubicBezTo>
                <a:cubicBezTo>
                  <a:pt x="90323" y="104257"/>
                  <a:pt x="91390" y="103324"/>
                  <a:pt x="92012" y="101946"/>
                </a:cubicBezTo>
                <a:cubicBezTo>
                  <a:pt x="92634" y="100568"/>
                  <a:pt x="92990" y="98368"/>
                  <a:pt x="93079" y="95345"/>
                </a:cubicBezTo>
                <a:lnTo>
                  <a:pt x="94145" y="34671"/>
                </a:lnTo>
                <a:lnTo>
                  <a:pt x="69209" y="34671"/>
                </a:lnTo>
                <a:cubicBezTo>
                  <a:pt x="66987" y="39560"/>
                  <a:pt x="64364" y="44761"/>
                  <a:pt x="61341" y="50273"/>
                </a:cubicBezTo>
                <a:lnTo>
                  <a:pt x="49473" y="42538"/>
                </a:lnTo>
                <a:lnTo>
                  <a:pt x="49473" y="118815"/>
                </a:lnTo>
                <a:lnTo>
                  <a:pt x="0" y="118815"/>
                </a:lnTo>
                <a:lnTo>
                  <a:pt x="0" y="21736"/>
                </a:lnTo>
                <a:lnTo>
                  <a:pt x="13602" y="21736"/>
                </a:lnTo>
                <a:cubicBezTo>
                  <a:pt x="15736" y="15424"/>
                  <a:pt x="17514" y="8490"/>
                  <a:pt x="18936" y="933"/>
                </a:cubicBezTo>
                <a:lnTo>
                  <a:pt x="34138" y="3467"/>
                </a:lnTo>
                <a:cubicBezTo>
                  <a:pt x="33160" y="8179"/>
                  <a:pt x="31560" y="14268"/>
                  <a:pt x="29337" y="21736"/>
                </a:cubicBezTo>
                <a:lnTo>
                  <a:pt x="49473" y="21736"/>
                </a:lnTo>
                <a:lnTo>
                  <a:pt x="49473" y="40672"/>
                </a:lnTo>
                <a:cubicBezTo>
                  <a:pt x="53207" y="34449"/>
                  <a:pt x="56541" y="27714"/>
                  <a:pt x="59474" y="20469"/>
                </a:cubicBezTo>
                <a:cubicBezTo>
                  <a:pt x="62408" y="13224"/>
                  <a:pt x="64542" y="6401"/>
                  <a:pt x="65875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6A1E17-5E7B-8ECF-D1B9-40337DDB9AD2}"/>
              </a:ext>
            </a:extLst>
          </p:cNvPr>
          <p:cNvSpPr txBox="1"/>
          <p:nvPr/>
        </p:nvSpPr>
        <p:spPr>
          <a:xfrm>
            <a:off x="6448348" y="1030180"/>
            <a:ext cx="119748" cy="120281"/>
          </a:xfrm>
          <a:custGeom>
            <a:avLst/>
            <a:gdLst/>
            <a:ahLst/>
            <a:cxnLst/>
            <a:rect l="l" t="t" r="r" b="b"/>
            <a:pathLst>
              <a:path w="119748" h="120281">
                <a:moveTo>
                  <a:pt x="51206" y="0"/>
                </a:moveTo>
                <a:lnTo>
                  <a:pt x="67208" y="533"/>
                </a:lnTo>
                <a:lnTo>
                  <a:pt x="67208" y="29870"/>
                </a:lnTo>
                <a:lnTo>
                  <a:pt x="114148" y="29870"/>
                </a:lnTo>
                <a:lnTo>
                  <a:pt x="114148" y="44672"/>
                </a:lnTo>
                <a:lnTo>
                  <a:pt x="66942" y="44672"/>
                </a:lnTo>
                <a:cubicBezTo>
                  <a:pt x="66853" y="44939"/>
                  <a:pt x="66808" y="45383"/>
                  <a:pt x="66808" y="46005"/>
                </a:cubicBezTo>
                <a:cubicBezTo>
                  <a:pt x="70098" y="59252"/>
                  <a:pt x="75921" y="70475"/>
                  <a:pt x="84277" y="79676"/>
                </a:cubicBezTo>
                <a:cubicBezTo>
                  <a:pt x="92634" y="88877"/>
                  <a:pt x="104457" y="97567"/>
                  <a:pt x="119748" y="105746"/>
                </a:cubicBezTo>
                <a:lnTo>
                  <a:pt x="110280" y="120281"/>
                </a:lnTo>
                <a:cubicBezTo>
                  <a:pt x="86011" y="105435"/>
                  <a:pt x="69342" y="88500"/>
                  <a:pt x="60274" y="69475"/>
                </a:cubicBezTo>
                <a:cubicBezTo>
                  <a:pt x="55740" y="79432"/>
                  <a:pt x="49206" y="88500"/>
                  <a:pt x="40672" y="96678"/>
                </a:cubicBezTo>
                <a:cubicBezTo>
                  <a:pt x="32137" y="104857"/>
                  <a:pt x="22003" y="112725"/>
                  <a:pt x="10268" y="120281"/>
                </a:cubicBezTo>
                <a:lnTo>
                  <a:pt x="0" y="105880"/>
                </a:lnTo>
                <a:cubicBezTo>
                  <a:pt x="14135" y="98234"/>
                  <a:pt x="25759" y="89344"/>
                  <a:pt x="34871" y="79210"/>
                </a:cubicBezTo>
                <a:cubicBezTo>
                  <a:pt x="43983" y="69075"/>
                  <a:pt x="49295" y="57562"/>
                  <a:pt x="50806" y="44672"/>
                </a:cubicBezTo>
                <a:lnTo>
                  <a:pt x="4801" y="44672"/>
                </a:lnTo>
                <a:lnTo>
                  <a:pt x="4801" y="29870"/>
                </a:lnTo>
                <a:lnTo>
                  <a:pt x="51206" y="2987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14FA24E-D7D6-380C-5827-3B96ACF4CBDA}"/>
              </a:ext>
            </a:extLst>
          </p:cNvPr>
          <p:cNvSpPr txBox="1"/>
          <p:nvPr/>
        </p:nvSpPr>
        <p:spPr>
          <a:xfrm>
            <a:off x="6630004" y="1028713"/>
            <a:ext cx="115081" cy="122949"/>
          </a:xfrm>
          <a:custGeom>
            <a:avLst/>
            <a:gdLst/>
            <a:ahLst/>
            <a:cxnLst/>
            <a:rect l="l" t="t" r="r" b="b"/>
            <a:pathLst>
              <a:path w="115081" h="122949">
                <a:moveTo>
                  <a:pt x="21736" y="46272"/>
                </a:moveTo>
                <a:lnTo>
                  <a:pt x="94012" y="46272"/>
                </a:lnTo>
                <a:lnTo>
                  <a:pt x="94012" y="59741"/>
                </a:lnTo>
                <a:lnTo>
                  <a:pt x="67742" y="75876"/>
                </a:lnTo>
                <a:lnTo>
                  <a:pt x="115081" y="75876"/>
                </a:lnTo>
                <a:lnTo>
                  <a:pt x="115081" y="89744"/>
                </a:lnTo>
                <a:lnTo>
                  <a:pt x="67342" y="89744"/>
                </a:lnTo>
                <a:lnTo>
                  <a:pt x="67342" y="104813"/>
                </a:lnTo>
                <a:cubicBezTo>
                  <a:pt x="67342" y="109347"/>
                  <a:pt x="66742" y="112725"/>
                  <a:pt x="65541" y="114948"/>
                </a:cubicBezTo>
                <a:cubicBezTo>
                  <a:pt x="64341" y="117170"/>
                  <a:pt x="62430" y="118748"/>
                  <a:pt x="59807" y="119681"/>
                </a:cubicBezTo>
                <a:cubicBezTo>
                  <a:pt x="57185" y="120615"/>
                  <a:pt x="53162" y="121393"/>
                  <a:pt x="47739" y="122015"/>
                </a:cubicBezTo>
                <a:lnTo>
                  <a:pt x="38538" y="122949"/>
                </a:lnTo>
                <a:lnTo>
                  <a:pt x="34004" y="108013"/>
                </a:lnTo>
                <a:lnTo>
                  <a:pt x="44539" y="107347"/>
                </a:lnTo>
                <a:cubicBezTo>
                  <a:pt x="46939" y="107169"/>
                  <a:pt x="48584" y="106924"/>
                  <a:pt x="49473" y="106613"/>
                </a:cubicBezTo>
                <a:cubicBezTo>
                  <a:pt x="50362" y="106302"/>
                  <a:pt x="50962" y="105724"/>
                  <a:pt x="51273" y="104880"/>
                </a:cubicBezTo>
                <a:cubicBezTo>
                  <a:pt x="51584" y="104035"/>
                  <a:pt x="51740" y="102502"/>
                  <a:pt x="51740" y="100279"/>
                </a:cubicBezTo>
                <a:lnTo>
                  <a:pt x="51740" y="89744"/>
                </a:lnTo>
                <a:lnTo>
                  <a:pt x="0" y="89744"/>
                </a:lnTo>
                <a:lnTo>
                  <a:pt x="0" y="75876"/>
                </a:lnTo>
                <a:lnTo>
                  <a:pt x="51740" y="75876"/>
                </a:lnTo>
                <a:lnTo>
                  <a:pt x="51740" y="70275"/>
                </a:lnTo>
                <a:lnTo>
                  <a:pt x="69742" y="59741"/>
                </a:lnTo>
                <a:lnTo>
                  <a:pt x="21736" y="59741"/>
                </a:lnTo>
                <a:close/>
                <a:moveTo>
                  <a:pt x="56940" y="0"/>
                </a:moveTo>
                <a:cubicBezTo>
                  <a:pt x="60585" y="6223"/>
                  <a:pt x="63741" y="11957"/>
                  <a:pt x="66408" y="17202"/>
                </a:cubicBezTo>
                <a:lnTo>
                  <a:pt x="58407" y="22003"/>
                </a:lnTo>
                <a:lnTo>
                  <a:pt x="75743" y="22003"/>
                </a:lnTo>
                <a:cubicBezTo>
                  <a:pt x="76632" y="20758"/>
                  <a:pt x="77254" y="19824"/>
                  <a:pt x="77610" y="19202"/>
                </a:cubicBezTo>
                <a:cubicBezTo>
                  <a:pt x="83032" y="11112"/>
                  <a:pt x="86900" y="5067"/>
                  <a:pt x="89211" y="1067"/>
                </a:cubicBezTo>
                <a:lnTo>
                  <a:pt x="102813" y="8001"/>
                </a:lnTo>
                <a:cubicBezTo>
                  <a:pt x="100235" y="12001"/>
                  <a:pt x="97034" y="16669"/>
                  <a:pt x="93211" y="22003"/>
                </a:cubicBezTo>
                <a:lnTo>
                  <a:pt x="112414" y="22003"/>
                </a:lnTo>
                <a:lnTo>
                  <a:pt x="112414" y="50806"/>
                </a:lnTo>
                <a:lnTo>
                  <a:pt x="98412" y="50806"/>
                </a:lnTo>
                <a:lnTo>
                  <a:pt x="98412" y="35604"/>
                </a:lnTo>
                <a:lnTo>
                  <a:pt x="16802" y="35604"/>
                </a:lnTo>
                <a:lnTo>
                  <a:pt x="16802" y="50806"/>
                </a:lnTo>
                <a:lnTo>
                  <a:pt x="2534" y="50806"/>
                </a:lnTo>
                <a:lnTo>
                  <a:pt x="2534" y="22003"/>
                </a:lnTo>
                <a:lnTo>
                  <a:pt x="21203" y="22003"/>
                </a:lnTo>
                <a:cubicBezTo>
                  <a:pt x="19069" y="18269"/>
                  <a:pt x="16046" y="13468"/>
                  <a:pt x="12135" y="7601"/>
                </a:cubicBezTo>
                <a:lnTo>
                  <a:pt x="25070" y="1067"/>
                </a:lnTo>
                <a:lnTo>
                  <a:pt x="26803" y="3600"/>
                </a:lnTo>
                <a:cubicBezTo>
                  <a:pt x="30270" y="8668"/>
                  <a:pt x="33204" y="13246"/>
                  <a:pt x="35604" y="17335"/>
                </a:cubicBezTo>
                <a:lnTo>
                  <a:pt x="28537" y="22003"/>
                </a:lnTo>
                <a:lnTo>
                  <a:pt x="52673" y="22003"/>
                </a:lnTo>
                <a:cubicBezTo>
                  <a:pt x="50273" y="16846"/>
                  <a:pt x="47517" y="11423"/>
                  <a:pt x="44405" y="5734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28EC1E8-7150-0553-A08E-6908F1C9329B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6611423C-DB32-CAD1-7F7D-6089AA55E01A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C0A73B-6B1A-11D9-5EC2-F6B941C383FD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B1CA560-5B3A-FCDB-AD69-A8E221BD3A56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84B65ED-5217-40F2-FC02-A855541F2698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grp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缺角矩形 18">
            <a:extLst>
              <a:ext uri="{FF2B5EF4-FFF2-40B4-BE49-F238E27FC236}">
                <a16:creationId xmlns:a16="http://schemas.microsoft.com/office/drawing/2014/main" id="{5D7ED55C-B25E-52E4-4DB8-606EBE99AAA9}"/>
              </a:ext>
            </a:extLst>
          </p:cNvPr>
          <p:cNvSpPr/>
          <p:nvPr/>
        </p:nvSpPr>
        <p:spPr>
          <a:xfrm>
            <a:off x="2790647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21" name="缺角矩形 20">
            <a:extLst>
              <a:ext uri="{FF2B5EF4-FFF2-40B4-BE49-F238E27FC236}">
                <a16:creationId xmlns:a16="http://schemas.microsoft.com/office/drawing/2014/main" id="{D1F90105-F865-59E9-B424-5C04C8DDAB94}"/>
              </a:ext>
            </a:extLst>
          </p:cNvPr>
          <p:cNvSpPr/>
          <p:nvPr/>
        </p:nvSpPr>
        <p:spPr>
          <a:xfrm>
            <a:off x="9356548" y="4013247"/>
            <a:ext cx="199322" cy="511807"/>
          </a:xfrm>
          <a:prstGeom prst="plaque">
            <a:avLst>
              <a:gd name="adj" fmla="val 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3CE4307-C2B1-63BC-3DCA-03070BCA3ED9}"/>
              </a:ext>
            </a:extLst>
          </p:cNvPr>
          <p:cNvSpPr>
            <a:spLocks/>
          </p:cNvSpPr>
          <p:nvPr/>
        </p:nvSpPr>
        <p:spPr bwMode="auto">
          <a:xfrm>
            <a:off x="3368208" y="4809876"/>
            <a:ext cx="6341541" cy="127644"/>
          </a:xfrm>
          <a:custGeom>
            <a:avLst/>
            <a:gdLst>
              <a:gd name="T0" fmla="*/ 32 w 4179"/>
              <a:gd name="T1" fmla="*/ 0 h 195"/>
              <a:gd name="T2" fmla="*/ 3682 w 4179"/>
              <a:gd name="T3" fmla="*/ 74 h 195"/>
              <a:gd name="T4" fmla="*/ 4168 w 4179"/>
              <a:gd name="T5" fmla="*/ 0 h 195"/>
              <a:gd name="T6" fmla="*/ 4175 w 4179"/>
              <a:gd name="T7" fmla="*/ 5 h 195"/>
              <a:gd name="T8" fmla="*/ 4156 w 4179"/>
              <a:gd name="T9" fmla="*/ 32 h 195"/>
              <a:gd name="T10" fmla="*/ 1797 w 4179"/>
              <a:gd name="T11" fmla="*/ 177 h 195"/>
              <a:gd name="T12" fmla="*/ 25 w 4179"/>
              <a:gd name="T13" fmla="*/ 18 h 195"/>
              <a:gd name="T14" fmla="*/ 26 w 4179"/>
              <a:gd name="T15" fmla="*/ 5 h 195"/>
              <a:gd name="T16" fmla="*/ 32 w 4179"/>
              <a:gd name="T17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79" h="195">
                <a:moveTo>
                  <a:pt x="32" y="0"/>
                </a:moveTo>
                <a:cubicBezTo>
                  <a:pt x="1257" y="166"/>
                  <a:pt x="2440" y="161"/>
                  <a:pt x="3682" y="74"/>
                </a:cubicBezTo>
                <a:cubicBezTo>
                  <a:pt x="3848" y="63"/>
                  <a:pt x="4004" y="22"/>
                  <a:pt x="4168" y="0"/>
                </a:cubicBezTo>
                <a:cubicBezTo>
                  <a:pt x="4175" y="5"/>
                  <a:pt x="4175" y="5"/>
                  <a:pt x="4175" y="5"/>
                </a:cubicBezTo>
                <a:cubicBezTo>
                  <a:pt x="4179" y="11"/>
                  <a:pt x="4157" y="23"/>
                  <a:pt x="4156" y="32"/>
                </a:cubicBezTo>
                <a:cubicBezTo>
                  <a:pt x="4137" y="137"/>
                  <a:pt x="2907" y="195"/>
                  <a:pt x="1797" y="177"/>
                </a:cubicBezTo>
                <a:cubicBezTo>
                  <a:pt x="854" y="161"/>
                  <a:pt x="0" y="82"/>
                  <a:pt x="25" y="18"/>
                </a:cubicBezTo>
                <a:cubicBezTo>
                  <a:pt x="26" y="15"/>
                  <a:pt x="26" y="5"/>
                  <a:pt x="26" y="5"/>
                </a:cubicBezTo>
                <a:cubicBezTo>
                  <a:pt x="32" y="0"/>
                  <a:pt x="32" y="0"/>
                  <a:pt x="32" y="0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0" name="Freeform 11">
            <a:extLst>
              <a:ext uri="{FF2B5EF4-FFF2-40B4-BE49-F238E27FC236}">
                <a16:creationId xmlns:a16="http://schemas.microsoft.com/office/drawing/2014/main" id="{E7E812A6-8DAC-54DD-3E7C-945139FB7833}"/>
              </a:ext>
            </a:extLst>
          </p:cNvPr>
          <p:cNvSpPr>
            <a:spLocks noEditPoints="1"/>
          </p:cNvSpPr>
          <p:nvPr/>
        </p:nvSpPr>
        <p:spPr bwMode="auto">
          <a:xfrm>
            <a:off x="10354675" y="4742324"/>
            <a:ext cx="709807" cy="84421"/>
          </a:xfrm>
          <a:custGeom>
            <a:avLst/>
            <a:gdLst>
              <a:gd name="T0" fmla="*/ 1013 w 1051"/>
              <a:gd name="T1" fmla="*/ 92 h 125"/>
              <a:gd name="T2" fmla="*/ 932 w 1051"/>
              <a:gd name="T3" fmla="*/ 97 h 125"/>
              <a:gd name="T4" fmla="*/ 843 w 1051"/>
              <a:gd name="T5" fmla="*/ 105 h 125"/>
              <a:gd name="T6" fmla="*/ 713 w 1051"/>
              <a:gd name="T7" fmla="*/ 119 h 125"/>
              <a:gd name="T8" fmla="*/ 624 w 1051"/>
              <a:gd name="T9" fmla="*/ 123 h 125"/>
              <a:gd name="T10" fmla="*/ 553 w 1051"/>
              <a:gd name="T11" fmla="*/ 125 h 125"/>
              <a:gd name="T12" fmla="*/ 508 w 1051"/>
              <a:gd name="T13" fmla="*/ 125 h 125"/>
              <a:gd name="T14" fmla="*/ 460 w 1051"/>
              <a:gd name="T15" fmla="*/ 123 h 125"/>
              <a:gd name="T16" fmla="*/ 413 w 1051"/>
              <a:gd name="T17" fmla="*/ 121 h 125"/>
              <a:gd name="T18" fmla="*/ 339 w 1051"/>
              <a:gd name="T19" fmla="*/ 114 h 125"/>
              <a:gd name="T20" fmla="*/ 286 w 1051"/>
              <a:gd name="T21" fmla="*/ 108 h 125"/>
              <a:gd name="T22" fmla="*/ 256 w 1051"/>
              <a:gd name="T23" fmla="*/ 103 h 125"/>
              <a:gd name="T24" fmla="*/ 223 w 1051"/>
              <a:gd name="T25" fmla="*/ 96 h 125"/>
              <a:gd name="T26" fmla="*/ 193 w 1051"/>
              <a:gd name="T27" fmla="*/ 99 h 125"/>
              <a:gd name="T28" fmla="*/ 163 w 1051"/>
              <a:gd name="T29" fmla="*/ 110 h 125"/>
              <a:gd name="T30" fmla="*/ 123 w 1051"/>
              <a:gd name="T31" fmla="*/ 115 h 125"/>
              <a:gd name="T32" fmla="*/ 101 w 1051"/>
              <a:gd name="T33" fmla="*/ 116 h 125"/>
              <a:gd name="T34" fmla="*/ 81 w 1051"/>
              <a:gd name="T35" fmla="*/ 115 h 125"/>
              <a:gd name="T36" fmla="*/ 62 w 1051"/>
              <a:gd name="T37" fmla="*/ 113 h 125"/>
              <a:gd name="T38" fmla="*/ 44 w 1051"/>
              <a:gd name="T39" fmla="*/ 108 h 125"/>
              <a:gd name="T40" fmla="*/ 27 w 1051"/>
              <a:gd name="T41" fmla="*/ 100 h 125"/>
              <a:gd name="T42" fmla="*/ 13 w 1051"/>
              <a:gd name="T43" fmla="*/ 89 h 125"/>
              <a:gd name="T44" fmla="*/ 4 w 1051"/>
              <a:gd name="T45" fmla="*/ 77 h 125"/>
              <a:gd name="T46" fmla="*/ 1 w 1051"/>
              <a:gd name="T47" fmla="*/ 65 h 125"/>
              <a:gd name="T48" fmla="*/ 1 w 1051"/>
              <a:gd name="T49" fmla="*/ 54 h 125"/>
              <a:gd name="T50" fmla="*/ 5 w 1051"/>
              <a:gd name="T51" fmla="*/ 43 h 125"/>
              <a:gd name="T52" fmla="*/ 12 w 1051"/>
              <a:gd name="T53" fmla="*/ 34 h 125"/>
              <a:gd name="T54" fmla="*/ 25 w 1051"/>
              <a:gd name="T55" fmla="*/ 25 h 125"/>
              <a:gd name="T56" fmla="*/ 40 w 1051"/>
              <a:gd name="T57" fmla="*/ 18 h 125"/>
              <a:gd name="T58" fmla="*/ 61 w 1051"/>
              <a:gd name="T59" fmla="*/ 11 h 125"/>
              <a:gd name="T60" fmla="*/ 83 w 1051"/>
              <a:gd name="T61" fmla="*/ 3 h 125"/>
              <a:gd name="T62" fmla="*/ 109 w 1051"/>
              <a:gd name="T63" fmla="*/ 4 h 125"/>
              <a:gd name="T64" fmla="*/ 135 w 1051"/>
              <a:gd name="T65" fmla="*/ 18 h 125"/>
              <a:gd name="T66" fmla="*/ 152 w 1051"/>
              <a:gd name="T67" fmla="*/ 27 h 125"/>
              <a:gd name="T68" fmla="*/ 169 w 1051"/>
              <a:gd name="T69" fmla="*/ 34 h 125"/>
              <a:gd name="T70" fmla="*/ 204 w 1051"/>
              <a:gd name="T71" fmla="*/ 47 h 125"/>
              <a:gd name="T72" fmla="*/ 233 w 1051"/>
              <a:gd name="T73" fmla="*/ 55 h 125"/>
              <a:gd name="T74" fmla="*/ 263 w 1051"/>
              <a:gd name="T75" fmla="*/ 62 h 125"/>
              <a:gd name="T76" fmla="*/ 292 w 1051"/>
              <a:gd name="T77" fmla="*/ 65 h 125"/>
              <a:gd name="T78" fmla="*/ 342 w 1051"/>
              <a:gd name="T79" fmla="*/ 71 h 125"/>
              <a:gd name="T80" fmla="*/ 417 w 1051"/>
              <a:gd name="T81" fmla="*/ 78 h 125"/>
              <a:gd name="T82" fmla="*/ 462 w 1051"/>
              <a:gd name="T83" fmla="*/ 81 h 125"/>
              <a:gd name="T84" fmla="*/ 509 w 1051"/>
              <a:gd name="T85" fmla="*/ 83 h 125"/>
              <a:gd name="T86" fmla="*/ 553 w 1051"/>
              <a:gd name="T87" fmla="*/ 83 h 125"/>
              <a:gd name="T88" fmla="*/ 622 w 1051"/>
              <a:gd name="T89" fmla="*/ 82 h 125"/>
              <a:gd name="T90" fmla="*/ 711 w 1051"/>
              <a:gd name="T91" fmla="*/ 77 h 125"/>
              <a:gd name="T92" fmla="*/ 846 w 1051"/>
              <a:gd name="T93" fmla="*/ 74 h 125"/>
              <a:gd name="T94" fmla="*/ 936 w 1051"/>
              <a:gd name="T95" fmla="*/ 71 h 125"/>
              <a:gd name="T96" fmla="*/ 1015 w 1051"/>
              <a:gd name="T97" fmla="*/ 71 h 125"/>
              <a:gd name="T98" fmla="*/ 85 w 1051"/>
              <a:gd name="T99" fmla="*/ 48 h 125"/>
              <a:gd name="T100" fmla="*/ 63 w 1051"/>
              <a:gd name="T101" fmla="*/ 55 h 125"/>
              <a:gd name="T102" fmla="*/ 50 w 1051"/>
              <a:gd name="T103" fmla="*/ 60 h 125"/>
              <a:gd name="T104" fmla="*/ 47 w 1051"/>
              <a:gd name="T105" fmla="*/ 63 h 125"/>
              <a:gd name="T106" fmla="*/ 55 w 1051"/>
              <a:gd name="T107" fmla="*/ 67 h 125"/>
              <a:gd name="T108" fmla="*/ 67 w 1051"/>
              <a:gd name="T109" fmla="*/ 70 h 125"/>
              <a:gd name="T110" fmla="*/ 80 w 1051"/>
              <a:gd name="T111" fmla="*/ 72 h 125"/>
              <a:gd name="T112" fmla="*/ 97 w 1051"/>
              <a:gd name="T113" fmla="*/ 73 h 125"/>
              <a:gd name="T114" fmla="*/ 114 w 1051"/>
              <a:gd name="T115" fmla="*/ 73 h 125"/>
              <a:gd name="T116" fmla="*/ 143 w 1051"/>
              <a:gd name="T117" fmla="*/ 69 h 125"/>
              <a:gd name="T118" fmla="*/ 124 w 1051"/>
              <a:gd name="T119" fmla="*/ 60 h 125"/>
              <a:gd name="T120" fmla="*/ 109 w 1051"/>
              <a:gd name="T121" fmla="*/ 5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039" y="70"/>
                </a:moveTo>
                <a:lnTo>
                  <a:pt x="1047" y="74"/>
                </a:lnTo>
                <a:lnTo>
                  <a:pt x="1051" y="82"/>
                </a:lnTo>
                <a:lnTo>
                  <a:pt x="1051" y="82"/>
                </a:lnTo>
                <a:lnTo>
                  <a:pt x="1047" y="90"/>
                </a:lnTo>
                <a:lnTo>
                  <a:pt x="1039" y="92"/>
                </a:lnTo>
                <a:lnTo>
                  <a:pt x="1039" y="92"/>
                </a:lnTo>
                <a:lnTo>
                  <a:pt x="1037" y="92"/>
                </a:lnTo>
                <a:lnTo>
                  <a:pt x="1034" y="92"/>
                </a:lnTo>
                <a:lnTo>
                  <a:pt x="1032" y="92"/>
                </a:lnTo>
                <a:lnTo>
                  <a:pt x="1029" y="92"/>
                </a:lnTo>
                <a:lnTo>
                  <a:pt x="1028" y="92"/>
                </a:lnTo>
                <a:lnTo>
                  <a:pt x="1025" y="92"/>
                </a:lnTo>
                <a:lnTo>
                  <a:pt x="1023" y="92"/>
                </a:lnTo>
                <a:lnTo>
                  <a:pt x="1020" y="92"/>
                </a:lnTo>
                <a:lnTo>
                  <a:pt x="1019" y="92"/>
                </a:lnTo>
                <a:lnTo>
                  <a:pt x="1018" y="92"/>
                </a:lnTo>
                <a:lnTo>
                  <a:pt x="1015" y="92"/>
                </a:lnTo>
                <a:lnTo>
                  <a:pt x="1013" y="92"/>
                </a:lnTo>
                <a:lnTo>
                  <a:pt x="1010" y="92"/>
                </a:lnTo>
                <a:lnTo>
                  <a:pt x="1008" y="92"/>
                </a:lnTo>
                <a:lnTo>
                  <a:pt x="1005" y="93"/>
                </a:lnTo>
                <a:lnTo>
                  <a:pt x="1001" y="93"/>
                </a:lnTo>
                <a:lnTo>
                  <a:pt x="996" y="93"/>
                </a:lnTo>
                <a:lnTo>
                  <a:pt x="991" y="93"/>
                </a:lnTo>
                <a:lnTo>
                  <a:pt x="986" y="93"/>
                </a:lnTo>
                <a:lnTo>
                  <a:pt x="981" y="94"/>
                </a:lnTo>
                <a:lnTo>
                  <a:pt x="976" y="94"/>
                </a:lnTo>
                <a:lnTo>
                  <a:pt x="972" y="94"/>
                </a:lnTo>
                <a:lnTo>
                  <a:pt x="967" y="95"/>
                </a:lnTo>
                <a:lnTo>
                  <a:pt x="962" y="95"/>
                </a:lnTo>
                <a:lnTo>
                  <a:pt x="960" y="95"/>
                </a:lnTo>
                <a:lnTo>
                  <a:pt x="957" y="95"/>
                </a:lnTo>
                <a:lnTo>
                  <a:pt x="951" y="96"/>
                </a:lnTo>
                <a:lnTo>
                  <a:pt x="946" y="96"/>
                </a:lnTo>
                <a:lnTo>
                  <a:pt x="942" y="96"/>
                </a:lnTo>
                <a:lnTo>
                  <a:pt x="937" y="97"/>
                </a:lnTo>
                <a:lnTo>
                  <a:pt x="932" y="97"/>
                </a:lnTo>
                <a:lnTo>
                  <a:pt x="927" y="97"/>
                </a:lnTo>
                <a:lnTo>
                  <a:pt x="922" y="98"/>
                </a:lnTo>
                <a:lnTo>
                  <a:pt x="917" y="98"/>
                </a:lnTo>
                <a:lnTo>
                  <a:pt x="913" y="99"/>
                </a:lnTo>
                <a:lnTo>
                  <a:pt x="908" y="99"/>
                </a:lnTo>
                <a:lnTo>
                  <a:pt x="903" y="99"/>
                </a:lnTo>
                <a:lnTo>
                  <a:pt x="902" y="100"/>
                </a:lnTo>
                <a:lnTo>
                  <a:pt x="897" y="100"/>
                </a:lnTo>
                <a:lnTo>
                  <a:pt x="892" y="100"/>
                </a:lnTo>
                <a:lnTo>
                  <a:pt x="887" y="101"/>
                </a:lnTo>
                <a:lnTo>
                  <a:pt x="883" y="101"/>
                </a:lnTo>
                <a:lnTo>
                  <a:pt x="878" y="101"/>
                </a:lnTo>
                <a:lnTo>
                  <a:pt x="873" y="102"/>
                </a:lnTo>
                <a:lnTo>
                  <a:pt x="868" y="102"/>
                </a:lnTo>
                <a:lnTo>
                  <a:pt x="863" y="103"/>
                </a:lnTo>
                <a:lnTo>
                  <a:pt x="858" y="103"/>
                </a:lnTo>
                <a:lnTo>
                  <a:pt x="853" y="104"/>
                </a:lnTo>
                <a:lnTo>
                  <a:pt x="848" y="104"/>
                </a:lnTo>
                <a:lnTo>
                  <a:pt x="843" y="105"/>
                </a:lnTo>
                <a:lnTo>
                  <a:pt x="833" y="105"/>
                </a:lnTo>
                <a:lnTo>
                  <a:pt x="824" y="106"/>
                </a:lnTo>
                <a:lnTo>
                  <a:pt x="813" y="107"/>
                </a:lnTo>
                <a:lnTo>
                  <a:pt x="807" y="108"/>
                </a:lnTo>
                <a:lnTo>
                  <a:pt x="803" y="108"/>
                </a:lnTo>
                <a:lnTo>
                  <a:pt x="784" y="111"/>
                </a:lnTo>
                <a:lnTo>
                  <a:pt x="773" y="113"/>
                </a:lnTo>
                <a:lnTo>
                  <a:pt x="773" y="113"/>
                </a:lnTo>
                <a:lnTo>
                  <a:pt x="764" y="114"/>
                </a:lnTo>
                <a:lnTo>
                  <a:pt x="754" y="115"/>
                </a:lnTo>
                <a:lnTo>
                  <a:pt x="749" y="116"/>
                </a:lnTo>
                <a:lnTo>
                  <a:pt x="743" y="117"/>
                </a:lnTo>
                <a:lnTo>
                  <a:pt x="739" y="117"/>
                </a:lnTo>
                <a:lnTo>
                  <a:pt x="734" y="118"/>
                </a:lnTo>
                <a:lnTo>
                  <a:pt x="729" y="118"/>
                </a:lnTo>
                <a:lnTo>
                  <a:pt x="729" y="118"/>
                </a:lnTo>
                <a:lnTo>
                  <a:pt x="724" y="119"/>
                </a:lnTo>
                <a:lnTo>
                  <a:pt x="719" y="119"/>
                </a:lnTo>
                <a:lnTo>
                  <a:pt x="713" y="119"/>
                </a:lnTo>
                <a:lnTo>
                  <a:pt x="709" y="120"/>
                </a:lnTo>
                <a:lnTo>
                  <a:pt x="704" y="120"/>
                </a:lnTo>
                <a:lnTo>
                  <a:pt x="699" y="120"/>
                </a:lnTo>
                <a:lnTo>
                  <a:pt x="694" y="121"/>
                </a:lnTo>
                <a:lnTo>
                  <a:pt x="688" y="121"/>
                </a:lnTo>
                <a:lnTo>
                  <a:pt x="683" y="121"/>
                </a:lnTo>
                <a:lnTo>
                  <a:pt x="679" y="121"/>
                </a:lnTo>
                <a:lnTo>
                  <a:pt x="674" y="121"/>
                </a:lnTo>
                <a:lnTo>
                  <a:pt x="669" y="121"/>
                </a:lnTo>
                <a:lnTo>
                  <a:pt x="663" y="121"/>
                </a:lnTo>
                <a:lnTo>
                  <a:pt x="658" y="122"/>
                </a:lnTo>
                <a:lnTo>
                  <a:pt x="653" y="122"/>
                </a:lnTo>
                <a:lnTo>
                  <a:pt x="649" y="122"/>
                </a:lnTo>
                <a:lnTo>
                  <a:pt x="649" y="122"/>
                </a:lnTo>
                <a:lnTo>
                  <a:pt x="644" y="122"/>
                </a:lnTo>
                <a:lnTo>
                  <a:pt x="639" y="123"/>
                </a:lnTo>
                <a:lnTo>
                  <a:pt x="633" y="123"/>
                </a:lnTo>
                <a:lnTo>
                  <a:pt x="628" y="123"/>
                </a:lnTo>
                <a:lnTo>
                  <a:pt x="624" y="123"/>
                </a:lnTo>
                <a:lnTo>
                  <a:pt x="619" y="123"/>
                </a:lnTo>
                <a:lnTo>
                  <a:pt x="614" y="124"/>
                </a:lnTo>
                <a:lnTo>
                  <a:pt x="608" y="124"/>
                </a:lnTo>
                <a:lnTo>
                  <a:pt x="603" y="124"/>
                </a:lnTo>
                <a:lnTo>
                  <a:pt x="598" y="124"/>
                </a:lnTo>
                <a:lnTo>
                  <a:pt x="594" y="124"/>
                </a:lnTo>
                <a:lnTo>
                  <a:pt x="589" y="124"/>
                </a:lnTo>
                <a:lnTo>
                  <a:pt x="583" y="124"/>
                </a:lnTo>
                <a:lnTo>
                  <a:pt x="578" y="125"/>
                </a:lnTo>
                <a:lnTo>
                  <a:pt x="576" y="125"/>
                </a:lnTo>
                <a:lnTo>
                  <a:pt x="573" y="125"/>
                </a:lnTo>
                <a:lnTo>
                  <a:pt x="570" y="125"/>
                </a:lnTo>
                <a:lnTo>
                  <a:pt x="568" y="125"/>
                </a:lnTo>
                <a:lnTo>
                  <a:pt x="566" y="125"/>
                </a:lnTo>
                <a:lnTo>
                  <a:pt x="564" y="125"/>
                </a:lnTo>
                <a:lnTo>
                  <a:pt x="561" y="125"/>
                </a:lnTo>
                <a:lnTo>
                  <a:pt x="558" y="125"/>
                </a:lnTo>
                <a:lnTo>
                  <a:pt x="556" y="125"/>
                </a:lnTo>
                <a:lnTo>
                  <a:pt x="553" y="125"/>
                </a:lnTo>
                <a:lnTo>
                  <a:pt x="551" y="125"/>
                </a:lnTo>
                <a:lnTo>
                  <a:pt x="548" y="125"/>
                </a:lnTo>
                <a:lnTo>
                  <a:pt x="545" y="125"/>
                </a:lnTo>
                <a:lnTo>
                  <a:pt x="543" y="125"/>
                </a:lnTo>
                <a:lnTo>
                  <a:pt x="540" y="125"/>
                </a:lnTo>
                <a:lnTo>
                  <a:pt x="538" y="125"/>
                </a:lnTo>
                <a:lnTo>
                  <a:pt x="537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6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5" y="125"/>
                </a:lnTo>
                <a:lnTo>
                  <a:pt x="513" y="125"/>
                </a:lnTo>
                <a:lnTo>
                  <a:pt x="510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1" y="124"/>
                </a:lnTo>
                <a:lnTo>
                  <a:pt x="498" y="124"/>
                </a:lnTo>
                <a:lnTo>
                  <a:pt x="495" y="124"/>
                </a:lnTo>
                <a:lnTo>
                  <a:pt x="493" y="124"/>
                </a:lnTo>
                <a:lnTo>
                  <a:pt x="490" y="124"/>
                </a:lnTo>
                <a:lnTo>
                  <a:pt x="488" y="124"/>
                </a:lnTo>
                <a:lnTo>
                  <a:pt x="485" y="124"/>
                </a:lnTo>
                <a:lnTo>
                  <a:pt x="482" y="124"/>
                </a:lnTo>
                <a:lnTo>
                  <a:pt x="480" y="124"/>
                </a:lnTo>
                <a:lnTo>
                  <a:pt x="478" y="124"/>
                </a:lnTo>
                <a:lnTo>
                  <a:pt x="476" y="124"/>
                </a:lnTo>
                <a:lnTo>
                  <a:pt x="473" y="124"/>
                </a:lnTo>
                <a:lnTo>
                  <a:pt x="470" y="123"/>
                </a:lnTo>
                <a:lnTo>
                  <a:pt x="468" y="123"/>
                </a:lnTo>
                <a:lnTo>
                  <a:pt x="465" y="123"/>
                </a:lnTo>
                <a:lnTo>
                  <a:pt x="463" y="123"/>
                </a:lnTo>
                <a:lnTo>
                  <a:pt x="460" y="123"/>
                </a:lnTo>
                <a:lnTo>
                  <a:pt x="457" y="123"/>
                </a:lnTo>
                <a:lnTo>
                  <a:pt x="455" y="123"/>
                </a:lnTo>
                <a:lnTo>
                  <a:pt x="452" y="122"/>
                </a:lnTo>
                <a:lnTo>
                  <a:pt x="451" y="122"/>
                </a:lnTo>
                <a:lnTo>
                  <a:pt x="448" y="122"/>
                </a:lnTo>
                <a:lnTo>
                  <a:pt x="446" y="122"/>
                </a:lnTo>
                <a:lnTo>
                  <a:pt x="443" y="122"/>
                </a:lnTo>
                <a:lnTo>
                  <a:pt x="440" y="122"/>
                </a:lnTo>
                <a:lnTo>
                  <a:pt x="438" y="122"/>
                </a:lnTo>
                <a:lnTo>
                  <a:pt x="435" y="121"/>
                </a:lnTo>
                <a:lnTo>
                  <a:pt x="433" y="121"/>
                </a:lnTo>
                <a:lnTo>
                  <a:pt x="430" y="121"/>
                </a:lnTo>
                <a:lnTo>
                  <a:pt x="427" y="121"/>
                </a:lnTo>
                <a:lnTo>
                  <a:pt x="425" y="121"/>
                </a:lnTo>
                <a:lnTo>
                  <a:pt x="422" y="121"/>
                </a:lnTo>
                <a:lnTo>
                  <a:pt x="421" y="121"/>
                </a:lnTo>
                <a:lnTo>
                  <a:pt x="418" y="121"/>
                </a:lnTo>
                <a:lnTo>
                  <a:pt x="415" y="121"/>
                </a:lnTo>
                <a:lnTo>
                  <a:pt x="413" y="121"/>
                </a:lnTo>
                <a:lnTo>
                  <a:pt x="410" y="120"/>
                </a:lnTo>
                <a:lnTo>
                  <a:pt x="408" y="120"/>
                </a:lnTo>
                <a:lnTo>
                  <a:pt x="405" y="120"/>
                </a:lnTo>
                <a:lnTo>
                  <a:pt x="403" y="120"/>
                </a:lnTo>
                <a:lnTo>
                  <a:pt x="399" y="119"/>
                </a:lnTo>
                <a:lnTo>
                  <a:pt x="396" y="119"/>
                </a:lnTo>
                <a:lnTo>
                  <a:pt x="393" y="119"/>
                </a:lnTo>
                <a:lnTo>
                  <a:pt x="390" y="118"/>
                </a:lnTo>
                <a:lnTo>
                  <a:pt x="386" y="118"/>
                </a:lnTo>
                <a:lnTo>
                  <a:pt x="383" y="118"/>
                </a:lnTo>
                <a:lnTo>
                  <a:pt x="379" y="117"/>
                </a:lnTo>
                <a:lnTo>
                  <a:pt x="376" y="117"/>
                </a:lnTo>
                <a:lnTo>
                  <a:pt x="369" y="116"/>
                </a:lnTo>
                <a:lnTo>
                  <a:pt x="363" y="116"/>
                </a:lnTo>
                <a:lnTo>
                  <a:pt x="356" y="115"/>
                </a:lnTo>
                <a:lnTo>
                  <a:pt x="349" y="115"/>
                </a:lnTo>
                <a:lnTo>
                  <a:pt x="346" y="114"/>
                </a:lnTo>
                <a:lnTo>
                  <a:pt x="342" y="114"/>
                </a:lnTo>
                <a:lnTo>
                  <a:pt x="339" y="114"/>
                </a:lnTo>
                <a:lnTo>
                  <a:pt x="335" y="113"/>
                </a:lnTo>
                <a:lnTo>
                  <a:pt x="333" y="113"/>
                </a:lnTo>
                <a:lnTo>
                  <a:pt x="329" y="113"/>
                </a:lnTo>
                <a:lnTo>
                  <a:pt x="326" y="112"/>
                </a:lnTo>
                <a:lnTo>
                  <a:pt x="322" y="112"/>
                </a:lnTo>
                <a:lnTo>
                  <a:pt x="319" y="112"/>
                </a:lnTo>
                <a:lnTo>
                  <a:pt x="315" y="111"/>
                </a:lnTo>
                <a:lnTo>
                  <a:pt x="312" y="111"/>
                </a:lnTo>
                <a:lnTo>
                  <a:pt x="308" y="111"/>
                </a:lnTo>
                <a:lnTo>
                  <a:pt x="306" y="110"/>
                </a:lnTo>
                <a:lnTo>
                  <a:pt x="302" y="110"/>
                </a:lnTo>
                <a:lnTo>
                  <a:pt x="299" y="109"/>
                </a:lnTo>
                <a:lnTo>
                  <a:pt x="297" y="109"/>
                </a:lnTo>
                <a:lnTo>
                  <a:pt x="295" y="109"/>
                </a:lnTo>
                <a:lnTo>
                  <a:pt x="293" y="109"/>
                </a:lnTo>
                <a:lnTo>
                  <a:pt x="292" y="109"/>
                </a:lnTo>
                <a:lnTo>
                  <a:pt x="290" y="108"/>
                </a:lnTo>
                <a:lnTo>
                  <a:pt x="288" y="108"/>
                </a:lnTo>
                <a:lnTo>
                  <a:pt x="286" y="108"/>
                </a:lnTo>
                <a:lnTo>
                  <a:pt x="284" y="108"/>
                </a:lnTo>
                <a:lnTo>
                  <a:pt x="283" y="107"/>
                </a:lnTo>
                <a:lnTo>
                  <a:pt x="281" y="107"/>
                </a:lnTo>
                <a:lnTo>
                  <a:pt x="279" y="107"/>
                </a:lnTo>
                <a:lnTo>
                  <a:pt x="277" y="107"/>
                </a:lnTo>
                <a:lnTo>
                  <a:pt x="277" y="106"/>
                </a:lnTo>
                <a:lnTo>
                  <a:pt x="275" y="106"/>
                </a:lnTo>
                <a:lnTo>
                  <a:pt x="273" y="106"/>
                </a:lnTo>
                <a:lnTo>
                  <a:pt x="271" y="106"/>
                </a:lnTo>
                <a:lnTo>
                  <a:pt x="270" y="105"/>
                </a:lnTo>
                <a:lnTo>
                  <a:pt x="268" y="105"/>
                </a:lnTo>
                <a:lnTo>
                  <a:pt x="266" y="105"/>
                </a:lnTo>
                <a:lnTo>
                  <a:pt x="266" y="105"/>
                </a:lnTo>
                <a:lnTo>
                  <a:pt x="264" y="105"/>
                </a:lnTo>
                <a:lnTo>
                  <a:pt x="263" y="104"/>
                </a:lnTo>
                <a:lnTo>
                  <a:pt x="261" y="104"/>
                </a:lnTo>
                <a:lnTo>
                  <a:pt x="259" y="104"/>
                </a:lnTo>
                <a:lnTo>
                  <a:pt x="257" y="103"/>
                </a:lnTo>
                <a:lnTo>
                  <a:pt x="256" y="103"/>
                </a:lnTo>
                <a:lnTo>
                  <a:pt x="254" y="103"/>
                </a:lnTo>
                <a:lnTo>
                  <a:pt x="252" y="102"/>
                </a:lnTo>
                <a:lnTo>
                  <a:pt x="250" y="102"/>
                </a:lnTo>
                <a:lnTo>
                  <a:pt x="248" y="102"/>
                </a:lnTo>
                <a:lnTo>
                  <a:pt x="248" y="101"/>
                </a:lnTo>
                <a:lnTo>
                  <a:pt x="246" y="101"/>
                </a:lnTo>
                <a:lnTo>
                  <a:pt x="244" y="101"/>
                </a:lnTo>
                <a:lnTo>
                  <a:pt x="242" y="100"/>
                </a:lnTo>
                <a:lnTo>
                  <a:pt x="241" y="100"/>
                </a:lnTo>
                <a:lnTo>
                  <a:pt x="239" y="100"/>
                </a:lnTo>
                <a:lnTo>
                  <a:pt x="237" y="99"/>
                </a:lnTo>
                <a:lnTo>
                  <a:pt x="235" y="99"/>
                </a:lnTo>
                <a:lnTo>
                  <a:pt x="234" y="99"/>
                </a:lnTo>
                <a:lnTo>
                  <a:pt x="232" y="98"/>
                </a:lnTo>
                <a:lnTo>
                  <a:pt x="230" y="98"/>
                </a:lnTo>
                <a:lnTo>
                  <a:pt x="228" y="97"/>
                </a:lnTo>
                <a:lnTo>
                  <a:pt x="226" y="97"/>
                </a:lnTo>
                <a:lnTo>
                  <a:pt x="225" y="97"/>
                </a:lnTo>
                <a:lnTo>
                  <a:pt x="223" y="96"/>
                </a:lnTo>
                <a:lnTo>
                  <a:pt x="221" y="96"/>
                </a:lnTo>
                <a:lnTo>
                  <a:pt x="219" y="95"/>
                </a:lnTo>
                <a:lnTo>
                  <a:pt x="219" y="95"/>
                </a:lnTo>
                <a:lnTo>
                  <a:pt x="217" y="94"/>
                </a:lnTo>
                <a:lnTo>
                  <a:pt x="215" y="94"/>
                </a:lnTo>
                <a:lnTo>
                  <a:pt x="213" y="93"/>
                </a:lnTo>
                <a:lnTo>
                  <a:pt x="212" y="93"/>
                </a:lnTo>
                <a:lnTo>
                  <a:pt x="210" y="92"/>
                </a:lnTo>
                <a:lnTo>
                  <a:pt x="210" y="92"/>
                </a:lnTo>
                <a:lnTo>
                  <a:pt x="209" y="93"/>
                </a:lnTo>
                <a:lnTo>
                  <a:pt x="208" y="93"/>
                </a:lnTo>
                <a:lnTo>
                  <a:pt x="206" y="94"/>
                </a:lnTo>
                <a:lnTo>
                  <a:pt x="204" y="95"/>
                </a:lnTo>
                <a:lnTo>
                  <a:pt x="202" y="95"/>
                </a:lnTo>
                <a:lnTo>
                  <a:pt x="201" y="96"/>
                </a:lnTo>
                <a:lnTo>
                  <a:pt x="199" y="97"/>
                </a:lnTo>
                <a:lnTo>
                  <a:pt x="197" y="97"/>
                </a:lnTo>
                <a:lnTo>
                  <a:pt x="195" y="98"/>
                </a:lnTo>
                <a:lnTo>
                  <a:pt x="193" y="99"/>
                </a:lnTo>
                <a:lnTo>
                  <a:pt x="192" y="99"/>
                </a:lnTo>
                <a:lnTo>
                  <a:pt x="191" y="100"/>
                </a:lnTo>
                <a:lnTo>
                  <a:pt x="190" y="101"/>
                </a:lnTo>
                <a:lnTo>
                  <a:pt x="189" y="102"/>
                </a:lnTo>
                <a:lnTo>
                  <a:pt x="187" y="104"/>
                </a:lnTo>
                <a:lnTo>
                  <a:pt x="186" y="106"/>
                </a:lnTo>
                <a:lnTo>
                  <a:pt x="185" y="106"/>
                </a:lnTo>
                <a:lnTo>
                  <a:pt x="184" y="107"/>
                </a:lnTo>
                <a:lnTo>
                  <a:pt x="183" y="107"/>
                </a:lnTo>
                <a:lnTo>
                  <a:pt x="182" y="107"/>
                </a:lnTo>
                <a:lnTo>
                  <a:pt x="180" y="107"/>
                </a:lnTo>
                <a:lnTo>
                  <a:pt x="177" y="108"/>
                </a:lnTo>
                <a:lnTo>
                  <a:pt x="175" y="108"/>
                </a:lnTo>
                <a:lnTo>
                  <a:pt x="173" y="108"/>
                </a:lnTo>
                <a:lnTo>
                  <a:pt x="171" y="109"/>
                </a:lnTo>
                <a:lnTo>
                  <a:pt x="169" y="109"/>
                </a:lnTo>
                <a:lnTo>
                  <a:pt x="167" y="110"/>
                </a:lnTo>
                <a:lnTo>
                  <a:pt x="165" y="110"/>
                </a:lnTo>
                <a:lnTo>
                  <a:pt x="163" y="110"/>
                </a:lnTo>
                <a:lnTo>
                  <a:pt x="161" y="111"/>
                </a:lnTo>
                <a:lnTo>
                  <a:pt x="159" y="111"/>
                </a:lnTo>
                <a:lnTo>
                  <a:pt x="157" y="111"/>
                </a:lnTo>
                <a:lnTo>
                  <a:pt x="155" y="111"/>
                </a:lnTo>
                <a:lnTo>
                  <a:pt x="153" y="112"/>
                </a:lnTo>
                <a:lnTo>
                  <a:pt x="151" y="112"/>
                </a:lnTo>
                <a:lnTo>
                  <a:pt x="149" y="112"/>
                </a:lnTo>
                <a:lnTo>
                  <a:pt x="146" y="113"/>
                </a:lnTo>
                <a:lnTo>
                  <a:pt x="144" y="113"/>
                </a:lnTo>
                <a:lnTo>
                  <a:pt x="142" y="113"/>
                </a:lnTo>
                <a:lnTo>
                  <a:pt x="140" y="113"/>
                </a:lnTo>
                <a:lnTo>
                  <a:pt x="138" y="114"/>
                </a:lnTo>
                <a:lnTo>
                  <a:pt x="135" y="114"/>
                </a:lnTo>
                <a:lnTo>
                  <a:pt x="133" y="114"/>
                </a:lnTo>
                <a:lnTo>
                  <a:pt x="132" y="114"/>
                </a:lnTo>
                <a:lnTo>
                  <a:pt x="130" y="114"/>
                </a:lnTo>
                <a:lnTo>
                  <a:pt x="127" y="115"/>
                </a:lnTo>
                <a:lnTo>
                  <a:pt x="125" y="115"/>
                </a:lnTo>
                <a:lnTo>
                  <a:pt x="123" y="115"/>
                </a:lnTo>
                <a:lnTo>
                  <a:pt x="121" y="115"/>
                </a:lnTo>
                <a:lnTo>
                  <a:pt x="119" y="115"/>
                </a:lnTo>
                <a:lnTo>
                  <a:pt x="118" y="115"/>
                </a:lnTo>
                <a:lnTo>
                  <a:pt x="116" y="115"/>
                </a:lnTo>
                <a:lnTo>
                  <a:pt x="115" y="115"/>
                </a:lnTo>
                <a:lnTo>
                  <a:pt x="114" y="115"/>
                </a:lnTo>
                <a:lnTo>
                  <a:pt x="113" y="116"/>
                </a:lnTo>
                <a:lnTo>
                  <a:pt x="112" y="116"/>
                </a:lnTo>
                <a:lnTo>
                  <a:pt x="111" y="116"/>
                </a:lnTo>
                <a:lnTo>
                  <a:pt x="110" y="116"/>
                </a:lnTo>
                <a:lnTo>
                  <a:pt x="109" y="116"/>
                </a:lnTo>
                <a:lnTo>
                  <a:pt x="108" y="116"/>
                </a:lnTo>
                <a:lnTo>
                  <a:pt x="107" y="116"/>
                </a:lnTo>
                <a:lnTo>
                  <a:pt x="105" y="116"/>
                </a:lnTo>
                <a:lnTo>
                  <a:pt x="104" y="116"/>
                </a:lnTo>
                <a:lnTo>
                  <a:pt x="103" y="116"/>
                </a:lnTo>
                <a:lnTo>
                  <a:pt x="103" y="116"/>
                </a:lnTo>
                <a:lnTo>
                  <a:pt x="102" y="116"/>
                </a:lnTo>
                <a:lnTo>
                  <a:pt x="101" y="116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6" y="116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1" y="116"/>
                </a:lnTo>
                <a:lnTo>
                  <a:pt x="90" y="116"/>
                </a:lnTo>
                <a:lnTo>
                  <a:pt x="89" y="116"/>
                </a:lnTo>
                <a:lnTo>
                  <a:pt x="88" y="116"/>
                </a:lnTo>
                <a:lnTo>
                  <a:pt x="87" y="116"/>
                </a:lnTo>
                <a:lnTo>
                  <a:pt x="86" y="116"/>
                </a:lnTo>
                <a:lnTo>
                  <a:pt x="85" y="115"/>
                </a:lnTo>
                <a:lnTo>
                  <a:pt x="84" y="115"/>
                </a:lnTo>
                <a:lnTo>
                  <a:pt x="83" y="115"/>
                </a:lnTo>
                <a:lnTo>
                  <a:pt x="82" y="115"/>
                </a:lnTo>
                <a:lnTo>
                  <a:pt x="81" y="115"/>
                </a:lnTo>
                <a:lnTo>
                  <a:pt x="79" y="115"/>
                </a:lnTo>
                <a:lnTo>
                  <a:pt x="78" y="115"/>
                </a:lnTo>
                <a:lnTo>
                  <a:pt x="77" y="115"/>
                </a:lnTo>
                <a:lnTo>
                  <a:pt x="76" y="115"/>
                </a:lnTo>
                <a:lnTo>
                  <a:pt x="75" y="115"/>
                </a:lnTo>
                <a:lnTo>
                  <a:pt x="74" y="115"/>
                </a:lnTo>
                <a:lnTo>
                  <a:pt x="74" y="115"/>
                </a:lnTo>
                <a:lnTo>
                  <a:pt x="73" y="114"/>
                </a:lnTo>
                <a:lnTo>
                  <a:pt x="72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7" y="114"/>
                </a:lnTo>
                <a:lnTo>
                  <a:pt x="66" y="113"/>
                </a:lnTo>
                <a:lnTo>
                  <a:pt x="65" y="113"/>
                </a:lnTo>
                <a:lnTo>
                  <a:pt x="64" y="113"/>
                </a:lnTo>
                <a:lnTo>
                  <a:pt x="63" y="113"/>
                </a:lnTo>
                <a:lnTo>
                  <a:pt x="62" y="113"/>
                </a:lnTo>
                <a:lnTo>
                  <a:pt x="61" y="113"/>
                </a:lnTo>
                <a:lnTo>
                  <a:pt x="60" y="112"/>
                </a:lnTo>
                <a:lnTo>
                  <a:pt x="59" y="112"/>
                </a:lnTo>
                <a:lnTo>
                  <a:pt x="58" y="112"/>
                </a:lnTo>
                <a:lnTo>
                  <a:pt x="57" y="112"/>
                </a:lnTo>
                <a:lnTo>
                  <a:pt x="56" y="112"/>
                </a:lnTo>
                <a:lnTo>
                  <a:pt x="55" y="111"/>
                </a:lnTo>
                <a:lnTo>
                  <a:pt x="54" y="111"/>
                </a:lnTo>
                <a:lnTo>
                  <a:pt x="53" y="111"/>
                </a:lnTo>
                <a:lnTo>
                  <a:pt x="52" y="111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0"/>
                </a:lnTo>
                <a:lnTo>
                  <a:pt x="47" y="109"/>
                </a:lnTo>
                <a:lnTo>
                  <a:pt x="46" y="109"/>
                </a:lnTo>
                <a:lnTo>
                  <a:pt x="45" y="109"/>
                </a:lnTo>
                <a:lnTo>
                  <a:pt x="45" y="108"/>
                </a:lnTo>
                <a:lnTo>
                  <a:pt x="44" y="108"/>
                </a:lnTo>
                <a:lnTo>
                  <a:pt x="43" y="108"/>
                </a:lnTo>
                <a:lnTo>
                  <a:pt x="42" y="107"/>
                </a:lnTo>
                <a:lnTo>
                  <a:pt x="41" y="107"/>
                </a:lnTo>
                <a:lnTo>
                  <a:pt x="40" y="107"/>
                </a:lnTo>
                <a:lnTo>
                  <a:pt x="40" y="106"/>
                </a:lnTo>
                <a:lnTo>
                  <a:pt x="39" y="106"/>
                </a:lnTo>
                <a:lnTo>
                  <a:pt x="38" y="106"/>
                </a:lnTo>
                <a:lnTo>
                  <a:pt x="37" y="105"/>
                </a:lnTo>
                <a:lnTo>
                  <a:pt x="36" y="105"/>
                </a:lnTo>
                <a:lnTo>
                  <a:pt x="35" y="104"/>
                </a:lnTo>
                <a:lnTo>
                  <a:pt x="34" y="104"/>
                </a:lnTo>
                <a:lnTo>
                  <a:pt x="33" y="103"/>
                </a:lnTo>
                <a:lnTo>
                  <a:pt x="32" y="103"/>
                </a:lnTo>
                <a:lnTo>
                  <a:pt x="31" y="103"/>
                </a:lnTo>
                <a:lnTo>
                  <a:pt x="30" y="102"/>
                </a:lnTo>
                <a:lnTo>
                  <a:pt x="30" y="102"/>
                </a:lnTo>
                <a:lnTo>
                  <a:pt x="29" y="101"/>
                </a:lnTo>
                <a:lnTo>
                  <a:pt x="28" y="101"/>
                </a:lnTo>
                <a:lnTo>
                  <a:pt x="27" y="100"/>
                </a:lnTo>
                <a:lnTo>
                  <a:pt x="26" y="100"/>
                </a:lnTo>
                <a:lnTo>
                  <a:pt x="25" y="99"/>
                </a:lnTo>
                <a:lnTo>
                  <a:pt x="24" y="99"/>
                </a:lnTo>
                <a:lnTo>
                  <a:pt x="24" y="98"/>
                </a:lnTo>
                <a:lnTo>
                  <a:pt x="23" y="97"/>
                </a:lnTo>
                <a:lnTo>
                  <a:pt x="22" y="97"/>
                </a:lnTo>
                <a:lnTo>
                  <a:pt x="21" y="96"/>
                </a:lnTo>
                <a:lnTo>
                  <a:pt x="20" y="96"/>
                </a:lnTo>
                <a:lnTo>
                  <a:pt x="19" y="95"/>
                </a:lnTo>
                <a:lnTo>
                  <a:pt x="19" y="94"/>
                </a:lnTo>
                <a:lnTo>
                  <a:pt x="18" y="94"/>
                </a:lnTo>
                <a:lnTo>
                  <a:pt x="17" y="93"/>
                </a:lnTo>
                <a:lnTo>
                  <a:pt x="17" y="92"/>
                </a:lnTo>
                <a:lnTo>
                  <a:pt x="17" y="92"/>
                </a:lnTo>
                <a:lnTo>
                  <a:pt x="16" y="92"/>
                </a:lnTo>
                <a:lnTo>
                  <a:pt x="15" y="91"/>
                </a:lnTo>
                <a:lnTo>
                  <a:pt x="14" y="90"/>
                </a:lnTo>
                <a:lnTo>
                  <a:pt x="14" y="90"/>
                </a:lnTo>
                <a:lnTo>
                  <a:pt x="13" y="89"/>
                </a:lnTo>
                <a:lnTo>
                  <a:pt x="12" y="88"/>
                </a:lnTo>
                <a:lnTo>
                  <a:pt x="11" y="87"/>
                </a:lnTo>
                <a:lnTo>
                  <a:pt x="11" y="87"/>
                </a:lnTo>
                <a:lnTo>
                  <a:pt x="10" y="86"/>
                </a:lnTo>
                <a:lnTo>
                  <a:pt x="9" y="85"/>
                </a:lnTo>
                <a:lnTo>
                  <a:pt x="9" y="84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7" y="82"/>
                </a:lnTo>
                <a:lnTo>
                  <a:pt x="7" y="82"/>
                </a:lnTo>
                <a:lnTo>
                  <a:pt x="7" y="81"/>
                </a:lnTo>
                <a:lnTo>
                  <a:pt x="6" y="80"/>
                </a:lnTo>
                <a:lnTo>
                  <a:pt x="6" y="80"/>
                </a:lnTo>
                <a:lnTo>
                  <a:pt x="6" y="79"/>
                </a:lnTo>
                <a:lnTo>
                  <a:pt x="5" y="79"/>
                </a:lnTo>
                <a:lnTo>
                  <a:pt x="5" y="78"/>
                </a:lnTo>
                <a:lnTo>
                  <a:pt x="5" y="78"/>
                </a:lnTo>
                <a:lnTo>
                  <a:pt x="4" y="77"/>
                </a:lnTo>
                <a:lnTo>
                  <a:pt x="4" y="77"/>
                </a:lnTo>
                <a:lnTo>
                  <a:pt x="4" y="76"/>
                </a:lnTo>
                <a:lnTo>
                  <a:pt x="4" y="75"/>
                </a:lnTo>
                <a:lnTo>
                  <a:pt x="3" y="75"/>
                </a:lnTo>
                <a:lnTo>
                  <a:pt x="3" y="74"/>
                </a:lnTo>
                <a:lnTo>
                  <a:pt x="3" y="74"/>
                </a:lnTo>
                <a:lnTo>
                  <a:pt x="3" y="73"/>
                </a:lnTo>
                <a:lnTo>
                  <a:pt x="2" y="72"/>
                </a:lnTo>
                <a:lnTo>
                  <a:pt x="2" y="72"/>
                </a:lnTo>
                <a:lnTo>
                  <a:pt x="2" y="71"/>
                </a:lnTo>
                <a:lnTo>
                  <a:pt x="2" y="71"/>
                </a:lnTo>
                <a:lnTo>
                  <a:pt x="2" y="70"/>
                </a:lnTo>
                <a:lnTo>
                  <a:pt x="1" y="69"/>
                </a:lnTo>
                <a:lnTo>
                  <a:pt x="1" y="69"/>
                </a:lnTo>
                <a:lnTo>
                  <a:pt x="1" y="68"/>
                </a:lnTo>
                <a:lnTo>
                  <a:pt x="1" y="67"/>
                </a:lnTo>
                <a:lnTo>
                  <a:pt x="1" y="67"/>
                </a:lnTo>
                <a:lnTo>
                  <a:pt x="1" y="66"/>
                </a:lnTo>
                <a:lnTo>
                  <a:pt x="1" y="65"/>
                </a:lnTo>
                <a:lnTo>
                  <a:pt x="0" y="65"/>
                </a:lnTo>
                <a:lnTo>
                  <a:pt x="0" y="64"/>
                </a:lnTo>
                <a:lnTo>
                  <a:pt x="0" y="63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60"/>
                </a:lnTo>
                <a:lnTo>
                  <a:pt x="0" y="59"/>
                </a:lnTo>
                <a:lnTo>
                  <a:pt x="0" y="58"/>
                </a:lnTo>
                <a:lnTo>
                  <a:pt x="0" y="58"/>
                </a:lnTo>
                <a:lnTo>
                  <a:pt x="0" y="57"/>
                </a:lnTo>
                <a:lnTo>
                  <a:pt x="0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2"/>
                </a:lnTo>
                <a:lnTo>
                  <a:pt x="2" y="51"/>
                </a:lnTo>
                <a:lnTo>
                  <a:pt x="2" y="50"/>
                </a:lnTo>
                <a:lnTo>
                  <a:pt x="2" y="50"/>
                </a:lnTo>
                <a:lnTo>
                  <a:pt x="2" y="49"/>
                </a:lnTo>
                <a:lnTo>
                  <a:pt x="2" y="49"/>
                </a:lnTo>
                <a:lnTo>
                  <a:pt x="3" y="48"/>
                </a:lnTo>
                <a:lnTo>
                  <a:pt x="3" y="47"/>
                </a:lnTo>
                <a:lnTo>
                  <a:pt x="3" y="47"/>
                </a:lnTo>
                <a:lnTo>
                  <a:pt x="3" y="46"/>
                </a:lnTo>
                <a:lnTo>
                  <a:pt x="4" y="46"/>
                </a:lnTo>
                <a:lnTo>
                  <a:pt x="4" y="45"/>
                </a:lnTo>
                <a:lnTo>
                  <a:pt x="4" y="45"/>
                </a:lnTo>
                <a:lnTo>
                  <a:pt x="4" y="44"/>
                </a:lnTo>
                <a:lnTo>
                  <a:pt x="5" y="44"/>
                </a:lnTo>
                <a:lnTo>
                  <a:pt x="5" y="43"/>
                </a:lnTo>
                <a:lnTo>
                  <a:pt x="5" y="43"/>
                </a:lnTo>
                <a:lnTo>
                  <a:pt x="6" y="42"/>
                </a:lnTo>
                <a:lnTo>
                  <a:pt x="6" y="42"/>
                </a:lnTo>
                <a:lnTo>
                  <a:pt x="6" y="41"/>
                </a:lnTo>
                <a:lnTo>
                  <a:pt x="6" y="41"/>
                </a:lnTo>
                <a:lnTo>
                  <a:pt x="7" y="40"/>
                </a:lnTo>
                <a:lnTo>
                  <a:pt x="7" y="40"/>
                </a:lnTo>
                <a:lnTo>
                  <a:pt x="7" y="39"/>
                </a:lnTo>
                <a:lnTo>
                  <a:pt x="8" y="39"/>
                </a:lnTo>
                <a:lnTo>
                  <a:pt x="8" y="38"/>
                </a:lnTo>
                <a:lnTo>
                  <a:pt x="8" y="38"/>
                </a:lnTo>
                <a:lnTo>
                  <a:pt x="9" y="38"/>
                </a:lnTo>
                <a:lnTo>
                  <a:pt x="9" y="37"/>
                </a:lnTo>
                <a:lnTo>
                  <a:pt x="9" y="37"/>
                </a:lnTo>
                <a:lnTo>
                  <a:pt x="10" y="36"/>
                </a:lnTo>
                <a:lnTo>
                  <a:pt x="10" y="36"/>
                </a:lnTo>
                <a:lnTo>
                  <a:pt x="11" y="36"/>
                </a:lnTo>
                <a:lnTo>
                  <a:pt x="11" y="35"/>
                </a:lnTo>
                <a:lnTo>
                  <a:pt x="11" y="35"/>
                </a:lnTo>
                <a:lnTo>
                  <a:pt x="12" y="34"/>
                </a:lnTo>
                <a:lnTo>
                  <a:pt x="13" y="33"/>
                </a:lnTo>
                <a:lnTo>
                  <a:pt x="13" y="33"/>
                </a:lnTo>
                <a:lnTo>
                  <a:pt x="14" y="33"/>
                </a:lnTo>
                <a:lnTo>
                  <a:pt x="15" y="32"/>
                </a:lnTo>
                <a:lnTo>
                  <a:pt x="16" y="32"/>
                </a:lnTo>
                <a:lnTo>
                  <a:pt x="16" y="31"/>
                </a:lnTo>
                <a:lnTo>
                  <a:pt x="17" y="31"/>
                </a:lnTo>
                <a:lnTo>
                  <a:pt x="17" y="30"/>
                </a:lnTo>
                <a:lnTo>
                  <a:pt x="18" y="29"/>
                </a:lnTo>
                <a:lnTo>
                  <a:pt x="18" y="29"/>
                </a:lnTo>
                <a:lnTo>
                  <a:pt x="19" y="28"/>
                </a:lnTo>
                <a:lnTo>
                  <a:pt x="20" y="28"/>
                </a:lnTo>
                <a:lnTo>
                  <a:pt x="21" y="27"/>
                </a:lnTo>
                <a:lnTo>
                  <a:pt x="21" y="27"/>
                </a:lnTo>
                <a:lnTo>
                  <a:pt x="22" y="26"/>
                </a:lnTo>
                <a:lnTo>
                  <a:pt x="23" y="26"/>
                </a:lnTo>
                <a:lnTo>
                  <a:pt x="24" y="25"/>
                </a:lnTo>
                <a:lnTo>
                  <a:pt x="25" y="25"/>
                </a:lnTo>
                <a:lnTo>
                  <a:pt x="25" y="25"/>
                </a:lnTo>
                <a:lnTo>
                  <a:pt x="26" y="24"/>
                </a:lnTo>
                <a:lnTo>
                  <a:pt x="27" y="24"/>
                </a:lnTo>
                <a:lnTo>
                  <a:pt x="28" y="23"/>
                </a:lnTo>
                <a:lnTo>
                  <a:pt x="28" y="23"/>
                </a:lnTo>
                <a:lnTo>
                  <a:pt x="29" y="22"/>
                </a:lnTo>
                <a:lnTo>
                  <a:pt x="30" y="22"/>
                </a:lnTo>
                <a:lnTo>
                  <a:pt x="31" y="22"/>
                </a:lnTo>
                <a:lnTo>
                  <a:pt x="32" y="21"/>
                </a:lnTo>
                <a:lnTo>
                  <a:pt x="32" y="21"/>
                </a:lnTo>
                <a:lnTo>
                  <a:pt x="33" y="21"/>
                </a:lnTo>
                <a:lnTo>
                  <a:pt x="34" y="20"/>
                </a:lnTo>
                <a:lnTo>
                  <a:pt x="35" y="20"/>
                </a:lnTo>
                <a:lnTo>
                  <a:pt x="36" y="20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8"/>
                </a:lnTo>
                <a:lnTo>
                  <a:pt x="39" y="18"/>
                </a:lnTo>
                <a:lnTo>
                  <a:pt x="40" y="18"/>
                </a:lnTo>
                <a:lnTo>
                  <a:pt x="41" y="17"/>
                </a:lnTo>
                <a:lnTo>
                  <a:pt x="42" y="17"/>
                </a:lnTo>
                <a:lnTo>
                  <a:pt x="43" y="17"/>
                </a:lnTo>
                <a:lnTo>
                  <a:pt x="43" y="17"/>
                </a:lnTo>
                <a:lnTo>
                  <a:pt x="44" y="16"/>
                </a:lnTo>
                <a:lnTo>
                  <a:pt x="45" y="16"/>
                </a:lnTo>
                <a:lnTo>
                  <a:pt x="45" y="16"/>
                </a:lnTo>
                <a:lnTo>
                  <a:pt x="46" y="15"/>
                </a:lnTo>
                <a:lnTo>
                  <a:pt x="48" y="15"/>
                </a:lnTo>
                <a:lnTo>
                  <a:pt x="49" y="14"/>
                </a:lnTo>
                <a:lnTo>
                  <a:pt x="51" y="14"/>
                </a:lnTo>
                <a:lnTo>
                  <a:pt x="52" y="13"/>
                </a:lnTo>
                <a:lnTo>
                  <a:pt x="53" y="13"/>
                </a:lnTo>
                <a:lnTo>
                  <a:pt x="55" y="12"/>
                </a:lnTo>
                <a:lnTo>
                  <a:pt x="56" y="12"/>
                </a:lnTo>
                <a:lnTo>
                  <a:pt x="58" y="12"/>
                </a:lnTo>
                <a:lnTo>
                  <a:pt x="59" y="11"/>
                </a:lnTo>
                <a:lnTo>
                  <a:pt x="60" y="11"/>
                </a:lnTo>
                <a:lnTo>
                  <a:pt x="61" y="11"/>
                </a:lnTo>
                <a:lnTo>
                  <a:pt x="63" y="10"/>
                </a:lnTo>
                <a:lnTo>
                  <a:pt x="65" y="10"/>
                </a:lnTo>
                <a:lnTo>
                  <a:pt x="67" y="9"/>
                </a:lnTo>
                <a:lnTo>
                  <a:pt x="69" y="9"/>
                </a:lnTo>
                <a:lnTo>
                  <a:pt x="69" y="9"/>
                </a:lnTo>
                <a:lnTo>
                  <a:pt x="69" y="8"/>
                </a:lnTo>
                <a:lnTo>
                  <a:pt x="70" y="8"/>
                </a:lnTo>
                <a:lnTo>
                  <a:pt x="71" y="8"/>
                </a:lnTo>
                <a:lnTo>
                  <a:pt x="71" y="8"/>
                </a:lnTo>
                <a:lnTo>
                  <a:pt x="72" y="8"/>
                </a:lnTo>
                <a:lnTo>
                  <a:pt x="73" y="7"/>
                </a:lnTo>
                <a:lnTo>
                  <a:pt x="74" y="7"/>
                </a:lnTo>
                <a:lnTo>
                  <a:pt x="74" y="7"/>
                </a:lnTo>
                <a:lnTo>
                  <a:pt x="74" y="6"/>
                </a:lnTo>
                <a:lnTo>
                  <a:pt x="76" y="6"/>
                </a:lnTo>
                <a:lnTo>
                  <a:pt x="78" y="5"/>
                </a:lnTo>
                <a:lnTo>
                  <a:pt x="80" y="4"/>
                </a:lnTo>
                <a:lnTo>
                  <a:pt x="82" y="4"/>
                </a:lnTo>
                <a:lnTo>
                  <a:pt x="83" y="3"/>
                </a:lnTo>
                <a:lnTo>
                  <a:pt x="85" y="3"/>
                </a:lnTo>
                <a:lnTo>
                  <a:pt x="87" y="2"/>
                </a:lnTo>
                <a:lnTo>
                  <a:pt x="88" y="2"/>
                </a:lnTo>
                <a:lnTo>
                  <a:pt x="90" y="1"/>
                </a:lnTo>
                <a:lnTo>
                  <a:pt x="91" y="1"/>
                </a:lnTo>
                <a:lnTo>
                  <a:pt x="92" y="1"/>
                </a:lnTo>
                <a:lnTo>
                  <a:pt x="93" y="1"/>
                </a:lnTo>
                <a:lnTo>
                  <a:pt x="93" y="1"/>
                </a:lnTo>
                <a:lnTo>
                  <a:pt x="94" y="0"/>
                </a:lnTo>
                <a:lnTo>
                  <a:pt x="95" y="0"/>
                </a:lnTo>
                <a:lnTo>
                  <a:pt x="96" y="0"/>
                </a:lnTo>
                <a:lnTo>
                  <a:pt x="96" y="0"/>
                </a:lnTo>
                <a:lnTo>
                  <a:pt x="98" y="0"/>
                </a:lnTo>
                <a:lnTo>
                  <a:pt x="99" y="0"/>
                </a:lnTo>
                <a:lnTo>
                  <a:pt x="102" y="1"/>
                </a:lnTo>
                <a:lnTo>
                  <a:pt x="104" y="2"/>
                </a:lnTo>
                <a:lnTo>
                  <a:pt x="106" y="3"/>
                </a:lnTo>
                <a:lnTo>
                  <a:pt x="106" y="3"/>
                </a:lnTo>
                <a:lnTo>
                  <a:pt x="109" y="4"/>
                </a:lnTo>
                <a:lnTo>
                  <a:pt x="112" y="6"/>
                </a:lnTo>
                <a:lnTo>
                  <a:pt x="114" y="9"/>
                </a:lnTo>
                <a:lnTo>
                  <a:pt x="114" y="9"/>
                </a:lnTo>
                <a:lnTo>
                  <a:pt x="114" y="9"/>
                </a:lnTo>
                <a:lnTo>
                  <a:pt x="116" y="9"/>
                </a:lnTo>
                <a:lnTo>
                  <a:pt x="117" y="10"/>
                </a:lnTo>
                <a:lnTo>
                  <a:pt x="119" y="11"/>
                </a:lnTo>
                <a:lnTo>
                  <a:pt x="123" y="12"/>
                </a:lnTo>
                <a:lnTo>
                  <a:pt x="125" y="13"/>
                </a:lnTo>
                <a:lnTo>
                  <a:pt x="126" y="14"/>
                </a:lnTo>
                <a:lnTo>
                  <a:pt x="128" y="15"/>
                </a:lnTo>
                <a:lnTo>
                  <a:pt x="130" y="15"/>
                </a:lnTo>
                <a:lnTo>
                  <a:pt x="131" y="16"/>
                </a:lnTo>
                <a:lnTo>
                  <a:pt x="132" y="16"/>
                </a:lnTo>
                <a:lnTo>
                  <a:pt x="132" y="17"/>
                </a:lnTo>
                <a:lnTo>
                  <a:pt x="132" y="17"/>
                </a:lnTo>
                <a:lnTo>
                  <a:pt x="133" y="17"/>
                </a:lnTo>
                <a:lnTo>
                  <a:pt x="134" y="18"/>
                </a:lnTo>
                <a:lnTo>
                  <a:pt x="135" y="18"/>
                </a:lnTo>
                <a:lnTo>
                  <a:pt x="136" y="19"/>
                </a:lnTo>
                <a:lnTo>
                  <a:pt x="137" y="19"/>
                </a:lnTo>
                <a:lnTo>
                  <a:pt x="138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3" y="22"/>
                </a:lnTo>
                <a:lnTo>
                  <a:pt x="144" y="23"/>
                </a:lnTo>
                <a:lnTo>
                  <a:pt x="144" y="23"/>
                </a:lnTo>
                <a:lnTo>
                  <a:pt x="145" y="24"/>
                </a:lnTo>
                <a:lnTo>
                  <a:pt x="146" y="24"/>
                </a:lnTo>
                <a:lnTo>
                  <a:pt x="147" y="24"/>
                </a:lnTo>
                <a:lnTo>
                  <a:pt x="148" y="25"/>
                </a:lnTo>
                <a:lnTo>
                  <a:pt x="149" y="25"/>
                </a:lnTo>
                <a:lnTo>
                  <a:pt x="150" y="26"/>
                </a:lnTo>
                <a:lnTo>
                  <a:pt x="151" y="26"/>
                </a:lnTo>
                <a:lnTo>
                  <a:pt x="152" y="27"/>
                </a:lnTo>
                <a:lnTo>
                  <a:pt x="153" y="27"/>
                </a:lnTo>
                <a:lnTo>
                  <a:pt x="154" y="28"/>
                </a:lnTo>
                <a:lnTo>
                  <a:pt x="155" y="28"/>
                </a:lnTo>
                <a:lnTo>
                  <a:pt x="155" y="28"/>
                </a:lnTo>
                <a:lnTo>
                  <a:pt x="156" y="29"/>
                </a:lnTo>
                <a:lnTo>
                  <a:pt x="157" y="29"/>
                </a:lnTo>
                <a:lnTo>
                  <a:pt x="158" y="30"/>
                </a:lnTo>
                <a:lnTo>
                  <a:pt x="159" y="30"/>
                </a:lnTo>
                <a:lnTo>
                  <a:pt x="160" y="31"/>
                </a:lnTo>
                <a:lnTo>
                  <a:pt x="161" y="31"/>
                </a:lnTo>
                <a:lnTo>
                  <a:pt x="161" y="32"/>
                </a:lnTo>
                <a:lnTo>
                  <a:pt x="162" y="32"/>
                </a:lnTo>
                <a:lnTo>
                  <a:pt x="163" y="32"/>
                </a:lnTo>
                <a:lnTo>
                  <a:pt x="164" y="33"/>
                </a:lnTo>
                <a:lnTo>
                  <a:pt x="165" y="33"/>
                </a:lnTo>
                <a:lnTo>
                  <a:pt x="166" y="33"/>
                </a:lnTo>
                <a:lnTo>
                  <a:pt x="167" y="33"/>
                </a:lnTo>
                <a:lnTo>
                  <a:pt x="168" y="33"/>
                </a:lnTo>
                <a:lnTo>
                  <a:pt x="169" y="34"/>
                </a:lnTo>
                <a:lnTo>
                  <a:pt x="170" y="34"/>
                </a:lnTo>
                <a:lnTo>
                  <a:pt x="172" y="35"/>
                </a:lnTo>
                <a:lnTo>
                  <a:pt x="174" y="36"/>
                </a:lnTo>
                <a:lnTo>
                  <a:pt x="176" y="37"/>
                </a:lnTo>
                <a:lnTo>
                  <a:pt x="178" y="37"/>
                </a:lnTo>
                <a:lnTo>
                  <a:pt x="180" y="38"/>
                </a:lnTo>
                <a:lnTo>
                  <a:pt x="182" y="39"/>
                </a:lnTo>
                <a:lnTo>
                  <a:pt x="184" y="40"/>
                </a:lnTo>
                <a:lnTo>
                  <a:pt x="186" y="40"/>
                </a:lnTo>
                <a:lnTo>
                  <a:pt x="188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5" y="44"/>
                </a:lnTo>
                <a:lnTo>
                  <a:pt x="197" y="45"/>
                </a:lnTo>
                <a:lnTo>
                  <a:pt x="199" y="45"/>
                </a:lnTo>
                <a:lnTo>
                  <a:pt x="200" y="46"/>
                </a:lnTo>
                <a:lnTo>
                  <a:pt x="202" y="46"/>
                </a:lnTo>
                <a:lnTo>
                  <a:pt x="204" y="47"/>
                </a:lnTo>
                <a:lnTo>
                  <a:pt x="205" y="47"/>
                </a:lnTo>
                <a:lnTo>
                  <a:pt x="207" y="48"/>
                </a:lnTo>
                <a:lnTo>
                  <a:pt x="208" y="48"/>
                </a:lnTo>
                <a:lnTo>
                  <a:pt x="210" y="49"/>
                </a:lnTo>
                <a:lnTo>
                  <a:pt x="212" y="49"/>
                </a:lnTo>
                <a:lnTo>
                  <a:pt x="213" y="50"/>
                </a:lnTo>
                <a:lnTo>
                  <a:pt x="215" y="50"/>
                </a:lnTo>
                <a:lnTo>
                  <a:pt x="216" y="51"/>
                </a:lnTo>
                <a:lnTo>
                  <a:pt x="218" y="51"/>
                </a:lnTo>
                <a:lnTo>
                  <a:pt x="219" y="52"/>
                </a:lnTo>
                <a:lnTo>
                  <a:pt x="220" y="52"/>
                </a:lnTo>
                <a:lnTo>
                  <a:pt x="222" y="53"/>
                </a:lnTo>
                <a:lnTo>
                  <a:pt x="224" y="53"/>
                </a:lnTo>
                <a:lnTo>
                  <a:pt x="225" y="53"/>
                </a:lnTo>
                <a:lnTo>
                  <a:pt x="227" y="54"/>
                </a:lnTo>
                <a:lnTo>
                  <a:pt x="228" y="54"/>
                </a:lnTo>
                <a:lnTo>
                  <a:pt x="230" y="55"/>
                </a:lnTo>
                <a:lnTo>
                  <a:pt x="232" y="55"/>
                </a:lnTo>
                <a:lnTo>
                  <a:pt x="233" y="55"/>
                </a:lnTo>
                <a:lnTo>
                  <a:pt x="235" y="56"/>
                </a:lnTo>
                <a:lnTo>
                  <a:pt x="236" y="56"/>
                </a:lnTo>
                <a:lnTo>
                  <a:pt x="238" y="57"/>
                </a:lnTo>
                <a:lnTo>
                  <a:pt x="240" y="57"/>
                </a:lnTo>
                <a:lnTo>
                  <a:pt x="241" y="57"/>
                </a:lnTo>
                <a:lnTo>
                  <a:pt x="243" y="58"/>
                </a:lnTo>
                <a:lnTo>
                  <a:pt x="245" y="58"/>
                </a:lnTo>
                <a:lnTo>
                  <a:pt x="246" y="58"/>
                </a:lnTo>
                <a:lnTo>
                  <a:pt x="248" y="59"/>
                </a:lnTo>
                <a:lnTo>
                  <a:pt x="248" y="59"/>
                </a:lnTo>
                <a:lnTo>
                  <a:pt x="250" y="59"/>
                </a:lnTo>
                <a:lnTo>
                  <a:pt x="252" y="60"/>
                </a:lnTo>
                <a:lnTo>
                  <a:pt x="253" y="60"/>
                </a:lnTo>
                <a:lnTo>
                  <a:pt x="255" y="60"/>
                </a:lnTo>
                <a:lnTo>
                  <a:pt x="257" y="61"/>
                </a:lnTo>
                <a:lnTo>
                  <a:pt x="258" y="61"/>
                </a:lnTo>
                <a:lnTo>
                  <a:pt x="260" y="61"/>
                </a:lnTo>
                <a:lnTo>
                  <a:pt x="262" y="61"/>
                </a:lnTo>
                <a:lnTo>
                  <a:pt x="263" y="62"/>
                </a:lnTo>
                <a:lnTo>
                  <a:pt x="265" y="62"/>
                </a:lnTo>
                <a:lnTo>
                  <a:pt x="266" y="62"/>
                </a:lnTo>
                <a:lnTo>
                  <a:pt x="268" y="62"/>
                </a:lnTo>
                <a:lnTo>
                  <a:pt x="270" y="62"/>
                </a:lnTo>
                <a:lnTo>
                  <a:pt x="271" y="62"/>
                </a:lnTo>
                <a:lnTo>
                  <a:pt x="273" y="62"/>
                </a:lnTo>
                <a:lnTo>
                  <a:pt x="273" y="62"/>
                </a:lnTo>
                <a:lnTo>
                  <a:pt x="275" y="63"/>
                </a:lnTo>
                <a:lnTo>
                  <a:pt x="276" y="63"/>
                </a:lnTo>
                <a:lnTo>
                  <a:pt x="277" y="63"/>
                </a:lnTo>
                <a:lnTo>
                  <a:pt x="279" y="63"/>
                </a:lnTo>
                <a:lnTo>
                  <a:pt x="280" y="64"/>
                </a:lnTo>
                <a:lnTo>
                  <a:pt x="282" y="64"/>
                </a:lnTo>
                <a:lnTo>
                  <a:pt x="284" y="64"/>
                </a:lnTo>
                <a:lnTo>
                  <a:pt x="285" y="64"/>
                </a:lnTo>
                <a:lnTo>
                  <a:pt x="287" y="65"/>
                </a:lnTo>
                <a:lnTo>
                  <a:pt x="289" y="65"/>
                </a:lnTo>
                <a:lnTo>
                  <a:pt x="290" y="65"/>
                </a:lnTo>
                <a:lnTo>
                  <a:pt x="292" y="65"/>
                </a:lnTo>
                <a:lnTo>
                  <a:pt x="294" y="66"/>
                </a:lnTo>
                <a:lnTo>
                  <a:pt x="295" y="66"/>
                </a:lnTo>
                <a:lnTo>
                  <a:pt x="297" y="66"/>
                </a:lnTo>
                <a:lnTo>
                  <a:pt x="299" y="66"/>
                </a:lnTo>
                <a:lnTo>
                  <a:pt x="300" y="66"/>
                </a:lnTo>
                <a:lnTo>
                  <a:pt x="302" y="67"/>
                </a:lnTo>
                <a:lnTo>
                  <a:pt x="304" y="67"/>
                </a:lnTo>
                <a:lnTo>
                  <a:pt x="306" y="67"/>
                </a:lnTo>
                <a:lnTo>
                  <a:pt x="309" y="68"/>
                </a:lnTo>
                <a:lnTo>
                  <a:pt x="313" y="68"/>
                </a:lnTo>
                <a:lnTo>
                  <a:pt x="316" y="68"/>
                </a:lnTo>
                <a:lnTo>
                  <a:pt x="320" y="69"/>
                </a:lnTo>
                <a:lnTo>
                  <a:pt x="323" y="69"/>
                </a:lnTo>
                <a:lnTo>
                  <a:pt x="326" y="69"/>
                </a:lnTo>
                <a:lnTo>
                  <a:pt x="330" y="70"/>
                </a:lnTo>
                <a:lnTo>
                  <a:pt x="333" y="70"/>
                </a:lnTo>
                <a:lnTo>
                  <a:pt x="336" y="70"/>
                </a:lnTo>
                <a:lnTo>
                  <a:pt x="339" y="71"/>
                </a:lnTo>
                <a:lnTo>
                  <a:pt x="342" y="71"/>
                </a:lnTo>
                <a:lnTo>
                  <a:pt x="346" y="71"/>
                </a:lnTo>
                <a:lnTo>
                  <a:pt x="349" y="72"/>
                </a:lnTo>
                <a:lnTo>
                  <a:pt x="353" y="72"/>
                </a:lnTo>
                <a:lnTo>
                  <a:pt x="360" y="72"/>
                </a:lnTo>
                <a:lnTo>
                  <a:pt x="366" y="73"/>
                </a:lnTo>
                <a:lnTo>
                  <a:pt x="373" y="74"/>
                </a:lnTo>
                <a:lnTo>
                  <a:pt x="380" y="74"/>
                </a:lnTo>
                <a:lnTo>
                  <a:pt x="383" y="75"/>
                </a:lnTo>
                <a:lnTo>
                  <a:pt x="387" y="75"/>
                </a:lnTo>
                <a:lnTo>
                  <a:pt x="390" y="75"/>
                </a:lnTo>
                <a:lnTo>
                  <a:pt x="393" y="75"/>
                </a:lnTo>
                <a:lnTo>
                  <a:pt x="396" y="76"/>
                </a:lnTo>
                <a:lnTo>
                  <a:pt x="400" y="76"/>
                </a:lnTo>
                <a:lnTo>
                  <a:pt x="403" y="76"/>
                </a:lnTo>
                <a:lnTo>
                  <a:pt x="407" y="77"/>
                </a:lnTo>
                <a:lnTo>
                  <a:pt x="409" y="77"/>
                </a:lnTo>
                <a:lnTo>
                  <a:pt x="412" y="77"/>
                </a:lnTo>
                <a:lnTo>
                  <a:pt x="414" y="77"/>
                </a:lnTo>
                <a:lnTo>
                  <a:pt x="417" y="78"/>
                </a:lnTo>
                <a:lnTo>
                  <a:pt x="419" y="78"/>
                </a:lnTo>
                <a:lnTo>
                  <a:pt x="422" y="78"/>
                </a:lnTo>
                <a:lnTo>
                  <a:pt x="423" y="78"/>
                </a:lnTo>
                <a:lnTo>
                  <a:pt x="426" y="79"/>
                </a:lnTo>
                <a:lnTo>
                  <a:pt x="428" y="79"/>
                </a:lnTo>
                <a:lnTo>
                  <a:pt x="431" y="79"/>
                </a:lnTo>
                <a:lnTo>
                  <a:pt x="433" y="79"/>
                </a:lnTo>
                <a:lnTo>
                  <a:pt x="436" y="79"/>
                </a:lnTo>
                <a:lnTo>
                  <a:pt x="438" y="79"/>
                </a:lnTo>
                <a:lnTo>
                  <a:pt x="441" y="80"/>
                </a:lnTo>
                <a:lnTo>
                  <a:pt x="443" y="80"/>
                </a:lnTo>
                <a:lnTo>
                  <a:pt x="446" y="80"/>
                </a:lnTo>
                <a:lnTo>
                  <a:pt x="448" y="80"/>
                </a:lnTo>
                <a:lnTo>
                  <a:pt x="451" y="80"/>
                </a:lnTo>
                <a:lnTo>
                  <a:pt x="452" y="80"/>
                </a:lnTo>
                <a:lnTo>
                  <a:pt x="455" y="81"/>
                </a:lnTo>
                <a:lnTo>
                  <a:pt x="457" y="81"/>
                </a:lnTo>
                <a:lnTo>
                  <a:pt x="460" y="81"/>
                </a:lnTo>
                <a:lnTo>
                  <a:pt x="462" y="81"/>
                </a:lnTo>
                <a:lnTo>
                  <a:pt x="465" y="81"/>
                </a:lnTo>
                <a:lnTo>
                  <a:pt x="467" y="81"/>
                </a:lnTo>
                <a:lnTo>
                  <a:pt x="470" y="81"/>
                </a:lnTo>
                <a:lnTo>
                  <a:pt x="472" y="81"/>
                </a:lnTo>
                <a:lnTo>
                  <a:pt x="475" y="82"/>
                </a:lnTo>
                <a:lnTo>
                  <a:pt x="477" y="82"/>
                </a:lnTo>
                <a:lnTo>
                  <a:pt x="480" y="82"/>
                </a:lnTo>
                <a:lnTo>
                  <a:pt x="481" y="82"/>
                </a:lnTo>
                <a:lnTo>
                  <a:pt x="484" y="82"/>
                </a:lnTo>
                <a:lnTo>
                  <a:pt x="487" y="82"/>
                </a:lnTo>
                <a:lnTo>
                  <a:pt x="489" y="82"/>
                </a:lnTo>
                <a:lnTo>
                  <a:pt x="492" y="82"/>
                </a:lnTo>
                <a:lnTo>
                  <a:pt x="494" y="82"/>
                </a:lnTo>
                <a:lnTo>
                  <a:pt x="497" y="82"/>
                </a:lnTo>
                <a:lnTo>
                  <a:pt x="499" y="82"/>
                </a:lnTo>
                <a:lnTo>
                  <a:pt x="502" y="83"/>
                </a:lnTo>
                <a:lnTo>
                  <a:pt x="504" y="83"/>
                </a:lnTo>
                <a:lnTo>
                  <a:pt x="507" y="83"/>
                </a:lnTo>
                <a:lnTo>
                  <a:pt x="509" y="83"/>
                </a:lnTo>
                <a:lnTo>
                  <a:pt x="511" y="83"/>
                </a:lnTo>
                <a:lnTo>
                  <a:pt x="513" y="83"/>
                </a:lnTo>
                <a:lnTo>
                  <a:pt x="516" y="83"/>
                </a:lnTo>
                <a:lnTo>
                  <a:pt x="518" y="83"/>
                </a:lnTo>
                <a:lnTo>
                  <a:pt x="521" y="83"/>
                </a:lnTo>
                <a:lnTo>
                  <a:pt x="523" y="83"/>
                </a:lnTo>
                <a:lnTo>
                  <a:pt x="526" y="83"/>
                </a:lnTo>
                <a:lnTo>
                  <a:pt x="528" y="83"/>
                </a:lnTo>
                <a:lnTo>
                  <a:pt x="531" y="83"/>
                </a:lnTo>
                <a:lnTo>
                  <a:pt x="534" y="83"/>
                </a:lnTo>
                <a:lnTo>
                  <a:pt x="536" y="83"/>
                </a:lnTo>
                <a:lnTo>
                  <a:pt x="537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8" y="83"/>
                </a:lnTo>
                <a:lnTo>
                  <a:pt x="550" y="83"/>
                </a:lnTo>
                <a:lnTo>
                  <a:pt x="553" y="83"/>
                </a:lnTo>
                <a:lnTo>
                  <a:pt x="555" y="83"/>
                </a:lnTo>
                <a:lnTo>
                  <a:pt x="558" y="83"/>
                </a:lnTo>
                <a:lnTo>
                  <a:pt x="561" y="83"/>
                </a:lnTo>
                <a:lnTo>
                  <a:pt x="563" y="83"/>
                </a:lnTo>
                <a:lnTo>
                  <a:pt x="566" y="83"/>
                </a:lnTo>
                <a:lnTo>
                  <a:pt x="567" y="83"/>
                </a:lnTo>
                <a:lnTo>
                  <a:pt x="570" y="83"/>
                </a:lnTo>
                <a:lnTo>
                  <a:pt x="572" y="83"/>
                </a:lnTo>
                <a:lnTo>
                  <a:pt x="575" y="83"/>
                </a:lnTo>
                <a:lnTo>
                  <a:pt x="577" y="83"/>
                </a:lnTo>
                <a:lnTo>
                  <a:pt x="582" y="83"/>
                </a:lnTo>
                <a:lnTo>
                  <a:pt x="588" y="83"/>
                </a:lnTo>
                <a:lnTo>
                  <a:pt x="593" y="82"/>
                </a:lnTo>
                <a:lnTo>
                  <a:pt x="597" y="82"/>
                </a:lnTo>
                <a:lnTo>
                  <a:pt x="602" y="82"/>
                </a:lnTo>
                <a:lnTo>
                  <a:pt x="607" y="82"/>
                </a:lnTo>
                <a:lnTo>
                  <a:pt x="612" y="82"/>
                </a:lnTo>
                <a:lnTo>
                  <a:pt x="617" y="82"/>
                </a:lnTo>
                <a:lnTo>
                  <a:pt x="622" y="82"/>
                </a:lnTo>
                <a:lnTo>
                  <a:pt x="626" y="81"/>
                </a:lnTo>
                <a:lnTo>
                  <a:pt x="632" y="81"/>
                </a:lnTo>
                <a:lnTo>
                  <a:pt x="637" y="81"/>
                </a:lnTo>
                <a:lnTo>
                  <a:pt x="642" y="81"/>
                </a:lnTo>
                <a:lnTo>
                  <a:pt x="647" y="81"/>
                </a:lnTo>
                <a:lnTo>
                  <a:pt x="647" y="81"/>
                </a:lnTo>
                <a:lnTo>
                  <a:pt x="652" y="80"/>
                </a:lnTo>
                <a:lnTo>
                  <a:pt x="656" y="80"/>
                </a:lnTo>
                <a:lnTo>
                  <a:pt x="661" y="80"/>
                </a:lnTo>
                <a:lnTo>
                  <a:pt x="666" y="80"/>
                </a:lnTo>
                <a:lnTo>
                  <a:pt x="672" y="79"/>
                </a:lnTo>
                <a:lnTo>
                  <a:pt x="677" y="79"/>
                </a:lnTo>
                <a:lnTo>
                  <a:pt x="682" y="79"/>
                </a:lnTo>
                <a:lnTo>
                  <a:pt x="686" y="79"/>
                </a:lnTo>
                <a:lnTo>
                  <a:pt x="691" y="78"/>
                </a:lnTo>
                <a:lnTo>
                  <a:pt x="696" y="78"/>
                </a:lnTo>
                <a:lnTo>
                  <a:pt x="701" y="78"/>
                </a:lnTo>
                <a:lnTo>
                  <a:pt x="707" y="77"/>
                </a:lnTo>
                <a:lnTo>
                  <a:pt x="711" y="77"/>
                </a:lnTo>
                <a:lnTo>
                  <a:pt x="716" y="77"/>
                </a:lnTo>
                <a:lnTo>
                  <a:pt x="721" y="77"/>
                </a:lnTo>
                <a:lnTo>
                  <a:pt x="726" y="76"/>
                </a:lnTo>
                <a:lnTo>
                  <a:pt x="731" y="76"/>
                </a:lnTo>
                <a:lnTo>
                  <a:pt x="737" y="76"/>
                </a:lnTo>
                <a:lnTo>
                  <a:pt x="741" y="76"/>
                </a:lnTo>
                <a:lnTo>
                  <a:pt x="746" y="76"/>
                </a:lnTo>
                <a:lnTo>
                  <a:pt x="751" y="76"/>
                </a:lnTo>
                <a:lnTo>
                  <a:pt x="761" y="76"/>
                </a:lnTo>
                <a:lnTo>
                  <a:pt x="771" y="76"/>
                </a:lnTo>
                <a:lnTo>
                  <a:pt x="771" y="76"/>
                </a:lnTo>
                <a:lnTo>
                  <a:pt x="781" y="76"/>
                </a:lnTo>
                <a:lnTo>
                  <a:pt x="801" y="76"/>
                </a:lnTo>
                <a:lnTo>
                  <a:pt x="805" y="76"/>
                </a:lnTo>
                <a:lnTo>
                  <a:pt x="811" y="76"/>
                </a:lnTo>
                <a:lnTo>
                  <a:pt x="821" y="75"/>
                </a:lnTo>
                <a:lnTo>
                  <a:pt x="831" y="75"/>
                </a:lnTo>
                <a:lnTo>
                  <a:pt x="841" y="74"/>
                </a:lnTo>
                <a:lnTo>
                  <a:pt x="846" y="74"/>
                </a:lnTo>
                <a:lnTo>
                  <a:pt x="851" y="74"/>
                </a:lnTo>
                <a:lnTo>
                  <a:pt x="856" y="74"/>
                </a:lnTo>
                <a:lnTo>
                  <a:pt x="861" y="73"/>
                </a:lnTo>
                <a:lnTo>
                  <a:pt x="866" y="73"/>
                </a:lnTo>
                <a:lnTo>
                  <a:pt x="871" y="73"/>
                </a:lnTo>
                <a:lnTo>
                  <a:pt x="876" y="73"/>
                </a:lnTo>
                <a:lnTo>
                  <a:pt x="881" y="73"/>
                </a:lnTo>
                <a:lnTo>
                  <a:pt x="886" y="72"/>
                </a:lnTo>
                <a:lnTo>
                  <a:pt x="891" y="72"/>
                </a:lnTo>
                <a:lnTo>
                  <a:pt x="896" y="72"/>
                </a:lnTo>
                <a:lnTo>
                  <a:pt x="900" y="72"/>
                </a:lnTo>
                <a:lnTo>
                  <a:pt x="901" y="72"/>
                </a:lnTo>
                <a:lnTo>
                  <a:pt x="906" y="72"/>
                </a:lnTo>
                <a:lnTo>
                  <a:pt x="911" y="72"/>
                </a:lnTo>
                <a:lnTo>
                  <a:pt x="915" y="72"/>
                </a:lnTo>
                <a:lnTo>
                  <a:pt x="921" y="71"/>
                </a:lnTo>
                <a:lnTo>
                  <a:pt x="926" y="71"/>
                </a:lnTo>
                <a:lnTo>
                  <a:pt x="931" y="71"/>
                </a:lnTo>
                <a:lnTo>
                  <a:pt x="936" y="71"/>
                </a:lnTo>
                <a:lnTo>
                  <a:pt x="941" y="71"/>
                </a:lnTo>
                <a:lnTo>
                  <a:pt x="945" y="71"/>
                </a:lnTo>
                <a:lnTo>
                  <a:pt x="950" y="71"/>
                </a:lnTo>
                <a:lnTo>
                  <a:pt x="956" y="71"/>
                </a:lnTo>
                <a:lnTo>
                  <a:pt x="959" y="71"/>
                </a:lnTo>
                <a:lnTo>
                  <a:pt x="961" y="71"/>
                </a:lnTo>
                <a:lnTo>
                  <a:pt x="966" y="71"/>
                </a:lnTo>
                <a:lnTo>
                  <a:pt x="971" y="71"/>
                </a:lnTo>
                <a:lnTo>
                  <a:pt x="975" y="71"/>
                </a:lnTo>
                <a:lnTo>
                  <a:pt x="980" y="71"/>
                </a:lnTo>
                <a:lnTo>
                  <a:pt x="985" y="71"/>
                </a:lnTo>
                <a:lnTo>
                  <a:pt x="990" y="71"/>
                </a:lnTo>
                <a:lnTo>
                  <a:pt x="996" y="71"/>
                </a:lnTo>
                <a:lnTo>
                  <a:pt x="1001" y="71"/>
                </a:lnTo>
                <a:lnTo>
                  <a:pt x="1005" y="71"/>
                </a:lnTo>
                <a:lnTo>
                  <a:pt x="1007" y="71"/>
                </a:lnTo>
                <a:lnTo>
                  <a:pt x="1010" y="71"/>
                </a:lnTo>
                <a:lnTo>
                  <a:pt x="1012" y="71"/>
                </a:lnTo>
                <a:lnTo>
                  <a:pt x="1015" y="71"/>
                </a:lnTo>
                <a:lnTo>
                  <a:pt x="1017" y="71"/>
                </a:lnTo>
                <a:lnTo>
                  <a:pt x="1018" y="71"/>
                </a:lnTo>
                <a:lnTo>
                  <a:pt x="1020" y="71"/>
                </a:lnTo>
                <a:lnTo>
                  <a:pt x="1023" y="71"/>
                </a:lnTo>
                <a:lnTo>
                  <a:pt x="1025" y="71"/>
                </a:lnTo>
                <a:lnTo>
                  <a:pt x="1028" y="70"/>
                </a:lnTo>
                <a:lnTo>
                  <a:pt x="1029" y="70"/>
                </a:lnTo>
                <a:lnTo>
                  <a:pt x="1032" y="70"/>
                </a:lnTo>
                <a:lnTo>
                  <a:pt x="1034" y="70"/>
                </a:lnTo>
                <a:lnTo>
                  <a:pt x="1037" y="70"/>
                </a:lnTo>
                <a:lnTo>
                  <a:pt x="1039" y="70"/>
                </a:lnTo>
                <a:lnTo>
                  <a:pt x="1039" y="70"/>
                </a:lnTo>
                <a:lnTo>
                  <a:pt x="1039" y="70"/>
                </a:lnTo>
                <a:close/>
                <a:moveTo>
                  <a:pt x="91" y="46"/>
                </a:moveTo>
                <a:lnTo>
                  <a:pt x="89" y="47"/>
                </a:lnTo>
                <a:lnTo>
                  <a:pt x="88" y="47"/>
                </a:lnTo>
                <a:lnTo>
                  <a:pt x="87" y="48"/>
                </a:lnTo>
                <a:lnTo>
                  <a:pt x="86" y="48"/>
                </a:lnTo>
                <a:lnTo>
                  <a:pt x="85" y="48"/>
                </a:lnTo>
                <a:lnTo>
                  <a:pt x="84" y="49"/>
                </a:lnTo>
                <a:lnTo>
                  <a:pt x="83" y="49"/>
                </a:lnTo>
                <a:lnTo>
                  <a:pt x="82" y="49"/>
                </a:lnTo>
                <a:lnTo>
                  <a:pt x="81" y="49"/>
                </a:lnTo>
                <a:lnTo>
                  <a:pt x="80" y="50"/>
                </a:lnTo>
                <a:lnTo>
                  <a:pt x="79" y="50"/>
                </a:lnTo>
                <a:lnTo>
                  <a:pt x="77" y="50"/>
                </a:lnTo>
                <a:lnTo>
                  <a:pt x="75" y="51"/>
                </a:lnTo>
                <a:lnTo>
                  <a:pt x="74" y="52"/>
                </a:lnTo>
                <a:lnTo>
                  <a:pt x="73" y="52"/>
                </a:lnTo>
                <a:lnTo>
                  <a:pt x="72" y="52"/>
                </a:lnTo>
                <a:lnTo>
                  <a:pt x="71" y="52"/>
                </a:lnTo>
                <a:lnTo>
                  <a:pt x="70" y="53"/>
                </a:lnTo>
                <a:lnTo>
                  <a:pt x="68" y="53"/>
                </a:lnTo>
                <a:lnTo>
                  <a:pt x="67" y="53"/>
                </a:lnTo>
                <a:lnTo>
                  <a:pt x="66" y="54"/>
                </a:lnTo>
                <a:lnTo>
                  <a:pt x="65" y="54"/>
                </a:lnTo>
                <a:lnTo>
                  <a:pt x="64" y="55"/>
                </a:lnTo>
                <a:lnTo>
                  <a:pt x="63" y="55"/>
                </a:lnTo>
                <a:lnTo>
                  <a:pt x="61" y="55"/>
                </a:lnTo>
                <a:lnTo>
                  <a:pt x="60" y="56"/>
                </a:lnTo>
                <a:lnTo>
                  <a:pt x="59" y="56"/>
                </a:lnTo>
                <a:lnTo>
                  <a:pt x="58" y="56"/>
                </a:lnTo>
                <a:lnTo>
                  <a:pt x="58" y="57"/>
                </a:lnTo>
                <a:lnTo>
                  <a:pt x="57" y="57"/>
                </a:lnTo>
                <a:lnTo>
                  <a:pt x="57" y="57"/>
                </a:lnTo>
                <a:lnTo>
                  <a:pt x="56" y="57"/>
                </a:lnTo>
                <a:lnTo>
                  <a:pt x="56" y="57"/>
                </a:lnTo>
                <a:lnTo>
                  <a:pt x="55" y="58"/>
                </a:lnTo>
                <a:lnTo>
                  <a:pt x="54" y="58"/>
                </a:lnTo>
                <a:lnTo>
                  <a:pt x="54" y="58"/>
                </a:lnTo>
                <a:lnTo>
                  <a:pt x="53" y="58"/>
                </a:lnTo>
                <a:lnTo>
                  <a:pt x="53" y="58"/>
                </a:lnTo>
                <a:lnTo>
                  <a:pt x="52" y="59"/>
                </a:lnTo>
                <a:lnTo>
                  <a:pt x="52" y="59"/>
                </a:lnTo>
                <a:lnTo>
                  <a:pt x="51" y="59"/>
                </a:lnTo>
                <a:lnTo>
                  <a:pt x="51" y="59"/>
                </a:lnTo>
                <a:lnTo>
                  <a:pt x="50" y="60"/>
                </a:lnTo>
                <a:lnTo>
                  <a:pt x="50" y="60"/>
                </a:lnTo>
                <a:lnTo>
                  <a:pt x="49" y="60"/>
                </a:lnTo>
                <a:lnTo>
                  <a:pt x="49" y="60"/>
                </a:lnTo>
                <a:lnTo>
                  <a:pt x="48" y="61"/>
                </a:lnTo>
                <a:lnTo>
                  <a:pt x="48" y="61"/>
                </a:lnTo>
                <a:lnTo>
                  <a:pt x="47" y="61"/>
                </a:lnTo>
                <a:lnTo>
                  <a:pt x="47" y="61"/>
                </a:lnTo>
                <a:lnTo>
                  <a:pt x="46" y="61"/>
                </a:lnTo>
                <a:lnTo>
                  <a:pt x="46" y="62"/>
                </a:lnTo>
                <a:lnTo>
                  <a:pt x="46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5" y="62"/>
                </a:lnTo>
                <a:lnTo>
                  <a:pt x="46" y="62"/>
                </a:lnTo>
                <a:lnTo>
                  <a:pt x="46" y="62"/>
                </a:lnTo>
                <a:lnTo>
                  <a:pt x="46" y="62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lnTo>
                  <a:pt x="48" y="63"/>
                </a:lnTo>
                <a:lnTo>
                  <a:pt x="48" y="63"/>
                </a:lnTo>
                <a:lnTo>
                  <a:pt x="48" y="64"/>
                </a:lnTo>
                <a:lnTo>
                  <a:pt x="49" y="64"/>
                </a:lnTo>
                <a:lnTo>
                  <a:pt x="49" y="64"/>
                </a:lnTo>
                <a:lnTo>
                  <a:pt x="50" y="64"/>
                </a:lnTo>
                <a:lnTo>
                  <a:pt x="50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2" y="66"/>
                </a:lnTo>
                <a:lnTo>
                  <a:pt x="53" y="66"/>
                </a:lnTo>
                <a:lnTo>
                  <a:pt x="53" y="66"/>
                </a:lnTo>
                <a:lnTo>
                  <a:pt x="54" y="66"/>
                </a:lnTo>
                <a:lnTo>
                  <a:pt x="54" y="66"/>
                </a:lnTo>
                <a:lnTo>
                  <a:pt x="55" y="67"/>
                </a:lnTo>
                <a:lnTo>
                  <a:pt x="55" y="67"/>
                </a:lnTo>
                <a:lnTo>
                  <a:pt x="56" y="67"/>
                </a:lnTo>
                <a:lnTo>
                  <a:pt x="56" y="67"/>
                </a:lnTo>
                <a:lnTo>
                  <a:pt x="57" y="67"/>
                </a:lnTo>
                <a:lnTo>
                  <a:pt x="57" y="68"/>
                </a:lnTo>
                <a:lnTo>
                  <a:pt x="58" y="68"/>
                </a:lnTo>
                <a:lnTo>
                  <a:pt x="59" y="68"/>
                </a:lnTo>
                <a:lnTo>
                  <a:pt x="59" y="68"/>
                </a:lnTo>
                <a:lnTo>
                  <a:pt x="60" y="68"/>
                </a:lnTo>
                <a:lnTo>
                  <a:pt x="60" y="69"/>
                </a:lnTo>
                <a:lnTo>
                  <a:pt x="61" y="69"/>
                </a:lnTo>
                <a:lnTo>
                  <a:pt x="62" y="69"/>
                </a:lnTo>
                <a:lnTo>
                  <a:pt x="62" y="69"/>
                </a:lnTo>
                <a:lnTo>
                  <a:pt x="63" y="69"/>
                </a:lnTo>
                <a:lnTo>
                  <a:pt x="63" y="69"/>
                </a:lnTo>
                <a:lnTo>
                  <a:pt x="64" y="70"/>
                </a:lnTo>
                <a:lnTo>
                  <a:pt x="65" y="70"/>
                </a:lnTo>
                <a:lnTo>
                  <a:pt x="65" y="70"/>
                </a:lnTo>
                <a:lnTo>
                  <a:pt x="66" y="70"/>
                </a:lnTo>
                <a:lnTo>
                  <a:pt x="67" y="70"/>
                </a:lnTo>
                <a:lnTo>
                  <a:pt x="68" y="70"/>
                </a:lnTo>
                <a:lnTo>
                  <a:pt x="68" y="70"/>
                </a:lnTo>
                <a:lnTo>
                  <a:pt x="69" y="71"/>
                </a:lnTo>
                <a:lnTo>
                  <a:pt x="70" y="71"/>
                </a:lnTo>
                <a:lnTo>
                  <a:pt x="70" y="71"/>
                </a:lnTo>
                <a:lnTo>
                  <a:pt x="71" y="71"/>
                </a:lnTo>
                <a:lnTo>
                  <a:pt x="72" y="71"/>
                </a:lnTo>
                <a:lnTo>
                  <a:pt x="73" y="71"/>
                </a:lnTo>
                <a:lnTo>
                  <a:pt x="73" y="71"/>
                </a:lnTo>
                <a:lnTo>
                  <a:pt x="74" y="71"/>
                </a:lnTo>
                <a:lnTo>
                  <a:pt x="74" y="72"/>
                </a:lnTo>
                <a:lnTo>
                  <a:pt x="75" y="72"/>
                </a:lnTo>
                <a:lnTo>
                  <a:pt x="76" y="72"/>
                </a:lnTo>
                <a:lnTo>
                  <a:pt x="76" y="72"/>
                </a:lnTo>
                <a:lnTo>
                  <a:pt x="77" y="72"/>
                </a:lnTo>
                <a:lnTo>
                  <a:pt x="78" y="72"/>
                </a:lnTo>
                <a:lnTo>
                  <a:pt x="79" y="72"/>
                </a:lnTo>
                <a:lnTo>
                  <a:pt x="80" y="72"/>
                </a:lnTo>
                <a:lnTo>
                  <a:pt x="80" y="72"/>
                </a:lnTo>
                <a:lnTo>
                  <a:pt x="81" y="72"/>
                </a:lnTo>
                <a:lnTo>
                  <a:pt x="82" y="72"/>
                </a:lnTo>
                <a:lnTo>
                  <a:pt x="83" y="73"/>
                </a:lnTo>
                <a:lnTo>
                  <a:pt x="84" y="73"/>
                </a:lnTo>
                <a:lnTo>
                  <a:pt x="85" y="73"/>
                </a:lnTo>
                <a:lnTo>
                  <a:pt x="85" y="73"/>
                </a:lnTo>
                <a:lnTo>
                  <a:pt x="86" y="73"/>
                </a:lnTo>
                <a:lnTo>
                  <a:pt x="87" y="73"/>
                </a:lnTo>
                <a:lnTo>
                  <a:pt x="88" y="73"/>
                </a:lnTo>
                <a:lnTo>
                  <a:pt x="89" y="73"/>
                </a:lnTo>
                <a:lnTo>
                  <a:pt x="90" y="73"/>
                </a:lnTo>
                <a:lnTo>
                  <a:pt x="91" y="73"/>
                </a:lnTo>
                <a:lnTo>
                  <a:pt x="92" y="73"/>
                </a:lnTo>
                <a:lnTo>
                  <a:pt x="93" y="73"/>
                </a:lnTo>
                <a:lnTo>
                  <a:pt x="93" y="73"/>
                </a:lnTo>
                <a:lnTo>
                  <a:pt x="94" y="73"/>
                </a:lnTo>
                <a:lnTo>
                  <a:pt x="95" y="73"/>
                </a:lnTo>
                <a:lnTo>
                  <a:pt x="96" y="73"/>
                </a:lnTo>
                <a:lnTo>
                  <a:pt x="97" y="73"/>
                </a:lnTo>
                <a:lnTo>
                  <a:pt x="98" y="73"/>
                </a:lnTo>
                <a:lnTo>
                  <a:pt x="99" y="73"/>
                </a:lnTo>
                <a:lnTo>
                  <a:pt x="100" y="73"/>
                </a:lnTo>
                <a:lnTo>
                  <a:pt x="101" y="73"/>
                </a:lnTo>
                <a:lnTo>
                  <a:pt x="102" y="73"/>
                </a:lnTo>
                <a:lnTo>
                  <a:pt x="103" y="73"/>
                </a:lnTo>
                <a:lnTo>
                  <a:pt x="103" y="73"/>
                </a:lnTo>
                <a:lnTo>
                  <a:pt x="104" y="73"/>
                </a:lnTo>
                <a:lnTo>
                  <a:pt x="104" y="73"/>
                </a:lnTo>
                <a:lnTo>
                  <a:pt x="105" y="73"/>
                </a:lnTo>
                <a:lnTo>
                  <a:pt x="106" y="73"/>
                </a:lnTo>
                <a:lnTo>
                  <a:pt x="107" y="73"/>
                </a:lnTo>
                <a:lnTo>
                  <a:pt x="108" y="73"/>
                </a:lnTo>
                <a:lnTo>
                  <a:pt x="109" y="73"/>
                </a:lnTo>
                <a:lnTo>
                  <a:pt x="110" y="73"/>
                </a:lnTo>
                <a:lnTo>
                  <a:pt x="111" y="73"/>
                </a:lnTo>
                <a:lnTo>
                  <a:pt x="112" y="73"/>
                </a:lnTo>
                <a:lnTo>
                  <a:pt x="113" y="73"/>
                </a:lnTo>
                <a:lnTo>
                  <a:pt x="114" y="73"/>
                </a:lnTo>
                <a:lnTo>
                  <a:pt x="115" y="73"/>
                </a:lnTo>
                <a:lnTo>
                  <a:pt x="116" y="73"/>
                </a:lnTo>
                <a:lnTo>
                  <a:pt x="118" y="72"/>
                </a:lnTo>
                <a:lnTo>
                  <a:pt x="120" y="72"/>
                </a:lnTo>
                <a:lnTo>
                  <a:pt x="122" y="72"/>
                </a:lnTo>
                <a:lnTo>
                  <a:pt x="124" y="72"/>
                </a:lnTo>
                <a:lnTo>
                  <a:pt x="126" y="72"/>
                </a:lnTo>
                <a:lnTo>
                  <a:pt x="128" y="72"/>
                </a:lnTo>
                <a:lnTo>
                  <a:pt x="130" y="72"/>
                </a:lnTo>
                <a:lnTo>
                  <a:pt x="132" y="71"/>
                </a:lnTo>
                <a:lnTo>
                  <a:pt x="133" y="71"/>
                </a:lnTo>
                <a:lnTo>
                  <a:pt x="135" y="71"/>
                </a:lnTo>
                <a:lnTo>
                  <a:pt x="137" y="71"/>
                </a:lnTo>
                <a:lnTo>
                  <a:pt x="139" y="70"/>
                </a:lnTo>
                <a:lnTo>
                  <a:pt x="141" y="70"/>
                </a:lnTo>
                <a:lnTo>
                  <a:pt x="143" y="70"/>
                </a:lnTo>
                <a:lnTo>
                  <a:pt x="145" y="70"/>
                </a:lnTo>
                <a:lnTo>
                  <a:pt x="145" y="70"/>
                </a:lnTo>
                <a:lnTo>
                  <a:pt x="143" y="69"/>
                </a:lnTo>
                <a:lnTo>
                  <a:pt x="142" y="69"/>
                </a:lnTo>
                <a:lnTo>
                  <a:pt x="141" y="68"/>
                </a:lnTo>
                <a:lnTo>
                  <a:pt x="140" y="68"/>
                </a:lnTo>
                <a:lnTo>
                  <a:pt x="139" y="67"/>
                </a:lnTo>
                <a:lnTo>
                  <a:pt x="138" y="67"/>
                </a:lnTo>
                <a:lnTo>
                  <a:pt x="137" y="66"/>
                </a:lnTo>
                <a:lnTo>
                  <a:pt x="136" y="66"/>
                </a:lnTo>
                <a:lnTo>
                  <a:pt x="135" y="65"/>
                </a:lnTo>
                <a:lnTo>
                  <a:pt x="134" y="65"/>
                </a:lnTo>
                <a:lnTo>
                  <a:pt x="133" y="64"/>
                </a:lnTo>
                <a:lnTo>
                  <a:pt x="132" y="64"/>
                </a:lnTo>
                <a:lnTo>
                  <a:pt x="132" y="63"/>
                </a:lnTo>
                <a:lnTo>
                  <a:pt x="130" y="63"/>
                </a:lnTo>
                <a:lnTo>
                  <a:pt x="129" y="62"/>
                </a:lnTo>
                <a:lnTo>
                  <a:pt x="128" y="62"/>
                </a:lnTo>
                <a:lnTo>
                  <a:pt x="127" y="62"/>
                </a:lnTo>
                <a:lnTo>
                  <a:pt x="126" y="62"/>
                </a:lnTo>
                <a:lnTo>
                  <a:pt x="125" y="61"/>
                </a:lnTo>
                <a:lnTo>
                  <a:pt x="124" y="60"/>
                </a:lnTo>
                <a:lnTo>
                  <a:pt x="123" y="60"/>
                </a:lnTo>
                <a:lnTo>
                  <a:pt x="122" y="59"/>
                </a:lnTo>
                <a:lnTo>
                  <a:pt x="121" y="59"/>
                </a:lnTo>
                <a:lnTo>
                  <a:pt x="120" y="58"/>
                </a:lnTo>
                <a:lnTo>
                  <a:pt x="119" y="58"/>
                </a:lnTo>
                <a:lnTo>
                  <a:pt x="119" y="58"/>
                </a:lnTo>
                <a:lnTo>
                  <a:pt x="118" y="57"/>
                </a:lnTo>
                <a:lnTo>
                  <a:pt x="118" y="57"/>
                </a:lnTo>
                <a:lnTo>
                  <a:pt x="118" y="57"/>
                </a:lnTo>
                <a:lnTo>
                  <a:pt x="117" y="57"/>
                </a:lnTo>
                <a:lnTo>
                  <a:pt x="117" y="56"/>
                </a:lnTo>
                <a:lnTo>
                  <a:pt x="116" y="56"/>
                </a:lnTo>
                <a:lnTo>
                  <a:pt x="115" y="56"/>
                </a:lnTo>
                <a:lnTo>
                  <a:pt x="115" y="56"/>
                </a:lnTo>
                <a:lnTo>
                  <a:pt x="114" y="55"/>
                </a:lnTo>
                <a:lnTo>
                  <a:pt x="113" y="55"/>
                </a:lnTo>
                <a:lnTo>
                  <a:pt x="112" y="55"/>
                </a:lnTo>
                <a:lnTo>
                  <a:pt x="111" y="54"/>
                </a:lnTo>
                <a:lnTo>
                  <a:pt x="109" y="53"/>
                </a:lnTo>
                <a:lnTo>
                  <a:pt x="107" y="53"/>
                </a:lnTo>
                <a:lnTo>
                  <a:pt x="106" y="52"/>
                </a:lnTo>
                <a:lnTo>
                  <a:pt x="103" y="50"/>
                </a:lnTo>
                <a:lnTo>
                  <a:pt x="101" y="49"/>
                </a:lnTo>
                <a:lnTo>
                  <a:pt x="99" y="49"/>
                </a:lnTo>
                <a:lnTo>
                  <a:pt x="98" y="48"/>
                </a:lnTo>
                <a:lnTo>
                  <a:pt x="96" y="47"/>
                </a:lnTo>
                <a:lnTo>
                  <a:pt x="95" y="47"/>
                </a:lnTo>
                <a:lnTo>
                  <a:pt x="94" y="46"/>
                </a:lnTo>
                <a:lnTo>
                  <a:pt x="93" y="46"/>
                </a:lnTo>
                <a:lnTo>
                  <a:pt x="92" y="46"/>
                </a:lnTo>
                <a:lnTo>
                  <a:pt x="92" y="46"/>
                </a:lnTo>
                <a:lnTo>
                  <a:pt x="91" y="46"/>
                </a:lnTo>
                <a:lnTo>
                  <a:pt x="91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1" name="Freeform 12">
            <a:extLst>
              <a:ext uri="{FF2B5EF4-FFF2-40B4-BE49-F238E27FC236}">
                <a16:creationId xmlns:a16="http://schemas.microsoft.com/office/drawing/2014/main" id="{2642E0D6-A52A-EB7B-B7F0-19CA55DC456F}"/>
              </a:ext>
            </a:extLst>
          </p:cNvPr>
          <p:cNvSpPr>
            <a:spLocks/>
          </p:cNvSpPr>
          <p:nvPr/>
        </p:nvSpPr>
        <p:spPr bwMode="auto">
          <a:xfrm>
            <a:off x="10624145" y="4715985"/>
            <a:ext cx="135748" cy="92525"/>
          </a:xfrm>
          <a:custGeom>
            <a:avLst/>
            <a:gdLst>
              <a:gd name="T0" fmla="*/ 37 w 201"/>
              <a:gd name="T1" fmla="*/ 2 h 137"/>
              <a:gd name="T2" fmla="*/ 43 w 201"/>
              <a:gd name="T3" fmla="*/ 5 h 137"/>
              <a:gd name="T4" fmla="*/ 48 w 201"/>
              <a:gd name="T5" fmla="*/ 9 h 137"/>
              <a:gd name="T6" fmla="*/ 52 w 201"/>
              <a:gd name="T7" fmla="*/ 13 h 137"/>
              <a:gd name="T8" fmla="*/ 55 w 201"/>
              <a:gd name="T9" fmla="*/ 18 h 137"/>
              <a:gd name="T10" fmla="*/ 61 w 201"/>
              <a:gd name="T11" fmla="*/ 21 h 137"/>
              <a:gd name="T12" fmla="*/ 71 w 201"/>
              <a:gd name="T13" fmla="*/ 28 h 137"/>
              <a:gd name="T14" fmla="*/ 81 w 201"/>
              <a:gd name="T15" fmla="*/ 36 h 137"/>
              <a:gd name="T16" fmla="*/ 92 w 201"/>
              <a:gd name="T17" fmla="*/ 44 h 137"/>
              <a:gd name="T18" fmla="*/ 110 w 201"/>
              <a:gd name="T19" fmla="*/ 59 h 137"/>
              <a:gd name="T20" fmla="*/ 124 w 201"/>
              <a:gd name="T21" fmla="*/ 72 h 137"/>
              <a:gd name="T22" fmla="*/ 134 w 201"/>
              <a:gd name="T23" fmla="*/ 79 h 137"/>
              <a:gd name="T24" fmla="*/ 142 w 201"/>
              <a:gd name="T25" fmla="*/ 85 h 137"/>
              <a:gd name="T26" fmla="*/ 151 w 201"/>
              <a:gd name="T27" fmla="*/ 91 h 137"/>
              <a:gd name="T28" fmla="*/ 158 w 201"/>
              <a:gd name="T29" fmla="*/ 95 h 137"/>
              <a:gd name="T30" fmla="*/ 161 w 201"/>
              <a:gd name="T31" fmla="*/ 98 h 137"/>
              <a:gd name="T32" fmla="*/ 165 w 201"/>
              <a:gd name="T33" fmla="*/ 101 h 137"/>
              <a:gd name="T34" fmla="*/ 167 w 201"/>
              <a:gd name="T35" fmla="*/ 104 h 137"/>
              <a:gd name="T36" fmla="*/ 171 w 201"/>
              <a:gd name="T37" fmla="*/ 108 h 137"/>
              <a:gd name="T38" fmla="*/ 176 w 201"/>
              <a:gd name="T39" fmla="*/ 111 h 137"/>
              <a:gd name="T40" fmla="*/ 179 w 201"/>
              <a:gd name="T41" fmla="*/ 113 h 137"/>
              <a:gd name="T42" fmla="*/ 184 w 201"/>
              <a:gd name="T43" fmla="*/ 115 h 137"/>
              <a:gd name="T44" fmla="*/ 189 w 201"/>
              <a:gd name="T45" fmla="*/ 116 h 137"/>
              <a:gd name="T46" fmla="*/ 197 w 201"/>
              <a:gd name="T47" fmla="*/ 134 h 137"/>
              <a:gd name="T48" fmla="*/ 186 w 201"/>
              <a:gd name="T49" fmla="*/ 137 h 137"/>
              <a:gd name="T50" fmla="*/ 179 w 201"/>
              <a:gd name="T51" fmla="*/ 137 h 137"/>
              <a:gd name="T52" fmla="*/ 172 w 201"/>
              <a:gd name="T53" fmla="*/ 137 h 137"/>
              <a:gd name="T54" fmla="*/ 167 w 201"/>
              <a:gd name="T55" fmla="*/ 137 h 137"/>
              <a:gd name="T56" fmla="*/ 160 w 201"/>
              <a:gd name="T57" fmla="*/ 137 h 137"/>
              <a:gd name="T58" fmla="*/ 153 w 201"/>
              <a:gd name="T59" fmla="*/ 136 h 137"/>
              <a:gd name="T60" fmla="*/ 146 w 201"/>
              <a:gd name="T61" fmla="*/ 135 h 137"/>
              <a:gd name="T62" fmla="*/ 140 w 201"/>
              <a:gd name="T63" fmla="*/ 133 h 137"/>
              <a:gd name="T64" fmla="*/ 135 w 201"/>
              <a:gd name="T65" fmla="*/ 131 h 137"/>
              <a:gd name="T66" fmla="*/ 129 w 201"/>
              <a:gd name="T67" fmla="*/ 129 h 137"/>
              <a:gd name="T68" fmla="*/ 121 w 201"/>
              <a:gd name="T69" fmla="*/ 127 h 137"/>
              <a:gd name="T70" fmla="*/ 113 w 201"/>
              <a:gd name="T71" fmla="*/ 125 h 137"/>
              <a:gd name="T72" fmla="*/ 106 w 201"/>
              <a:gd name="T73" fmla="*/ 123 h 137"/>
              <a:gd name="T74" fmla="*/ 98 w 201"/>
              <a:gd name="T75" fmla="*/ 120 h 137"/>
              <a:gd name="T76" fmla="*/ 87 w 201"/>
              <a:gd name="T77" fmla="*/ 117 h 137"/>
              <a:gd name="T78" fmla="*/ 74 w 201"/>
              <a:gd name="T79" fmla="*/ 111 h 137"/>
              <a:gd name="T80" fmla="*/ 59 w 201"/>
              <a:gd name="T81" fmla="*/ 104 h 137"/>
              <a:gd name="T82" fmla="*/ 52 w 201"/>
              <a:gd name="T83" fmla="*/ 100 h 137"/>
              <a:gd name="T84" fmla="*/ 46 w 201"/>
              <a:gd name="T85" fmla="*/ 96 h 137"/>
              <a:gd name="T86" fmla="*/ 39 w 201"/>
              <a:gd name="T87" fmla="*/ 90 h 137"/>
              <a:gd name="T88" fmla="*/ 33 w 201"/>
              <a:gd name="T89" fmla="*/ 85 h 137"/>
              <a:gd name="T90" fmla="*/ 27 w 201"/>
              <a:gd name="T91" fmla="*/ 80 h 137"/>
              <a:gd name="T92" fmla="*/ 22 w 201"/>
              <a:gd name="T93" fmla="*/ 74 h 137"/>
              <a:gd name="T94" fmla="*/ 17 w 201"/>
              <a:gd name="T95" fmla="*/ 70 h 137"/>
              <a:gd name="T96" fmla="*/ 12 w 201"/>
              <a:gd name="T97" fmla="*/ 64 h 137"/>
              <a:gd name="T98" fmla="*/ 8 w 201"/>
              <a:gd name="T99" fmla="*/ 58 h 137"/>
              <a:gd name="T100" fmla="*/ 4 w 201"/>
              <a:gd name="T101" fmla="*/ 51 h 137"/>
              <a:gd name="T102" fmla="*/ 2 w 201"/>
              <a:gd name="T103" fmla="*/ 44 h 137"/>
              <a:gd name="T104" fmla="*/ 0 w 201"/>
              <a:gd name="T105" fmla="*/ 37 h 137"/>
              <a:gd name="T106" fmla="*/ 0 w 201"/>
              <a:gd name="T107" fmla="*/ 28 h 137"/>
              <a:gd name="T108" fmla="*/ 1 w 201"/>
              <a:gd name="T109" fmla="*/ 23 h 137"/>
              <a:gd name="T110" fmla="*/ 3 w 201"/>
              <a:gd name="T111" fmla="*/ 18 h 137"/>
              <a:gd name="T112" fmla="*/ 5 w 201"/>
              <a:gd name="T113" fmla="*/ 14 h 137"/>
              <a:gd name="T114" fmla="*/ 8 w 201"/>
              <a:gd name="T115" fmla="*/ 11 h 137"/>
              <a:gd name="T116" fmla="*/ 11 w 201"/>
              <a:gd name="T117" fmla="*/ 8 h 137"/>
              <a:gd name="T118" fmla="*/ 18 w 201"/>
              <a:gd name="T119" fmla="*/ 3 h 137"/>
              <a:gd name="T120" fmla="*/ 27 w 201"/>
              <a:gd name="T121" fmla="*/ 0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1" h="137">
                <a:moveTo>
                  <a:pt x="29" y="0"/>
                </a:moveTo>
                <a:lnTo>
                  <a:pt x="30" y="0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6" y="2"/>
                </a:lnTo>
                <a:lnTo>
                  <a:pt x="37" y="2"/>
                </a:lnTo>
                <a:lnTo>
                  <a:pt x="38" y="2"/>
                </a:lnTo>
                <a:lnTo>
                  <a:pt x="38" y="3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2" y="5"/>
                </a:lnTo>
                <a:lnTo>
                  <a:pt x="43" y="5"/>
                </a:lnTo>
                <a:lnTo>
                  <a:pt x="43" y="5"/>
                </a:lnTo>
                <a:lnTo>
                  <a:pt x="44" y="6"/>
                </a:lnTo>
                <a:lnTo>
                  <a:pt x="44" y="6"/>
                </a:lnTo>
                <a:lnTo>
                  <a:pt x="45" y="6"/>
                </a:lnTo>
                <a:lnTo>
                  <a:pt x="45" y="7"/>
                </a:lnTo>
                <a:lnTo>
                  <a:pt x="46" y="8"/>
                </a:lnTo>
                <a:lnTo>
                  <a:pt x="47" y="8"/>
                </a:lnTo>
                <a:lnTo>
                  <a:pt x="47" y="9"/>
                </a:lnTo>
                <a:lnTo>
                  <a:pt x="48" y="9"/>
                </a:lnTo>
                <a:lnTo>
                  <a:pt x="49" y="10"/>
                </a:lnTo>
                <a:lnTo>
                  <a:pt x="49" y="11"/>
                </a:lnTo>
                <a:lnTo>
                  <a:pt x="50" y="11"/>
                </a:lnTo>
                <a:lnTo>
                  <a:pt x="50" y="12"/>
                </a:lnTo>
                <a:lnTo>
                  <a:pt x="51" y="12"/>
                </a:lnTo>
                <a:lnTo>
                  <a:pt x="51" y="13"/>
                </a:lnTo>
                <a:lnTo>
                  <a:pt x="51" y="13"/>
                </a:lnTo>
                <a:lnTo>
                  <a:pt x="52" y="13"/>
                </a:lnTo>
                <a:lnTo>
                  <a:pt x="52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4" y="17"/>
                </a:lnTo>
                <a:lnTo>
                  <a:pt x="54" y="17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5" y="18"/>
                </a:lnTo>
                <a:lnTo>
                  <a:pt x="56" y="18"/>
                </a:lnTo>
                <a:lnTo>
                  <a:pt x="57" y="19"/>
                </a:lnTo>
                <a:lnTo>
                  <a:pt x="57" y="19"/>
                </a:lnTo>
                <a:lnTo>
                  <a:pt x="58" y="20"/>
                </a:lnTo>
                <a:lnTo>
                  <a:pt x="59" y="20"/>
                </a:lnTo>
                <a:lnTo>
                  <a:pt x="59" y="20"/>
                </a:lnTo>
                <a:lnTo>
                  <a:pt x="60" y="21"/>
                </a:lnTo>
                <a:lnTo>
                  <a:pt x="61" y="21"/>
                </a:lnTo>
                <a:lnTo>
                  <a:pt x="62" y="22"/>
                </a:lnTo>
                <a:lnTo>
                  <a:pt x="64" y="23"/>
                </a:lnTo>
                <a:lnTo>
                  <a:pt x="65" y="24"/>
                </a:lnTo>
                <a:lnTo>
                  <a:pt x="66" y="25"/>
                </a:lnTo>
                <a:lnTo>
                  <a:pt x="67" y="25"/>
                </a:lnTo>
                <a:lnTo>
                  <a:pt x="67" y="25"/>
                </a:lnTo>
                <a:lnTo>
                  <a:pt x="69" y="26"/>
                </a:lnTo>
                <a:lnTo>
                  <a:pt x="70" y="27"/>
                </a:lnTo>
                <a:lnTo>
                  <a:pt x="71" y="28"/>
                </a:lnTo>
                <a:lnTo>
                  <a:pt x="72" y="29"/>
                </a:lnTo>
                <a:lnTo>
                  <a:pt x="74" y="30"/>
                </a:lnTo>
                <a:lnTo>
                  <a:pt x="75" y="31"/>
                </a:lnTo>
                <a:lnTo>
                  <a:pt x="76" y="31"/>
                </a:lnTo>
                <a:lnTo>
                  <a:pt x="77" y="32"/>
                </a:lnTo>
                <a:lnTo>
                  <a:pt x="78" y="33"/>
                </a:lnTo>
                <a:lnTo>
                  <a:pt x="80" y="34"/>
                </a:lnTo>
                <a:lnTo>
                  <a:pt x="81" y="35"/>
                </a:lnTo>
                <a:lnTo>
                  <a:pt x="81" y="36"/>
                </a:lnTo>
                <a:lnTo>
                  <a:pt x="82" y="37"/>
                </a:lnTo>
                <a:lnTo>
                  <a:pt x="83" y="38"/>
                </a:lnTo>
                <a:lnTo>
                  <a:pt x="85" y="39"/>
                </a:lnTo>
                <a:lnTo>
                  <a:pt x="86" y="40"/>
                </a:lnTo>
                <a:lnTo>
                  <a:pt x="87" y="41"/>
                </a:lnTo>
                <a:lnTo>
                  <a:pt x="88" y="42"/>
                </a:lnTo>
                <a:lnTo>
                  <a:pt x="89" y="42"/>
                </a:lnTo>
                <a:lnTo>
                  <a:pt x="90" y="43"/>
                </a:lnTo>
                <a:lnTo>
                  <a:pt x="92" y="44"/>
                </a:lnTo>
                <a:lnTo>
                  <a:pt x="93" y="45"/>
                </a:lnTo>
                <a:lnTo>
                  <a:pt x="94" y="45"/>
                </a:lnTo>
                <a:lnTo>
                  <a:pt x="96" y="47"/>
                </a:lnTo>
                <a:lnTo>
                  <a:pt x="96" y="47"/>
                </a:lnTo>
                <a:lnTo>
                  <a:pt x="99" y="49"/>
                </a:lnTo>
                <a:lnTo>
                  <a:pt x="101" y="51"/>
                </a:lnTo>
                <a:lnTo>
                  <a:pt x="103" y="53"/>
                </a:lnTo>
                <a:lnTo>
                  <a:pt x="106" y="55"/>
                </a:lnTo>
                <a:lnTo>
                  <a:pt x="110" y="59"/>
                </a:lnTo>
                <a:lnTo>
                  <a:pt x="112" y="61"/>
                </a:lnTo>
                <a:lnTo>
                  <a:pt x="114" y="63"/>
                </a:lnTo>
                <a:lnTo>
                  <a:pt x="116" y="65"/>
                </a:lnTo>
                <a:lnTo>
                  <a:pt x="118" y="67"/>
                </a:lnTo>
                <a:lnTo>
                  <a:pt x="121" y="69"/>
                </a:lnTo>
                <a:lnTo>
                  <a:pt x="121" y="69"/>
                </a:lnTo>
                <a:lnTo>
                  <a:pt x="122" y="70"/>
                </a:lnTo>
                <a:lnTo>
                  <a:pt x="123" y="71"/>
                </a:lnTo>
                <a:lnTo>
                  <a:pt x="124" y="72"/>
                </a:lnTo>
                <a:lnTo>
                  <a:pt x="125" y="72"/>
                </a:lnTo>
                <a:lnTo>
                  <a:pt x="126" y="72"/>
                </a:lnTo>
                <a:lnTo>
                  <a:pt x="127" y="73"/>
                </a:lnTo>
                <a:lnTo>
                  <a:pt x="129" y="74"/>
                </a:lnTo>
                <a:lnTo>
                  <a:pt x="130" y="75"/>
                </a:lnTo>
                <a:lnTo>
                  <a:pt x="131" y="76"/>
                </a:lnTo>
                <a:lnTo>
                  <a:pt x="132" y="77"/>
                </a:lnTo>
                <a:lnTo>
                  <a:pt x="133" y="78"/>
                </a:lnTo>
                <a:lnTo>
                  <a:pt x="134" y="79"/>
                </a:lnTo>
                <a:lnTo>
                  <a:pt x="135" y="80"/>
                </a:lnTo>
                <a:lnTo>
                  <a:pt x="136" y="80"/>
                </a:lnTo>
                <a:lnTo>
                  <a:pt x="137" y="81"/>
                </a:lnTo>
                <a:lnTo>
                  <a:pt x="138" y="82"/>
                </a:lnTo>
                <a:lnTo>
                  <a:pt x="139" y="83"/>
                </a:lnTo>
                <a:lnTo>
                  <a:pt x="140" y="84"/>
                </a:lnTo>
                <a:lnTo>
                  <a:pt x="141" y="84"/>
                </a:lnTo>
                <a:lnTo>
                  <a:pt x="142" y="85"/>
                </a:lnTo>
                <a:lnTo>
                  <a:pt x="142" y="85"/>
                </a:lnTo>
                <a:lnTo>
                  <a:pt x="143" y="86"/>
                </a:lnTo>
                <a:lnTo>
                  <a:pt x="144" y="87"/>
                </a:lnTo>
                <a:lnTo>
                  <a:pt x="145" y="88"/>
                </a:lnTo>
                <a:lnTo>
                  <a:pt x="146" y="88"/>
                </a:lnTo>
                <a:lnTo>
                  <a:pt x="147" y="89"/>
                </a:lnTo>
                <a:lnTo>
                  <a:pt x="149" y="90"/>
                </a:lnTo>
                <a:lnTo>
                  <a:pt x="150" y="90"/>
                </a:lnTo>
                <a:lnTo>
                  <a:pt x="151" y="91"/>
                </a:lnTo>
                <a:lnTo>
                  <a:pt x="151" y="91"/>
                </a:lnTo>
                <a:lnTo>
                  <a:pt x="152" y="92"/>
                </a:lnTo>
                <a:lnTo>
                  <a:pt x="153" y="93"/>
                </a:lnTo>
                <a:lnTo>
                  <a:pt x="154" y="93"/>
                </a:lnTo>
                <a:lnTo>
                  <a:pt x="155" y="94"/>
                </a:lnTo>
                <a:lnTo>
                  <a:pt x="155" y="94"/>
                </a:lnTo>
                <a:lnTo>
                  <a:pt x="156" y="95"/>
                </a:lnTo>
                <a:lnTo>
                  <a:pt x="156" y="95"/>
                </a:lnTo>
                <a:lnTo>
                  <a:pt x="157" y="95"/>
                </a:lnTo>
                <a:lnTo>
                  <a:pt x="158" y="95"/>
                </a:lnTo>
                <a:lnTo>
                  <a:pt x="158" y="96"/>
                </a:lnTo>
                <a:lnTo>
                  <a:pt x="158" y="96"/>
                </a:lnTo>
                <a:lnTo>
                  <a:pt x="159" y="96"/>
                </a:lnTo>
                <a:lnTo>
                  <a:pt x="159" y="97"/>
                </a:lnTo>
                <a:lnTo>
                  <a:pt x="159" y="97"/>
                </a:lnTo>
                <a:lnTo>
                  <a:pt x="160" y="97"/>
                </a:lnTo>
                <a:lnTo>
                  <a:pt x="160" y="98"/>
                </a:lnTo>
                <a:lnTo>
                  <a:pt x="161" y="98"/>
                </a:lnTo>
                <a:lnTo>
                  <a:pt x="161" y="98"/>
                </a:lnTo>
                <a:lnTo>
                  <a:pt x="162" y="99"/>
                </a:lnTo>
                <a:lnTo>
                  <a:pt x="162" y="99"/>
                </a:lnTo>
                <a:lnTo>
                  <a:pt x="163" y="100"/>
                </a:lnTo>
                <a:lnTo>
                  <a:pt x="163" y="100"/>
                </a:lnTo>
                <a:lnTo>
                  <a:pt x="163" y="100"/>
                </a:lnTo>
                <a:lnTo>
                  <a:pt x="164" y="100"/>
                </a:lnTo>
                <a:lnTo>
                  <a:pt x="164" y="101"/>
                </a:lnTo>
                <a:lnTo>
                  <a:pt x="164" y="101"/>
                </a:lnTo>
                <a:lnTo>
                  <a:pt x="165" y="101"/>
                </a:lnTo>
                <a:lnTo>
                  <a:pt x="165" y="101"/>
                </a:lnTo>
                <a:lnTo>
                  <a:pt x="166" y="102"/>
                </a:lnTo>
                <a:lnTo>
                  <a:pt x="166" y="102"/>
                </a:lnTo>
                <a:lnTo>
                  <a:pt x="167" y="102"/>
                </a:lnTo>
                <a:lnTo>
                  <a:pt x="167" y="103"/>
                </a:lnTo>
                <a:lnTo>
                  <a:pt x="167" y="103"/>
                </a:lnTo>
                <a:lnTo>
                  <a:pt x="167" y="103"/>
                </a:lnTo>
                <a:lnTo>
                  <a:pt x="167" y="104"/>
                </a:lnTo>
                <a:lnTo>
                  <a:pt x="167" y="104"/>
                </a:lnTo>
                <a:lnTo>
                  <a:pt x="168" y="104"/>
                </a:lnTo>
                <a:lnTo>
                  <a:pt x="168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6"/>
                </a:lnTo>
                <a:lnTo>
                  <a:pt x="170" y="107"/>
                </a:lnTo>
                <a:lnTo>
                  <a:pt x="170" y="107"/>
                </a:lnTo>
                <a:lnTo>
                  <a:pt x="171" y="107"/>
                </a:lnTo>
                <a:lnTo>
                  <a:pt x="171" y="108"/>
                </a:lnTo>
                <a:lnTo>
                  <a:pt x="172" y="108"/>
                </a:lnTo>
                <a:lnTo>
                  <a:pt x="172" y="108"/>
                </a:lnTo>
                <a:lnTo>
                  <a:pt x="173" y="109"/>
                </a:lnTo>
                <a:lnTo>
                  <a:pt x="173" y="109"/>
                </a:lnTo>
                <a:lnTo>
                  <a:pt x="174" y="109"/>
                </a:lnTo>
                <a:lnTo>
                  <a:pt x="174" y="110"/>
                </a:lnTo>
                <a:lnTo>
                  <a:pt x="175" y="110"/>
                </a:lnTo>
                <a:lnTo>
                  <a:pt x="175" y="110"/>
                </a:lnTo>
                <a:lnTo>
                  <a:pt x="176" y="111"/>
                </a:lnTo>
                <a:lnTo>
                  <a:pt x="176" y="111"/>
                </a:lnTo>
                <a:lnTo>
                  <a:pt x="176" y="111"/>
                </a:lnTo>
                <a:lnTo>
                  <a:pt x="177" y="112"/>
                </a:lnTo>
                <a:lnTo>
                  <a:pt x="177" y="112"/>
                </a:lnTo>
                <a:lnTo>
                  <a:pt x="177" y="112"/>
                </a:lnTo>
                <a:lnTo>
                  <a:pt x="178" y="112"/>
                </a:lnTo>
                <a:lnTo>
                  <a:pt x="178" y="112"/>
                </a:lnTo>
                <a:lnTo>
                  <a:pt x="179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3"/>
                </a:lnTo>
                <a:lnTo>
                  <a:pt x="181" y="114"/>
                </a:lnTo>
                <a:lnTo>
                  <a:pt x="181" y="114"/>
                </a:lnTo>
                <a:lnTo>
                  <a:pt x="182" y="114"/>
                </a:lnTo>
                <a:lnTo>
                  <a:pt x="182" y="114"/>
                </a:lnTo>
                <a:lnTo>
                  <a:pt x="183" y="114"/>
                </a:lnTo>
                <a:lnTo>
                  <a:pt x="184" y="115"/>
                </a:lnTo>
                <a:lnTo>
                  <a:pt x="184" y="115"/>
                </a:lnTo>
                <a:lnTo>
                  <a:pt x="185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5"/>
                </a:lnTo>
                <a:lnTo>
                  <a:pt x="187" y="115"/>
                </a:lnTo>
                <a:lnTo>
                  <a:pt x="187" y="115"/>
                </a:lnTo>
                <a:lnTo>
                  <a:pt x="188" y="115"/>
                </a:lnTo>
                <a:lnTo>
                  <a:pt x="188" y="116"/>
                </a:lnTo>
                <a:lnTo>
                  <a:pt x="189" y="116"/>
                </a:lnTo>
                <a:lnTo>
                  <a:pt x="189" y="116"/>
                </a:lnTo>
                <a:lnTo>
                  <a:pt x="190" y="116"/>
                </a:lnTo>
                <a:lnTo>
                  <a:pt x="190" y="116"/>
                </a:lnTo>
                <a:lnTo>
                  <a:pt x="190" y="116"/>
                </a:lnTo>
                <a:lnTo>
                  <a:pt x="191" y="116"/>
                </a:lnTo>
                <a:lnTo>
                  <a:pt x="197" y="119"/>
                </a:lnTo>
                <a:lnTo>
                  <a:pt x="201" y="127"/>
                </a:lnTo>
                <a:lnTo>
                  <a:pt x="201" y="127"/>
                </a:lnTo>
                <a:lnTo>
                  <a:pt x="197" y="134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90" y="137"/>
                </a:lnTo>
                <a:lnTo>
                  <a:pt x="189" y="137"/>
                </a:lnTo>
                <a:lnTo>
                  <a:pt x="188" y="137"/>
                </a:lnTo>
                <a:lnTo>
                  <a:pt x="187" y="137"/>
                </a:lnTo>
                <a:lnTo>
                  <a:pt x="187" y="137"/>
                </a:lnTo>
                <a:lnTo>
                  <a:pt x="186" y="137"/>
                </a:lnTo>
                <a:lnTo>
                  <a:pt x="185" y="137"/>
                </a:lnTo>
                <a:lnTo>
                  <a:pt x="184" y="137"/>
                </a:lnTo>
                <a:lnTo>
                  <a:pt x="184" y="137"/>
                </a:lnTo>
                <a:lnTo>
                  <a:pt x="183" y="137"/>
                </a:lnTo>
                <a:lnTo>
                  <a:pt x="182" y="137"/>
                </a:lnTo>
                <a:lnTo>
                  <a:pt x="181" y="137"/>
                </a:lnTo>
                <a:lnTo>
                  <a:pt x="181" y="137"/>
                </a:lnTo>
                <a:lnTo>
                  <a:pt x="180" y="137"/>
                </a:lnTo>
                <a:lnTo>
                  <a:pt x="179" y="137"/>
                </a:lnTo>
                <a:lnTo>
                  <a:pt x="178" y="137"/>
                </a:lnTo>
                <a:lnTo>
                  <a:pt x="178" y="137"/>
                </a:lnTo>
                <a:lnTo>
                  <a:pt x="177" y="137"/>
                </a:lnTo>
                <a:lnTo>
                  <a:pt x="176" y="137"/>
                </a:lnTo>
                <a:lnTo>
                  <a:pt x="175" y="137"/>
                </a:lnTo>
                <a:lnTo>
                  <a:pt x="175" y="137"/>
                </a:lnTo>
                <a:lnTo>
                  <a:pt x="174" y="137"/>
                </a:lnTo>
                <a:lnTo>
                  <a:pt x="173" y="137"/>
                </a:lnTo>
                <a:lnTo>
                  <a:pt x="172" y="137"/>
                </a:lnTo>
                <a:lnTo>
                  <a:pt x="171" y="137"/>
                </a:lnTo>
                <a:lnTo>
                  <a:pt x="171" y="137"/>
                </a:lnTo>
                <a:lnTo>
                  <a:pt x="171" y="137"/>
                </a:lnTo>
                <a:lnTo>
                  <a:pt x="170" y="137"/>
                </a:lnTo>
                <a:lnTo>
                  <a:pt x="169" y="137"/>
                </a:lnTo>
                <a:lnTo>
                  <a:pt x="168" y="137"/>
                </a:lnTo>
                <a:lnTo>
                  <a:pt x="168" y="137"/>
                </a:lnTo>
                <a:lnTo>
                  <a:pt x="167" y="137"/>
                </a:lnTo>
                <a:lnTo>
                  <a:pt x="167" y="137"/>
                </a:lnTo>
                <a:lnTo>
                  <a:pt x="166" y="137"/>
                </a:lnTo>
                <a:lnTo>
                  <a:pt x="165" y="137"/>
                </a:lnTo>
                <a:lnTo>
                  <a:pt x="165" y="137"/>
                </a:lnTo>
                <a:lnTo>
                  <a:pt x="164" y="137"/>
                </a:lnTo>
                <a:lnTo>
                  <a:pt x="163" y="137"/>
                </a:lnTo>
                <a:lnTo>
                  <a:pt x="162" y="137"/>
                </a:lnTo>
                <a:lnTo>
                  <a:pt x="161" y="137"/>
                </a:lnTo>
                <a:lnTo>
                  <a:pt x="161" y="137"/>
                </a:lnTo>
                <a:lnTo>
                  <a:pt x="160" y="137"/>
                </a:lnTo>
                <a:lnTo>
                  <a:pt x="159" y="137"/>
                </a:lnTo>
                <a:lnTo>
                  <a:pt x="158" y="137"/>
                </a:lnTo>
                <a:lnTo>
                  <a:pt x="157" y="136"/>
                </a:lnTo>
                <a:lnTo>
                  <a:pt x="157" y="136"/>
                </a:lnTo>
                <a:lnTo>
                  <a:pt x="156" y="136"/>
                </a:lnTo>
                <a:lnTo>
                  <a:pt x="155" y="136"/>
                </a:lnTo>
                <a:lnTo>
                  <a:pt x="154" y="136"/>
                </a:lnTo>
                <a:lnTo>
                  <a:pt x="153" y="136"/>
                </a:lnTo>
                <a:lnTo>
                  <a:pt x="153" y="136"/>
                </a:lnTo>
                <a:lnTo>
                  <a:pt x="152" y="136"/>
                </a:lnTo>
                <a:lnTo>
                  <a:pt x="152" y="136"/>
                </a:lnTo>
                <a:lnTo>
                  <a:pt x="151" y="136"/>
                </a:lnTo>
                <a:lnTo>
                  <a:pt x="150" y="136"/>
                </a:lnTo>
                <a:lnTo>
                  <a:pt x="149" y="135"/>
                </a:lnTo>
                <a:lnTo>
                  <a:pt x="148" y="135"/>
                </a:lnTo>
                <a:lnTo>
                  <a:pt x="148" y="135"/>
                </a:lnTo>
                <a:lnTo>
                  <a:pt x="147" y="135"/>
                </a:lnTo>
                <a:lnTo>
                  <a:pt x="146" y="135"/>
                </a:lnTo>
                <a:lnTo>
                  <a:pt x="145" y="135"/>
                </a:lnTo>
                <a:lnTo>
                  <a:pt x="145" y="135"/>
                </a:lnTo>
                <a:lnTo>
                  <a:pt x="144" y="135"/>
                </a:lnTo>
                <a:lnTo>
                  <a:pt x="144" y="134"/>
                </a:lnTo>
                <a:lnTo>
                  <a:pt x="143" y="134"/>
                </a:lnTo>
                <a:lnTo>
                  <a:pt x="142" y="134"/>
                </a:lnTo>
                <a:lnTo>
                  <a:pt x="141" y="134"/>
                </a:lnTo>
                <a:lnTo>
                  <a:pt x="141" y="133"/>
                </a:lnTo>
                <a:lnTo>
                  <a:pt x="140" y="133"/>
                </a:lnTo>
                <a:lnTo>
                  <a:pt x="139" y="133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8" y="132"/>
                </a:lnTo>
                <a:lnTo>
                  <a:pt x="137" y="132"/>
                </a:lnTo>
                <a:lnTo>
                  <a:pt x="136" y="131"/>
                </a:lnTo>
                <a:lnTo>
                  <a:pt x="136" y="131"/>
                </a:lnTo>
                <a:lnTo>
                  <a:pt x="135" y="131"/>
                </a:lnTo>
                <a:lnTo>
                  <a:pt x="134" y="131"/>
                </a:lnTo>
                <a:lnTo>
                  <a:pt x="134" y="131"/>
                </a:lnTo>
                <a:lnTo>
                  <a:pt x="133" y="130"/>
                </a:lnTo>
                <a:lnTo>
                  <a:pt x="133" y="130"/>
                </a:lnTo>
                <a:lnTo>
                  <a:pt x="132" y="130"/>
                </a:lnTo>
                <a:lnTo>
                  <a:pt x="131" y="130"/>
                </a:lnTo>
                <a:lnTo>
                  <a:pt x="130" y="130"/>
                </a:lnTo>
                <a:lnTo>
                  <a:pt x="129" y="129"/>
                </a:lnTo>
                <a:lnTo>
                  <a:pt x="129" y="129"/>
                </a:lnTo>
                <a:lnTo>
                  <a:pt x="128" y="129"/>
                </a:lnTo>
                <a:lnTo>
                  <a:pt x="127" y="129"/>
                </a:lnTo>
                <a:lnTo>
                  <a:pt x="126" y="129"/>
                </a:lnTo>
                <a:lnTo>
                  <a:pt x="125" y="128"/>
                </a:lnTo>
                <a:lnTo>
                  <a:pt x="124" y="128"/>
                </a:lnTo>
                <a:lnTo>
                  <a:pt x="124" y="128"/>
                </a:lnTo>
                <a:lnTo>
                  <a:pt x="123" y="128"/>
                </a:lnTo>
                <a:lnTo>
                  <a:pt x="122" y="127"/>
                </a:lnTo>
                <a:lnTo>
                  <a:pt x="121" y="127"/>
                </a:lnTo>
                <a:lnTo>
                  <a:pt x="120" y="127"/>
                </a:lnTo>
                <a:lnTo>
                  <a:pt x="119" y="127"/>
                </a:lnTo>
                <a:lnTo>
                  <a:pt x="118" y="126"/>
                </a:lnTo>
                <a:lnTo>
                  <a:pt x="117" y="126"/>
                </a:lnTo>
                <a:lnTo>
                  <a:pt x="117" y="126"/>
                </a:lnTo>
                <a:lnTo>
                  <a:pt x="116" y="126"/>
                </a:lnTo>
                <a:lnTo>
                  <a:pt x="115" y="126"/>
                </a:lnTo>
                <a:lnTo>
                  <a:pt x="114" y="125"/>
                </a:lnTo>
                <a:lnTo>
                  <a:pt x="113" y="125"/>
                </a:lnTo>
                <a:lnTo>
                  <a:pt x="112" y="125"/>
                </a:lnTo>
                <a:lnTo>
                  <a:pt x="111" y="125"/>
                </a:lnTo>
                <a:lnTo>
                  <a:pt x="110" y="124"/>
                </a:lnTo>
                <a:lnTo>
                  <a:pt x="110" y="124"/>
                </a:lnTo>
                <a:lnTo>
                  <a:pt x="110" y="124"/>
                </a:lnTo>
                <a:lnTo>
                  <a:pt x="109" y="123"/>
                </a:lnTo>
                <a:lnTo>
                  <a:pt x="108" y="123"/>
                </a:lnTo>
                <a:lnTo>
                  <a:pt x="107" y="123"/>
                </a:lnTo>
                <a:lnTo>
                  <a:pt x="106" y="123"/>
                </a:lnTo>
                <a:lnTo>
                  <a:pt x="105" y="122"/>
                </a:lnTo>
                <a:lnTo>
                  <a:pt x="104" y="122"/>
                </a:lnTo>
                <a:lnTo>
                  <a:pt x="103" y="122"/>
                </a:lnTo>
                <a:lnTo>
                  <a:pt x="102" y="122"/>
                </a:lnTo>
                <a:lnTo>
                  <a:pt x="101" y="121"/>
                </a:lnTo>
                <a:lnTo>
                  <a:pt x="100" y="121"/>
                </a:lnTo>
                <a:lnTo>
                  <a:pt x="100" y="121"/>
                </a:lnTo>
                <a:lnTo>
                  <a:pt x="99" y="120"/>
                </a:lnTo>
                <a:lnTo>
                  <a:pt x="98" y="120"/>
                </a:lnTo>
                <a:lnTo>
                  <a:pt x="97" y="120"/>
                </a:lnTo>
                <a:lnTo>
                  <a:pt x="96" y="120"/>
                </a:lnTo>
                <a:lnTo>
                  <a:pt x="95" y="119"/>
                </a:lnTo>
                <a:lnTo>
                  <a:pt x="94" y="119"/>
                </a:lnTo>
                <a:lnTo>
                  <a:pt x="93" y="119"/>
                </a:lnTo>
                <a:lnTo>
                  <a:pt x="91" y="118"/>
                </a:lnTo>
                <a:lnTo>
                  <a:pt x="90" y="118"/>
                </a:lnTo>
                <a:lnTo>
                  <a:pt x="89" y="118"/>
                </a:lnTo>
                <a:lnTo>
                  <a:pt x="87" y="117"/>
                </a:lnTo>
                <a:lnTo>
                  <a:pt x="85" y="116"/>
                </a:lnTo>
                <a:lnTo>
                  <a:pt x="84" y="115"/>
                </a:lnTo>
                <a:lnTo>
                  <a:pt x="82" y="115"/>
                </a:lnTo>
                <a:lnTo>
                  <a:pt x="81" y="114"/>
                </a:lnTo>
                <a:lnTo>
                  <a:pt x="79" y="113"/>
                </a:lnTo>
                <a:lnTo>
                  <a:pt x="77" y="112"/>
                </a:lnTo>
                <a:lnTo>
                  <a:pt x="75" y="111"/>
                </a:lnTo>
                <a:lnTo>
                  <a:pt x="74" y="111"/>
                </a:lnTo>
                <a:lnTo>
                  <a:pt x="74" y="111"/>
                </a:lnTo>
                <a:lnTo>
                  <a:pt x="72" y="110"/>
                </a:lnTo>
                <a:lnTo>
                  <a:pt x="70" y="109"/>
                </a:lnTo>
                <a:lnTo>
                  <a:pt x="68" y="108"/>
                </a:lnTo>
                <a:lnTo>
                  <a:pt x="66" y="107"/>
                </a:lnTo>
                <a:lnTo>
                  <a:pt x="65" y="106"/>
                </a:lnTo>
                <a:lnTo>
                  <a:pt x="63" y="105"/>
                </a:lnTo>
                <a:lnTo>
                  <a:pt x="61" y="105"/>
                </a:lnTo>
                <a:lnTo>
                  <a:pt x="61" y="104"/>
                </a:lnTo>
                <a:lnTo>
                  <a:pt x="59" y="104"/>
                </a:lnTo>
                <a:lnTo>
                  <a:pt x="58" y="103"/>
                </a:lnTo>
                <a:lnTo>
                  <a:pt x="58" y="103"/>
                </a:lnTo>
                <a:lnTo>
                  <a:pt x="57" y="102"/>
                </a:lnTo>
                <a:lnTo>
                  <a:pt x="56" y="102"/>
                </a:lnTo>
                <a:lnTo>
                  <a:pt x="55" y="101"/>
                </a:lnTo>
                <a:lnTo>
                  <a:pt x="54" y="101"/>
                </a:lnTo>
                <a:lnTo>
                  <a:pt x="53" y="101"/>
                </a:lnTo>
                <a:lnTo>
                  <a:pt x="52" y="101"/>
                </a:lnTo>
                <a:lnTo>
                  <a:pt x="52" y="100"/>
                </a:lnTo>
                <a:lnTo>
                  <a:pt x="52" y="100"/>
                </a:lnTo>
                <a:lnTo>
                  <a:pt x="52" y="99"/>
                </a:lnTo>
                <a:lnTo>
                  <a:pt x="51" y="99"/>
                </a:lnTo>
                <a:lnTo>
                  <a:pt x="50" y="98"/>
                </a:lnTo>
                <a:lnTo>
                  <a:pt x="49" y="98"/>
                </a:lnTo>
                <a:lnTo>
                  <a:pt x="49" y="97"/>
                </a:lnTo>
                <a:lnTo>
                  <a:pt x="48" y="97"/>
                </a:lnTo>
                <a:lnTo>
                  <a:pt x="47" y="96"/>
                </a:lnTo>
                <a:lnTo>
                  <a:pt x="46" y="96"/>
                </a:lnTo>
                <a:lnTo>
                  <a:pt x="45" y="95"/>
                </a:lnTo>
                <a:lnTo>
                  <a:pt x="45" y="94"/>
                </a:lnTo>
                <a:lnTo>
                  <a:pt x="44" y="94"/>
                </a:lnTo>
                <a:lnTo>
                  <a:pt x="43" y="93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0" y="91"/>
                </a:lnTo>
                <a:lnTo>
                  <a:pt x="39" y="90"/>
                </a:lnTo>
                <a:lnTo>
                  <a:pt x="39" y="90"/>
                </a:lnTo>
                <a:lnTo>
                  <a:pt x="38" y="89"/>
                </a:lnTo>
                <a:lnTo>
                  <a:pt x="37" y="89"/>
                </a:lnTo>
                <a:lnTo>
                  <a:pt x="36" y="88"/>
                </a:lnTo>
                <a:lnTo>
                  <a:pt x="36" y="88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0" y="83"/>
                </a:lnTo>
                <a:lnTo>
                  <a:pt x="29" y="82"/>
                </a:lnTo>
                <a:lnTo>
                  <a:pt x="29" y="82"/>
                </a:lnTo>
                <a:lnTo>
                  <a:pt x="28" y="81"/>
                </a:lnTo>
                <a:lnTo>
                  <a:pt x="27" y="80"/>
                </a:lnTo>
                <a:lnTo>
                  <a:pt x="27" y="80"/>
                </a:lnTo>
                <a:lnTo>
                  <a:pt x="26" y="79"/>
                </a:lnTo>
                <a:lnTo>
                  <a:pt x="25" y="79"/>
                </a:lnTo>
                <a:lnTo>
                  <a:pt x="25" y="78"/>
                </a:lnTo>
                <a:lnTo>
                  <a:pt x="24" y="77"/>
                </a:lnTo>
                <a:lnTo>
                  <a:pt x="23" y="77"/>
                </a:lnTo>
                <a:lnTo>
                  <a:pt x="23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4"/>
                </a:lnTo>
                <a:lnTo>
                  <a:pt x="21" y="73"/>
                </a:lnTo>
                <a:lnTo>
                  <a:pt x="20" y="72"/>
                </a:lnTo>
                <a:lnTo>
                  <a:pt x="19" y="72"/>
                </a:lnTo>
                <a:lnTo>
                  <a:pt x="19" y="72"/>
                </a:lnTo>
                <a:lnTo>
                  <a:pt x="18" y="71"/>
                </a:lnTo>
                <a:lnTo>
                  <a:pt x="18" y="71"/>
                </a:lnTo>
                <a:lnTo>
                  <a:pt x="17" y="70"/>
                </a:lnTo>
                <a:lnTo>
                  <a:pt x="17" y="70"/>
                </a:lnTo>
                <a:lnTo>
                  <a:pt x="16" y="69"/>
                </a:lnTo>
                <a:lnTo>
                  <a:pt x="15" y="68"/>
                </a:lnTo>
                <a:lnTo>
                  <a:pt x="15" y="68"/>
                </a:lnTo>
                <a:lnTo>
                  <a:pt x="14" y="67"/>
                </a:lnTo>
                <a:lnTo>
                  <a:pt x="14" y="66"/>
                </a:lnTo>
                <a:lnTo>
                  <a:pt x="13" y="66"/>
                </a:lnTo>
                <a:lnTo>
                  <a:pt x="13" y="65"/>
                </a:lnTo>
                <a:lnTo>
                  <a:pt x="12" y="64"/>
                </a:lnTo>
                <a:lnTo>
                  <a:pt x="12" y="64"/>
                </a:lnTo>
                <a:lnTo>
                  <a:pt x="11" y="63"/>
                </a:lnTo>
                <a:lnTo>
                  <a:pt x="11" y="62"/>
                </a:lnTo>
                <a:lnTo>
                  <a:pt x="11" y="62"/>
                </a:lnTo>
                <a:lnTo>
                  <a:pt x="10" y="62"/>
                </a:lnTo>
                <a:lnTo>
                  <a:pt x="10" y="61"/>
                </a:lnTo>
                <a:lnTo>
                  <a:pt x="9" y="60"/>
                </a:lnTo>
                <a:lnTo>
                  <a:pt x="9" y="59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7" y="56"/>
                </a:lnTo>
                <a:lnTo>
                  <a:pt x="6" y="55"/>
                </a:lnTo>
                <a:lnTo>
                  <a:pt x="6" y="54"/>
                </a:lnTo>
                <a:lnTo>
                  <a:pt x="5" y="54"/>
                </a:lnTo>
                <a:lnTo>
                  <a:pt x="5" y="53"/>
                </a:lnTo>
                <a:lnTo>
                  <a:pt x="5" y="52"/>
                </a:lnTo>
                <a:lnTo>
                  <a:pt x="4" y="51"/>
                </a:lnTo>
                <a:lnTo>
                  <a:pt x="4" y="51"/>
                </a:lnTo>
                <a:lnTo>
                  <a:pt x="4" y="50"/>
                </a:lnTo>
                <a:lnTo>
                  <a:pt x="3" y="49"/>
                </a:lnTo>
                <a:lnTo>
                  <a:pt x="3" y="48"/>
                </a:lnTo>
                <a:lnTo>
                  <a:pt x="3" y="47"/>
                </a:lnTo>
                <a:lnTo>
                  <a:pt x="2" y="47"/>
                </a:lnTo>
                <a:lnTo>
                  <a:pt x="2" y="46"/>
                </a:lnTo>
                <a:lnTo>
                  <a:pt x="2" y="45"/>
                </a:lnTo>
                <a:lnTo>
                  <a:pt x="2" y="44"/>
                </a:lnTo>
                <a:lnTo>
                  <a:pt x="1" y="43"/>
                </a:lnTo>
                <a:lnTo>
                  <a:pt x="1" y="42"/>
                </a:lnTo>
                <a:lnTo>
                  <a:pt x="1" y="42"/>
                </a:lnTo>
                <a:lnTo>
                  <a:pt x="1" y="41"/>
                </a:lnTo>
                <a:lnTo>
                  <a:pt x="1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6"/>
                </a:lnTo>
                <a:lnTo>
                  <a:pt x="0" y="35"/>
                </a:lnTo>
                <a:lnTo>
                  <a:pt x="0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1" y="26"/>
                </a:lnTo>
                <a:lnTo>
                  <a:pt x="1" y="26"/>
                </a:lnTo>
                <a:lnTo>
                  <a:pt x="1" y="25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2" y="22"/>
                </a:lnTo>
                <a:lnTo>
                  <a:pt x="2" y="21"/>
                </a:lnTo>
                <a:lnTo>
                  <a:pt x="2" y="21"/>
                </a:lnTo>
                <a:lnTo>
                  <a:pt x="2" y="20"/>
                </a:lnTo>
                <a:lnTo>
                  <a:pt x="2" y="20"/>
                </a:lnTo>
                <a:lnTo>
                  <a:pt x="3" y="19"/>
                </a:lnTo>
                <a:lnTo>
                  <a:pt x="3" y="19"/>
                </a:lnTo>
                <a:lnTo>
                  <a:pt x="3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4" y="16"/>
                </a:lnTo>
                <a:lnTo>
                  <a:pt x="4" y="16"/>
                </a:lnTo>
                <a:lnTo>
                  <a:pt x="4" y="16"/>
                </a:lnTo>
                <a:lnTo>
                  <a:pt x="5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6" y="13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2"/>
                </a:lnTo>
                <a:lnTo>
                  <a:pt x="8" y="12"/>
                </a:lnTo>
                <a:lnTo>
                  <a:pt x="8" y="11"/>
                </a:lnTo>
                <a:lnTo>
                  <a:pt x="8" y="11"/>
                </a:lnTo>
                <a:lnTo>
                  <a:pt x="9" y="10"/>
                </a:lnTo>
                <a:lnTo>
                  <a:pt x="9" y="10"/>
                </a:lnTo>
                <a:lnTo>
                  <a:pt x="9" y="10"/>
                </a:lnTo>
                <a:lnTo>
                  <a:pt x="10" y="9"/>
                </a:lnTo>
                <a:lnTo>
                  <a:pt x="10" y="9"/>
                </a:lnTo>
                <a:lnTo>
                  <a:pt x="11" y="8"/>
                </a:lnTo>
                <a:lnTo>
                  <a:pt x="11" y="8"/>
                </a:lnTo>
                <a:lnTo>
                  <a:pt x="11" y="8"/>
                </a:lnTo>
                <a:lnTo>
                  <a:pt x="12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5"/>
                </a:lnTo>
                <a:lnTo>
                  <a:pt x="15" y="4"/>
                </a:lnTo>
                <a:lnTo>
                  <a:pt x="16" y="4"/>
                </a:lnTo>
                <a:lnTo>
                  <a:pt x="17" y="3"/>
                </a:lnTo>
                <a:lnTo>
                  <a:pt x="18" y="3"/>
                </a:lnTo>
                <a:lnTo>
                  <a:pt x="19" y="2"/>
                </a:lnTo>
                <a:lnTo>
                  <a:pt x="20" y="2"/>
                </a:lnTo>
                <a:lnTo>
                  <a:pt x="21" y="2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5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2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2" name="Freeform 13">
            <a:extLst>
              <a:ext uri="{FF2B5EF4-FFF2-40B4-BE49-F238E27FC236}">
                <a16:creationId xmlns:a16="http://schemas.microsoft.com/office/drawing/2014/main" id="{81298EC2-14DF-7546-828D-5584E81F17F4}"/>
              </a:ext>
            </a:extLst>
          </p:cNvPr>
          <p:cNvSpPr>
            <a:spLocks/>
          </p:cNvSpPr>
          <p:nvPr/>
        </p:nvSpPr>
        <p:spPr bwMode="auto">
          <a:xfrm>
            <a:off x="10755165" y="4700452"/>
            <a:ext cx="131020" cy="75641"/>
          </a:xfrm>
          <a:custGeom>
            <a:avLst/>
            <a:gdLst>
              <a:gd name="T0" fmla="*/ 30 w 194"/>
              <a:gd name="T1" fmla="*/ 1 h 112"/>
              <a:gd name="T2" fmla="*/ 34 w 194"/>
              <a:gd name="T3" fmla="*/ 3 h 112"/>
              <a:gd name="T4" fmla="*/ 38 w 194"/>
              <a:gd name="T5" fmla="*/ 5 h 112"/>
              <a:gd name="T6" fmla="*/ 42 w 194"/>
              <a:gd name="T7" fmla="*/ 7 h 112"/>
              <a:gd name="T8" fmla="*/ 48 w 194"/>
              <a:gd name="T9" fmla="*/ 11 h 112"/>
              <a:gd name="T10" fmla="*/ 53 w 194"/>
              <a:gd name="T11" fmla="*/ 15 h 112"/>
              <a:gd name="T12" fmla="*/ 59 w 194"/>
              <a:gd name="T13" fmla="*/ 19 h 112"/>
              <a:gd name="T14" fmla="*/ 64 w 194"/>
              <a:gd name="T15" fmla="*/ 24 h 112"/>
              <a:gd name="T16" fmla="*/ 72 w 194"/>
              <a:gd name="T17" fmla="*/ 29 h 112"/>
              <a:gd name="T18" fmla="*/ 79 w 194"/>
              <a:gd name="T19" fmla="*/ 34 h 112"/>
              <a:gd name="T20" fmla="*/ 87 w 194"/>
              <a:gd name="T21" fmla="*/ 37 h 112"/>
              <a:gd name="T22" fmla="*/ 94 w 194"/>
              <a:gd name="T23" fmla="*/ 42 h 112"/>
              <a:gd name="T24" fmla="*/ 103 w 194"/>
              <a:gd name="T25" fmla="*/ 47 h 112"/>
              <a:gd name="T26" fmla="*/ 112 w 194"/>
              <a:gd name="T27" fmla="*/ 51 h 112"/>
              <a:gd name="T28" fmla="*/ 119 w 194"/>
              <a:gd name="T29" fmla="*/ 55 h 112"/>
              <a:gd name="T30" fmla="*/ 128 w 194"/>
              <a:gd name="T31" fmla="*/ 59 h 112"/>
              <a:gd name="T32" fmla="*/ 136 w 194"/>
              <a:gd name="T33" fmla="*/ 63 h 112"/>
              <a:gd name="T34" fmla="*/ 144 w 194"/>
              <a:gd name="T35" fmla="*/ 65 h 112"/>
              <a:gd name="T36" fmla="*/ 151 w 194"/>
              <a:gd name="T37" fmla="*/ 67 h 112"/>
              <a:gd name="T38" fmla="*/ 158 w 194"/>
              <a:gd name="T39" fmla="*/ 69 h 112"/>
              <a:gd name="T40" fmla="*/ 164 w 194"/>
              <a:gd name="T41" fmla="*/ 73 h 112"/>
              <a:gd name="T42" fmla="*/ 167 w 194"/>
              <a:gd name="T43" fmla="*/ 75 h 112"/>
              <a:gd name="T44" fmla="*/ 171 w 194"/>
              <a:gd name="T45" fmla="*/ 76 h 112"/>
              <a:gd name="T46" fmla="*/ 175 w 194"/>
              <a:gd name="T47" fmla="*/ 78 h 112"/>
              <a:gd name="T48" fmla="*/ 178 w 194"/>
              <a:gd name="T49" fmla="*/ 80 h 112"/>
              <a:gd name="T50" fmla="*/ 182 w 194"/>
              <a:gd name="T51" fmla="*/ 82 h 112"/>
              <a:gd name="T52" fmla="*/ 183 w 194"/>
              <a:gd name="T53" fmla="*/ 104 h 112"/>
              <a:gd name="T54" fmla="*/ 178 w 194"/>
              <a:gd name="T55" fmla="*/ 104 h 112"/>
              <a:gd name="T56" fmla="*/ 176 w 194"/>
              <a:gd name="T57" fmla="*/ 103 h 112"/>
              <a:gd name="T58" fmla="*/ 173 w 194"/>
              <a:gd name="T59" fmla="*/ 102 h 112"/>
              <a:gd name="T60" fmla="*/ 161 w 194"/>
              <a:gd name="T61" fmla="*/ 106 h 112"/>
              <a:gd name="T62" fmla="*/ 153 w 194"/>
              <a:gd name="T63" fmla="*/ 111 h 112"/>
              <a:gd name="T64" fmla="*/ 145 w 194"/>
              <a:gd name="T65" fmla="*/ 110 h 112"/>
              <a:gd name="T66" fmla="*/ 136 w 194"/>
              <a:gd name="T67" fmla="*/ 107 h 112"/>
              <a:gd name="T68" fmla="*/ 127 w 194"/>
              <a:gd name="T69" fmla="*/ 104 h 112"/>
              <a:gd name="T70" fmla="*/ 118 w 194"/>
              <a:gd name="T71" fmla="*/ 101 h 112"/>
              <a:gd name="T72" fmla="*/ 104 w 194"/>
              <a:gd name="T73" fmla="*/ 101 h 112"/>
              <a:gd name="T74" fmla="*/ 95 w 194"/>
              <a:gd name="T75" fmla="*/ 101 h 112"/>
              <a:gd name="T76" fmla="*/ 86 w 194"/>
              <a:gd name="T77" fmla="*/ 101 h 112"/>
              <a:gd name="T78" fmla="*/ 76 w 194"/>
              <a:gd name="T79" fmla="*/ 100 h 112"/>
              <a:gd name="T80" fmla="*/ 66 w 194"/>
              <a:gd name="T81" fmla="*/ 98 h 112"/>
              <a:gd name="T82" fmla="*/ 60 w 194"/>
              <a:gd name="T83" fmla="*/ 96 h 112"/>
              <a:gd name="T84" fmla="*/ 54 w 194"/>
              <a:gd name="T85" fmla="*/ 95 h 112"/>
              <a:gd name="T86" fmla="*/ 49 w 194"/>
              <a:gd name="T87" fmla="*/ 94 h 112"/>
              <a:gd name="T88" fmla="*/ 45 w 194"/>
              <a:gd name="T89" fmla="*/ 92 h 112"/>
              <a:gd name="T90" fmla="*/ 40 w 194"/>
              <a:gd name="T91" fmla="*/ 89 h 112"/>
              <a:gd name="T92" fmla="*/ 35 w 194"/>
              <a:gd name="T93" fmla="*/ 87 h 112"/>
              <a:gd name="T94" fmla="*/ 31 w 194"/>
              <a:gd name="T95" fmla="*/ 84 h 112"/>
              <a:gd name="T96" fmla="*/ 26 w 194"/>
              <a:gd name="T97" fmla="*/ 79 h 112"/>
              <a:gd name="T98" fmla="*/ 21 w 194"/>
              <a:gd name="T99" fmla="*/ 73 h 112"/>
              <a:gd name="T100" fmla="*/ 17 w 194"/>
              <a:gd name="T101" fmla="*/ 67 h 112"/>
              <a:gd name="T102" fmla="*/ 13 w 194"/>
              <a:gd name="T103" fmla="*/ 62 h 112"/>
              <a:gd name="T104" fmla="*/ 9 w 194"/>
              <a:gd name="T105" fmla="*/ 56 h 112"/>
              <a:gd name="T106" fmla="*/ 6 w 194"/>
              <a:gd name="T107" fmla="*/ 49 h 112"/>
              <a:gd name="T108" fmla="*/ 3 w 194"/>
              <a:gd name="T109" fmla="*/ 43 h 112"/>
              <a:gd name="T110" fmla="*/ 2 w 194"/>
              <a:gd name="T111" fmla="*/ 36 h 112"/>
              <a:gd name="T112" fmla="*/ 0 w 194"/>
              <a:gd name="T113" fmla="*/ 30 h 112"/>
              <a:gd name="T114" fmla="*/ 0 w 194"/>
              <a:gd name="T115" fmla="*/ 25 h 112"/>
              <a:gd name="T116" fmla="*/ 0 w 194"/>
              <a:gd name="T117" fmla="*/ 19 h 112"/>
              <a:gd name="T118" fmla="*/ 2 w 194"/>
              <a:gd name="T119" fmla="*/ 13 h 112"/>
              <a:gd name="T120" fmla="*/ 6 w 194"/>
              <a:gd name="T121" fmla="*/ 7 h 112"/>
              <a:gd name="T122" fmla="*/ 15 w 194"/>
              <a:gd name="T123" fmla="*/ 1 h 112"/>
              <a:gd name="T124" fmla="*/ 24 w 194"/>
              <a:gd name="T12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" h="112">
                <a:moveTo>
                  <a:pt x="25" y="0"/>
                </a:move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9" y="0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  <a:lnTo>
                  <a:pt x="33" y="2"/>
                </a:lnTo>
                <a:lnTo>
                  <a:pt x="34" y="2"/>
                </a:lnTo>
                <a:lnTo>
                  <a:pt x="34" y="3"/>
                </a:lnTo>
                <a:lnTo>
                  <a:pt x="35" y="3"/>
                </a:lnTo>
                <a:lnTo>
                  <a:pt x="35" y="3"/>
                </a:lnTo>
                <a:lnTo>
                  <a:pt x="36" y="3"/>
                </a:lnTo>
                <a:lnTo>
                  <a:pt x="36" y="4"/>
                </a:lnTo>
                <a:lnTo>
                  <a:pt x="37" y="4"/>
                </a:lnTo>
                <a:lnTo>
                  <a:pt x="38" y="4"/>
                </a:lnTo>
                <a:lnTo>
                  <a:pt x="38" y="4"/>
                </a:lnTo>
                <a:lnTo>
                  <a:pt x="38" y="5"/>
                </a:lnTo>
                <a:lnTo>
                  <a:pt x="39" y="5"/>
                </a:lnTo>
                <a:lnTo>
                  <a:pt x="39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1" y="6"/>
                </a:lnTo>
                <a:lnTo>
                  <a:pt x="42" y="7"/>
                </a:lnTo>
                <a:lnTo>
                  <a:pt x="42" y="7"/>
                </a:lnTo>
                <a:lnTo>
                  <a:pt x="43" y="7"/>
                </a:lnTo>
                <a:lnTo>
                  <a:pt x="43" y="7"/>
                </a:lnTo>
                <a:lnTo>
                  <a:pt x="44" y="7"/>
                </a:lnTo>
                <a:lnTo>
                  <a:pt x="44" y="8"/>
                </a:lnTo>
                <a:lnTo>
                  <a:pt x="45" y="8"/>
                </a:lnTo>
                <a:lnTo>
                  <a:pt x="46" y="9"/>
                </a:lnTo>
                <a:lnTo>
                  <a:pt x="47" y="10"/>
                </a:lnTo>
                <a:lnTo>
                  <a:pt x="48" y="11"/>
                </a:lnTo>
                <a:lnTo>
                  <a:pt x="49" y="11"/>
                </a:lnTo>
                <a:lnTo>
                  <a:pt x="49" y="12"/>
                </a:lnTo>
                <a:lnTo>
                  <a:pt x="50" y="12"/>
                </a:lnTo>
                <a:lnTo>
                  <a:pt x="51" y="13"/>
                </a:lnTo>
                <a:lnTo>
                  <a:pt x="51" y="13"/>
                </a:lnTo>
                <a:lnTo>
                  <a:pt x="52" y="14"/>
                </a:lnTo>
                <a:lnTo>
                  <a:pt x="52" y="14"/>
                </a:lnTo>
                <a:lnTo>
                  <a:pt x="53" y="15"/>
                </a:lnTo>
                <a:lnTo>
                  <a:pt x="54" y="15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7" y="18"/>
                </a:lnTo>
                <a:lnTo>
                  <a:pt x="57" y="18"/>
                </a:lnTo>
                <a:lnTo>
                  <a:pt x="58" y="19"/>
                </a:lnTo>
                <a:lnTo>
                  <a:pt x="59" y="19"/>
                </a:lnTo>
                <a:lnTo>
                  <a:pt x="60" y="20"/>
                </a:lnTo>
                <a:lnTo>
                  <a:pt x="60" y="21"/>
                </a:lnTo>
                <a:lnTo>
                  <a:pt x="60" y="21"/>
                </a:lnTo>
                <a:lnTo>
                  <a:pt x="61" y="22"/>
                </a:lnTo>
                <a:lnTo>
                  <a:pt x="62" y="22"/>
                </a:lnTo>
                <a:lnTo>
                  <a:pt x="63" y="23"/>
                </a:lnTo>
                <a:lnTo>
                  <a:pt x="64" y="24"/>
                </a:lnTo>
                <a:lnTo>
                  <a:pt x="64" y="24"/>
                </a:lnTo>
                <a:lnTo>
                  <a:pt x="65" y="25"/>
                </a:lnTo>
                <a:lnTo>
                  <a:pt x="66" y="25"/>
                </a:lnTo>
                <a:lnTo>
                  <a:pt x="67" y="26"/>
                </a:lnTo>
                <a:lnTo>
                  <a:pt x="68" y="27"/>
                </a:lnTo>
                <a:lnTo>
                  <a:pt x="69" y="27"/>
                </a:lnTo>
                <a:lnTo>
                  <a:pt x="70" y="28"/>
                </a:lnTo>
                <a:lnTo>
                  <a:pt x="71" y="28"/>
                </a:lnTo>
                <a:lnTo>
                  <a:pt x="72" y="29"/>
                </a:lnTo>
                <a:lnTo>
                  <a:pt x="73" y="30"/>
                </a:lnTo>
                <a:lnTo>
                  <a:pt x="73" y="30"/>
                </a:lnTo>
                <a:lnTo>
                  <a:pt x="74" y="31"/>
                </a:lnTo>
                <a:lnTo>
                  <a:pt x="75" y="31"/>
                </a:lnTo>
                <a:lnTo>
                  <a:pt x="76" y="32"/>
                </a:lnTo>
                <a:lnTo>
                  <a:pt x="77" y="33"/>
                </a:lnTo>
                <a:lnTo>
                  <a:pt x="78" y="33"/>
                </a:lnTo>
                <a:lnTo>
                  <a:pt x="79" y="34"/>
                </a:lnTo>
                <a:lnTo>
                  <a:pt x="80" y="35"/>
                </a:lnTo>
                <a:lnTo>
                  <a:pt x="81" y="35"/>
                </a:lnTo>
                <a:lnTo>
                  <a:pt x="81" y="35"/>
                </a:lnTo>
                <a:lnTo>
                  <a:pt x="82" y="36"/>
                </a:lnTo>
                <a:lnTo>
                  <a:pt x="83" y="36"/>
                </a:lnTo>
                <a:lnTo>
                  <a:pt x="84" y="36"/>
                </a:lnTo>
                <a:lnTo>
                  <a:pt x="85" y="37"/>
                </a:lnTo>
                <a:lnTo>
                  <a:pt x="87" y="37"/>
                </a:lnTo>
                <a:lnTo>
                  <a:pt x="88" y="38"/>
                </a:lnTo>
                <a:lnTo>
                  <a:pt x="89" y="38"/>
                </a:lnTo>
                <a:lnTo>
                  <a:pt x="89" y="39"/>
                </a:lnTo>
                <a:lnTo>
                  <a:pt x="90" y="40"/>
                </a:lnTo>
                <a:lnTo>
                  <a:pt x="91" y="40"/>
                </a:lnTo>
                <a:lnTo>
                  <a:pt x="92" y="41"/>
                </a:lnTo>
                <a:lnTo>
                  <a:pt x="93" y="41"/>
                </a:lnTo>
                <a:lnTo>
                  <a:pt x="94" y="42"/>
                </a:lnTo>
                <a:lnTo>
                  <a:pt x="95" y="43"/>
                </a:lnTo>
                <a:lnTo>
                  <a:pt x="96" y="43"/>
                </a:lnTo>
                <a:lnTo>
                  <a:pt x="97" y="44"/>
                </a:lnTo>
                <a:lnTo>
                  <a:pt x="98" y="44"/>
                </a:lnTo>
                <a:lnTo>
                  <a:pt x="99" y="45"/>
                </a:lnTo>
                <a:lnTo>
                  <a:pt x="101" y="46"/>
                </a:lnTo>
                <a:lnTo>
                  <a:pt x="102" y="46"/>
                </a:lnTo>
                <a:lnTo>
                  <a:pt x="103" y="47"/>
                </a:lnTo>
                <a:lnTo>
                  <a:pt x="104" y="47"/>
                </a:lnTo>
                <a:lnTo>
                  <a:pt x="105" y="48"/>
                </a:lnTo>
                <a:lnTo>
                  <a:pt x="106" y="48"/>
                </a:lnTo>
                <a:lnTo>
                  <a:pt x="107" y="49"/>
                </a:lnTo>
                <a:lnTo>
                  <a:pt x="108" y="50"/>
                </a:lnTo>
                <a:lnTo>
                  <a:pt x="109" y="50"/>
                </a:lnTo>
                <a:lnTo>
                  <a:pt x="111" y="51"/>
                </a:lnTo>
                <a:lnTo>
                  <a:pt x="112" y="51"/>
                </a:lnTo>
                <a:lnTo>
                  <a:pt x="113" y="52"/>
                </a:lnTo>
                <a:lnTo>
                  <a:pt x="114" y="52"/>
                </a:lnTo>
                <a:lnTo>
                  <a:pt x="114" y="52"/>
                </a:lnTo>
                <a:lnTo>
                  <a:pt x="115" y="53"/>
                </a:lnTo>
                <a:lnTo>
                  <a:pt x="116" y="53"/>
                </a:lnTo>
                <a:lnTo>
                  <a:pt x="117" y="54"/>
                </a:lnTo>
                <a:lnTo>
                  <a:pt x="118" y="55"/>
                </a:lnTo>
                <a:lnTo>
                  <a:pt x="119" y="55"/>
                </a:lnTo>
                <a:lnTo>
                  <a:pt x="120" y="56"/>
                </a:lnTo>
                <a:lnTo>
                  <a:pt x="121" y="56"/>
                </a:lnTo>
                <a:lnTo>
                  <a:pt x="122" y="57"/>
                </a:lnTo>
                <a:lnTo>
                  <a:pt x="123" y="57"/>
                </a:lnTo>
                <a:lnTo>
                  <a:pt x="124" y="58"/>
                </a:lnTo>
                <a:lnTo>
                  <a:pt x="125" y="58"/>
                </a:lnTo>
                <a:lnTo>
                  <a:pt x="126" y="59"/>
                </a:lnTo>
                <a:lnTo>
                  <a:pt x="128" y="59"/>
                </a:lnTo>
                <a:lnTo>
                  <a:pt x="129" y="59"/>
                </a:lnTo>
                <a:lnTo>
                  <a:pt x="130" y="60"/>
                </a:lnTo>
                <a:lnTo>
                  <a:pt x="131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2"/>
                </a:lnTo>
                <a:lnTo>
                  <a:pt x="135" y="62"/>
                </a:lnTo>
                <a:lnTo>
                  <a:pt x="136" y="63"/>
                </a:lnTo>
                <a:lnTo>
                  <a:pt x="137" y="63"/>
                </a:lnTo>
                <a:lnTo>
                  <a:pt x="139" y="63"/>
                </a:lnTo>
                <a:lnTo>
                  <a:pt x="140" y="64"/>
                </a:lnTo>
                <a:lnTo>
                  <a:pt x="141" y="64"/>
                </a:lnTo>
                <a:lnTo>
                  <a:pt x="142" y="65"/>
                </a:lnTo>
                <a:lnTo>
                  <a:pt x="142" y="65"/>
                </a:lnTo>
                <a:lnTo>
                  <a:pt x="143" y="65"/>
                </a:lnTo>
                <a:lnTo>
                  <a:pt x="144" y="65"/>
                </a:lnTo>
                <a:lnTo>
                  <a:pt x="145" y="65"/>
                </a:lnTo>
                <a:lnTo>
                  <a:pt x="146" y="65"/>
                </a:lnTo>
                <a:lnTo>
                  <a:pt x="147" y="66"/>
                </a:lnTo>
                <a:lnTo>
                  <a:pt x="147" y="66"/>
                </a:lnTo>
                <a:lnTo>
                  <a:pt x="148" y="66"/>
                </a:lnTo>
                <a:lnTo>
                  <a:pt x="149" y="67"/>
                </a:lnTo>
                <a:lnTo>
                  <a:pt x="150" y="67"/>
                </a:lnTo>
                <a:lnTo>
                  <a:pt x="151" y="67"/>
                </a:lnTo>
                <a:lnTo>
                  <a:pt x="152" y="68"/>
                </a:lnTo>
                <a:lnTo>
                  <a:pt x="153" y="68"/>
                </a:lnTo>
                <a:lnTo>
                  <a:pt x="153" y="68"/>
                </a:lnTo>
                <a:lnTo>
                  <a:pt x="154" y="68"/>
                </a:lnTo>
                <a:lnTo>
                  <a:pt x="155" y="68"/>
                </a:lnTo>
                <a:lnTo>
                  <a:pt x="156" y="69"/>
                </a:lnTo>
                <a:lnTo>
                  <a:pt x="157" y="69"/>
                </a:lnTo>
                <a:lnTo>
                  <a:pt x="158" y="69"/>
                </a:lnTo>
                <a:lnTo>
                  <a:pt x="159" y="70"/>
                </a:lnTo>
                <a:lnTo>
                  <a:pt x="160" y="70"/>
                </a:lnTo>
                <a:lnTo>
                  <a:pt x="161" y="70"/>
                </a:lnTo>
                <a:lnTo>
                  <a:pt x="162" y="70"/>
                </a:lnTo>
                <a:lnTo>
                  <a:pt x="162" y="70"/>
                </a:lnTo>
                <a:lnTo>
                  <a:pt x="162" y="71"/>
                </a:lnTo>
                <a:lnTo>
                  <a:pt x="163" y="72"/>
                </a:lnTo>
                <a:lnTo>
                  <a:pt x="164" y="73"/>
                </a:lnTo>
                <a:lnTo>
                  <a:pt x="164" y="73"/>
                </a:lnTo>
                <a:lnTo>
                  <a:pt x="164" y="74"/>
                </a:lnTo>
                <a:lnTo>
                  <a:pt x="164" y="74"/>
                </a:lnTo>
                <a:lnTo>
                  <a:pt x="165" y="74"/>
                </a:lnTo>
                <a:lnTo>
                  <a:pt x="165" y="74"/>
                </a:lnTo>
                <a:lnTo>
                  <a:pt x="166" y="74"/>
                </a:lnTo>
                <a:lnTo>
                  <a:pt x="167" y="74"/>
                </a:lnTo>
                <a:lnTo>
                  <a:pt x="167" y="75"/>
                </a:lnTo>
                <a:lnTo>
                  <a:pt x="168" y="75"/>
                </a:lnTo>
                <a:lnTo>
                  <a:pt x="168" y="75"/>
                </a:lnTo>
                <a:lnTo>
                  <a:pt x="169" y="75"/>
                </a:lnTo>
                <a:lnTo>
                  <a:pt x="169" y="75"/>
                </a:lnTo>
                <a:lnTo>
                  <a:pt x="170" y="75"/>
                </a:lnTo>
                <a:lnTo>
                  <a:pt x="170" y="76"/>
                </a:lnTo>
                <a:lnTo>
                  <a:pt x="171" y="76"/>
                </a:lnTo>
                <a:lnTo>
                  <a:pt x="171" y="76"/>
                </a:lnTo>
                <a:lnTo>
                  <a:pt x="172" y="76"/>
                </a:lnTo>
                <a:lnTo>
                  <a:pt x="172" y="77"/>
                </a:lnTo>
                <a:lnTo>
                  <a:pt x="173" y="77"/>
                </a:lnTo>
                <a:lnTo>
                  <a:pt x="173" y="77"/>
                </a:lnTo>
                <a:lnTo>
                  <a:pt x="174" y="77"/>
                </a:lnTo>
                <a:lnTo>
                  <a:pt x="174" y="77"/>
                </a:lnTo>
                <a:lnTo>
                  <a:pt x="175" y="78"/>
                </a:lnTo>
                <a:lnTo>
                  <a:pt x="175" y="78"/>
                </a:lnTo>
                <a:lnTo>
                  <a:pt x="176" y="78"/>
                </a:lnTo>
                <a:lnTo>
                  <a:pt x="176" y="78"/>
                </a:lnTo>
                <a:lnTo>
                  <a:pt x="176" y="79"/>
                </a:lnTo>
                <a:lnTo>
                  <a:pt x="176" y="79"/>
                </a:lnTo>
                <a:lnTo>
                  <a:pt x="177" y="79"/>
                </a:lnTo>
                <a:lnTo>
                  <a:pt x="177" y="79"/>
                </a:lnTo>
                <a:lnTo>
                  <a:pt x="178" y="80"/>
                </a:lnTo>
                <a:lnTo>
                  <a:pt x="178" y="80"/>
                </a:lnTo>
                <a:lnTo>
                  <a:pt x="179" y="80"/>
                </a:lnTo>
                <a:lnTo>
                  <a:pt x="179" y="81"/>
                </a:lnTo>
                <a:lnTo>
                  <a:pt x="180" y="81"/>
                </a:lnTo>
                <a:lnTo>
                  <a:pt x="180" y="81"/>
                </a:lnTo>
                <a:lnTo>
                  <a:pt x="181" y="81"/>
                </a:lnTo>
                <a:lnTo>
                  <a:pt x="181" y="82"/>
                </a:lnTo>
                <a:lnTo>
                  <a:pt x="182" y="82"/>
                </a:lnTo>
                <a:lnTo>
                  <a:pt x="182" y="82"/>
                </a:lnTo>
                <a:lnTo>
                  <a:pt x="183" y="83"/>
                </a:lnTo>
                <a:lnTo>
                  <a:pt x="183" y="83"/>
                </a:lnTo>
                <a:lnTo>
                  <a:pt x="183" y="83"/>
                </a:lnTo>
                <a:lnTo>
                  <a:pt x="190" y="86"/>
                </a:lnTo>
                <a:lnTo>
                  <a:pt x="194" y="94"/>
                </a:lnTo>
                <a:lnTo>
                  <a:pt x="194" y="94"/>
                </a:lnTo>
                <a:lnTo>
                  <a:pt x="190" y="101"/>
                </a:lnTo>
                <a:lnTo>
                  <a:pt x="183" y="104"/>
                </a:lnTo>
                <a:lnTo>
                  <a:pt x="183" y="104"/>
                </a:lnTo>
                <a:lnTo>
                  <a:pt x="182" y="104"/>
                </a:lnTo>
                <a:lnTo>
                  <a:pt x="181" y="104"/>
                </a:lnTo>
                <a:lnTo>
                  <a:pt x="181" y="104"/>
                </a:lnTo>
                <a:lnTo>
                  <a:pt x="180" y="104"/>
                </a:lnTo>
                <a:lnTo>
                  <a:pt x="179" y="104"/>
                </a:lnTo>
                <a:lnTo>
                  <a:pt x="179" y="104"/>
                </a:lnTo>
                <a:lnTo>
                  <a:pt x="178" y="104"/>
                </a:lnTo>
                <a:lnTo>
                  <a:pt x="178" y="104"/>
                </a:lnTo>
                <a:lnTo>
                  <a:pt x="177" y="104"/>
                </a:lnTo>
                <a:lnTo>
                  <a:pt x="177" y="104"/>
                </a:lnTo>
                <a:lnTo>
                  <a:pt x="177" y="104"/>
                </a:lnTo>
                <a:lnTo>
                  <a:pt x="176" y="104"/>
                </a:lnTo>
                <a:lnTo>
                  <a:pt x="176" y="104"/>
                </a:lnTo>
                <a:lnTo>
                  <a:pt x="176" y="103"/>
                </a:lnTo>
                <a:lnTo>
                  <a:pt x="176" y="103"/>
                </a:lnTo>
                <a:lnTo>
                  <a:pt x="175" y="103"/>
                </a:lnTo>
                <a:lnTo>
                  <a:pt x="175" y="103"/>
                </a:lnTo>
                <a:lnTo>
                  <a:pt x="175" y="103"/>
                </a:lnTo>
                <a:lnTo>
                  <a:pt x="174" y="103"/>
                </a:lnTo>
                <a:lnTo>
                  <a:pt x="174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73" y="102"/>
                </a:lnTo>
                <a:lnTo>
                  <a:pt x="166" y="104"/>
                </a:lnTo>
                <a:lnTo>
                  <a:pt x="166" y="104"/>
                </a:lnTo>
                <a:lnTo>
                  <a:pt x="166" y="104"/>
                </a:lnTo>
                <a:lnTo>
                  <a:pt x="165" y="104"/>
                </a:lnTo>
                <a:lnTo>
                  <a:pt x="163" y="105"/>
                </a:lnTo>
                <a:lnTo>
                  <a:pt x="162" y="105"/>
                </a:lnTo>
                <a:lnTo>
                  <a:pt x="161" y="106"/>
                </a:lnTo>
                <a:lnTo>
                  <a:pt x="161" y="106"/>
                </a:lnTo>
                <a:lnTo>
                  <a:pt x="159" y="107"/>
                </a:lnTo>
                <a:lnTo>
                  <a:pt x="158" y="108"/>
                </a:lnTo>
                <a:lnTo>
                  <a:pt x="157" y="109"/>
                </a:lnTo>
                <a:lnTo>
                  <a:pt x="156" y="110"/>
                </a:lnTo>
                <a:lnTo>
                  <a:pt x="155" y="110"/>
                </a:lnTo>
                <a:lnTo>
                  <a:pt x="154" y="111"/>
                </a:lnTo>
                <a:lnTo>
                  <a:pt x="153" y="111"/>
                </a:lnTo>
                <a:lnTo>
                  <a:pt x="151" y="112"/>
                </a:lnTo>
                <a:lnTo>
                  <a:pt x="151" y="112"/>
                </a:lnTo>
                <a:lnTo>
                  <a:pt x="150" y="112"/>
                </a:lnTo>
                <a:lnTo>
                  <a:pt x="149" y="111"/>
                </a:lnTo>
                <a:lnTo>
                  <a:pt x="148" y="111"/>
                </a:lnTo>
                <a:lnTo>
                  <a:pt x="147" y="111"/>
                </a:lnTo>
                <a:lnTo>
                  <a:pt x="146" y="110"/>
                </a:lnTo>
                <a:lnTo>
                  <a:pt x="145" y="110"/>
                </a:lnTo>
                <a:lnTo>
                  <a:pt x="144" y="110"/>
                </a:lnTo>
                <a:lnTo>
                  <a:pt x="143" y="109"/>
                </a:lnTo>
                <a:lnTo>
                  <a:pt x="141" y="109"/>
                </a:lnTo>
                <a:lnTo>
                  <a:pt x="141" y="109"/>
                </a:lnTo>
                <a:lnTo>
                  <a:pt x="140" y="109"/>
                </a:lnTo>
                <a:lnTo>
                  <a:pt x="139" y="108"/>
                </a:lnTo>
                <a:lnTo>
                  <a:pt x="138" y="108"/>
                </a:lnTo>
                <a:lnTo>
                  <a:pt x="136" y="107"/>
                </a:lnTo>
                <a:lnTo>
                  <a:pt x="135" y="107"/>
                </a:lnTo>
                <a:lnTo>
                  <a:pt x="134" y="107"/>
                </a:lnTo>
                <a:lnTo>
                  <a:pt x="133" y="106"/>
                </a:lnTo>
                <a:lnTo>
                  <a:pt x="131" y="106"/>
                </a:lnTo>
                <a:lnTo>
                  <a:pt x="130" y="105"/>
                </a:lnTo>
                <a:lnTo>
                  <a:pt x="129" y="105"/>
                </a:lnTo>
                <a:lnTo>
                  <a:pt x="128" y="104"/>
                </a:lnTo>
                <a:lnTo>
                  <a:pt x="127" y="104"/>
                </a:lnTo>
                <a:lnTo>
                  <a:pt x="127" y="104"/>
                </a:lnTo>
                <a:lnTo>
                  <a:pt x="125" y="104"/>
                </a:lnTo>
                <a:lnTo>
                  <a:pt x="124" y="103"/>
                </a:lnTo>
                <a:lnTo>
                  <a:pt x="123" y="103"/>
                </a:lnTo>
                <a:lnTo>
                  <a:pt x="122" y="102"/>
                </a:lnTo>
                <a:lnTo>
                  <a:pt x="120" y="102"/>
                </a:lnTo>
                <a:lnTo>
                  <a:pt x="119" y="101"/>
                </a:lnTo>
                <a:lnTo>
                  <a:pt x="118" y="101"/>
                </a:lnTo>
                <a:lnTo>
                  <a:pt x="117" y="100"/>
                </a:lnTo>
                <a:lnTo>
                  <a:pt x="116" y="100"/>
                </a:lnTo>
                <a:lnTo>
                  <a:pt x="113" y="100"/>
                </a:lnTo>
                <a:lnTo>
                  <a:pt x="111" y="101"/>
                </a:lnTo>
                <a:lnTo>
                  <a:pt x="111" y="101"/>
                </a:lnTo>
                <a:lnTo>
                  <a:pt x="109" y="101"/>
                </a:lnTo>
                <a:lnTo>
                  <a:pt x="107" y="101"/>
                </a:lnTo>
                <a:lnTo>
                  <a:pt x="104" y="101"/>
                </a:lnTo>
                <a:lnTo>
                  <a:pt x="103" y="101"/>
                </a:lnTo>
                <a:lnTo>
                  <a:pt x="102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7" y="101"/>
                </a:lnTo>
                <a:lnTo>
                  <a:pt x="96" y="101"/>
                </a:lnTo>
                <a:lnTo>
                  <a:pt x="95" y="101"/>
                </a:lnTo>
                <a:lnTo>
                  <a:pt x="94" y="101"/>
                </a:lnTo>
                <a:lnTo>
                  <a:pt x="93" y="101"/>
                </a:lnTo>
                <a:lnTo>
                  <a:pt x="91" y="101"/>
                </a:lnTo>
                <a:lnTo>
                  <a:pt x="90" y="101"/>
                </a:lnTo>
                <a:lnTo>
                  <a:pt x="89" y="101"/>
                </a:lnTo>
                <a:lnTo>
                  <a:pt x="89" y="101"/>
                </a:lnTo>
                <a:lnTo>
                  <a:pt x="88" y="101"/>
                </a:lnTo>
                <a:lnTo>
                  <a:pt x="86" y="101"/>
                </a:lnTo>
                <a:lnTo>
                  <a:pt x="85" y="100"/>
                </a:lnTo>
                <a:lnTo>
                  <a:pt x="84" y="100"/>
                </a:lnTo>
                <a:lnTo>
                  <a:pt x="83" y="100"/>
                </a:lnTo>
                <a:lnTo>
                  <a:pt x="81" y="100"/>
                </a:lnTo>
                <a:lnTo>
                  <a:pt x="80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0"/>
                </a:lnTo>
                <a:lnTo>
                  <a:pt x="75" y="99"/>
                </a:lnTo>
                <a:lnTo>
                  <a:pt x="74" y="99"/>
                </a:lnTo>
                <a:lnTo>
                  <a:pt x="73" y="99"/>
                </a:lnTo>
                <a:lnTo>
                  <a:pt x="71" y="99"/>
                </a:lnTo>
                <a:lnTo>
                  <a:pt x="70" y="99"/>
                </a:lnTo>
                <a:lnTo>
                  <a:pt x="69" y="98"/>
                </a:lnTo>
                <a:lnTo>
                  <a:pt x="68" y="98"/>
                </a:lnTo>
                <a:lnTo>
                  <a:pt x="66" y="98"/>
                </a:lnTo>
                <a:lnTo>
                  <a:pt x="65" y="98"/>
                </a:lnTo>
                <a:lnTo>
                  <a:pt x="64" y="97"/>
                </a:lnTo>
                <a:lnTo>
                  <a:pt x="62" y="97"/>
                </a:lnTo>
                <a:lnTo>
                  <a:pt x="61" y="97"/>
                </a:lnTo>
                <a:lnTo>
                  <a:pt x="60" y="97"/>
                </a:lnTo>
                <a:lnTo>
                  <a:pt x="60" y="96"/>
                </a:lnTo>
                <a:lnTo>
                  <a:pt x="60" y="96"/>
                </a:lnTo>
                <a:lnTo>
                  <a:pt x="60" y="96"/>
                </a:lnTo>
                <a:lnTo>
                  <a:pt x="59" y="96"/>
                </a:lnTo>
                <a:lnTo>
                  <a:pt x="58" y="96"/>
                </a:lnTo>
                <a:lnTo>
                  <a:pt x="58" y="96"/>
                </a:lnTo>
                <a:lnTo>
                  <a:pt x="57" y="95"/>
                </a:lnTo>
                <a:lnTo>
                  <a:pt x="56" y="95"/>
                </a:lnTo>
                <a:lnTo>
                  <a:pt x="56" y="95"/>
                </a:lnTo>
                <a:lnTo>
                  <a:pt x="55" y="95"/>
                </a:lnTo>
                <a:lnTo>
                  <a:pt x="54" y="95"/>
                </a:lnTo>
                <a:lnTo>
                  <a:pt x="54" y="95"/>
                </a:lnTo>
                <a:lnTo>
                  <a:pt x="53" y="95"/>
                </a:lnTo>
                <a:lnTo>
                  <a:pt x="52" y="95"/>
                </a:lnTo>
                <a:lnTo>
                  <a:pt x="52" y="95"/>
                </a:lnTo>
                <a:lnTo>
                  <a:pt x="51" y="94"/>
                </a:lnTo>
                <a:lnTo>
                  <a:pt x="51" y="94"/>
                </a:lnTo>
                <a:lnTo>
                  <a:pt x="50" y="94"/>
                </a:lnTo>
                <a:lnTo>
                  <a:pt x="49" y="94"/>
                </a:lnTo>
                <a:lnTo>
                  <a:pt x="49" y="93"/>
                </a:lnTo>
                <a:lnTo>
                  <a:pt x="48" y="93"/>
                </a:lnTo>
                <a:lnTo>
                  <a:pt x="47" y="93"/>
                </a:lnTo>
                <a:lnTo>
                  <a:pt x="47" y="93"/>
                </a:lnTo>
                <a:lnTo>
                  <a:pt x="46" y="93"/>
                </a:lnTo>
                <a:lnTo>
                  <a:pt x="46" y="92"/>
                </a:lnTo>
                <a:lnTo>
                  <a:pt x="45" y="92"/>
                </a:lnTo>
                <a:lnTo>
                  <a:pt x="45" y="92"/>
                </a:lnTo>
                <a:lnTo>
                  <a:pt x="44" y="92"/>
                </a:lnTo>
                <a:lnTo>
                  <a:pt x="43" y="91"/>
                </a:lnTo>
                <a:lnTo>
                  <a:pt x="43" y="91"/>
                </a:lnTo>
                <a:lnTo>
                  <a:pt x="42" y="91"/>
                </a:lnTo>
                <a:lnTo>
                  <a:pt x="42" y="90"/>
                </a:lnTo>
                <a:lnTo>
                  <a:pt x="41" y="90"/>
                </a:lnTo>
                <a:lnTo>
                  <a:pt x="40" y="90"/>
                </a:lnTo>
                <a:lnTo>
                  <a:pt x="40" y="89"/>
                </a:lnTo>
                <a:lnTo>
                  <a:pt x="39" y="89"/>
                </a:lnTo>
                <a:lnTo>
                  <a:pt x="38" y="89"/>
                </a:lnTo>
                <a:lnTo>
                  <a:pt x="38" y="88"/>
                </a:lnTo>
                <a:lnTo>
                  <a:pt x="37" y="88"/>
                </a:lnTo>
                <a:lnTo>
                  <a:pt x="36" y="88"/>
                </a:lnTo>
                <a:lnTo>
                  <a:pt x="36" y="87"/>
                </a:lnTo>
                <a:lnTo>
                  <a:pt x="36" y="87"/>
                </a:lnTo>
                <a:lnTo>
                  <a:pt x="35" y="87"/>
                </a:lnTo>
                <a:lnTo>
                  <a:pt x="35" y="87"/>
                </a:lnTo>
                <a:lnTo>
                  <a:pt x="34" y="86"/>
                </a:lnTo>
                <a:lnTo>
                  <a:pt x="34" y="86"/>
                </a:lnTo>
                <a:lnTo>
                  <a:pt x="33" y="86"/>
                </a:lnTo>
                <a:lnTo>
                  <a:pt x="33" y="85"/>
                </a:lnTo>
                <a:lnTo>
                  <a:pt x="32" y="85"/>
                </a:lnTo>
                <a:lnTo>
                  <a:pt x="32" y="85"/>
                </a:lnTo>
                <a:lnTo>
                  <a:pt x="31" y="84"/>
                </a:lnTo>
                <a:lnTo>
                  <a:pt x="31" y="83"/>
                </a:lnTo>
                <a:lnTo>
                  <a:pt x="31" y="83"/>
                </a:lnTo>
                <a:lnTo>
                  <a:pt x="30" y="82"/>
                </a:lnTo>
                <a:lnTo>
                  <a:pt x="29" y="82"/>
                </a:lnTo>
                <a:lnTo>
                  <a:pt x="28" y="81"/>
                </a:lnTo>
                <a:lnTo>
                  <a:pt x="28" y="80"/>
                </a:lnTo>
                <a:lnTo>
                  <a:pt x="27" y="80"/>
                </a:lnTo>
                <a:lnTo>
                  <a:pt x="26" y="79"/>
                </a:lnTo>
                <a:lnTo>
                  <a:pt x="26" y="78"/>
                </a:lnTo>
                <a:lnTo>
                  <a:pt x="25" y="77"/>
                </a:lnTo>
                <a:lnTo>
                  <a:pt x="24" y="77"/>
                </a:lnTo>
                <a:lnTo>
                  <a:pt x="24" y="76"/>
                </a:lnTo>
                <a:lnTo>
                  <a:pt x="23" y="75"/>
                </a:lnTo>
                <a:lnTo>
                  <a:pt x="22" y="75"/>
                </a:lnTo>
                <a:lnTo>
                  <a:pt x="22" y="74"/>
                </a:lnTo>
                <a:lnTo>
                  <a:pt x="21" y="73"/>
                </a:lnTo>
                <a:lnTo>
                  <a:pt x="21" y="73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8" y="69"/>
                </a:lnTo>
                <a:lnTo>
                  <a:pt x="17" y="68"/>
                </a:lnTo>
                <a:lnTo>
                  <a:pt x="17" y="67"/>
                </a:lnTo>
                <a:lnTo>
                  <a:pt x="16" y="66"/>
                </a:lnTo>
                <a:lnTo>
                  <a:pt x="16" y="66"/>
                </a:lnTo>
                <a:lnTo>
                  <a:pt x="15" y="65"/>
                </a:lnTo>
                <a:lnTo>
                  <a:pt x="15" y="65"/>
                </a:lnTo>
                <a:lnTo>
                  <a:pt x="14" y="64"/>
                </a:lnTo>
                <a:lnTo>
                  <a:pt x="14" y="64"/>
                </a:lnTo>
                <a:lnTo>
                  <a:pt x="13" y="63"/>
                </a:lnTo>
                <a:lnTo>
                  <a:pt x="13" y="62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0" y="58"/>
                </a:lnTo>
                <a:lnTo>
                  <a:pt x="10" y="57"/>
                </a:lnTo>
                <a:lnTo>
                  <a:pt x="9" y="56"/>
                </a:lnTo>
                <a:lnTo>
                  <a:pt x="9" y="56"/>
                </a:lnTo>
                <a:lnTo>
                  <a:pt x="8" y="55"/>
                </a:lnTo>
                <a:lnTo>
                  <a:pt x="8" y="54"/>
                </a:lnTo>
                <a:lnTo>
                  <a:pt x="8" y="53"/>
                </a:lnTo>
                <a:lnTo>
                  <a:pt x="7" y="52"/>
                </a:lnTo>
                <a:lnTo>
                  <a:pt x="7" y="52"/>
                </a:lnTo>
                <a:lnTo>
                  <a:pt x="6" y="51"/>
                </a:lnTo>
                <a:lnTo>
                  <a:pt x="6" y="50"/>
                </a:lnTo>
                <a:lnTo>
                  <a:pt x="6" y="49"/>
                </a:lnTo>
                <a:lnTo>
                  <a:pt x="5" y="48"/>
                </a:lnTo>
                <a:lnTo>
                  <a:pt x="5" y="48"/>
                </a:lnTo>
                <a:lnTo>
                  <a:pt x="4" y="47"/>
                </a:lnTo>
                <a:lnTo>
                  <a:pt x="4" y="46"/>
                </a:lnTo>
                <a:lnTo>
                  <a:pt x="4" y="45"/>
                </a:lnTo>
                <a:lnTo>
                  <a:pt x="3" y="44"/>
                </a:lnTo>
                <a:lnTo>
                  <a:pt x="3" y="44"/>
                </a:lnTo>
                <a:lnTo>
                  <a:pt x="3" y="43"/>
                </a:lnTo>
                <a:lnTo>
                  <a:pt x="2" y="42"/>
                </a:lnTo>
                <a:lnTo>
                  <a:pt x="2" y="41"/>
                </a:lnTo>
                <a:lnTo>
                  <a:pt x="2" y="40"/>
                </a:lnTo>
                <a:lnTo>
                  <a:pt x="2" y="40"/>
                </a:lnTo>
                <a:lnTo>
                  <a:pt x="2" y="39"/>
                </a:lnTo>
                <a:lnTo>
                  <a:pt x="2" y="38"/>
                </a:lnTo>
                <a:lnTo>
                  <a:pt x="2" y="37"/>
                </a:lnTo>
                <a:lnTo>
                  <a:pt x="2" y="36"/>
                </a:lnTo>
                <a:lnTo>
                  <a:pt x="1" y="36"/>
                </a:lnTo>
                <a:lnTo>
                  <a:pt x="1" y="36"/>
                </a:lnTo>
                <a:lnTo>
                  <a:pt x="1" y="35"/>
                </a:lnTo>
                <a:lnTo>
                  <a:pt x="1" y="34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9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0" y="23"/>
                </a:lnTo>
                <a:lnTo>
                  <a:pt x="0" y="23"/>
                </a:lnTo>
                <a:lnTo>
                  <a:pt x="0" y="22"/>
                </a:lnTo>
                <a:lnTo>
                  <a:pt x="0" y="22"/>
                </a:lnTo>
                <a:lnTo>
                  <a:pt x="0" y="21"/>
                </a:lnTo>
                <a:lnTo>
                  <a:pt x="0" y="20"/>
                </a:lnTo>
                <a:lnTo>
                  <a:pt x="0" y="19"/>
                </a:lnTo>
                <a:lnTo>
                  <a:pt x="0" y="19"/>
                </a:lnTo>
                <a:lnTo>
                  <a:pt x="0" y="18"/>
                </a:lnTo>
                <a:lnTo>
                  <a:pt x="1" y="17"/>
                </a:lnTo>
                <a:lnTo>
                  <a:pt x="1" y="16"/>
                </a:lnTo>
                <a:lnTo>
                  <a:pt x="1" y="16"/>
                </a:lnTo>
                <a:lnTo>
                  <a:pt x="1" y="15"/>
                </a:lnTo>
                <a:lnTo>
                  <a:pt x="2" y="14"/>
                </a:lnTo>
                <a:lnTo>
                  <a:pt x="2" y="13"/>
                </a:lnTo>
                <a:lnTo>
                  <a:pt x="2" y="12"/>
                </a:lnTo>
                <a:lnTo>
                  <a:pt x="2" y="11"/>
                </a:lnTo>
                <a:lnTo>
                  <a:pt x="3" y="10"/>
                </a:lnTo>
                <a:lnTo>
                  <a:pt x="3" y="9"/>
                </a:lnTo>
                <a:lnTo>
                  <a:pt x="4" y="8"/>
                </a:lnTo>
                <a:lnTo>
                  <a:pt x="5" y="7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8" y="5"/>
                </a:lnTo>
                <a:lnTo>
                  <a:pt x="9" y="4"/>
                </a:lnTo>
                <a:lnTo>
                  <a:pt x="10" y="4"/>
                </a:lnTo>
                <a:lnTo>
                  <a:pt x="11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3" name="Freeform 14">
            <a:extLst>
              <a:ext uri="{FF2B5EF4-FFF2-40B4-BE49-F238E27FC236}">
                <a16:creationId xmlns:a16="http://schemas.microsoft.com/office/drawing/2014/main" id="{CD7F1413-55C0-9932-B00C-DC7506BFA799}"/>
              </a:ext>
            </a:extLst>
          </p:cNvPr>
          <p:cNvSpPr>
            <a:spLocks/>
          </p:cNvSpPr>
          <p:nvPr/>
        </p:nvSpPr>
        <p:spPr bwMode="auto">
          <a:xfrm>
            <a:off x="10510684" y="4815263"/>
            <a:ext cx="121565" cy="88473"/>
          </a:xfrm>
          <a:custGeom>
            <a:avLst/>
            <a:gdLst>
              <a:gd name="T0" fmla="*/ 161 w 180"/>
              <a:gd name="T1" fmla="*/ 25 h 131"/>
              <a:gd name="T2" fmla="*/ 158 w 180"/>
              <a:gd name="T3" fmla="*/ 27 h 131"/>
              <a:gd name="T4" fmla="*/ 155 w 180"/>
              <a:gd name="T5" fmla="*/ 30 h 131"/>
              <a:gd name="T6" fmla="*/ 153 w 180"/>
              <a:gd name="T7" fmla="*/ 34 h 131"/>
              <a:gd name="T8" fmla="*/ 152 w 180"/>
              <a:gd name="T9" fmla="*/ 39 h 131"/>
              <a:gd name="T10" fmla="*/ 150 w 180"/>
              <a:gd name="T11" fmla="*/ 43 h 131"/>
              <a:gd name="T12" fmla="*/ 143 w 180"/>
              <a:gd name="T13" fmla="*/ 50 h 131"/>
              <a:gd name="T14" fmla="*/ 133 w 180"/>
              <a:gd name="T15" fmla="*/ 59 h 131"/>
              <a:gd name="T16" fmla="*/ 116 w 180"/>
              <a:gd name="T17" fmla="*/ 75 h 131"/>
              <a:gd name="T18" fmla="*/ 102 w 180"/>
              <a:gd name="T19" fmla="*/ 91 h 131"/>
              <a:gd name="T20" fmla="*/ 91 w 180"/>
              <a:gd name="T21" fmla="*/ 101 h 131"/>
              <a:gd name="T22" fmla="*/ 81 w 180"/>
              <a:gd name="T23" fmla="*/ 108 h 131"/>
              <a:gd name="T24" fmla="*/ 76 w 180"/>
              <a:gd name="T25" fmla="*/ 113 h 131"/>
              <a:gd name="T26" fmla="*/ 71 w 180"/>
              <a:gd name="T27" fmla="*/ 117 h 131"/>
              <a:gd name="T28" fmla="*/ 65 w 180"/>
              <a:gd name="T29" fmla="*/ 121 h 131"/>
              <a:gd name="T30" fmla="*/ 59 w 180"/>
              <a:gd name="T31" fmla="*/ 124 h 131"/>
              <a:gd name="T32" fmla="*/ 54 w 180"/>
              <a:gd name="T33" fmla="*/ 127 h 131"/>
              <a:gd name="T34" fmla="*/ 47 w 180"/>
              <a:gd name="T35" fmla="*/ 129 h 131"/>
              <a:gd name="T36" fmla="*/ 40 w 180"/>
              <a:gd name="T37" fmla="*/ 131 h 131"/>
              <a:gd name="T38" fmla="*/ 35 w 180"/>
              <a:gd name="T39" fmla="*/ 131 h 131"/>
              <a:gd name="T40" fmla="*/ 30 w 180"/>
              <a:gd name="T41" fmla="*/ 131 h 131"/>
              <a:gd name="T42" fmla="*/ 26 w 180"/>
              <a:gd name="T43" fmla="*/ 130 h 131"/>
              <a:gd name="T44" fmla="*/ 21 w 180"/>
              <a:gd name="T45" fmla="*/ 128 h 131"/>
              <a:gd name="T46" fmla="*/ 17 w 180"/>
              <a:gd name="T47" fmla="*/ 126 h 131"/>
              <a:gd name="T48" fmla="*/ 14 w 180"/>
              <a:gd name="T49" fmla="*/ 123 h 131"/>
              <a:gd name="T50" fmla="*/ 11 w 180"/>
              <a:gd name="T51" fmla="*/ 120 h 131"/>
              <a:gd name="T52" fmla="*/ 8 w 180"/>
              <a:gd name="T53" fmla="*/ 117 h 131"/>
              <a:gd name="T54" fmla="*/ 6 w 180"/>
              <a:gd name="T55" fmla="*/ 113 h 131"/>
              <a:gd name="T56" fmla="*/ 3 w 180"/>
              <a:gd name="T57" fmla="*/ 109 h 131"/>
              <a:gd name="T58" fmla="*/ 2 w 180"/>
              <a:gd name="T59" fmla="*/ 104 h 131"/>
              <a:gd name="T60" fmla="*/ 1 w 180"/>
              <a:gd name="T61" fmla="*/ 101 h 131"/>
              <a:gd name="T62" fmla="*/ 0 w 180"/>
              <a:gd name="T63" fmla="*/ 96 h 131"/>
              <a:gd name="T64" fmla="*/ 0 w 180"/>
              <a:gd name="T65" fmla="*/ 91 h 131"/>
              <a:gd name="T66" fmla="*/ 1 w 180"/>
              <a:gd name="T67" fmla="*/ 87 h 131"/>
              <a:gd name="T68" fmla="*/ 2 w 180"/>
              <a:gd name="T69" fmla="*/ 83 h 131"/>
              <a:gd name="T70" fmla="*/ 4 w 180"/>
              <a:gd name="T71" fmla="*/ 77 h 131"/>
              <a:gd name="T72" fmla="*/ 8 w 180"/>
              <a:gd name="T73" fmla="*/ 72 h 131"/>
              <a:gd name="T74" fmla="*/ 12 w 180"/>
              <a:gd name="T75" fmla="*/ 66 h 131"/>
              <a:gd name="T76" fmla="*/ 17 w 180"/>
              <a:gd name="T77" fmla="*/ 60 h 131"/>
              <a:gd name="T78" fmla="*/ 22 w 180"/>
              <a:gd name="T79" fmla="*/ 55 h 131"/>
              <a:gd name="T80" fmla="*/ 28 w 180"/>
              <a:gd name="T81" fmla="*/ 50 h 131"/>
              <a:gd name="T82" fmla="*/ 34 w 180"/>
              <a:gd name="T83" fmla="*/ 45 h 131"/>
              <a:gd name="T84" fmla="*/ 41 w 180"/>
              <a:gd name="T85" fmla="*/ 41 h 131"/>
              <a:gd name="T86" fmla="*/ 47 w 180"/>
              <a:gd name="T87" fmla="*/ 37 h 131"/>
              <a:gd name="T88" fmla="*/ 54 w 180"/>
              <a:gd name="T89" fmla="*/ 33 h 131"/>
              <a:gd name="T90" fmla="*/ 60 w 180"/>
              <a:gd name="T91" fmla="*/ 29 h 131"/>
              <a:gd name="T92" fmla="*/ 75 w 180"/>
              <a:gd name="T93" fmla="*/ 21 h 131"/>
              <a:gd name="T94" fmla="*/ 89 w 180"/>
              <a:gd name="T95" fmla="*/ 15 h 131"/>
              <a:gd name="T96" fmla="*/ 101 w 180"/>
              <a:gd name="T97" fmla="*/ 12 h 131"/>
              <a:gd name="T98" fmla="*/ 116 w 180"/>
              <a:gd name="T99" fmla="*/ 9 h 131"/>
              <a:gd name="T100" fmla="*/ 129 w 180"/>
              <a:gd name="T101" fmla="*/ 6 h 131"/>
              <a:gd name="T102" fmla="*/ 141 w 180"/>
              <a:gd name="T103" fmla="*/ 3 h 131"/>
              <a:gd name="T104" fmla="*/ 151 w 180"/>
              <a:gd name="T105" fmla="*/ 2 h 131"/>
              <a:gd name="T106" fmla="*/ 158 w 180"/>
              <a:gd name="T107" fmla="*/ 1 h 131"/>
              <a:gd name="T108" fmla="*/ 162 w 180"/>
              <a:gd name="T109" fmla="*/ 0 h 131"/>
              <a:gd name="T110" fmla="*/ 165 w 180"/>
              <a:gd name="T111" fmla="*/ 0 h 131"/>
              <a:gd name="T112" fmla="*/ 169 w 180"/>
              <a:gd name="T113" fmla="*/ 0 h 131"/>
              <a:gd name="T114" fmla="*/ 175 w 180"/>
              <a:gd name="T115" fmla="*/ 2 h 131"/>
              <a:gd name="T116" fmla="*/ 177 w 180"/>
              <a:gd name="T117" fmla="*/ 19 h 131"/>
              <a:gd name="T118" fmla="*/ 163 w 180"/>
              <a:gd name="T119" fmla="*/ 23 h 131"/>
              <a:gd name="T120" fmla="*/ 163 w 180"/>
              <a:gd name="T121" fmla="*/ 24 h 131"/>
              <a:gd name="T122" fmla="*/ 162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62" y="24"/>
                </a:move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1" y="25"/>
                </a:lnTo>
                <a:lnTo>
                  <a:pt x="161" y="25"/>
                </a:lnTo>
                <a:lnTo>
                  <a:pt x="161" y="25"/>
                </a:lnTo>
                <a:lnTo>
                  <a:pt x="160" y="25"/>
                </a:lnTo>
                <a:lnTo>
                  <a:pt x="160" y="25"/>
                </a:lnTo>
                <a:lnTo>
                  <a:pt x="160" y="26"/>
                </a:lnTo>
                <a:lnTo>
                  <a:pt x="160" y="26"/>
                </a:lnTo>
                <a:lnTo>
                  <a:pt x="159" y="26"/>
                </a:lnTo>
                <a:lnTo>
                  <a:pt x="159" y="26"/>
                </a:lnTo>
                <a:lnTo>
                  <a:pt x="159" y="27"/>
                </a:lnTo>
                <a:lnTo>
                  <a:pt x="158" y="27"/>
                </a:lnTo>
                <a:lnTo>
                  <a:pt x="158" y="27"/>
                </a:lnTo>
                <a:lnTo>
                  <a:pt x="157" y="27"/>
                </a:lnTo>
                <a:lnTo>
                  <a:pt x="157" y="28"/>
                </a:lnTo>
                <a:lnTo>
                  <a:pt x="157" y="28"/>
                </a:lnTo>
                <a:lnTo>
                  <a:pt x="156" y="29"/>
                </a:lnTo>
                <a:lnTo>
                  <a:pt x="156" y="29"/>
                </a:lnTo>
                <a:lnTo>
                  <a:pt x="156" y="29"/>
                </a:lnTo>
                <a:lnTo>
                  <a:pt x="155" y="30"/>
                </a:lnTo>
                <a:lnTo>
                  <a:pt x="155" y="30"/>
                </a:lnTo>
                <a:lnTo>
                  <a:pt x="155" y="30"/>
                </a:lnTo>
                <a:lnTo>
                  <a:pt x="155" y="31"/>
                </a:lnTo>
                <a:lnTo>
                  <a:pt x="154" y="31"/>
                </a:lnTo>
                <a:lnTo>
                  <a:pt x="154" y="32"/>
                </a:lnTo>
                <a:lnTo>
                  <a:pt x="154" y="32"/>
                </a:lnTo>
                <a:lnTo>
                  <a:pt x="154" y="33"/>
                </a:lnTo>
                <a:lnTo>
                  <a:pt x="153" y="34"/>
                </a:lnTo>
                <a:lnTo>
                  <a:pt x="153" y="34"/>
                </a:lnTo>
                <a:lnTo>
                  <a:pt x="153" y="35"/>
                </a:lnTo>
                <a:lnTo>
                  <a:pt x="153" y="36"/>
                </a:lnTo>
                <a:lnTo>
                  <a:pt x="152" y="37"/>
                </a:lnTo>
                <a:lnTo>
                  <a:pt x="152" y="38"/>
                </a:lnTo>
                <a:lnTo>
                  <a:pt x="152" y="38"/>
                </a:lnTo>
                <a:lnTo>
                  <a:pt x="152" y="38"/>
                </a:lnTo>
                <a:lnTo>
                  <a:pt x="152" y="39"/>
                </a:lnTo>
                <a:lnTo>
                  <a:pt x="151" y="40"/>
                </a:lnTo>
                <a:lnTo>
                  <a:pt x="151" y="40"/>
                </a:lnTo>
                <a:lnTo>
                  <a:pt x="151" y="41"/>
                </a:lnTo>
                <a:lnTo>
                  <a:pt x="151" y="42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50" y="43"/>
                </a:lnTo>
                <a:lnTo>
                  <a:pt x="149" y="43"/>
                </a:lnTo>
                <a:lnTo>
                  <a:pt x="148" y="45"/>
                </a:lnTo>
                <a:lnTo>
                  <a:pt x="148" y="45"/>
                </a:lnTo>
                <a:lnTo>
                  <a:pt x="147" y="46"/>
                </a:lnTo>
                <a:lnTo>
                  <a:pt x="146" y="47"/>
                </a:lnTo>
                <a:lnTo>
                  <a:pt x="145" y="48"/>
                </a:lnTo>
                <a:lnTo>
                  <a:pt x="144" y="49"/>
                </a:lnTo>
                <a:lnTo>
                  <a:pt x="143" y="50"/>
                </a:lnTo>
                <a:lnTo>
                  <a:pt x="141" y="51"/>
                </a:lnTo>
                <a:lnTo>
                  <a:pt x="140" y="52"/>
                </a:lnTo>
                <a:lnTo>
                  <a:pt x="139" y="53"/>
                </a:lnTo>
                <a:lnTo>
                  <a:pt x="138" y="54"/>
                </a:lnTo>
                <a:lnTo>
                  <a:pt x="136" y="56"/>
                </a:lnTo>
                <a:lnTo>
                  <a:pt x="135" y="57"/>
                </a:lnTo>
                <a:lnTo>
                  <a:pt x="134" y="58"/>
                </a:lnTo>
                <a:lnTo>
                  <a:pt x="133" y="59"/>
                </a:lnTo>
                <a:lnTo>
                  <a:pt x="132" y="60"/>
                </a:lnTo>
                <a:lnTo>
                  <a:pt x="131" y="62"/>
                </a:lnTo>
                <a:lnTo>
                  <a:pt x="130" y="63"/>
                </a:lnTo>
                <a:lnTo>
                  <a:pt x="128" y="64"/>
                </a:lnTo>
                <a:lnTo>
                  <a:pt x="127" y="66"/>
                </a:lnTo>
                <a:lnTo>
                  <a:pt x="124" y="68"/>
                </a:lnTo>
                <a:lnTo>
                  <a:pt x="122" y="71"/>
                </a:lnTo>
                <a:lnTo>
                  <a:pt x="116" y="75"/>
                </a:lnTo>
                <a:lnTo>
                  <a:pt x="113" y="78"/>
                </a:lnTo>
                <a:lnTo>
                  <a:pt x="111" y="81"/>
                </a:lnTo>
                <a:lnTo>
                  <a:pt x="108" y="84"/>
                </a:lnTo>
                <a:lnTo>
                  <a:pt x="106" y="85"/>
                </a:lnTo>
                <a:lnTo>
                  <a:pt x="105" y="86"/>
                </a:lnTo>
                <a:lnTo>
                  <a:pt x="104" y="88"/>
                </a:lnTo>
                <a:lnTo>
                  <a:pt x="103" y="89"/>
                </a:lnTo>
                <a:lnTo>
                  <a:pt x="102" y="91"/>
                </a:lnTo>
                <a:lnTo>
                  <a:pt x="100" y="92"/>
                </a:lnTo>
                <a:lnTo>
                  <a:pt x="99" y="93"/>
                </a:lnTo>
                <a:lnTo>
                  <a:pt x="98" y="95"/>
                </a:lnTo>
                <a:lnTo>
                  <a:pt x="96" y="96"/>
                </a:lnTo>
                <a:lnTo>
                  <a:pt x="95" y="97"/>
                </a:lnTo>
                <a:lnTo>
                  <a:pt x="93" y="98"/>
                </a:lnTo>
                <a:lnTo>
                  <a:pt x="92" y="100"/>
                </a:lnTo>
                <a:lnTo>
                  <a:pt x="91" y="101"/>
                </a:lnTo>
                <a:lnTo>
                  <a:pt x="89" y="102"/>
                </a:lnTo>
                <a:lnTo>
                  <a:pt x="88" y="103"/>
                </a:lnTo>
                <a:lnTo>
                  <a:pt x="86" y="104"/>
                </a:lnTo>
                <a:lnTo>
                  <a:pt x="85" y="105"/>
                </a:lnTo>
                <a:lnTo>
                  <a:pt x="84" y="106"/>
                </a:lnTo>
                <a:lnTo>
                  <a:pt x="83" y="107"/>
                </a:lnTo>
                <a:lnTo>
                  <a:pt x="82" y="108"/>
                </a:lnTo>
                <a:lnTo>
                  <a:pt x="81" y="108"/>
                </a:lnTo>
                <a:lnTo>
                  <a:pt x="81" y="109"/>
                </a:lnTo>
                <a:lnTo>
                  <a:pt x="80" y="109"/>
                </a:lnTo>
                <a:lnTo>
                  <a:pt x="79" y="110"/>
                </a:lnTo>
                <a:lnTo>
                  <a:pt x="79" y="110"/>
                </a:lnTo>
                <a:lnTo>
                  <a:pt x="78" y="111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5" y="114"/>
                </a:lnTo>
                <a:lnTo>
                  <a:pt x="75" y="114"/>
                </a:lnTo>
                <a:lnTo>
                  <a:pt x="74" y="115"/>
                </a:lnTo>
                <a:lnTo>
                  <a:pt x="73" y="115"/>
                </a:lnTo>
                <a:lnTo>
                  <a:pt x="72" y="116"/>
                </a:lnTo>
                <a:lnTo>
                  <a:pt x="72" y="116"/>
                </a:lnTo>
                <a:lnTo>
                  <a:pt x="71" y="117"/>
                </a:lnTo>
                <a:lnTo>
                  <a:pt x="70" y="117"/>
                </a:lnTo>
                <a:lnTo>
                  <a:pt x="70" y="118"/>
                </a:lnTo>
                <a:lnTo>
                  <a:pt x="69" y="118"/>
                </a:lnTo>
                <a:lnTo>
                  <a:pt x="68" y="119"/>
                </a:lnTo>
                <a:lnTo>
                  <a:pt x="67" y="119"/>
                </a:lnTo>
                <a:lnTo>
                  <a:pt x="67" y="120"/>
                </a:lnTo>
                <a:lnTo>
                  <a:pt x="66" y="120"/>
                </a:lnTo>
                <a:lnTo>
                  <a:pt x="65" y="121"/>
                </a:lnTo>
                <a:lnTo>
                  <a:pt x="64" y="121"/>
                </a:lnTo>
                <a:lnTo>
                  <a:pt x="64" y="122"/>
                </a:lnTo>
                <a:lnTo>
                  <a:pt x="63" y="122"/>
                </a:lnTo>
                <a:lnTo>
                  <a:pt x="62" y="123"/>
                </a:lnTo>
                <a:lnTo>
                  <a:pt x="61" y="123"/>
                </a:lnTo>
                <a:lnTo>
                  <a:pt x="61" y="124"/>
                </a:lnTo>
                <a:lnTo>
                  <a:pt x="60" y="124"/>
                </a:lnTo>
                <a:lnTo>
                  <a:pt x="59" y="124"/>
                </a:lnTo>
                <a:lnTo>
                  <a:pt x="58" y="125"/>
                </a:lnTo>
                <a:lnTo>
                  <a:pt x="58" y="125"/>
                </a:lnTo>
                <a:lnTo>
                  <a:pt x="57" y="126"/>
                </a:lnTo>
                <a:lnTo>
                  <a:pt x="56" y="126"/>
                </a:lnTo>
                <a:lnTo>
                  <a:pt x="55" y="126"/>
                </a:lnTo>
                <a:lnTo>
                  <a:pt x="55" y="126"/>
                </a:lnTo>
                <a:lnTo>
                  <a:pt x="54" y="127"/>
                </a:lnTo>
                <a:lnTo>
                  <a:pt x="54" y="127"/>
                </a:lnTo>
                <a:lnTo>
                  <a:pt x="53" y="127"/>
                </a:lnTo>
                <a:lnTo>
                  <a:pt x="52" y="128"/>
                </a:lnTo>
                <a:lnTo>
                  <a:pt x="51" y="128"/>
                </a:lnTo>
                <a:lnTo>
                  <a:pt x="50" y="128"/>
                </a:lnTo>
                <a:lnTo>
                  <a:pt x="49" y="129"/>
                </a:lnTo>
                <a:lnTo>
                  <a:pt x="49" y="129"/>
                </a:lnTo>
                <a:lnTo>
                  <a:pt x="48" y="129"/>
                </a:lnTo>
                <a:lnTo>
                  <a:pt x="47" y="129"/>
                </a:lnTo>
                <a:lnTo>
                  <a:pt x="46" y="130"/>
                </a:lnTo>
                <a:lnTo>
                  <a:pt x="46" y="130"/>
                </a:lnTo>
                <a:lnTo>
                  <a:pt x="45" y="130"/>
                </a:lnTo>
                <a:lnTo>
                  <a:pt x="44" y="130"/>
                </a:lnTo>
                <a:lnTo>
                  <a:pt x="43" y="130"/>
                </a:lnTo>
                <a:lnTo>
                  <a:pt x="42" y="131"/>
                </a:lnTo>
                <a:lnTo>
                  <a:pt x="41" y="131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1"/>
                </a:lnTo>
                <a:lnTo>
                  <a:pt x="35" y="131"/>
                </a:lnTo>
                <a:lnTo>
                  <a:pt x="35" y="131"/>
                </a:lnTo>
                <a:lnTo>
                  <a:pt x="34" y="131"/>
                </a:lnTo>
                <a:lnTo>
                  <a:pt x="34" y="131"/>
                </a:lnTo>
                <a:lnTo>
                  <a:pt x="33" y="131"/>
                </a:lnTo>
                <a:lnTo>
                  <a:pt x="32" y="131"/>
                </a:lnTo>
                <a:lnTo>
                  <a:pt x="32" y="131"/>
                </a:lnTo>
                <a:lnTo>
                  <a:pt x="31" y="131"/>
                </a:lnTo>
                <a:lnTo>
                  <a:pt x="31" y="131"/>
                </a:lnTo>
                <a:lnTo>
                  <a:pt x="30" y="131"/>
                </a:lnTo>
                <a:lnTo>
                  <a:pt x="30" y="131"/>
                </a:lnTo>
                <a:lnTo>
                  <a:pt x="29" y="131"/>
                </a:lnTo>
                <a:lnTo>
                  <a:pt x="29" y="130"/>
                </a:lnTo>
                <a:lnTo>
                  <a:pt x="28" y="130"/>
                </a:lnTo>
                <a:lnTo>
                  <a:pt x="28" y="130"/>
                </a:lnTo>
                <a:lnTo>
                  <a:pt x="27" y="130"/>
                </a:lnTo>
                <a:lnTo>
                  <a:pt x="26" y="130"/>
                </a:lnTo>
                <a:lnTo>
                  <a:pt x="26" y="130"/>
                </a:lnTo>
                <a:lnTo>
                  <a:pt x="25" y="130"/>
                </a:lnTo>
                <a:lnTo>
                  <a:pt x="25" y="129"/>
                </a:lnTo>
                <a:lnTo>
                  <a:pt x="24" y="129"/>
                </a:lnTo>
                <a:lnTo>
                  <a:pt x="24" y="129"/>
                </a:lnTo>
                <a:lnTo>
                  <a:pt x="23" y="129"/>
                </a:lnTo>
                <a:lnTo>
                  <a:pt x="23" y="129"/>
                </a:lnTo>
                <a:lnTo>
                  <a:pt x="22" y="128"/>
                </a:lnTo>
                <a:lnTo>
                  <a:pt x="21" y="128"/>
                </a:lnTo>
                <a:lnTo>
                  <a:pt x="21" y="128"/>
                </a:lnTo>
                <a:lnTo>
                  <a:pt x="20" y="128"/>
                </a:lnTo>
                <a:lnTo>
                  <a:pt x="20" y="127"/>
                </a:lnTo>
                <a:lnTo>
                  <a:pt x="19" y="127"/>
                </a:lnTo>
                <a:lnTo>
                  <a:pt x="19" y="127"/>
                </a:lnTo>
                <a:lnTo>
                  <a:pt x="18" y="127"/>
                </a:lnTo>
                <a:lnTo>
                  <a:pt x="18" y="126"/>
                </a:lnTo>
                <a:lnTo>
                  <a:pt x="17" y="126"/>
                </a:lnTo>
                <a:lnTo>
                  <a:pt x="17" y="126"/>
                </a:lnTo>
                <a:lnTo>
                  <a:pt x="17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4"/>
                </a:lnTo>
                <a:lnTo>
                  <a:pt x="15" y="124"/>
                </a:lnTo>
                <a:lnTo>
                  <a:pt x="15" y="124"/>
                </a:lnTo>
                <a:lnTo>
                  <a:pt x="14" y="123"/>
                </a:lnTo>
                <a:lnTo>
                  <a:pt x="14" y="123"/>
                </a:lnTo>
                <a:lnTo>
                  <a:pt x="13" y="123"/>
                </a:lnTo>
                <a:lnTo>
                  <a:pt x="13" y="122"/>
                </a:lnTo>
                <a:lnTo>
                  <a:pt x="13" y="122"/>
                </a:lnTo>
                <a:lnTo>
                  <a:pt x="12" y="121"/>
                </a:lnTo>
                <a:lnTo>
                  <a:pt x="12" y="121"/>
                </a:lnTo>
                <a:lnTo>
                  <a:pt x="11" y="121"/>
                </a:lnTo>
                <a:lnTo>
                  <a:pt x="11" y="120"/>
                </a:lnTo>
                <a:lnTo>
                  <a:pt x="11" y="120"/>
                </a:lnTo>
                <a:lnTo>
                  <a:pt x="10" y="119"/>
                </a:lnTo>
                <a:lnTo>
                  <a:pt x="10" y="119"/>
                </a:lnTo>
                <a:lnTo>
                  <a:pt x="9" y="118"/>
                </a:lnTo>
                <a:lnTo>
                  <a:pt x="9" y="118"/>
                </a:lnTo>
                <a:lnTo>
                  <a:pt x="9" y="118"/>
                </a:lnTo>
                <a:lnTo>
                  <a:pt x="8" y="117"/>
                </a:lnTo>
                <a:lnTo>
                  <a:pt x="8" y="117"/>
                </a:lnTo>
                <a:lnTo>
                  <a:pt x="8" y="116"/>
                </a:lnTo>
                <a:lnTo>
                  <a:pt x="7" y="116"/>
                </a:lnTo>
                <a:lnTo>
                  <a:pt x="7" y="115"/>
                </a:lnTo>
                <a:lnTo>
                  <a:pt x="7" y="115"/>
                </a:lnTo>
                <a:lnTo>
                  <a:pt x="6" y="115"/>
                </a:lnTo>
                <a:lnTo>
                  <a:pt x="6" y="114"/>
                </a:lnTo>
                <a:lnTo>
                  <a:pt x="6" y="114"/>
                </a:lnTo>
                <a:lnTo>
                  <a:pt x="6" y="113"/>
                </a:lnTo>
                <a:lnTo>
                  <a:pt x="5" y="113"/>
                </a:lnTo>
                <a:lnTo>
                  <a:pt x="5" y="112"/>
                </a:lnTo>
                <a:lnTo>
                  <a:pt x="5" y="112"/>
                </a:lnTo>
                <a:lnTo>
                  <a:pt x="4" y="111"/>
                </a:lnTo>
                <a:lnTo>
                  <a:pt x="4" y="111"/>
                </a:lnTo>
                <a:lnTo>
                  <a:pt x="4" y="110"/>
                </a:lnTo>
                <a:lnTo>
                  <a:pt x="4" y="109"/>
                </a:lnTo>
                <a:lnTo>
                  <a:pt x="3" y="109"/>
                </a:lnTo>
                <a:lnTo>
                  <a:pt x="3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6"/>
                </a:lnTo>
                <a:lnTo>
                  <a:pt x="2" y="105"/>
                </a:lnTo>
                <a:lnTo>
                  <a:pt x="2" y="104"/>
                </a:lnTo>
                <a:lnTo>
                  <a:pt x="1" y="104"/>
                </a:lnTo>
                <a:lnTo>
                  <a:pt x="1" y="103"/>
                </a:lnTo>
                <a:lnTo>
                  <a:pt x="1" y="103"/>
                </a:lnTo>
                <a:lnTo>
                  <a:pt x="1" y="102"/>
                </a:lnTo>
                <a:lnTo>
                  <a:pt x="1" y="102"/>
                </a:lnTo>
                <a:lnTo>
                  <a:pt x="1" y="102"/>
                </a:lnTo>
                <a:lnTo>
                  <a:pt x="1" y="101"/>
                </a:lnTo>
                <a:lnTo>
                  <a:pt x="1" y="101"/>
                </a:lnTo>
                <a:lnTo>
                  <a:pt x="0" y="100"/>
                </a:lnTo>
                <a:lnTo>
                  <a:pt x="0" y="99"/>
                </a:lnTo>
                <a:lnTo>
                  <a:pt x="0" y="99"/>
                </a:lnTo>
                <a:lnTo>
                  <a:pt x="0" y="98"/>
                </a:lnTo>
                <a:lnTo>
                  <a:pt x="0" y="98"/>
                </a:lnTo>
                <a:lnTo>
                  <a:pt x="0" y="97"/>
                </a:lnTo>
                <a:lnTo>
                  <a:pt x="0" y="97"/>
                </a:lnTo>
                <a:lnTo>
                  <a:pt x="0" y="96"/>
                </a:lnTo>
                <a:lnTo>
                  <a:pt x="0" y="95"/>
                </a:lnTo>
                <a:lnTo>
                  <a:pt x="0" y="95"/>
                </a:lnTo>
                <a:lnTo>
                  <a:pt x="0" y="94"/>
                </a:lnTo>
                <a:lnTo>
                  <a:pt x="0" y="94"/>
                </a:lnTo>
                <a:lnTo>
                  <a:pt x="0" y="93"/>
                </a:lnTo>
                <a:lnTo>
                  <a:pt x="0" y="92"/>
                </a:lnTo>
                <a:lnTo>
                  <a:pt x="0" y="92"/>
                </a:lnTo>
                <a:lnTo>
                  <a:pt x="0" y="91"/>
                </a:lnTo>
                <a:lnTo>
                  <a:pt x="0" y="91"/>
                </a:lnTo>
                <a:lnTo>
                  <a:pt x="0" y="90"/>
                </a:lnTo>
                <a:lnTo>
                  <a:pt x="0" y="90"/>
                </a:lnTo>
                <a:lnTo>
                  <a:pt x="0" y="89"/>
                </a:lnTo>
                <a:lnTo>
                  <a:pt x="1" y="88"/>
                </a:lnTo>
                <a:lnTo>
                  <a:pt x="1" y="88"/>
                </a:lnTo>
                <a:lnTo>
                  <a:pt x="1" y="87"/>
                </a:lnTo>
                <a:lnTo>
                  <a:pt x="1" y="87"/>
                </a:lnTo>
                <a:lnTo>
                  <a:pt x="1" y="86"/>
                </a:lnTo>
                <a:lnTo>
                  <a:pt x="1" y="86"/>
                </a:lnTo>
                <a:lnTo>
                  <a:pt x="1" y="85"/>
                </a:lnTo>
                <a:lnTo>
                  <a:pt x="1" y="85"/>
                </a:lnTo>
                <a:lnTo>
                  <a:pt x="2" y="84"/>
                </a:lnTo>
                <a:lnTo>
                  <a:pt x="2" y="84"/>
                </a:lnTo>
                <a:lnTo>
                  <a:pt x="2" y="83"/>
                </a:lnTo>
                <a:lnTo>
                  <a:pt x="2" y="83"/>
                </a:lnTo>
                <a:lnTo>
                  <a:pt x="2" y="82"/>
                </a:lnTo>
                <a:lnTo>
                  <a:pt x="2" y="82"/>
                </a:lnTo>
                <a:lnTo>
                  <a:pt x="3" y="81"/>
                </a:lnTo>
                <a:lnTo>
                  <a:pt x="3" y="81"/>
                </a:lnTo>
                <a:lnTo>
                  <a:pt x="3" y="80"/>
                </a:lnTo>
                <a:lnTo>
                  <a:pt x="3" y="79"/>
                </a:lnTo>
                <a:lnTo>
                  <a:pt x="4" y="78"/>
                </a:lnTo>
                <a:lnTo>
                  <a:pt x="4" y="77"/>
                </a:lnTo>
                <a:lnTo>
                  <a:pt x="4" y="77"/>
                </a:lnTo>
                <a:lnTo>
                  <a:pt x="5" y="76"/>
                </a:lnTo>
                <a:lnTo>
                  <a:pt x="5" y="75"/>
                </a:lnTo>
                <a:lnTo>
                  <a:pt x="6" y="74"/>
                </a:lnTo>
                <a:lnTo>
                  <a:pt x="6" y="73"/>
                </a:lnTo>
                <a:lnTo>
                  <a:pt x="7" y="72"/>
                </a:lnTo>
                <a:lnTo>
                  <a:pt x="7" y="72"/>
                </a:lnTo>
                <a:lnTo>
                  <a:pt x="8" y="72"/>
                </a:lnTo>
                <a:lnTo>
                  <a:pt x="8" y="71"/>
                </a:lnTo>
                <a:lnTo>
                  <a:pt x="9" y="70"/>
                </a:lnTo>
                <a:lnTo>
                  <a:pt x="9" y="69"/>
                </a:lnTo>
                <a:lnTo>
                  <a:pt x="10" y="69"/>
                </a:lnTo>
                <a:lnTo>
                  <a:pt x="11" y="68"/>
                </a:lnTo>
                <a:lnTo>
                  <a:pt x="11" y="67"/>
                </a:lnTo>
                <a:lnTo>
                  <a:pt x="12" y="66"/>
                </a:lnTo>
                <a:lnTo>
                  <a:pt x="12" y="66"/>
                </a:lnTo>
                <a:lnTo>
                  <a:pt x="13" y="65"/>
                </a:lnTo>
                <a:lnTo>
                  <a:pt x="14" y="64"/>
                </a:lnTo>
                <a:lnTo>
                  <a:pt x="14" y="63"/>
                </a:lnTo>
                <a:lnTo>
                  <a:pt x="15" y="63"/>
                </a:lnTo>
                <a:lnTo>
                  <a:pt x="15" y="62"/>
                </a:lnTo>
                <a:lnTo>
                  <a:pt x="16" y="61"/>
                </a:lnTo>
                <a:lnTo>
                  <a:pt x="17" y="61"/>
                </a:lnTo>
                <a:lnTo>
                  <a:pt x="17" y="60"/>
                </a:lnTo>
                <a:lnTo>
                  <a:pt x="17" y="59"/>
                </a:lnTo>
                <a:lnTo>
                  <a:pt x="18" y="59"/>
                </a:lnTo>
                <a:lnTo>
                  <a:pt x="18" y="58"/>
                </a:lnTo>
                <a:lnTo>
                  <a:pt x="19" y="57"/>
                </a:lnTo>
                <a:lnTo>
                  <a:pt x="20" y="57"/>
                </a:lnTo>
                <a:lnTo>
                  <a:pt x="20" y="56"/>
                </a:lnTo>
                <a:lnTo>
                  <a:pt x="21" y="55"/>
                </a:lnTo>
                <a:lnTo>
                  <a:pt x="22" y="55"/>
                </a:lnTo>
                <a:lnTo>
                  <a:pt x="23" y="54"/>
                </a:lnTo>
                <a:lnTo>
                  <a:pt x="23" y="54"/>
                </a:lnTo>
                <a:lnTo>
                  <a:pt x="24" y="53"/>
                </a:lnTo>
                <a:lnTo>
                  <a:pt x="25" y="52"/>
                </a:lnTo>
                <a:lnTo>
                  <a:pt x="26" y="52"/>
                </a:lnTo>
                <a:lnTo>
                  <a:pt x="26" y="51"/>
                </a:lnTo>
                <a:lnTo>
                  <a:pt x="27" y="50"/>
                </a:lnTo>
                <a:lnTo>
                  <a:pt x="28" y="50"/>
                </a:lnTo>
                <a:lnTo>
                  <a:pt x="29" y="49"/>
                </a:lnTo>
                <a:lnTo>
                  <a:pt x="29" y="49"/>
                </a:lnTo>
                <a:lnTo>
                  <a:pt x="30" y="48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5"/>
                </a:lnTo>
                <a:lnTo>
                  <a:pt x="35" y="44"/>
                </a:lnTo>
                <a:lnTo>
                  <a:pt x="36" y="44"/>
                </a:lnTo>
                <a:lnTo>
                  <a:pt x="37" y="43"/>
                </a:lnTo>
                <a:lnTo>
                  <a:pt x="37" y="43"/>
                </a:lnTo>
                <a:lnTo>
                  <a:pt x="38" y="43"/>
                </a:lnTo>
                <a:lnTo>
                  <a:pt x="39" y="43"/>
                </a:lnTo>
                <a:lnTo>
                  <a:pt x="40" y="42"/>
                </a:lnTo>
                <a:lnTo>
                  <a:pt x="41" y="41"/>
                </a:lnTo>
                <a:lnTo>
                  <a:pt x="42" y="41"/>
                </a:lnTo>
                <a:lnTo>
                  <a:pt x="42" y="40"/>
                </a:lnTo>
                <a:lnTo>
                  <a:pt x="43" y="40"/>
                </a:lnTo>
                <a:lnTo>
                  <a:pt x="44" y="39"/>
                </a:lnTo>
                <a:lnTo>
                  <a:pt x="45" y="39"/>
                </a:lnTo>
                <a:lnTo>
                  <a:pt x="46" y="38"/>
                </a:lnTo>
                <a:lnTo>
                  <a:pt x="46" y="37"/>
                </a:lnTo>
                <a:lnTo>
                  <a:pt x="47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1" y="34"/>
                </a:lnTo>
                <a:lnTo>
                  <a:pt x="52" y="34"/>
                </a:lnTo>
                <a:lnTo>
                  <a:pt x="53" y="33"/>
                </a:lnTo>
                <a:lnTo>
                  <a:pt x="54" y="33"/>
                </a:lnTo>
                <a:lnTo>
                  <a:pt x="55" y="32"/>
                </a:lnTo>
                <a:lnTo>
                  <a:pt x="56" y="32"/>
                </a:lnTo>
                <a:lnTo>
                  <a:pt x="57" y="31"/>
                </a:lnTo>
                <a:lnTo>
                  <a:pt x="57" y="31"/>
                </a:lnTo>
                <a:lnTo>
                  <a:pt x="58" y="30"/>
                </a:lnTo>
                <a:lnTo>
                  <a:pt x="59" y="30"/>
                </a:lnTo>
                <a:lnTo>
                  <a:pt x="60" y="29"/>
                </a:lnTo>
                <a:lnTo>
                  <a:pt x="60" y="29"/>
                </a:lnTo>
                <a:lnTo>
                  <a:pt x="62" y="28"/>
                </a:lnTo>
                <a:lnTo>
                  <a:pt x="64" y="27"/>
                </a:lnTo>
                <a:lnTo>
                  <a:pt x="66" y="26"/>
                </a:lnTo>
                <a:lnTo>
                  <a:pt x="68" y="25"/>
                </a:lnTo>
                <a:lnTo>
                  <a:pt x="70" y="24"/>
                </a:lnTo>
                <a:lnTo>
                  <a:pt x="72" y="23"/>
                </a:lnTo>
                <a:lnTo>
                  <a:pt x="74" y="22"/>
                </a:lnTo>
                <a:lnTo>
                  <a:pt x="75" y="21"/>
                </a:lnTo>
                <a:lnTo>
                  <a:pt x="77" y="20"/>
                </a:lnTo>
                <a:lnTo>
                  <a:pt x="79" y="19"/>
                </a:lnTo>
                <a:lnTo>
                  <a:pt x="79" y="19"/>
                </a:lnTo>
                <a:lnTo>
                  <a:pt x="81" y="18"/>
                </a:lnTo>
                <a:lnTo>
                  <a:pt x="83" y="18"/>
                </a:lnTo>
                <a:lnTo>
                  <a:pt x="85" y="17"/>
                </a:lnTo>
                <a:lnTo>
                  <a:pt x="87" y="16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4"/>
                </a:lnTo>
                <a:lnTo>
                  <a:pt x="95" y="13"/>
                </a:lnTo>
                <a:lnTo>
                  <a:pt x="97" y="13"/>
                </a:lnTo>
                <a:lnTo>
                  <a:pt x="99" y="13"/>
                </a:lnTo>
                <a:lnTo>
                  <a:pt x="100" y="13"/>
                </a:lnTo>
                <a:lnTo>
                  <a:pt x="101" y="12"/>
                </a:lnTo>
                <a:lnTo>
                  <a:pt x="103" y="12"/>
                </a:lnTo>
                <a:lnTo>
                  <a:pt x="104" y="11"/>
                </a:lnTo>
                <a:lnTo>
                  <a:pt x="106" y="11"/>
                </a:lnTo>
                <a:lnTo>
                  <a:pt x="108" y="10"/>
                </a:lnTo>
                <a:lnTo>
                  <a:pt x="110" y="10"/>
                </a:lnTo>
                <a:lnTo>
                  <a:pt x="112" y="10"/>
                </a:lnTo>
                <a:lnTo>
                  <a:pt x="114" y="9"/>
                </a:lnTo>
                <a:lnTo>
                  <a:pt x="116" y="9"/>
                </a:lnTo>
                <a:lnTo>
                  <a:pt x="118" y="8"/>
                </a:lnTo>
                <a:lnTo>
                  <a:pt x="119" y="8"/>
                </a:lnTo>
                <a:lnTo>
                  <a:pt x="120" y="8"/>
                </a:lnTo>
                <a:lnTo>
                  <a:pt x="122" y="7"/>
                </a:lnTo>
                <a:lnTo>
                  <a:pt x="123" y="7"/>
                </a:lnTo>
                <a:lnTo>
                  <a:pt x="125" y="7"/>
                </a:lnTo>
                <a:lnTo>
                  <a:pt x="127" y="6"/>
                </a:lnTo>
                <a:lnTo>
                  <a:pt x="129" y="6"/>
                </a:lnTo>
                <a:lnTo>
                  <a:pt x="131" y="6"/>
                </a:lnTo>
                <a:lnTo>
                  <a:pt x="132" y="5"/>
                </a:lnTo>
                <a:lnTo>
                  <a:pt x="133" y="5"/>
                </a:lnTo>
                <a:lnTo>
                  <a:pt x="135" y="5"/>
                </a:lnTo>
                <a:lnTo>
                  <a:pt x="136" y="4"/>
                </a:lnTo>
                <a:lnTo>
                  <a:pt x="138" y="4"/>
                </a:lnTo>
                <a:lnTo>
                  <a:pt x="140" y="4"/>
                </a:lnTo>
                <a:lnTo>
                  <a:pt x="141" y="3"/>
                </a:lnTo>
                <a:lnTo>
                  <a:pt x="143" y="3"/>
                </a:lnTo>
                <a:lnTo>
                  <a:pt x="144" y="3"/>
                </a:lnTo>
                <a:lnTo>
                  <a:pt x="145" y="3"/>
                </a:lnTo>
                <a:lnTo>
                  <a:pt x="146" y="2"/>
                </a:lnTo>
                <a:lnTo>
                  <a:pt x="147" y="2"/>
                </a:lnTo>
                <a:lnTo>
                  <a:pt x="149" y="2"/>
                </a:lnTo>
                <a:lnTo>
                  <a:pt x="150" y="2"/>
                </a:lnTo>
                <a:lnTo>
                  <a:pt x="151" y="2"/>
                </a:lnTo>
                <a:lnTo>
                  <a:pt x="153" y="2"/>
                </a:lnTo>
                <a:lnTo>
                  <a:pt x="154" y="1"/>
                </a:lnTo>
                <a:lnTo>
                  <a:pt x="155" y="1"/>
                </a:lnTo>
                <a:lnTo>
                  <a:pt x="155" y="1"/>
                </a:lnTo>
                <a:lnTo>
                  <a:pt x="156" y="1"/>
                </a:lnTo>
                <a:lnTo>
                  <a:pt x="156" y="1"/>
                </a:lnTo>
                <a:lnTo>
                  <a:pt x="157" y="1"/>
                </a:lnTo>
                <a:lnTo>
                  <a:pt x="158" y="1"/>
                </a:lnTo>
                <a:lnTo>
                  <a:pt x="158" y="1"/>
                </a:lnTo>
                <a:lnTo>
                  <a:pt x="159" y="1"/>
                </a:lnTo>
                <a:lnTo>
                  <a:pt x="159" y="1"/>
                </a:lnTo>
                <a:lnTo>
                  <a:pt x="160" y="1"/>
                </a:lnTo>
                <a:lnTo>
                  <a:pt x="160" y="1"/>
                </a:lnTo>
                <a:lnTo>
                  <a:pt x="161" y="0"/>
                </a:lnTo>
                <a:lnTo>
                  <a:pt x="161" y="0"/>
                </a:lnTo>
                <a:lnTo>
                  <a:pt x="162" y="0"/>
                </a:lnTo>
                <a:lnTo>
                  <a:pt x="162" y="0"/>
                </a:lnTo>
                <a:lnTo>
                  <a:pt x="162" y="0"/>
                </a:lnTo>
                <a:lnTo>
                  <a:pt x="163" y="0"/>
                </a:lnTo>
                <a:lnTo>
                  <a:pt x="163" y="0"/>
                </a:lnTo>
                <a:lnTo>
                  <a:pt x="164" y="0"/>
                </a:lnTo>
                <a:lnTo>
                  <a:pt x="164" y="0"/>
                </a:lnTo>
                <a:lnTo>
                  <a:pt x="165" y="0"/>
                </a:lnTo>
                <a:lnTo>
                  <a:pt x="165" y="0"/>
                </a:lnTo>
                <a:lnTo>
                  <a:pt x="166" y="0"/>
                </a:lnTo>
                <a:lnTo>
                  <a:pt x="166" y="0"/>
                </a:lnTo>
                <a:lnTo>
                  <a:pt x="166" y="0"/>
                </a:lnTo>
                <a:lnTo>
                  <a:pt x="167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3" y="2"/>
                </a:lnTo>
                <a:lnTo>
                  <a:pt x="174" y="2"/>
                </a:lnTo>
                <a:lnTo>
                  <a:pt x="174" y="2"/>
                </a:lnTo>
                <a:lnTo>
                  <a:pt x="175" y="2"/>
                </a:lnTo>
                <a:lnTo>
                  <a:pt x="175" y="3"/>
                </a:lnTo>
                <a:lnTo>
                  <a:pt x="175" y="3"/>
                </a:lnTo>
                <a:lnTo>
                  <a:pt x="176" y="3"/>
                </a:lnTo>
                <a:lnTo>
                  <a:pt x="176" y="4"/>
                </a:lnTo>
                <a:lnTo>
                  <a:pt x="176" y="4"/>
                </a:lnTo>
                <a:lnTo>
                  <a:pt x="180" y="12"/>
                </a:lnTo>
                <a:lnTo>
                  <a:pt x="177" y="19"/>
                </a:lnTo>
                <a:lnTo>
                  <a:pt x="177" y="19"/>
                </a:lnTo>
                <a:lnTo>
                  <a:pt x="169" y="22"/>
                </a:lnTo>
                <a:lnTo>
                  <a:pt x="168" y="22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3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3" y="24"/>
                </a:lnTo>
                <a:lnTo>
                  <a:pt x="162" y="24"/>
                </a:lnTo>
                <a:lnTo>
                  <a:pt x="163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lnTo>
                  <a:pt x="162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86D40821-5878-596D-ABAB-8830EFA2CAA8}"/>
              </a:ext>
            </a:extLst>
          </p:cNvPr>
          <p:cNvSpPr>
            <a:spLocks noEditPoints="1"/>
          </p:cNvSpPr>
          <p:nvPr/>
        </p:nvSpPr>
        <p:spPr bwMode="auto">
          <a:xfrm>
            <a:off x="10985464" y="4616031"/>
            <a:ext cx="75641" cy="110760"/>
          </a:xfrm>
          <a:custGeom>
            <a:avLst/>
            <a:gdLst>
              <a:gd name="T0" fmla="*/ 45 w 112"/>
              <a:gd name="T1" fmla="*/ 3 h 164"/>
              <a:gd name="T2" fmla="*/ 52 w 112"/>
              <a:gd name="T3" fmla="*/ 7 h 164"/>
              <a:gd name="T4" fmla="*/ 59 w 112"/>
              <a:gd name="T5" fmla="*/ 13 h 164"/>
              <a:gd name="T6" fmla="*/ 64 w 112"/>
              <a:gd name="T7" fmla="*/ 19 h 164"/>
              <a:gd name="T8" fmla="*/ 69 w 112"/>
              <a:gd name="T9" fmla="*/ 26 h 164"/>
              <a:gd name="T10" fmla="*/ 78 w 112"/>
              <a:gd name="T11" fmla="*/ 41 h 164"/>
              <a:gd name="T12" fmla="*/ 88 w 112"/>
              <a:gd name="T13" fmla="*/ 58 h 164"/>
              <a:gd name="T14" fmla="*/ 95 w 112"/>
              <a:gd name="T15" fmla="*/ 77 h 164"/>
              <a:gd name="T16" fmla="*/ 110 w 112"/>
              <a:gd name="T17" fmla="*/ 119 h 164"/>
              <a:gd name="T18" fmla="*/ 109 w 112"/>
              <a:gd name="T19" fmla="*/ 138 h 164"/>
              <a:gd name="T20" fmla="*/ 111 w 112"/>
              <a:gd name="T21" fmla="*/ 147 h 164"/>
              <a:gd name="T22" fmla="*/ 93 w 112"/>
              <a:gd name="T23" fmla="*/ 160 h 164"/>
              <a:gd name="T24" fmla="*/ 89 w 112"/>
              <a:gd name="T25" fmla="*/ 156 h 164"/>
              <a:gd name="T26" fmla="*/ 82 w 112"/>
              <a:gd name="T27" fmla="*/ 158 h 164"/>
              <a:gd name="T28" fmla="*/ 75 w 112"/>
              <a:gd name="T29" fmla="*/ 157 h 164"/>
              <a:gd name="T30" fmla="*/ 68 w 112"/>
              <a:gd name="T31" fmla="*/ 153 h 164"/>
              <a:gd name="T32" fmla="*/ 63 w 112"/>
              <a:gd name="T33" fmla="*/ 149 h 164"/>
              <a:gd name="T34" fmla="*/ 56 w 112"/>
              <a:gd name="T35" fmla="*/ 143 h 164"/>
              <a:gd name="T36" fmla="*/ 49 w 112"/>
              <a:gd name="T37" fmla="*/ 136 h 164"/>
              <a:gd name="T38" fmla="*/ 42 w 112"/>
              <a:gd name="T39" fmla="*/ 129 h 164"/>
              <a:gd name="T40" fmla="*/ 35 w 112"/>
              <a:gd name="T41" fmla="*/ 120 h 164"/>
              <a:gd name="T42" fmla="*/ 28 w 112"/>
              <a:gd name="T43" fmla="*/ 110 h 164"/>
              <a:gd name="T44" fmla="*/ 21 w 112"/>
              <a:gd name="T45" fmla="*/ 102 h 164"/>
              <a:gd name="T46" fmla="*/ 14 w 112"/>
              <a:gd name="T47" fmla="*/ 91 h 164"/>
              <a:gd name="T48" fmla="*/ 9 w 112"/>
              <a:gd name="T49" fmla="*/ 80 h 164"/>
              <a:gd name="T50" fmla="*/ 5 w 112"/>
              <a:gd name="T51" fmla="*/ 70 h 164"/>
              <a:gd name="T52" fmla="*/ 2 w 112"/>
              <a:gd name="T53" fmla="*/ 58 h 164"/>
              <a:gd name="T54" fmla="*/ 0 w 112"/>
              <a:gd name="T55" fmla="*/ 47 h 164"/>
              <a:gd name="T56" fmla="*/ 0 w 112"/>
              <a:gd name="T57" fmla="*/ 36 h 164"/>
              <a:gd name="T58" fmla="*/ 1 w 112"/>
              <a:gd name="T59" fmla="*/ 30 h 164"/>
              <a:gd name="T60" fmla="*/ 3 w 112"/>
              <a:gd name="T61" fmla="*/ 24 h 164"/>
              <a:gd name="T62" fmla="*/ 6 w 112"/>
              <a:gd name="T63" fmla="*/ 18 h 164"/>
              <a:gd name="T64" fmla="*/ 9 w 112"/>
              <a:gd name="T65" fmla="*/ 14 h 164"/>
              <a:gd name="T66" fmla="*/ 14 w 112"/>
              <a:gd name="T67" fmla="*/ 9 h 164"/>
              <a:gd name="T68" fmla="*/ 20 w 112"/>
              <a:gd name="T69" fmla="*/ 6 h 164"/>
              <a:gd name="T70" fmla="*/ 26 w 112"/>
              <a:gd name="T71" fmla="*/ 3 h 164"/>
              <a:gd name="T72" fmla="*/ 32 w 112"/>
              <a:gd name="T73" fmla="*/ 1 h 164"/>
              <a:gd name="T74" fmla="*/ 74 w 112"/>
              <a:gd name="T75" fmla="*/ 140 h 164"/>
              <a:gd name="T76" fmla="*/ 73 w 112"/>
              <a:gd name="T77" fmla="*/ 142 h 164"/>
              <a:gd name="T78" fmla="*/ 34 w 112"/>
              <a:gd name="T79" fmla="*/ 34 h 164"/>
              <a:gd name="T80" fmla="*/ 33 w 112"/>
              <a:gd name="T81" fmla="*/ 35 h 164"/>
              <a:gd name="T82" fmla="*/ 32 w 112"/>
              <a:gd name="T83" fmla="*/ 36 h 164"/>
              <a:gd name="T84" fmla="*/ 32 w 112"/>
              <a:gd name="T85" fmla="*/ 38 h 164"/>
              <a:gd name="T86" fmla="*/ 31 w 112"/>
              <a:gd name="T87" fmla="*/ 40 h 164"/>
              <a:gd name="T88" fmla="*/ 31 w 112"/>
              <a:gd name="T89" fmla="*/ 43 h 164"/>
              <a:gd name="T90" fmla="*/ 31 w 112"/>
              <a:gd name="T91" fmla="*/ 49 h 164"/>
              <a:gd name="T92" fmla="*/ 33 w 112"/>
              <a:gd name="T93" fmla="*/ 56 h 164"/>
              <a:gd name="T94" fmla="*/ 35 w 112"/>
              <a:gd name="T95" fmla="*/ 65 h 164"/>
              <a:gd name="T96" fmla="*/ 38 w 112"/>
              <a:gd name="T97" fmla="*/ 73 h 164"/>
              <a:gd name="T98" fmla="*/ 42 w 112"/>
              <a:gd name="T99" fmla="*/ 83 h 164"/>
              <a:gd name="T100" fmla="*/ 48 w 112"/>
              <a:gd name="T101" fmla="*/ 93 h 164"/>
              <a:gd name="T102" fmla="*/ 53 w 112"/>
              <a:gd name="T103" fmla="*/ 102 h 164"/>
              <a:gd name="T104" fmla="*/ 59 w 112"/>
              <a:gd name="T105" fmla="*/ 110 h 164"/>
              <a:gd name="T106" fmla="*/ 65 w 112"/>
              <a:gd name="T107" fmla="*/ 118 h 164"/>
              <a:gd name="T108" fmla="*/ 56 w 112"/>
              <a:gd name="T109" fmla="*/ 92 h 164"/>
              <a:gd name="T110" fmla="*/ 49 w 112"/>
              <a:gd name="T111" fmla="*/ 73 h 164"/>
              <a:gd name="T112" fmla="*/ 44 w 112"/>
              <a:gd name="T113" fmla="*/ 56 h 164"/>
              <a:gd name="T114" fmla="*/ 39 w 112"/>
              <a:gd name="T115" fmla="*/ 43 h 164"/>
              <a:gd name="T116" fmla="*/ 37 w 112"/>
              <a:gd name="T117" fmla="*/ 38 h 164"/>
              <a:gd name="T118" fmla="*/ 35 w 112"/>
              <a:gd name="T119" fmla="*/ 33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1" y="1"/>
                </a:lnTo>
                <a:lnTo>
                  <a:pt x="42" y="1"/>
                </a:lnTo>
                <a:lnTo>
                  <a:pt x="42" y="2"/>
                </a:lnTo>
                <a:lnTo>
                  <a:pt x="43" y="2"/>
                </a:lnTo>
                <a:lnTo>
                  <a:pt x="44" y="2"/>
                </a:lnTo>
                <a:lnTo>
                  <a:pt x="45" y="3"/>
                </a:lnTo>
                <a:lnTo>
                  <a:pt x="45" y="3"/>
                </a:lnTo>
                <a:lnTo>
                  <a:pt x="46" y="3"/>
                </a:lnTo>
                <a:lnTo>
                  <a:pt x="47" y="4"/>
                </a:lnTo>
                <a:lnTo>
                  <a:pt x="48" y="4"/>
                </a:lnTo>
                <a:lnTo>
                  <a:pt x="48" y="4"/>
                </a:lnTo>
                <a:lnTo>
                  <a:pt x="48" y="5"/>
                </a:lnTo>
                <a:lnTo>
                  <a:pt x="49" y="5"/>
                </a:lnTo>
                <a:lnTo>
                  <a:pt x="49" y="5"/>
                </a:lnTo>
                <a:lnTo>
                  <a:pt x="50" y="6"/>
                </a:lnTo>
                <a:lnTo>
                  <a:pt x="51" y="6"/>
                </a:lnTo>
                <a:lnTo>
                  <a:pt x="51" y="6"/>
                </a:lnTo>
                <a:lnTo>
                  <a:pt x="52" y="7"/>
                </a:lnTo>
                <a:lnTo>
                  <a:pt x="52" y="7"/>
                </a:lnTo>
                <a:lnTo>
                  <a:pt x="53" y="8"/>
                </a:lnTo>
                <a:lnTo>
                  <a:pt x="53" y="8"/>
                </a:lnTo>
                <a:lnTo>
                  <a:pt x="54" y="9"/>
                </a:lnTo>
                <a:lnTo>
                  <a:pt x="55" y="9"/>
                </a:lnTo>
                <a:lnTo>
                  <a:pt x="55" y="9"/>
                </a:lnTo>
                <a:lnTo>
                  <a:pt x="56" y="10"/>
                </a:lnTo>
                <a:lnTo>
                  <a:pt x="56" y="10"/>
                </a:lnTo>
                <a:lnTo>
                  <a:pt x="57" y="11"/>
                </a:lnTo>
                <a:lnTo>
                  <a:pt x="57" y="11"/>
                </a:lnTo>
                <a:lnTo>
                  <a:pt x="57" y="12"/>
                </a:lnTo>
                <a:lnTo>
                  <a:pt x="58" y="12"/>
                </a:lnTo>
                <a:lnTo>
                  <a:pt x="58" y="13"/>
                </a:lnTo>
                <a:lnTo>
                  <a:pt x="59" y="13"/>
                </a:lnTo>
                <a:lnTo>
                  <a:pt x="59" y="14"/>
                </a:lnTo>
                <a:lnTo>
                  <a:pt x="60" y="14"/>
                </a:lnTo>
                <a:lnTo>
                  <a:pt x="60" y="14"/>
                </a:lnTo>
                <a:lnTo>
                  <a:pt x="61" y="14"/>
                </a:lnTo>
                <a:lnTo>
                  <a:pt x="61" y="15"/>
                </a:lnTo>
                <a:lnTo>
                  <a:pt x="62" y="15"/>
                </a:lnTo>
                <a:lnTo>
                  <a:pt x="62" y="16"/>
                </a:lnTo>
                <a:lnTo>
                  <a:pt x="62" y="17"/>
                </a:lnTo>
                <a:lnTo>
                  <a:pt x="63" y="17"/>
                </a:lnTo>
                <a:lnTo>
                  <a:pt x="63" y="18"/>
                </a:lnTo>
                <a:lnTo>
                  <a:pt x="64" y="18"/>
                </a:lnTo>
                <a:lnTo>
                  <a:pt x="64" y="19"/>
                </a:lnTo>
                <a:lnTo>
                  <a:pt x="64" y="19"/>
                </a:lnTo>
                <a:lnTo>
                  <a:pt x="65" y="20"/>
                </a:lnTo>
                <a:lnTo>
                  <a:pt x="65" y="20"/>
                </a:lnTo>
                <a:lnTo>
                  <a:pt x="66" y="21"/>
                </a:lnTo>
                <a:lnTo>
                  <a:pt x="66" y="21"/>
                </a:lnTo>
                <a:lnTo>
                  <a:pt x="66" y="22"/>
                </a:lnTo>
                <a:lnTo>
                  <a:pt x="67" y="22"/>
                </a:lnTo>
                <a:lnTo>
                  <a:pt x="67" y="23"/>
                </a:lnTo>
                <a:lnTo>
                  <a:pt x="67" y="23"/>
                </a:lnTo>
                <a:lnTo>
                  <a:pt x="67" y="24"/>
                </a:lnTo>
                <a:lnTo>
                  <a:pt x="67" y="25"/>
                </a:lnTo>
                <a:lnTo>
                  <a:pt x="68" y="25"/>
                </a:lnTo>
                <a:lnTo>
                  <a:pt x="68" y="26"/>
                </a:lnTo>
                <a:lnTo>
                  <a:pt x="69" y="26"/>
                </a:lnTo>
                <a:lnTo>
                  <a:pt x="69" y="27"/>
                </a:lnTo>
                <a:lnTo>
                  <a:pt x="70" y="28"/>
                </a:lnTo>
                <a:lnTo>
                  <a:pt x="70" y="29"/>
                </a:lnTo>
                <a:lnTo>
                  <a:pt x="71" y="30"/>
                </a:lnTo>
                <a:lnTo>
                  <a:pt x="72" y="31"/>
                </a:lnTo>
                <a:lnTo>
                  <a:pt x="73" y="33"/>
                </a:lnTo>
                <a:lnTo>
                  <a:pt x="74" y="34"/>
                </a:lnTo>
                <a:lnTo>
                  <a:pt x="75" y="35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7" y="39"/>
                </a:lnTo>
                <a:lnTo>
                  <a:pt x="78" y="41"/>
                </a:lnTo>
                <a:lnTo>
                  <a:pt x="79" y="42"/>
                </a:lnTo>
                <a:lnTo>
                  <a:pt x="80" y="43"/>
                </a:lnTo>
                <a:lnTo>
                  <a:pt x="81" y="44"/>
                </a:lnTo>
                <a:lnTo>
                  <a:pt x="82" y="46"/>
                </a:lnTo>
                <a:lnTo>
                  <a:pt x="83" y="47"/>
                </a:lnTo>
                <a:lnTo>
                  <a:pt x="83" y="49"/>
                </a:lnTo>
                <a:lnTo>
                  <a:pt x="84" y="50"/>
                </a:lnTo>
                <a:lnTo>
                  <a:pt x="85" y="52"/>
                </a:lnTo>
                <a:lnTo>
                  <a:pt x="86" y="53"/>
                </a:lnTo>
                <a:lnTo>
                  <a:pt x="87" y="55"/>
                </a:lnTo>
                <a:lnTo>
                  <a:pt x="87" y="55"/>
                </a:lnTo>
                <a:lnTo>
                  <a:pt x="88" y="56"/>
                </a:lnTo>
                <a:lnTo>
                  <a:pt x="88" y="58"/>
                </a:lnTo>
                <a:lnTo>
                  <a:pt x="89" y="60"/>
                </a:lnTo>
                <a:lnTo>
                  <a:pt x="90" y="61"/>
                </a:lnTo>
                <a:lnTo>
                  <a:pt x="90" y="63"/>
                </a:lnTo>
                <a:lnTo>
                  <a:pt x="91" y="64"/>
                </a:lnTo>
                <a:lnTo>
                  <a:pt x="92" y="66"/>
                </a:lnTo>
                <a:lnTo>
                  <a:pt x="92" y="68"/>
                </a:lnTo>
                <a:lnTo>
                  <a:pt x="93" y="69"/>
                </a:lnTo>
                <a:lnTo>
                  <a:pt x="93" y="69"/>
                </a:lnTo>
                <a:lnTo>
                  <a:pt x="94" y="71"/>
                </a:lnTo>
                <a:lnTo>
                  <a:pt x="94" y="73"/>
                </a:lnTo>
                <a:lnTo>
                  <a:pt x="95" y="73"/>
                </a:lnTo>
                <a:lnTo>
                  <a:pt x="95" y="75"/>
                </a:lnTo>
                <a:lnTo>
                  <a:pt x="95" y="77"/>
                </a:lnTo>
                <a:lnTo>
                  <a:pt x="96" y="80"/>
                </a:lnTo>
                <a:lnTo>
                  <a:pt x="98" y="83"/>
                </a:lnTo>
                <a:lnTo>
                  <a:pt x="99" y="87"/>
                </a:lnTo>
                <a:lnTo>
                  <a:pt x="99" y="88"/>
                </a:lnTo>
                <a:lnTo>
                  <a:pt x="100" y="90"/>
                </a:lnTo>
                <a:lnTo>
                  <a:pt x="101" y="93"/>
                </a:lnTo>
                <a:lnTo>
                  <a:pt x="102" y="96"/>
                </a:lnTo>
                <a:lnTo>
                  <a:pt x="103" y="99"/>
                </a:lnTo>
                <a:lnTo>
                  <a:pt x="105" y="105"/>
                </a:lnTo>
                <a:lnTo>
                  <a:pt x="108" y="111"/>
                </a:lnTo>
                <a:lnTo>
                  <a:pt x="109" y="114"/>
                </a:lnTo>
                <a:lnTo>
                  <a:pt x="110" y="116"/>
                </a:lnTo>
                <a:lnTo>
                  <a:pt x="110" y="119"/>
                </a:lnTo>
                <a:lnTo>
                  <a:pt x="111" y="119"/>
                </a:lnTo>
                <a:lnTo>
                  <a:pt x="111" y="122"/>
                </a:lnTo>
                <a:lnTo>
                  <a:pt x="111" y="123"/>
                </a:lnTo>
                <a:lnTo>
                  <a:pt x="111" y="125"/>
                </a:lnTo>
                <a:lnTo>
                  <a:pt x="110" y="128"/>
                </a:lnTo>
                <a:lnTo>
                  <a:pt x="109" y="131"/>
                </a:lnTo>
                <a:lnTo>
                  <a:pt x="109" y="132"/>
                </a:lnTo>
                <a:lnTo>
                  <a:pt x="109" y="132"/>
                </a:lnTo>
                <a:lnTo>
                  <a:pt x="109" y="134"/>
                </a:lnTo>
                <a:lnTo>
                  <a:pt x="109" y="135"/>
                </a:lnTo>
                <a:lnTo>
                  <a:pt x="109" y="136"/>
                </a:lnTo>
                <a:lnTo>
                  <a:pt x="109" y="137"/>
                </a:lnTo>
                <a:lnTo>
                  <a:pt x="109" y="138"/>
                </a:lnTo>
                <a:lnTo>
                  <a:pt x="109" y="139"/>
                </a:lnTo>
                <a:lnTo>
                  <a:pt x="109" y="140"/>
                </a:lnTo>
                <a:lnTo>
                  <a:pt x="109" y="141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10" y="145"/>
                </a:lnTo>
                <a:lnTo>
                  <a:pt x="110" y="146"/>
                </a:lnTo>
                <a:lnTo>
                  <a:pt x="110" y="146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7"/>
                </a:lnTo>
                <a:lnTo>
                  <a:pt x="111" y="148"/>
                </a:lnTo>
                <a:lnTo>
                  <a:pt x="111" y="148"/>
                </a:lnTo>
                <a:lnTo>
                  <a:pt x="111" y="148"/>
                </a:lnTo>
                <a:lnTo>
                  <a:pt x="112" y="156"/>
                </a:lnTo>
                <a:lnTo>
                  <a:pt x="108" y="162"/>
                </a:lnTo>
                <a:lnTo>
                  <a:pt x="108" y="162"/>
                </a:lnTo>
                <a:lnTo>
                  <a:pt x="99" y="164"/>
                </a:lnTo>
                <a:lnTo>
                  <a:pt x="93" y="160"/>
                </a:lnTo>
                <a:lnTo>
                  <a:pt x="93" y="160"/>
                </a:lnTo>
                <a:lnTo>
                  <a:pt x="93" y="160"/>
                </a:lnTo>
                <a:lnTo>
                  <a:pt x="93" y="159"/>
                </a:lnTo>
                <a:lnTo>
                  <a:pt x="92" y="159"/>
                </a:lnTo>
                <a:lnTo>
                  <a:pt x="92" y="158"/>
                </a:lnTo>
                <a:lnTo>
                  <a:pt x="92" y="158"/>
                </a:lnTo>
                <a:lnTo>
                  <a:pt x="92" y="158"/>
                </a:lnTo>
                <a:lnTo>
                  <a:pt x="91" y="157"/>
                </a:lnTo>
                <a:lnTo>
                  <a:pt x="91" y="156"/>
                </a:lnTo>
                <a:lnTo>
                  <a:pt x="90" y="155"/>
                </a:lnTo>
                <a:lnTo>
                  <a:pt x="90" y="155"/>
                </a:lnTo>
                <a:lnTo>
                  <a:pt x="90" y="155"/>
                </a:lnTo>
                <a:lnTo>
                  <a:pt x="89" y="155"/>
                </a:lnTo>
                <a:lnTo>
                  <a:pt x="89" y="156"/>
                </a:lnTo>
                <a:lnTo>
                  <a:pt x="88" y="156"/>
                </a:lnTo>
                <a:lnTo>
                  <a:pt x="88" y="156"/>
                </a:lnTo>
                <a:lnTo>
                  <a:pt x="87" y="156"/>
                </a:lnTo>
                <a:lnTo>
                  <a:pt x="87" y="157"/>
                </a:lnTo>
                <a:lnTo>
                  <a:pt x="86" y="157"/>
                </a:lnTo>
                <a:lnTo>
                  <a:pt x="86" y="157"/>
                </a:lnTo>
                <a:lnTo>
                  <a:pt x="85" y="157"/>
                </a:lnTo>
                <a:lnTo>
                  <a:pt x="85" y="157"/>
                </a:lnTo>
                <a:lnTo>
                  <a:pt x="84" y="157"/>
                </a:lnTo>
                <a:lnTo>
                  <a:pt x="84" y="158"/>
                </a:lnTo>
                <a:lnTo>
                  <a:pt x="83" y="158"/>
                </a:lnTo>
                <a:lnTo>
                  <a:pt x="83" y="158"/>
                </a:lnTo>
                <a:lnTo>
                  <a:pt x="82" y="158"/>
                </a:lnTo>
                <a:lnTo>
                  <a:pt x="82" y="158"/>
                </a:lnTo>
                <a:lnTo>
                  <a:pt x="82" y="158"/>
                </a:lnTo>
                <a:lnTo>
                  <a:pt x="81" y="158"/>
                </a:lnTo>
                <a:lnTo>
                  <a:pt x="81" y="158"/>
                </a:lnTo>
                <a:lnTo>
                  <a:pt x="80" y="158"/>
                </a:lnTo>
                <a:lnTo>
                  <a:pt x="80" y="158"/>
                </a:lnTo>
                <a:lnTo>
                  <a:pt x="79" y="158"/>
                </a:lnTo>
                <a:lnTo>
                  <a:pt x="79" y="158"/>
                </a:lnTo>
                <a:lnTo>
                  <a:pt x="78" y="158"/>
                </a:lnTo>
                <a:lnTo>
                  <a:pt x="77" y="157"/>
                </a:lnTo>
                <a:lnTo>
                  <a:pt x="77" y="157"/>
                </a:lnTo>
                <a:lnTo>
                  <a:pt x="76" y="157"/>
                </a:lnTo>
                <a:lnTo>
                  <a:pt x="75" y="157"/>
                </a:lnTo>
                <a:lnTo>
                  <a:pt x="75" y="157"/>
                </a:lnTo>
                <a:lnTo>
                  <a:pt x="74" y="156"/>
                </a:lnTo>
                <a:lnTo>
                  <a:pt x="74" y="156"/>
                </a:lnTo>
                <a:lnTo>
                  <a:pt x="73" y="156"/>
                </a:lnTo>
                <a:lnTo>
                  <a:pt x="73" y="156"/>
                </a:lnTo>
                <a:lnTo>
                  <a:pt x="72" y="156"/>
                </a:lnTo>
                <a:lnTo>
                  <a:pt x="71" y="155"/>
                </a:lnTo>
                <a:lnTo>
                  <a:pt x="71" y="155"/>
                </a:lnTo>
                <a:lnTo>
                  <a:pt x="70" y="155"/>
                </a:lnTo>
                <a:lnTo>
                  <a:pt x="70" y="154"/>
                </a:lnTo>
                <a:lnTo>
                  <a:pt x="69" y="154"/>
                </a:lnTo>
                <a:lnTo>
                  <a:pt x="69" y="154"/>
                </a:lnTo>
                <a:lnTo>
                  <a:pt x="68" y="153"/>
                </a:lnTo>
                <a:lnTo>
                  <a:pt x="68" y="153"/>
                </a:lnTo>
                <a:lnTo>
                  <a:pt x="67" y="153"/>
                </a:lnTo>
                <a:lnTo>
                  <a:pt x="67" y="152"/>
                </a:lnTo>
                <a:lnTo>
                  <a:pt x="67" y="152"/>
                </a:lnTo>
                <a:lnTo>
                  <a:pt x="67" y="152"/>
                </a:lnTo>
                <a:lnTo>
                  <a:pt x="66" y="151"/>
                </a:lnTo>
                <a:lnTo>
                  <a:pt x="66" y="151"/>
                </a:lnTo>
                <a:lnTo>
                  <a:pt x="66" y="151"/>
                </a:lnTo>
                <a:lnTo>
                  <a:pt x="65" y="151"/>
                </a:lnTo>
                <a:lnTo>
                  <a:pt x="65" y="150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9"/>
                </a:lnTo>
                <a:lnTo>
                  <a:pt x="62" y="148"/>
                </a:lnTo>
                <a:lnTo>
                  <a:pt x="62" y="148"/>
                </a:lnTo>
                <a:lnTo>
                  <a:pt x="61" y="147"/>
                </a:lnTo>
                <a:lnTo>
                  <a:pt x="61" y="147"/>
                </a:lnTo>
                <a:lnTo>
                  <a:pt x="60" y="146"/>
                </a:lnTo>
                <a:lnTo>
                  <a:pt x="60" y="146"/>
                </a:lnTo>
                <a:lnTo>
                  <a:pt x="59" y="145"/>
                </a:lnTo>
                <a:lnTo>
                  <a:pt x="59" y="145"/>
                </a:lnTo>
                <a:lnTo>
                  <a:pt x="58" y="145"/>
                </a:lnTo>
                <a:lnTo>
                  <a:pt x="58" y="144"/>
                </a:lnTo>
                <a:lnTo>
                  <a:pt x="57" y="144"/>
                </a:lnTo>
                <a:lnTo>
                  <a:pt x="56" y="143"/>
                </a:lnTo>
                <a:lnTo>
                  <a:pt x="56" y="143"/>
                </a:lnTo>
                <a:lnTo>
                  <a:pt x="55" y="142"/>
                </a:lnTo>
                <a:lnTo>
                  <a:pt x="55" y="142"/>
                </a:lnTo>
                <a:lnTo>
                  <a:pt x="54" y="141"/>
                </a:lnTo>
                <a:lnTo>
                  <a:pt x="54" y="140"/>
                </a:lnTo>
                <a:lnTo>
                  <a:pt x="53" y="140"/>
                </a:lnTo>
                <a:lnTo>
                  <a:pt x="53" y="139"/>
                </a:lnTo>
                <a:lnTo>
                  <a:pt x="52" y="139"/>
                </a:lnTo>
                <a:lnTo>
                  <a:pt x="51" y="138"/>
                </a:lnTo>
                <a:lnTo>
                  <a:pt x="51" y="138"/>
                </a:lnTo>
                <a:lnTo>
                  <a:pt x="50" y="137"/>
                </a:lnTo>
                <a:lnTo>
                  <a:pt x="50" y="137"/>
                </a:lnTo>
                <a:lnTo>
                  <a:pt x="49" y="136"/>
                </a:lnTo>
                <a:lnTo>
                  <a:pt x="48" y="135"/>
                </a:lnTo>
                <a:lnTo>
                  <a:pt x="48" y="135"/>
                </a:lnTo>
                <a:lnTo>
                  <a:pt x="47" y="134"/>
                </a:lnTo>
                <a:lnTo>
                  <a:pt x="47" y="134"/>
                </a:lnTo>
                <a:lnTo>
                  <a:pt x="46" y="133"/>
                </a:lnTo>
                <a:lnTo>
                  <a:pt x="46" y="133"/>
                </a:lnTo>
                <a:lnTo>
                  <a:pt x="45" y="132"/>
                </a:lnTo>
                <a:lnTo>
                  <a:pt x="45" y="132"/>
                </a:lnTo>
                <a:lnTo>
                  <a:pt x="44" y="132"/>
                </a:lnTo>
                <a:lnTo>
                  <a:pt x="44" y="131"/>
                </a:lnTo>
                <a:lnTo>
                  <a:pt x="43" y="131"/>
                </a:lnTo>
                <a:lnTo>
                  <a:pt x="43" y="130"/>
                </a:lnTo>
                <a:lnTo>
                  <a:pt x="42" y="129"/>
                </a:lnTo>
                <a:lnTo>
                  <a:pt x="41" y="129"/>
                </a:lnTo>
                <a:lnTo>
                  <a:pt x="41" y="128"/>
                </a:lnTo>
                <a:lnTo>
                  <a:pt x="40" y="127"/>
                </a:lnTo>
                <a:lnTo>
                  <a:pt x="40" y="127"/>
                </a:lnTo>
                <a:lnTo>
                  <a:pt x="39" y="126"/>
                </a:lnTo>
                <a:lnTo>
                  <a:pt x="38" y="125"/>
                </a:lnTo>
                <a:lnTo>
                  <a:pt x="38" y="125"/>
                </a:lnTo>
                <a:lnTo>
                  <a:pt x="38" y="124"/>
                </a:lnTo>
                <a:lnTo>
                  <a:pt x="38" y="123"/>
                </a:lnTo>
                <a:lnTo>
                  <a:pt x="37" y="122"/>
                </a:lnTo>
                <a:lnTo>
                  <a:pt x="37" y="122"/>
                </a:lnTo>
                <a:lnTo>
                  <a:pt x="36" y="121"/>
                </a:lnTo>
                <a:lnTo>
                  <a:pt x="35" y="120"/>
                </a:lnTo>
                <a:lnTo>
                  <a:pt x="35" y="120"/>
                </a:lnTo>
                <a:lnTo>
                  <a:pt x="34" y="119"/>
                </a:lnTo>
                <a:lnTo>
                  <a:pt x="34" y="118"/>
                </a:lnTo>
                <a:lnTo>
                  <a:pt x="33" y="117"/>
                </a:lnTo>
                <a:lnTo>
                  <a:pt x="32" y="117"/>
                </a:lnTo>
                <a:lnTo>
                  <a:pt x="32" y="116"/>
                </a:lnTo>
                <a:lnTo>
                  <a:pt x="31" y="115"/>
                </a:lnTo>
                <a:lnTo>
                  <a:pt x="31" y="114"/>
                </a:lnTo>
                <a:lnTo>
                  <a:pt x="30" y="113"/>
                </a:lnTo>
                <a:lnTo>
                  <a:pt x="30" y="113"/>
                </a:lnTo>
                <a:lnTo>
                  <a:pt x="29" y="112"/>
                </a:lnTo>
                <a:lnTo>
                  <a:pt x="28" y="111"/>
                </a:lnTo>
                <a:lnTo>
                  <a:pt x="28" y="110"/>
                </a:lnTo>
                <a:lnTo>
                  <a:pt x="27" y="110"/>
                </a:lnTo>
                <a:lnTo>
                  <a:pt x="27" y="109"/>
                </a:lnTo>
                <a:lnTo>
                  <a:pt x="27" y="109"/>
                </a:lnTo>
                <a:lnTo>
                  <a:pt x="26" y="108"/>
                </a:lnTo>
                <a:lnTo>
                  <a:pt x="26" y="107"/>
                </a:lnTo>
                <a:lnTo>
                  <a:pt x="25" y="106"/>
                </a:lnTo>
                <a:lnTo>
                  <a:pt x="24" y="106"/>
                </a:lnTo>
                <a:lnTo>
                  <a:pt x="24" y="105"/>
                </a:lnTo>
                <a:lnTo>
                  <a:pt x="23" y="104"/>
                </a:lnTo>
                <a:lnTo>
                  <a:pt x="23" y="103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0" y="100"/>
                </a:lnTo>
                <a:lnTo>
                  <a:pt x="20" y="99"/>
                </a:lnTo>
                <a:lnTo>
                  <a:pt x="19" y="98"/>
                </a:lnTo>
                <a:lnTo>
                  <a:pt x="18" y="97"/>
                </a:lnTo>
                <a:lnTo>
                  <a:pt x="18" y="97"/>
                </a:lnTo>
                <a:lnTo>
                  <a:pt x="17" y="96"/>
                </a:lnTo>
                <a:lnTo>
                  <a:pt x="17" y="95"/>
                </a:lnTo>
                <a:lnTo>
                  <a:pt x="16" y="94"/>
                </a:lnTo>
                <a:lnTo>
                  <a:pt x="16" y="93"/>
                </a:lnTo>
                <a:lnTo>
                  <a:pt x="15" y="92"/>
                </a:lnTo>
                <a:lnTo>
                  <a:pt x="15" y="92"/>
                </a:lnTo>
                <a:lnTo>
                  <a:pt x="14" y="91"/>
                </a:lnTo>
                <a:lnTo>
                  <a:pt x="14" y="90"/>
                </a:lnTo>
                <a:lnTo>
                  <a:pt x="13" y="89"/>
                </a:lnTo>
                <a:lnTo>
                  <a:pt x="13" y="88"/>
                </a:lnTo>
                <a:lnTo>
                  <a:pt x="13" y="87"/>
                </a:lnTo>
                <a:lnTo>
                  <a:pt x="12" y="86"/>
                </a:lnTo>
                <a:lnTo>
                  <a:pt x="12" y="85"/>
                </a:lnTo>
                <a:lnTo>
                  <a:pt x="11" y="85"/>
                </a:lnTo>
                <a:lnTo>
                  <a:pt x="11" y="84"/>
                </a:lnTo>
                <a:lnTo>
                  <a:pt x="10" y="83"/>
                </a:lnTo>
                <a:lnTo>
                  <a:pt x="10" y="82"/>
                </a:lnTo>
                <a:lnTo>
                  <a:pt x="9" y="81"/>
                </a:lnTo>
                <a:lnTo>
                  <a:pt x="9" y="81"/>
                </a:lnTo>
                <a:lnTo>
                  <a:pt x="9" y="80"/>
                </a:lnTo>
                <a:lnTo>
                  <a:pt x="9" y="79"/>
                </a:lnTo>
                <a:lnTo>
                  <a:pt x="9" y="78"/>
                </a:lnTo>
                <a:lnTo>
                  <a:pt x="9" y="78"/>
                </a:lnTo>
                <a:lnTo>
                  <a:pt x="8" y="77"/>
                </a:lnTo>
                <a:lnTo>
                  <a:pt x="8" y="76"/>
                </a:lnTo>
                <a:lnTo>
                  <a:pt x="8" y="75"/>
                </a:lnTo>
                <a:lnTo>
                  <a:pt x="7" y="74"/>
                </a:lnTo>
                <a:lnTo>
                  <a:pt x="7" y="73"/>
                </a:lnTo>
                <a:lnTo>
                  <a:pt x="6" y="73"/>
                </a:lnTo>
                <a:lnTo>
                  <a:pt x="6" y="72"/>
                </a:lnTo>
                <a:lnTo>
                  <a:pt x="6" y="71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8"/>
                </a:lnTo>
                <a:lnTo>
                  <a:pt x="4" y="67"/>
                </a:lnTo>
                <a:lnTo>
                  <a:pt x="4" y="66"/>
                </a:lnTo>
                <a:lnTo>
                  <a:pt x="4" y="65"/>
                </a:lnTo>
                <a:lnTo>
                  <a:pt x="3" y="64"/>
                </a:lnTo>
                <a:lnTo>
                  <a:pt x="3" y="63"/>
                </a:lnTo>
                <a:lnTo>
                  <a:pt x="3" y="62"/>
                </a:lnTo>
                <a:lnTo>
                  <a:pt x="3" y="61"/>
                </a:lnTo>
                <a:lnTo>
                  <a:pt x="2" y="61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1" y="54"/>
                </a:lnTo>
                <a:lnTo>
                  <a:pt x="1" y="53"/>
                </a:lnTo>
                <a:lnTo>
                  <a:pt x="1" y="52"/>
                </a:lnTo>
                <a:lnTo>
                  <a:pt x="1" y="51"/>
                </a:lnTo>
                <a:lnTo>
                  <a:pt x="0" y="50"/>
                </a:lnTo>
                <a:lnTo>
                  <a:pt x="0" y="49"/>
                </a:lnTo>
                <a:lnTo>
                  <a:pt x="0" y="49"/>
                </a:lnTo>
                <a:lnTo>
                  <a:pt x="0" y="48"/>
                </a:lnTo>
                <a:lnTo>
                  <a:pt x="0" y="47"/>
                </a:lnTo>
                <a:lnTo>
                  <a:pt x="0" y="46"/>
                </a:lnTo>
                <a:lnTo>
                  <a:pt x="0" y="45"/>
                </a:lnTo>
                <a:lnTo>
                  <a:pt x="0" y="44"/>
                </a:lnTo>
                <a:lnTo>
                  <a:pt x="0" y="43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0" y="40"/>
                </a:lnTo>
                <a:lnTo>
                  <a:pt x="0" y="39"/>
                </a:lnTo>
                <a:lnTo>
                  <a:pt x="0" y="38"/>
                </a:lnTo>
                <a:lnTo>
                  <a:pt x="0" y="37"/>
                </a:lnTo>
                <a:lnTo>
                  <a:pt x="0" y="37"/>
                </a:lnTo>
                <a:lnTo>
                  <a:pt x="0" y="36"/>
                </a:lnTo>
                <a:lnTo>
                  <a:pt x="0" y="36"/>
                </a:lnTo>
                <a:lnTo>
                  <a:pt x="0" y="35"/>
                </a:lnTo>
                <a:lnTo>
                  <a:pt x="0" y="35"/>
                </a:lnTo>
                <a:lnTo>
                  <a:pt x="1" y="34"/>
                </a:lnTo>
                <a:lnTo>
                  <a:pt x="1" y="34"/>
                </a:lnTo>
                <a:lnTo>
                  <a:pt x="1" y="33"/>
                </a:lnTo>
                <a:lnTo>
                  <a:pt x="1" y="33"/>
                </a:lnTo>
                <a:lnTo>
                  <a:pt x="1" y="32"/>
                </a:lnTo>
                <a:lnTo>
                  <a:pt x="1" y="32"/>
                </a:lnTo>
                <a:lnTo>
                  <a:pt x="1" y="31"/>
                </a:lnTo>
                <a:lnTo>
                  <a:pt x="1" y="31"/>
                </a:lnTo>
                <a:lnTo>
                  <a:pt x="1" y="30"/>
                </a:lnTo>
                <a:lnTo>
                  <a:pt x="1" y="30"/>
                </a:lnTo>
                <a:lnTo>
                  <a:pt x="2" y="29"/>
                </a:lnTo>
                <a:lnTo>
                  <a:pt x="2" y="29"/>
                </a:lnTo>
                <a:lnTo>
                  <a:pt x="2" y="28"/>
                </a:lnTo>
                <a:lnTo>
                  <a:pt x="2" y="28"/>
                </a:lnTo>
                <a:lnTo>
                  <a:pt x="2" y="28"/>
                </a:lnTo>
                <a:lnTo>
                  <a:pt x="2" y="27"/>
                </a:lnTo>
                <a:lnTo>
                  <a:pt x="2" y="27"/>
                </a:lnTo>
                <a:lnTo>
                  <a:pt x="3" y="26"/>
                </a:lnTo>
                <a:lnTo>
                  <a:pt x="3" y="26"/>
                </a:lnTo>
                <a:lnTo>
                  <a:pt x="3" y="25"/>
                </a:lnTo>
                <a:lnTo>
                  <a:pt x="3" y="25"/>
                </a:lnTo>
                <a:lnTo>
                  <a:pt x="3" y="25"/>
                </a:lnTo>
                <a:lnTo>
                  <a:pt x="3" y="24"/>
                </a:lnTo>
                <a:lnTo>
                  <a:pt x="3" y="24"/>
                </a:lnTo>
                <a:lnTo>
                  <a:pt x="4" y="23"/>
                </a:lnTo>
                <a:lnTo>
                  <a:pt x="4" y="23"/>
                </a:lnTo>
                <a:lnTo>
                  <a:pt x="4" y="22"/>
                </a:lnTo>
                <a:lnTo>
                  <a:pt x="4" y="22"/>
                </a:lnTo>
                <a:lnTo>
                  <a:pt x="5" y="22"/>
                </a:lnTo>
                <a:lnTo>
                  <a:pt x="5" y="21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9"/>
                </a:lnTo>
                <a:lnTo>
                  <a:pt x="6" y="18"/>
                </a:lnTo>
                <a:lnTo>
                  <a:pt x="7" y="18"/>
                </a:lnTo>
                <a:lnTo>
                  <a:pt x="7" y="18"/>
                </a:lnTo>
                <a:lnTo>
                  <a:pt x="7" y="17"/>
                </a:lnTo>
                <a:lnTo>
                  <a:pt x="7" y="17"/>
                </a:lnTo>
                <a:lnTo>
                  <a:pt x="8" y="16"/>
                </a:lnTo>
                <a:lnTo>
                  <a:pt x="8" y="16"/>
                </a:lnTo>
                <a:lnTo>
                  <a:pt x="8" y="16"/>
                </a:lnTo>
                <a:lnTo>
                  <a:pt x="9" y="15"/>
                </a:lnTo>
                <a:lnTo>
                  <a:pt x="9" y="15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9" y="14"/>
                </a:lnTo>
                <a:lnTo>
                  <a:pt x="10" y="14"/>
                </a:lnTo>
                <a:lnTo>
                  <a:pt x="10" y="13"/>
                </a:lnTo>
                <a:lnTo>
                  <a:pt x="10" y="13"/>
                </a:lnTo>
                <a:lnTo>
                  <a:pt x="11" y="13"/>
                </a:lnTo>
                <a:lnTo>
                  <a:pt x="11" y="12"/>
                </a:lnTo>
                <a:lnTo>
                  <a:pt x="12" y="12"/>
                </a:lnTo>
                <a:lnTo>
                  <a:pt x="12" y="12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5" y="9"/>
                </a:lnTo>
                <a:lnTo>
                  <a:pt x="16" y="8"/>
                </a:lnTo>
                <a:lnTo>
                  <a:pt x="16" y="8"/>
                </a:lnTo>
                <a:lnTo>
                  <a:pt x="16" y="8"/>
                </a:lnTo>
                <a:lnTo>
                  <a:pt x="17" y="8"/>
                </a:lnTo>
                <a:lnTo>
                  <a:pt x="17" y="7"/>
                </a:lnTo>
                <a:lnTo>
                  <a:pt x="18" y="7"/>
                </a:lnTo>
                <a:lnTo>
                  <a:pt x="18" y="7"/>
                </a:lnTo>
                <a:lnTo>
                  <a:pt x="19" y="6"/>
                </a:lnTo>
                <a:lnTo>
                  <a:pt x="19" y="6"/>
                </a:lnTo>
                <a:lnTo>
                  <a:pt x="20" y="6"/>
                </a:lnTo>
                <a:lnTo>
                  <a:pt x="20" y="6"/>
                </a:lnTo>
                <a:lnTo>
                  <a:pt x="20" y="5"/>
                </a:lnTo>
                <a:lnTo>
                  <a:pt x="21" y="5"/>
                </a:lnTo>
                <a:lnTo>
                  <a:pt x="21" y="5"/>
                </a:lnTo>
                <a:lnTo>
                  <a:pt x="22" y="5"/>
                </a:lnTo>
                <a:lnTo>
                  <a:pt x="22" y="4"/>
                </a:lnTo>
                <a:lnTo>
                  <a:pt x="23" y="4"/>
                </a:lnTo>
                <a:lnTo>
                  <a:pt x="23" y="4"/>
                </a:lnTo>
                <a:lnTo>
                  <a:pt x="24" y="4"/>
                </a:lnTo>
                <a:lnTo>
                  <a:pt x="24" y="3"/>
                </a:lnTo>
                <a:lnTo>
                  <a:pt x="25" y="3"/>
                </a:lnTo>
                <a:lnTo>
                  <a:pt x="25" y="3"/>
                </a:lnTo>
                <a:lnTo>
                  <a:pt x="26" y="3"/>
                </a:lnTo>
                <a:lnTo>
                  <a:pt x="26" y="3"/>
                </a:lnTo>
                <a:lnTo>
                  <a:pt x="27" y="2"/>
                </a:lnTo>
                <a:lnTo>
                  <a:pt x="27" y="2"/>
                </a:lnTo>
                <a:lnTo>
                  <a:pt x="28" y="2"/>
                </a:lnTo>
                <a:lnTo>
                  <a:pt x="28" y="2"/>
                </a:lnTo>
                <a:lnTo>
                  <a:pt x="29" y="2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1" y="1"/>
                </a:lnTo>
                <a:lnTo>
                  <a:pt x="31" y="1"/>
                </a:lnTo>
                <a:lnTo>
                  <a:pt x="32" y="1"/>
                </a:lnTo>
                <a:lnTo>
                  <a:pt x="32" y="1"/>
                </a:lnTo>
                <a:lnTo>
                  <a:pt x="32" y="1"/>
                </a:lnTo>
                <a:lnTo>
                  <a:pt x="33" y="1"/>
                </a:lnTo>
                <a:lnTo>
                  <a:pt x="33" y="1"/>
                </a:lnTo>
                <a:lnTo>
                  <a:pt x="34" y="1"/>
                </a:lnTo>
                <a:lnTo>
                  <a:pt x="34" y="1"/>
                </a:lnTo>
                <a:lnTo>
                  <a:pt x="35" y="0"/>
                </a:lnTo>
                <a:lnTo>
                  <a:pt x="35" y="0"/>
                </a:lnTo>
                <a:lnTo>
                  <a:pt x="36" y="0"/>
                </a:lnTo>
                <a:lnTo>
                  <a:pt x="36" y="0"/>
                </a:lnTo>
                <a:lnTo>
                  <a:pt x="36" y="0"/>
                </a:lnTo>
                <a:close/>
                <a:moveTo>
                  <a:pt x="74" y="139"/>
                </a:moveTo>
                <a:lnTo>
                  <a:pt x="74" y="139"/>
                </a:lnTo>
                <a:lnTo>
                  <a:pt x="74" y="139"/>
                </a:lnTo>
                <a:lnTo>
                  <a:pt x="74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0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1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3" y="142"/>
                </a:lnTo>
                <a:lnTo>
                  <a:pt x="74" y="139"/>
                </a:lnTo>
                <a:lnTo>
                  <a:pt x="74" y="139"/>
                </a:lnTo>
                <a:lnTo>
                  <a:pt x="74" y="139"/>
                </a:lnTo>
                <a:close/>
                <a:moveTo>
                  <a:pt x="35" y="33"/>
                </a:moveTo>
                <a:lnTo>
                  <a:pt x="34" y="33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4" y="34"/>
                </a:lnTo>
                <a:lnTo>
                  <a:pt x="33" y="34"/>
                </a:lnTo>
                <a:lnTo>
                  <a:pt x="33" y="34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5"/>
                </a:lnTo>
                <a:lnTo>
                  <a:pt x="33" y="36"/>
                </a:lnTo>
                <a:lnTo>
                  <a:pt x="33" y="36"/>
                </a:lnTo>
                <a:lnTo>
                  <a:pt x="33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6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7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2" y="38"/>
                </a:lnTo>
                <a:lnTo>
                  <a:pt x="31" y="38"/>
                </a:lnTo>
                <a:lnTo>
                  <a:pt x="31" y="38"/>
                </a:lnTo>
                <a:lnTo>
                  <a:pt x="31" y="38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39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0"/>
                </a:lnTo>
                <a:lnTo>
                  <a:pt x="31" y="41"/>
                </a:lnTo>
                <a:lnTo>
                  <a:pt x="31" y="41"/>
                </a:lnTo>
                <a:lnTo>
                  <a:pt x="31" y="41"/>
                </a:lnTo>
                <a:lnTo>
                  <a:pt x="31" y="42"/>
                </a:lnTo>
                <a:lnTo>
                  <a:pt x="31" y="42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1" y="45"/>
                </a:lnTo>
                <a:lnTo>
                  <a:pt x="31" y="46"/>
                </a:lnTo>
                <a:lnTo>
                  <a:pt x="31" y="46"/>
                </a:lnTo>
                <a:lnTo>
                  <a:pt x="31" y="47"/>
                </a:lnTo>
                <a:lnTo>
                  <a:pt x="31" y="47"/>
                </a:lnTo>
                <a:lnTo>
                  <a:pt x="31" y="48"/>
                </a:lnTo>
                <a:lnTo>
                  <a:pt x="31" y="48"/>
                </a:lnTo>
                <a:lnTo>
                  <a:pt x="31" y="49"/>
                </a:lnTo>
                <a:lnTo>
                  <a:pt x="31" y="50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1" y="51"/>
                </a:lnTo>
                <a:lnTo>
                  <a:pt x="32" y="52"/>
                </a:lnTo>
                <a:lnTo>
                  <a:pt x="32" y="53"/>
                </a:lnTo>
                <a:lnTo>
                  <a:pt x="32" y="53"/>
                </a:lnTo>
                <a:lnTo>
                  <a:pt x="32" y="54"/>
                </a:lnTo>
                <a:lnTo>
                  <a:pt x="32" y="55"/>
                </a:lnTo>
                <a:lnTo>
                  <a:pt x="32" y="55"/>
                </a:lnTo>
                <a:lnTo>
                  <a:pt x="32" y="56"/>
                </a:lnTo>
                <a:lnTo>
                  <a:pt x="33" y="56"/>
                </a:lnTo>
                <a:lnTo>
                  <a:pt x="33" y="57"/>
                </a:lnTo>
                <a:lnTo>
                  <a:pt x="33" y="58"/>
                </a:lnTo>
                <a:lnTo>
                  <a:pt x="33" y="58"/>
                </a:lnTo>
                <a:lnTo>
                  <a:pt x="33" y="59"/>
                </a:lnTo>
                <a:lnTo>
                  <a:pt x="33" y="60"/>
                </a:lnTo>
                <a:lnTo>
                  <a:pt x="34" y="61"/>
                </a:lnTo>
                <a:lnTo>
                  <a:pt x="34" y="61"/>
                </a:lnTo>
                <a:lnTo>
                  <a:pt x="34" y="62"/>
                </a:lnTo>
                <a:lnTo>
                  <a:pt x="34" y="63"/>
                </a:lnTo>
                <a:lnTo>
                  <a:pt x="35" y="63"/>
                </a:lnTo>
                <a:lnTo>
                  <a:pt x="35" y="64"/>
                </a:lnTo>
                <a:lnTo>
                  <a:pt x="35" y="65"/>
                </a:lnTo>
                <a:lnTo>
                  <a:pt x="35" y="65"/>
                </a:lnTo>
                <a:lnTo>
                  <a:pt x="36" y="66"/>
                </a:lnTo>
                <a:lnTo>
                  <a:pt x="36" y="67"/>
                </a:lnTo>
                <a:lnTo>
                  <a:pt x="36" y="68"/>
                </a:lnTo>
                <a:lnTo>
                  <a:pt x="36" y="68"/>
                </a:lnTo>
                <a:lnTo>
                  <a:pt x="37" y="69"/>
                </a:lnTo>
                <a:lnTo>
                  <a:pt x="37" y="70"/>
                </a:lnTo>
                <a:lnTo>
                  <a:pt x="37" y="70"/>
                </a:lnTo>
                <a:lnTo>
                  <a:pt x="37" y="71"/>
                </a:lnTo>
                <a:lnTo>
                  <a:pt x="38" y="71"/>
                </a:lnTo>
                <a:lnTo>
                  <a:pt x="38" y="72"/>
                </a:lnTo>
                <a:lnTo>
                  <a:pt x="38" y="73"/>
                </a:lnTo>
                <a:lnTo>
                  <a:pt x="38" y="73"/>
                </a:lnTo>
                <a:lnTo>
                  <a:pt x="38" y="73"/>
                </a:lnTo>
                <a:lnTo>
                  <a:pt x="38" y="74"/>
                </a:lnTo>
                <a:lnTo>
                  <a:pt x="39" y="75"/>
                </a:lnTo>
                <a:lnTo>
                  <a:pt x="39" y="76"/>
                </a:lnTo>
                <a:lnTo>
                  <a:pt x="39" y="76"/>
                </a:lnTo>
                <a:lnTo>
                  <a:pt x="40" y="77"/>
                </a:lnTo>
                <a:lnTo>
                  <a:pt x="40" y="78"/>
                </a:lnTo>
                <a:lnTo>
                  <a:pt x="40" y="79"/>
                </a:lnTo>
                <a:lnTo>
                  <a:pt x="41" y="80"/>
                </a:lnTo>
                <a:lnTo>
                  <a:pt x="41" y="80"/>
                </a:lnTo>
                <a:lnTo>
                  <a:pt x="41" y="81"/>
                </a:lnTo>
                <a:lnTo>
                  <a:pt x="42" y="82"/>
                </a:lnTo>
                <a:lnTo>
                  <a:pt x="42" y="83"/>
                </a:lnTo>
                <a:lnTo>
                  <a:pt x="42" y="83"/>
                </a:lnTo>
                <a:lnTo>
                  <a:pt x="43" y="84"/>
                </a:lnTo>
                <a:lnTo>
                  <a:pt x="43" y="85"/>
                </a:lnTo>
                <a:lnTo>
                  <a:pt x="44" y="86"/>
                </a:lnTo>
                <a:lnTo>
                  <a:pt x="44" y="86"/>
                </a:lnTo>
                <a:lnTo>
                  <a:pt x="44" y="87"/>
                </a:lnTo>
                <a:lnTo>
                  <a:pt x="45" y="88"/>
                </a:lnTo>
                <a:lnTo>
                  <a:pt x="45" y="89"/>
                </a:lnTo>
                <a:lnTo>
                  <a:pt x="46" y="89"/>
                </a:lnTo>
                <a:lnTo>
                  <a:pt x="46" y="90"/>
                </a:lnTo>
                <a:lnTo>
                  <a:pt x="47" y="91"/>
                </a:lnTo>
                <a:lnTo>
                  <a:pt x="47" y="92"/>
                </a:lnTo>
                <a:lnTo>
                  <a:pt x="47" y="93"/>
                </a:lnTo>
                <a:lnTo>
                  <a:pt x="48" y="93"/>
                </a:lnTo>
                <a:lnTo>
                  <a:pt x="48" y="94"/>
                </a:lnTo>
                <a:lnTo>
                  <a:pt x="49" y="95"/>
                </a:lnTo>
                <a:lnTo>
                  <a:pt x="49" y="95"/>
                </a:lnTo>
                <a:lnTo>
                  <a:pt x="49" y="96"/>
                </a:lnTo>
                <a:lnTo>
                  <a:pt x="50" y="96"/>
                </a:lnTo>
                <a:lnTo>
                  <a:pt x="50" y="97"/>
                </a:lnTo>
                <a:lnTo>
                  <a:pt x="50" y="98"/>
                </a:lnTo>
                <a:lnTo>
                  <a:pt x="51" y="99"/>
                </a:lnTo>
                <a:lnTo>
                  <a:pt x="51" y="99"/>
                </a:lnTo>
                <a:lnTo>
                  <a:pt x="52" y="100"/>
                </a:lnTo>
                <a:lnTo>
                  <a:pt x="52" y="101"/>
                </a:lnTo>
                <a:lnTo>
                  <a:pt x="53" y="101"/>
                </a:lnTo>
                <a:lnTo>
                  <a:pt x="53" y="102"/>
                </a:lnTo>
                <a:lnTo>
                  <a:pt x="54" y="102"/>
                </a:lnTo>
                <a:lnTo>
                  <a:pt x="54" y="103"/>
                </a:lnTo>
                <a:lnTo>
                  <a:pt x="55" y="103"/>
                </a:lnTo>
                <a:lnTo>
                  <a:pt x="55" y="104"/>
                </a:lnTo>
                <a:lnTo>
                  <a:pt x="56" y="105"/>
                </a:lnTo>
                <a:lnTo>
                  <a:pt x="56" y="105"/>
                </a:lnTo>
                <a:lnTo>
                  <a:pt x="56" y="106"/>
                </a:lnTo>
                <a:lnTo>
                  <a:pt x="57" y="107"/>
                </a:lnTo>
                <a:lnTo>
                  <a:pt x="57" y="107"/>
                </a:lnTo>
                <a:lnTo>
                  <a:pt x="58" y="108"/>
                </a:lnTo>
                <a:lnTo>
                  <a:pt x="58" y="109"/>
                </a:lnTo>
                <a:lnTo>
                  <a:pt x="59" y="110"/>
                </a:lnTo>
                <a:lnTo>
                  <a:pt x="59" y="110"/>
                </a:lnTo>
                <a:lnTo>
                  <a:pt x="60" y="111"/>
                </a:lnTo>
                <a:lnTo>
                  <a:pt x="60" y="111"/>
                </a:lnTo>
                <a:lnTo>
                  <a:pt x="61" y="112"/>
                </a:lnTo>
                <a:lnTo>
                  <a:pt x="61" y="113"/>
                </a:lnTo>
                <a:lnTo>
                  <a:pt x="62" y="113"/>
                </a:lnTo>
                <a:lnTo>
                  <a:pt x="62" y="114"/>
                </a:lnTo>
                <a:lnTo>
                  <a:pt x="63" y="115"/>
                </a:lnTo>
                <a:lnTo>
                  <a:pt x="63" y="115"/>
                </a:lnTo>
                <a:lnTo>
                  <a:pt x="64" y="116"/>
                </a:lnTo>
                <a:lnTo>
                  <a:pt x="64" y="117"/>
                </a:lnTo>
                <a:lnTo>
                  <a:pt x="65" y="117"/>
                </a:lnTo>
                <a:lnTo>
                  <a:pt x="65" y="118"/>
                </a:lnTo>
                <a:lnTo>
                  <a:pt x="65" y="118"/>
                </a:lnTo>
                <a:lnTo>
                  <a:pt x="65" y="118"/>
                </a:lnTo>
                <a:lnTo>
                  <a:pt x="66" y="119"/>
                </a:lnTo>
                <a:lnTo>
                  <a:pt x="66" y="119"/>
                </a:lnTo>
                <a:lnTo>
                  <a:pt x="66" y="119"/>
                </a:lnTo>
                <a:lnTo>
                  <a:pt x="64" y="113"/>
                </a:lnTo>
                <a:lnTo>
                  <a:pt x="63" y="110"/>
                </a:lnTo>
                <a:lnTo>
                  <a:pt x="62" y="107"/>
                </a:lnTo>
                <a:lnTo>
                  <a:pt x="61" y="104"/>
                </a:lnTo>
                <a:lnTo>
                  <a:pt x="60" y="102"/>
                </a:lnTo>
                <a:lnTo>
                  <a:pt x="59" y="102"/>
                </a:lnTo>
                <a:lnTo>
                  <a:pt x="58" y="98"/>
                </a:lnTo>
                <a:lnTo>
                  <a:pt x="57" y="95"/>
                </a:lnTo>
                <a:lnTo>
                  <a:pt x="56" y="92"/>
                </a:lnTo>
                <a:lnTo>
                  <a:pt x="55" y="90"/>
                </a:lnTo>
                <a:lnTo>
                  <a:pt x="55" y="89"/>
                </a:lnTo>
                <a:lnTo>
                  <a:pt x="54" y="87"/>
                </a:lnTo>
                <a:lnTo>
                  <a:pt x="54" y="86"/>
                </a:lnTo>
                <a:lnTo>
                  <a:pt x="53" y="84"/>
                </a:lnTo>
                <a:lnTo>
                  <a:pt x="53" y="83"/>
                </a:lnTo>
                <a:lnTo>
                  <a:pt x="52" y="82"/>
                </a:lnTo>
                <a:lnTo>
                  <a:pt x="52" y="81"/>
                </a:lnTo>
                <a:lnTo>
                  <a:pt x="51" y="79"/>
                </a:lnTo>
                <a:lnTo>
                  <a:pt x="51" y="78"/>
                </a:lnTo>
                <a:lnTo>
                  <a:pt x="50" y="76"/>
                </a:lnTo>
                <a:lnTo>
                  <a:pt x="50" y="75"/>
                </a:lnTo>
                <a:lnTo>
                  <a:pt x="49" y="73"/>
                </a:lnTo>
                <a:lnTo>
                  <a:pt x="48" y="73"/>
                </a:lnTo>
                <a:lnTo>
                  <a:pt x="48" y="71"/>
                </a:lnTo>
                <a:lnTo>
                  <a:pt x="48" y="71"/>
                </a:lnTo>
                <a:lnTo>
                  <a:pt x="47" y="70"/>
                </a:lnTo>
                <a:lnTo>
                  <a:pt x="47" y="68"/>
                </a:lnTo>
                <a:lnTo>
                  <a:pt x="47" y="67"/>
                </a:lnTo>
                <a:lnTo>
                  <a:pt x="46" y="65"/>
                </a:lnTo>
                <a:lnTo>
                  <a:pt x="46" y="64"/>
                </a:lnTo>
                <a:lnTo>
                  <a:pt x="45" y="62"/>
                </a:lnTo>
                <a:lnTo>
                  <a:pt x="45" y="61"/>
                </a:lnTo>
                <a:lnTo>
                  <a:pt x="44" y="59"/>
                </a:lnTo>
                <a:lnTo>
                  <a:pt x="44" y="58"/>
                </a:lnTo>
                <a:lnTo>
                  <a:pt x="44" y="56"/>
                </a:lnTo>
                <a:lnTo>
                  <a:pt x="43" y="55"/>
                </a:lnTo>
                <a:lnTo>
                  <a:pt x="43" y="54"/>
                </a:lnTo>
                <a:lnTo>
                  <a:pt x="43" y="53"/>
                </a:lnTo>
                <a:lnTo>
                  <a:pt x="42" y="52"/>
                </a:lnTo>
                <a:lnTo>
                  <a:pt x="42" y="51"/>
                </a:lnTo>
                <a:lnTo>
                  <a:pt x="41" y="50"/>
                </a:lnTo>
                <a:lnTo>
                  <a:pt x="41" y="48"/>
                </a:lnTo>
                <a:lnTo>
                  <a:pt x="41" y="47"/>
                </a:lnTo>
                <a:lnTo>
                  <a:pt x="40" y="46"/>
                </a:lnTo>
                <a:lnTo>
                  <a:pt x="40" y="45"/>
                </a:lnTo>
                <a:lnTo>
                  <a:pt x="39" y="44"/>
                </a:lnTo>
                <a:lnTo>
                  <a:pt x="39" y="43"/>
                </a:lnTo>
                <a:lnTo>
                  <a:pt x="39" y="43"/>
                </a:lnTo>
                <a:lnTo>
                  <a:pt x="39" y="43"/>
                </a:lnTo>
                <a:lnTo>
                  <a:pt x="38" y="43"/>
                </a:lnTo>
                <a:lnTo>
                  <a:pt x="38" y="42"/>
                </a:lnTo>
                <a:lnTo>
                  <a:pt x="38" y="42"/>
                </a:lnTo>
                <a:lnTo>
                  <a:pt x="38" y="41"/>
                </a:lnTo>
                <a:lnTo>
                  <a:pt x="38" y="41"/>
                </a:lnTo>
                <a:lnTo>
                  <a:pt x="38" y="40"/>
                </a:lnTo>
                <a:lnTo>
                  <a:pt x="38" y="40"/>
                </a:lnTo>
                <a:lnTo>
                  <a:pt x="38" y="39"/>
                </a:lnTo>
                <a:lnTo>
                  <a:pt x="38" y="39"/>
                </a:lnTo>
                <a:lnTo>
                  <a:pt x="38" y="39"/>
                </a:lnTo>
                <a:lnTo>
                  <a:pt x="37" y="38"/>
                </a:lnTo>
                <a:lnTo>
                  <a:pt x="37" y="38"/>
                </a:lnTo>
                <a:lnTo>
                  <a:pt x="37" y="37"/>
                </a:lnTo>
                <a:lnTo>
                  <a:pt x="37" y="37"/>
                </a:lnTo>
                <a:lnTo>
                  <a:pt x="37" y="37"/>
                </a:lnTo>
                <a:lnTo>
                  <a:pt x="36" y="36"/>
                </a:lnTo>
                <a:lnTo>
                  <a:pt x="36" y="36"/>
                </a:lnTo>
                <a:lnTo>
                  <a:pt x="36" y="36"/>
                </a:lnTo>
                <a:lnTo>
                  <a:pt x="36" y="35"/>
                </a:lnTo>
                <a:lnTo>
                  <a:pt x="36" y="35"/>
                </a:lnTo>
                <a:lnTo>
                  <a:pt x="35" y="35"/>
                </a:lnTo>
                <a:lnTo>
                  <a:pt x="35" y="34"/>
                </a:lnTo>
                <a:lnTo>
                  <a:pt x="35" y="34"/>
                </a:lnTo>
                <a:lnTo>
                  <a:pt x="35" y="34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close/>
                <a:moveTo>
                  <a:pt x="33" y="31"/>
                </a:moveTo>
                <a:lnTo>
                  <a:pt x="33" y="31"/>
                </a:lnTo>
                <a:lnTo>
                  <a:pt x="32" y="31"/>
                </a:lnTo>
                <a:lnTo>
                  <a:pt x="33" y="31"/>
                </a:lnTo>
                <a:lnTo>
                  <a:pt x="33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75" name="Freeform 21">
            <a:extLst>
              <a:ext uri="{FF2B5EF4-FFF2-40B4-BE49-F238E27FC236}">
                <a16:creationId xmlns:a16="http://schemas.microsoft.com/office/drawing/2014/main" id="{7D0961D8-DB54-3FD0-C55A-AB1B056DC9E0}"/>
              </a:ext>
            </a:extLst>
          </p:cNvPr>
          <p:cNvSpPr>
            <a:spLocks noEditPoints="1"/>
          </p:cNvSpPr>
          <p:nvPr/>
        </p:nvSpPr>
        <p:spPr bwMode="auto">
          <a:xfrm>
            <a:off x="10584298" y="4505947"/>
            <a:ext cx="621334" cy="301887"/>
          </a:xfrm>
          <a:custGeom>
            <a:avLst/>
            <a:gdLst>
              <a:gd name="T0" fmla="*/ 40 w 920"/>
              <a:gd name="T1" fmla="*/ 6 h 447"/>
              <a:gd name="T2" fmla="*/ 57 w 920"/>
              <a:gd name="T3" fmla="*/ 18 h 447"/>
              <a:gd name="T4" fmla="*/ 83 w 920"/>
              <a:gd name="T5" fmla="*/ 37 h 447"/>
              <a:gd name="T6" fmla="*/ 126 w 920"/>
              <a:gd name="T7" fmla="*/ 71 h 447"/>
              <a:gd name="T8" fmla="*/ 200 w 920"/>
              <a:gd name="T9" fmla="*/ 132 h 447"/>
              <a:gd name="T10" fmla="*/ 225 w 920"/>
              <a:gd name="T11" fmla="*/ 151 h 447"/>
              <a:gd name="T12" fmla="*/ 249 w 920"/>
              <a:gd name="T13" fmla="*/ 166 h 447"/>
              <a:gd name="T14" fmla="*/ 317 w 920"/>
              <a:gd name="T15" fmla="*/ 184 h 447"/>
              <a:gd name="T16" fmla="*/ 388 w 920"/>
              <a:gd name="T17" fmla="*/ 206 h 447"/>
              <a:gd name="T18" fmla="*/ 455 w 920"/>
              <a:gd name="T19" fmla="*/ 227 h 447"/>
              <a:gd name="T20" fmla="*/ 525 w 920"/>
              <a:gd name="T21" fmla="*/ 251 h 447"/>
              <a:gd name="T22" fmla="*/ 596 w 920"/>
              <a:gd name="T23" fmla="*/ 277 h 447"/>
              <a:gd name="T24" fmla="*/ 661 w 920"/>
              <a:gd name="T25" fmla="*/ 302 h 447"/>
              <a:gd name="T26" fmla="*/ 719 w 920"/>
              <a:gd name="T27" fmla="*/ 329 h 447"/>
              <a:gd name="T28" fmla="*/ 782 w 920"/>
              <a:gd name="T29" fmla="*/ 358 h 447"/>
              <a:gd name="T30" fmla="*/ 828 w 920"/>
              <a:gd name="T31" fmla="*/ 380 h 447"/>
              <a:gd name="T32" fmla="*/ 838 w 920"/>
              <a:gd name="T33" fmla="*/ 386 h 447"/>
              <a:gd name="T34" fmla="*/ 869 w 920"/>
              <a:gd name="T35" fmla="*/ 407 h 447"/>
              <a:gd name="T36" fmla="*/ 888 w 920"/>
              <a:gd name="T37" fmla="*/ 417 h 447"/>
              <a:gd name="T38" fmla="*/ 897 w 920"/>
              <a:gd name="T39" fmla="*/ 423 h 447"/>
              <a:gd name="T40" fmla="*/ 906 w 920"/>
              <a:gd name="T41" fmla="*/ 426 h 447"/>
              <a:gd name="T42" fmla="*/ 909 w 920"/>
              <a:gd name="T43" fmla="*/ 426 h 447"/>
              <a:gd name="T44" fmla="*/ 904 w 920"/>
              <a:gd name="T45" fmla="*/ 447 h 447"/>
              <a:gd name="T46" fmla="*/ 892 w 920"/>
              <a:gd name="T47" fmla="*/ 444 h 447"/>
              <a:gd name="T48" fmla="*/ 880 w 920"/>
              <a:gd name="T49" fmla="*/ 439 h 447"/>
              <a:gd name="T50" fmla="*/ 865 w 920"/>
              <a:gd name="T51" fmla="*/ 431 h 447"/>
              <a:gd name="T52" fmla="*/ 834 w 920"/>
              <a:gd name="T53" fmla="*/ 411 h 447"/>
              <a:gd name="T54" fmla="*/ 819 w 920"/>
              <a:gd name="T55" fmla="*/ 402 h 447"/>
              <a:gd name="T56" fmla="*/ 793 w 920"/>
              <a:gd name="T57" fmla="*/ 391 h 447"/>
              <a:gd name="T58" fmla="*/ 729 w 920"/>
              <a:gd name="T59" fmla="*/ 368 h 447"/>
              <a:gd name="T60" fmla="*/ 665 w 920"/>
              <a:gd name="T61" fmla="*/ 347 h 447"/>
              <a:gd name="T62" fmla="*/ 603 w 920"/>
              <a:gd name="T63" fmla="*/ 324 h 447"/>
              <a:gd name="T64" fmla="*/ 533 w 920"/>
              <a:gd name="T65" fmla="*/ 299 h 447"/>
              <a:gd name="T66" fmla="*/ 463 w 920"/>
              <a:gd name="T67" fmla="*/ 275 h 447"/>
              <a:gd name="T68" fmla="*/ 398 w 920"/>
              <a:gd name="T69" fmla="*/ 253 h 447"/>
              <a:gd name="T70" fmla="*/ 327 w 920"/>
              <a:gd name="T71" fmla="*/ 232 h 447"/>
              <a:gd name="T72" fmla="*/ 257 w 920"/>
              <a:gd name="T73" fmla="*/ 211 h 447"/>
              <a:gd name="T74" fmla="*/ 191 w 920"/>
              <a:gd name="T75" fmla="*/ 194 h 447"/>
              <a:gd name="T76" fmla="*/ 154 w 920"/>
              <a:gd name="T77" fmla="*/ 183 h 447"/>
              <a:gd name="T78" fmla="*/ 127 w 920"/>
              <a:gd name="T79" fmla="*/ 174 h 447"/>
              <a:gd name="T80" fmla="*/ 100 w 920"/>
              <a:gd name="T81" fmla="*/ 163 h 447"/>
              <a:gd name="T82" fmla="*/ 74 w 920"/>
              <a:gd name="T83" fmla="*/ 151 h 447"/>
              <a:gd name="T84" fmla="*/ 49 w 920"/>
              <a:gd name="T85" fmla="*/ 137 h 447"/>
              <a:gd name="T86" fmla="*/ 35 w 920"/>
              <a:gd name="T87" fmla="*/ 128 h 447"/>
              <a:gd name="T88" fmla="*/ 25 w 920"/>
              <a:gd name="T89" fmla="*/ 118 h 447"/>
              <a:gd name="T90" fmla="*/ 19 w 920"/>
              <a:gd name="T91" fmla="*/ 110 h 447"/>
              <a:gd name="T92" fmla="*/ 12 w 920"/>
              <a:gd name="T93" fmla="*/ 100 h 447"/>
              <a:gd name="T94" fmla="*/ 8 w 920"/>
              <a:gd name="T95" fmla="*/ 89 h 447"/>
              <a:gd name="T96" fmla="*/ 4 w 920"/>
              <a:gd name="T97" fmla="*/ 69 h 447"/>
              <a:gd name="T98" fmla="*/ 1 w 920"/>
              <a:gd name="T99" fmla="*/ 45 h 447"/>
              <a:gd name="T100" fmla="*/ 0 w 920"/>
              <a:gd name="T101" fmla="*/ 27 h 447"/>
              <a:gd name="T102" fmla="*/ 3 w 920"/>
              <a:gd name="T103" fmla="*/ 14 h 447"/>
              <a:gd name="T104" fmla="*/ 26 w 920"/>
              <a:gd name="T105" fmla="*/ 0 h 447"/>
              <a:gd name="T106" fmla="*/ 49 w 920"/>
              <a:gd name="T107" fmla="*/ 78 h 447"/>
              <a:gd name="T108" fmla="*/ 53 w 920"/>
              <a:gd name="T109" fmla="*/ 84 h 447"/>
              <a:gd name="T110" fmla="*/ 57 w 920"/>
              <a:gd name="T111" fmla="*/ 89 h 447"/>
              <a:gd name="T112" fmla="*/ 62 w 920"/>
              <a:gd name="T113" fmla="*/ 95 h 447"/>
              <a:gd name="T114" fmla="*/ 68 w 920"/>
              <a:gd name="T115" fmla="*/ 99 h 447"/>
              <a:gd name="T116" fmla="*/ 89 w 920"/>
              <a:gd name="T117" fmla="*/ 112 h 447"/>
              <a:gd name="T118" fmla="*/ 113 w 920"/>
              <a:gd name="T119" fmla="*/ 122 h 447"/>
              <a:gd name="T120" fmla="*/ 108 w 920"/>
              <a:gd name="T121" fmla="*/ 112 h 447"/>
              <a:gd name="T122" fmla="*/ 61 w 920"/>
              <a:gd name="T123" fmla="*/ 74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20" h="447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2" y="2"/>
                </a:lnTo>
                <a:lnTo>
                  <a:pt x="33" y="2"/>
                </a:lnTo>
                <a:lnTo>
                  <a:pt x="34" y="3"/>
                </a:lnTo>
                <a:lnTo>
                  <a:pt x="34" y="3"/>
                </a:lnTo>
                <a:lnTo>
                  <a:pt x="35" y="3"/>
                </a:lnTo>
                <a:lnTo>
                  <a:pt x="35" y="4"/>
                </a:lnTo>
                <a:lnTo>
                  <a:pt x="36" y="4"/>
                </a:lnTo>
                <a:lnTo>
                  <a:pt x="37" y="4"/>
                </a:lnTo>
                <a:lnTo>
                  <a:pt x="37" y="5"/>
                </a:lnTo>
                <a:lnTo>
                  <a:pt x="38" y="5"/>
                </a:lnTo>
                <a:lnTo>
                  <a:pt x="39" y="6"/>
                </a:lnTo>
                <a:lnTo>
                  <a:pt x="39" y="6"/>
                </a:lnTo>
                <a:lnTo>
                  <a:pt x="40" y="6"/>
                </a:lnTo>
                <a:lnTo>
                  <a:pt x="41" y="7"/>
                </a:lnTo>
                <a:lnTo>
                  <a:pt x="42" y="7"/>
                </a:lnTo>
                <a:lnTo>
                  <a:pt x="42" y="8"/>
                </a:lnTo>
                <a:lnTo>
                  <a:pt x="43" y="8"/>
                </a:lnTo>
                <a:lnTo>
                  <a:pt x="44" y="8"/>
                </a:lnTo>
                <a:lnTo>
                  <a:pt x="44" y="9"/>
                </a:lnTo>
                <a:lnTo>
                  <a:pt x="45" y="9"/>
                </a:lnTo>
                <a:lnTo>
                  <a:pt x="46" y="10"/>
                </a:lnTo>
                <a:lnTo>
                  <a:pt x="47" y="11"/>
                </a:lnTo>
                <a:lnTo>
                  <a:pt x="49" y="12"/>
                </a:lnTo>
                <a:lnTo>
                  <a:pt x="50" y="13"/>
                </a:lnTo>
                <a:lnTo>
                  <a:pt x="52" y="14"/>
                </a:lnTo>
                <a:lnTo>
                  <a:pt x="53" y="15"/>
                </a:lnTo>
                <a:lnTo>
                  <a:pt x="54" y="16"/>
                </a:lnTo>
                <a:lnTo>
                  <a:pt x="55" y="17"/>
                </a:lnTo>
                <a:lnTo>
                  <a:pt x="57" y="18"/>
                </a:lnTo>
                <a:lnTo>
                  <a:pt x="59" y="19"/>
                </a:lnTo>
                <a:lnTo>
                  <a:pt x="60" y="21"/>
                </a:lnTo>
                <a:lnTo>
                  <a:pt x="62" y="22"/>
                </a:lnTo>
                <a:lnTo>
                  <a:pt x="64" y="23"/>
                </a:lnTo>
                <a:lnTo>
                  <a:pt x="66" y="24"/>
                </a:lnTo>
                <a:lnTo>
                  <a:pt x="67" y="26"/>
                </a:lnTo>
                <a:lnTo>
                  <a:pt x="69" y="27"/>
                </a:lnTo>
                <a:lnTo>
                  <a:pt x="71" y="28"/>
                </a:lnTo>
                <a:lnTo>
                  <a:pt x="73" y="29"/>
                </a:lnTo>
                <a:lnTo>
                  <a:pt x="75" y="30"/>
                </a:lnTo>
                <a:lnTo>
                  <a:pt x="76" y="31"/>
                </a:lnTo>
                <a:lnTo>
                  <a:pt x="78" y="33"/>
                </a:lnTo>
                <a:lnTo>
                  <a:pt x="80" y="34"/>
                </a:lnTo>
                <a:lnTo>
                  <a:pt x="80" y="34"/>
                </a:lnTo>
                <a:lnTo>
                  <a:pt x="82" y="36"/>
                </a:lnTo>
                <a:lnTo>
                  <a:pt x="83" y="37"/>
                </a:lnTo>
                <a:lnTo>
                  <a:pt x="85" y="39"/>
                </a:lnTo>
                <a:lnTo>
                  <a:pt x="87" y="40"/>
                </a:lnTo>
                <a:lnTo>
                  <a:pt x="89" y="42"/>
                </a:lnTo>
                <a:lnTo>
                  <a:pt x="91" y="44"/>
                </a:lnTo>
                <a:lnTo>
                  <a:pt x="93" y="45"/>
                </a:lnTo>
                <a:lnTo>
                  <a:pt x="95" y="47"/>
                </a:lnTo>
                <a:lnTo>
                  <a:pt x="97" y="48"/>
                </a:lnTo>
                <a:lnTo>
                  <a:pt x="99" y="50"/>
                </a:lnTo>
                <a:lnTo>
                  <a:pt x="102" y="52"/>
                </a:lnTo>
                <a:lnTo>
                  <a:pt x="104" y="53"/>
                </a:lnTo>
                <a:lnTo>
                  <a:pt x="106" y="55"/>
                </a:lnTo>
                <a:lnTo>
                  <a:pt x="110" y="59"/>
                </a:lnTo>
                <a:lnTo>
                  <a:pt x="113" y="61"/>
                </a:lnTo>
                <a:lnTo>
                  <a:pt x="118" y="64"/>
                </a:lnTo>
                <a:lnTo>
                  <a:pt x="122" y="68"/>
                </a:lnTo>
                <a:lnTo>
                  <a:pt x="126" y="71"/>
                </a:lnTo>
                <a:lnTo>
                  <a:pt x="131" y="75"/>
                </a:lnTo>
                <a:lnTo>
                  <a:pt x="135" y="79"/>
                </a:lnTo>
                <a:lnTo>
                  <a:pt x="139" y="82"/>
                </a:lnTo>
                <a:lnTo>
                  <a:pt x="143" y="86"/>
                </a:lnTo>
                <a:lnTo>
                  <a:pt x="147" y="88"/>
                </a:lnTo>
                <a:lnTo>
                  <a:pt x="155" y="95"/>
                </a:lnTo>
                <a:lnTo>
                  <a:pt x="164" y="102"/>
                </a:lnTo>
                <a:lnTo>
                  <a:pt x="169" y="107"/>
                </a:lnTo>
                <a:lnTo>
                  <a:pt x="171" y="109"/>
                </a:lnTo>
                <a:lnTo>
                  <a:pt x="179" y="115"/>
                </a:lnTo>
                <a:lnTo>
                  <a:pt x="183" y="118"/>
                </a:lnTo>
                <a:lnTo>
                  <a:pt x="187" y="121"/>
                </a:lnTo>
                <a:lnTo>
                  <a:pt x="190" y="124"/>
                </a:lnTo>
                <a:lnTo>
                  <a:pt x="194" y="127"/>
                </a:lnTo>
                <a:lnTo>
                  <a:pt x="197" y="130"/>
                </a:lnTo>
                <a:lnTo>
                  <a:pt x="200" y="132"/>
                </a:lnTo>
                <a:lnTo>
                  <a:pt x="203" y="135"/>
                </a:lnTo>
                <a:lnTo>
                  <a:pt x="203" y="135"/>
                </a:lnTo>
                <a:lnTo>
                  <a:pt x="206" y="138"/>
                </a:lnTo>
                <a:lnTo>
                  <a:pt x="210" y="140"/>
                </a:lnTo>
                <a:lnTo>
                  <a:pt x="211" y="141"/>
                </a:lnTo>
                <a:lnTo>
                  <a:pt x="212" y="142"/>
                </a:lnTo>
                <a:lnTo>
                  <a:pt x="214" y="143"/>
                </a:lnTo>
                <a:lnTo>
                  <a:pt x="215" y="145"/>
                </a:lnTo>
                <a:lnTo>
                  <a:pt x="216" y="146"/>
                </a:lnTo>
                <a:lnTo>
                  <a:pt x="218" y="147"/>
                </a:lnTo>
                <a:lnTo>
                  <a:pt x="219" y="147"/>
                </a:lnTo>
                <a:lnTo>
                  <a:pt x="220" y="148"/>
                </a:lnTo>
                <a:lnTo>
                  <a:pt x="221" y="148"/>
                </a:lnTo>
                <a:lnTo>
                  <a:pt x="223" y="149"/>
                </a:lnTo>
                <a:lnTo>
                  <a:pt x="224" y="150"/>
                </a:lnTo>
                <a:lnTo>
                  <a:pt x="225" y="151"/>
                </a:lnTo>
                <a:lnTo>
                  <a:pt x="226" y="152"/>
                </a:lnTo>
                <a:lnTo>
                  <a:pt x="226" y="152"/>
                </a:lnTo>
                <a:lnTo>
                  <a:pt x="226" y="153"/>
                </a:lnTo>
                <a:lnTo>
                  <a:pt x="227" y="154"/>
                </a:lnTo>
                <a:lnTo>
                  <a:pt x="228" y="154"/>
                </a:lnTo>
                <a:lnTo>
                  <a:pt x="229" y="155"/>
                </a:lnTo>
                <a:lnTo>
                  <a:pt x="229" y="155"/>
                </a:lnTo>
                <a:lnTo>
                  <a:pt x="230" y="155"/>
                </a:lnTo>
                <a:lnTo>
                  <a:pt x="230" y="155"/>
                </a:lnTo>
                <a:lnTo>
                  <a:pt x="229" y="158"/>
                </a:lnTo>
                <a:lnTo>
                  <a:pt x="228" y="159"/>
                </a:lnTo>
                <a:lnTo>
                  <a:pt x="228" y="160"/>
                </a:lnTo>
                <a:lnTo>
                  <a:pt x="229" y="160"/>
                </a:lnTo>
                <a:lnTo>
                  <a:pt x="236" y="162"/>
                </a:lnTo>
                <a:lnTo>
                  <a:pt x="242" y="164"/>
                </a:lnTo>
                <a:lnTo>
                  <a:pt x="249" y="166"/>
                </a:lnTo>
                <a:lnTo>
                  <a:pt x="255" y="167"/>
                </a:lnTo>
                <a:lnTo>
                  <a:pt x="258" y="168"/>
                </a:lnTo>
                <a:lnTo>
                  <a:pt x="262" y="169"/>
                </a:lnTo>
                <a:lnTo>
                  <a:pt x="265" y="170"/>
                </a:lnTo>
                <a:lnTo>
                  <a:pt x="268" y="171"/>
                </a:lnTo>
                <a:lnTo>
                  <a:pt x="273" y="172"/>
                </a:lnTo>
                <a:lnTo>
                  <a:pt x="277" y="173"/>
                </a:lnTo>
                <a:lnTo>
                  <a:pt x="282" y="175"/>
                </a:lnTo>
                <a:lnTo>
                  <a:pt x="286" y="176"/>
                </a:lnTo>
                <a:lnTo>
                  <a:pt x="290" y="177"/>
                </a:lnTo>
                <a:lnTo>
                  <a:pt x="295" y="178"/>
                </a:lnTo>
                <a:lnTo>
                  <a:pt x="299" y="179"/>
                </a:lnTo>
                <a:lnTo>
                  <a:pt x="304" y="180"/>
                </a:lnTo>
                <a:lnTo>
                  <a:pt x="308" y="182"/>
                </a:lnTo>
                <a:lnTo>
                  <a:pt x="313" y="183"/>
                </a:lnTo>
                <a:lnTo>
                  <a:pt x="317" y="184"/>
                </a:lnTo>
                <a:lnTo>
                  <a:pt x="321" y="185"/>
                </a:lnTo>
                <a:lnTo>
                  <a:pt x="326" y="187"/>
                </a:lnTo>
                <a:lnTo>
                  <a:pt x="330" y="188"/>
                </a:lnTo>
                <a:lnTo>
                  <a:pt x="335" y="190"/>
                </a:lnTo>
                <a:lnTo>
                  <a:pt x="340" y="191"/>
                </a:lnTo>
                <a:lnTo>
                  <a:pt x="343" y="192"/>
                </a:lnTo>
                <a:lnTo>
                  <a:pt x="348" y="194"/>
                </a:lnTo>
                <a:lnTo>
                  <a:pt x="352" y="195"/>
                </a:lnTo>
                <a:lnTo>
                  <a:pt x="357" y="196"/>
                </a:lnTo>
                <a:lnTo>
                  <a:pt x="362" y="198"/>
                </a:lnTo>
                <a:lnTo>
                  <a:pt x="366" y="199"/>
                </a:lnTo>
                <a:lnTo>
                  <a:pt x="371" y="201"/>
                </a:lnTo>
                <a:lnTo>
                  <a:pt x="374" y="202"/>
                </a:lnTo>
                <a:lnTo>
                  <a:pt x="379" y="203"/>
                </a:lnTo>
                <a:lnTo>
                  <a:pt x="383" y="205"/>
                </a:lnTo>
                <a:lnTo>
                  <a:pt x="388" y="206"/>
                </a:lnTo>
                <a:lnTo>
                  <a:pt x="393" y="207"/>
                </a:lnTo>
                <a:lnTo>
                  <a:pt x="397" y="208"/>
                </a:lnTo>
                <a:lnTo>
                  <a:pt x="401" y="210"/>
                </a:lnTo>
                <a:lnTo>
                  <a:pt x="405" y="211"/>
                </a:lnTo>
                <a:lnTo>
                  <a:pt x="410" y="212"/>
                </a:lnTo>
                <a:lnTo>
                  <a:pt x="415" y="214"/>
                </a:lnTo>
                <a:lnTo>
                  <a:pt x="419" y="215"/>
                </a:lnTo>
                <a:lnTo>
                  <a:pt x="424" y="217"/>
                </a:lnTo>
                <a:lnTo>
                  <a:pt x="428" y="218"/>
                </a:lnTo>
                <a:lnTo>
                  <a:pt x="432" y="220"/>
                </a:lnTo>
                <a:lnTo>
                  <a:pt x="437" y="221"/>
                </a:lnTo>
                <a:lnTo>
                  <a:pt x="441" y="223"/>
                </a:lnTo>
                <a:lnTo>
                  <a:pt x="446" y="224"/>
                </a:lnTo>
                <a:lnTo>
                  <a:pt x="450" y="226"/>
                </a:lnTo>
                <a:lnTo>
                  <a:pt x="453" y="227"/>
                </a:lnTo>
                <a:lnTo>
                  <a:pt x="455" y="227"/>
                </a:lnTo>
                <a:lnTo>
                  <a:pt x="459" y="229"/>
                </a:lnTo>
                <a:lnTo>
                  <a:pt x="463" y="230"/>
                </a:lnTo>
                <a:lnTo>
                  <a:pt x="468" y="232"/>
                </a:lnTo>
                <a:lnTo>
                  <a:pt x="472" y="234"/>
                </a:lnTo>
                <a:lnTo>
                  <a:pt x="477" y="235"/>
                </a:lnTo>
                <a:lnTo>
                  <a:pt x="481" y="236"/>
                </a:lnTo>
                <a:lnTo>
                  <a:pt x="486" y="237"/>
                </a:lnTo>
                <a:lnTo>
                  <a:pt x="490" y="239"/>
                </a:lnTo>
                <a:lnTo>
                  <a:pt x="494" y="240"/>
                </a:lnTo>
                <a:lnTo>
                  <a:pt x="499" y="242"/>
                </a:lnTo>
                <a:lnTo>
                  <a:pt x="503" y="243"/>
                </a:lnTo>
                <a:lnTo>
                  <a:pt x="508" y="245"/>
                </a:lnTo>
                <a:lnTo>
                  <a:pt x="512" y="247"/>
                </a:lnTo>
                <a:lnTo>
                  <a:pt x="516" y="248"/>
                </a:lnTo>
                <a:lnTo>
                  <a:pt x="521" y="250"/>
                </a:lnTo>
                <a:lnTo>
                  <a:pt x="525" y="251"/>
                </a:lnTo>
                <a:lnTo>
                  <a:pt x="530" y="253"/>
                </a:lnTo>
                <a:lnTo>
                  <a:pt x="534" y="255"/>
                </a:lnTo>
                <a:lnTo>
                  <a:pt x="539" y="256"/>
                </a:lnTo>
                <a:lnTo>
                  <a:pt x="543" y="258"/>
                </a:lnTo>
                <a:lnTo>
                  <a:pt x="547" y="260"/>
                </a:lnTo>
                <a:lnTo>
                  <a:pt x="552" y="261"/>
                </a:lnTo>
                <a:lnTo>
                  <a:pt x="556" y="263"/>
                </a:lnTo>
                <a:lnTo>
                  <a:pt x="561" y="265"/>
                </a:lnTo>
                <a:lnTo>
                  <a:pt x="565" y="265"/>
                </a:lnTo>
                <a:lnTo>
                  <a:pt x="570" y="267"/>
                </a:lnTo>
                <a:lnTo>
                  <a:pt x="574" y="268"/>
                </a:lnTo>
                <a:lnTo>
                  <a:pt x="578" y="270"/>
                </a:lnTo>
                <a:lnTo>
                  <a:pt x="582" y="272"/>
                </a:lnTo>
                <a:lnTo>
                  <a:pt x="587" y="274"/>
                </a:lnTo>
                <a:lnTo>
                  <a:pt x="591" y="275"/>
                </a:lnTo>
                <a:lnTo>
                  <a:pt x="596" y="277"/>
                </a:lnTo>
                <a:lnTo>
                  <a:pt x="600" y="279"/>
                </a:lnTo>
                <a:lnTo>
                  <a:pt x="604" y="280"/>
                </a:lnTo>
                <a:lnTo>
                  <a:pt x="609" y="282"/>
                </a:lnTo>
                <a:lnTo>
                  <a:pt x="613" y="284"/>
                </a:lnTo>
                <a:lnTo>
                  <a:pt x="618" y="285"/>
                </a:lnTo>
                <a:lnTo>
                  <a:pt x="622" y="287"/>
                </a:lnTo>
                <a:lnTo>
                  <a:pt x="627" y="289"/>
                </a:lnTo>
                <a:lnTo>
                  <a:pt x="631" y="290"/>
                </a:lnTo>
                <a:lnTo>
                  <a:pt x="635" y="292"/>
                </a:lnTo>
                <a:lnTo>
                  <a:pt x="639" y="294"/>
                </a:lnTo>
                <a:lnTo>
                  <a:pt x="643" y="295"/>
                </a:lnTo>
                <a:lnTo>
                  <a:pt x="644" y="295"/>
                </a:lnTo>
                <a:lnTo>
                  <a:pt x="648" y="297"/>
                </a:lnTo>
                <a:lnTo>
                  <a:pt x="652" y="299"/>
                </a:lnTo>
                <a:lnTo>
                  <a:pt x="657" y="301"/>
                </a:lnTo>
                <a:lnTo>
                  <a:pt x="661" y="302"/>
                </a:lnTo>
                <a:lnTo>
                  <a:pt x="665" y="304"/>
                </a:lnTo>
                <a:lnTo>
                  <a:pt x="669" y="306"/>
                </a:lnTo>
                <a:lnTo>
                  <a:pt x="673" y="308"/>
                </a:lnTo>
                <a:lnTo>
                  <a:pt x="678" y="310"/>
                </a:lnTo>
                <a:lnTo>
                  <a:pt x="680" y="311"/>
                </a:lnTo>
                <a:lnTo>
                  <a:pt x="682" y="312"/>
                </a:lnTo>
                <a:lnTo>
                  <a:pt x="687" y="314"/>
                </a:lnTo>
                <a:lnTo>
                  <a:pt x="690" y="316"/>
                </a:lnTo>
                <a:lnTo>
                  <a:pt x="694" y="318"/>
                </a:lnTo>
                <a:lnTo>
                  <a:pt x="699" y="320"/>
                </a:lnTo>
                <a:lnTo>
                  <a:pt x="703" y="322"/>
                </a:lnTo>
                <a:lnTo>
                  <a:pt x="707" y="324"/>
                </a:lnTo>
                <a:lnTo>
                  <a:pt x="708" y="324"/>
                </a:lnTo>
                <a:lnTo>
                  <a:pt x="712" y="325"/>
                </a:lnTo>
                <a:lnTo>
                  <a:pt x="716" y="327"/>
                </a:lnTo>
                <a:lnTo>
                  <a:pt x="719" y="329"/>
                </a:lnTo>
                <a:lnTo>
                  <a:pt x="724" y="331"/>
                </a:lnTo>
                <a:lnTo>
                  <a:pt x="728" y="333"/>
                </a:lnTo>
                <a:lnTo>
                  <a:pt x="733" y="335"/>
                </a:lnTo>
                <a:lnTo>
                  <a:pt x="737" y="337"/>
                </a:lnTo>
                <a:lnTo>
                  <a:pt x="741" y="339"/>
                </a:lnTo>
                <a:lnTo>
                  <a:pt x="746" y="341"/>
                </a:lnTo>
                <a:lnTo>
                  <a:pt x="749" y="343"/>
                </a:lnTo>
                <a:lnTo>
                  <a:pt x="753" y="345"/>
                </a:lnTo>
                <a:lnTo>
                  <a:pt x="756" y="346"/>
                </a:lnTo>
                <a:lnTo>
                  <a:pt x="758" y="347"/>
                </a:lnTo>
                <a:lnTo>
                  <a:pt x="762" y="349"/>
                </a:lnTo>
                <a:lnTo>
                  <a:pt x="766" y="351"/>
                </a:lnTo>
                <a:lnTo>
                  <a:pt x="770" y="353"/>
                </a:lnTo>
                <a:lnTo>
                  <a:pt x="775" y="354"/>
                </a:lnTo>
                <a:lnTo>
                  <a:pt x="778" y="356"/>
                </a:lnTo>
                <a:lnTo>
                  <a:pt x="782" y="358"/>
                </a:lnTo>
                <a:lnTo>
                  <a:pt x="787" y="360"/>
                </a:lnTo>
                <a:lnTo>
                  <a:pt x="791" y="362"/>
                </a:lnTo>
                <a:lnTo>
                  <a:pt x="795" y="364"/>
                </a:lnTo>
                <a:lnTo>
                  <a:pt x="799" y="366"/>
                </a:lnTo>
                <a:lnTo>
                  <a:pt x="804" y="368"/>
                </a:lnTo>
                <a:lnTo>
                  <a:pt x="807" y="370"/>
                </a:lnTo>
                <a:lnTo>
                  <a:pt x="811" y="372"/>
                </a:lnTo>
                <a:lnTo>
                  <a:pt x="815" y="374"/>
                </a:lnTo>
                <a:lnTo>
                  <a:pt x="820" y="376"/>
                </a:lnTo>
                <a:lnTo>
                  <a:pt x="824" y="378"/>
                </a:lnTo>
                <a:lnTo>
                  <a:pt x="824" y="378"/>
                </a:lnTo>
                <a:lnTo>
                  <a:pt x="825" y="379"/>
                </a:lnTo>
                <a:lnTo>
                  <a:pt x="826" y="379"/>
                </a:lnTo>
                <a:lnTo>
                  <a:pt x="826" y="379"/>
                </a:lnTo>
                <a:lnTo>
                  <a:pt x="827" y="380"/>
                </a:lnTo>
                <a:lnTo>
                  <a:pt x="828" y="380"/>
                </a:lnTo>
                <a:lnTo>
                  <a:pt x="828" y="380"/>
                </a:lnTo>
                <a:lnTo>
                  <a:pt x="829" y="381"/>
                </a:lnTo>
                <a:lnTo>
                  <a:pt x="829" y="381"/>
                </a:lnTo>
                <a:lnTo>
                  <a:pt x="830" y="381"/>
                </a:lnTo>
                <a:lnTo>
                  <a:pt x="831" y="382"/>
                </a:lnTo>
                <a:lnTo>
                  <a:pt x="831" y="382"/>
                </a:lnTo>
                <a:lnTo>
                  <a:pt x="831" y="382"/>
                </a:lnTo>
                <a:lnTo>
                  <a:pt x="832" y="382"/>
                </a:lnTo>
                <a:lnTo>
                  <a:pt x="833" y="383"/>
                </a:lnTo>
                <a:lnTo>
                  <a:pt x="833" y="383"/>
                </a:lnTo>
                <a:lnTo>
                  <a:pt x="834" y="383"/>
                </a:lnTo>
                <a:lnTo>
                  <a:pt x="834" y="383"/>
                </a:lnTo>
                <a:lnTo>
                  <a:pt x="834" y="383"/>
                </a:lnTo>
                <a:lnTo>
                  <a:pt x="836" y="384"/>
                </a:lnTo>
                <a:lnTo>
                  <a:pt x="837" y="385"/>
                </a:lnTo>
                <a:lnTo>
                  <a:pt x="838" y="386"/>
                </a:lnTo>
                <a:lnTo>
                  <a:pt x="840" y="387"/>
                </a:lnTo>
                <a:lnTo>
                  <a:pt x="841" y="388"/>
                </a:lnTo>
                <a:lnTo>
                  <a:pt x="843" y="389"/>
                </a:lnTo>
                <a:lnTo>
                  <a:pt x="844" y="390"/>
                </a:lnTo>
                <a:lnTo>
                  <a:pt x="846" y="391"/>
                </a:lnTo>
                <a:lnTo>
                  <a:pt x="847" y="392"/>
                </a:lnTo>
                <a:lnTo>
                  <a:pt x="849" y="393"/>
                </a:lnTo>
                <a:lnTo>
                  <a:pt x="850" y="394"/>
                </a:lnTo>
                <a:lnTo>
                  <a:pt x="854" y="396"/>
                </a:lnTo>
                <a:lnTo>
                  <a:pt x="857" y="398"/>
                </a:lnTo>
                <a:lnTo>
                  <a:pt x="860" y="400"/>
                </a:lnTo>
                <a:lnTo>
                  <a:pt x="863" y="403"/>
                </a:lnTo>
                <a:lnTo>
                  <a:pt x="864" y="404"/>
                </a:lnTo>
                <a:lnTo>
                  <a:pt x="866" y="405"/>
                </a:lnTo>
                <a:lnTo>
                  <a:pt x="867" y="406"/>
                </a:lnTo>
                <a:lnTo>
                  <a:pt x="869" y="407"/>
                </a:lnTo>
                <a:lnTo>
                  <a:pt x="870" y="408"/>
                </a:lnTo>
                <a:lnTo>
                  <a:pt x="872" y="409"/>
                </a:lnTo>
                <a:lnTo>
                  <a:pt x="874" y="410"/>
                </a:lnTo>
                <a:lnTo>
                  <a:pt x="875" y="411"/>
                </a:lnTo>
                <a:lnTo>
                  <a:pt x="877" y="412"/>
                </a:lnTo>
                <a:lnTo>
                  <a:pt x="879" y="412"/>
                </a:lnTo>
                <a:lnTo>
                  <a:pt x="880" y="413"/>
                </a:lnTo>
                <a:lnTo>
                  <a:pt x="882" y="414"/>
                </a:lnTo>
                <a:lnTo>
                  <a:pt x="883" y="414"/>
                </a:lnTo>
                <a:lnTo>
                  <a:pt x="883" y="415"/>
                </a:lnTo>
                <a:lnTo>
                  <a:pt x="884" y="415"/>
                </a:lnTo>
                <a:lnTo>
                  <a:pt x="885" y="416"/>
                </a:lnTo>
                <a:lnTo>
                  <a:pt x="886" y="416"/>
                </a:lnTo>
                <a:lnTo>
                  <a:pt x="886" y="417"/>
                </a:lnTo>
                <a:lnTo>
                  <a:pt x="887" y="417"/>
                </a:lnTo>
                <a:lnTo>
                  <a:pt x="888" y="417"/>
                </a:lnTo>
                <a:lnTo>
                  <a:pt x="888" y="417"/>
                </a:lnTo>
                <a:lnTo>
                  <a:pt x="889" y="418"/>
                </a:lnTo>
                <a:lnTo>
                  <a:pt x="889" y="418"/>
                </a:lnTo>
                <a:lnTo>
                  <a:pt x="890" y="419"/>
                </a:lnTo>
                <a:lnTo>
                  <a:pt x="891" y="419"/>
                </a:lnTo>
                <a:lnTo>
                  <a:pt x="892" y="419"/>
                </a:lnTo>
                <a:lnTo>
                  <a:pt x="892" y="420"/>
                </a:lnTo>
                <a:lnTo>
                  <a:pt x="892" y="420"/>
                </a:lnTo>
                <a:lnTo>
                  <a:pt x="893" y="420"/>
                </a:lnTo>
                <a:lnTo>
                  <a:pt x="893" y="421"/>
                </a:lnTo>
                <a:lnTo>
                  <a:pt x="894" y="421"/>
                </a:lnTo>
                <a:lnTo>
                  <a:pt x="895" y="421"/>
                </a:lnTo>
                <a:lnTo>
                  <a:pt x="895" y="422"/>
                </a:lnTo>
                <a:lnTo>
                  <a:pt x="896" y="422"/>
                </a:lnTo>
                <a:lnTo>
                  <a:pt x="897" y="422"/>
                </a:lnTo>
                <a:lnTo>
                  <a:pt x="897" y="423"/>
                </a:lnTo>
                <a:lnTo>
                  <a:pt x="898" y="423"/>
                </a:lnTo>
                <a:lnTo>
                  <a:pt x="899" y="423"/>
                </a:lnTo>
                <a:lnTo>
                  <a:pt x="899" y="423"/>
                </a:lnTo>
                <a:lnTo>
                  <a:pt x="900" y="424"/>
                </a:lnTo>
                <a:lnTo>
                  <a:pt x="900" y="424"/>
                </a:lnTo>
                <a:lnTo>
                  <a:pt x="901" y="424"/>
                </a:lnTo>
                <a:lnTo>
                  <a:pt x="902" y="424"/>
                </a:lnTo>
                <a:lnTo>
                  <a:pt x="902" y="424"/>
                </a:lnTo>
                <a:lnTo>
                  <a:pt x="903" y="425"/>
                </a:lnTo>
                <a:lnTo>
                  <a:pt x="903" y="425"/>
                </a:lnTo>
                <a:lnTo>
                  <a:pt x="904" y="425"/>
                </a:lnTo>
                <a:lnTo>
                  <a:pt x="904" y="425"/>
                </a:lnTo>
                <a:lnTo>
                  <a:pt x="905" y="425"/>
                </a:lnTo>
                <a:lnTo>
                  <a:pt x="905" y="425"/>
                </a:lnTo>
                <a:lnTo>
                  <a:pt x="905" y="425"/>
                </a:lnTo>
                <a:lnTo>
                  <a:pt x="906" y="426"/>
                </a:lnTo>
                <a:lnTo>
                  <a:pt x="906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7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8" y="426"/>
                </a:lnTo>
                <a:lnTo>
                  <a:pt x="909" y="426"/>
                </a:lnTo>
                <a:lnTo>
                  <a:pt x="909" y="426"/>
                </a:lnTo>
                <a:lnTo>
                  <a:pt x="917" y="429"/>
                </a:lnTo>
                <a:lnTo>
                  <a:pt x="920" y="437"/>
                </a:lnTo>
                <a:lnTo>
                  <a:pt x="920" y="437"/>
                </a:lnTo>
                <a:lnTo>
                  <a:pt x="916" y="444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8" y="447"/>
                </a:lnTo>
                <a:lnTo>
                  <a:pt x="907" y="447"/>
                </a:lnTo>
                <a:lnTo>
                  <a:pt x="907" y="447"/>
                </a:lnTo>
                <a:lnTo>
                  <a:pt x="906" y="447"/>
                </a:lnTo>
                <a:lnTo>
                  <a:pt x="906" y="447"/>
                </a:lnTo>
                <a:lnTo>
                  <a:pt x="906" y="447"/>
                </a:lnTo>
                <a:lnTo>
                  <a:pt x="905" y="447"/>
                </a:lnTo>
                <a:lnTo>
                  <a:pt x="905" y="447"/>
                </a:lnTo>
                <a:lnTo>
                  <a:pt x="904" y="447"/>
                </a:lnTo>
                <a:lnTo>
                  <a:pt x="904" y="447"/>
                </a:lnTo>
                <a:lnTo>
                  <a:pt x="904" y="447"/>
                </a:lnTo>
                <a:lnTo>
                  <a:pt x="903" y="447"/>
                </a:lnTo>
                <a:lnTo>
                  <a:pt x="902" y="447"/>
                </a:lnTo>
                <a:lnTo>
                  <a:pt x="901" y="447"/>
                </a:lnTo>
                <a:lnTo>
                  <a:pt x="900" y="446"/>
                </a:lnTo>
                <a:lnTo>
                  <a:pt x="900" y="446"/>
                </a:lnTo>
                <a:lnTo>
                  <a:pt x="899" y="446"/>
                </a:lnTo>
                <a:lnTo>
                  <a:pt x="898" y="446"/>
                </a:lnTo>
                <a:lnTo>
                  <a:pt x="897" y="446"/>
                </a:lnTo>
                <a:lnTo>
                  <a:pt x="896" y="445"/>
                </a:lnTo>
                <a:lnTo>
                  <a:pt x="896" y="445"/>
                </a:lnTo>
                <a:lnTo>
                  <a:pt x="895" y="445"/>
                </a:lnTo>
                <a:lnTo>
                  <a:pt x="894" y="445"/>
                </a:lnTo>
                <a:lnTo>
                  <a:pt x="893" y="444"/>
                </a:lnTo>
                <a:lnTo>
                  <a:pt x="892" y="444"/>
                </a:lnTo>
                <a:lnTo>
                  <a:pt x="892" y="444"/>
                </a:lnTo>
                <a:lnTo>
                  <a:pt x="892" y="443"/>
                </a:lnTo>
                <a:lnTo>
                  <a:pt x="891" y="443"/>
                </a:lnTo>
                <a:lnTo>
                  <a:pt x="890" y="443"/>
                </a:lnTo>
                <a:lnTo>
                  <a:pt x="889" y="442"/>
                </a:lnTo>
                <a:lnTo>
                  <a:pt x="889" y="442"/>
                </a:lnTo>
                <a:lnTo>
                  <a:pt x="888" y="442"/>
                </a:lnTo>
                <a:lnTo>
                  <a:pt x="887" y="442"/>
                </a:lnTo>
                <a:lnTo>
                  <a:pt x="886" y="442"/>
                </a:lnTo>
                <a:lnTo>
                  <a:pt x="885" y="442"/>
                </a:lnTo>
                <a:lnTo>
                  <a:pt x="885" y="441"/>
                </a:lnTo>
                <a:lnTo>
                  <a:pt x="884" y="441"/>
                </a:lnTo>
                <a:lnTo>
                  <a:pt x="883" y="440"/>
                </a:lnTo>
                <a:lnTo>
                  <a:pt x="882" y="440"/>
                </a:lnTo>
                <a:lnTo>
                  <a:pt x="881" y="440"/>
                </a:lnTo>
                <a:lnTo>
                  <a:pt x="880" y="439"/>
                </a:lnTo>
                <a:lnTo>
                  <a:pt x="880" y="439"/>
                </a:lnTo>
                <a:lnTo>
                  <a:pt x="879" y="438"/>
                </a:lnTo>
                <a:lnTo>
                  <a:pt x="878" y="438"/>
                </a:lnTo>
                <a:lnTo>
                  <a:pt x="877" y="437"/>
                </a:lnTo>
                <a:lnTo>
                  <a:pt x="877" y="437"/>
                </a:lnTo>
                <a:lnTo>
                  <a:pt x="876" y="437"/>
                </a:lnTo>
                <a:lnTo>
                  <a:pt x="875" y="436"/>
                </a:lnTo>
                <a:lnTo>
                  <a:pt x="875" y="436"/>
                </a:lnTo>
                <a:lnTo>
                  <a:pt x="874" y="436"/>
                </a:lnTo>
                <a:lnTo>
                  <a:pt x="873" y="435"/>
                </a:lnTo>
                <a:lnTo>
                  <a:pt x="872" y="435"/>
                </a:lnTo>
                <a:lnTo>
                  <a:pt x="871" y="434"/>
                </a:lnTo>
                <a:lnTo>
                  <a:pt x="870" y="434"/>
                </a:lnTo>
                <a:lnTo>
                  <a:pt x="869" y="433"/>
                </a:lnTo>
                <a:lnTo>
                  <a:pt x="867" y="432"/>
                </a:lnTo>
                <a:lnTo>
                  <a:pt x="865" y="431"/>
                </a:lnTo>
                <a:lnTo>
                  <a:pt x="863" y="430"/>
                </a:lnTo>
                <a:lnTo>
                  <a:pt x="863" y="428"/>
                </a:lnTo>
                <a:lnTo>
                  <a:pt x="861" y="427"/>
                </a:lnTo>
                <a:lnTo>
                  <a:pt x="859" y="426"/>
                </a:lnTo>
                <a:lnTo>
                  <a:pt x="858" y="425"/>
                </a:lnTo>
                <a:lnTo>
                  <a:pt x="856" y="424"/>
                </a:lnTo>
                <a:lnTo>
                  <a:pt x="854" y="423"/>
                </a:lnTo>
                <a:lnTo>
                  <a:pt x="852" y="422"/>
                </a:lnTo>
                <a:lnTo>
                  <a:pt x="851" y="421"/>
                </a:lnTo>
                <a:lnTo>
                  <a:pt x="847" y="419"/>
                </a:lnTo>
                <a:lnTo>
                  <a:pt x="844" y="417"/>
                </a:lnTo>
                <a:lnTo>
                  <a:pt x="841" y="415"/>
                </a:lnTo>
                <a:lnTo>
                  <a:pt x="838" y="413"/>
                </a:lnTo>
                <a:lnTo>
                  <a:pt x="836" y="412"/>
                </a:lnTo>
                <a:lnTo>
                  <a:pt x="835" y="412"/>
                </a:lnTo>
                <a:lnTo>
                  <a:pt x="834" y="411"/>
                </a:lnTo>
                <a:lnTo>
                  <a:pt x="833" y="410"/>
                </a:lnTo>
                <a:lnTo>
                  <a:pt x="831" y="409"/>
                </a:lnTo>
                <a:lnTo>
                  <a:pt x="830" y="408"/>
                </a:lnTo>
                <a:lnTo>
                  <a:pt x="828" y="407"/>
                </a:lnTo>
                <a:lnTo>
                  <a:pt x="827" y="407"/>
                </a:lnTo>
                <a:lnTo>
                  <a:pt x="826" y="406"/>
                </a:lnTo>
                <a:lnTo>
                  <a:pt x="824" y="405"/>
                </a:lnTo>
                <a:lnTo>
                  <a:pt x="823" y="404"/>
                </a:lnTo>
                <a:lnTo>
                  <a:pt x="822" y="404"/>
                </a:lnTo>
                <a:lnTo>
                  <a:pt x="822" y="404"/>
                </a:lnTo>
                <a:lnTo>
                  <a:pt x="821" y="403"/>
                </a:lnTo>
                <a:lnTo>
                  <a:pt x="821" y="403"/>
                </a:lnTo>
                <a:lnTo>
                  <a:pt x="820" y="403"/>
                </a:lnTo>
                <a:lnTo>
                  <a:pt x="819" y="402"/>
                </a:lnTo>
                <a:lnTo>
                  <a:pt x="819" y="402"/>
                </a:lnTo>
                <a:lnTo>
                  <a:pt x="819" y="402"/>
                </a:lnTo>
                <a:lnTo>
                  <a:pt x="818" y="402"/>
                </a:lnTo>
                <a:lnTo>
                  <a:pt x="818" y="402"/>
                </a:lnTo>
                <a:lnTo>
                  <a:pt x="817" y="401"/>
                </a:lnTo>
                <a:lnTo>
                  <a:pt x="817" y="401"/>
                </a:lnTo>
                <a:lnTo>
                  <a:pt x="816" y="401"/>
                </a:lnTo>
                <a:lnTo>
                  <a:pt x="816" y="401"/>
                </a:lnTo>
                <a:lnTo>
                  <a:pt x="816" y="401"/>
                </a:lnTo>
                <a:lnTo>
                  <a:pt x="815" y="400"/>
                </a:lnTo>
                <a:lnTo>
                  <a:pt x="815" y="400"/>
                </a:lnTo>
                <a:lnTo>
                  <a:pt x="814" y="400"/>
                </a:lnTo>
                <a:lnTo>
                  <a:pt x="814" y="400"/>
                </a:lnTo>
                <a:lnTo>
                  <a:pt x="810" y="398"/>
                </a:lnTo>
                <a:lnTo>
                  <a:pt x="805" y="396"/>
                </a:lnTo>
                <a:lnTo>
                  <a:pt x="802" y="395"/>
                </a:lnTo>
                <a:lnTo>
                  <a:pt x="798" y="393"/>
                </a:lnTo>
                <a:lnTo>
                  <a:pt x="793" y="391"/>
                </a:lnTo>
                <a:lnTo>
                  <a:pt x="789" y="390"/>
                </a:lnTo>
                <a:lnTo>
                  <a:pt x="784" y="388"/>
                </a:lnTo>
                <a:lnTo>
                  <a:pt x="780" y="387"/>
                </a:lnTo>
                <a:lnTo>
                  <a:pt x="776" y="385"/>
                </a:lnTo>
                <a:lnTo>
                  <a:pt x="772" y="383"/>
                </a:lnTo>
                <a:lnTo>
                  <a:pt x="768" y="383"/>
                </a:lnTo>
                <a:lnTo>
                  <a:pt x="763" y="381"/>
                </a:lnTo>
                <a:lnTo>
                  <a:pt x="759" y="380"/>
                </a:lnTo>
                <a:lnTo>
                  <a:pt x="754" y="378"/>
                </a:lnTo>
                <a:lnTo>
                  <a:pt x="750" y="376"/>
                </a:lnTo>
                <a:lnTo>
                  <a:pt x="747" y="375"/>
                </a:lnTo>
                <a:lnTo>
                  <a:pt x="745" y="374"/>
                </a:lnTo>
                <a:lnTo>
                  <a:pt x="742" y="373"/>
                </a:lnTo>
                <a:lnTo>
                  <a:pt x="738" y="372"/>
                </a:lnTo>
                <a:lnTo>
                  <a:pt x="733" y="370"/>
                </a:lnTo>
                <a:lnTo>
                  <a:pt x="729" y="368"/>
                </a:lnTo>
                <a:lnTo>
                  <a:pt x="724" y="367"/>
                </a:lnTo>
                <a:lnTo>
                  <a:pt x="720" y="365"/>
                </a:lnTo>
                <a:lnTo>
                  <a:pt x="716" y="363"/>
                </a:lnTo>
                <a:lnTo>
                  <a:pt x="712" y="362"/>
                </a:lnTo>
                <a:lnTo>
                  <a:pt x="708" y="360"/>
                </a:lnTo>
                <a:lnTo>
                  <a:pt x="703" y="359"/>
                </a:lnTo>
                <a:lnTo>
                  <a:pt x="699" y="357"/>
                </a:lnTo>
                <a:lnTo>
                  <a:pt x="695" y="356"/>
                </a:lnTo>
                <a:lnTo>
                  <a:pt x="694" y="355"/>
                </a:lnTo>
                <a:lnTo>
                  <a:pt x="690" y="354"/>
                </a:lnTo>
                <a:lnTo>
                  <a:pt x="686" y="353"/>
                </a:lnTo>
                <a:lnTo>
                  <a:pt x="682" y="352"/>
                </a:lnTo>
                <a:lnTo>
                  <a:pt x="677" y="350"/>
                </a:lnTo>
                <a:lnTo>
                  <a:pt x="673" y="349"/>
                </a:lnTo>
                <a:lnTo>
                  <a:pt x="668" y="347"/>
                </a:lnTo>
                <a:lnTo>
                  <a:pt x="665" y="347"/>
                </a:lnTo>
                <a:lnTo>
                  <a:pt x="664" y="346"/>
                </a:lnTo>
                <a:lnTo>
                  <a:pt x="660" y="344"/>
                </a:lnTo>
                <a:lnTo>
                  <a:pt x="655" y="343"/>
                </a:lnTo>
                <a:lnTo>
                  <a:pt x="651" y="341"/>
                </a:lnTo>
                <a:lnTo>
                  <a:pt x="646" y="340"/>
                </a:lnTo>
                <a:lnTo>
                  <a:pt x="642" y="338"/>
                </a:lnTo>
                <a:lnTo>
                  <a:pt x="637" y="337"/>
                </a:lnTo>
                <a:lnTo>
                  <a:pt x="633" y="335"/>
                </a:lnTo>
                <a:lnTo>
                  <a:pt x="629" y="334"/>
                </a:lnTo>
                <a:lnTo>
                  <a:pt x="629" y="334"/>
                </a:lnTo>
                <a:lnTo>
                  <a:pt x="625" y="332"/>
                </a:lnTo>
                <a:lnTo>
                  <a:pt x="620" y="330"/>
                </a:lnTo>
                <a:lnTo>
                  <a:pt x="616" y="329"/>
                </a:lnTo>
                <a:lnTo>
                  <a:pt x="611" y="327"/>
                </a:lnTo>
                <a:lnTo>
                  <a:pt x="607" y="325"/>
                </a:lnTo>
                <a:lnTo>
                  <a:pt x="603" y="324"/>
                </a:lnTo>
                <a:lnTo>
                  <a:pt x="599" y="323"/>
                </a:lnTo>
                <a:lnTo>
                  <a:pt x="594" y="321"/>
                </a:lnTo>
                <a:lnTo>
                  <a:pt x="590" y="320"/>
                </a:lnTo>
                <a:lnTo>
                  <a:pt x="585" y="318"/>
                </a:lnTo>
                <a:lnTo>
                  <a:pt x="581" y="316"/>
                </a:lnTo>
                <a:lnTo>
                  <a:pt x="576" y="315"/>
                </a:lnTo>
                <a:lnTo>
                  <a:pt x="573" y="313"/>
                </a:lnTo>
                <a:lnTo>
                  <a:pt x="568" y="312"/>
                </a:lnTo>
                <a:lnTo>
                  <a:pt x="564" y="310"/>
                </a:lnTo>
                <a:lnTo>
                  <a:pt x="559" y="308"/>
                </a:lnTo>
                <a:lnTo>
                  <a:pt x="555" y="307"/>
                </a:lnTo>
                <a:lnTo>
                  <a:pt x="550" y="305"/>
                </a:lnTo>
                <a:lnTo>
                  <a:pt x="546" y="303"/>
                </a:lnTo>
                <a:lnTo>
                  <a:pt x="542" y="302"/>
                </a:lnTo>
                <a:lnTo>
                  <a:pt x="538" y="300"/>
                </a:lnTo>
                <a:lnTo>
                  <a:pt x="533" y="299"/>
                </a:lnTo>
                <a:lnTo>
                  <a:pt x="529" y="297"/>
                </a:lnTo>
                <a:lnTo>
                  <a:pt x="524" y="295"/>
                </a:lnTo>
                <a:lnTo>
                  <a:pt x="520" y="295"/>
                </a:lnTo>
                <a:lnTo>
                  <a:pt x="516" y="293"/>
                </a:lnTo>
                <a:lnTo>
                  <a:pt x="512" y="292"/>
                </a:lnTo>
                <a:lnTo>
                  <a:pt x="507" y="290"/>
                </a:lnTo>
                <a:lnTo>
                  <a:pt x="503" y="289"/>
                </a:lnTo>
                <a:lnTo>
                  <a:pt x="498" y="287"/>
                </a:lnTo>
                <a:lnTo>
                  <a:pt x="494" y="285"/>
                </a:lnTo>
                <a:lnTo>
                  <a:pt x="489" y="284"/>
                </a:lnTo>
                <a:lnTo>
                  <a:pt x="486" y="282"/>
                </a:lnTo>
                <a:lnTo>
                  <a:pt x="481" y="281"/>
                </a:lnTo>
                <a:lnTo>
                  <a:pt x="476" y="279"/>
                </a:lnTo>
                <a:lnTo>
                  <a:pt x="472" y="278"/>
                </a:lnTo>
                <a:lnTo>
                  <a:pt x="467" y="276"/>
                </a:lnTo>
                <a:lnTo>
                  <a:pt x="463" y="275"/>
                </a:lnTo>
                <a:lnTo>
                  <a:pt x="458" y="273"/>
                </a:lnTo>
                <a:lnTo>
                  <a:pt x="455" y="272"/>
                </a:lnTo>
                <a:lnTo>
                  <a:pt x="450" y="270"/>
                </a:lnTo>
                <a:lnTo>
                  <a:pt x="446" y="269"/>
                </a:lnTo>
                <a:lnTo>
                  <a:pt x="441" y="267"/>
                </a:lnTo>
                <a:lnTo>
                  <a:pt x="440" y="267"/>
                </a:lnTo>
                <a:lnTo>
                  <a:pt x="437" y="266"/>
                </a:lnTo>
                <a:lnTo>
                  <a:pt x="432" y="265"/>
                </a:lnTo>
                <a:lnTo>
                  <a:pt x="428" y="264"/>
                </a:lnTo>
                <a:lnTo>
                  <a:pt x="424" y="262"/>
                </a:lnTo>
                <a:lnTo>
                  <a:pt x="419" y="261"/>
                </a:lnTo>
                <a:lnTo>
                  <a:pt x="415" y="259"/>
                </a:lnTo>
                <a:lnTo>
                  <a:pt x="410" y="258"/>
                </a:lnTo>
                <a:lnTo>
                  <a:pt x="406" y="256"/>
                </a:lnTo>
                <a:lnTo>
                  <a:pt x="401" y="255"/>
                </a:lnTo>
                <a:lnTo>
                  <a:pt x="398" y="253"/>
                </a:lnTo>
                <a:lnTo>
                  <a:pt x="393" y="252"/>
                </a:lnTo>
                <a:lnTo>
                  <a:pt x="389" y="251"/>
                </a:lnTo>
                <a:lnTo>
                  <a:pt x="384" y="249"/>
                </a:lnTo>
                <a:lnTo>
                  <a:pt x="380" y="248"/>
                </a:lnTo>
                <a:lnTo>
                  <a:pt x="375" y="246"/>
                </a:lnTo>
                <a:lnTo>
                  <a:pt x="371" y="245"/>
                </a:lnTo>
                <a:lnTo>
                  <a:pt x="367" y="243"/>
                </a:lnTo>
                <a:lnTo>
                  <a:pt x="362" y="242"/>
                </a:lnTo>
                <a:lnTo>
                  <a:pt x="358" y="241"/>
                </a:lnTo>
                <a:lnTo>
                  <a:pt x="353" y="239"/>
                </a:lnTo>
                <a:lnTo>
                  <a:pt x="349" y="238"/>
                </a:lnTo>
                <a:lnTo>
                  <a:pt x="344" y="236"/>
                </a:lnTo>
                <a:lnTo>
                  <a:pt x="341" y="236"/>
                </a:lnTo>
                <a:lnTo>
                  <a:pt x="336" y="235"/>
                </a:lnTo>
                <a:lnTo>
                  <a:pt x="332" y="233"/>
                </a:lnTo>
                <a:lnTo>
                  <a:pt x="327" y="232"/>
                </a:lnTo>
                <a:lnTo>
                  <a:pt x="323" y="231"/>
                </a:lnTo>
                <a:lnTo>
                  <a:pt x="318" y="229"/>
                </a:lnTo>
                <a:lnTo>
                  <a:pt x="313" y="228"/>
                </a:lnTo>
                <a:lnTo>
                  <a:pt x="310" y="227"/>
                </a:lnTo>
                <a:lnTo>
                  <a:pt x="305" y="225"/>
                </a:lnTo>
                <a:lnTo>
                  <a:pt x="301" y="224"/>
                </a:lnTo>
                <a:lnTo>
                  <a:pt x="296" y="223"/>
                </a:lnTo>
                <a:lnTo>
                  <a:pt x="292" y="222"/>
                </a:lnTo>
                <a:lnTo>
                  <a:pt x="287" y="220"/>
                </a:lnTo>
                <a:lnTo>
                  <a:pt x="284" y="219"/>
                </a:lnTo>
                <a:lnTo>
                  <a:pt x="279" y="218"/>
                </a:lnTo>
                <a:lnTo>
                  <a:pt x="275" y="216"/>
                </a:lnTo>
                <a:lnTo>
                  <a:pt x="270" y="215"/>
                </a:lnTo>
                <a:lnTo>
                  <a:pt x="266" y="214"/>
                </a:lnTo>
                <a:lnTo>
                  <a:pt x="261" y="213"/>
                </a:lnTo>
                <a:lnTo>
                  <a:pt x="257" y="211"/>
                </a:lnTo>
                <a:lnTo>
                  <a:pt x="254" y="211"/>
                </a:lnTo>
                <a:lnTo>
                  <a:pt x="251" y="210"/>
                </a:lnTo>
                <a:lnTo>
                  <a:pt x="248" y="209"/>
                </a:lnTo>
                <a:lnTo>
                  <a:pt x="245" y="208"/>
                </a:lnTo>
                <a:lnTo>
                  <a:pt x="238" y="206"/>
                </a:lnTo>
                <a:lnTo>
                  <a:pt x="231" y="205"/>
                </a:lnTo>
                <a:lnTo>
                  <a:pt x="225" y="203"/>
                </a:lnTo>
                <a:lnTo>
                  <a:pt x="218" y="202"/>
                </a:lnTo>
                <a:lnTo>
                  <a:pt x="215" y="201"/>
                </a:lnTo>
                <a:lnTo>
                  <a:pt x="211" y="200"/>
                </a:lnTo>
                <a:lnTo>
                  <a:pt x="208" y="199"/>
                </a:lnTo>
                <a:lnTo>
                  <a:pt x="204" y="198"/>
                </a:lnTo>
                <a:lnTo>
                  <a:pt x="201" y="197"/>
                </a:lnTo>
                <a:lnTo>
                  <a:pt x="197" y="196"/>
                </a:lnTo>
                <a:lnTo>
                  <a:pt x="195" y="195"/>
                </a:lnTo>
                <a:lnTo>
                  <a:pt x="191" y="194"/>
                </a:lnTo>
                <a:lnTo>
                  <a:pt x="187" y="193"/>
                </a:lnTo>
                <a:lnTo>
                  <a:pt x="184" y="192"/>
                </a:lnTo>
                <a:lnTo>
                  <a:pt x="180" y="191"/>
                </a:lnTo>
                <a:lnTo>
                  <a:pt x="177" y="190"/>
                </a:lnTo>
                <a:lnTo>
                  <a:pt x="173" y="189"/>
                </a:lnTo>
                <a:lnTo>
                  <a:pt x="170" y="188"/>
                </a:lnTo>
                <a:lnTo>
                  <a:pt x="169" y="187"/>
                </a:lnTo>
                <a:lnTo>
                  <a:pt x="167" y="186"/>
                </a:lnTo>
                <a:lnTo>
                  <a:pt x="166" y="186"/>
                </a:lnTo>
                <a:lnTo>
                  <a:pt x="165" y="186"/>
                </a:lnTo>
                <a:lnTo>
                  <a:pt x="163" y="185"/>
                </a:lnTo>
                <a:lnTo>
                  <a:pt x="162" y="185"/>
                </a:lnTo>
                <a:lnTo>
                  <a:pt x="160" y="184"/>
                </a:lnTo>
                <a:lnTo>
                  <a:pt x="158" y="184"/>
                </a:lnTo>
                <a:lnTo>
                  <a:pt x="156" y="183"/>
                </a:lnTo>
                <a:lnTo>
                  <a:pt x="154" y="183"/>
                </a:lnTo>
                <a:lnTo>
                  <a:pt x="153" y="182"/>
                </a:lnTo>
                <a:lnTo>
                  <a:pt x="151" y="181"/>
                </a:lnTo>
                <a:lnTo>
                  <a:pt x="149" y="181"/>
                </a:lnTo>
                <a:lnTo>
                  <a:pt x="147" y="180"/>
                </a:lnTo>
                <a:lnTo>
                  <a:pt x="145" y="180"/>
                </a:lnTo>
                <a:lnTo>
                  <a:pt x="144" y="179"/>
                </a:lnTo>
                <a:lnTo>
                  <a:pt x="142" y="178"/>
                </a:lnTo>
                <a:lnTo>
                  <a:pt x="140" y="178"/>
                </a:lnTo>
                <a:lnTo>
                  <a:pt x="139" y="177"/>
                </a:lnTo>
                <a:lnTo>
                  <a:pt x="138" y="177"/>
                </a:lnTo>
                <a:lnTo>
                  <a:pt x="136" y="177"/>
                </a:lnTo>
                <a:lnTo>
                  <a:pt x="134" y="176"/>
                </a:lnTo>
                <a:lnTo>
                  <a:pt x="132" y="176"/>
                </a:lnTo>
                <a:lnTo>
                  <a:pt x="130" y="175"/>
                </a:lnTo>
                <a:lnTo>
                  <a:pt x="129" y="175"/>
                </a:lnTo>
                <a:lnTo>
                  <a:pt x="127" y="174"/>
                </a:lnTo>
                <a:lnTo>
                  <a:pt x="125" y="173"/>
                </a:lnTo>
                <a:lnTo>
                  <a:pt x="123" y="173"/>
                </a:lnTo>
                <a:lnTo>
                  <a:pt x="122" y="172"/>
                </a:lnTo>
                <a:lnTo>
                  <a:pt x="120" y="171"/>
                </a:lnTo>
                <a:lnTo>
                  <a:pt x="118" y="171"/>
                </a:lnTo>
                <a:lnTo>
                  <a:pt x="116" y="170"/>
                </a:lnTo>
                <a:lnTo>
                  <a:pt x="114" y="169"/>
                </a:lnTo>
                <a:lnTo>
                  <a:pt x="113" y="169"/>
                </a:lnTo>
                <a:lnTo>
                  <a:pt x="111" y="168"/>
                </a:lnTo>
                <a:lnTo>
                  <a:pt x="110" y="167"/>
                </a:lnTo>
                <a:lnTo>
                  <a:pt x="108" y="167"/>
                </a:lnTo>
                <a:lnTo>
                  <a:pt x="107" y="166"/>
                </a:lnTo>
                <a:lnTo>
                  <a:pt x="105" y="165"/>
                </a:lnTo>
                <a:lnTo>
                  <a:pt x="103" y="164"/>
                </a:lnTo>
                <a:lnTo>
                  <a:pt x="101" y="164"/>
                </a:lnTo>
                <a:lnTo>
                  <a:pt x="100" y="163"/>
                </a:lnTo>
                <a:lnTo>
                  <a:pt x="98" y="162"/>
                </a:lnTo>
                <a:lnTo>
                  <a:pt x="96" y="162"/>
                </a:lnTo>
                <a:lnTo>
                  <a:pt x="95" y="161"/>
                </a:lnTo>
                <a:lnTo>
                  <a:pt x="93" y="160"/>
                </a:lnTo>
                <a:lnTo>
                  <a:pt x="91" y="159"/>
                </a:lnTo>
                <a:lnTo>
                  <a:pt x="89" y="159"/>
                </a:lnTo>
                <a:lnTo>
                  <a:pt x="88" y="158"/>
                </a:lnTo>
                <a:lnTo>
                  <a:pt x="86" y="157"/>
                </a:lnTo>
                <a:lnTo>
                  <a:pt x="84" y="156"/>
                </a:lnTo>
                <a:lnTo>
                  <a:pt x="83" y="155"/>
                </a:lnTo>
                <a:lnTo>
                  <a:pt x="82" y="155"/>
                </a:lnTo>
                <a:lnTo>
                  <a:pt x="80" y="154"/>
                </a:lnTo>
                <a:lnTo>
                  <a:pt x="79" y="153"/>
                </a:lnTo>
                <a:lnTo>
                  <a:pt x="77" y="152"/>
                </a:lnTo>
                <a:lnTo>
                  <a:pt x="75" y="151"/>
                </a:lnTo>
                <a:lnTo>
                  <a:pt x="74" y="151"/>
                </a:lnTo>
                <a:lnTo>
                  <a:pt x="72" y="150"/>
                </a:lnTo>
                <a:lnTo>
                  <a:pt x="70" y="149"/>
                </a:lnTo>
                <a:lnTo>
                  <a:pt x="69" y="148"/>
                </a:lnTo>
                <a:lnTo>
                  <a:pt x="67" y="147"/>
                </a:lnTo>
                <a:lnTo>
                  <a:pt x="65" y="147"/>
                </a:lnTo>
                <a:lnTo>
                  <a:pt x="64" y="146"/>
                </a:lnTo>
                <a:lnTo>
                  <a:pt x="62" y="146"/>
                </a:lnTo>
                <a:lnTo>
                  <a:pt x="61" y="145"/>
                </a:lnTo>
                <a:lnTo>
                  <a:pt x="59" y="144"/>
                </a:lnTo>
                <a:lnTo>
                  <a:pt x="57" y="143"/>
                </a:lnTo>
                <a:lnTo>
                  <a:pt x="56" y="142"/>
                </a:lnTo>
                <a:lnTo>
                  <a:pt x="54" y="141"/>
                </a:lnTo>
                <a:lnTo>
                  <a:pt x="53" y="140"/>
                </a:lnTo>
                <a:lnTo>
                  <a:pt x="52" y="139"/>
                </a:lnTo>
                <a:lnTo>
                  <a:pt x="50" y="138"/>
                </a:lnTo>
                <a:lnTo>
                  <a:pt x="49" y="137"/>
                </a:lnTo>
                <a:lnTo>
                  <a:pt x="47" y="136"/>
                </a:lnTo>
                <a:lnTo>
                  <a:pt x="46" y="135"/>
                </a:lnTo>
                <a:lnTo>
                  <a:pt x="44" y="134"/>
                </a:lnTo>
                <a:lnTo>
                  <a:pt x="43" y="134"/>
                </a:lnTo>
                <a:lnTo>
                  <a:pt x="43" y="133"/>
                </a:lnTo>
                <a:lnTo>
                  <a:pt x="42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0"/>
                </a:lnTo>
                <a:lnTo>
                  <a:pt x="38" y="130"/>
                </a:lnTo>
                <a:lnTo>
                  <a:pt x="37" y="129"/>
                </a:lnTo>
                <a:lnTo>
                  <a:pt x="36" y="129"/>
                </a:lnTo>
                <a:lnTo>
                  <a:pt x="36" y="128"/>
                </a:lnTo>
                <a:lnTo>
                  <a:pt x="35" y="128"/>
                </a:lnTo>
                <a:lnTo>
                  <a:pt x="34" y="127"/>
                </a:lnTo>
                <a:lnTo>
                  <a:pt x="34" y="127"/>
                </a:lnTo>
                <a:lnTo>
                  <a:pt x="33" y="126"/>
                </a:lnTo>
                <a:lnTo>
                  <a:pt x="32" y="125"/>
                </a:lnTo>
                <a:lnTo>
                  <a:pt x="32" y="125"/>
                </a:lnTo>
                <a:lnTo>
                  <a:pt x="31" y="124"/>
                </a:lnTo>
                <a:lnTo>
                  <a:pt x="31" y="124"/>
                </a:lnTo>
                <a:lnTo>
                  <a:pt x="30" y="123"/>
                </a:lnTo>
                <a:lnTo>
                  <a:pt x="29" y="122"/>
                </a:lnTo>
                <a:lnTo>
                  <a:pt x="29" y="122"/>
                </a:lnTo>
                <a:lnTo>
                  <a:pt x="28" y="121"/>
                </a:lnTo>
                <a:lnTo>
                  <a:pt x="28" y="121"/>
                </a:lnTo>
                <a:lnTo>
                  <a:pt x="27" y="120"/>
                </a:lnTo>
                <a:lnTo>
                  <a:pt x="27" y="119"/>
                </a:lnTo>
                <a:lnTo>
                  <a:pt x="26" y="119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4" y="117"/>
                </a:lnTo>
                <a:lnTo>
                  <a:pt x="24" y="117"/>
                </a:lnTo>
                <a:lnTo>
                  <a:pt x="24" y="116"/>
                </a:lnTo>
                <a:lnTo>
                  <a:pt x="24" y="116"/>
                </a:lnTo>
                <a:lnTo>
                  <a:pt x="23" y="116"/>
                </a:lnTo>
                <a:lnTo>
                  <a:pt x="23" y="115"/>
                </a:lnTo>
                <a:lnTo>
                  <a:pt x="22" y="114"/>
                </a:lnTo>
                <a:lnTo>
                  <a:pt x="22" y="114"/>
                </a:lnTo>
                <a:lnTo>
                  <a:pt x="21" y="113"/>
                </a:lnTo>
                <a:lnTo>
                  <a:pt x="21" y="112"/>
                </a:lnTo>
                <a:lnTo>
                  <a:pt x="20" y="112"/>
                </a:lnTo>
                <a:lnTo>
                  <a:pt x="20" y="111"/>
                </a:lnTo>
                <a:lnTo>
                  <a:pt x="19" y="110"/>
                </a:lnTo>
                <a:lnTo>
                  <a:pt x="19" y="110"/>
                </a:lnTo>
                <a:lnTo>
                  <a:pt x="19" y="109"/>
                </a:lnTo>
                <a:lnTo>
                  <a:pt x="18" y="109"/>
                </a:lnTo>
                <a:lnTo>
                  <a:pt x="18" y="108"/>
                </a:lnTo>
                <a:lnTo>
                  <a:pt x="17" y="107"/>
                </a:lnTo>
                <a:lnTo>
                  <a:pt x="17" y="107"/>
                </a:lnTo>
                <a:lnTo>
                  <a:pt x="16" y="106"/>
                </a:lnTo>
                <a:lnTo>
                  <a:pt x="16" y="105"/>
                </a:lnTo>
                <a:lnTo>
                  <a:pt x="16" y="105"/>
                </a:lnTo>
                <a:lnTo>
                  <a:pt x="15" y="104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2"/>
                </a:lnTo>
                <a:lnTo>
                  <a:pt x="13" y="101"/>
                </a:lnTo>
                <a:lnTo>
                  <a:pt x="13" y="100"/>
                </a:lnTo>
                <a:lnTo>
                  <a:pt x="12" y="100"/>
                </a:lnTo>
                <a:lnTo>
                  <a:pt x="12" y="99"/>
                </a:lnTo>
                <a:lnTo>
                  <a:pt x="12" y="98"/>
                </a:lnTo>
                <a:lnTo>
                  <a:pt x="11" y="98"/>
                </a:lnTo>
                <a:lnTo>
                  <a:pt x="11" y="97"/>
                </a:lnTo>
                <a:lnTo>
                  <a:pt x="10" y="96"/>
                </a:lnTo>
                <a:lnTo>
                  <a:pt x="10" y="95"/>
                </a:lnTo>
                <a:lnTo>
                  <a:pt x="10" y="94"/>
                </a:lnTo>
                <a:lnTo>
                  <a:pt x="9" y="93"/>
                </a:lnTo>
                <a:lnTo>
                  <a:pt x="9" y="93"/>
                </a:lnTo>
                <a:lnTo>
                  <a:pt x="9" y="92"/>
                </a:lnTo>
                <a:lnTo>
                  <a:pt x="9" y="91"/>
                </a:lnTo>
                <a:lnTo>
                  <a:pt x="9" y="91"/>
                </a:lnTo>
                <a:lnTo>
                  <a:pt x="8" y="90"/>
                </a:lnTo>
                <a:lnTo>
                  <a:pt x="8" y="90"/>
                </a:lnTo>
                <a:lnTo>
                  <a:pt x="8" y="89"/>
                </a:lnTo>
                <a:lnTo>
                  <a:pt x="8" y="89"/>
                </a:lnTo>
                <a:lnTo>
                  <a:pt x="8" y="88"/>
                </a:lnTo>
                <a:lnTo>
                  <a:pt x="7" y="88"/>
                </a:lnTo>
                <a:lnTo>
                  <a:pt x="7" y="87"/>
                </a:lnTo>
                <a:lnTo>
                  <a:pt x="7" y="85"/>
                </a:lnTo>
                <a:lnTo>
                  <a:pt x="7" y="84"/>
                </a:lnTo>
                <a:lnTo>
                  <a:pt x="7" y="83"/>
                </a:lnTo>
                <a:lnTo>
                  <a:pt x="6" y="82"/>
                </a:lnTo>
                <a:lnTo>
                  <a:pt x="6" y="80"/>
                </a:lnTo>
                <a:lnTo>
                  <a:pt x="6" y="79"/>
                </a:lnTo>
                <a:lnTo>
                  <a:pt x="6" y="78"/>
                </a:lnTo>
                <a:lnTo>
                  <a:pt x="5" y="76"/>
                </a:lnTo>
                <a:lnTo>
                  <a:pt x="5" y="75"/>
                </a:lnTo>
                <a:lnTo>
                  <a:pt x="5" y="74"/>
                </a:lnTo>
                <a:lnTo>
                  <a:pt x="5" y="72"/>
                </a:lnTo>
                <a:lnTo>
                  <a:pt x="5" y="71"/>
                </a:lnTo>
                <a:lnTo>
                  <a:pt x="4" y="69"/>
                </a:lnTo>
                <a:lnTo>
                  <a:pt x="4" y="68"/>
                </a:lnTo>
                <a:lnTo>
                  <a:pt x="4" y="66"/>
                </a:lnTo>
                <a:lnTo>
                  <a:pt x="4" y="64"/>
                </a:lnTo>
                <a:lnTo>
                  <a:pt x="3" y="63"/>
                </a:lnTo>
                <a:lnTo>
                  <a:pt x="3" y="61"/>
                </a:lnTo>
                <a:lnTo>
                  <a:pt x="3" y="60"/>
                </a:lnTo>
                <a:lnTo>
                  <a:pt x="3" y="59"/>
                </a:lnTo>
                <a:lnTo>
                  <a:pt x="3" y="57"/>
                </a:lnTo>
                <a:lnTo>
                  <a:pt x="2" y="56"/>
                </a:lnTo>
                <a:lnTo>
                  <a:pt x="2" y="54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8"/>
                </a:lnTo>
                <a:lnTo>
                  <a:pt x="2" y="46"/>
                </a:lnTo>
                <a:lnTo>
                  <a:pt x="1" y="45"/>
                </a:lnTo>
                <a:lnTo>
                  <a:pt x="1" y="43"/>
                </a:lnTo>
                <a:lnTo>
                  <a:pt x="1" y="42"/>
                </a:lnTo>
                <a:lnTo>
                  <a:pt x="1" y="40"/>
                </a:lnTo>
                <a:lnTo>
                  <a:pt x="1" y="39"/>
                </a:lnTo>
                <a:lnTo>
                  <a:pt x="1" y="37"/>
                </a:lnTo>
                <a:lnTo>
                  <a:pt x="1" y="36"/>
                </a:lnTo>
                <a:lnTo>
                  <a:pt x="1" y="34"/>
                </a:lnTo>
                <a:lnTo>
                  <a:pt x="1" y="33"/>
                </a:lnTo>
                <a:lnTo>
                  <a:pt x="1" y="32"/>
                </a:lnTo>
                <a:lnTo>
                  <a:pt x="0" y="30"/>
                </a:lnTo>
                <a:lnTo>
                  <a:pt x="0" y="29"/>
                </a:lnTo>
                <a:lnTo>
                  <a:pt x="0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6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1" y="22"/>
                </a:lnTo>
                <a:lnTo>
                  <a:pt x="1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3" y="14"/>
                </a:lnTo>
                <a:lnTo>
                  <a:pt x="3" y="13"/>
                </a:lnTo>
                <a:lnTo>
                  <a:pt x="4" y="12"/>
                </a:lnTo>
                <a:lnTo>
                  <a:pt x="4" y="11"/>
                </a:lnTo>
                <a:lnTo>
                  <a:pt x="5" y="10"/>
                </a:lnTo>
                <a:lnTo>
                  <a:pt x="5" y="9"/>
                </a:lnTo>
                <a:lnTo>
                  <a:pt x="6" y="8"/>
                </a:lnTo>
                <a:lnTo>
                  <a:pt x="7" y="7"/>
                </a:lnTo>
                <a:lnTo>
                  <a:pt x="9" y="6"/>
                </a:lnTo>
                <a:lnTo>
                  <a:pt x="10" y="4"/>
                </a:lnTo>
                <a:lnTo>
                  <a:pt x="12" y="3"/>
                </a:lnTo>
                <a:lnTo>
                  <a:pt x="14" y="2"/>
                </a:lnTo>
                <a:lnTo>
                  <a:pt x="17" y="1"/>
                </a:lnTo>
                <a:lnTo>
                  <a:pt x="19" y="0"/>
                </a:lnTo>
                <a:lnTo>
                  <a:pt x="22" y="0"/>
                </a:lnTo>
                <a:lnTo>
                  <a:pt x="24" y="0"/>
                </a:lnTo>
                <a:lnTo>
                  <a:pt x="26" y="0"/>
                </a:lnTo>
                <a:lnTo>
                  <a:pt x="26" y="0"/>
                </a:lnTo>
                <a:close/>
                <a:moveTo>
                  <a:pt x="47" y="63"/>
                </a:moveTo>
                <a:lnTo>
                  <a:pt x="47" y="64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8" y="70"/>
                </a:lnTo>
                <a:lnTo>
                  <a:pt x="48" y="71"/>
                </a:lnTo>
                <a:lnTo>
                  <a:pt x="48" y="72"/>
                </a:lnTo>
                <a:lnTo>
                  <a:pt x="48" y="73"/>
                </a:lnTo>
                <a:lnTo>
                  <a:pt x="49" y="74"/>
                </a:lnTo>
                <a:lnTo>
                  <a:pt x="49" y="75"/>
                </a:lnTo>
                <a:lnTo>
                  <a:pt x="49" y="76"/>
                </a:lnTo>
                <a:lnTo>
                  <a:pt x="49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49" y="78"/>
                </a:lnTo>
                <a:lnTo>
                  <a:pt x="50" y="79"/>
                </a:lnTo>
                <a:lnTo>
                  <a:pt x="50" y="79"/>
                </a:lnTo>
                <a:lnTo>
                  <a:pt x="50" y="80"/>
                </a:lnTo>
                <a:lnTo>
                  <a:pt x="51" y="80"/>
                </a:lnTo>
                <a:lnTo>
                  <a:pt x="51" y="81"/>
                </a:lnTo>
                <a:lnTo>
                  <a:pt x="51" y="81"/>
                </a:lnTo>
                <a:lnTo>
                  <a:pt x="51" y="82"/>
                </a:lnTo>
                <a:lnTo>
                  <a:pt x="52" y="82"/>
                </a:lnTo>
                <a:lnTo>
                  <a:pt x="52" y="82"/>
                </a:lnTo>
                <a:lnTo>
                  <a:pt x="52" y="83"/>
                </a:lnTo>
                <a:lnTo>
                  <a:pt x="52" y="83"/>
                </a:lnTo>
                <a:lnTo>
                  <a:pt x="53" y="84"/>
                </a:lnTo>
                <a:lnTo>
                  <a:pt x="53" y="84"/>
                </a:lnTo>
                <a:lnTo>
                  <a:pt x="53" y="84"/>
                </a:lnTo>
                <a:lnTo>
                  <a:pt x="53" y="85"/>
                </a:lnTo>
                <a:lnTo>
                  <a:pt x="53" y="85"/>
                </a:lnTo>
                <a:lnTo>
                  <a:pt x="53" y="86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4" y="87"/>
                </a:lnTo>
                <a:lnTo>
                  <a:pt x="55" y="88"/>
                </a:lnTo>
                <a:lnTo>
                  <a:pt x="55" y="88"/>
                </a:lnTo>
                <a:lnTo>
                  <a:pt x="55" y="88"/>
                </a:lnTo>
                <a:lnTo>
                  <a:pt x="56" y="88"/>
                </a:lnTo>
                <a:lnTo>
                  <a:pt x="56" y="88"/>
                </a:lnTo>
                <a:lnTo>
                  <a:pt x="56" y="88"/>
                </a:lnTo>
                <a:lnTo>
                  <a:pt x="56" y="89"/>
                </a:lnTo>
                <a:lnTo>
                  <a:pt x="56" y="89"/>
                </a:lnTo>
                <a:lnTo>
                  <a:pt x="57" y="89"/>
                </a:lnTo>
                <a:lnTo>
                  <a:pt x="57" y="90"/>
                </a:lnTo>
                <a:lnTo>
                  <a:pt x="57" y="90"/>
                </a:lnTo>
                <a:lnTo>
                  <a:pt x="58" y="90"/>
                </a:lnTo>
                <a:lnTo>
                  <a:pt x="58" y="91"/>
                </a:lnTo>
                <a:lnTo>
                  <a:pt x="58" y="91"/>
                </a:lnTo>
                <a:lnTo>
                  <a:pt x="59" y="91"/>
                </a:lnTo>
                <a:lnTo>
                  <a:pt x="59" y="92"/>
                </a:lnTo>
                <a:lnTo>
                  <a:pt x="59" y="92"/>
                </a:lnTo>
                <a:lnTo>
                  <a:pt x="60" y="92"/>
                </a:lnTo>
                <a:lnTo>
                  <a:pt x="60" y="93"/>
                </a:lnTo>
                <a:lnTo>
                  <a:pt x="60" y="93"/>
                </a:lnTo>
                <a:lnTo>
                  <a:pt x="61" y="93"/>
                </a:lnTo>
                <a:lnTo>
                  <a:pt x="61" y="94"/>
                </a:lnTo>
                <a:lnTo>
                  <a:pt x="61" y="94"/>
                </a:lnTo>
                <a:lnTo>
                  <a:pt x="62" y="94"/>
                </a:lnTo>
                <a:lnTo>
                  <a:pt x="62" y="95"/>
                </a:lnTo>
                <a:lnTo>
                  <a:pt x="62" y="95"/>
                </a:lnTo>
                <a:lnTo>
                  <a:pt x="63" y="95"/>
                </a:lnTo>
                <a:lnTo>
                  <a:pt x="63" y="95"/>
                </a:lnTo>
                <a:lnTo>
                  <a:pt x="63" y="96"/>
                </a:lnTo>
                <a:lnTo>
                  <a:pt x="64" y="96"/>
                </a:lnTo>
                <a:lnTo>
                  <a:pt x="64" y="96"/>
                </a:lnTo>
                <a:lnTo>
                  <a:pt x="64" y="97"/>
                </a:lnTo>
                <a:lnTo>
                  <a:pt x="65" y="97"/>
                </a:lnTo>
                <a:lnTo>
                  <a:pt x="65" y="97"/>
                </a:lnTo>
                <a:lnTo>
                  <a:pt x="65" y="97"/>
                </a:lnTo>
                <a:lnTo>
                  <a:pt x="66" y="97"/>
                </a:lnTo>
                <a:lnTo>
                  <a:pt x="66" y="98"/>
                </a:lnTo>
                <a:lnTo>
                  <a:pt x="66" y="98"/>
                </a:lnTo>
                <a:lnTo>
                  <a:pt x="67" y="98"/>
                </a:lnTo>
                <a:lnTo>
                  <a:pt x="67" y="98"/>
                </a:lnTo>
                <a:lnTo>
                  <a:pt x="68" y="99"/>
                </a:lnTo>
                <a:lnTo>
                  <a:pt x="69" y="100"/>
                </a:lnTo>
                <a:lnTo>
                  <a:pt x="71" y="101"/>
                </a:lnTo>
                <a:lnTo>
                  <a:pt x="72" y="102"/>
                </a:lnTo>
                <a:lnTo>
                  <a:pt x="74" y="102"/>
                </a:lnTo>
                <a:lnTo>
                  <a:pt x="75" y="103"/>
                </a:lnTo>
                <a:lnTo>
                  <a:pt x="76" y="104"/>
                </a:lnTo>
                <a:lnTo>
                  <a:pt x="78" y="105"/>
                </a:lnTo>
                <a:lnTo>
                  <a:pt x="79" y="106"/>
                </a:lnTo>
                <a:lnTo>
                  <a:pt x="80" y="106"/>
                </a:lnTo>
                <a:lnTo>
                  <a:pt x="82" y="107"/>
                </a:lnTo>
                <a:lnTo>
                  <a:pt x="82" y="108"/>
                </a:lnTo>
                <a:lnTo>
                  <a:pt x="84" y="109"/>
                </a:lnTo>
                <a:lnTo>
                  <a:pt x="85" y="110"/>
                </a:lnTo>
                <a:lnTo>
                  <a:pt x="86" y="110"/>
                </a:lnTo>
                <a:lnTo>
                  <a:pt x="88" y="111"/>
                </a:lnTo>
                <a:lnTo>
                  <a:pt x="89" y="112"/>
                </a:lnTo>
                <a:lnTo>
                  <a:pt x="91" y="113"/>
                </a:lnTo>
                <a:lnTo>
                  <a:pt x="92" y="113"/>
                </a:lnTo>
                <a:lnTo>
                  <a:pt x="94" y="114"/>
                </a:lnTo>
                <a:lnTo>
                  <a:pt x="95" y="115"/>
                </a:lnTo>
                <a:lnTo>
                  <a:pt x="97" y="115"/>
                </a:lnTo>
                <a:lnTo>
                  <a:pt x="98" y="116"/>
                </a:lnTo>
                <a:lnTo>
                  <a:pt x="100" y="117"/>
                </a:lnTo>
                <a:lnTo>
                  <a:pt x="101" y="118"/>
                </a:lnTo>
                <a:lnTo>
                  <a:pt x="103" y="118"/>
                </a:lnTo>
                <a:lnTo>
                  <a:pt x="104" y="118"/>
                </a:lnTo>
                <a:lnTo>
                  <a:pt x="106" y="119"/>
                </a:lnTo>
                <a:lnTo>
                  <a:pt x="107" y="119"/>
                </a:lnTo>
                <a:lnTo>
                  <a:pt x="109" y="120"/>
                </a:lnTo>
                <a:lnTo>
                  <a:pt x="111" y="121"/>
                </a:lnTo>
                <a:lnTo>
                  <a:pt x="111" y="121"/>
                </a:lnTo>
                <a:lnTo>
                  <a:pt x="113" y="122"/>
                </a:lnTo>
                <a:lnTo>
                  <a:pt x="114" y="123"/>
                </a:lnTo>
                <a:lnTo>
                  <a:pt x="116" y="123"/>
                </a:lnTo>
                <a:lnTo>
                  <a:pt x="117" y="124"/>
                </a:lnTo>
                <a:lnTo>
                  <a:pt x="119" y="125"/>
                </a:lnTo>
                <a:lnTo>
                  <a:pt x="121" y="125"/>
                </a:lnTo>
                <a:lnTo>
                  <a:pt x="122" y="126"/>
                </a:lnTo>
                <a:lnTo>
                  <a:pt x="124" y="127"/>
                </a:lnTo>
                <a:lnTo>
                  <a:pt x="125" y="127"/>
                </a:lnTo>
                <a:lnTo>
                  <a:pt x="127" y="128"/>
                </a:lnTo>
                <a:lnTo>
                  <a:pt x="129" y="129"/>
                </a:lnTo>
                <a:lnTo>
                  <a:pt x="129" y="129"/>
                </a:lnTo>
                <a:lnTo>
                  <a:pt x="128" y="128"/>
                </a:lnTo>
                <a:lnTo>
                  <a:pt x="120" y="121"/>
                </a:lnTo>
                <a:lnTo>
                  <a:pt x="116" y="118"/>
                </a:lnTo>
                <a:lnTo>
                  <a:pt x="111" y="115"/>
                </a:lnTo>
                <a:lnTo>
                  <a:pt x="108" y="112"/>
                </a:lnTo>
                <a:lnTo>
                  <a:pt x="104" y="108"/>
                </a:lnTo>
                <a:lnTo>
                  <a:pt x="99" y="105"/>
                </a:lnTo>
                <a:lnTo>
                  <a:pt x="95" y="101"/>
                </a:lnTo>
                <a:lnTo>
                  <a:pt x="91" y="98"/>
                </a:lnTo>
                <a:lnTo>
                  <a:pt x="87" y="94"/>
                </a:lnTo>
                <a:lnTo>
                  <a:pt x="82" y="91"/>
                </a:lnTo>
                <a:lnTo>
                  <a:pt x="79" y="88"/>
                </a:lnTo>
                <a:lnTo>
                  <a:pt x="77" y="87"/>
                </a:lnTo>
                <a:lnTo>
                  <a:pt x="75" y="85"/>
                </a:lnTo>
                <a:lnTo>
                  <a:pt x="73" y="84"/>
                </a:lnTo>
                <a:lnTo>
                  <a:pt x="71" y="82"/>
                </a:lnTo>
                <a:lnTo>
                  <a:pt x="69" y="80"/>
                </a:lnTo>
                <a:lnTo>
                  <a:pt x="67" y="79"/>
                </a:lnTo>
                <a:lnTo>
                  <a:pt x="65" y="77"/>
                </a:lnTo>
                <a:lnTo>
                  <a:pt x="63" y="76"/>
                </a:lnTo>
                <a:lnTo>
                  <a:pt x="61" y="74"/>
                </a:lnTo>
                <a:lnTo>
                  <a:pt x="59" y="73"/>
                </a:lnTo>
                <a:lnTo>
                  <a:pt x="57" y="71"/>
                </a:lnTo>
                <a:lnTo>
                  <a:pt x="55" y="70"/>
                </a:lnTo>
                <a:lnTo>
                  <a:pt x="54" y="68"/>
                </a:lnTo>
                <a:lnTo>
                  <a:pt x="53" y="68"/>
                </a:lnTo>
                <a:lnTo>
                  <a:pt x="53" y="67"/>
                </a:lnTo>
                <a:lnTo>
                  <a:pt x="51" y="66"/>
                </a:lnTo>
                <a:lnTo>
                  <a:pt x="49" y="64"/>
                </a:lnTo>
                <a:lnTo>
                  <a:pt x="47" y="63"/>
                </a:lnTo>
                <a:lnTo>
                  <a:pt x="47" y="62"/>
                </a:lnTo>
                <a:lnTo>
                  <a:pt x="47" y="63"/>
                </a:lnTo>
                <a:lnTo>
                  <a:pt x="47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CC13A3E0-3DFC-AFA7-0457-B22444BBC85A}"/>
              </a:ext>
            </a:extLst>
          </p:cNvPr>
          <p:cNvSpPr>
            <a:spLocks noEditPoints="1"/>
          </p:cNvSpPr>
          <p:nvPr/>
        </p:nvSpPr>
        <p:spPr bwMode="auto">
          <a:xfrm>
            <a:off x="13319518" y="4742324"/>
            <a:ext cx="709807" cy="84421"/>
          </a:xfrm>
          <a:custGeom>
            <a:avLst/>
            <a:gdLst>
              <a:gd name="T0" fmla="*/ 76 w 1051"/>
              <a:gd name="T1" fmla="*/ 71 h 125"/>
              <a:gd name="T2" fmla="*/ 160 w 1051"/>
              <a:gd name="T3" fmla="*/ 72 h 125"/>
              <a:gd name="T4" fmla="*/ 290 w 1051"/>
              <a:gd name="T5" fmla="*/ 76 h 125"/>
              <a:gd name="T6" fmla="*/ 385 w 1051"/>
              <a:gd name="T7" fmla="*/ 80 h 125"/>
              <a:gd name="T8" fmla="*/ 474 w 1051"/>
              <a:gd name="T9" fmla="*/ 83 h 125"/>
              <a:gd name="T10" fmla="*/ 517 w 1051"/>
              <a:gd name="T11" fmla="*/ 83 h 125"/>
              <a:gd name="T12" fmla="*/ 565 w 1051"/>
              <a:gd name="T13" fmla="*/ 82 h 125"/>
              <a:gd name="T14" fmla="*/ 610 w 1051"/>
              <a:gd name="T15" fmla="*/ 80 h 125"/>
              <a:gd name="T16" fmla="*/ 661 w 1051"/>
              <a:gd name="T17" fmla="*/ 75 h 125"/>
              <a:gd name="T18" fmla="*/ 738 w 1051"/>
              <a:gd name="T19" fmla="*/ 68 h 125"/>
              <a:gd name="T20" fmla="*/ 774 w 1051"/>
              <a:gd name="T21" fmla="*/ 63 h 125"/>
              <a:gd name="T22" fmla="*/ 803 w 1051"/>
              <a:gd name="T23" fmla="*/ 59 h 125"/>
              <a:gd name="T24" fmla="*/ 832 w 1051"/>
              <a:gd name="T25" fmla="*/ 52 h 125"/>
              <a:gd name="T26" fmla="*/ 863 w 1051"/>
              <a:gd name="T27" fmla="*/ 41 h 125"/>
              <a:gd name="T28" fmla="*/ 891 w 1051"/>
              <a:gd name="T29" fmla="*/ 31 h 125"/>
              <a:gd name="T30" fmla="*/ 907 w 1051"/>
              <a:gd name="T31" fmla="*/ 23 h 125"/>
              <a:gd name="T32" fmla="*/ 925 w 1051"/>
              <a:gd name="T33" fmla="*/ 14 h 125"/>
              <a:gd name="T34" fmla="*/ 956 w 1051"/>
              <a:gd name="T35" fmla="*/ 0 h 125"/>
              <a:gd name="T36" fmla="*/ 979 w 1051"/>
              <a:gd name="T37" fmla="*/ 8 h 125"/>
              <a:gd name="T38" fmla="*/ 1002 w 1051"/>
              <a:gd name="T39" fmla="*/ 14 h 125"/>
              <a:gd name="T40" fmla="*/ 1018 w 1051"/>
              <a:gd name="T41" fmla="*/ 21 h 125"/>
              <a:gd name="T42" fmla="*/ 1033 w 1051"/>
              <a:gd name="T43" fmla="*/ 29 h 125"/>
              <a:gd name="T44" fmla="*/ 1043 w 1051"/>
              <a:gd name="T45" fmla="*/ 38 h 125"/>
              <a:gd name="T46" fmla="*/ 1048 w 1051"/>
              <a:gd name="T47" fmla="*/ 47 h 125"/>
              <a:gd name="T48" fmla="*/ 1051 w 1051"/>
              <a:gd name="T49" fmla="*/ 60 h 125"/>
              <a:gd name="T50" fmla="*/ 1049 w 1051"/>
              <a:gd name="T51" fmla="*/ 71 h 125"/>
              <a:gd name="T52" fmla="*/ 1044 w 1051"/>
              <a:gd name="T53" fmla="*/ 82 h 125"/>
              <a:gd name="T54" fmla="*/ 1032 w 1051"/>
              <a:gd name="T55" fmla="*/ 94 h 125"/>
              <a:gd name="T56" fmla="*/ 1016 w 1051"/>
              <a:gd name="T57" fmla="*/ 104 h 125"/>
              <a:gd name="T58" fmla="*/ 999 w 1051"/>
              <a:gd name="T59" fmla="*/ 111 h 125"/>
              <a:gd name="T60" fmla="*/ 980 w 1051"/>
              <a:gd name="T61" fmla="*/ 114 h 125"/>
              <a:gd name="T62" fmla="*/ 961 w 1051"/>
              <a:gd name="T63" fmla="*/ 116 h 125"/>
              <a:gd name="T64" fmla="*/ 941 w 1051"/>
              <a:gd name="T65" fmla="*/ 116 h 125"/>
              <a:gd name="T66" fmla="*/ 909 w 1051"/>
              <a:gd name="T67" fmla="*/ 113 h 125"/>
              <a:gd name="T68" fmla="*/ 869 w 1051"/>
              <a:gd name="T69" fmla="*/ 107 h 125"/>
              <a:gd name="T70" fmla="*/ 842 w 1051"/>
              <a:gd name="T71" fmla="*/ 93 h 125"/>
              <a:gd name="T72" fmla="*/ 812 w 1051"/>
              <a:gd name="T73" fmla="*/ 100 h 125"/>
              <a:gd name="T74" fmla="*/ 781 w 1051"/>
              <a:gd name="T75" fmla="*/ 105 h 125"/>
              <a:gd name="T76" fmla="*/ 746 w 1051"/>
              <a:gd name="T77" fmla="*/ 110 h 125"/>
              <a:gd name="T78" fmla="*/ 668 w 1051"/>
              <a:gd name="T79" fmla="*/ 118 h 125"/>
              <a:gd name="T80" fmla="*/ 616 w 1051"/>
              <a:gd name="T81" fmla="*/ 121 h 125"/>
              <a:gd name="T82" fmla="*/ 569 w 1051"/>
              <a:gd name="T83" fmla="*/ 124 h 125"/>
              <a:gd name="T84" fmla="*/ 520 w 1051"/>
              <a:gd name="T85" fmla="*/ 125 h 125"/>
              <a:gd name="T86" fmla="*/ 476 w 1051"/>
              <a:gd name="T87" fmla="*/ 125 h 125"/>
              <a:gd name="T88" fmla="*/ 388 w 1051"/>
              <a:gd name="T89" fmla="*/ 121 h 125"/>
              <a:gd name="T90" fmla="*/ 297 w 1051"/>
              <a:gd name="T91" fmla="*/ 115 h 125"/>
              <a:gd name="T92" fmla="*/ 164 w 1051"/>
              <a:gd name="T93" fmla="*/ 101 h 125"/>
              <a:gd name="T94" fmla="*/ 80 w 1051"/>
              <a:gd name="T95" fmla="*/ 94 h 125"/>
              <a:gd name="T96" fmla="*/ 19 w 1051"/>
              <a:gd name="T97" fmla="*/ 92 h 125"/>
              <a:gd name="T98" fmla="*/ 953 w 1051"/>
              <a:gd name="T99" fmla="*/ 48 h 125"/>
              <a:gd name="T100" fmla="*/ 932 w 1051"/>
              <a:gd name="T101" fmla="*/ 58 h 125"/>
              <a:gd name="T102" fmla="*/ 914 w 1051"/>
              <a:gd name="T103" fmla="*/ 66 h 125"/>
              <a:gd name="T104" fmla="*/ 927 w 1051"/>
              <a:gd name="T105" fmla="*/ 72 h 125"/>
              <a:gd name="T106" fmla="*/ 949 w 1051"/>
              <a:gd name="T107" fmla="*/ 73 h 125"/>
              <a:gd name="T108" fmla="*/ 966 w 1051"/>
              <a:gd name="T109" fmla="*/ 73 h 125"/>
              <a:gd name="T110" fmla="*/ 980 w 1051"/>
              <a:gd name="T111" fmla="*/ 71 h 125"/>
              <a:gd name="T112" fmla="*/ 993 w 1051"/>
              <a:gd name="T113" fmla="*/ 68 h 125"/>
              <a:gd name="T114" fmla="*/ 1002 w 1051"/>
              <a:gd name="T115" fmla="*/ 64 h 125"/>
              <a:gd name="T116" fmla="*/ 1004 w 1051"/>
              <a:gd name="T117" fmla="*/ 61 h 125"/>
              <a:gd name="T118" fmla="*/ 994 w 1051"/>
              <a:gd name="T119" fmla="*/ 57 h 125"/>
              <a:gd name="T120" fmla="*/ 972 w 1051"/>
              <a:gd name="T121" fmla="*/ 5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1" h="125">
                <a:moveTo>
                  <a:pt x="19" y="70"/>
                </a:moveTo>
                <a:lnTo>
                  <a:pt x="22" y="70"/>
                </a:lnTo>
                <a:lnTo>
                  <a:pt x="24" y="70"/>
                </a:lnTo>
                <a:lnTo>
                  <a:pt x="26" y="71"/>
                </a:lnTo>
                <a:lnTo>
                  <a:pt x="28" y="71"/>
                </a:lnTo>
                <a:lnTo>
                  <a:pt x="31" y="71"/>
                </a:lnTo>
                <a:lnTo>
                  <a:pt x="33" y="71"/>
                </a:lnTo>
                <a:lnTo>
                  <a:pt x="34" y="71"/>
                </a:lnTo>
                <a:lnTo>
                  <a:pt x="36" y="71"/>
                </a:lnTo>
                <a:lnTo>
                  <a:pt x="39" y="71"/>
                </a:lnTo>
                <a:lnTo>
                  <a:pt x="41" y="71"/>
                </a:lnTo>
                <a:lnTo>
                  <a:pt x="44" y="71"/>
                </a:lnTo>
                <a:lnTo>
                  <a:pt x="46" y="71"/>
                </a:lnTo>
                <a:lnTo>
                  <a:pt x="51" y="71"/>
                </a:lnTo>
                <a:lnTo>
                  <a:pt x="56" y="71"/>
                </a:lnTo>
                <a:lnTo>
                  <a:pt x="61" y="71"/>
                </a:lnTo>
                <a:lnTo>
                  <a:pt x="66" y="71"/>
                </a:lnTo>
                <a:lnTo>
                  <a:pt x="71" y="71"/>
                </a:lnTo>
                <a:lnTo>
                  <a:pt x="76" y="71"/>
                </a:lnTo>
                <a:lnTo>
                  <a:pt x="81" y="71"/>
                </a:lnTo>
                <a:lnTo>
                  <a:pt x="85" y="71"/>
                </a:lnTo>
                <a:lnTo>
                  <a:pt x="90" y="71"/>
                </a:lnTo>
                <a:lnTo>
                  <a:pt x="92" y="71"/>
                </a:lnTo>
                <a:lnTo>
                  <a:pt x="95" y="71"/>
                </a:lnTo>
                <a:lnTo>
                  <a:pt x="101" y="71"/>
                </a:lnTo>
                <a:lnTo>
                  <a:pt x="106" y="71"/>
                </a:lnTo>
                <a:lnTo>
                  <a:pt x="111" y="71"/>
                </a:lnTo>
                <a:lnTo>
                  <a:pt x="115" y="71"/>
                </a:lnTo>
                <a:lnTo>
                  <a:pt x="120" y="71"/>
                </a:lnTo>
                <a:lnTo>
                  <a:pt x="125" y="71"/>
                </a:lnTo>
                <a:lnTo>
                  <a:pt x="130" y="71"/>
                </a:lnTo>
                <a:lnTo>
                  <a:pt x="136" y="72"/>
                </a:lnTo>
                <a:lnTo>
                  <a:pt x="141" y="72"/>
                </a:lnTo>
                <a:lnTo>
                  <a:pt x="145" y="72"/>
                </a:lnTo>
                <a:lnTo>
                  <a:pt x="150" y="72"/>
                </a:lnTo>
                <a:lnTo>
                  <a:pt x="151" y="72"/>
                </a:lnTo>
                <a:lnTo>
                  <a:pt x="155" y="72"/>
                </a:lnTo>
                <a:lnTo>
                  <a:pt x="160" y="72"/>
                </a:lnTo>
                <a:lnTo>
                  <a:pt x="165" y="72"/>
                </a:lnTo>
                <a:lnTo>
                  <a:pt x="170" y="73"/>
                </a:lnTo>
                <a:lnTo>
                  <a:pt x="175" y="73"/>
                </a:lnTo>
                <a:lnTo>
                  <a:pt x="180" y="73"/>
                </a:lnTo>
                <a:lnTo>
                  <a:pt x="185" y="73"/>
                </a:lnTo>
                <a:lnTo>
                  <a:pt x="190" y="73"/>
                </a:lnTo>
                <a:lnTo>
                  <a:pt x="195" y="74"/>
                </a:lnTo>
                <a:lnTo>
                  <a:pt x="200" y="74"/>
                </a:lnTo>
                <a:lnTo>
                  <a:pt x="205" y="74"/>
                </a:lnTo>
                <a:lnTo>
                  <a:pt x="210" y="74"/>
                </a:lnTo>
                <a:lnTo>
                  <a:pt x="220" y="75"/>
                </a:lnTo>
                <a:lnTo>
                  <a:pt x="230" y="75"/>
                </a:lnTo>
                <a:lnTo>
                  <a:pt x="240" y="76"/>
                </a:lnTo>
                <a:lnTo>
                  <a:pt x="246" y="76"/>
                </a:lnTo>
                <a:lnTo>
                  <a:pt x="250" y="76"/>
                </a:lnTo>
                <a:lnTo>
                  <a:pt x="270" y="76"/>
                </a:lnTo>
                <a:lnTo>
                  <a:pt x="280" y="76"/>
                </a:lnTo>
                <a:lnTo>
                  <a:pt x="280" y="76"/>
                </a:lnTo>
                <a:lnTo>
                  <a:pt x="290" y="76"/>
                </a:lnTo>
                <a:lnTo>
                  <a:pt x="300" y="76"/>
                </a:lnTo>
                <a:lnTo>
                  <a:pt x="305" y="76"/>
                </a:lnTo>
                <a:lnTo>
                  <a:pt x="310" y="76"/>
                </a:lnTo>
                <a:lnTo>
                  <a:pt x="315" y="76"/>
                </a:lnTo>
                <a:lnTo>
                  <a:pt x="320" y="76"/>
                </a:lnTo>
                <a:lnTo>
                  <a:pt x="325" y="76"/>
                </a:lnTo>
                <a:lnTo>
                  <a:pt x="325" y="76"/>
                </a:lnTo>
                <a:lnTo>
                  <a:pt x="330" y="77"/>
                </a:lnTo>
                <a:lnTo>
                  <a:pt x="335" y="77"/>
                </a:lnTo>
                <a:lnTo>
                  <a:pt x="340" y="77"/>
                </a:lnTo>
                <a:lnTo>
                  <a:pt x="344" y="77"/>
                </a:lnTo>
                <a:lnTo>
                  <a:pt x="350" y="78"/>
                </a:lnTo>
                <a:lnTo>
                  <a:pt x="355" y="78"/>
                </a:lnTo>
                <a:lnTo>
                  <a:pt x="360" y="78"/>
                </a:lnTo>
                <a:lnTo>
                  <a:pt x="365" y="79"/>
                </a:lnTo>
                <a:lnTo>
                  <a:pt x="370" y="79"/>
                </a:lnTo>
                <a:lnTo>
                  <a:pt x="374" y="79"/>
                </a:lnTo>
                <a:lnTo>
                  <a:pt x="379" y="79"/>
                </a:lnTo>
                <a:lnTo>
                  <a:pt x="385" y="80"/>
                </a:lnTo>
                <a:lnTo>
                  <a:pt x="390" y="80"/>
                </a:lnTo>
                <a:lnTo>
                  <a:pt x="395" y="80"/>
                </a:lnTo>
                <a:lnTo>
                  <a:pt x="400" y="80"/>
                </a:lnTo>
                <a:lnTo>
                  <a:pt x="404" y="81"/>
                </a:lnTo>
                <a:lnTo>
                  <a:pt x="404" y="81"/>
                </a:lnTo>
                <a:lnTo>
                  <a:pt x="409" y="81"/>
                </a:lnTo>
                <a:lnTo>
                  <a:pt x="414" y="81"/>
                </a:lnTo>
                <a:lnTo>
                  <a:pt x="419" y="81"/>
                </a:lnTo>
                <a:lnTo>
                  <a:pt x="425" y="81"/>
                </a:lnTo>
                <a:lnTo>
                  <a:pt x="429" y="82"/>
                </a:lnTo>
                <a:lnTo>
                  <a:pt x="434" y="82"/>
                </a:lnTo>
                <a:lnTo>
                  <a:pt x="439" y="82"/>
                </a:lnTo>
                <a:lnTo>
                  <a:pt x="444" y="82"/>
                </a:lnTo>
                <a:lnTo>
                  <a:pt x="449" y="82"/>
                </a:lnTo>
                <a:lnTo>
                  <a:pt x="454" y="82"/>
                </a:lnTo>
                <a:lnTo>
                  <a:pt x="458" y="82"/>
                </a:lnTo>
                <a:lnTo>
                  <a:pt x="463" y="83"/>
                </a:lnTo>
                <a:lnTo>
                  <a:pt x="469" y="83"/>
                </a:lnTo>
                <a:lnTo>
                  <a:pt x="474" y="83"/>
                </a:lnTo>
                <a:lnTo>
                  <a:pt x="476" y="83"/>
                </a:lnTo>
                <a:lnTo>
                  <a:pt x="479" y="83"/>
                </a:lnTo>
                <a:lnTo>
                  <a:pt x="481" y="83"/>
                </a:lnTo>
                <a:lnTo>
                  <a:pt x="484" y="83"/>
                </a:lnTo>
                <a:lnTo>
                  <a:pt x="486" y="83"/>
                </a:lnTo>
                <a:lnTo>
                  <a:pt x="488" y="83"/>
                </a:lnTo>
                <a:lnTo>
                  <a:pt x="491" y="83"/>
                </a:lnTo>
                <a:lnTo>
                  <a:pt x="493" y="83"/>
                </a:lnTo>
                <a:lnTo>
                  <a:pt x="496" y="83"/>
                </a:lnTo>
                <a:lnTo>
                  <a:pt x="498" y="83"/>
                </a:lnTo>
                <a:lnTo>
                  <a:pt x="501" y="83"/>
                </a:lnTo>
                <a:lnTo>
                  <a:pt x="503" y="83"/>
                </a:lnTo>
                <a:lnTo>
                  <a:pt x="506" y="83"/>
                </a:lnTo>
                <a:lnTo>
                  <a:pt x="508" y="83"/>
                </a:lnTo>
                <a:lnTo>
                  <a:pt x="511" y="83"/>
                </a:lnTo>
                <a:lnTo>
                  <a:pt x="513" y="83"/>
                </a:lnTo>
                <a:lnTo>
                  <a:pt x="514" y="83"/>
                </a:lnTo>
                <a:lnTo>
                  <a:pt x="516" y="83"/>
                </a:lnTo>
                <a:lnTo>
                  <a:pt x="517" y="83"/>
                </a:lnTo>
                <a:lnTo>
                  <a:pt x="520" y="83"/>
                </a:lnTo>
                <a:lnTo>
                  <a:pt x="523" y="83"/>
                </a:lnTo>
                <a:lnTo>
                  <a:pt x="525" y="83"/>
                </a:lnTo>
                <a:lnTo>
                  <a:pt x="528" y="83"/>
                </a:lnTo>
                <a:lnTo>
                  <a:pt x="530" y="83"/>
                </a:lnTo>
                <a:lnTo>
                  <a:pt x="533" y="83"/>
                </a:lnTo>
                <a:lnTo>
                  <a:pt x="535" y="83"/>
                </a:lnTo>
                <a:lnTo>
                  <a:pt x="538" y="83"/>
                </a:lnTo>
                <a:lnTo>
                  <a:pt x="540" y="83"/>
                </a:lnTo>
                <a:lnTo>
                  <a:pt x="543" y="83"/>
                </a:lnTo>
                <a:lnTo>
                  <a:pt x="545" y="83"/>
                </a:lnTo>
                <a:lnTo>
                  <a:pt x="547" y="83"/>
                </a:lnTo>
                <a:lnTo>
                  <a:pt x="549" y="83"/>
                </a:lnTo>
                <a:lnTo>
                  <a:pt x="552" y="82"/>
                </a:lnTo>
                <a:lnTo>
                  <a:pt x="554" y="82"/>
                </a:lnTo>
                <a:lnTo>
                  <a:pt x="557" y="82"/>
                </a:lnTo>
                <a:lnTo>
                  <a:pt x="559" y="82"/>
                </a:lnTo>
                <a:lnTo>
                  <a:pt x="562" y="82"/>
                </a:lnTo>
                <a:lnTo>
                  <a:pt x="565" y="82"/>
                </a:lnTo>
                <a:lnTo>
                  <a:pt x="567" y="82"/>
                </a:lnTo>
                <a:lnTo>
                  <a:pt x="570" y="82"/>
                </a:lnTo>
                <a:lnTo>
                  <a:pt x="572" y="82"/>
                </a:lnTo>
                <a:lnTo>
                  <a:pt x="574" y="82"/>
                </a:lnTo>
                <a:lnTo>
                  <a:pt x="576" y="82"/>
                </a:lnTo>
                <a:lnTo>
                  <a:pt x="579" y="81"/>
                </a:lnTo>
                <a:lnTo>
                  <a:pt x="581" y="81"/>
                </a:lnTo>
                <a:lnTo>
                  <a:pt x="584" y="81"/>
                </a:lnTo>
                <a:lnTo>
                  <a:pt x="586" y="81"/>
                </a:lnTo>
                <a:lnTo>
                  <a:pt x="589" y="81"/>
                </a:lnTo>
                <a:lnTo>
                  <a:pt x="591" y="81"/>
                </a:lnTo>
                <a:lnTo>
                  <a:pt x="594" y="81"/>
                </a:lnTo>
                <a:lnTo>
                  <a:pt x="596" y="81"/>
                </a:lnTo>
                <a:lnTo>
                  <a:pt x="599" y="80"/>
                </a:lnTo>
                <a:lnTo>
                  <a:pt x="601" y="80"/>
                </a:lnTo>
                <a:lnTo>
                  <a:pt x="603" y="80"/>
                </a:lnTo>
                <a:lnTo>
                  <a:pt x="605" y="80"/>
                </a:lnTo>
                <a:lnTo>
                  <a:pt x="608" y="80"/>
                </a:lnTo>
                <a:lnTo>
                  <a:pt x="610" y="80"/>
                </a:lnTo>
                <a:lnTo>
                  <a:pt x="613" y="79"/>
                </a:lnTo>
                <a:lnTo>
                  <a:pt x="615" y="79"/>
                </a:lnTo>
                <a:lnTo>
                  <a:pt x="618" y="79"/>
                </a:lnTo>
                <a:lnTo>
                  <a:pt x="620" y="79"/>
                </a:lnTo>
                <a:lnTo>
                  <a:pt x="623" y="79"/>
                </a:lnTo>
                <a:lnTo>
                  <a:pt x="625" y="79"/>
                </a:lnTo>
                <a:lnTo>
                  <a:pt x="628" y="78"/>
                </a:lnTo>
                <a:lnTo>
                  <a:pt x="630" y="78"/>
                </a:lnTo>
                <a:lnTo>
                  <a:pt x="632" y="78"/>
                </a:lnTo>
                <a:lnTo>
                  <a:pt x="634" y="78"/>
                </a:lnTo>
                <a:lnTo>
                  <a:pt x="637" y="77"/>
                </a:lnTo>
                <a:lnTo>
                  <a:pt x="639" y="77"/>
                </a:lnTo>
                <a:lnTo>
                  <a:pt x="642" y="77"/>
                </a:lnTo>
                <a:lnTo>
                  <a:pt x="644" y="77"/>
                </a:lnTo>
                <a:lnTo>
                  <a:pt x="648" y="76"/>
                </a:lnTo>
                <a:lnTo>
                  <a:pt x="651" y="76"/>
                </a:lnTo>
                <a:lnTo>
                  <a:pt x="655" y="76"/>
                </a:lnTo>
                <a:lnTo>
                  <a:pt x="658" y="75"/>
                </a:lnTo>
                <a:lnTo>
                  <a:pt x="661" y="75"/>
                </a:lnTo>
                <a:lnTo>
                  <a:pt x="664" y="75"/>
                </a:lnTo>
                <a:lnTo>
                  <a:pt x="668" y="75"/>
                </a:lnTo>
                <a:lnTo>
                  <a:pt x="671" y="74"/>
                </a:lnTo>
                <a:lnTo>
                  <a:pt x="678" y="74"/>
                </a:lnTo>
                <a:lnTo>
                  <a:pt x="685" y="73"/>
                </a:lnTo>
                <a:lnTo>
                  <a:pt x="691" y="72"/>
                </a:lnTo>
                <a:lnTo>
                  <a:pt x="698" y="72"/>
                </a:lnTo>
                <a:lnTo>
                  <a:pt x="702" y="72"/>
                </a:lnTo>
                <a:lnTo>
                  <a:pt x="705" y="71"/>
                </a:lnTo>
                <a:lnTo>
                  <a:pt x="709" y="71"/>
                </a:lnTo>
                <a:lnTo>
                  <a:pt x="712" y="71"/>
                </a:lnTo>
                <a:lnTo>
                  <a:pt x="715" y="70"/>
                </a:lnTo>
                <a:lnTo>
                  <a:pt x="718" y="70"/>
                </a:lnTo>
                <a:lnTo>
                  <a:pt x="721" y="70"/>
                </a:lnTo>
                <a:lnTo>
                  <a:pt x="725" y="69"/>
                </a:lnTo>
                <a:lnTo>
                  <a:pt x="728" y="69"/>
                </a:lnTo>
                <a:lnTo>
                  <a:pt x="731" y="69"/>
                </a:lnTo>
                <a:lnTo>
                  <a:pt x="735" y="68"/>
                </a:lnTo>
                <a:lnTo>
                  <a:pt x="738" y="68"/>
                </a:lnTo>
                <a:lnTo>
                  <a:pt x="742" y="68"/>
                </a:lnTo>
                <a:lnTo>
                  <a:pt x="745" y="67"/>
                </a:lnTo>
                <a:lnTo>
                  <a:pt x="747" y="67"/>
                </a:lnTo>
                <a:lnTo>
                  <a:pt x="749" y="67"/>
                </a:lnTo>
                <a:lnTo>
                  <a:pt x="751" y="66"/>
                </a:lnTo>
                <a:lnTo>
                  <a:pt x="752" y="66"/>
                </a:lnTo>
                <a:lnTo>
                  <a:pt x="754" y="66"/>
                </a:lnTo>
                <a:lnTo>
                  <a:pt x="756" y="66"/>
                </a:lnTo>
                <a:lnTo>
                  <a:pt x="757" y="66"/>
                </a:lnTo>
                <a:lnTo>
                  <a:pt x="759" y="65"/>
                </a:lnTo>
                <a:lnTo>
                  <a:pt x="761" y="65"/>
                </a:lnTo>
                <a:lnTo>
                  <a:pt x="762" y="65"/>
                </a:lnTo>
                <a:lnTo>
                  <a:pt x="764" y="65"/>
                </a:lnTo>
                <a:lnTo>
                  <a:pt x="766" y="64"/>
                </a:lnTo>
                <a:lnTo>
                  <a:pt x="767" y="64"/>
                </a:lnTo>
                <a:lnTo>
                  <a:pt x="769" y="64"/>
                </a:lnTo>
                <a:lnTo>
                  <a:pt x="771" y="64"/>
                </a:lnTo>
                <a:lnTo>
                  <a:pt x="772" y="63"/>
                </a:lnTo>
                <a:lnTo>
                  <a:pt x="774" y="63"/>
                </a:lnTo>
                <a:lnTo>
                  <a:pt x="776" y="63"/>
                </a:lnTo>
                <a:lnTo>
                  <a:pt x="776" y="63"/>
                </a:lnTo>
                <a:lnTo>
                  <a:pt x="778" y="62"/>
                </a:lnTo>
                <a:lnTo>
                  <a:pt x="778" y="62"/>
                </a:lnTo>
                <a:lnTo>
                  <a:pt x="780" y="62"/>
                </a:lnTo>
                <a:lnTo>
                  <a:pt x="781" y="62"/>
                </a:lnTo>
                <a:lnTo>
                  <a:pt x="783" y="62"/>
                </a:lnTo>
                <a:lnTo>
                  <a:pt x="785" y="62"/>
                </a:lnTo>
                <a:lnTo>
                  <a:pt x="786" y="62"/>
                </a:lnTo>
                <a:lnTo>
                  <a:pt x="788" y="62"/>
                </a:lnTo>
                <a:lnTo>
                  <a:pt x="790" y="61"/>
                </a:lnTo>
                <a:lnTo>
                  <a:pt x="791" y="61"/>
                </a:lnTo>
                <a:lnTo>
                  <a:pt x="793" y="61"/>
                </a:lnTo>
                <a:lnTo>
                  <a:pt x="794" y="61"/>
                </a:lnTo>
                <a:lnTo>
                  <a:pt x="796" y="60"/>
                </a:lnTo>
                <a:lnTo>
                  <a:pt x="798" y="60"/>
                </a:lnTo>
                <a:lnTo>
                  <a:pt x="799" y="60"/>
                </a:lnTo>
                <a:lnTo>
                  <a:pt x="801" y="59"/>
                </a:lnTo>
                <a:lnTo>
                  <a:pt x="803" y="59"/>
                </a:lnTo>
                <a:lnTo>
                  <a:pt x="804" y="59"/>
                </a:lnTo>
                <a:lnTo>
                  <a:pt x="805" y="58"/>
                </a:lnTo>
                <a:lnTo>
                  <a:pt x="806" y="58"/>
                </a:lnTo>
                <a:lnTo>
                  <a:pt x="808" y="58"/>
                </a:lnTo>
                <a:lnTo>
                  <a:pt x="810" y="57"/>
                </a:lnTo>
                <a:lnTo>
                  <a:pt x="811" y="57"/>
                </a:lnTo>
                <a:lnTo>
                  <a:pt x="813" y="57"/>
                </a:lnTo>
                <a:lnTo>
                  <a:pt x="815" y="56"/>
                </a:lnTo>
                <a:lnTo>
                  <a:pt x="816" y="56"/>
                </a:lnTo>
                <a:lnTo>
                  <a:pt x="818" y="55"/>
                </a:lnTo>
                <a:lnTo>
                  <a:pt x="819" y="55"/>
                </a:lnTo>
                <a:lnTo>
                  <a:pt x="821" y="55"/>
                </a:lnTo>
                <a:lnTo>
                  <a:pt x="823" y="54"/>
                </a:lnTo>
                <a:lnTo>
                  <a:pt x="824" y="54"/>
                </a:lnTo>
                <a:lnTo>
                  <a:pt x="826" y="53"/>
                </a:lnTo>
                <a:lnTo>
                  <a:pt x="828" y="53"/>
                </a:lnTo>
                <a:lnTo>
                  <a:pt x="829" y="53"/>
                </a:lnTo>
                <a:lnTo>
                  <a:pt x="831" y="52"/>
                </a:lnTo>
                <a:lnTo>
                  <a:pt x="832" y="52"/>
                </a:lnTo>
                <a:lnTo>
                  <a:pt x="834" y="51"/>
                </a:lnTo>
                <a:lnTo>
                  <a:pt x="835" y="51"/>
                </a:lnTo>
                <a:lnTo>
                  <a:pt x="836" y="50"/>
                </a:lnTo>
                <a:lnTo>
                  <a:pt x="838" y="50"/>
                </a:lnTo>
                <a:lnTo>
                  <a:pt x="839" y="49"/>
                </a:lnTo>
                <a:lnTo>
                  <a:pt x="841" y="49"/>
                </a:lnTo>
                <a:lnTo>
                  <a:pt x="843" y="48"/>
                </a:lnTo>
                <a:lnTo>
                  <a:pt x="844" y="48"/>
                </a:lnTo>
                <a:lnTo>
                  <a:pt x="846" y="47"/>
                </a:lnTo>
                <a:lnTo>
                  <a:pt x="847" y="47"/>
                </a:lnTo>
                <a:lnTo>
                  <a:pt x="849" y="46"/>
                </a:lnTo>
                <a:lnTo>
                  <a:pt x="851" y="46"/>
                </a:lnTo>
                <a:lnTo>
                  <a:pt x="852" y="45"/>
                </a:lnTo>
                <a:lnTo>
                  <a:pt x="854" y="45"/>
                </a:lnTo>
                <a:lnTo>
                  <a:pt x="856" y="44"/>
                </a:lnTo>
                <a:lnTo>
                  <a:pt x="858" y="43"/>
                </a:lnTo>
                <a:lnTo>
                  <a:pt x="860" y="43"/>
                </a:lnTo>
                <a:lnTo>
                  <a:pt x="862" y="42"/>
                </a:lnTo>
                <a:lnTo>
                  <a:pt x="863" y="41"/>
                </a:lnTo>
                <a:lnTo>
                  <a:pt x="865" y="40"/>
                </a:lnTo>
                <a:lnTo>
                  <a:pt x="867" y="40"/>
                </a:lnTo>
                <a:lnTo>
                  <a:pt x="869" y="39"/>
                </a:lnTo>
                <a:lnTo>
                  <a:pt x="871" y="38"/>
                </a:lnTo>
                <a:lnTo>
                  <a:pt x="873" y="37"/>
                </a:lnTo>
                <a:lnTo>
                  <a:pt x="875" y="37"/>
                </a:lnTo>
                <a:lnTo>
                  <a:pt x="877" y="36"/>
                </a:lnTo>
                <a:lnTo>
                  <a:pt x="879" y="35"/>
                </a:lnTo>
                <a:lnTo>
                  <a:pt x="881" y="34"/>
                </a:lnTo>
                <a:lnTo>
                  <a:pt x="882" y="34"/>
                </a:lnTo>
                <a:lnTo>
                  <a:pt x="883" y="33"/>
                </a:lnTo>
                <a:lnTo>
                  <a:pt x="884" y="33"/>
                </a:lnTo>
                <a:lnTo>
                  <a:pt x="885" y="33"/>
                </a:lnTo>
                <a:lnTo>
                  <a:pt x="886" y="33"/>
                </a:lnTo>
                <a:lnTo>
                  <a:pt x="887" y="33"/>
                </a:lnTo>
                <a:lnTo>
                  <a:pt x="888" y="32"/>
                </a:lnTo>
                <a:lnTo>
                  <a:pt x="889" y="32"/>
                </a:lnTo>
                <a:lnTo>
                  <a:pt x="890" y="32"/>
                </a:lnTo>
                <a:lnTo>
                  <a:pt x="891" y="31"/>
                </a:lnTo>
                <a:lnTo>
                  <a:pt x="892" y="31"/>
                </a:lnTo>
                <a:lnTo>
                  <a:pt x="892" y="30"/>
                </a:lnTo>
                <a:lnTo>
                  <a:pt x="893" y="30"/>
                </a:lnTo>
                <a:lnTo>
                  <a:pt x="894" y="29"/>
                </a:lnTo>
                <a:lnTo>
                  <a:pt x="895" y="29"/>
                </a:lnTo>
                <a:lnTo>
                  <a:pt x="896" y="28"/>
                </a:lnTo>
                <a:lnTo>
                  <a:pt x="896" y="28"/>
                </a:lnTo>
                <a:lnTo>
                  <a:pt x="897" y="28"/>
                </a:lnTo>
                <a:lnTo>
                  <a:pt x="898" y="27"/>
                </a:lnTo>
                <a:lnTo>
                  <a:pt x="899" y="27"/>
                </a:lnTo>
                <a:lnTo>
                  <a:pt x="900" y="26"/>
                </a:lnTo>
                <a:lnTo>
                  <a:pt x="901" y="26"/>
                </a:lnTo>
                <a:lnTo>
                  <a:pt x="902" y="25"/>
                </a:lnTo>
                <a:lnTo>
                  <a:pt x="903" y="25"/>
                </a:lnTo>
                <a:lnTo>
                  <a:pt x="904" y="24"/>
                </a:lnTo>
                <a:lnTo>
                  <a:pt x="905" y="24"/>
                </a:lnTo>
                <a:lnTo>
                  <a:pt x="906" y="24"/>
                </a:lnTo>
                <a:lnTo>
                  <a:pt x="907" y="23"/>
                </a:lnTo>
                <a:lnTo>
                  <a:pt x="907" y="23"/>
                </a:lnTo>
                <a:lnTo>
                  <a:pt x="908" y="22"/>
                </a:lnTo>
                <a:lnTo>
                  <a:pt x="909" y="22"/>
                </a:lnTo>
                <a:lnTo>
                  <a:pt x="910" y="21"/>
                </a:lnTo>
                <a:lnTo>
                  <a:pt x="911" y="21"/>
                </a:lnTo>
                <a:lnTo>
                  <a:pt x="912" y="20"/>
                </a:lnTo>
                <a:lnTo>
                  <a:pt x="913" y="20"/>
                </a:lnTo>
                <a:lnTo>
                  <a:pt x="914" y="19"/>
                </a:lnTo>
                <a:lnTo>
                  <a:pt x="914" y="19"/>
                </a:lnTo>
                <a:lnTo>
                  <a:pt x="915" y="19"/>
                </a:lnTo>
                <a:lnTo>
                  <a:pt x="916" y="18"/>
                </a:lnTo>
                <a:lnTo>
                  <a:pt x="917" y="18"/>
                </a:lnTo>
                <a:lnTo>
                  <a:pt x="918" y="17"/>
                </a:lnTo>
                <a:lnTo>
                  <a:pt x="919" y="17"/>
                </a:lnTo>
                <a:lnTo>
                  <a:pt x="919" y="17"/>
                </a:lnTo>
                <a:lnTo>
                  <a:pt x="920" y="16"/>
                </a:lnTo>
                <a:lnTo>
                  <a:pt x="921" y="16"/>
                </a:lnTo>
                <a:lnTo>
                  <a:pt x="921" y="15"/>
                </a:lnTo>
                <a:lnTo>
                  <a:pt x="923" y="15"/>
                </a:lnTo>
                <a:lnTo>
                  <a:pt x="925" y="14"/>
                </a:lnTo>
                <a:lnTo>
                  <a:pt x="926" y="13"/>
                </a:lnTo>
                <a:lnTo>
                  <a:pt x="928" y="12"/>
                </a:lnTo>
                <a:lnTo>
                  <a:pt x="932" y="11"/>
                </a:lnTo>
                <a:lnTo>
                  <a:pt x="934" y="10"/>
                </a:lnTo>
                <a:lnTo>
                  <a:pt x="935" y="9"/>
                </a:lnTo>
                <a:lnTo>
                  <a:pt x="937" y="9"/>
                </a:lnTo>
                <a:lnTo>
                  <a:pt x="937" y="9"/>
                </a:lnTo>
                <a:lnTo>
                  <a:pt x="937" y="9"/>
                </a:lnTo>
                <a:lnTo>
                  <a:pt x="939" y="6"/>
                </a:lnTo>
                <a:lnTo>
                  <a:pt x="942" y="4"/>
                </a:lnTo>
                <a:lnTo>
                  <a:pt x="945" y="3"/>
                </a:lnTo>
                <a:lnTo>
                  <a:pt x="945" y="3"/>
                </a:lnTo>
                <a:lnTo>
                  <a:pt x="947" y="2"/>
                </a:lnTo>
                <a:lnTo>
                  <a:pt x="950" y="1"/>
                </a:lnTo>
                <a:lnTo>
                  <a:pt x="952" y="0"/>
                </a:lnTo>
                <a:lnTo>
                  <a:pt x="953" y="0"/>
                </a:lnTo>
                <a:lnTo>
                  <a:pt x="955" y="0"/>
                </a:lnTo>
                <a:lnTo>
                  <a:pt x="955" y="0"/>
                </a:lnTo>
                <a:lnTo>
                  <a:pt x="956" y="0"/>
                </a:lnTo>
                <a:lnTo>
                  <a:pt x="957" y="0"/>
                </a:lnTo>
                <a:lnTo>
                  <a:pt x="958" y="1"/>
                </a:lnTo>
                <a:lnTo>
                  <a:pt x="958" y="1"/>
                </a:lnTo>
                <a:lnTo>
                  <a:pt x="959" y="1"/>
                </a:lnTo>
                <a:lnTo>
                  <a:pt x="960" y="1"/>
                </a:lnTo>
                <a:lnTo>
                  <a:pt x="961" y="1"/>
                </a:lnTo>
                <a:lnTo>
                  <a:pt x="963" y="2"/>
                </a:lnTo>
                <a:lnTo>
                  <a:pt x="964" y="2"/>
                </a:lnTo>
                <a:lnTo>
                  <a:pt x="966" y="3"/>
                </a:lnTo>
                <a:lnTo>
                  <a:pt x="968" y="3"/>
                </a:lnTo>
                <a:lnTo>
                  <a:pt x="969" y="4"/>
                </a:lnTo>
                <a:lnTo>
                  <a:pt x="971" y="4"/>
                </a:lnTo>
                <a:lnTo>
                  <a:pt x="973" y="5"/>
                </a:lnTo>
                <a:lnTo>
                  <a:pt x="975" y="6"/>
                </a:lnTo>
                <a:lnTo>
                  <a:pt x="977" y="6"/>
                </a:lnTo>
                <a:lnTo>
                  <a:pt x="978" y="7"/>
                </a:lnTo>
                <a:lnTo>
                  <a:pt x="978" y="7"/>
                </a:lnTo>
                <a:lnTo>
                  <a:pt x="979" y="7"/>
                </a:lnTo>
                <a:lnTo>
                  <a:pt x="979" y="8"/>
                </a:lnTo>
                <a:lnTo>
                  <a:pt x="980" y="8"/>
                </a:lnTo>
                <a:lnTo>
                  <a:pt x="981" y="8"/>
                </a:lnTo>
                <a:lnTo>
                  <a:pt x="981" y="8"/>
                </a:lnTo>
                <a:lnTo>
                  <a:pt x="982" y="8"/>
                </a:lnTo>
                <a:lnTo>
                  <a:pt x="982" y="9"/>
                </a:lnTo>
                <a:lnTo>
                  <a:pt x="982" y="9"/>
                </a:lnTo>
                <a:lnTo>
                  <a:pt x="984" y="9"/>
                </a:lnTo>
                <a:lnTo>
                  <a:pt x="986" y="10"/>
                </a:lnTo>
                <a:lnTo>
                  <a:pt x="988" y="10"/>
                </a:lnTo>
                <a:lnTo>
                  <a:pt x="990" y="11"/>
                </a:lnTo>
                <a:lnTo>
                  <a:pt x="991" y="11"/>
                </a:lnTo>
                <a:lnTo>
                  <a:pt x="992" y="11"/>
                </a:lnTo>
                <a:lnTo>
                  <a:pt x="993" y="12"/>
                </a:lnTo>
                <a:lnTo>
                  <a:pt x="995" y="12"/>
                </a:lnTo>
                <a:lnTo>
                  <a:pt x="996" y="12"/>
                </a:lnTo>
                <a:lnTo>
                  <a:pt x="998" y="13"/>
                </a:lnTo>
                <a:lnTo>
                  <a:pt x="999" y="13"/>
                </a:lnTo>
                <a:lnTo>
                  <a:pt x="1000" y="14"/>
                </a:lnTo>
                <a:lnTo>
                  <a:pt x="1002" y="14"/>
                </a:lnTo>
                <a:lnTo>
                  <a:pt x="1003" y="15"/>
                </a:lnTo>
                <a:lnTo>
                  <a:pt x="1005" y="15"/>
                </a:lnTo>
                <a:lnTo>
                  <a:pt x="1006" y="16"/>
                </a:lnTo>
                <a:lnTo>
                  <a:pt x="1007" y="16"/>
                </a:lnTo>
                <a:lnTo>
                  <a:pt x="1008" y="16"/>
                </a:lnTo>
                <a:lnTo>
                  <a:pt x="1008" y="17"/>
                </a:lnTo>
                <a:lnTo>
                  <a:pt x="1008" y="17"/>
                </a:lnTo>
                <a:lnTo>
                  <a:pt x="1009" y="17"/>
                </a:lnTo>
                <a:lnTo>
                  <a:pt x="1010" y="17"/>
                </a:lnTo>
                <a:lnTo>
                  <a:pt x="1011" y="18"/>
                </a:lnTo>
                <a:lnTo>
                  <a:pt x="1012" y="18"/>
                </a:lnTo>
                <a:lnTo>
                  <a:pt x="1012" y="18"/>
                </a:lnTo>
                <a:lnTo>
                  <a:pt x="1013" y="19"/>
                </a:lnTo>
                <a:lnTo>
                  <a:pt x="1014" y="19"/>
                </a:lnTo>
                <a:lnTo>
                  <a:pt x="1015" y="19"/>
                </a:lnTo>
                <a:lnTo>
                  <a:pt x="1015" y="20"/>
                </a:lnTo>
                <a:lnTo>
                  <a:pt x="1016" y="20"/>
                </a:lnTo>
                <a:lnTo>
                  <a:pt x="1017" y="20"/>
                </a:lnTo>
                <a:lnTo>
                  <a:pt x="1018" y="21"/>
                </a:lnTo>
                <a:lnTo>
                  <a:pt x="1019" y="21"/>
                </a:lnTo>
                <a:lnTo>
                  <a:pt x="1019" y="21"/>
                </a:lnTo>
                <a:lnTo>
                  <a:pt x="1020" y="22"/>
                </a:lnTo>
                <a:lnTo>
                  <a:pt x="1021" y="22"/>
                </a:lnTo>
                <a:lnTo>
                  <a:pt x="1022" y="22"/>
                </a:lnTo>
                <a:lnTo>
                  <a:pt x="1023" y="23"/>
                </a:lnTo>
                <a:lnTo>
                  <a:pt x="1023" y="23"/>
                </a:lnTo>
                <a:lnTo>
                  <a:pt x="1024" y="24"/>
                </a:lnTo>
                <a:lnTo>
                  <a:pt x="1025" y="24"/>
                </a:lnTo>
                <a:lnTo>
                  <a:pt x="1026" y="25"/>
                </a:lnTo>
                <a:lnTo>
                  <a:pt x="1026" y="25"/>
                </a:lnTo>
                <a:lnTo>
                  <a:pt x="1027" y="25"/>
                </a:lnTo>
                <a:lnTo>
                  <a:pt x="1028" y="26"/>
                </a:lnTo>
                <a:lnTo>
                  <a:pt x="1029" y="26"/>
                </a:lnTo>
                <a:lnTo>
                  <a:pt x="1030" y="27"/>
                </a:lnTo>
                <a:lnTo>
                  <a:pt x="1030" y="27"/>
                </a:lnTo>
                <a:lnTo>
                  <a:pt x="1031" y="28"/>
                </a:lnTo>
                <a:lnTo>
                  <a:pt x="1032" y="28"/>
                </a:lnTo>
                <a:lnTo>
                  <a:pt x="1033" y="29"/>
                </a:lnTo>
                <a:lnTo>
                  <a:pt x="1033" y="29"/>
                </a:lnTo>
                <a:lnTo>
                  <a:pt x="1034" y="30"/>
                </a:lnTo>
                <a:lnTo>
                  <a:pt x="1035" y="31"/>
                </a:lnTo>
                <a:lnTo>
                  <a:pt x="1036" y="31"/>
                </a:lnTo>
                <a:lnTo>
                  <a:pt x="1036" y="32"/>
                </a:lnTo>
                <a:lnTo>
                  <a:pt x="1037" y="32"/>
                </a:lnTo>
                <a:lnTo>
                  <a:pt x="1037" y="33"/>
                </a:lnTo>
                <a:lnTo>
                  <a:pt x="1038" y="33"/>
                </a:lnTo>
                <a:lnTo>
                  <a:pt x="1038" y="33"/>
                </a:lnTo>
                <a:lnTo>
                  <a:pt x="1039" y="34"/>
                </a:lnTo>
                <a:lnTo>
                  <a:pt x="1040" y="35"/>
                </a:lnTo>
                <a:lnTo>
                  <a:pt x="1040" y="35"/>
                </a:lnTo>
                <a:lnTo>
                  <a:pt x="1041" y="36"/>
                </a:lnTo>
                <a:lnTo>
                  <a:pt x="1041" y="36"/>
                </a:lnTo>
                <a:lnTo>
                  <a:pt x="1041" y="36"/>
                </a:lnTo>
                <a:lnTo>
                  <a:pt x="1042" y="37"/>
                </a:lnTo>
                <a:lnTo>
                  <a:pt x="1042" y="37"/>
                </a:lnTo>
                <a:lnTo>
                  <a:pt x="1042" y="38"/>
                </a:lnTo>
                <a:lnTo>
                  <a:pt x="1043" y="38"/>
                </a:lnTo>
                <a:lnTo>
                  <a:pt x="1043" y="38"/>
                </a:lnTo>
                <a:lnTo>
                  <a:pt x="1043" y="39"/>
                </a:lnTo>
                <a:lnTo>
                  <a:pt x="1044" y="39"/>
                </a:lnTo>
                <a:lnTo>
                  <a:pt x="1044" y="40"/>
                </a:lnTo>
                <a:lnTo>
                  <a:pt x="1044" y="40"/>
                </a:lnTo>
                <a:lnTo>
                  <a:pt x="1045" y="41"/>
                </a:lnTo>
                <a:lnTo>
                  <a:pt x="1045" y="41"/>
                </a:lnTo>
                <a:lnTo>
                  <a:pt x="1045" y="42"/>
                </a:lnTo>
                <a:lnTo>
                  <a:pt x="1046" y="42"/>
                </a:lnTo>
                <a:lnTo>
                  <a:pt x="1046" y="43"/>
                </a:lnTo>
                <a:lnTo>
                  <a:pt x="1046" y="43"/>
                </a:lnTo>
                <a:lnTo>
                  <a:pt x="1046" y="44"/>
                </a:lnTo>
                <a:lnTo>
                  <a:pt x="1047" y="44"/>
                </a:lnTo>
                <a:lnTo>
                  <a:pt x="1047" y="45"/>
                </a:lnTo>
                <a:lnTo>
                  <a:pt x="1047" y="45"/>
                </a:lnTo>
                <a:lnTo>
                  <a:pt x="1047" y="46"/>
                </a:lnTo>
                <a:lnTo>
                  <a:pt x="1048" y="46"/>
                </a:lnTo>
                <a:lnTo>
                  <a:pt x="1048" y="47"/>
                </a:lnTo>
                <a:lnTo>
                  <a:pt x="1048" y="47"/>
                </a:lnTo>
                <a:lnTo>
                  <a:pt x="1048" y="48"/>
                </a:lnTo>
                <a:lnTo>
                  <a:pt x="1049" y="49"/>
                </a:lnTo>
                <a:lnTo>
                  <a:pt x="1049" y="49"/>
                </a:lnTo>
                <a:lnTo>
                  <a:pt x="1049" y="50"/>
                </a:lnTo>
                <a:lnTo>
                  <a:pt x="1049" y="50"/>
                </a:lnTo>
                <a:lnTo>
                  <a:pt x="1050" y="51"/>
                </a:lnTo>
                <a:lnTo>
                  <a:pt x="1050" y="52"/>
                </a:lnTo>
                <a:lnTo>
                  <a:pt x="1050" y="52"/>
                </a:lnTo>
                <a:lnTo>
                  <a:pt x="1050" y="53"/>
                </a:lnTo>
                <a:lnTo>
                  <a:pt x="1050" y="54"/>
                </a:lnTo>
                <a:lnTo>
                  <a:pt x="1050" y="54"/>
                </a:lnTo>
                <a:lnTo>
                  <a:pt x="1050" y="55"/>
                </a:lnTo>
                <a:lnTo>
                  <a:pt x="1051" y="56"/>
                </a:lnTo>
                <a:lnTo>
                  <a:pt x="1051" y="56"/>
                </a:lnTo>
                <a:lnTo>
                  <a:pt x="1051" y="57"/>
                </a:lnTo>
                <a:lnTo>
                  <a:pt x="1051" y="58"/>
                </a:lnTo>
                <a:lnTo>
                  <a:pt x="1051" y="58"/>
                </a:lnTo>
                <a:lnTo>
                  <a:pt x="1051" y="59"/>
                </a:lnTo>
                <a:lnTo>
                  <a:pt x="1051" y="60"/>
                </a:lnTo>
                <a:lnTo>
                  <a:pt x="1051" y="60"/>
                </a:lnTo>
                <a:lnTo>
                  <a:pt x="1051" y="61"/>
                </a:lnTo>
                <a:lnTo>
                  <a:pt x="1051" y="62"/>
                </a:lnTo>
                <a:lnTo>
                  <a:pt x="1051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3"/>
                </a:lnTo>
                <a:lnTo>
                  <a:pt x="1051" y="64"/>
                </a:lnTo>
                <a:lnTo>
                  <a:pt x="1051" y="65"/>
                </a:lnTo>
                <a:lnTo>
                  <a:pt x="1051" y="65"/>
                </a:lnTo>
                <a:lnTo>
                  <a:pt x="1050" y="66"/>
                </a:lnTo>
                <a:lnTo>
                  <a:pt x="1050" y="67"/>
                </a:lnTo>
                <a:lnTo>
                  <a:pt x="1050" y="67"/>
                </a:lnTo>
                <a:lnTo>
                  <a:pt x="1050" y="68"/>
                </a:lnTo>
                <a:lnTo>
                  <a:pt x="1050" y="69"/>
                </a:lnTo>
                <a:lnTo>
                  <a:pt x="1050" y="69"/>
                </a:lnTo>
                <a:lnTo>
                  <a:pt x="1050" y="70"/>
                </a:lnTo>
                <a:lnTo>
                  <a:pt x="1049" y="71"/>
                </a:lnTo>
                <a:lnTo>
                  <a:pt x="1049" y="71"/>
                </a:lnTo>
                <a:lnTo>
                  <a:pt x="1049" y="72"/>
                </a:lnTo>
                <a:lnTo>
                  <a:pt x="1049" y="72"/>
                </a:lnTo>
                <a:lnTo>
                  <a:pt x="1048" y="73"/>
                </a:lnTo>
                <a:lnTo>
                  <a:pt x="1048" y="74"/>
                </a:lnTo>
                <a:lnTo>
                  <a:pt x="1048" y="74"/>
                </a:lnTo>
                <a:lnTo>
                  <a:pt x="1048" y="75"/>
                </a:lnTo>
                <a:lnTo>
                  <a:pt x="1047" y="75"/>
                </a:lnTo>
                <a:lnTo>
                  <a:pt x="1047" y="76"/>
                </a:lnTo>
                <a:lnTo>
                  <a:pt x="1047" y="77"/>
                </a:lnTo>
                <a:lnTo>
                  <a:pt x="1047" y="77"/>
                </a:lnTo>
                <a:lnTo>
                  <a:pt x="1046" y="78"/>
                </a:lnTo>
                <a:lnTo>
                  <a:pt x="1046" y="78"/>
                </a:lnTo>
                <a:lnTo>
                  <a:pt x="1046" y="79"/>
                </a:lnTo>
                <a:lnTo>
                  <a:pt x="1045" y="79"/>
                </a:lnTo>
                <a:lnTo>
                  <a:pt x="1045" y="80"/>
                </a:lnTo>
                <a:lnTo>
                  <a:pt x="1045" y="80"/>
                </a:lnTo>
                <a:lnTo>
                  <a:pt x="1044" y="81"/>
                </a:lnTo>
                <a:lnTo>
                  <a:pt x="1044" y="82"/>
                </a:lnTo>
                <a:lnTo>
                  <a:pt x="1044" y="82"/>
                </a:lnTo>
                <a:lnTo>
                  <a:pt x="1043" y="83"/>
                </a:lnTo>
                <a:lnTo>
                  <a:pt x="1043" y="83"/>
                </a:lnTo>
                <a:lnTo>
                  <a:pt x="1043" y="84"/>
                </a:lnTo>
                <a:lnTo>
                  <a:pt x="1042" y="84"/>
                </a:lnTo>
                <a:lnTo>
                  <a:pt x="1042" y="85"/>
                </a:lnTo>
                <a:lnTo>
                  <a:pt x="1041" y="86"/>
                </a:lnTo>
                <a:lnTo>
                  <a:pt x="1040" y="87"/>
                </a:lnTo>
                <a:lnTo>
                  <a:pt x="1040" y="87"/>
                </a:lnTo>
                <a:lnTo>
                  <a:pt x="1039" y="88"/>
                </a:lnTo>
                <a:lnTo>
                  <a:pt x="1038" y="89"/>
                </a:lnTo>
                <a:lnTo>
                  <a:pt x="1038" y="90"/>
                </a:lnTo>
                <a:lnTo>
                  <a:pt x="1037" y="90"/>
                </a:lnTo>
                <a:lnTo>
                  <a:pt x="1037" y="91"/>
                </a:lnTo>
                <a:lnTo>
                  <a:pt x="1036" y="92"/>
                </a:lnTo>
                <a:lnTo>
                  <a:pt x="1036" y="92"/>
                </a:lnTo>
                <a:lnTo>
                  <a:pt x="1035" y="92"/>
                </a:lnTo>
                <a:lnTo>
                  <a:pt x="1034" y="93"/>
                </a:lnTo>
                <a:lnTo>
                  <a:pt x="1033" y="94"/>
                </a:lnTo>
                <a:lnTo>
                  <a:pt x="1032" y="94"/>
                </a:lnTo>
                <a:lnTo>
                  <a:pt x="1032" y="95"/>
                </a:lnTo>
                <a:lnTo>
                  <a:pt x="1031" y="96"/>
                </a:lnTo>
                <a:lnTo>
                  <a:pt x="1030" y="96"/>
                </a:lnTo>
                <a:lnTo>
                  <a:pt x="1029" y="97"/>
                </a:lnTo>
                <a:lnTo>
                  <a:pt x="1028" y="97"/>
                </a:lnTo>
                <a:lnTo>
                  <a:pt x="1027" y="98"/>
                </a:lnTo>
                <a:lnTo>
                  <a:pt x="1027" y="99"/>
                </a:lnTo>
                <a:lnTo>
                  <a:pt x="1026" y="99"/>
                </a:lnTo>
                <a:lnTo>
                  <a:pt x="1025" y="100"/>
                </a:lnTo>
                <a:lnTo>
                  <a:pt x="1024" y="100"/>
                </a:lnTo>
                <a:lnTo>
                  <a:pt x="1023" y="101"/>
                </a:lnTo>
                <a:lnTo>
                  <a:pt x="1022" y="101"/>
                </a:lnTo>
                <a:lnTo>
                  <a:pt x="1021" y="102"/>
                </a:lnTo>
                <a:lnTo>
                  <a:pt x="1021" y="102"/>
                </a:lnTo>
                <a:lnTo>
                  <a:pt x="1020" y="103"/>
                </a:lnTo>
                <a:lnTo>
                  <a:pt x="1019" y="103"/>
                </a:lnTo>
                <a:lnTo>
                  <a:pt x="1018" y="103"/>
                </a:lnTo>
                <a:lnTo>
                  <a:pt x="1017" y="104"/>
                </a:lnTo>
                <a:lnTo>
                  <a:pt x="1016" y="104"/>
                </a:lnTo>
                <a:lnTo>
                  <a:pt x="1015" y="105"/>
                </a:lnTo>
                <a:lnTo>
                  <a:pt x="1014" y="105"/>
                </a:lnTo>
                <a:lnTo>
                  <a:pt x="1013" y="106"/>
                </a:lnTo>
                <a:lnTo>
                  <a:pt x="1012" y="106"/>
                </a:lnTo>
                <a:lnTo>
                  <a:pt x="1011" y="106"/>
                </a:lnTo>
                <a:lnTo>
                  <a:pt x="1011" y="107"/>
                </a:lnTo>
                <a:lnTo>
                  <a:pt x="1010" y="107"/>
                </a:lnTo>
                <a:lnTo>
                  <a:pt x="1009" y="107"/>
                </a:lnTo>
                <a:lnTo>
                  <a:pt x="1008" y="108"/>
                </a:lnTo>
                <a:lnTo>
                  <a:pt x="1008" y="108"/>
                </a:lnTo>
                <a:lnTo>
                  <a:pt x="1007" y="108"/>
                </a:lnTo>
                <a:lnTo>
                  <a:pt x="1006" y="109"/>
                </a:lnTo>
                <a:lnTo>
                  <a:pt x="1005" y="109"/>
                </a:lnTo>
                <a:lnTo>
                  <a:pt x="1004" y="109"/>
                </a:lnTo>
                <a:lnTo>
                  <a:pt x="1003" y="110"/>
                </a:lnTo>
                <a:lnTo>
                  <a:pt x="1002" y="110"/>
                </a:lnTo>
                <a:lnTo>
                  <a:pt x="1001" y="110"/>
                </a:lnTo>
                <a:lnTo>
                  <a:pt x="1000" y="110"/>
                </a:lnTo>
                <a:lnTo>
                  <a:pt x="999" y="111"/>
                </a:lnTo>
                <a:lnTo>
                  <a:pt x="998" y="111"/>
                </a:lnTo>
                <a:lnTo>
                  <a:pt x="997" y="111"/>
                </a:lnTo>
                <a:lnTo>
                  <a:pt x="996" y="111"/>
                </a:lnTo>
                <a:lnTo>
                  <a:pt x="995" y="112"/>
                </a:lnTo>
                <a:lnTo>
                  <a:pt x="994" y="112"/>
                </a:lnTo>
                <a:lnTo>
                  <a:pt x="993" y="112"/>
                </a:lnTo>
                <a:lnTo>
                  <a:pt x="992" y="112"/>
                </a:lnTo>
                <a:lnTo>
                  <a:pt x="991" y="112"/>
                </a:lnTo>
                <a:lnTo>
                  <a:pt x="990" y="113"/>
                </a:lnTo>
                <a:lnTo>
                  <a:pt x="989" y="113"/>
                </a:lnTo>
                <a:lnTo>
                  <a:pt x="988" y="113"/>
                </a:lnTo>
                <a:lnTo>
                  <a:pt x="987" y="113"/>
                </a:lnTo>
                <a:lnTo>
                  <a:pt x="986" y="113"/>
                </a:lnTo>
                <a:lnTo>
                  <a:pt x="985" y="113"/>
                </a:lnTo>
                <a:lnTo>
                  <a:pt x="984" y="114"/>
                </a:lnTo>
                <a:lnTo>
                  <a:pt x="983" y="114"/>
                </a:lnTo>
                <a:lnTo>
                  <a:pt x="982" y="114"/>
                </a:lnTo>
                <a:lnTo>
                  <a:pt x="981" y="114"/>
                </a:lnTo>
                <a:lnTo>
                  <a:pt x="980" y="114"/>
                </a:lnTo>
                <a:lnTo>
                  <a:pt x="979" y="114"/>
                </a:lnTo>
                <a:lnTo>
                  <a:pt x="979" y="114"/>
                </a:lnTo>
                <a:lnTo>
                  <a:pt x="978" y="115"/>
                </a:lnTo>
                <a:lnTo>
                  <a:pt x="977" y="115"/>
                </a:lnTo>
                <a:lnTo>
                  <a:pt x="976" y="115"/>
                </a:lnTo>
                <a:lnTo>
                  <a:pt x="975" y="115"/>
                </a:lnTo>
                <a:lnTo>
                  <a:pt x="974" y="115"/>
                </a:lnTo>
                <a:lnTo>
                  <a:pt x="973" y="115"/>
                </a:lnTo>
                <a:lnTo>
                  <a:pt x="972" y="115"/>
                </a:lnTo>
                <a:lnTo>
                  <a:pt x="971" y="115"/>
                </a:lnTo>
                <a:lnTo>
                  <a:pt x="969" y="115"/>
                </a:lnTo>
                <a:lnTo>
                  <a:pt x="968" y="115"/>
                </a:lnTo>
                <a:lnTo>
                  <a:pt x="967" y="115"/>
                </a:lnTo>
                <a:lnTo>
                  <a:pt x="966" y="115"/>
                </a:lnTo>
                <a:lnTo>
                  <a:pt x="965" y="116"/>
                </a:lnTo>
                <a:lnTo>
                  <a:pt x="964" y="116"/>
                </a:lnTo>
                <a:lnTo>
                  <a:pt x="963" y="116"/>
                </a:lnTo>
                <a:lnTo>
                  <a:pt x="962" y="116"/>
                </a:lnTo>
                <a:lnTo>
                  <a:pt x="961" y="116"/>
                </a:lnTo>
                <a:lnTo>
                  <a:pt x="960" y="116"/>
                </a:lnTo>
                <a:lnTo>
                  <a:pt x="959" y="116"/>
                </a:lnTo>
                <a:lnTo>
                  <a:pt x="958" y="116"/>
                </a:lnTo>
                <a:lnTo>
                  <a:pt x="957" y="116"/>
                </a:lnTo>
                <a:lnTo>
                  <a:pt x="956" y="116"/>
                </a:lnTo>
                <a:lnTo>
                  <a:pt x="954" y="116"/>
                </a:lnTo>
                <a:lnTo>
                  <a:pt x="953" y="116"/>
                </a:lnTo>
                <a:lnTo>
                  <a:pt x="952" y="116"/>
                </a:lnTo>
                <a:lnTo>
                  <a:pt x="951" y="116"/>
                </a:lnTo>
                <a:lnTo>
                  <a:pt x="950" y="116"/>
                </a:lnTo>
                <a:lnTo>
                  <a:pt x="950" y="116"/>
                </a:lnTo>
                <a:lnTo>
                  <a:pt x="949" y="116"/>
                </a:lnTo>
                <a:lnTo>
                  <a:pt x="948" y="116"/>
                </a:lnTo>
                <a:lnTo>
                  <a:pt x="947" y="116"/>
                </a:lnTo>
                <a:lnTo>
                  <a:pt x="946" y="116"/>
                </a:lnTo>
                <a:lnTo>
                  <a:pt x="945" y="116"/>
                </a:lnTo>
                <a:lnTo>
                  <a:pt x="943" y="116"/>
                </a:lnTo>
                <a:lnTo>
                  <a:pt x="942" y="116"/>
                </a:lnTo>
                <a:lnTo>
                  <a:pt x="941" y="116"/>
                </a:lnTo>
                <a:lnTo>
                  <a:pt x="940" y="116"/>
                </a:lnTo>
                <a:lnTo>
                  <a:pt x="939" y="116"/>
                </a:lnTo>
                <a:lnTo>
                  <a:pt x="938" y="116"/>
                </a:lnTo>
                <a:lnTo>
                  <a:pt x="937" y="115"/>
                </a:lnTo>
                <a:lnTo>
                  <a:pt x="936" y="115"/>
                </a:lnTo>
                <a:lnTo>
                  <a:pt x="935" y="115"/>
                </a:lnTo>
                <a:lnTo>
                  <a:pt x="934" y="115"/>
                </a:lnTo>
                <a:lnTo>
                  <a:pt x="932" y="115"/>
                </a:lnTo>
                <a:lnTo>
                  <a:pt x="930" y="115"/>
                </a:lnTo>
                <a:lnTo>
                  <a:pt x="928" y="115"/>
                </a:lnTo>
                <a:lnTo>
                  <a:pt x="926" y="115"/>
                </a:lnTo>
                <a:lnTo>
                  <a:pt x="924" y="115"/>
                </a:lnTo>
                <a:lnTo>
                  <a:pt x="921" y="114"/>
                </a:lnTo>
                <a:lnTo>
                  <a:pt x="920" y="114"/>
                </a:lnTo>
                <a:lnTo>
                  <a:pt x="918" y="114"/>
                </a:lnTo>
                <a:lnTo>
                  <a:pt x="916" y="114"/>
                </a:lnTo>
                <a:lnTo>
                  <a:pt x="913" y="114"/>
                </a:lnTo>
                <a:lnTo>
                  <a:pt x="911" y="113"/>
                </a:lnTo>
                <a:lnTo>
                  <a:pt x="909" y="113"/>
                </a:lnTo>
                <a:lnTo>
                  <a:pt x="907" y="113"/>
                </a:lnTo>
                <a:lnTo>
                  <a:pt x="905" y="113"/>
                </a:lnTo>
                <a:lnTo>
                  <a:pt x="902" y="112"/>
                </a:lnTo>
                <a:lnTo>
                  <a:pt x="900" y="112"/>
                </a:lnTo>
                <a:lnTo>
                  <a:pt x="898" y="112"/>
                </a:lnTo>
                <a:lnTo>
                  <a:pt x="896" y="111"/>
                </a:lnTo>
                <a:lnTo>
                  <a:pt x="894" y="111"/>
                </a:lnTo>
                <a:lnTo>
                  <a:pt x="892" y="111"/>
                </a:lnTo>
                <a:lnTo>
                  <a:pt x="890" y="111"/>
                </a:lnTo>
                <a:lnTo>
                  <a:pt x="888" y="110"/>
                </a:lnTo>
                <a:lnTo>
                  <a:pt x="886" y="110"/>
                </a:lnTo>
                <a:lnTo>
                  <a:pt x="884" y="110"/>
                </a:lnTo>
                <a:lnTo>
                  <a:pt x="882" y="109"/>
                </a:lnTo>
                <a:lnTo>
                  <a:pt x="880" y="109"/>
                </a:lnTo>
                <a:lnTo>
                  <a:pt x="878" y="108"/>
                </a:lnTo>
                <a:lnTo>
                  <a:pt x="876" y="108"/>
                </a:lnTo>
                <a:lnTo>
                  <a:pt x="874" y="108"/>
                </a:lnTo>
                <a:lnTo>
                  <a:pt x="871" y="107"/>
                </a:lnTo>
                <a:lnTo>
                  <a:pt x="869" y="107"/>
                </a:lnTo>
                <a:lnTo>
                  <a:pt x="868" y="107"/>
                </a:lnTo>
                <a:lnTo>
                  <a:pt x="867" y="107"/>
                </a:lnTo>
                <a:lnTo>
                  <a:pt x="866" y="106"/>
                </a:lnTo>
                <a:lnTo>
                  <a:pt x="865" y="106"/>
                </a:lnTo>
                <a:lnTo>
                  <a:pt x="864" y="104"/>
                </a:lnTo>
                <a:lnTo>
                  <a:pt x="863" y="102"/>
                </a:lnTo>
                <a:lnTo>
                  <a:pt x="861" y="101"/>
                </a:lnTo>
                <a:lnTo>
                  <a:pt x="860" y="100"/>
                </a:lnTo>
                <a:lnTo>
                  <a:pt x="859" y="99"/>
                </a:lnTo>
                <a:lnTo>
                  <a:pt x="858" y="99"/>
                </a:lnTo>
                <a:lnTo>
                  <a:pt x="856" y="98"/>
                </a:lnTo>
                <a:lnTo>
                  <a:pt x="854" y="97"/>
                </a:lnTo>
                <a:lnTo>
                  <a:pt x="852" y="97"/>
                </a:lnTo>
                <a:lnTo>
                  <a:pt x="850" y="96"/>
                </a:lnTo>
                <a:lnTo>
                  <a:pt x="849" y="95"/>
                </a:lnTo>
                <a:lnTo>
                  <a:pt x="847" y="95"/>
                </a:lnTo>
                <a:lnTo>
                  <a:pt x="845" y="94"/>
                </a:lnTo>
                <a:lnTo>
                  <a:pt x="843" y="93"/>
                </a:lnTo>
                <a:lnTo>
                  <a:pt x="842" y="93"/>
                </a:lnTo>
                <a:lnTo>
                  <a:pt x="841" y="92"/>
                </a:lnTo>
                <a:lnTo>
                  <a:pt x="841" y="92"/>
                </a:lnTo>
                <a:lnTo>
                  <a:pt x="840" y="93"/>
                </a:lnTo>
                <a:lnTo>
                  <a:pt x="838" y="93"/>
                </a:lnTo>
                <a:lnTo>
                  <a:pt x="836" y="94"/>
                </a:lnTo>
                <a:lnTo>
                  <a:pt x="834" y="94"/>
                </a:lnTo>
                <a:lnTo>
                  <a:pt x="833" y="95"/>
                </a:lnTo>
                <a:lnTo>
                  <a:pt x="832" y="95"/>
                </a:lnTo>
                <a:lnTo>
                  <a:pt x="830" y="96"/>
                </a:lnTo>
                <a:lnTo>
                  <a:pt x="828" y="96"/>
                </a:lnTo>
                <a:lnTo>
                  <a:pt x="826" y="97"/>
                </a:lnTo>
                <a:lnTo>
                  <a:pt x="825" y="97"/>
                </a:lnTo>
                <a:lnTo>
                  <a:pt x="823" y="97"/>
                </a:lnTo>
                <a:lnTo>
                  <a:pt x="821" y="98"/>
                </a:lnTo>
                <a:lnTo>
                  <a:pt x="819" y="98"/>
                </a:lnTo>
                <a:lnTo>
                  <a:pt x="817" y="99"/>
                </a:lnTo>
                <a:lnTo>
                  <a:pt x="816" y="99"/>
                </a:lnTo>
                <a:lnTo>
                  <a:pt x="814" y="99"/>
                </a:lnTo>
                <a:lnTo>
                  <a:pt x="812" y="100"/>
                </a:lnTo>
                <a:lnTo>
                  <a:pt x="810" y="100"/>
                </a:lnTo>
                <a:lnTo>
                  <a:pt x="809" y="100"/>
                </a:lnTo>
                <a:lnTo>
                  <a:pt x="807" y="101"/>
                </a:lnTo>
                <a:lnTo>
                  <a:pt x="805" y="101"/>
                </a:lnTo>
                <a:lnTo>
                  <a:pt x="804" y="101"/>
                </a:lnTo>
                <a:lnTo>
                  <a:pt x="803" y="102"/>
                </a:lnTo>
                <a:lnTo>
                  <a:pt x="801" y="102"/>
                </a:lnTo>
                <a:lnTo>
                  <a:pt x="799" y="102"/>
                </a:lnTo>
                <a:lnTo>
                  <a:pt x="797" y="103"/>
                </a:lnTo>
                <a:lnTo>
                  <a:pt x="796" y="103"/>
                </a:lnTo>
                <a:lnTo>
                  <a:pt x="794" y="103"/>
                </a:lnTo>
                <a:lnTo>
                  <a:pt x="792" y="104"/>
                </a:lnTo>
                <a:lnTo>
                  <a:pt x="790" y="104"/>
                </a:lnTo>
                <a:lnTo>
                  <a:pt x="788" y="104"/>
                </a:lnTo>
                <a:lnTo>
                  <a:pt x="787" y="105"/>
                </a:lnTo>
                <a:lnTo>
                  <a:pt x="785" y="105"/>
                </a:lnTo>
                <a:lnTo>
                  <a:pt x="785" y="105"/>
                </a:lnTo>
                <a:lnTo>
                  <a:pt x="783" y="105"/>
                </a:lnTo>
                <a:lnTo>
                  <a:pt x="781" y="105"/>
                </a:lnTo>
                <a:lnTo>
                  <a:pt x="780" y="106"/>
                </a:lnTo>
                <a:lnTo>
                  <a:pt x="778" y="106"/>
                </a:lnTo>
                <a:lnTo>
                  <a:pt x="776" y="106"/>
                </a:lnTo>
                <a:lnTo>
                  <a:pt x="775" y="106"/>
                </a:lnTo>
                <a:lnTo>
                  <a:pt x="774" y="107"/>
                </a:lnTo>
                <a:lnTo>
                  <a:pt x="772" y="107"/>
                </a:lnTo>
                <a:lnTo>
                  <a:pt x="770" y="107"/>
                </a:lnTo>
                <a:lnTo>
                  <a:pt x="768" y="107"/>
                </a:lnTo>
                <a:lnTo>
                  <a:pt x="767" y="108"/>
                </a:lnTo>
                <a:lnTo>
                  <a:pt x="765" y="108"/>
                </a:lnTo>
                <a:lnTo>
                  <a:pt x="763" y="108"/>
                </a:lnTo>
                <a:lnTo>
                  <a:pt x="761" y="108"/>
                </a:lnTo>
                <a:lnTo>
                  <a:pt x="760" y="109"/>
                </a:lnTo>
                <a:lnTo>
                  <a:pt x="758" y="109"/>
                </a:lnTo>
                <a:lnTo>
                  <a:pt x="756" y="109"/>
                </a:lnTo>
                <a:lnTo>
                  <a:pt x="754" y="109"/>
                </a:lnTo>
                <a:lnTo>
                  <a:pt x="752" y="109"/>
                </a:lnTo>
                <a:lnTo>
                  <a:pt x="749" y="110"/>
                </a:lnTo>
                <a:lnTo>
                  <a:pt x="746" y="110"/>
                </a:lnTo>
                <a:lnTo>
                  <a:pt x="743" y="111"/>
                </a:lnTo>
                <a:lnTo>
                  <a:pt x="739" y="111"/>
                </a:lnTo>
                <a:lnTo>
                  <a:pt x="736" y="111"/>
                </a:lnTo>
                <a:lnTo>
                  <a:pt x="732" y="112"/>
                </a:lnTo>
                <a:lnTo>
                  <a:pt x="729" y="112"/>
                </a:lnTo>
                <a:lnTo>
                  <a:pt x="725" y="112"/>
                </a:lnTo>
                <a:lnTo>
                  <a:pt x="722" y="113"/>
                </a:lnTo>
                <a:lnTo>
                  <a:pt x="718" y="113"/>
                </a:lnTo>
                <a:lnTo>
                  <a:pt x="716" y="113"/>
                </a:lnTo>
                <a:lnTo>
                  <a:pt x="712" y="114"/>
                </a:lnTo>
                <a:lnTo>
                  <a:pt x="709" y="114"/>
                </a:lnTo>
                <a:lnTo>
                  <a:pt x="706" y="114"/>
                </a:lnTo>
                <a:lnTo>
                  <a:pt x="702" y="115"/>
                </a:lnTo>
                <a:lnTo>
                  <a:pt x="695" y="115"/>
                </a:lnTo>
                <a:lnTo>
                  <a:pt x="689" y="116"/>
                </a:lnTo>
                <a:lnTo>
                  <a:pt x="682" y="116"/>
                </a:lnTo>
                <a:lnTo>
                  <a:pt x="675" y="117"/>
                </a:lnTo>
                <a:lnTo>
                  <a:pt x="672" y="117"/>
                </a:lnTo>
                <a:lnTo>
                  <a:pt x="668" y="118"/>
                </a:lnTo>
                <a:lnTo>
                  <a:pt x="665" y="118"/>
                </a:lnTo>
                <a:lnTo>
                  <a:pt x="661" y="118"/>
                </a:lnTo>
                <a:lnTo>
                  <a:pt x="659" y="119"/>
                </a:lnTo>
                <a:lnTo>
                  <a:pt x="655" y="119"/>
                </a:lnTo>
                <a:lnTo>
                  <a:pt x="652" y="119"/>
                </a:lnTo>
                <a:lnTo>
                  <a:pt x="648" y="120"/>
                </a:lnTo>
                <a:lnTo>
                  <a:pt x="646" y="120"/>
                </a:lnTo>
                <a:lnTo>
                  <a:pt x="643" y="120"/>
                </a:lnTo>
                <a:lnTo>
                  <a:pt x="641" y="120"/>
                </a:lnTo>
                <a:lnTo>
                  <a:pt x="638" y="121"/>
                </a:lnTo>
                <a:lnTo>
                  <a:pt x="636" y="121"/>
                </a:lnTo>
                <a:lnTo>
                  <a:pt x="633" y="121"/>
                </a:lnTo>
                <a:lnTo>
                  <a:pt x="631" y="121"/>
                </a:lnTo>
                <a:lnTo>
                  <a:pt x="629" y="121"/>
                </a:lnTo>
                <a:lnTo>
                  <a:pt x="626" y="121"/>
                </a:lnTo>
                <a:lnTo>
                  <a:pt x="624" y="121"/>
                </a:lnTo>
                <a:lnTo>
                  <a:pt x="621" y="121"/>
                </a:lnTo>
                <a:lnTo>
                  <a:pt x="618" y="121"/>
                </a:lnTo>
                <a:lnTo>
                  <a:pt x="616" y="121"/>
                </a:lnTo>
                <a:lnTo>
                  <a:pt x="613" y="122"/>
                </a:lnTo>
                <a:lnTo>
                  <a:pt x="611" y="122"/>
                </a:lnTo>
                <a:lnTo>
                  <a:pt x="608" y="122"/>
                </a:lnTo>
                <a:lnTo>
                  <a:pt x="606" y="122"/>
                </a:lnTo>
                <a:lnTo>
                  <a:pt x="603" y="122"/>
                </a:lnTo>
                <a:lnTo>
                  <a:pt x="601" y="122"/>
                </a:lnTo>
                <a:lnTo>
                  <a:pt x="599" y="122"/>
                </a:lnTo>
                <a:lnTo>
                  <a:pt x="596" y="123"/>
                </a:lnTo>
                <a:lnTo>
                  <a:pt x="594" y="123"/>
                </a:lnTo>
                <a:lnTo>
                  <a:pt x="591" y="123"/>
                </a:lnTo>
                <a:lnTo>
                  <a:pt x="588" y="123"/>
                </a:lnTo>
                <a:lnTo>
                  <a:pt x="586" y="123"/>
                </a:lnTo>
                <a:lnTo>
                  <a:pt x="583" y="123"/>
                </a:lnTo>
                <a:lnTo>
                  <a:pt x="581" y="123"/>
                </a:lnTo>
                <a:lnTo>
                  <a:pt x="578" y="124"/>
                </a:lnTo>
                <a:lnTo>
                  <a:pt x="575" y="124"/>
                </a:lnTo>
                <a:lnTo>
                  <a:pt x="574" y="124"/>
                </a:lnTo>
                <a:lnTo>
                  <a:pt x="571" y="124"/>
                </a:lnTo>
                <a:lnTo>
                  <a:pt x="569" y="124"/>
                </a:lnTo>
                <a:lnTo>
                  <a:pt x="566" y="124"/>
                </a:lnTo>
                <a:lnTo>
                  <a:pt x="563" y="124"/>
                </a:lnTo>
                <a:lnTo>
                  <a:pt x="561" y="124"/>
                </a:lnTo>
                <a:lnTo>
                  <a:pt x="558" y="124"/>
                </a:lnTo>
                <a:lnTo>
                  <a:pt x="556" y="124"/>
                </a:lnTo>
                <a:lnTo>
                  <a:pt x="553" y="124"/>
                </a:lnTo>
                <a:lnTo>
                  <a:pt x="550" y="124"/>
                </a:lnTo>
                <a:lnTo>
                  <a:pt x="548" y="125"/>
                </a:lnTo>
                <a:lnTo>
                  <a:pt x="545" y="125"/>
                </a:lnTo>
                <a:lnTo>
                  <a:pt x="544" y="125"/>
                </a:lnTo>
                <a:lnTo>
                  <a:pt x="541" y="125"/>
                </a:lnTo>
                <a:lnTo>
                  <a:pt x="538" y="125"/>
                </a:lnTo>
                <a:lnTo>
                  <a:pt x="536" y="125"/>
                </a:lnTo>
                <a:lnTo>
                  <a:pt x="533" y="125"/>
                </a:lnTo>
                <a:lnTo>
                  <a:pt x="531" y="125"/>
                </a:lnTo>
                <a:lnTo>
                  <a:pt x="528" y="125"/>
                </a:lnTo>
                <a:lnTo>
                  <a:pt x="525" y="125"/>
                </a:lnTo>
                <a:lnTo>
                  <a:pt x="523" y="125"/>
                </a:lnTo>
                <a:lnTo>
                  <a:pt x="520" y="125"/>
                </a:lnTo>
                <a:lnTo>
                  <a:pt x="518" y="125"/>
                </a:lnTo>
                <a:lnTo>
                  <a:pt x="516" y="125"/>
                </a:lnTo>
                <a:lnTo>
                  <a:pt x="514" y="125"/>
                </a:lnTo>
                <a:lnTo>
                  <a:pt x="513" y="125"/>
                </a:lnTo>
                <a:lnTo>
                  <a:pt x="511" y="125"/>
                </a:lnTo>
                <a:lnTo>
                  <a:pt x="508" y="125"/>
                </a:lnTo>
                <a:lnTo>
                  <a:pt x="506" y="125"/>
                </a:lnTo>
                <a:lnTo>
                  <a:pt x="503" y="125"/>
                </a:lnTo>
                <a:lnTo>
                  <a:pt x="500" y="125"/>
                </a:lnTo>
                <a:lnTo>
                  <a:pt x="498" y="125"/>
                </a:lnTo>
                <a:lnTo>
                  <a:pt x="495" y="125"/>
                </a:lnTo>
                <a:lnTo>
                  <a:pt x="493" y="125"/>
                </a:lnTo>
                <a:lnTo>
                  <a:pt x="490" y="125"/>
                </a:lnTo>
                <a:lnTo>
                  <a:pt x="487" y="125"/>
                </a:lnTo>
                <a:lnTo>
                  <a:pt x="486" y="125"/>
                </a:lnTo>
                <a:lnTo>
                  <a:pt x="483" y="125"/>
                </a:lnTo>
                <a:lnTo>
                  <a:pt x="481" y="125"/>
                </a:lnTo>
                <a:lnTo>
                  <a:pt x="478" y="125"/>
                </a:lnTo>
                <a:lnTo>
                  <a:pt x="476" y="125"/>
                </a:lnTo>
                <a:lnTo>
                  <a:pt x="473" y="125"/>
                </a:lnTo>
                <a:lnTo>
                  <a:pt x="468" y="124"/>
                </a:lnTo>
                <a:lnTo>
                  <a:pt x="463" y="124"/>
                </a:lnTo>
                <a:lnTo>
                  <a:pt x="458" y="124"/>
                </a:lnTo>
                <a:lnTo>
                  <a:pt x="453" y="124"/>
                </a:lnTo>
                <a:lnTo>
                  <a:pt x="448" y="124"/>
                </a:lnTo>
                <a:lnTo>
                  <a:pt x="443" y="124"/>
                </a:lnTo>
                <a:lnTo>
                  <a:pt x="438" y="124"/>
                </a:lnTo>
                <a:lnTo>
                  <a:pt x="432" y="123"/>
                </a:lnTo>
                <a:lnTo>
                  <a:pt x="428" y="123"/>
                </a:lnTo>
                <a:lnTo>
                  <a:pt x="423" y="123"/>
                </a:lnTo>
                <a:lnTo>
                  <a:pt x="418" y="123"/>
                </a:lnTo>
                <a:lnTo>
                  <a:pt x="413" y="123"/>
                </a:lnTo>
                <a:lnTo>
                  <a:pt x="407" y="122"/>
                </a:lnTo>
                <a:lnTo>
                  <a:pt x="402" y="122"/>
                </a:lnTo>
                <a:lnTo>
                  <a:pt x="402" y="122"/>
                </a:lnTo>
                <a:lnTo>
                  <a:pt x="398" y="122"/>
                </a:lnTo>
                <a:lnTo>
                  <a:pt x="393" y="122"/>
                </a:lnTo>
                <a:lnTo>
                  <a:pt x="388" y="121"/>
                </a:lnTo>
                <a:lnTo>
                  <a:pt x="382" y="121"/>
                </a:lnTo>
                <a:lnTo>
                  <a:pt x="377" y="121"/>
                </a:lnTo>
                <a:lnTo>
                  <a:pt x="373" y="121"/>
                </a:lnTo>
                <a:lnTo>
                  <a:pt x="368" y="121"/>
                </a:lnTo>
                <a:lnTo>
                  <a:pt x="363" y="121"/>
                </a:lnTo>
                <a:lnTo>
                  <a:pt x="357" y="121"/>
                </a:lnTo>
                <a:lnTo>
                  <a:pt x="352" y="120"/>
                </a:lnTo>
                <a:lnTo>
                  <a:pt x="347" y="120"/>
                </a:lnTo>
                <a:lnTo>
                  <a:pt x="343" y="120"/>
                </a:lnTo>
                <a:lnTo>
                  <a:pt x="338" y="119"/>
                </a:lnTo>
                <a:lnTo>
                  <a:pt x="333" y="119"/>
                </a:lnTo>
                <a:lnTo>
                  <a:pt x="327" y="119"/>
                </a:lnTo>
                <a:lnTo>
                  <a:pt x="322" y="118"/>
                </a:lnTo>
                <a:lnTo>
                  <a:pt x="322" y="118"/>
                </a:lnTo>
                <a:lnTo>
                  <a:pt x="317" y="118"/>
                </a:lnTo>
                <a:lnTo>
                  <a:pt x="313" y="117"/>
                </a:lnTo>
                <a:lnTo>
                  <a:pt x="308" y="117"/>
                </a:lnTo>
                <a:lnTo>
                  <a:pt x="302" y="116"/>
                </a:lnTo>
                <a:lnTo>
                  <a:pt x="297" y="115"/>
                </a:lnTo>
                <a:lnTo>
                  <a:pt x="287" y="114"/>
                </a:lnTo>
                <a:lnTo>
                  <a:pt x="278" y="113"/>
                </a:lnTo>
                <a:lnTo>
                  <a:pt x="278" y="113"/>
                </a:lnTo>
                <a:lnTo>
                  <a:pt x="268" y="111"/>
                </a:lnTo>
                <a:lnTo>
                  <a:pt x="248" y="108"/>
                </a:lnTo>
                <a:lnTo>
                  <a:pt x="244" y="108"/>
                </a:lnTo>
                <a:lnTo>
                  <a:pt x="238" y="107"/>
                </a:lnTo>
                <a:lnTo>
                  <a:pt x="228" y="106"/>
                </a:lnTo>
                <a:lnTo>
                  <a:pt x="218" y="105"/>
                </a:lnTo>
                <a:lnTo>
                  <a:pt x="208" y="105"/>
                </a:lnTo>
                <a:lnTo>
                  <a:pt x="203" y="104"/>
                </a:lnTo>
                <a:lnTo>
                  <a:pt x="199" y="104"/>
                </a:lnTo>
                <a:lnTo>
                  <a:pt x="194" y="103"/>
                </a:lnTo>
                <a:lnTo>
                  <a:pt x="188" y="103"/>
                </a:lnTo>
                <a:lnTo>
                  <a:pt x="183" y="102"/>
                </a:lnTo>
                <a:lnTo>
                  <a:pt x="178" y="102"/>
                </a:lnTo>
                <a:lnTo>
                  <a:pt x="173" y="101"/>
                </a:lnTo>
                <a:lnTo>
                  <a:pt x="169" y="101"/>
                </a:lnTo>
                <a:lnTo>
                  <a:pt x="164" y="101"/>
                </a:lnTo>
                <a:lnTo>
                  <a:pt x="159" y="100"/>
                </a:lnTo>
                <a:lnTo>
                  <a:pt x="154" y="100"/>
                </a:lnTo>
                <a:lnTo>
                  <a:pt x="149" y="100"/>
                </a:lnTo>
                <a:lnTo>
                  <a:pt x="148" y="99"/>
                </a:lnTo>
                <a:lnTo>
                  <a:pt x="143" y="99"/>
                </a:lnTo>
                <a:lnTo>
                  <a:pt x="139" y="99"/>
                </a:lnTo>
                <a:lnTo>
                  <a:pt x="134" y="98"/>
                </a:lnTo>
                <a:lnTo>
                  <a:pt x="129" y="98"/>
                </a:lnTo>
                <a:lnTo>
                  <a:pt x="124" y="97"/>
                </a:lnTo>
                <a:lnTo>
                  <a:pt x="119" y="97"/>
                </a:lnTo>
                <a:lnTo>
                  <a:pt x="114" y="97"/>
                </a:lnTo>
                <a:lnTo>
                  <a:pt x="110" y="96"/>
                </a:lnTo>
                <a:lnTo>
                  <a:pt x="105" y="96"/>
                </a:lnTo>
                <a:lnTo>
                  <a:pt x="100" y="96"/>
                </a:lnTo>
                <a:lnTo>
                  <a:pt x="95" y="95"/>
                </a:lnTo>
                <a:lnTo>
                  <a:pt x="91" y="95"/>
                </a:lnTo>
                <a:lnTo>
                  <a:pt x="89" y="95"/>
                </a:lnTo>
                <a:lnTo>
                  <a:pt x="84" y="95"/>
                </a:lnTo>
                <a:lnTo>
                  <a:pt x="80" y="94"/>
                </a:lnTo>
                <a:lnTo>
                  <a:pt x="75" y="94"/>
                </a:lnTo>
                <a:lnTo>
                  <a:pt x="70" y="94"/>
                </a:lnTo>
                <a:lnTo>
                  <a:pt x="65" y="93"/>
                </a:lnTo>
                <a:lnTo>
                  <a:pt x="60" y="93"/>
                </a:lnTo>
                <a:lnTo>
                  <a:pt x="55" y="93"/>
                </a:lnTo>
                <a:lnTo>
                  <a:pt x="51" y="93"/>
                </a:lnTo>
                <a:lnTo>
                  <a:pt x="46" y="93"/>
                </a:lnTo>
                <a:lnTo>
                  <a:pt x="43" y="92"/>
                </a:lnTo>
                <a:lnTo>
                  <a:pt x="41" y="92"/>
                </a:lnTo>
                <a:lnTo>
                  <a:pt x="38" y="92"/>
                </a:lnTo>
                <a:lnTo>
                  <a:pt x="36" y="92"/>
                </a:lnTo>
                <a:lnTo>
                  <a:pt x="33" y="92"/>
                </a:lnTo>
                <a:lnTo>
                  <a:pt x="32" y="92"/>
                </a:lnTo>
                <a:lnTo>
                  <a:pt x="31" y="92"/>
                </a:lnTo>
                <a:lnTo>
                  <a:pt x="28" y="92"/>
                </a:lnTo>
                <a:lnTo>
                  <a:pt x="26" y="92"/>
                </a:lnTo>
                <a:lnTo>
                  <a:pt x="24" y="92"/>
                </a:lnTo>
                <a:lnTo>
                  <a:pt x="22" y="92"/>
                </a:lnTo>
                <a:lnTo>
                  <a:pt x="19" y="92"/>
                </a:lnTo>
                <a:lnTo>
                  <a:pt x="17" y="92"/>
                </a:lnTo>
                <a:lnTo>
                  <a:pt x="14" y="92"/>
                </a:lnTo>
                <a:lnTo>
                  <a:pt x="12" y="92"/>
                </a:lnTo>
                <a:lnTo>
                  <a:pt x="12" y="92"/>
                </a:lnTo>
                <a:lnTo>
                  <a:pt x="4" y="90"/>
                </a:lnTo>
                <a:lnTo>
                  <a:pt x="0" y="82"/>
                </a:lnTo>
                <a:lnTo>
                  <a:pt x="0" y="82"/>
                </a:lnTo>
                <a:lnTo>
                  <a:pt x="4" y="74"/>
                </a:lnTo>
                <a:lnTo>
                  <a:pt x="12" y="70"/>
                </a:lnTo>
                <a:lnTo>
                  <a:pt x="14" y="70"/>
                </a:lnTo>
                <a:lnTo>
                  <a:pt x="17" y="70"/>
                </a:lnTo>
                <a:lnTo>
                  <a:pt x="19" y="70"/>
                </a:lnTo>
                <a:lnTo>
                  <a:pt x="19" y="70"/>
                </a:lnTo>
                <a:close/>
                <a:moveTo>
                  <a:pt x="959" y="46"/>
                </a:moveTo>
                <a:lnTo>
                  <a:pt x="958" y="46"/>
                </a:lnTo>
                <a:lnTo>
                  <a:pt x="957" y="46"/>
                </a:lnTo>
                <a:lnTo>
                  <a:pt x="956" y="47"/>
                </a:lnTo>
                <a:lnTo>
                  <a:pt x="955" y="47"/>
                </a:lnTo>
                <a:lnTo>
                  <a:pt x="953" y="48"/>
                </a:lnTo>
                <a:lnTo>
                  <a:pt x="952" y="49"/>
                </a:lnTo>
                <a:lnTo>
                  <a:pt x="950" y="49"/>
                </a:lnTo>
                <a:lnTo>
                  <a:pt x="949" y="50"/>
                </a:lnTo>
                <a:lnTo>
                  <a:pt x="945" y="52"/>
                </a:lnTo>
                <a:lnTo>
                  <a:pt x="944" y="53"/>
                </a:lnTo>
                <a:lnTo>
                  <a:pt x="942" y="53"/>
                </a:lnTo>
                <a:lnTo>
                  <a:pt x="940" y="54"/>
                </a:lnTo>
                <a:lnTo>
                  <a:pt x="939" y="55"/>
                </a:lnTo>
                <a:lnTo>
                  <a:pt x="938" y="55"/>
                </a:lnTo>
                <a:lnTo>
                  <a:pt x="937" y="55"/>
                </a:lnTo>
                <a:lnTo>
                  <a:pt x="936" y="56"/>
                </a:lnTo>
                <a:lnTo>
                  <a:pt x="936" y="56"/>
                </a:lnTo>
                <a:lnTo>
                  <a:pt x="935" y="56"/>
                </a:lnTo>
                <a:lnTo>
                  <a:pt x="935" y="56"/>
                </a:lnTo>
                <a:lnTo>
                  <a:pt x="934" y="57"/>
                </a:lnTo>
                <a:lnTo>
                  <a:pt x="933" y="57"/>
                </a:lnTo>
                <a:lnTo>
                  <a:pt x="933" y="57"/>
                </a:lnTo>
                <a:lnTo>
                  <a:pt x="933" y="57"/>
                </a:lnTo>
                <a:lnTo>
                  <a:pt x="932" y="58"/>
                </a:lnTo>
                <a:lnTo>
                  <a:pt x="932" y="58"/>
                </a:lnTo>
                <a:lnTo>
                  <a:pt x="931" y="58"/>
                </a:lnTo>
                <a:lnTo>
                  <a:pt x="930" y="59"/>
                </a:lnTo>
                <a:lnTo>
                  <a:pt x="929" y="59"/>
                </a:lnTo>
                <a:lnTo>
                  <a:pt x="928" y="60"/>
                </a:lnTo>
                <a:lnTo>
                  <a:pt x="927" y="60"/>
                </a:lnTo>
                <a:lnTo>
                  <a:pt x="926" y="61"/>
                </a:lnTo>
                <a:lnTo>
                  <a:pt x="925" y="62"/>
                </a:lnTo>
                <a:lnTo>
                  <a:pt x="924" y="62"/>
                </a:lnTo>
                <a:lnTo>
                  <a:pt x="923" y="62"/>
                </a:lnTo>
                <a:lnTo>
                  <a:pt x="922" y="62"/>
                </a:lnTo>
                <a:lnTo>
                  <a:pt x="921" y="63"/>
                </a:lnTo>
                <a:lnTo>
                  <a:pt x="920" y="63"/>
                </a:lnTo>
                <a:lnTo>
                  <a:pt x="919" y="64"/>
                </a:lnTo>
                <a:lnTo>
                  <a:pt x="918" y="64"/>
                </a:lnTo>
                <a:lnTo>
                  <a:pt x="917" y="65"/>
                </a:lnTo>
                <a:lnTo>
                  <a:pt x="916" y="65"/>
                </a:lnTo>
                <a:lnTo>
                  <a:pt x="915" y="66"/>
                </a:lnTo>
                <a:lnTo>
                  <a:pt x="914" y="66"/>
                </a:lnTo>
                <a:lnTo>
                  <a:pt x="913" y="67"/>
                </a:lnTo>
                <a:lnTo>
                  <a:pt x="912" y="67"/>
                </a:lnTo>
                <a:lnTo>
                  <a:pt x="911" y="68"/>
                </a:lnTo>
                <a:lnTo>
                  <a:pt x="910" y="68"/>
                </a:lnTo>
                <a:lnTo>
                  <a:pt x="909" y="69"/>
                </a:lnTo>
                <a:lnTo>
                  <a:pt x="908" y="69"/>
                </a:lnTo>
                <a:lnTo>
                  <a:pt x="907" y="70"/>
                </a:lnTo>
                <a:lnTo>
                  <a:pt x="906" y="70"/>
                </a:lnTo>
                <a:lnTo>
                  <a:pt x="908" y="70"/>
                </a:lnTo>
                <a:lnTo>
                  <a:pt x="910" y="70"/>
                </a:lnTo>
                <a:lnTo>
                  <a:pt x="912" y="70"/>
                </a:lnTo>
                <a:lnTo>
                  <a:pt x="914" y="71"/>
                </a:lnTo>
                <a:lnTo>
                  <a:pt x="916" y="71"/>
                </a:lnTo>
                <a:lnTo>
                  <a:pt x="918" y="71"/>
                </a:lnTo>
                <a:lnTo>
                  <a:pt x="920" y="71"/>
                </a:lnTo>
                <a:lnTo>
                  <a:pt x="921" y="72"/>
                </a:lnTo>
                <a:lnTo>
                  <a:pt x="923" y="72"/>
                </a:lnTo>
                <a:lnTo>
                  <a:pt x="925" y="72"/>
                </a:lnTo>
                <a:lnTo>
                  <a:pt x="927" y="72"/>
                </a:lnTo>
                <a:lnTo>
                  <a:pt x="929" y="72"/>
                </a:lnTo>
                <a:lnTo>
                  <a:pt x="931" y="72"/>
                </a:lnTo>
                <a:lnTo>
                  <a:pt x="933" y="72"/>
                </a:lnTo>
                <a:lnTo>
                  <a:pt x="935" y="73"/>
                </a:lnTo>
                <a:lnTo>
                  <a:pt x="936" y="73"/>
                </a:lnTo>
                <a:lnTo>
                  <a:pt x="937" y="73"/>
                </a:lnTo>
                <a:lnTo>
                  <a:pt x="938" y="73"/>
                </a:lnTo>
                <a:lnTo>
                  <a:pt x="939" y="73"/>
                </a:lnTo>
                <a:lnTo>
                  <a:pt x="940" y="73"/>
                </a:lnTo>
                <a:lnTo>
                  <a:pt x="941" y="73"/>
                </a:lnTo>
                <a:lnTo>
                  <a:pt x="942" y="73"/>
                </a:lnTo>
                <a:lnTo>
                  <a:pt x="943" y="73"/>
                </a:lnTo>
                <a:lnTo>
                  <a:pt x="944" y="73"/>
                </a:lnTo>
                <a:lnTo>
                  <a:pt x="945" y="73"/>
                </a:lnTo>
                <a:lnTo>
                  <a:pt x="946" y="73"/>
                </a:lnTo>
                <a:lnTo>
                  <a:pt x="947" y="73"/>
                </a:lnTo>
                <a:lnTo>
                  <a:pt x="948" y="73"/>
                </a:lnTo>
                <a:lnTo>
                  <a:pt x="948" y="73"/>
                </a:lnTo>
                <a:lnTo>
                  <a:pt x="949" y="73"/>
                </a:lnTo>
                <a:lnTo>
                  <a:pt x="950" y="73"/>
                </a:lnTo>
                <a:lnTo>
                  <a:pt x="950" y="73"/>
                </a:lnTo>
                <a:lnTo>
                  <a:pt x="951" y="73"/>
                </a:lnTo>
                <a:lnTo>
                  <a:pt x="952" y="73"/>
                </a:lnTo>
                <a:lnTo>
                  <a:pt x="953" y="73"/>
                </a:lnTo>
                <a:lnTo>
                  <a:pt x="954" y="73"/>
                </a:lnTo>
                <a:lnTo>
                  <a:pt x="955" y="73"/>
                </a:lnTo>
                <a:lnTo>
                  <a:pt x="956" y="73"/>
                </a:lnTo>
                <a:lnTo>
                  <a:pt x="957" y="73"/>
                </a:lnTo>
                <a:lnTo>
                  <a:pt x="958" y="73"/>
                </a:lnTo>
                <a:lnTo>
                  <a:pt x="959" y="73"/>
                </a:lnTo>
                <a:lnTo>
                  <a:pt x="959" y="73"/>
                </a:lnTo>
                <a:lnTo>
                  <a:pt x="960" y="73"/>
                </a:lnTo>
                <a:lnTo>
                  <a:pt x="961" y="73"/>
                </a:lnTo>
                <a:lnTo>
                  <a:pt x="962" y="73"/>
                </a:lnTo>
                <a:lnTo>
                  <a:pt x="963" y="73"/>
                </a:lnTo>
                <a:lnTo>
                  <a:pt x="964" y="73"/>
                </a:lnTo>
                <a:lnTo>
                  <a:pt x="965" y="73"/>
                </a:lnTo>
                <a:lnTo>
                  <a:pt x="966" y="73"/>
                </a:lnTo>
                <a:lnTo>
                  <a:pt x="966" y="73"/>
                </a:lnTo>
                <a:lnTo>
                  <a:pt x="967" y="73"/>
                </a:lnTo>
                <a:lnTo>
                  <a:pt x="968" y="73"/>
                </a:lnTo>
                <a:lnTo>
                  <a:pt x="969" y="72"/>
                </a:lnTo>
                <a:lnTo>
                  <a:pt x="970" y="72"/>
                </a:lnTo>
                <a:lnTo>
                  <a:pt x="971" y="72"/>
                </a:lnTo>
                <a:lnTo>
                  <a:pt x="971" y="72"/>
                </a:lnTo>
                <a:lnTo>
                  <a:pt x="972" y="72"/>
                </a:lnTo>
                <a:lnTo>
                  <a:pt x="973" y="72"/>
                </a:lnTo>
                <a:lnTo>
                  <a:pt x="974" y="72"/>
                </a:lnTo>
                <a:lnTo>
                  <a:pt x="975" y="72"/>
                </a:lnTo>
                <a:lnTo>
                  <a:pt x="975" y="72"/>
                </a:lnTo>
                <a:lnTo>
                  <a:pt x="976" y="72"/>
                </a:lnTo>
                <a:lnTo>
                  <a:pt x="977" y="72"/>
                </a:lnTo>
                <a:lnTo>
                  <a:pt x="978" y="71"/>
                </a:lnTo>
                <a:lnTo>
                  <a:pt x="979" y="71"/>
                </a:lnTo>
                <a:lnTo>
                  <a:pt x="979" y="71"/>
                </a:lnTo>
                <a:lnTo>
                  <a:pt x="979" y="71"/>
                </a:lnTo>
                <a:lnTo>
                  <a:pt x="980" y="71"/>
                </a:lnTo>
                <a:lnTo>
                  <a:pt x="981" y="71"/>
                </a:lnTo>
                <a:lnTo>
                  <a:pt x="981" y="71"/>
                </a:lnTo>
                <a:lnTo>
                  <a:pt x="982" y="71"/>
                </a:lnTo>
                <a:lnTo>
                  <a:pt x="983" y="70"/>
                </a:lnTo>
                <a:lnTo>
                  <a:pt x="983" y="70"/>
                </a:lnTo>
                <a:lnTo>
                  <a:pt x="984" y="70"/>
                </a:lnTo>
                <a:lnTo>
                  <a:pt x="985" y="70"/>
                </a:lnTo>
                <a:lnTo>
                  <a:pt x="986" y="70"/>
                </a:lnTo>
                <a:lnTo>
                  <a:pt x="986" y="70"/>
                </a:lnTo>
                <a:lnTo>
                  <a:pt x="987" y="70"/>
                </a:lnTo>
                <a:lnTo>
                  <a:pt x="988" y="69"/>
                </a:lnTo>
                <a:lnTo>
                  <a:pt x="988" y="69"/>
                </a:lnTo>
                <a:lnTo>
                  <a:pt x="989" y="69"/>
                </a:lnTo>
                <a:lnTo>
                  <a:pt x="989" y="69"/>
                </a:lnTo>
                <a:lnTo>
                  <a:pt x="990" y="69"/>
                </a:lnTo>
                <a:lnTo>
                  <a:pt x="991" y="69"/>
                </a:lnTo>
                <a:lnTo>
                  <a:pt x="991" y="68"/>
                </a:lnTo>
                <a:lnTo>
                  <a:pt x="992" y="68"/>
                </a:lnTo>
                <a:lnTo>
                  <a:pt x="993" y="68"/>
                </a:lnTo>
                <a:lnTo>
                  <a:pt x="993" y="68"/>
                </a:lnTo>
                <a:lnTo>
                  <a:pt x="994" y="68"/>
                </a:lnTo>
                <a:lnTo>
                  <a:pt x="994" y="67"/>
                </a:lnTo>
                <a:lnTo>
                  <a:pt x="995" y="67"/>
                </a:lnTo>
                <a:lnTo>
                  <a:pt x="995" y="67"/>
                </a:lnTo>
                <a:lnTo>
                  <a:pt x="996" y="67"/>
                </a:lnTo>
                <a:lnTo>
                  <a:pt x="996" y="67"/>
                </a:lnTo>
                <a:lnTo>
                  <a:pt x="997" y="66"/>
                </a:lnTo>
                <a:lnTo>
                  <a:pt x="997" y="66"/>
                </a:lnTo>
                <a:lnTo>
                  <a:pt x="998" y="66"/>
                </a:lnTo>
                <a:lnTo>
                  <a:pt x="998" y="66"/>
                </a:lnTo>
                <a:lnTo>
                  <a:pt x="999" y="66"/>
                </a:lnTo>
                <a:lnTo>
                  <a:pt x="999" y="65"/>
                </a:lnTo>
                <a:lnTo>
                  <a:pt x="1000" y="65"/>
                </a:lnTo>
                <a:lnTo>
                  <a:pt x="1000" y="65"/>
                </a:lnTo>
                <a:lnTo>
                  <a:pt x="1001" y="65"/>
                </a:lnTo>
                <a:lnTo>
                  <a:pt x="1001" y="64"/>
                </a:lnTo>
                <a:lnTo>
                  <a:pt x="1001" y="64"/>
                </a:lnTo>
                <a:lnTo>
                  <a:pt x="1002" y="64"/>
                </a:lnTo>
                <a:lnTo>
                  <a:pt x="1002" y="64"/>
                </a:lnTo>
                <a:lnTo>
                  <a:pt x="1003" y="64"/>
                </a:lnTo>
                <a:lnTo>
                  <a:pt x="1003" y="63"/>
                </a:lnTo>
                <a:lnTo>
                  <a:pt x="1003" y="63"/>
                </a:lnTo>
                <a:lnTo>
                  <a:pt x="1004" y="63"/>
                </a:lnTo>
                <a:lnTo>
                  <a:pt x="1004" y="63"/>
                </a:lnTo>
                <a:lnTo>
                  <a:pt x="1004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6" y="62"/>
                </a:lnTo>
                <a:lnTo>
                  <a:pt x="1005" y="62"/>
                </a:lnTo>
                <a:lnTo>
                  <a:pt x="1005" y="62"/>
                </a:lnTo>
                <a:lnTo>
                  <a:pt x="1005" y="61"/>
                </a:lnTo>
                <a:lnTo>
                  <a:pt x="1004" y="61"/>
                </a:lnTo>
                <a:lnTo>
                  <a:pt x="1004" y="61"/>
                </a:lnTo>
                <a:lnTo>
                  <a:pt x="1003" y="61"/>
                </a:lnTo>
                <a:lnTo>
                  <a:pt x="1003" y="61"/>
                </a:lnTo>
                <a:lnTo>
                  <a:pt x="1002" y="60"/>
                </a:lnTo>
                <a:lnTo>
                  <a:pt x="1002" y="60"/>
                </a:lnTo>
                <a:lnTo>
                  <a:pt x="1001" y="60"/>
                </a:lnTo>
                <a:lnTo>
                  <a:pt x="1001" y="60"/>
                </a:lnTo>
                <a:lnTo>
                  <a:pt x="1000" y="59"/>
                </a:lnTo>
                <a:lnTo>
                  <a:pt x="1000" y="59"/>
                </a:lnTo>
                <a:lnTo>
                  <a:pt x="999" y="59"/>
                </a:lnTo>
                <a:lnTo>
                  <a:pt x="999" y="59"/>
                </a:lnTo>
                <a:lnTo>
                  <a:pt x="998" y="58"/>
                </a:lnTo>
                <a:lnTo>
                  <a:pt x="998" y="58"/>
                </a:lnTo>
                <a:lnTo>
                  <a:pt x="997" y="58"/>
                </a:lnTo>
                <a:lnTo>
                  <a:pt x="997" y="58"/>
                </a:lnTo>
                <a:lnTo>
                  <a:pt x="996" y="58"/>
                </a:lnTo>
                <a:lnTo>
                  <a:pt x="996" y="57"/>
                </a:lnTo>
                <a:lnTo>
                  <a:pt x="995" y="57"/>
                </a:lnTo>
                <a:lnTo>
                  <a:pt x="994" y="57"/>
                </a:lnTo>
                <a:lnTo>
                  <a:pt x="994" y="57"/>
                </a:lnTo>
                <a:lnTo>
                  <a:pt x="993" y="57"/>
                </a:lnTo>
                <a:lnTo>
                  <a:pt x="993" y="56"/>
                </a:lnTo>
                <a:lnTo>
                  <a:pt x="992" y="56"/>
                </a:lnTo>
                <a:lnTo>
                  <a:pt x="991" y="56"/>
                </a:lnTo>
                <a:lnTo>
                  <a:pt x="990" y="55"/>
                </a:lnTo>
                <a:lnTo>
                  <a:pt x="989" y="55"/>
                </a:lnTo>
                <a:lnTo>
                  <a:pt x="987" y="55"/>
                </a:lnTo>
                <a:lnTo>
                  <a:pt x="986" y="54"/>
                </a:lnTo>
                <a:lnTo>
                  <a:pt x="985" y="54"/>
                </a:lnTo>
                <a:lnTo>
                  <a:pt x="984" y="53"/>
                </a:lnTo>
                <a:lnTo>
                  <a:pt x="983" y="53"/>
                </a:lnTo>
                <a:lnTo>
                  <a:pt x="981" y="53"/>
                </a:lnTo>
                <a:lnTo>
                  <a:pt x="980" y="52"/>
                </a:lnTo>
                <a:lnTo>
                  <a:pt x="979" y="52"/>
                </a:lnTo>
                <a:lnTo>
                  <a:pt x="979" y="52"/>
                </a:lnTo>
                <a:lnTo>
                  <a:pt x="978" y="52"/>
                </a:lnTo>
                <a:lnTo>
                  <a:pt x="976" y="51"/>
                </a:lnTo>
                <a:lnTo>
                  <a:pt x="974" y="50"/>
                </a:lnTo>
                <a:lnTo>
                  <a:pt x="972" y="50"/>
                </a:lnTo>
                <a:lnTo>
                  <a:pt x="971" y="50"/>
                </a:lnTo>
                <a:lnTo>
                  <a:pt x="970" y="49"/>
                </a:lnTo>
                <a:lnTo>
                  <a:pt x="969" y="49"/>
                </a:lnTo>
                <a:lnTo>
                  <a:pt x="968" y="49"/>
                </a:lnTo>
                <a:lnTo>
                  <a:pt x="967" y="49"/>
                </a:lnTo>
                <a:lnTo>
                  <a:pt x="966" y="48"/>
                </a:lnTo>
                <a:lnTo>
                  <a:pt x="965" y="48"/>
                </a:lnTo>
                <a:lnTo>
                  <a:pt x="964" y="48"/>
                </a:lnTo>
                <a:lnTo>
                  <a:pt x="963" y="47"/>
                </a:lnTo>
                <a:lnTo>
                  <a:pt x="962" y="47"/>
                </a:lnTo>
                <a:lnTo>
                  <a:pt x="960" y="46"/>
                </a:lnTo>
                <a:lnTo>
                  <a:pt x="959" y="46"/>
                </a:lnTo>
                <a:lnTo>
                  <a:pt x="959" y="46"/>
                </a:lnTo>
                <a:lnTo>
                  <a:pt x="959" y="46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7" name="Freeform 17">
            <a:extLst>
              <a:ext uri="{FF2B5EF4-FFF2-40B4-BE49-F238E27FC236}">
                <a16:creationId xmlns:a16="http://schemas.microsoft.com/office/drawing/2014/main" id="{3D0CB044-3A00-0657-A670-D88CB8164B05}"/>
              </a:ext>
            </a:extLst>
          </p:cNvPr>
          <p:cNvSpPr>
            <a:spLocks/>
          </p:cNvSpPr>
          <p:nvPr/>
        </p:nvSpPr>
        <p:spPr bwMode="auto">
          <a:xfrm>
            <a:off x="13624107" y="4715985"/>
            <a:ext cx="135748" cy="92525"/>
          </a:xfrm>
          <a:custGeom>
            <a:avLst/>
            <a:gdLst>
              <a:gd name="T0" fmla="*/ 182 w 201"/>
              <a:gd name="T1" fmla="*/ 2 h 137"/>
              <a:gd name="T2" fmla="*/ 189 w 201"/>
              <a:gd name="T3" fmla="*/ 7 h 137"/>
              <a:gd name="T4" fmla="*/ 193 w 201"/>
              <a:gd name="T5" fmla="*/ 11 h 137"/>
              <a:gd name="T6" fmla="*/ 196 w 201"/>
              <a:gd name="T7" fmla="*/ 14 h 137"/>
              <a:gd name="T8" fmla="*/ 198 w 201"/>
              <a:gd name="T9" fmla="*/ 18 h 137"/>
              <a:gd name="T10" fmla="*/ 200 w 201"/>
              <a:gd name="T11" fmla="*/ 23 h 137"/>
              <a:gd name="T12" fmla="*/ 201 w 201"/>
              <a:gd name="T13" fmla="*/ 27 h 137"/>
              <a:gd name="T14" fmla="*/ 201 w 201"/>
              <a:gd name="T15" fmla="*/ 36 h 137"/>
              <a:gd name="T16" fmla="*/ 200 w 201"/>
              <a:gd name="T17" fmla="*/ 43 h 137"/>
              <a:gd name="T18" fmla="*/ 197 w 201"/>
              <a:gd name="T19" fmla="*/ 51 h 137"/>
              <a:gd name="T20" fmla="*/ 194 w 201"/>
              <a:gd name="T21" fmla="*/ 57 h 137"/>
              <a:gd name="T22" fmla="*/ 190 w 201"/>
              <a:gd name="T23" fmla="*/ 63 h 137"/>
              <a:gd name="T24" fmla="*/ 185 w 201"/>
              <a:gd name="T25" fmla="*/ 69 h 137"/>
              <a:gd name="T26" fmla="*/ 180 w 201"/>
              <a:gd name="T27" fmla="*/ 74 h 137"/>
              <a:gd name="T28" fmla="*/ 175 w 201"/>
              <a:gd name="T29" fmla="*/ 79 h 137"/>
              <a:gd name="T30" fmla="*/ 169 w 201"/>
              <a:gd name="T31" fmla="*/ 85 h 137"/>
              <a:gd name="T32" fmla="*/ 162 w 201"/>
              <a:gd name="T33" fmla="*/ 90 h 137"/>
              <a:gd name="T34" fmla="*/ 156 w 201"/>
              <a:gd name="T35" fmla="*/ 95 h 137"/>
              <a:gd name="T36" fmla="*/ 149 w 201"/>
              <a:gd name="T37" fmla="*/ 100 h 137"/>
              <a:gd name="T38" fmla="*/ 143 w 201"/>
              <a:gd name="T39" fmla="*/ 103 h 137"/>
              <a:gd name="T40" fmla="*/ 129 w 201"/>
              <a:gd name="T41" fmla="*/ 110 h 137"/>
              <a:gd name="T42" fmla="*/ 116 w 201"/>
              <a:gd name="T43" fmla="*/ 116 h 137"/>
              <a:gd name="T44" fmla="*/ 104 w 201"/>
              <a:gd name="T45" fmla="*/ 120 h 137"/>
              <a:gd name="T46" fmla="*/ 96 w 201"/>
              <a:gd name="T47" fmla="*/ 122 h 137"/>
              <a:gd name="T48" fmla="*/ 89 w 201"/>
              <a:gd name="T49" fmla="*/ 125 h 137"/>
              <a:gd name="T50" fmla="*/ 81 w 201"/>
              <a:gd name="T51" fmla="*/ 127 h 137"/>
              <a:gd name="T52" fmla="*/ 73 w 201"/>
              <a:gd name="T53" fmla="*/ 129 h 137"/>
              <a:gd name="T54" fmla="*/ 67 w 201"/>
              <a:gd name="T55" fmla="*/ 131 h 137"/>
              <a:gd name="T56" fmla="*/ 62 w 201"/>
              <a:gd name="T57" fmla="*/ 133 h 137"/>
              <a:gd name="T58" fmla="*/ 56 w 201"/>
              <a:gd name="T59" fmla="*/ 135 h 137"/>
              <a:gd name="T60" fmla="*/ 49 w 201"/>
              <a:gd name="T61" fmla="*/ 136 h 137"/>
              <a:gd name="T62" fmla="*/ 42 w 201"/>
              <a:gd name="T63" fmla="*/ 137 h 137"/>
              <a:gd name="T64" fmla="*/ 36 w 201"/>
              <a:gd name="T65" fmla="*/ 137 h 137"/>
              <a:gd name="T66" fmla="*/ 30 w 201"/>
              <a:gd name="T67" fmla="*/ 137 h 137"/>
              <a:gd name="T68" fmla="*/ 23 w 201"/>
              <a:gd name="T69" fmla="*/ 137 h 137"/>
              <a:gd name="T70" fmla="*/ 16 w 201"/>
              <a:gd name="T71" fmla="*/ 137 h 137"/>
              <a:gd name="T72" fmla="*/ 11 w 201"/>
              <a:gd name="T73" fmla="*/ 137 h 137"/>
              <a:gd name="T74" fmla="*/ 12 w 201"/>
              <a:gd name="T75" fmla="*/ 116 h 137"/>
              <a:gd name="T76" fmla="*/ 17 w 201"/>
              <a:gd name="T77" fmla="*/ 115 h 137"/>
              <a:gd name="T78" fmla="*/ 22 w 201"/>
              <a:gd name="T79" fmla="*/ 113 h 137"/>
              <a:gd name="T80" fmla="*/ 26 w 201"/>
              <a:gd name="T81" fmla="*/ 111 h 137"/>
              <a:gd name="T82" fmla="*/ 30 w 201"/>
              <a:gd name="T83" fmla="*/ 108 h 137"/>
              <a:gd name="T84" fmla="*/ 34 w 201"/>
              <a:gd name="T85" fmla="*/ 104 h 137"/>
              <a:gd name="T86" fmla="*/ 36 w 201"/>
              <a:gd name="T87" fmla="*/ 101 h 137"/>
              <a:gd name="T88" fmla="*/ 40 w 201"/>
              <a:gd name="T89" fmla="*/ 98 h 137"/>
              <a:gd name="T90" fmla="*/ 44 w 201"/>
              <a:gd name="T91" fmla="*/ 95 h 137"/>
              <a:gd name="T92" fmla="*/ 50 w 201"/>
              <a:gd name="T93" fmla="*/ 91 h 137"/>
              <a:gd name="T94" fmla="*/ 59 w 201"/>
              <a:gd name="T95" fmla="*/ 85 h 137"/>
              <a:gd name="T96" fmla="*/ 68 w 201"/>
              <a:gd name="T97" fmla="*/ 78 h 137"/>
              <a:gd name="T98" fmla="*/ 78 w 201"/>
              <a:gd name="T99" fmla="*/ 71 h 137"/>
              <a:gd name="T100" fmla="*/ 98 w 201"/>
              <a:gd name="T101" fmla="*/ 53 h 137"/>
              <a:gd name="T102" fmla="*/ 113 w 201"/>
              <a:gd name="T103" fmla="*/ 42 h 137"/>
              <a:gd name="T104" fmla="*/ 123 w 201"/>
              <a:gd name="T105" fmla="*/ 33 h 137"/>
              <a:gd name="T106" fmla="*/ 134 w 201"/>
              <a:gd name="T107" fmla="*/ 25 h 137"/>
              <a:gd name="T108" fmla="*/ 142 w 201"/>
              <a:gd name="T109" fmla="*/ 20 h 137"/>
              <a:gd name="T110" fmla="*/ 147 w 201"/>
              <a:gd name="T111" fmla="*/ 17 h 137"/>
              <a:gd name="T112" fmla="*/ 151 w 201"/>
              <a:gd name="T113" fmla="*/ 13 h 137"/>
              <a:gd name="T114" fmla="*/ 155 w 201"/>
              <a:gd name="T115" fmla="*/ 8 h 137"/>
              <a:gd name="T116" fmla="*/ 160 w 201"/>
              <a:gd name="T117" fmla="*/ 4 h 137"/>
              <a:gd name="T118" fmla="*/ 167 w 201"/>
              <a:gd name="T119" fmla="*/ 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01" h="137">
                <a:moveTo>
                  <a:pt x="174" y="0"/>
                </a:moveTo>
                <a:lnTo>
                  <a:pt x="175" y="0"/>
                </a:lnTo>
                <a:lnTo>
                  <a:pt x="176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2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5" y="4"/>
                </a:lnTo>
                <a:lnTo>
                  <a:pt x="186" y="4"/>
                </a:lnTo>
                <a:lnTo>
                  <a:pt x="186" y="5"/>
                </a:lnTo>
                <a:lnTo>
                  <a:pt x="187" y="6"/>
                </a:lnTo>
                <a:lnTo>
                  <a:pt x="188" y="6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0" y="8"/>
                </a:lnTo>
                <a:lnTo>
                  <a:pt x="190" y="8"/>
                </a:lnTo>
                <a:lnTo>
                  <a:pt x="191" y="9"/>
                </a:lnTo>
                <a:lnTo>
                  <a:pt x="191" y="9"/>
                </a:lnTo>
                <a:lnTo>
                  <a:pt x="192" y="10"/>
                </a:lnTo>
                <a:lnTo>
                  <a:pt x="192" y="10"/>
                </a:lnTo>
                <a:lnTo>
                  <a:pt x="192" y="10"/>
                </a:lnTo>
                <a:lnTo>
                  <a:pt x="193" y="11"/>
                </a:lnTo>
                <a:lnTo>
                  <a:pt x="193" y="11"/>
                </a:lnTo>
                <a:lnTo>
                  <a:pt x="193" y="12"/>
                </a:lnTo>
                <a:lnTo>
                  <a:pt x="194" y="12"/>
                </a:lnTo>
                <a:lnTo>
                  <a:pt x="194" y="12"/>
                </a:lnTo>
                <a:lnTo>
                  <a:pt x="194" y="13"/>
                </a:lnTo>
                <a:lnTo>
                  <a:pt x="195" y="13"/>
                </a:lnTo>
                <a:lnTo>
                  <a:pt x="195" y="13"/>
                </a:lnTo>
                <a:lnTo>
                  <a:pt x="195" y="13"/>
                </a:lnTo>
                <a:lnTo>
                  <a:pt x="196" y="14"/>
                </a:lnTo>
                <a:lnTo>
                  <a:pt x="196" y="14"/>
                </a:lnTo>
                <a:lnTo>
                  <a:pt x="196" y="15"/>
                </a:lnTo>
                <a:lnTo>
                  <a:pt x="196" y="15"/>
                </a:lnTo>
                <a:lnTo>
                  <a:pt x="197" y="16"/>
                </a:lnTo>
                <a:lnTo>
                  <a:pt x="197" y="16"/>
                </a:lnTo>
                <a:lnTo>
                  <a:pt x="197" y="16"/>
                </a:lnTo>
                <a:lnTo>
                  <a:pt x="197" y="17"/>
                </a:lnTo>
                <a:lnTo>
                  <a:pt x="198" y="17"/>
                </a:lnTo>
                <a:lnTo>
                  <a:pt x="198" y="18"/>
                </a:lnTo>
                <a:lnTo>
                  <a:pt x="198" y="18"/>
                </a:lnTo>
                <a:lnTo>
                  <a:pt x="198" y="19"/>
                </a:lnTo>
                <a:lnTo>
                  <a:pt x="199" y="19"/>
                </a:lnTo>
                <a:lnTo>
                  <a:pt x="199" y="20"/>
                </a:lnTo>
                <a:lnTo>
                  <a:pt x="199" y="20"/>
                </a:lnTo>
                <a:lnTo>
                  <a:pt x="199" y="21"/>
                </a:lnTo>
                <a:lnTo>
                  <a:pt x="199" y="21"/>
                </a:lnTo>
                <a:lnTo>
                  <a:pt x="199" y="22"/>
                </a:lnTo>
                <a:lnTo>
                  <a:pt x="200" y="23"/>
                </a:lnTo>
                <a:lnTo>
                  <a:pt x="200" y="23"/>
                </a:lnTo>
                <a:lnTo>
                  <a:pt x="200" y="24"/>
                </a:lnTo>
                <a:lnTo>
                  <a:pt x="200" y="24"/>
                </a:lnTo>
                <a:lnTo>
                  <a:pt x="200" y="25"/>
                </a:lnTo>
                <a:lnTo>
                  <a:pt x="200" y="25"/>
                </a:lnTo>
                <a:lnTo>
                  <a:pt x="200" y="26"/>
                </a:lnTo>
                <a:lnTo>
                  <a:pt x="201" y="26"/>
                </a:lnTo>
                <a:lnTo>
                  <a:pt x="201" y="27"/>
                </a:lnTo>
                <a:lnTo>
                  <a:pt x="201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1" y="33"/>
                </a:lnTo>
                <a:lnTo>
                  <a:pt x="201" y="34"/>
                </a:lnTo>
                <a:lnTo>
                  <a:pt x="201" y="35"/>
                </a:lnTo>
                <a:lnTo>
                  <a:pt x="201" y="36"/>
                </a:lnTo>
                <a:lnTo>
                  <a:pt x="201" y="37"/>
                </a:lnTo>
                <a:lnTo>
                  <a:pt x="201" y="38"/>
                </a:lnTo>
                <a:lnTo>
                  <a:pt x="201" y="39"/>
                </a:lnTo>
                <a:lnTo>
                  <a:pt x="201" y="40"/>
                </a:lnTo>
                <a:lnTo>
                  <a:pt x="200" y="41"/>
                </a:lnTo>
                <a:lnTo>
                  <a:pt x="200" y="41"/>
                </a:lnTo>
                <a:lnTo>
                  <a:pt x="200" y="42"/>
                </a:lnTo>
                <a:lnTo>
                  <a:pt x="200" y="42"/>
                </a:lnTo>
                <a:lnTo>
                  <a:pt x="200" y="43"/>
                </a:lnTo>
                <a:lnTo>
                  <a:pt x="199" y="44"/>
                </a:lnTo>
                <a:lnTo>
                  <a:pt x="199" y="45"/>
                </a:lnTo>
                <a:lnTo>
                  <a:pt x="199" y="46"/>
                </a:lnTo>
                <a:lnTo>
                  <a:pt x="199" y="47"/>
                </a:lnTo>
                <a:lnTo>
                  <a:pt x="198" y="47"/>
                </a:lnTo>
                <a:lnTo>
                  <a:pt x="198" y="48"/>
                </a:lnTo>
                <a:lnTo>
                  <a:pt x="198" y="49"/>
                </a:lnTo>
                <a:lnTo>
                  <a:pt x="197" y="50"/>
                </a:lnTo>
                <a:lnTo>
                  <a:pt x="197" y="51"/>
                </a:lnTo>
                <a:lnTo>
                  <a:pt x="197" y="51"/>
                </a:lnTo>
                <a:lnTo>
                  <a:pt x="196" y="52"/>
                </a:lnTo>
                <a:lnTo>
                  <a:pt x="196" y="53"/>
                </a:lnTo>
                <a:lnTo>
                  <a:pt x="196" y="54"/>
                </a:lnTo>
                <a:lnTo>
                  <a:pt x="195" y="54"/>
                </a:lnTo>
                <a:lnTo>
                  <a:pt x="195" y="55"/>
                </a:lnTo>
                <a:lnTo>
                  <a:pt x="194" y="56"/>
                </a:lnTo>
                <a:lnTo>
                  <a:pt x="194" y="57"/>
                </a:lnTo>
                <a:lnTo>
                  <a:pt x="194" y="57"/>
                </a:lnTo>
                <a:lnTo>
                  <a:pt x="193" y="58"/>
                </a:lnTo>
                <a:lnTo>
                  <a:pt x="193" y="59"/>
                </a:lnTo>
                <a:lnTo>
                  <a:pt x="192" y="59"/>
                </a:lnTo>
                <a:lnTo>
                  <a:pt x="192" y="60"/>
                </a:lnTo>
                <a:lnTo>
                  <a:pt x="191" y="61"/>
                </a:lnTo>
                <a:lnTo>
                  <a:pt x="191" y="62"/>
                </a:lnTo>
                <a:lnTo>
                  <a:pt x="190" y="62"/>
                </a:lnTo>
                <a:lnTo>
                  <a:pt x="190" y="62"/>
                </a:lnTo>
                <a:lnTo>
                  <a:pt x="190" y="63"/>
                </a:lnTo>
                <a:lnTo>
                  <a:pt x="189" y="64"/>
                </a:lnTo>
                <a:lnTo>
                  <a:pt x="189" y="64"/>
                </a:lnTo>
                <a:lnTo>
                  <a:pt x="188" y="65"/>
                </a:lnTo>
                <a:lnTo>
                  <a:pt x="188" y="66"/>
                </a:lnTo>
                <a:lnTo>
                  <a:pt x="187" y="66"/>
                </a:lnTo>
                <a:lnTo>
                  <a:pt x="187" y="67"/>
                </a:lnTo>
                <a:lnTo>
                  <a:pt x="186" y="68"/>
                </a:lnTo>
                <a:lnTo>
                  <a:pt x="186" y="68"/>
                </a:lnTo>
                <a:lnTo>
                  <a:pt x="185" y="69"/>
                </a:lnTo>
                <a:lnTo>
                  <a:pt x="185" y="70"/>
                </a:lnTo>
                <a:lnTo>
                  <a:pt x="184" y="70"/>
                </a:lnTo>
                <a:lnTo>
                  <a:pt x="183" y="71"/>
                </a:lnTo>
                <a:lnTo>
                  <a:pt x="183" y="71"/>
                </a:lnTo>
                <a:lnTo>
                  <a:pt x="182" y="72"/>
                </a:lnTo>
                <a:lnTo>
                  <a:pt x="182" y="72"/>
                </a:lnTo>
                <a:lnTo>
                  <a:pt x="181" y="72"/>
                </a:lnTo>
                <a:lnTo>
                  <a:pt x="180" y="73"/>
                </a:lnTo>
                <a:lnTo>
                  <a:pt x="180" y="74"/>
                </a:lnTo>
                <a:lnTo>
                  <a:pt x="180" y="74"/>
                </a:lnTo>
                <a:lnTo>
                  <a:pt x="180" y="75"/>
                </a:lnTo>
                <a:lnTo>
                  <a:pt x="179" y="75"/>
                </a:lnTo>
                <a:lnTo>
                  <a:pt x="178" y="76"/>
                </a:lnTo>
                <a:lnTo>
                  <a:pt x="178" y="77"/>
                </a:lnTo>
                <a:lnTo>
                  <a:pt x="177" y="77"/>
                </a:lnTo>
                <a:lnTo>
                  <a:pt x="176" y="78"/>
                </a:lnTo>
                <a:lnTo>
                  <a:pt x="176" y="79"/>
                </a:lnTo>
                <a:lnTo>
                  <a:pt x="175" y="79"/>
                </a:lnTo>
                <a:lnTo>
                  <a:pt x="174" y="80"/>
                </a:lnTo>
                <a:lnTo>
                  <a:pt x="174" y="80"/>
                </a:lnTo>
                <a:lnTo>
                  <a:pt x="173" y="81"/>
                </a:lnTo>
                <a:lnTo>
                  <a:pt x="172" y="82"/>
                </a:lnTo>
                <a:lnTo>
                  <a:pt x="172" y="82"/>
                </a:lnTo>
                <a:lnTo>
                  <a:pt x="171" y="83"/>
                </a:lnTo>
                <a:lnTo>
                  <a:pt x="170" y="83"/>
                </a:lnTo>
                <a:lnTo>
                  <a:pt x="170" y="84"/>
                </a:lnTo>
                <a:lnTo>
                  <a:pt x="169" y="85"/>
                </a:lnTo>
                <a:lnTo>
                  <a:pt x="168" y="85"/>
                </a:lnTo>
                <a:lnTo>
                  <a:pt x="168" y="86"/>
                </a:lnTo>
                <a:lnTo>
                  <a:pt x="167" y="86"/>
                </a:lnTo>
                <a:lnTo>
                  <a:pt x="166" y="87"/>
                </a:lnTo>
                <a:lnTo>
                  <a:pt x="165" y="88"/>
                </a:lnTo>
                <a:lnTo>
                  <a:pt x="165" y="88"/>
                </a:lnTo>
                <a:lnTo>
                  <a:pt x="164" y="89"/>
                </a:lnTo>
                <a:lnTo>
                  <a:pt x="163" y="89"/>
                </a:lnTo>
                <a:lnTo>
                  <a:pt x="162" y="90"/>
                </a:lnTo>
                <a:lnTo>
                  <a:pt x="162" y="90"/>
                </a:lnTo>
                <a:lnTo>
                  <a:pt x="161" y="91"/>
                </a:lnTo>
                <a:lnTo>
                  <a:pt x="160" y="92"/>
                </a:lnTo>
                <a:lnTo>
                  <a:pt x="159" y="92"/>
                </a:lnTo>
                <a:lnTo>
                  <a:pt x="159" y="93"/>
                </a:lnTo>
                <a:lnTo>
                  <a:pt x="158" y="93"/>
                </a:lnTo>
                <a:lnTo>
                  <a:pt x="157" y="94"/>
                </a:lnTo>
                <a:lnTo>
                  <a:pt x="156" y="94"/>
                </a:lnTo>
                <a:lnTo>
                  <a:pt x="156" y="95"/>
                </a:lnTo>
                <a:lnTo>
                  <a:pt x="155" y="96"/>
                </a:lnTo>
                <a:lnTo>
                  <a:pt x="154" y="96"/>
                </a:lnTo>
                <a:lnTo>
                  <a:pt x="153" y="97"/>
                </a:lnTo>
                <a:lnTo>
                  <a:pt x="152" y="97"/>
                </a:lnTo>
                <a:lnTo>
                  <a:pt x="152" y="98"/>
                </a:lnTo>
                <a:lnTo>
                  <a:pt x="152" y="98"/>
                </a:lnTo>
                <a:lnTo>
                  <a:pt x="151" y="99"/>
                </a:lnTo>
                <a:lnTo>
                  <a:pt x="150" y="99"/>
                </a:lnTo>
                <a:lnTo>
                  <a:pt x="149" y="100"/>
                </a:lnTo>
                <a:lnTo>
                  <a:pt x="149" y="100"/>
                </a:lnTo>
                <a:lnTo>
                  <a:pt x="149" y="101"/>
                </a:lnTo>
                <a:lnTo>
                  <a:pt x="148" y="101"/>
                </a:lnTo>
                <a:lnTo>
                  <a:pt x="147" y="101"/>
                </a:lnTo>
                <a:lnTo>
                  <a:pt x="146" y="101"/>
                </a:lnTo>
                <a:lnTo>
                  <a:pt x="145" y="102"/>
                </a:lnTo>
                <a:lnTo>
                  <a:pt x="144" y="102"/>
                </a:lnTo>
                <a:lnTo>
                  <a:pt x="143" y="103"/>
                </a:lnTo>
                <a:lnTo>
                  <a:pt x="143" y="103"/>
                </a:lnTo>
                <a:lnTo>
                  <a:pt x="142" y="104"/>
                </a:lnTo>
                <a:lnTo>
                  <a:pt x="140" y="104"/>
                </a:lnTo>
                <a:lnTo>
                  <a:pt x="140" y="105"/>
                </a:lnTo>
                <a:lnTo>
                  <a:pt x="138" y="105"/>
                </a:lnTo>
                <a:lnTo>
                  <a:pt x="136" y="106"/>
                </a:lnTo>
                <a:lnTo>
                  <a:pt x="135" y="107"/>
                </a:lnTo>
                <a:lnTo>
                  <a:pt x="133" y="108"/>
                </a:lnTo>
                <a:lnTo>
                  <a:pt x="131" y="109"/>
                </a:lnTo>
                <a:lnTo>
                  <a:pt x="129" y="110"/>
                </a:lnTo>
                <a:lnTo>
                  <a:pt x="128" y="111"/>
                </a:lnTo>
                <a:lnTo>
                  <a:pt x="127" y="111"/>
                </a:lnTo>
                <a:lnTo>
                  <a:pt x="126" y="111"/>
                </a:lnTo>
                <a:lnTo>
                  <a:pt x="124" y="112"/>
                </a:lnTo>
                <a:lnTo>
                  <a:pt x="123" y="113"/>
                </a:lnTo>
                <a:lnTo>
                  <a:pt x="121" y="114"/>
                </a:lnTo>
                <a:lnTo>
                  <a:pt x="119" y="115"/>
                </a:lnTo>
                <a:lnTo>
                  <a:pt x="117" y="115"/>
                </a:lnTo>
                <a:lnTo>
                  <a:pt x="116" y="116"/>
                </a:lnTo>
                <a:lnTo>
                  <a:pt x="114" y="117"/>
                </a:lnTo>
                <a:lnTo>
                  <a:pt x="112" y="118"/>
                </a:lnTo>
                <a:lnTo>
                  <a:pt x="111" y="118"/>
                </a:lnTo>
                <a:lnTo>
                  <a:pt x="110" y="118"/>
                </a:lnTo>
                <a:lnTo>
                  <a:pt x="108" y="119"/>
                </a:lnTo>
                <a:lnTo>
                  <a:pt x="107" y="119"/>
                </a:lnTo>
                <a:lnTo>
                  <a:pt x="106" y="119"/>
                </a:lnTo>
                <a:lnTo>
                  <a:pt x="105" y="120"/>
                </a:lnTo>
                <a:lnTo>
                  <a:pt x="104" y="120"/>
                </a:lnTo>
                <a:lnTo>
                  <a:pt x="103" y="120"/>
                </a:lnTo>
                <a:lnTo>
                  <a:pt x="102" y="120"/>
                </a:lnTo>
                <a:lnTo>
                  <a:pt x="102" y="121"/>
                </a:lnTo>
                <a:lnTo>
                  <a:pt x="101" y="121"/>
                </a:lnTo>
                <a:lnTo>
                  <a:pt x="100" y="121"/>
                </a:lnTo>
                <a:lnTo>
                  <a:pt x="99" y="122"/>
                </a:lnTo>
                <a:lnTo>
                  <a:pt x="98" y="122"/>
                </a:lnTo>
                <a:lnTo>
                  <a:pt x="97" y="122"/>
                </a:lnTo>
                <a:lnTo>
                  <a:pt x="96" y="122"/>
                </a:lnTo>
                <a:lnTo>
                  <a:pt x="95" y="123"/>
                </a:lnTo>
                <a:lnTo>
                  <a:pt x="94" y="123"/>
                </a:lnTo>
                <a:lnTo>
                  <a:pt x="94" y="123"/>
                </a:lnTo>
                <a:lnTo>
                  <a:pt x="93" y="123"/>
                </a:lnTo>
                <a:lnTo>
                  <a:pt x="92" y="124"/>
                </a:lnTo>
                <a:lnTo>
                  <a:pt x="92" y="124"/>
                </a:lnTo>
                <a:lnTo>
                  <a:pt x="91" y="124"/>
                </a:lnTo>
                <a:lnTo>
                  <a:pt x="90" y="125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6" y="126"/>
                </a:lnTo>
                <a:lnTo>
                  <a:pt x="85" y="126"/>
                </a:lnTo>
                <a:lnTo>
                  <a:pt x="84" y="126"/>
                </a:lnTo>
                <a:lnTo>
                  <a:pt x="84" y="126"/>
                </a:lnTo>
                <a:lnTo>
                  <a:pt x="83" y="126"/>
                </a:lnTo>
                <a:lnTo>
                  <a:pt x="82" y="127"/>
                </a:lnTo>
                <a:lnTo>
                  <a:pt x="81" y="127"/>
                </a:lnTo>
                <a:lnTo>
                  <a:pt x="80" y="127"/>
                </a:lnTo>
                <a:lnTo>
                  <a:pt x="79" y="127"/>
                </a:lnTo>
                <a:lnTo>
                  <a:pt x="78" y="128"/>
                </a:lnTo>
                <a:lnTo>
                  <a:pt x="78" y="128"/>
                </a:lnTo>
                <a:lnTo>
                  <a:pt x="77" y="128"/>
                </a:lnTo>
                <a:lnTo>
                  <a:pt x="76" y="128"/>
                </a:lnTo>
                <a:lnTo>
                  <a:pt x="75" y="129"/>
                </a:lnTo>
                <a:lnTo>
                  <a:pt x="74" y="129"/>
                </a:lnTo>
                <a:lnTo>
                  <a:pt x="73" y="129"/>
                </a:lnTo>
                <a:lnTo>
                  <a:pt x="72" y="129"/>
                </a:lnTo>
                <a:lnTo>
                  <a:pt x="72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30"/>
                </a:lnTo>
                <a:lnTo>
                  <a:pt x="67" y="131"/>
                </a:lnTo>
                <a:lnTo>
                  <a:pt x="67" y="131"/>
                </a:lnTo>
                <a:lnTo>
                  <a:pt x="66" y="131"/>
                </a:lnTo>
                <a:lnTo>
                  <a:pt x="65" y="131"/>
                </a:lnTo>
                <a:lnTo>
                  <a:pt x="65" y="131"/>
                </a:lnTo>
                <a:lnTo>
                  <a:pt x="65" y="132"/>
                </a:lnTo>
                <a:lnTo>
                  <a:pt x="64" y="132"/>
                </a:lnTo>
                <a:lnTo>
                  <a:pt x="64" y="132"/>
                </a:lnTo>
                <a:lnTo>
                  <a:pt x="64" y="132"/>
                </a:lnTo>
                <a:lnTo>
                  <a:pt x="63" y="132"/>
                </a:lnTo>
                <a:lnTo>
                  <a:pt x="62" y="133"/>
                </a:lnTo>
                <a:lnTo>
                  <a:pt x="61" y="133"/>
                </a:lnTo>
                <a:lnTo>
                  <a:pt x="60" y="133"/>
                </a:lnTo>
                <a:lnTo>
                  <a:pt x="60" y="134"/>
                </a:lnTo>
                <a:lnTo>
                  <a:pt x="59" y="134"/>
                </a:lnTo>
                <a:lnTo>
                  <a:pt x="58" y="134"/>
                </a:lnTo>
                <a:lnTo>
                  <a:pt x="57" y="134"/>
                </a:lnTo>
                <a:lnTo>
                  <a:pt x="57" y="135"/>
                </a:lnTo>
                <a:lnTo>
                  <a:pt x="57" y="135"/>
                </a:lnTo>
                <a:lnTo>
                  <a:pt x="56" y="135"/>
                </a:lnTo>
                <a:lnTo>
                  <a:pt x="55" y="135"/>
                </a:lnTo>
                <a:lnTo>
                  <a:pt x="54" y="135"/>
                </a:lnTo>
                <a:lnTo>
                  <a:pt x="53" y="135"/>
                </a:lnTo>
                <a:lnTo>
                  <a:pt x="53" y="135"/>
                </a:lnTo>
                <a:lnTo>
                  <a:pt x="52" y="135"/>
                </a:lnTo>
                <a:lnTo>
                  <a:pt x="51" y="136"/>
                </a:lnTo>
                <a:lnTo>
                  <a:pt x="50" y="136"/>
                </a:lnTo>
                <a:lnTo>
                  <a:pt x="49" y="136"/>
                </a:lnTo>
                <a:lnTo>
                  <a:pt x="49" y="136"/>
                </a:lnTo>
                <a:lnTo>
                  <a:pt x="48" y="136"/>
                </a:lnTo>
                <a:lnTo>
                  <a:pt x="48" y="136"/>
                </a:lnTo>
                <a:lnTo>
                  <a:pt x="47" y="136"/>
                </a:lnTo>
                <a:lnTo>
                  <a:pt x="46" y="136"/>
                </a:lnTo>
                <a:lnTo>
                  <a:pt x="45" y="136"/>
                </a:lnTo>
                <a:lnTo>
                  <a:pt x="44" y="136"/>
                </a:lnTo>
                <a:lnTo>
                  <a:pt x="44" y="136"/>
                </a:lnTo>
                <a:lnTo>
                  <a:pt x="43" y="137"/>
                </a:lnTo>
                <a:lnTo>
                  <a:pt x="42" y="137"/>
                </a:lnTo>
                <a:lnTo>
                  <a:pt x="41" y="137"/>
                </a:lnTo>
                <a:lnTo>
                  <a:pt x="40" y="137"/>
                </a:lnTo>
                <a:lnTo>
                  <a:pt x="40" y="137"/>
                </a:lnTo>
                <a:lnTo>
                  <a:pt x="39" y="137"/>
                </a:lnTo>
                <a:lnTo>
                  <a:pt x="38" y="137"/>
                </a:lnTo>
                <a:lnTo>
                  <a:pt x="37" y="137"/>
                </a:lnTo>
                <a:lnTo>
                  <a:pt x="36" y="137"/>
                </a:lnTo>
                <a:lnTo>
                  <a:pt x="36" y="137"/>
                </a:lnTo>
                <a:lnTo>
                  <a:pt x="36" y="137"/>
                </a:lnTo>
                <a:lnTo>
                  <a:pt x="35" y="137"/>
                </a:lnTo>
                <a:lnTo>
                  <a:pt x="34" y="137"/>
                </a:lnTo>
                <a:lnTo>
                  <a:pt x="33" y="137"/>
                </a:lnTo>
                <a:lnTo>
                  <a:pt x="33" y="137"/>
                </a:lnTo>
                <a:lnTo>
                  <a:pt x="32" y="137"/>
                </a:lnTo>
                <a:lnTo>
                  <a:pt x="31" y="137"/>
                </a:lnTo>
                <a:lnTo>
                  <a:pt x="30" y="137"/>
                </a:lnTo>
                <a:lnTo>
                  <a:pt x="30" y="137"/>
                </a:lnTo>
                <a:lnTo>
                  <a:pt x="30" y="137"/>
                </a:lnTo>
                <a:lnTo>
                  <a:pt x="29" y="137"/>
                </a:lnTo>
                <a:lnTo>
                  <a:pt x="28" y="137"/>
                </a:lnTo>
                <a:lnTo>
                  <a:pt x="27" y="137"/>
                </a:lnTo>
                <a:lnTo>
                  <a:pt x="27" y="137"/>
                </a:lnTo>
                <a:lnTo>
                  <a:pt x="26" y="137"/>
                </a:lnTo>
                <a:lnTo>
                  <a:pt x="25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7"/>
                </a:lnTo>
                <a:lnTo>
                  <a:pt x="22" y="137"/>
                </a:lnTo>
                <a:lnTo>
                  <a:pt x="21" y="137"/>
                </a:lnTo>
                <a:lnTo>
                  <a:pt x="20" y="137"/>
                </a:lnTo>
                <a:lnTo>
                  <a:pt x="20" y="137"/>
                </a:lnTo>
                <a:lnTo>
                  <a:pt x="19" y="137"/>
                </a:lnTo>
                <a:lnTo>
                  <a:pt x="18" y="137"/>
                </a:lnTo>
                <a:lnTo>
                  <a:pt x="17" y="137"/>
                </a:lnTo>
                <a:lnTo>
                  <a:pt x="17" y="137"/>
                </a:lnTo>
                <a:lnTo>
                  <a:pt x="16" y="137"/>
                </a:lnTo>
                <a:lnTo>
                  <a:pt x="15" y="137"/>
                </a:lnTo>
                <a:lnTo>
                  <a:pt x="14" y="137"/>
                </a:lnTo>
                <a:lnTo>
                  <a:pt x="14" y="137"/>
                </a:lnTo>
                <a:lnTo>
                  <a:pt x="13" y="137"/>
                </a:lnTo>
                <a:lnTo>
                  <a:pt x="12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11" y="137"/>
                </a:lnTo>
                <a:lnTo>
                  <a:pt x="4" y="134"/>
                </a:lnTo>
                <a:lnTo>
                  <a:pt x="0" y="127"/>
                </a:lnTo>
                <a:lnTo>
                  <a:pt x="0" y="127"/>
                </a:lnTo>
                <a:lnTo>
                  <a:pt x="4" y="119"/>
                </a:lnTo>
                <a:lnTo>
                  <a:pt x="11" y="116"/>
                </a:lnTo>
                <a:lnTo>
                  <a:pt x="11" y="116"/>
                </a:lnTo>
                <a:lnTo>
                  <a:pt x="11" y="116"/>
                </a:lnTo>
                <a:lnTo>
                  <a:pt x="12" y="116"/>
                </a:lnTo>
                <a:lnTo>
                  <a:pt x="12" y="116"/>
                </a:lnTo>
                <a:lnTo>
                  <a:pt x="13" y="116"/>
                </a:lnTo>
                <a:lnTo>
                  <a:pt x="13" y="115"/>
                </a:lnTo>
                <a:lnTo>
                  <a:pt x="14" y="115"/>
                </a:lnTo>
                <a:lnTo>
                  <a:pt x="14" y="115"/>
                </a:lnTo>
                <a:lnTo>
                  <a:pt x="15" y="115"/>
                </a:lnTo>
                <a:lnTo>
                  <a:pt x="15" y="115"/>
                </a:lnTo>
                <a:lnTo>
                  <a:pt x="16" y="115"/>
                </a:lnTo>
                <a:lnTo>
                  <a:pt x="16" y="115"/>
                </a:lnTo>
                <a:lnTo>
                  <a:pt x="17" y="115"/>
                </a:lnTo>
                <a:lnTo>
                  <a:pt x="18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4"/>
                </a:lnTo>
                <a:lnTo>
                  <a:pt x="20" y="114"/>
                </a:lnTo>
                <a:lnTo>
                  <a:pt x="20" y="114"/>
                </a:lnTo>
                <a:lnTo>
                  <a:pt x="21" y="113"/>
                </a:lnTo>
                <a:lnTo>
                  <a:pt x="21" y="113"/>
                </a:lnTo>
                <a:lnTo>
                  <a:pt x="22" y="113"/>
                </a:lnTo>
                <a:lnTo>
                  <a:pt x="22" y="113"/>
                </a:lnTo>
                <a:lnTo>
                  <a:pt x="23" y="112"/>
                </a:lnTo>
                <a:lnTo>
                  <a:pt x="23" y="112"/>
                </a:lnTo>
                <a:lnTo>
                  <a:pt x="24" y="112"/>
                </a:lnTo>
                <a:lnTo>
                  <a:pt x="24" y="112"/>
                </a:lnTo>
                <a:lnTo>
                  <a:pt x="24" y="112"/>
                </a:lnTo>
                <a:lnTo>
                  <a:pt x="25" y="111"/>
                </a:lnTo>
                <a:lnTo>
                  <a:pt x="25" y="111"/>
                </a:lnTo>
                <a:lnTo>
                  <a:pt x="26" y="111"/>
                </a:lnTo>
                <a:lnTo>
                  <a:pt x="26" y="110"/>
                </a:lnTo>
                <a:lnTo>
                  <a:pt x="26" y="110"/>
                </a:lnTo>
                <a:lnTo>
                  <a:pt x="27" y="110"/>
                </a:lnTo>
                <a:lnTo>
                  <a:pt x="27" y="109"/>
                </a:lnTo>
                <a:lnTo>
                  <a:pt x="28" y="109"/>
                </a:lnTo>
                <a:lnTo>
                  <a:pt x="28" y="109"/>
                </a:lnTo>
                <a:lnTo>
                  <a:pt x="29" y="108"/>
                </a:lnTo>
                <a:lnTo>
                  <a:pt x="29" y="108"/>
                </a:lnTo>
                <a:lnTo>
                  <a:pt x="30" y="108"/>
                </a:lnTo>
                <a:lnTo>
                  <a:pt x="30" y="107"/>
                </a:lnTo>
                <a:lnTo>
                  <a:pt x="31" y="107"/>
                </a:lnTo>
                <a:lnTo>
                  <a:pt x="31" y="107"/>
                </a:lnTo>
                <a:lnTo>
                  <a:pt x="32" y="106"/>
                </a:lnTo>
                <a:lnTo>
                  <a:pt x="32" y="106"/>
                </a:lnTo>
                <a:lnTo>
                  <a:pt x="32" y="105"/>
                </a:lnTo>
                <a:lnTo>
                  <a:pt x="33" y="105"/>
                </a:lnTo>
                <a:lnTo>
                  <a:pt x="33" y="104"/>
                </a:lnTo>
                <a:lnTo>
                  <a:pt x="34" y="104"/>
                </a:lnTo>
                <a:lnTo>
                  <a:pt x="34" y="104"/>
                </a:lnTo>
                <a:lnTo>
                  <a:pt x="34" y="103"/>
                </a:lnTo>
                <a:lnTo>
                  <a:pt x="35" y="103"/>
                </a:lnTo>
                <a:lnTo>
                  <a:pt x="35" y="103"/>
                </a:lnTo>
                <a:lnTo>
                  <a:pt x="35" y="102"/>
                </a:lnTo>
                <a:lnTo>
                  <a:pt x="36" y="102"/>
                </a:lnTo>
                <a:lnTo>
                  <a:pt x="36" y="102"/>
                </a:lnTo>
                <a:lnTo>
                  <a:pt x="36" y="101"/>
                </a:lnTo>
                <a:lnTo>
                  <a:pt x="36" y="101"/>
                </a:lnTo>
                <a:lnTo>
                  <a:pt x="37" y="101"/>
                </a:lnTo>
                <a:lnTo>
                  <a:pt x="37" y="101"/>
                </a:lnTo>
                <a:lnTo>
                  <a:pt x="37" y="100"/>
                </a:lnTo>
                <a:lnTo>
                  <a:pt x="38" y="100"/>
                </a:lnTo>
                <a:lnTo>
                  <a:pt x="38" y="100"/>
                </a:lnTo>
                <a:lnTo>
                  <a:pt x="38" y="100"/>
                </a:lnTo>
                <a:lnTo>
                  <a:pt x="39" y="99"/>
                </a:lnTo>
                <a:lnTo>
                  <a:pt x="39" y="99"/>
                </a:lnTo>
                <a:lnTo>
                  <a:pt x="40" y="98"/>
                </a:lnTo>
                <a:lnTo>
                  <a:pt x="40" y="98"/>
                </a:lnTo>
                <a:lnTo>
                  <a:pt x="41" y="98"/>
                </a:lnTo>
                <a:lnTo>
                  <a:pt x="41" y="97"/>
                </a:lnTo>
                <a:lnTo>
                  <a:pt x="42" y="97"/>
                </a:lnTo>
                <a:lnTo>
                  <a:pt x="42" y="97"/>
                </a:lnTo>
                <a:lnTo>
                  <a:pt x="43" y="96"/>
                </a:lnTo>
                <a:lnTo>
                  <a:pt x="43" y="96"/>
                </a:lnTo>
                <a:lnTo>
                  <a:pt x="43" y="96"/>
                </a:lnTo>
                <a:lnTo>
                  <a:pt x="44" y="95"/>
                </a:lnTo>
                <a:lnTo>
                  <a:pt x="44" y="95"/>
                </a:lnTo>
                <a:lnTo>
                  <a:pt x="45" y="95"/>
                </a:lnTo>
                <a:lnTo>
                  <a:pt x="45" y="95"/>
                </a:lnTo>
                <a:lnTo>
                  <a:pt x="46" y="94"/>
                </a:lnTo>
                <a:lnTo>
                  <a:pt x="46" y="94"/>
                </a:lnTo>
                <a:lnTo>
                  <a:pt x="47" y="93"/>
                </a:lnTo>
                <a:lnTo>
                  <a:pt x="48" y="93"/>
                </a:lnTo>
                <a:lnTo>
                  <a:pt x="49" y="92"/>
                </a:lnTo>
                <a:lnTo>
                  <a:pt x="50" y="91"/>
                </a:lnTo>
                <a:lnTo>
                  <a:pt x="50" y="91"/>
                </a:lnTo>
                <a:lnTo>
                  <a:pt x="51" y="90"/>
                </a:lnTo>
                <a:lnTo>
                  <a:pt x="52" y="90"/>
                </a:lnTo>
                <a:lnTo>
                  <a:pt x="54" y="89"/>
                </a:lnTo>
                <a:lnTo>
                  <a:pt x="55" y="88"/>
                </a:lnTo>
                <a:lnTo>
                  <a:pt x="56" y="88"/>
                </a:lnTo>
                <a:lnTo>
                  <a:pt x="57" y="87"/>
                </a:lnTo>
                <a:lnTo>
                  <a:pt x="58" y="86"/>
                </a:lnTo>
                <a:lnTo>
                  <a:pt x="59" y="85"/>
                </a:lnTo>
                <a:lnTo>
                  <a:pt x="60" y="84"/>
                </a:lnTo>
                <a:lnTo>
                  <a:pt x="61" y="84"/>
                </a:lnTo>
                <a:lnTo>
                  <a:pt x="62" y="83"/>
                </a:lnTo>
                <a:lnTo>
                  <a:pt x="63" y="82"/>
                </a:lnTo>
                <a:lnTo>
                  <a:pt x="65" y="81"/>
                </a:lnTo>
                <a:lnTo>
                  <a:pt x="65" y="80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69" y="77"/>
                </a:lnTo>
                <a:lnTo>
                  <a:pt x="70" y="76"/>
                </a:lnTo>
                <a:lnTo>
                  <a:pt x="71" y="75"/>
                </a:lnTo>
                <a:lnTo>
                  <a:pt x="72" y="74"/>
                </a:lnTo>
                <a:lnTo>
                  <a:pt x="74" y="73"/>
                </a:lnTo>
                <a:lnTo>
                  <a:pt x="75" y="72"/>
                </a:lnTo>
                <a:lnTo>
                  <a:pt x="76" y="72"/>
                </a:lnTo>
                <a:lnTo>
                  <a:pt x="77" y="72"/>
                </a:lnTo>
                <a:lnTo>
                  <a:pt x="78" y="71"/>
                </a:lnTo>
                <a:lnTo>
                  <a:pt x="79" y="70"/>
                </a:lnTo>
                <a:lnTo>
                  <a:pt x="80" y="69"/>
                </a:lnTo>
                <a:lnTo>
                  <a:pt x="83" y="67"/>
                </a:lnTo>
                <a:lnTo>
                  <a:pt x="85" y="65"/>
                </a:lnTo>
                <a:lnTo>
                  <a:pt x="87" y="63"/>
                </a:lnTo>
                <a:lnTo>
                  <a:pt x="90" y="61"/>
                </a:lnTo>
                <a:lnTo>
                  <a:pt x="92" y="59"/>
                </a:lnTo>
                <a:lnTo>
                  <a:pt x="95" y="55"/>
                </a:lnTo>
                <a:lnTo>
                  <a:pt x="98" y="53"/>
                </a:lnTo>
                <a:lnTo>
                  <a:pt x="100" y="51"/>
                </a:lnTo>
                <a:lnTo>
                  <a:pt x="102" y="49"/>
                </a:lnTo>
                <a:lnTo>
                  <a:pt x="105" y="47"/>
                </a:lnTo>
                <a:lnTo>
                  <a:pt x="107" y="45"/>
                </a:lnTo>
                <a:lnTo>
                  <a:pt x="108" y="45"/>
                </a:lnTo>
                <a:lnTo>
                  <a:pt x="109" y="44"/>
                </a:lnTo>
                <a:lnTo>
                  <a:pt x="111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1"/>
                </a:lnTo>
                <a:lnTo>
                  <a:pt x="115" y="40"/>
                </a:lnTo>
                <a:lnTo>
                  <a:pt x="116" y="39"/>
                </a:lnTo>
                <a:lnTo>
                  <a:pt x="118" y="38"/>
                </a:lnTo>
                <a:lnTo>
                  <a:pt x="119" y="37"/>
                </a:lnTo>
                <a:lnTo>
                  <a:pt x="120" y="36"/>
                </a:lnTo>
                <a:lnTo>
                  <a:pt x="121" y="35"/>
                </a:lnTo>
                <a:lnTo>
                  <a:pt x="122" y="34"/>
                </a:lnTo>
                <a:lnTo>
                  <a:pt x="123" y="33"/>
                </a:lnTo>
                <a:lnTo>
                  <a:pt x="124" y="32"/>
                </a:lnTo>
                <a:lnTo>
                  <a:pt x="125" y="31"/>
                </a:lnTo>
                <a:lnTo>
                  <a:pt x="126" y="31"/>
                </a:lnTo>
                <a:lnTo>
                  <a:pt x="127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7"/>
                </a:lnTo>
                <a:lnTo>
                  <a:pt x="132" y="26"/>
                </a:lnTo>
                <a:lnTo>
                  <a:pt x="134" y="25"/>
                </a:lnTo>
                <a:lnTo>
                  <a:pt x="135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3"/>
                </a:lnTo>
                <a:lnTo>
                  <a:pt x="139" y="22"/>
                </a:lnTo>
                <a:lnTo>
                  <a:pt x="140" y="21"/>
                </a:lnTo>
                <a:lnTo>
                  <a:pt x="141" y="21"/>
                </a:lnTo>
                <a:lnTo>
                  <a:pt x="142" y="20"/>
                </a:lnTo>
                <a:lnTo>
                  <a:pt x="142" y="20"/>
                </a:lnTo>
                <a:lnTo>
                  <a:pt x="143" y="20"/>
                </a:lnTo>
                <a:lnTo>
                  <a:pt x="144" y="19"/>
                </a:lnTo>
                <a:lnTo>
                  <a:pt x="144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6" y="18"/>
                </a:lnTo>
                <a:lnTo>
                  <a:pt x="147" y="17"/>
                </a:lnTo>
                <a:lnTo>
                  <a:pt x="147" y="17"/>
                </a:lnTo>
                <a:lnTo>
                  <a:pt x="147" y="17"/>
                </a:lnTo>
                <a:lnTo>
                  <a:pt x="148" y="16"/>
                </a:lnTo>
                <a:lnTo>
                  <a:pt x="148" y="15"/>
                </a:lnTo>
                <a:lnTo>
                  <a:pt x="149" y="14"/>
                </a:lnTo>
                <a:lnTo>
                  <a:pt x="150" y="13"/>
                </a:lnTo>
                <a:lnTo>
                  <a:pt x="150" y="13"/>
                </a:lnTo>
                <a:lnTo>
                  <a:pt x="151" y="13"/>
                </a:lnTo>
                <a:lnTo>
                  <a:pt x="151" y="13"/>
                </a:lnTo>
                <a:lnTo>
                  <a:pt x="152" y="12"/>
                </a:lnTo>
                <a:lnTo>
                  <a:pt x="152" y="12"/>
                </a:lnTo>
                <a:lnTo>
                  <a:pt x="152" y="11"/>
                </a:lnTo>
                <a:lnTo>
                  <a:pt x="152" y="11"/>
                </a:lnTo>
                <a:lnTo>
                  <a:pt x="152" y="10"/>
                </a:lnTo>
                <a:lnTo>
                  <a:pt x="153" y="9"/>
                </a:lnTo>
                <a:lnTo>
                  <a:pt x="154" y="9"/>
                </a:lnTo>
                <a:lnTo>
                  <a:pt x="154" y="8"/>
                </a:lnTo>
                <a:lnTo>
                  <a:pt x="155" y="8"/>
                </a:lnTo>
                <a:lnTo>
                  <a:pt x="156" y="7"/>
                </a:lnTo>
                <a:lnTo>
                  <a:pt x="156" y="6"/>
                </a:lnTo>
                <a:lnTo>
                  <a:pt x="157" y="6"/>
                </a:lnTo>
                <a:lnTo>
                  <a:pt x="157" y="6"/>
                </a:lnTo>
                <a:lnTo>
                  <a:pt x="158" y="5"/>
                </a:lnTo>
                <a:lnTo>
                  <a:pt x="158" y="5"/>
                </a:lnTo>
                <a:lnTo>
                  <a:pt x="159" y="5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1" y="3"/>
                </a:lnTo>
                <a:lnTo>
                  <a:pt x="162" y="3"/>
                </a:lnTo>
                <a:lnTo>
                  <a:pt x="163" y="3"/>
                </a:lnTo>
                <a:lnTo>
                  <a:pt x="164" y="2"/>
                </a:lnTo>
                <a:lnTo>
                  <a:pt x="164" y="2"/>
                </a:lnTo>
                <a:lnTo>
                  <a:pt x="165" y="2"/>
                </a:lnTo>
                <a:lnTo>
                  <a:pt x="166" y="1"/>
                </a:lnTo>
                <a:lnTo>
                  <a:pt x="167" y="1"/>
                </a:lnTo>
                <a:lnTo>
                  <a:pt x="168" y="1"/>
                </a:lnTo>
                <a:lnTo>
                  <a:pt x="169" y="1"/>
                </a:lnTo>
                <a:lnTo>
                  <a:pt x="170" y="1"/>
                </a:lnTo>
                <a:lnTo>
                  <a:pt x="171" y="0"/>
                </a:lnTo>
                <a:lnTo>
                  <a:pt x="172" y="0"/>
                </a:lnTo>
                <a:lnTo>
                  <a:pt x="173" y="0"/>
                </a:lnTo>
                <a:lnTo>
                  <a:pt x="174" y="0"/>
                </a:lnTo>
                <a:lnTo>
                  <a:pt x="174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8" name="Freeform 18">
            <a:extLst>
              <a:ext uri="{FF2B5EF4-FFF2-40B4-BE49-F238E27FC236}">
                <a16:creationId xmlns:a16="http://schemas.microsoft.com/office/drawing/2014/main" id="{91EF90B4-B6DA-CE20-0A78-FBEF2F532708}"/>
              </a:ext>
            </a:extLst>
          </p:cNvPr>
          <p:cNvSpPr>
            <a:spLocks/>
          </p:cNvSpPr>
          <p:nvPr/>
        </p:nvSpPr>
        <p:spPr bwMode="auto">
          <a:xfrm>
            <a:off x="13497814" y="4700452"/>
            <a:ext cx="131696" cy="75641"/>
          </a:xfrm>
          <a:custGeom>
            <a:avLst/>
            <a:gdLst>
              <a:gd name="T0" fmla="*/ 179 w 195"/>
              <a:gd name="T1" fmla="*/ 1 h 112"/>
              <a:gd name="T2" fmla="*/ 188 w 195"/>
              <a:gd name="T3" fmla="*/ 7 h 112"/>
              <a:gd name="T4" fmla="*/ 193 w 195"/>
              <a:gd name="T5" fmla="*/ 13 h 112"/>
              <a:gd name="T6" fmla="*/ 194 w 195"/>
              <a:gd name="T7" fmla="*/ 19 h 112"/>
              <a:gd name="T8" fmla="*/ 195 w 195"/>
              <a:gd name="T9" fmla="*/ 25 h 112"/>
              <a:gd name="T10" fmla="*/ 194 w 195"/>
              <a:gd name="T11" fmla="*/ 30 h 112"/>
              <a:gd name="T12" fmla="*/ 194 w 195"/>
              <a:gd name="T13" fmla="*/ 36 h 112"/>
              <a:gd name="T14" fmla="*/ 191 w 195"/>
              <a:gd name="T15" fmla="*/ 43 h 112"/>
              <a:gd name="T16" fmla="*/ 188 w 195"/>
              <a:gd name="T17" fmla="*/ 49 h 112"/>
              <a:gd name="T18" fmla="*/ 185 w 195"/>
              <a:gd name="T19" fmla="*/ 56 h 112"/>
              <a:gd name="T20" fmla="*/ 181 w 195"/>
              <a:gd name="T21" fmla="*/ 62 h 112"/>
              <a:gd name="T22" fmla="*/ 177 w 195"/>
              <a:gd name="T23" fmla="*/ 67 h 112"/>
              <a:gd name="T24" fmla="*/ 173 w 195"/>
              <a:gd name="T25" fmla="*/ 73 h 112"/>
              <a:gd name="T26" fmla="*/ 168 w 195"/>
              <a:gd name="T27" fmla="*/ 79 h 112"/>
              <a:gd name="T28" fmla="*/ 163 w 195"/>
              <a:gd name="T29" fmla="*/ 84 h 112"/>
              <a:gd name="T30" fmla="*/ 159 w 195"/>
              <a:gd name="T31" fmla="*/ 87 h 112"/>
              <a:gd name="T32" fmla="*/ 154 w 195"/>
              <a:gd name="T33" fmla="*/ 89 h 112"/>
              <a:gd name="T34" fmla="*/ 149 w 195"/>
              <a:gd name="T35" fmla="*/ 92 h 112"/>
              <a:gd name="T36" fmla="*/ 145 w 195"/>
              <a:gd name="T37" fmla="*/ 94 h 112"/>
              <a:gd name="T38" fmla="*/ 140 w 195"/>
              <a:gd name="T39" fmla="*/ 95 h 112"/>
              <a:gd name="T40" fmla="*/ 135 w 195"/>
              <a:gd name="T41" fmla="*/ 96 h 112"/>
              <a:gd name="T42" fmla="*/ 128 w 195"/>
              <a:gd name="T43" fmla="*/ 98 h 112"/>
              <a:gd name="T44" fmla="*/ 118 w 195"/>
              <a:gd name="T45" fmla="*/ 100 h 112"/>
              <a:gd name="T46" fmla="*/ 109 w 195"/>
              <a:gd name="T47" fmla="*/ 101 h 112"/>
              <a:gd name="T48" fmla="*/ 99 w 195"/>
              <a:gd name="T49" fmla="*/ 101 h 112"/>
              <a:gd name="T50" fmla="*/ 90 w 195"/>
              <a:gd name="T51" fmla="*/ 101 h 112"/>
              <a:gd name="T52" fmla="*/ 76 w 195"/>
              <a:gd name="T53" fmla="*/ 101 h 112"/>
              <a:gd name="T54" fmla="*/ 67 w 195"/>
              <a:gd name="T55" fmla="*/ 104 h 112"/>
              <a:gd name="T56" fmla="*/ 58 w 195"/>
              <a:gd name="T57" fmla="*/ 107 h 112"/>
              <a:gd name="T58" fmla="*/ 50 w 195"/>
              <a:gd name="T59" fmla="*/ 110 h 112"/>
              <a:gd name="T60" fmla="*/ 41 w 195"/>
              <a:gd name="T61" fmla="*/ 111 h 112"/>
              <a:gd name="T62" fmla="*/ 33 w 195"/>
              <a:gd name="T63" fmla="*/ 106 h 112"/>
              <a:gd name="T64" fmla="*/ 22 w 195"/>
              <a:gd name="T65" fmla="*/ 102 h 112"/>
              <a:gd name="T66" fmla="*/ 19 w 195"/>
              <a:gd name="T67" fmla="*/ 103 h 112"/>
              <a:gd name="T68" fmla="*/ 16 w 195"/>
              <a:gd name="T69" fmla="*/ 104 h 112"/>
              <a:gd name="T70" fmla="*/ 11 w 195"/>
              <a:gd name="T71" fmla="*/ 104 h 112"/>
              <a:gd name="T72" fmla="*/ 12 w 195"/>
              <a:gd name="T73" fmla="*/ 82 h 112"/>
              <a:gd name="T74" fmla="*/ 16 w 195"/>
              <a:gd name="T75" fmla="*/ 80 h 112"/>
              <a:gd name="T76" fmla="*/ 20 w 195"/>
              <a:gd name="T77" fmla="*/ 78 h 112"/>
              <a:gd name="T78" fmla="*/ 23 w 195"/>
              <a:gd name="T79" fmla="*/ 76 h 112"/>
              <a:gd name="T80" fmla="*/ 27 w 195"/>
              <a:gd name="T81" fmla="*/ 75 h 112"/>
              <a:gd name="T82" fmla="*/ 30 w 195"/>
              <a:gd name="T83" fmla="*/ 73 h 112"/>
              <a:gd name="T84" fmla="*/ 36 w 195"/>
              <a:gd name="T85" fmla="*/ 69 h 112"/>
              <a:gd name="T86" fmla="*/ 43 w 195"/>
              <a:gd name="T87" fmla="*/ 67 h 112"/>
              <a:gd name="T88" fmla="*/ 51 w 195"/>
              <a:gd name="T89" fmla="*/ 65 h 112"/>
              <a:gd name="T90" fmla="*/ 59 w 195"/>
              <a:gd name="T91" fmla="*/ 62 h 112"/>
              <a:gd name="T92" fmla="*/ 68 w 195"/>
              <a:gd name="T93" fmla="*/ 59 h 112"/>
              <a:gd name="T94" fmla="*/ 77 w 195"/>
              <a:gd name="T95" fmla="*/ 55 h 112"/>
              <a:gd name="T96" fmla="*/ 85 w 195"/>
              <a:gd name="T97" fmla="*/ 50 h 112"/>
              <a:gd name="T98" fmla="*/ 93 w 195"/>
              <a:gd name="T99" fmla="*/ 46 h 112"/>
              <a:gd name="T100" fmla="*/ 102 w 195"/>
              <a:gd name="T101" fmla="*/ 41 h 112"/>
              <a:gd name="T102" fmla="*/ 110 w 195"/>
              <a:gd name="T103" fmla="*/ 36 h 112"/>
              <a:gd name="T104" fmla="*/ 118 w 195"/>
              <a:gd name="T105" fmla="*/ 32 h 112"/>
              <a:gd name="T106" fmla="*/ 125 w 195"/>
              <a:gd name="T107" fmla="*/ 27 h 112"/>
              <a:gd name="T108" fmla="*/ 132 w 195"/>
              <a:gd name="T109" fmla="*/ 22 h 112"/>
              <a:gd name="T110" fmla="*/ 138 w 195"/>
              <a:gd name="T111" fmla="*/ 18 h 112"/>
              <a:gd name="T112" fmla="*/ 143 w 195"/>
              <a:gd name="T113" fmla="*/ 13 h 112"/>
              <a:gd name="T114" fmla="*/ 149 w 195"/>
              <a:gd name="T115" fmla="*/ 8 h 112"/>
              <a:gd name="T116" fmla="*/ 153 w 195"/>
              <a:gd name="T117" fmla="*/ 6 h 112"/>
              <a:gd name="T118" fmla="*/ 157 w 195"/>
              <a:gd name="T119" fmla="*/ 4 h 112"/>
              <a:gd name="T120" fmla="*/ 161 w 195"/>
              <a:gd name="T121" fmla="*/ 2 h 112"/>
              <a:gd name="T122" fmla="*/ 166 w 195"/>
              <a:gd name="T1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5" h="112">
                <a:moveTo>
                  <a:pt x="171" y="0"/>
                </a:moveTo>
                <a:lnTo>
                  <a:pt x="172" y="0"/>
                </a:lnTo>
                <a:lnTo>
                  <a:pt x="174" y="0"/>
                </a:lnTo>
                <a:lnTo>
                  <a:pt x="175" y="0"/>
                </a:lnTo>
                <a:lnTo>
                  <a:pt x="176" y="0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2"/>
                </a:lnTo>
                <a:lnTo>
                  <a:pt x="181" y="2"/>
                </a:lnTo>
                <a:lnTo>
                  <a:pt x="183" y="3"/>
                </a:lnTo>
                <a:lnTo>
                  <a:pt x="184" y="4"/>
                </a:lnTo>
                <a:lnTo>
                  <a:pt x="185" y="4"/>
                </a:lnTo>
                <a:lnTo>
                  <a:pt x="186" y="5"/>
                </a:lnTo>
                <a:lnTo>
                  <a:pt x="187" y="6"/>
                </a:lnTo>
                <a:lnTo>
                  <a:pt x="188" y="7"/>
                </a:lnTo>
                <a:lnTo>
                  <a:pt x="189" y="7"/>
                </a:lnTo>
                <a:lnTo>
                  <a:pt x="189" y="7"/>
                </a:lnTo>
                <a:lnTo>
                  <a:pt x="190" y="8"/>
                </a:lnTo>
                <a:lnTo>
                  <a:pt x="191" y="9"/>
                </a:lnTo>
                <a:lnTo>
                  <a:pt x="191" y="10"/>
                </a:lnTo>
                <a:lnTo>
                  <a:pt x="192" y="11"/>
                </a:lnTo>
                <a:lnTo>
                  <a:pt x="193" y="12"/>
                </a:lnTo>
                <a:lnTo>
                  <a:pt x="193" y="13"/>
                </a:lnTo>
                <a:lnTo>
                  <a:pt x="193" y="14"/>
                </a:lnTo>
                <a:lnTo>
                  <a:pt x="194" y="15"/>
                </a:lnTo>
                <a:lnTo>
                  <a:pt x="194" y="16"/>
                </a:lnTo>
                <a:lnTo>
                  <a:pt x="194" y="16"/>
                </a:lnTo>
                <a:lnTo>
                  <a:pt x="194" y="17"/>
                </a:lnTo>
                <a:lnTo>
                  <a:pt x="194" y="18"/>
                </a:lnTo>
                <a:lnTo>
                  <a:pt x="194" y="19"/>
                </a:lnTo>
                <a:lnTo>
                  <a:pt x="194" y="19"/>
                </a:lnTo>
                <a:lnTo>
                  <a:pt x="194" y="20"/>
                </a:lnTo>
                <a:lnTo>
                  <a:pt x="194" y="21"/>
                </a:lnTo>
                <a:lnTo>
                  <a:pt x="194" y="22"/>
                </a:lnTo>
                <a:lnTo>
                  <a:pt x="194" y="22"/>
                </a:lnTo>
                <a:lnTo>
                  <a:pt x="194" y="23"/>
                </a:lnTo>
                <a:lnTo>
                  <a:pt x="194" y="23"/>
                </a:lnTo>
                <a:lnTo>
                  <a:pt x="195" y="24"/>
                </a:lnTo>
                <a:lnTo>
                  <a:pt x="195" y="25"/>
                </a:lnTo>
                <a:lnTo>
                  <a:pt x="195" y="25"/>
                </a:lnTo>
                <a:lnTo>
                  <a:pt x="195" y="26"/>
                </a:lnTo>
                <a:lnTo>
                  <a:pt x="194" y="26"/>
                </a:lnTo>
                <a:lnTo>
                  <a:pt x="194" y="27"/>
                </a:lnTo>
                <a:lnTo>
                  <a:pt x="194" y="27"/>
                </a:lnTo>
                <a:lnTo>
                  <a:pt x="194" y="28"/>
                </a:lnTo>
                <a:lnTo>
                  <a:pt x="194" y="29"/>
                </a:lnTo>
                <a:lnTo>
                  <a:pt x="194" y="30"/>
                </a:lnTo>
                <a:lnTo>
                  <a:pt x="194" y="31"/>
                </a:lnTo>
                <a:lnTo>
                  <a:pt x="194" y="32"/>
                </a:lnTo>
                <a:lnTo>
                  <a:pt x="194" y="33"/>
                </a:lnTo>
                <a:lnTo>
                  <a:pt x="194" y="34"/>
                </a:lnTo>
                <a:lnTo>
                  <a:pt x="194" y="35"/>
                </a:lnTo>
                <a:lnTo>
                  <a:pt x="194" y="36"/>
                </a:lnTo>
                <a:lnTo>
                  <a:pt x="194" y="36"/>
                </a:lnTo>
                <a:lnTo>
                  <a:pt x="194" y="36"/>
                </a:lnTo>
                <a:lnTo>
                  <a:pt x="193" y="37"/>
                </a:lnTo>
                <a:lnTo>
                  <a:pt x="193" y="38"/>
                </a:lnTo>
                <a:lnTo>
                  <a:pt x="193" y="39"/>
                </a:lnTo>
                <a:lnTo>
                  <a:pt x="192" y="40"/>
                </a:lnTo>
                <a:lnTo>
                  <a:pt x="192" y="40"/>
                </a:lnTo>
                <a:lnTo>
                  <a:pt x="192" y="41"/>
                </a:lnTo>
                <a:lnTo>
                  <a:pt x="192" y="42"/>
                </a:lnTo>
                <a:lnTo>
                  <a:pt x="191" y="43"/>
                </a:lnTo>
                <a:lnTo>
                  <a:pt x="191" y="44"/>
                </a:lnTo>
                <a:lnTo>
                  <a:pt x="191" y="44"/>
                </a:lnTo>
                <a:lnTo>
                  <a:pt x="190" y="45"/>
                </a:lnTo>
                <a:lnTo>
                  <a:pt x="190" y="46"/>
                </a:lnTo>
                <a:lnTo>
                  <a:pt x="190" y="47"/>
                </a:lnTo>
                <a:lnTo>
                  <a:pt x="189" y="48"/>
                </a:lnTo>
                <a:lnTo>
                  <a:pt x="189" y="48"/>
                </a:lnTo>
                <a:lnTo>
                  <a:pt x="188" y="49"/>
                </a:lnTo>
                <a:lnTo>
                  <a:pt x="188" y="50"/>
                </a:lnTo>
                <a:lnTo>
                  <a:pt x="188" y="51"/>
                </a:lnTo>
                <a:lnTo>
                  <a:pt x="187" y="52"/>
                </a:lnTo>
                <a:lnTo>
                  <a:pt x="187" y="52"/>
                </a:lnTo>
                <a:lnTo>
                  <a:pt x="186" y="53"/>
                </a:lnTo>
                <a:lnTo>
                  <a:pt x="186" y="54"/>
                </a:lnTo>
                <a:lnTo>
                  <a:pt x="186" y="55"/>
                </a:lnTo>
                <a:lnTo>
                  <a:pt x="185" y="56"/>
                </a:lnTo>
                <a:lnTo>
                  <a:pt x="185" y="56"/>
                </a:lnTo>
                <a:lnTo>
                  <a:pt x="184" y="57"/>
                </a:lnTo>
                <a:lnTo>
                  <a:pt x="184" y="58"/>
                </a:lnTo>
                <a:lnTo>
                  <a:pt x="183" y="59"/>
                </a:lnTo>
                <a:lnTo>
                  <a:pt x="183" y="60"/>
                </a:lnTo>
                <a:lnTo>
                  <a:pt x="182" y="60"/>
                </a:lnTo>
                <a:lnTo>
                  <a:pt x="182" y="61"/>
                </a:lnTo>
                <a:lnTo>
                  <a:pt x="181" y="62"/>
                </a:lnTo>
                <a:lnTo>
                  <a:pt x="181" y="63"/>
                </a:lnTo>
                <a:lnTo>
                  <a:pt x="180" y="64"/>
                </a:lnTo>
                <a:lnTo>
                  <a:pt x="180" y="64"/>
                </a:lnTo>
                <a:lnTo>
                  <a:pt x="179" y="65"/>
                </a:lnTo>
                <a:lnTo>
                  <a:pt x="179" y="65"/>
                </a:lnTo>
                <a:lnTo>
                  <a:pt x="178" y="66"/>
                </a:lnTo>
                <a:lnTo>
                  <a:pt x="178" y="66"/>
                </a:lnTo>
                <a:lnTo>
                  <a:pt x="177" y="67"/>
                </a:lnTo>
                <a:lnTo>
                  <a:pt x="177" y="68"/>
                </a:lnTo>
                <a:lnTo>
                  <a:pt x="176" y="69"/>
                </a:lnTo>
                <a:lnTo>
                  <a:pt x="176" y="70"/>
                </a:lnTo>
                <a:lnTo>
                  <a:pt x="175" y="70"/>
                </a:lnTo>
                <a:lnTo>
                  <a:pt x="175" y="71"/>
                </a:lnTo>
                <a:lnTo>
                  <a:pt x="174" y="72"/>
                </a:lnTo>
                <a:lnTo>
                  <a:pt x="173" y="73"/>
                </a:lnTo>
                <a:lnTo>
                  <a:pt x="173" y="73"/>
                </a:lnTo>
                <a:lnTo>
                  <a:pt x="172" y="74"/>
                </a:lnTo>
                <a:lnTo>
                  <a:pt x="172" y="75"/>
                </a:lnTo>
                <a:lnTo>
                  <a:pt x="171" y="75"/>
                </a:lnTo>
                <a:lnTo>
                  <a:pt x="170" y="76"/>
                </a:lnTo>
                <a:lnTo>
                  <a:pt x="170" y="77"/>
                </a:lnTo>
                <a:lnTo>
                  <a:pt x="169" y="77"/>
                </a:lnTo>
                <a:lnTo>
                  <a:pt x="168" y="78"/>
                </a:lnTo>
                <a:lnTo>
                  <a:pt x="168" y="79"/>
                </a:lnTo>
                <a:lnTo>
                  <a:pt x="167" y="80"/>
                </a:lnTo>
                <a:lnTo>
                  <a:pt x="166" y="80"/>
                </a:lnTo>
                <a:lnTo>
                  <a:pt x="166" y="81"/>
                </a:lnTo>
                <a:lnTo>
                  <a:pt x="165" y="82"/>
                </a:lnTo>
                <a:lnTo>
                  <a:pt x="165" y="82"/>
                </a:lnTo>
                <a:lnTo>
                  <a:pt x="164" y="83"/>
                </a:lnTo>
                <a:lnTo>
                  <a:pt x="164" y="83"/>
                </a:lnTo>
                <a:lnTo>
                  <a:pt x="163" y="84"/>
                </a:lnTo>
                <a:lnTo>
                  <a:pt x="162" y="85"/>
                </a:lnTo>
                <a:lnTo>
                  <a:pt x="162" y="85"/>
                </a:lnTo>
                <a:lnTo>
                  <a:pt x="161" y="85"/>
                </a:lnTo>
                <a:lnTo>
                  <a:pt x="161" y="86"/>
                </a:lnTo>
                <a:lnTo>
                  <a:pt x="160" y="86"/>
                </a:lnTo>
                <a:lnTo>
                  <a:pt x="160" y="86"/>
                </a:lnTo>
                <a:lnTo>
                  <a:pt x="159" y="87"/>
                </a:lnTo>
                <a:lnTo>
                  <a:pt x="159" y="87"/>
                </a:lnTo>
                <a:lnTo>
                  <a:pt x="159" y="87"/>
                </a:lnTo>
                <a:lnTo>
                  <a:pt x="158" y="87"/>
                </a:lnTo>
                <a:lnTo>
                  <a:pt x="158" y="88"/>
                </a:lnTo>
                <a:lnTo>
                  <a:pt x="157" y="88"/>
                </a:lnTo>
                <a:lnTo>
                  <a:pt x="156" y="88"/>
                </a:lnTo>
                <a:lnTo>
                  <a:pt x="156" y="89"/>
                </a:lnTo>
                <a:lnTo>
                  <a:pt x="155" y="89"/>
                </a:lnTo>
                <a:lnTo>
                  <a:pt x="154" y="89"/>
                </a:lnTo>
                <a:lnTo>
                  <a:pt x="154" y="90"/>
                </a:lnTo>
                <a:lnTo>
                  <a:pt x="153" y="90"/>
                </a:lnTo>
                <a:lnTo>
                  <a:pt x="152" y="90"/>
                </a:lnTo>
                <a:lnTo>
                  <a:pt x="152" y="91"/>
                </a:lnTo>
                <a:lnTo>
                  <a:pt x="151" y="91"/>
                </a:lnTo>
                <a:lnTo>
                  <a:pt x="151" y="91"/>
                </a:lnTo>
                <a:lnTo>
                  <a:pt x="150" y="92"/>
                </a:lnTo>
                <a:lnTo>
                  <a:pt x="149" y="92"/>
                </a:lnTo>
                <a:lnTo>
                  <a:pt x="149" y="92"/>
                </a:lnTo>
                <a:lnTo>
                  <a:pt x="148" y="92"/>
                </a:lnTo>
                <a:lnTo>
                  <a:pt x="148" y="93"/>
                </a:lnTo>
                <a:lnTo>
                  <a:pt x="147" y="93"/>
                </a:lnTo>
                <a:lnTo>
                  <a:pt x="147" y="93"/>
                </a:lnTo>
                <a:lnTo>
                  <a:pt x="146" y="93"/>
                </a:lnTo>
                <a:lnTo>
                  <a:pt x="145" y="93"/>
                </a:lnTo>
                <a:lnTo>
                  <a:pt x="145" y="94"/>
                </a:lnTo>
                <a:lnTo>
                  <a:pt x="144" y="94"/>
                </a:lnTo>
                <a:lnTo>
                  <a:pt x="144" y="94"/>
                </a:lnTo>
                <a:lnTo>
                  <a:pt x="143" y="94"/>
                </a:lnTo>
                <a:lnTo>
                  <a:pt x="142" y="95"/>
                </a:lnTo>
                <a:lnTo>
                  <a:pt x="142" y="95"/>
                </a:lnTo>
                <a:lnTo>
                  <a:pt x="141" y="95"/>
                </a:lnTo>
                <a:lnTo>
                  <a:pt x="140" y="95"/>
                </a:lnTo>
                <a:lnTo>
                  <a:pt x="140" y="95"/>
                </a:lnTo>
                <a:lnTo>
                  <a:pt x="139" y="95"/>
                </a:lnTo>
                <a:lnTo>
                  <a:pt x="138" y="95"/>
                </a:lnTo>
                <a:lnTo>
                  <a:pt x="138" y="95"/>
                </a:lnTo>
                <a:lnTo>
                  <a:pt x="138" y="95"/>
                </a:lnTo>
                <a:lnTo>
                  <a:pt x="137" y="96"/>
                </a:lnTo>
                <a:lnTo>
                  <a:pt x="137" y="96"/>
                </a:lnTo>
                <a:lnTo>
                  <a:pt x="136" y="96"/>
                </a:lnTo>
                <a:lnTo>
                  <a:pt x="135" y="96"/>
                </a:lnTo>
                <a:lnTo>
                  <a:pt x="135" y="96"/>
                </a:lnTo>
                <a:lnTo>
                  <a:pt x="134" y="96"/>
                </a:lnTo>
                <a:lnTo>
                  <a:pt x="134" y="97"/>
                </a:lnTo>
                <a:lnTo>
                  <a:pt x="133" y="97"/>
                </a:lnTo>
                <a:lnTo>
                  <a:pt x="132" y="97"/>
                </a:lnTo>
                <a:lnTo>
                  <a:pt x="130" y="97"/>
                </a:lnTo>
                <a:lnTo>
                  <a:pt x="129" y="98"/>
                </a:lnTo>
                <a:lnTo>
                  <a:pt x="128" y="98"/>
                </a:lnTo>
                <a:lnTo>
                  <a:pt x="126" y="98"/>
                </a:lnTo>
                <a:lnTo>
                  <a:pt x="125" y="98"/>
                </a:lnTo>
                <a:lnTo>
                  <a:pt x="124" y="99"/>
                </a:lnTo>
                <a:lnTo>
                  <a:pt x="123" y="99"/>
                </a:lnTo>
                <a:lnTo>
                  <a:pt x="121" y="99"/>
                </a:lnTo>
                <a:lnTo>
                  <a:pt x="120" y="99"/>
                </a:lnTo>
                <a:lnTo>
                  <a:pt x="119" y="99"/>
                </a:lnTo>
                <a:lnTo>
                  <a:pt x="118" y="100"/>
                </a:lnTo>
                <a:lnTo>
                  <a:pt x="116" y="100"/>
                </a:lnTo>
                <a:lnTo>
                  <a:pt x="115" y="100"/>
                </a:lnTo>
                <a:lnTo>
                  <a:pt x="114" y="100"/>
                </a:lnTo>
                <a:lnTo>
                  <a:pt x="113" y="100"/>
                </a:lnTo>
                <a:lnTo>
                  <a:pt x="111" y="100"/>
                </a:lnTo>
                <a:lnTo>
                  <a:pt x="110" y="100"/>
                </a:lnTo>
                <a:lnTo>
                  <a:pt x="109" y="100"/>
                </a:lnTo>
                <a:lnTo>
                  <a:pt x="109" y="101"/>
                </a:lnTo>
                <a:lnTo>
                  <a:pt x="107" y="101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1" y="101"/>
                </a:lnTo>
                <a:lnTo>
                  <a:pt x="100" y="101"/>
                </a:lnTo>
                <a:lnTo>
                  <a:pt x="99" y="101"/>
                </a:lnTo>
                <a:lnTo>
                  <a:pt x="98" y="101"/>
                </a:lnTo>
                <a:lnTo>
                  <a:pt x="97" y="101"/>
                </a:lnTo>
                <a:lnTo>
                  <a:pt x="96" y="101"/>
                </a:lnTo>
                <a:lnTo>
                  <a:pt x="94" y="101"/>
                </a:lnTo>
                <a:lnTo>
                  <a:pt x="93" y="101"/>
                </a:lnTo>
                <a:lnTo>
                  <a:pt x="92" y="101"/>
                </a:lnTo>
                <a:lnTo>
                  <a:pt x="91" y="101"/>
                </a:lnTo>
                <a:lnTo>
                  <a:pt x="90" y="101"/>
                </a:lnTo>
                <a:lnTo>
                  <a:pt x="87" y="101"/>
                </a:lnTo>
                <a:lnTo>
                  <a:pt x="85" y="101"/>
                </a:lnTo>
                <a:lnTo>
                  <a:pt x="83" y="101"/>
                </a:lnTo>
                <a:lnTo>
                  <a:pt x="83" y="101"/>
                </a:lnTo>
                <a:lnTo>
                  <a:pt x="81" y="100"/>
                </a:lnTo>
                <a:lnTo>
                  <a:pt x="79" y="100"/>
                </a:lnTo>
                <a:lnTo>
                  <a:pt x="78" y="100"/>
                </a:lnTo>
                <a:lnTo>
                  <a:pt x="76" y="101"/>
                </a:lnTo>
                <a:lnTo>
                  <a:pt x="75" y="101"/>
                </a:lnTo>
                <a:lnTo>
                  <a:pt x="74" y="102"/>
                </a:lnTo>
                <a:lnTo>
                  <a:pt x="73" y="102"/>
                </a:lnTo>
                <a:lnTo>
                  <a:pt x="71" y="103"/>
                </a:lnTo>
                <a:lnTo>
                  <a:pt x="70" y="103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6" y="104"/>
                </a:lnTo>
                <a:lnTo>
                  <a:pt x="65" y="105"/>
                </a:lnTo>
                <a:lnTo>
                  <a:pt x="64" y="105"/>
                </a:lnTo>
                <a:lnTo>
                  <a:pt x="63" y="106"/>
                </a:lnTo>
                <a:lnTo>
                  <a:pt x="61" y="106"/>
                </a:lnTo>
                <a:lnTo>
                  <a:pt x="60" y="107"/>
                </a:lnTo>
                <a:lnTo>
                  <a:pt x="59" y="107"/>
                </a:lnTo>
                <a:lnTo>
                  <a:pt x="58" y="107"/>
                </a:lnTo>
                <a:lnTo>
                  <a:pt x="56" y="108"/>
                </a:lnTo>
                <a:lnTo>
                  <a:pt x="55" y="108"/>
                </a:lnTo>
                <a:lnTo>
                  <a:pt x="54" y="109"/>
                </a:lnTo>
                <a:lnTo>
                  <a:pt x="53" y="109"/>
                </a:lnTo>
                <a:lnTo>
                  <a:pt x="53" y="109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49" y="110"/>
                </a:lnTo>
                <a:lnTo>
                  <a:pt x="48" y="111"/>
                </a:lnTo>
                <a:lnTo>
                  <a:pt x="46" y="111"/>
                </a:lnTo>
                <a:lnTo>
                  <a:pt x="45" y="111"/>
                </a:lnTo>
                <a:lnTo>
                  <a:pt x="44" y="112"/>
                </a:lnTo>
                <a:lnTo>
                  <a:pt x="43" y="112"/>
                </a:lnTo>
                <a:lnTo>
                  <a:pt x="43" y="112"/>
                </a:lnTo>
                <a:lnTo>
                  <a:pt x="41" y="111"/>
                </a:lnTo>
                <a:lnTo>
                  <a:pt x="40" y="111"/>
                </a:lnTo>
                <a:lnTo>
                  <a:pt x="39" y="110"/>
                </a:lnTo>
                <a:lnTo>
                  <a:pt x="38" y="110"/>
                </a:lnTo>
                <a:lnTo>
                  <a:pt x="37" y="109"/>
                </a:lnTo>
                <a:lnTo>
                  <a:pt x="36" y="108"/>
                </a:lnTo>
                <a:lnTo>
                  <a:pt x="35" y="107"/>
                </a:lnTo>
                <a:lnTo>
                  <a:pt x="33" y="106"/>
                </a:lnTo>
                <a:lnTo>
                  <a:pt x="33" y="106"/>
                </a:lnTo>
                <a:lnTo>
                  <a:pt x="32" y="105"/>
                </a:lnTo>
                <a:lnTo>
                  <a:pt x="31" y="105"/>
                </a:lnTo>
                <a:lnTo>
                  <a:pt x="29" y="104"/>
                </a:lnTo>
                <a:lnTo>
                  <a:pt x="28" y="104"/>
                </a:lnTo>
                <a:lnTo>
                  <a:pt x="28" y="104"/>
                </a:lnTo>
                <a:lnTo>
                  <a:pt x="28" y="104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3"/>
                </a:lnTo>
                <a:lnTo>
                  <a:pt x="21" y="103"/>
                </a:lnTo>
                <a:lnTo>
                  <a:pt x="20" y="103"/>
                </a:lnTo>
                <a:lnTo>
                  <a:pt x="20" y="103"/>
                </a:lnTo>
                <a:lnTo>
                  <a:pt x="19" y="103"/>
                </a:lnTo>
                <a:lnTo>
                  <a:pt x="19" y="103"/>
                </a:lnTo>
                <a:lnTo>
                  <a:pt x="18" y="104"/>
                </a:lnTo>
                <a:lnTo>
                  <a:pt x="18" y="104"/>
                </a:lnTo>
                <a:lnTo>
                  <a:pt x="17" y="104"/>
                </a:lnTo>
                <a:lnTo>
                  <a:pt x="17" y="104"/>
                </a:lnTo>
                <a:lnTo>
                  <a:pt x="17" y="104"/>
                </a:lnTo>
                <a:lnTo>
                  <a:pt x="16" y="104"/>
                </a:lnTo>
                <a:lnTo>
                  <a:pt x="16" y="104"/>
                </a:lnTo>
                <a:lnTo>
                  <a:pt x="15" y="104"/>
                </a:lnTo>
                <a:lnTo>
                  <a:pt x="15" y="104"/>
                </a:lnTo>
                <a:lnTo>
                  <a:pt x="14" y="104"/>
                </a:lnTo>
                <a:lnTo>
                  <a:pt x="13" y="104"/>
                </a:lnTo>
                <a:lnTo>
                  <a:pt x="13" y="104"/>
                </a:lnTo>
                <a:lnTo>
                  <a:pt x="12" y="104"/>
                </a:lnTo>
                <a:lnTo>
                  <a:pt x="12" y="104"/>
                </a:lnTo>
                <a:lnTo>
                  <a:pt x="11" y="104"/>
                </a:lnTo>
                <a:lnTo>
                  <a:pt x="4" y="101"/>
                </a:lnTo>
                <a:lnTo>
                  <a:pt x="0" y="94"/>
                </a:lnTo>
                <a:lnTo>
                  <a:pt x="0" y="94"/>
                </a:lnTo>
                <a:lnTo>
                  <a:pt x="4" y="86"/>
                </a:lnTo>
                <a:lnTo>
                  <a:pt x="11" y="83"/>
                </a:lnTo>
                <a:lnTo>
                  <a:pt x="11" y="83"/>
                </a:lnTo>
                <a:lnTo>
                  <a:pt x="11" y="83"/>
                </a:lnTo>
                <a:lnTo>
                  <a:pt x="12" y="82"/>
                </a:lnTo>
                <a:lnTo>
                  <a:pt x="12" y="82"/>
                </a:lnTo>
                <a:lnTo>
                  <a:pt x="13" y="82"/>
                </a:lnTo>
                <a:lnTo>
                  <a:pt x="13" y="81"/>
                </a:lnTo>
                <a:lnTo>
                  <a:pt x="14" y="81"/>
                </a:lnTo>
                <a:lnTo>
                  <a:pt x="14" y="81"/>
                </a:lnTo>
                <a:lnTo>
                  <a:pt x="15" y="81"/>
                </a:lnTo>
                <a:lnTo>
                  <a:pt x="15" y="80"/>
                </a:lnTo>
                <a:lnTo>
                  <a:pt x="16" y="80"/>
                </a:lnTo>
                <a:lnTo>
                  <a:pt x="16" y="80"/>
                </a:lnTo>
                <a:lnTo>
                  <a:pt x="17" y="79"/>
                </a:lnTo>
                <a:lnTo>
                  <a:pt x="17" y="79"/>
                </a:lnTo>
                <a:lnTo>
                  <a:pt x="18" y="79"/>
                </a:lnTo>
                <a:lnTo>
                  <a:pt x="18" y="79"/>
                </a:lnTo>
                <a:lnTo>
                  <a:pt x="19" y="78"/>
                </a:lnTo>
                <a:lnTo>
                  <a:pt x="19" y="78"/>
                </a:lnTo>
                <a:lnTo>
                  <a:pt x="20" y="78"/>
                </a:lnTo>
                <a:lnTo>
                  <a:pt x="20" y="78"/>
                </a:lnTo>
                <a:lnTo>
                  <a:pt x="21" y="77"/>
                </a:lnTo>
                <a:lnTo>
                  <a:pt x="21" y="77"/>
                </a:lnTo>
                <a:lnTo>
                  <a:pt x="22" y="77"/>
                </a:lnTo>
                <a:lnTo>
                  <a:pt x="22" y="77"/>
                </a:lnTo>
                <a:lnTo>
                  <a:pt x="22" y="77"/>
                </a:lnTo>
                <a:lnTo>
                  <a:pt x="22" y="76"/>
                </a:lnTo>
                <a:lnTo>
                  <a:pt x="23" y="76"/>
                </a:lnTo>
                <a:lnTo>
                  <a:pt x="23" y="76"/>
                </a:lnTo>
                <a:lnTo>
                  <a:pt x="24" y="76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5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29" y="74"/>
                </a:lnTo>
                <a:lnTo>
                  <a:pt x="30" y="74"/>
                </a:lnTo>
                <a:lnTo>
                  <a:pt x="30" y="74"/>
                </a:lnTo>
                <a:lnTo>
                  <a:pt x="30" y="73"/>
                </a:lnTo>
                <a:lnTo>
                  <a:pt x="30" y="73"/>
                </a:lnTo>
                <a:lnTo>
                  <a:pt x="31" y="72"/>
                </a:lnTo>
                <a:lnTo>
                  <a:pt x="32" y="71"/>
                </a:lnTo>
                <a:lnTo>
                  <a:pt x="32" y="70"/>
                </a:lnTo>
                <a:lnTo>
                  <a:pt x="32" y="70"/>
                </a:lnTo>
                <a:lnTo>
                  <a:pt x="33" y="70"/>
                </a:lnTo>
                <a:lnTo>
                  <a:pt x="34" y="70"/>
                </a:lnTo>
                <a:lnTo>
                  <a:pt x="35" y="70"/>
                </a:lnTo>
                <a:lnTo>
                  <a:pt x="36" y="69"/>
                </a:lnTo>
                <a:lnTo>
                  <a:pt x="37" y="69"/>
                </a:lnTo>
                <a:lnTo>
                  <a:pt x="38" y="69"/>
                </a:lnTo>
                <a:lnTo>
                  <a:pt x="39" y="68"/>
                </a:lnTo>
                <a:lnTo>
                  <a:pt x="40" y="68"/>
                </a:lnTo>
                <a:lnTo>
                  <a:pt x="41" y="68"/>
                </a:lnTo>
                <a:lnTo>
                  <a:pt x="41" y="68"/>
                </a:lnTo>
                <a:lnTo>
                  <a:pt x="42" y="68"/>
                </a:lnTo>
                <a:lnTo>
                  <a:pt x="43" y="67"/>
                </a:lnTo>
                <a:lnTo>
                  <a:pt x="44" y="67"/>
                </a:lnTo>
                <a:lnTo>
                  <a:pt x="45" y="67"/>
                </a:lnTo>
                <a:lnTo>
                  <a:pt x="46" y="66"/>
                </a:lnTo>
                <a:lnTo>
                  <a:pt x="47" y="66"/>
                </a:lnTo>
                <a:lnTo>
                  <a:pt x="48" y="66"/>
                </a:lnTo>
                <a:lnTo>
                  <a:pt x="49" y="65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4" y="64"/>
                </a:lnTo>
                <a:lnTo>
                  <a:pt x="56" y="63"/>
                </a:lnTo>
                <a:lnTo>
                  <a:pt x="57" y="63"/>
                </a:lnTo>
                <a:lnTo>
                  <a:pt x="58" y="63"/>
                </a:lnTo>
                <a:lnTo>
                  <a:pt x="59" y="62"/>
                </a:lnTo>
                <a:lnTo>
                  <a:pt x="60" y="62"/>
                </a:lnTo>
                <a:lnTo>
                  <a:pt x="61" y="61"/>
                </a:lnTo>
                <a:lnTo>
                  <a:pt x="62" y="61"/>
                </a:lnTo>
                <a:lnTo>
                  <a:pt x="63" y="60"/>
                </a:lnTo>
                <a:lnTo>
                  <a:pt x="64" y="60"/>
                </a:lnTo>
                <a:lnTo>
                  <a:pt x="65" y="59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8"/>
                </a:lnTo>
                <a:lnTo>
                  <a:pt x="71" y="57"/>
                </a:lnTo>
                <a:lnTo>
                  <a:pt x="72" y="57"/>
                </a:lnTo>
                <a:lnTo>
                  <a:pt x="73" y="56"/>
                </a:lnTo>
                <a:lnTo>
                  <a:pt x="74" y="56"/>
                </a:lnTo>
                <a:lnTo>
                  <a:pt x="75" y="55"/>
                </a:lnTo>
                <a:lnTo>
                  <a:pt x="77" y="55"/>
                </a:lnTo>
                <a:lnTo>
                  <a:pt x="78" y="54"/>
                </a:lnTo>
                <a:lnTo>
                  <a:pt x="79" y="53"/>
                </a:lnTo>
                <a:lnTo>
                  <a:pt x="80" y="53"/>
                </a:lnTo>
                <a:lnTo>
                  <a:pt x="80" y="52"/>
                </a:lnTo>
                <a:lnTo>
                  <a:pt x="81" y="52"/>
                </a:lnTo>
                <a:lnTo>
                  <a:pt x="82" y="51"/>
                </a:lnTo>
                <a:lnTo>
                  <a:pt x="83" y="51"/>
                </a:lnTo>
                <a:lnTo>
                  <a:pt x="85" y="50"/>
                </a:lnTo>
                <a:lnTo>
                  <a:pt x="86" y="50"/>
                </a:lnTo>
                <a:lnTo>
                  <a:pt x="87" y="49"/>
                </a:lnTo>
                <a:lnTo>
                  <a:pt x="88" y="48"/>
                </a:lnTo>
                <a:lnTo>
                  <a:pt x="89" y="48"/>
                </a:lnTo>
                <a:lnTo>
                  <a:pt x="90" y="47"/>
                </a:lnTo>
                <a:lnTo>
                  <a:pt x="91" y="47"/>
                </a:lnTo>
                <a:lnTo>
                  <a:pt x="92" y="46"/>
                </a:lnTo>
                <a:lnTo>
                  <a:pt x="93" y="46"/>
                </a:lnTo>
                <a:lnTo>
                  <a:pt x="95" y="45"/>
                </a:lnTo>
                <a:lnTo>
                  <a:pt x="96" y="44"/>
                </a:lnTo>
                <a:lnTo>
                  <a:pt x="97" y="44"/>
                </a:lnTo>
                <a:lnTo>
                  <a:pt x="98" y="43"/>
                </a:lnTo>
                <a:lnTo>
                  <a:pt x="99" y="43"/>
                </a:lnTo>
                <a:lnTo>
                  <a:pt x="100" y="42"/>
                </a:lnTo>
                <a:lnTo>
                  <a:pt x="101" y="41"/>
                </a:lnTo>
                <a:lnTo>
                  <a:pt x="102" y="41"/>
                </a:lnTo>
                <a:lnTo>
                  <a:pt x="103" y="40"/>
                </a:lnTo>
                <a:lnTo>
                  <a:pt x="104" y="40"/>
                </a:lnTo>
                <a:lnTo>
                  <a:pt x="105" y="39"/>
                </a:lnTo>
                <a:lnTo>
                  <a:pt x="106" y="38"/>
                </a:lnTo>
                <a:lnTo>
                  <a:pt x="107" y="38"/>
                </a:lnTo>
                <a:lnTo>
                  <a:pt x="109" y="37"/>
                </a:lnTo>
                <a:lnTo>
                  <a:pt x="109" y="37"/>
                </a:lnTo>
                <a:lnTo>
                  <a:pt x="110" y="36"/>
                </a:lnTo>
                <a:lnTo>
                  <a:pt x="111" y="36"/>
                </a:lnTo>
                <a:lnTo>
                  <a:pt x="112" y="36"/>
                </a:lnTo>
                <a:lnTo>
                  <a:pt x="113" y="35"/>
                </a:lnTo>
                <a:lnTo>
                  <a:pt x="114" y="35"/>
                </a:lnTo>
                <a:lnTo>
                  <a:pt x="115" y="34"/>
                </a:lnTo>
                <a:lnTo>
                  <a:pt x="116" y="33"/>
                </a:lnTo>
                <a:lnTo>
                  <a:pt x="117" y="33"/>
                </a:lnTo>
                <a:lnTo>
                  <a:pt x="118" y="32"/>
                </a:lnTo>
                <a:lnTo>
                  <a:pt x="119" y="31"/>
                </a:lnTo>
                <a:lnTo>
                  <a:pt x="120" y="31"/>
                </a:lnTo>
                <a:lnTo>
                  <a:pt x="121" y="30"/>
                </a:lnTo>
                <a:lnTo>
                  <a:pt x="121" y="30"/>
                </a:lnTo>
                <a:lnTo>
                  <a:pt x="122" y="29"/>
                </a:lnTo>
                <a:lnTo>
                  <a:pt x="123" y="28"/>
                </a:lnTo>
                <a:lnTo>
                  <a:pt x="124" y="28"/>
                </a:lnTo>
                <a:lnTo>
                  <a:pt x="125" y="27"/>
                </a:lnTo>
                <a:lnTo>
                  <a:pt x="126" y="27"/>
                </a:lnTo>
                <a:lnTo>
                  <a:pt x="127" y="26"/>
                </a:lnTo>
                <a:lnTo>
                  <a:pt x="128" y="25"/>
                </a:lnTo>
                <a:lnTo>
                  <a:pt x="129" y="25"/>
                </a:lnTo>
                <a:lnTo>
                  <a:pt x="130" y="24"/>
                </a:lnTo>
                <a:lnTo>
                  <a:pt x="130" y="24"/>
                </a:lnTo>
                <a:lnTo>
                  <a:pt x="131" y="23"/>
                </a:lnTo>
                <a:lnTo>
                  <a:pt x="132" y="22"/>
                </a:lnTo>
                <a:lnTo>
                  <a:pt x="133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0"/>
                </a:lnTo>
                <a:lnTo>
                  <a:pt x="136" y="19"/>
                </a:lnTo>
                <a:lnTo>
                  <a:pt x="137" y="19"/>
                </a:lnTo>
                <a:lnTo>
                  <a:pt x="138" y="18"/>
                </a:lnTo>
                <a:lnTo>
                  <a:pt x="138" y="18"/>
                </a:lnTo>
                <a:lnTo>
                  <a:pt x="138" y="17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2" y="14"/>
                </a:lnTo>
                <a:lnTo>
                  <a:pt x="142" y="14"/>
                </a:lnTo>
                <a:lnTo>
                  <a:pt x="143" y="13"/>
                </a:lnTo>
                <a:lnTo>
                  <a:pt x="143" y="13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7" y="10"/>
                </a:lnTo>
                <a:lnTo>
                  <a:pt x="148" y="9"/>
                </a:lnTo>
                <a:lnTo>
                  <a:pt x="149" y="8"/>
                </a:lnTo>
                <a:lnTo>
                  <a:pt x="150" y="8"/>
                </a:lnTo>
                <a:lnTo>
                  <a:pt x="150" y="7"/>
                </a:lnTo>
                <a:lnTo>
                  <a:pt x="151" y="7"/>
                </a:lnTo>
                <a:lnTo>
                  <a:pt x="151" y="7"/>
                </a:lnTo>
                <a:lnTo>
                  <a:pt x="152" y="7"/>
                </a:lnTo>
                <a:lnTo>
                  <a:pt x="152" y="7"/>
                </a:lnTo>
                <a:lnTo>
                  <a:pt x="153" y="6"/>
                </a:lnTo>
                <a:lnTo>
                  <a:pt x="153" y="6"/>
                </a:lnTo>
                <a:lnTo>
                  <a:pt x="154" y="6"/>
                </a:lnTo>
                <a:lnTo>
                  <a:pt x="154" y="5"/>
                </a:lnTo>
                <a:lnTo>
                  <a:pt x="155" y="5"/>
                </a:lnTo>
                <a:lnTo>
                  <a:pt x="155" y="5"/>
                </a:lnTo>
                <a:lnTo>
                  <a:pt x="156" y="5"/>
                </a:lnTo>
                <a:lnTo>
                  <a:pt x="156" y="4"/>
                </a:lnTo>
                <a:lnTo>
                  <a:pt x="157" y="4"/>
                </a:lnTo>
                <a:lnTo>
                  <a:pt x="157" y="4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3"/>
                </a:lnTo>
                <a:lnTo>
                  <a:pt x="160" y="3"/>
                </a:lnTo>
                <a:lnTo>
                  <a:pt x="160" y="2"/>
                </a:lnTo>
                <a:lnTo>
                  <a:pt x="161" y="2"/>
                </a:lnTo>
                <a:lnTo>
                  <a:pt x="161" y="2"/>
                </a:lnTo>
                <a:lnTo>
                  <a:pt x="162" y="2"/>
                </a:lnTo>
                <a:lnTo>
                  <a:pt x="163" y="1"/>
                </a:lnTo>
                <a:lnTo>
                  <a:pt x="163" y="1"/>
                </a:lnTo>
                <a:lnTo>
                  <a:pt x="164" y="1"/>
                </a:lnTo>
                <a:lnTo>
                  <a:pt x="165" y="1"/>
                </a:lnTo>
                <a:lnTo>
                  <a:pt x="165" y="1"/>
                </a:lnTo>
                <a:lnTo>
                  <a:pt x="165" y="0"/>
                </a:lnTo>
                <a:lnTo>
                  <a:pt x="166" y="0"/>
                </a:lnTo>
                <a:lnTo>
                  <a:pt x="167" y="0"/>
                </a:lnTo>
                <a:lnTo>
                  <a:pt x="168" y="0"/>
                </a:lnTo>
                <a:lnTo>
                  <a:pt x="169" y="0"/>
                </a:lnTo>
                <a:lnTo>
                  <a:pt x="169" y="0"/>
                </a:lnTo>
                <a:lnTo>
                  <a:pt x="170" y="0"/>
                </a:lnTo>
                <a:lnTo>
                  <a:pt x="171" y="0"/>
                </a:lnTo>
                <a:lnTo>
                  <a:pt x="171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735CA4DD-C2DE-64E4-C4E7-0382D810E07E}"/>
              </a:ext>
            </a:extLst>
          </p:cNvPr>
          <p:cNvSpPr>
            <a:spLocks/>
          </p:cNvSpPr>
          <p:nvPr/>
        </p:nvSpPr>
        <p:spPr bwMode="auto">
          <a:xfrm>
            <a:off x="13751751" y="4815263"/>
            <a:ext cx="121565" cy="88473"/>
          </a:xfrm>
          <a:custGeom>
            <a:avLst/>
            <a:gdLst>
              <a:gd name="T0" fmla="*/ 17 w 180"/>
              <a:gd name="T1" fmla="*/ 24 h 131"/>
              <a:gd name="T2" fmla="*/ 17 w 180"/>
              <a:gd name="T3" fmla="*/ 23 h 131"/>
              <a:gd name="T4" fmla="*/ 4 w 180"/>
              <a:gd name="T5" fmla="*/ 3 h 131"/>
              <a:gd name="T6" fmla="*/ 9 w 180"/>
              <a:gd name="T7" fmla="*/ 1 h 131"/>
              <a:gd name="T8" fmla="*/ 14 w 180"/>
              <a:gd name="T9" fmla="*/ 0 h 131"/>
              <a:gd name="T10" fmla="*/ 17 w 180"/>
              <a:gd name="T11" fmla="*/ 0 h 131"/>
              <a:gd name="T12" fmla="*/ 21 w 180"/>
              <a:gd name="T13" fmla="*/ 1 h 131"/>
              <a:gd name="T14" fmla="*/ 26 w 180"/>
              <a:gd name="T15" fmla="*/ 1 h 131"/>
              <a:gd name="T16" fmla="*/ 35 w 180"/>
              <a:gd name="T17" fmla="*/ 3 h 131"/>
              <a:gd name="T18" fmla="*/ 47 w 180"/>
              <a:gd name="T19" fmla="*/ 5 h 131"/>
              <a:gd name="T20" fmla="*/ 60 w 180"/>
              <a:gd name="T21" fmla="*/ 8 h 131"/>
              <a:gd name="T22" fmla="*/ 74 w 180"/>
              <a:gd name="T23" fmla="*/ 11 h 131"/>
              <a:gd name="T24" fmla="*/ 87 w 180"/>
              <a:gd name="T25" fmla="*/ 14 h 131"/>
              <a:gd name="T26" fmla="*/ 101 w 180"/>
              <a:gd name="T27" fmla="*/ 19 h 131"/>
              <a:gd name="T28" fmla="*/ 114 w 180"/>
              <a:gd name="T29" fmla="*/ 26 h 131"/>
              <a:gd name="T30" fmla="*/ 123 w 180"/>
              <a:gd name="T31" fmla="*/ 31 h 131"/>
              <a:gd name="T32" fmla="*/ 131 w 180"/>
              <a:gd name="T33" fmla="*/ 35 h 131"/>
              <a:gd name="T34" fmla="*/ 137 w 180"/>
              <a:gd name="T35" fmla="*/ 40 h 131"/>
              <a:gd name="T36" fmla="*/ 143 w 180"/>
              <a:gd name="T37" fmla="*/ 43 h 131"/>
              <a:gd name="T38" fmla="*/ 150 w 180"/>
              <a:gd name="T39" fmla="*/ 48 h 131"/>
              <a:gd name="T40" fmla="*/ 155 w 180"/>
              <a:gd name="T41" fmla="*/ 52 h 131"/>
              <a:gd name="T42" fmla="*/ 161 w 180"/>
              <a:gd name="T43" fmla="*/ 57 h 131"/>
              <a:gd name="T44" fmla="*/ 165 w 180"/>
              <a:gd name="T45" fmla="*/ 63 h 131"/>
              <a:gd name="T46" fmla="*/ 170 w 180"/>
              <a:gd name="T47" fmla="*/ 69 h 131"/>
              <a:gd name="T48" fmla="*/ 174 w 180"/>
              <a:gd name="T49" fmla="*/ 74 h 131"/>
              <a:gd name="T50" fmla="*/ 177 w 180"/>
              <a:gd name="T51" fmla="*/ 81 h 131"/>
              <a:gd name="T52" fmla="*/ 179 w 180"/>
              <a:gd name="T53" fmla="*/ 85 h 131"/>
              <a:gd name="T54" fmla="*/ 179 w 180"/>
              <a:gd name="T55" fmla="*/ 89 h 131"/>
              <a:gd name="T56" fmla="*/ 180 w 180"/>
              <a:gd name="T57" fmla="*/ 93 h 131"/>
              <a:gd name="T58" fmla="*/ 180 w 180"/>
              <a:gd name="T59" fmla="*/ 98 h 131"/>
              <a:gd name="T60" fmla="*/ 179 w 180"/>
              <a:gd name="T61" fmla="*/ 102 h 131"/>
              <a:gd name="T62" fmla="*/ 178 w 180"/>
              <a:gd name="T63" fmla="*/ 106 h 131"/>
              <a:gd name="T64" fmla="*/ 176 w 180"/>
              <a:gd name="T65" fmla="*/ 111 h 131"/>
              <a:gd name="T66" fmla="*/ 174 w 180"/>
              <a:gd name="T67" fmla="*/ 115 h 131"/>
              <a:gd name="T68" fmla="*/ 171 w 180"/>
              <a:gd name="T69" fmla="*/ 118 h 131"/>
              <a:gd name="T70" fmla="*/ 168 w 180"/>
              <a:gd name="T71" fmla="*/ 121 h 131"/>
              <a:gd name="T72" fmla="*/ 165 w 180"/>
              <a:gd name="T73" fmla="*/ 124 h 131"/>
              <a:gd name="T74" fmla="*/ 161 w 180"/>
              <a:gd name="T75" fmla="*/ 127 h 131"/>
              <a:gd name="T76" fmla="*/ 157 w 180"/>
              <a:gd name="T77" fmla="*/ 129 h 131"/>
              <a:gd name="T78" fmla="*/ 153 w 180"/>
              <a:gd name="T79" fmla="*/ 130 h 131"/>
              <a:gd name="T80" fmla="*/ 148 w 180"/>
              <a:gd name="T81" fmla="*/ 131 h 131"/>
              <a:gd name="T82" fmla="*/ 144 w 180"/>
              <a:gd name="T83" fmla="*/ 131 h 131"/>
              <a:gd name="T84" fmla="*/ 137 w 180"/>
              <a:gd name="T85" fmla="*/ 130 h 131"/>
              <a:gd name="T86" fmla="*/ 131 w 180"/>
              <a:gd name="T87" fmla="*/ 129 h 131"/>
              <a:gd name="T88" fmla="*/ 125 w 180"/>
              <a:gd name="T89" fmla="*/ 126 h 131"/>
              <a:gd name="T90" fmla="*/ 119 w 180"/>
              <a:gd name="T91" fmla="*/ 123 h 131"/>
              <a:gd name="T92" fmla="*/ 113 w 180"/>
              <a:gd name="T93" fmla="*/ 119 h 131"/>
              <a:gd name="T94" fmla="*/ 107 w 180"/>
              <a:gd name="T95" fmla="*/ 115 h 131"/>
              <a:gd name="T96" fmla="*/ 102 w 180"/>
              <a:gd name="T97" fmla="*/ 111 h 131"/>
              <a:gd name="T98" fmla="*/ 96 w 180"/>
              <a:gd name="T99" fmla="*/ 106 h 131"/>
              <a:gd name="T100" fmla="*/ 85 w 180"/>
              <a:gd name="T101" fmla="*/ 97 h 131"/>
              <a:gd name="T102" fmla="*/ 75 w 180"/>
              <a:gd name="T103" fmla="*/ 86 h 131"/>
              <a:gd name="T104" fmla="*/ 53 w 180"/>
              <a:gd name="T105" fmla="*/ 66 h 131"/>
              <a:gd name="T106" fmla="*/ 44 w 180"/>
              <a:gd name="T107" fmla="*/ 56 h 131"/>
              <a:gd name="T108" fmla="*/ 34 w 180"/>
              <a:gd name="T109" fmla="*/ 47 h 131"/>
              <a:gd name="T110" fmla="*/ 30 w 180"/>
              <a:gd name="T111" fmla="*/ 43 h 131"/>
              <a:gd name="T112" fmla="*/ 28 w 180"/>
              <a:gd name="T113" fmla="*/ 38 h 131"/>
              <a:gd name="T114" fmla="*/ 26 w 180"/>
              <a:gd name="T115" fmla="*/ 32 h 131"/>
              <a:gd name="T116" fmla="*/ 24 w 180"/>
              <a:gd name="T117" fmla="*/ 29 h 131"/>
              <a:gd name="T118" fmla="*/ 21 w 180"/>
              <a:gd name="T119" fmla="*/ 26 h 131"/>
              <a:gd name="T120" fmla="*/ 19 w 180"/>
              <a:gd name="T121" fmla="*/ 24 h 131"/>
              <a:gd name="T122" fmla="*/ 18 w 180"/>
              <a:gd name="T123" fmla="*/ 24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0" h="131">
                <a:moveTo>
                  <a:pt x="17" y="24"/>
                </a:move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4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7" y="23"/>
                </a:lnTo>
                <a:lnTo>
                  <a:pt x="12" y="22"/>
                </a:lnTo>
                <a:lnTo>
                  <a:pt x="11" y="22"/>
                </a:lnTo>
                <a:lnTo>
                  <a:pt x="3" y="19"/>
                </a:lnTo>
                <a:lnTo>
                  <a:pt x="3" y="19"/>
                </a:lnTo>
                <a:lnTo>
                  <a:pt x="0" y="12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3"/>
                </a:lnTo>
                <a:lnTo>
                  <a:pt x="6" y="2"/>
                </a:lnTo>
                <a:lnTo>
                  <a:pt x="6" y="2"/>
                </a:lnTo>
                <a:lnTo>
                  <a:pt x="7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2" y="0"/>
                </a:lnTo>
                <a:lnTo>
                  <a:pt x="13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5" y="0"/>
                </a:lnTo>
                <a:lnTo>
                  <a:pt x="16" y="0"/>
                </a:lnTo>
                <a:lnTo>
                  <a:pt x="16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0"/>
                </a:lnTo>
                <a:lnTo>
                  <a:pt x="20" y="0"/>
                </a:lnTo>
                <a:lnTo>
                  <a:pt x="20" y="0"/>
                </a:lnTo>
                <a:lnTo>
                  <a:pt x="20" y="1"/>
                </a:lnTo>
                <a:lnTo>
                  <a:pt x="20" y="1"/>
                </a:lnTo>
                <a:lnTo>
                  <a:pt x="21" y="1"/>
                </a:ln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1"/>
                </a:lnTo>
                <a:lnTo>
                  <a:pt x="25" y="1"/>
                </a:lnTo>
                <a:lnTo>
                  <a:pt x="26" y="1"/>
                </a:lnTo>
                <a:lnTo>
                  <a:pt x="26" y="1"/>
                </a:lnTo>
                <a:lnTo>
                  <a:pt x="27" y="2"/>
                </a:lnTo>
                <a:lnTo>
                  <a:pt x="29" y="2"/>
                </a:lnTo>
                <a:lnTo>
                  <a:pt x="30" y="2"/>
                </a:lnTo>
                <a:lnTo>
                  <a:pt x="31" y="2"/>
                </a:lnTo>
                <a:lnTo>
                  <a:pt x="33" y="2"/>
                </a:lnTo>
                <a:lnTo>
                  <a:pt x="34" y="2"/>
                </a:lnTo>
                <a:lnTo>
                  <a:pt x="35" y="3"/>
                </a:lnTo>
                <a:lnTo>
                  <a:pt x="36" y="3"/>
                </a:lnTo>
                <a:lnTo>
                  <a:pt x="37" y="3"/>
                </a:lnTo>
                <a:lnTo>
                  <a:pt x="39" y="3"/>
                </a:lnTo>
                <a:lnTo>
                  <a:pt x="40" y="4"/>
                </a:lnTo>
                <a:lnTo>
                  <a:pt x="42" y="4"/>
                </a:lnTo>
                <a:lnTo>
                  <a:pt x="44" y="4"/>
                </a:lnTo>
                <a:lnTo>
                  <a:pt x="45" y="5"/>
                </a:lnTo>
                <a:lnTo>
                  <a:pt x="47" y="5"/>
                </a:lnTo>
                <a:lnTo>
                  <a:pt x="49" y="5"/>
                </a:lnTo>
                <a:lnTo>
                  <a:pt x="49" y="6"/>
                </a:lnTo>
                <a:lnTo>
                  <a:pt x="51" y="6"/>
                </a:lnTo>
                <a:lnTo>
                  <a:pt x="53" y="6"/>
                </a:lnTo>
                <a:lnTo>
                  <a:pt x="55" y="7"/>
                </a:lnTo>
                <a:lnTo>
                  <a:pt x="57" y="7"/>
                </a:lnTo>
                <a:lnTo>
                  <a:pt x="58" y="7"/>
                </a:lnTo>
                <a:lnTo>
                  <a:pt x="60" y="8"/>
                </a:lnTo>
                <a:lnTo>
                  <a:pt x="61" y="8"/>
                </a:lnTo>
                <a:lnTo>
                  <a:pt x="62" y="8"/>
                </a:lnTo>
                <a:lnTo>
                  <a:pt x="64" y="9"/>
                </a:lnTo>
                <a:lnTo>
                  <a:pt x="66" y="9"/>
                </a:lnTo>
                <a:lnTo>
                  <a:pt x="68" y="10"/>
                </a:lnTo>
                <a:lnTo>
                  <a:pt x="70" y="10"/>
                </a:lnTo>
                <a:lnTo>
                  <a:pt x="72" y="10"/>
                </a:lnTo>
                <a:lnTo>
                  <a:pt x="74" y="11"/>
                </a:lnTo>
                <a:lnTo>
                  <a:pt x="76" y="11"/>
                </a:lnTo>
                <a:lnTo>
                  <a:pt x="78" y="12"/>
                </a:lnTo>
                <a:lnTo>
                  <a:pt x="79" y="12"/>
                </a:lnTo>
                <a:lnTo>
                  <a:pt x="80" y="13"/>
                </a:lnTo>
                <a:lnTo>
                  <a:pt x="81" y="13"/>
                </a:lnTo>
                <a:lnTo>
                  <a:pt x="83" y="13"/>
                </a:lnTo>
                <a:lnTo>
                  <a:pt x="85" y="13"/>
                </a:lnTo>
                <a:lnTo>
                  <a:pt x="87" y="14"/>
                </a:lnTo>
                <a:lnTo>
                  <a:pt x="89" y="15"/>
                </a:lnTo>
                <a:lnTo>
                  <a:pt x="90" y="15"/>
                </a:lnTo>
                <a:lnTo>
                  <a:pt x="91" y="15"/>
                </a:lnTo>
                <a:lnTo>
                  <a:pt x="93" y="16"/>
                </a:lnTo>
                <a:lnTo>
                  <a:pt x="95" y="17"/>
                </a:lnTo>
                <a:lnTo>
                  <a:pt x="97" y="18"/>
                </a:lnTo>
                <a:lnTo>
                  <a:pt x="99" y="18"/>
                </a:lnTo>
                <a:lnTo>
                  <a:pt x="101" y="19"/>
                </a:lnTo>
                <a:lnTo>
                  <a:pt x="101" y="19"/>
                </a:lnTo>
                <a:lnTo>
                  <a:pt x="103" y="20"/>
                </a:lnTo>
                <a:lnTo>
                  <a:pt x="105" y="21"/>
                </a:lnTo>
                <a:lnTo>
                  <a:pt x="107" y="22"/>
                </a:lnTo>
                <a:lnTo>
                  <a:pt x="108" y="23"/>
                </a:lnTo>
                <a:lnTo>
                  <a:pt x="110" y="24"/>
                </a:lnTo>
                <a:lnTo>
                  <a:pt x="112" y="25"/>
                </a:lnTo>
                <a:lnTo>
                  <a:pt x="114" y="26"/>
                </a:lnTo>
                <a:lnTo>
                  <a:pt x="116" y="27"/>
                </a:lnTo>
                <a:lnTo>
                  <a:pt x="118" y="28"/>
                </a:lnTo>
                <a:lnTo>
                  <a:pt x="120" y="29"/>
                </a:lnTo>
                <a:lnTo>
                  <a:pt x="121" y="29"/>
                </a:lnTo>
                <a:lnTo>
                  <a:pt x="121" y="30"/>
                </a:lnTo>
                <a:lnTo>
                  <a:pt x="122" y="30"/>
                </a:lnTo>
                <a:lnTo>
                  <a:pt x="123" y="31"/>
                </a:lnTo>
                <a:lnTo>
                  <a:pt x="123" y="31"/>
                </a:lnTo>
                <a:lnTo>
                  <a:pt x="124" y="32"/>
                </a:lnTo>
                <a:lnTo>
                  <a:pt x="125" y="32"/>
                </a:lnTo>
                <a:lnTo>
                  <a:pt x="126" y="33"/>
                </a:lnTo>
                <a:lnTo>
                  <a:pt x="127" y="33"/>
                </a:lnTo>
                <a:lnTo>
                  <a:pt x="128" y="34"/>
                </a:lnTo>
                <a:lnTo>
                  <a:pt x="129" y="34"/>
                </a:lnTo>
                <a:lnTo>
                  <a:pt x="130" y="35"/>
                </a:lnTo>
                <a:lnTo>
                  <a:pt x="131" y="35"/>
                </a:lnTo>
                <a:lnTo>
                  <a:pt x="132" y="36"/>
                </a:lnTo>
                <a:lnTo>
                  <a:pt x="132" y="36"/>
                </a:lnTo>
                <a:lnTo>
                  <a:pt x="133" y="37"/>
                </a:lnTo>
                <a:lnTo>
                  <a:pt x="134" y="37"/>
                </a:lnTo>
                <a:lnTo>
                  <a:pt x="135" y="38"/>
                </a:lnTo>
                <a:lnTo>
                  <a:pt x="136" y="39"/>
                </a:lnTo>
                <a:lnTo>
                  <a:pt x="136" y="39"/>
                </a:lnTo>
                <a:lnTo>
                  <a:pt x="137" y="40"/>
                </a:lnTo>
                <a:lnTo>
                  <a:pt x="138" y="40"/>
                </a:lnTo>
                <a:lnTo>
                  <a:pt x="138" y="41"/>
                </a:lnTo>
                <a:lnTo>
                  <a:pt x="139" y="41"/>
                </a:lnTo>
                <a:lnTo>
                  <a:pt x="140" y="42"/>
                </a:lnTo>
                <a:lnTo>
                  <a:pt x="141" y="43"/>
                </a:lnTo>
                <a:lnTo>
                  <a:pt x="142" y="43"/>
                </a:lnTo>
                <a:lnTo>
                  <a:pt x="143" y="43"/>
                </a:lnTo>
                <a:lnTo>
                  <a:pt x="143" y="43"/>
                </a:lnTo>
                <a:lnTo>
                  <a:pt x="144" y="44"/>
                </a:lnTo>
                <a:lnTo>
                  <a:pt x="145" y="44"/>
                </a:lnTo>
                <a:lnTo>
                  <a:pt x="146" y="45"/>
                </a:lnTo>
                <a:lnTo>
                  <a:pt x="147" y="46"/>
                </a:lnTo>
                <a:lnTo>
                  <a:pt x="148" y="46"/>
                </a:lnTo>
                <a:lnTo>
                  <a:pt x="148" y="47"/>
                </a:lnTo>
                <a:lnTo>
                  <a:pt x="149" y="47"/>
                </a:lnTo>
                <a:lnTo>
                  <a:pt x="150" y="48"/>
                </a:lnTo>
                <a:lnTo>
                  <a:pt x="150" y="48"/>
                </a:lnTo>
                <a:lnTo>
                  <a:pt x="151" y="49"/>
                </a:lnTo>
                <a:lnTo>
                  <a:pt x="151" y="49"/>
                </a:lnTo>
                <a:lnTo>
                  <a:pt x="152" y="50"/>
                </a:lnTo>
                <a:lnTo>
                  <a:pt x="153" y="50"/>
                </a:lnTo>
                <a:lnTo>
                  <a:pt x="154" y="51"/>
                </a:lnTo>
                <a:lnTo>
                  <a:pt x="155" y="52"/>
                </a:lnTo>
                <a:lnTo>
                  <a:pt x="155" y="52"/>
                </a:lnTo>
                <a:lnTo>
                  <a:pt x="156" y="53"/>
                </a:lnTo>
                <a:lnTo>
                  <a:pt x="157" y="54"/>
                </a:lnTo>
                <a:lnTo>
                  <a:pt x="157" y="54"/>
                </a:lnTo>
                <a:lnTo>
                  <a:pt x="158" y="55"/>
                </a:lnTo>
                <a:lnTo>
                  <a:pt x="159" y="55"/>
                </a:lnTo>
                <a:lnTo>
                  <a:pt x="160" y="56"/>
                </a:lnTo>
                <a:lnTo>
                  <a:pt x="160" y="57"/>
                </a:lnTo>
                <a:lnTo>
                  <a:pt x="161" y="57"/>
                </a:lnTo>
                <a:lnTo>
                  <a:pt x="162" y="58"/>
                </a:lnTo>
                <a:lnTo>
                  <a:pt x="162" y="59"/>
                </a:lnTo>
                <a:lnTo>
                  <a:pt x="163" y="59"/>
                </a:lnTo>
                <a:lnTo>
                  <a:pt x="164" y="60"/>
                </a:lnTo>
                <a:lnTo>
                  <a:pt x="164" y="61"/>
                </a:lnTo>
                <a:lnTo>
                  <a:pt x="165" y="61"/>
                </a:lnTo>
                <a:lnTo>
                  <a:pt x="165" y="62"/>
                </a:lnTo>
                <a:lnTo>
                  <a:pt x="165" y="63"/>
                </a:lnTo>
                <a:lnTo>
                  <a:pt x="166" y="63"/>
                </a:lnTo>
                <a:lnTo>
                  <a:pt x="166" y="64"/>
                </a:lnTo>
                <a:lnTo>
                  <a:pt x="167" y="65"/>
                </a:lnTo>
                <a:lnTo>
                  <a:pt x="168" y="66"/>
                </a:lnTo>
                <a:lnTo>
                  <a:pt x="168" y="66"/>
                </a:lnTo>
                <a:lnTo>
                  <a:pt x="169" y="67"/>
                </a:lnTo>
                <a:lnTo>
                  <a:pt x="169" y="68"/>
                </a:lnTo>
                <a:lnTo>
                  <a:pt x="170" y="69"/>
                </a:lnTo>
                <a:lnTo>
                  <a:pt x="171" y="69"/>
                </a:lnTo>
                <a:lnTo>
                  <a:pt x="171" y="70"/>
                </a:lnTo>
                <a:lnTo>
                  <a:pt x="172" y="71"/>
                </a:lnTo>
                <a:lnTo>
                  <a:pt x="172" y="72"/>
                </a:lnTo>
                <a:lnTo>
                  <a:pt x="173" y="72"/>
                </a:lnTo>
                <a:lnTo>
                  <a:pt x="173" y="72"/>
                </a:lnTo>
                <a:lnTo>
                  <a:pt x="174" y="73"/>
                </a:lnTo>
                <a:lnTo>
                  <a:pt x="174" y="74"/>
                </a:lnTo>
                <a:lnTo>
                  <a:pt x="175" y="75"/>
                </a:lnTo>
                <a:lnTo>
                  <a:pt x="175" y="76"/>
                </a:lnTo>
                <a:lnTo>
                  <a:pt x="176" y="77"/>
                </a:lnTo>
                <a:lnTo>
                  <a:pt x="176" y="77"/>
                </a:lnTo>
                <a:lnTo>
                  <a:pt x="176" y="78"/>
                </a:lnTo>
                <a:lnTo>
                  <a:pt x="177" y="79"/>
                </a:lnTo>
                <a:lnTo>
                  <a:pt x="177" y="80"/>
                </a:lnTo>
                <a:lnTo>
                  <a:pt x="177" y="81"/>
                </a:lnTo>
                <a:lnTo>
                  <a:pt x="178" y="81"/>
                </a:lnTo>
                <a:lnTo>
                  <a:pt x="178" y="82"/>
                </a:lnTo>
                <a:lnTo>
                  <a:pt x="178" y="82"/>
                </a:lnTo>
                <a:lnTo>
                  <a:pt x="178" y="83"/>
                </a:lnTo>
                <a:lnTo>
                  <a:pt x="178" y="83"/>
                </a:lnTo>
                <a:lnTo>
                  <a:pt x="178" y="84"/>
                </a:lnTo>
                <a:lnTo>
                  <a:pt x="179" y="84"/>
                </a:lnTo>
                <a:lnTo>
                  <a:pt x="179" y="85"/>
                </a:lnTo>
                <a:lnTo>
                  <a:pt x="179" y="85"/>
                </a:lnTo>
                <a:lnTo>
                  <a:pt x="179" y="86"/>
                </a:lnTo>
                <a:lnTo>
                  <a:pt x="179" y="86"/>
                </a:lnTo>
                <a:lnTo>
                  <a:pt x="179" y="87"/>
                </a:lnTo>
                <a:lnTo>
                  <a:pt x="179" y="87"/>
                </a:lnTo>
                <a:lnTo>
                  <a:pt x="179" y="88"/>
                </a:lnTo>
                <a:lnTo>
                  <a:pt x="179" y="88"/>
                </a:lnTo>
                <a:lnTo>
                  <a:pt x="179" y="89"/>
                </a:lnTo>
                <a:lnTo>
                  <a:pt x="180" y="89"/>
                </a:lnTo>
                <a:lnTo>
                  <a:pt x="180" y="90"/>
                </a:lnTo>
                <a:lnTo>
                  <a:pt x="180" y="90"/>
                </a:lnTo>
                <a:lnTo>
                  <a:pt x="180" y="91"/>
                </a:lnTo>
                <a:lnTo>
                  <a:pt x="180" y="91"/>
                </a:lnTo>
                <a:lnTo>
                  <a:pt x="180" y="92"/>
                </a:lnTo>
                <a:lnTo>
                  <a:pt x="180" y="92"/>
                </a:lnTo>
                <a:lnTo>
                  <a:pt x="180" y="93"/>
                </a:lnTo>
                <a:lnTo>
                  <a:pt x="180" y="94"/>
                </a:lnTo>
                <a:lnTo>
                  <a:pt x="180" y="94"/>
                </a:lnTo>
                <a:lnTo>
                  <a:pt x="180" y="95"/>
                </a:lnTo>
                <a:lnTo>
                  <a:pt x="180" y="95"/>
                </a:lnTo>
                <a:lnTo>
                  <a:pt x="180" y="96"/>
                </a:lnTo>
                <a:lnTo>
                  <a:pt x="180" y="97"/>
                </a:lnTo>
                <a:lnTo>
                  <a:pt x="180" y="97"/>
                </a:lnTo>
                <a:lnTo>
                  <a:pt x="180" y="98"/>
                </a:lnTo>
                <a:lnTo>
                  <a:pt x="180" y="98"/>
                </a:lnTo>
                <a:lnTo>
                  <a:pt x="180" y="99"/>
                </a:lnTo>
                <a:lnTo>
                  <a:pt x="180" y="99"/>
                </a:lnTo>
                <a:lnTo>
                  <a:pt x="180" y="100"/>
                </a:lnTo>
                <a:lnTo>
                  <a:pt x="180" y="101"/>
                </a:lnTo>
                <a:lnTo>
                  <a:pt x="179" y="101"/>
                </a:lnTo>
                <a:lnTo>
                  <a:pt x="179" y="102"/>
                </a:lnTo>
                <a:lnTo>
                  <a:pt x="179" y="102"/>
                </a:lnTo>
                <a:lnTo>
                  <a:pt x="179" y="102"/>
                </a:lnTo>
                <a:lnTo>
                  <a:pt x="179" y="103"/>
                </a:lnTo>
                <a:lnTo>
                  <a:pt x="179" y="103"/>
                </a:lnTo>
                <a:lnTo>
                  <a:pt x="179" y="104"/>
                </a:lnTo>
                <a:lnTo>
                  <a:pt x="178" y="104"/>
                </a:lnTo>
                <a:lnTo>
                  <a:pt x="178" y="105"/>
                </a:lnTo>
                <a:lnTo>
                  <a:pt x="178" y="106"/>
                </a:lnTo>
                <a:lnTo>
                  <a:pt x="178" y="106"/>
                </a:lnTo>
                <a:lnTo>
                  <a:pt x="178" y="107"/>
                </a:lnTo>
                <a:lnTo>
                  <a:pt x="177" y="107"/>
                </a:lnTo>
                <a:lnTo>
                  <a:pt x="177" y="108"/>
                </a:lnTo>
                <a:lnTo>
                  <a:pt x="177" y="108"/>
                </a:lnTo>
                <a:lnTo>
                  <a:pt x="177" y="109"/>
                </a:lnTo>
                <a:lnTo>
                  <a:pt x="176" y="109"/>
                </a:lnTo>
                <a:lnTo>
                  <a:pt x="176" y="110"/>
                </a:lnTo>
                <a:lnTo>
                  <a:pt x="176" y="111"/>
                </a:lnTo>
                <a:lnTo>
                  <a:pt x="176" y="111"/>
                </a:lnTo>
                <a:lnTo>
                  <a:pt x="175" y="112"/>
                </a:lnTo>
                <a:lnTo>
                  <a:pt x="175" y="112"/>
                </a:lnTo>
                <a:lnTo>
                  <a:pt x="175" y="113"/>
                </a:lnTo>
                <a:lnTo>
                  <a:pt x="174" y="113"/>
                </a:lnTo>
                <a:lnTo>
                  <a:pt x="174" y="114"/>
                </a:lnTo>
                <a:lnTo>
                  <a:pt x="174" y="114"/>
                </a:lnTo>
                <a:lnTo>
                  <a:pt x="174" y="115"/>
                </a:lnTo>
                <a:lnTo>
                  <a:pt x="173" y="115"/>
                </a:lnTo>
                <a:lnTo>
                  <a:pt x="173" y="115"/>
                </a:lnTo>
                <a:lnTo>
                  <a:pt x="173" y="116"/>
                </a:lnTo>
                <a:lnTo>
                  <a:pt x="172" y="116"/>
                </a:lnTo>
                <a:lnTo>
                  <a:pt x="172" y="117"/>
                </a:lnTo>
                <a:lnTo>
                  <a:pt x="172" y="117"/>
                </a:lnTo>
                <a:lnTo>
                  <a:pt x="171" y="118"/>
                </a:lnTo>
                <a:lnTo>
                  <a:pt x="171" y="118"/>
                </a:lnTo>
                <a:lnTo>
                  <a:pt x="171" y="118"/>
                </a:lnTo>
                <a:lnTo>
                  <a:pt x="170" y="119"/>
                </a:lnTo>
                <a:lnTo>
                  <a:pt x="170" y="119"/>
                </a:lnTo>
                <a:lnTo>
                  <a:pt x="169" y="120"/>
                </a:lnTo>
                <a:lnTo>
                  <a:pt x="169" y="120"/>
                </a:lnTo>
                <a:lnTo>
                  <a:pt x="169" y="121"/>
                </a:lnTo>
                <a:lnTo>
                  <a:pt x="168" y="121"/>
                </a:lnTo>
                <a:lnTo>
                  <a:pt x="168" y="121"/>
                </a:lnTo>
                <a:lnTo>
                  <a:pt x="167" y="122"/>
                </a:lnTo>
                <a:lnTo>
                  <a:pt x="167" y="122"/>
                </a:lnTo>
                <a:lnTo>
                  <a:pt x="167" y="123"/>
                </a:lnTo>
                <a:lnTo>
                  <a:pt x="166" y="123"/>
                </a:lnTo>
                <a:lnTo>
                  <a:pt x="166" y="123"/>
                </a:lnTo>
                <a:lnTo>
                  <a:pt x="165" y="124"/>
                </a:lnTo>
                <a:lnTo>
                  <a:pt x="165" y="124"/>
                </a:lnTo>
                <a:lnTo>
                  <a:pt x="165" y="124"/>
                </a:lnTo>
                <a:lnTo>
                  <a:pt x="165" y="125"/>
                </a:lnTo>
                <a:lnTo>
                  <a:pt x="164" y="125"/>
                </a:lnTo>
                <a:lnTo>
                  <a:pt x="164" y="125"/>
                </a:lnTo>
                <a:lnTo>
                  <a:pt x="163" y="126"/>
                </a:lnTo>
                <a:lnTo>
                  <a:pt x="163" y="126"/>
                </a:lnTo>
                <a:lnTo>
                  <a:pt x="162" y="126"/>
                </a:lnTo>
                <a:lnTo>
                  <a:pt x="162" y="127"/>
                </a:lnTo>
                <a:lnTo>
                  <a:pt x="161" y="127"/>
                </a:lnTo>
                <a:lnTo>
                  <a:pt x="161" y="127"/>
                </a:lnTo>
                <a:lnTo>
                  <a:pt x="160" y="127"/>
                </a:lnTo>
                <a:lnTo>
                  <a:pt x="160" y="128"/>
                </a:lnTo>
                <a:lnTo>
                  <a:pt x="159" y="128"/>
                </a:lnTo>
                <a:lnTo>
                  <a:pt x="159" y="128"/>
                </a:lnTo>
                <a:lnTo>
                  <a:pt x="158" y="128"/>
                </a:lnTo>
                <a:lnTo>
                  <a:pt x="158" y="129"/>
                </a:lnTo>
                <a:lnTo>
                  <a:pt x="157" y="129"/>
                </a:lnTo>
                <a:lnTo>
                  <a:pt x="156" y="129"/>
                </a:lnTo>
                <a:lnTo>
                  <a:pt x="156" y="129"/>
                </a:lnTo>
                <a:lnTo>
                  <a:pt x="155" y="129"/>
                </a:lnTo>
                <a:lnTo>
                  <a:pt x="155" y="130"/>
                </a:lnTo>
                <a:lnTo>
                  <a:pt x="154" y="130"/>
                </a:lnTo>
                <a:lnTo>
                  <a:pt x="154" y="130"/>
                </a:lnTo>
                <a:lnTo>
                  <a:pt x="153" y="130"/>
                </a:lnTo>
                <a:lnTo>
                  <a:pt x="153" y="130"/>
                </a:lnTo>
                <a:lnTo>
                  <a:pt x="152" y="130"/>
                </a:lnTo>
                <a:lnTo>
                  <a:pt x="151" y="130"/>
                </a:lnTo>
                <a:lnTo>
                  <a:pt x="151" y="131"/>
                </a:lnTo>
                <a:lnTo>
                  <a:pt x="150" y="131"/>
                </a:lnTo>
                <a:lnTo>
                  <a:pt x="150" y="131"/>
                </a:lnTo>
                <a:lnTo>
                  <a:pt x="149" y="131"/>
                </a:lnTo>
                <a:lnTo>
                  <a:pt x="149" y="131"/>
                </a:lnTo>
                <a:lnTo>
                  <a:pt x="148" y="131"/>
                </a:lnTo>
                <a:lnTo>
                  <a:pt x="148" y="131"/>
                </a:lnTo>
                <a:lnTo>
                  <a:pt x="147" y="131"/>
                </a:lnTo>
                <a:lnTo>
                  <a:pt x="146" y="131"/>
                </a:lnTo>
                <a:lnTo>
                  <a:pt x="146" y="131"/>
                </a:lnTo>
                <a:lnTo>
                  <a:pt x="145" y="131"/>
                </a:lnTo>
                <a:lnTo>
                  <a:pt x="145" y="131"/>
                </a:lnTo>
                <a:lnTo>
                  <a:pt x="144" y="131"/>
                </a:lnTo>
                <a:lnTo>
                  <a:pt x="144" y="131"/>
                </a:lnTo>
                <a:lnTo>
                  <a:pt x="143" y="131"/>
                </a:lnTo>
                <a:lnTo>
                  <a:pt x="143" y="131"/>
                </a:lnTo>
                <a:lnTo>
                  <a:pt x="142" y="131"/>
                </a:lnTo>
                <a:lnTo>
                  <a:pt x="141" y="131"/>
                </a:lnTo>
                <a:lnTo>
                  <a:pt x="140" y="131"/>
                </a:lnTo>
                <a:lnTo>
                  <a:pt x="139" y="131"/>
                </a:lnTo>
                <a:lnTo>
                  <a:pt x="138" y="131"/>
                </a:lnTo>
                <a:lnTo>
                  <a:pt x="137" y="130"/>
                </a:lnTo>
                <a:lnTo>
                  <a:pt x="136" y="130"/>
                </a:lnTo>
                <a:lnTo>
                  <a:pt x="136" y="130"/>
                </a:lnTo>
                <a:lnTo>
                  <a:pt x="135" y="130"/>
                </a:lnTo>
                <a:lnTo>
                  <a:pt x="134" y="130"/>
                </a:lnTo>
                <a:lnTo>
                  <a:pt x="133" y="129"/>
                </a:lnTo>
                <a:lnTo>
                  <a:pt x="132" y="129"/>
                </a:lnTo>
                <a:lnTo>
                  <a:pt x="131" y="129"/>
                </a:lnTo>
                <a:lnTo>
                  <a:pt x="131" y="129"/>
                </a:lnTo>
                <a:lnTo>
                  <a:pt x="130" y="128"/>
                </a:lnTo>
                <a:lnTo>
                  <a:pt x="129" y="128"/>
                </a:lnTo>
                <a:lnTo>
                  <a:pt x="128" y="128"/>
                </a:lnTo>
                <a:lnTo>
                  <a:pt x="127" y="127"/>
                </a:lnTo>
                <a:lnTo>
                  <a:pt x="126" y="127"/>
                </a:lnTo>
                <a:lnTo>
                  <a:pt x="126" y="127"/>
                </a:lnTo>
                <a:lnTo>
                  <a:pt x="125" y="126"/>
                </a:lnTo>
                <a:lnTo>
                  <a:pt x="125" y="126"/>
                </a:lnTo>
                <a:lnTo>
                  <a:pt x="124" y="126"/>
                </a:lnTo>
                <a:lnTo>
                  <a:pt x="123" y="126"/>
                </a:lnTo>
                <a:lnTo>
                  <a:pt x="122" y="125"/>
                </a:lnTo>
                <a:lnTo>
                  <a:pt x="122" y="125"/>
                </a:lnTo>
                <a:lnTo>
                  <a:pt x="121" y="124"/>
                </a:lnTo>
                <a:lnTo>
                  <a:pt x="120" y="124"/>
                </a:lnTo>
                <a:lnTo>
                  <a:pt x="119" y="124"/>
                </a:lnTo>
                <a:lnTo>
                  <a:pt x="119" y="123"/>
                </a:lnTo>
                <a:lnTo>
                  <a:pt x="118" y="123"/>
                </a:lnTo>
                <a:lnTo>
                  <a:pt x="117" y="122"/>
                </a:lnTo>
                <a:lnTo>
                  <a:pt x="116" y="122"/>
                </a:lnTo>
                <a:lnTo>
                  <a:pt x="116" y="121"/>
                </a:lnTo>
                <a:lnTo>
                  <a:pt x="115" y="121"/>
                </a:lnTo>
                <a:lnTo>
                  <a:pt x="114" y="120"/>
                </a:lnTo>
                <a:lnTo>
                  <a:pt x="113" y="120"/>
                </a:lnTo>
                <a:lnTo>
                  <a:pt x="113" y="119"/>
                </a:lnTo>
                <a:lnTo>
                  <a:pt x="112" y="119"/>
                </a:lnTo>
                <a:lnTo>
                  <a:pt x="111" y="118"/>
                </a:lnTo>
                <a:lnTo>
                  <a:pt x="110" y="118"/>
                </a:lnTo>
                <a:lnTo>
                  <a:pt x="110" y="117"/>
                </a:lnTo>
                <a:lnTo>
                  <a:pt x="109" y="117"/>
                </a:lnTo>
                <a:lnTo>
                  <a:pt x="108" y="116"/>
                </a:lnTo>
                <a:lnTo>
                  <a:pt x="108" y="116"/>
                </a:lnTo>
                <a:lnTo>
                  <a:pt x="107" y="115"/>
                </a:lnTo>
                <a:lnTo>
                  <a:pt x="107" y="115"/>
                </a:lnTo>
                <a:lnTo>
                  <a:pt x="106" y="114"/>
                </a:lnTo>
                <a:lnTo>
                  <a:pt x="106" y="114"/>
                </a:lnTo>
                <a:lnTo>
                  <a:pt x="105" y="113"/>
                </a:lnTo>
                <a:lnTo>
                  <a:pt x="104" y="113"/>
                </a:lnTo>
                <a:lnTo>
                  <a:pt x="104" y="112"/>
                </a:lnTo>
                <a:lnTo>
                  <a:pt x="103" y="112"/>
                </a:lnTo>
                <a:lnTo>
                  <a:pt x="102" y="111"/>
                </a:lnTo>
                <a:lnTo>
                  <a:pt x="101" y="110"/>
                </a:lnTo>
                <a:lnTo>
                  <a:pt x="101" y="110"/>
                </a:lnTo>
                <a:lnTo>
                  <a:pt x="100" y="109"/>
                </a:lnTo>
                <a:lnTo>
                  <a:pt x="99" y="109"/>
                </a:lnTo>
                <a:lnTo>
                  <a:pt x="99" y="108"/>
                </a:lnTo>
                <a:lnTo>
                  <a:pt x="98" y="108"/>
                </a:lnTo>
                <a:lnTo>
                  <a:pt x="97" y="107"/>
                </a:lnTo>
                <a:lnTo>
                  <a:pt x="96" y="106"/>
                </a:lnTo>
                <a:lnTo>
                  <a:pt x="95" y="105"/>
                </a:lnTo>
                <a:lnTo>
                  <a:pt x="94" y="104"/>
                </a:lnTo>
                <a:lnTo>
                  <a:pt x="92" y="103"/>
                </a:lnTo>
                <a:lnTo>
                  <a:pt x="91" y="102"/>
                </a:lnTo>
                <a:lnTo>
                  <a:pt x="89" y="101"/>
                </a:lnTo>
                <a:lnTo>
                  <a:pt x="88" y="100"/>
                </a:lnTo>
                <a:lnTo>
                  <a:pt x="87" y="98"/>
                </a:lnTo>
                <a:lnTo>
                  <a:pt x="85" y="97"/>
                </a:lnTo>
                <a:lnTo>
                  <a:pt x="84" y="96"/>
                </a:lnTo>
                <a:lnTo>
                  <a:pt x="82" y="95"/>
                </a:lnTo>
                <a:lnTo>
                  <a:pt x="81" y="93"/>
                </a:lnTo>
                <a:lnTo>
                  <a:pt x="80" y="92"/>
                </a:lnTo>
                <a:lnTo>
                  <a:pt x="78" y="91"/>
                </a:lnTo>
                <a:lnTo>
                  <a:pt x="78" y="89"/>
                </a:lnTo>
                <a:lnTo>
                  <a:pt x="76" y="88"/>
                </a:lnTo>
                <a:lnTo>
                  <a:pt x="75" y="86"/>
                </a:lnTo>
                <a:lnTo>
                  <a:pt x="74" y="85"/>
                </a:lnTo>
                <a:lnTo>
                  <a:pt x="72" y="84"/>
                </a:lnTo>
                <a:lnTo>
                  <a:pt x="69" y="81"/>
                </a:lnTo>
                <a:lnTo>
                  <a:pt x="67" y="78"/>
                </a:lnTo>
                <a:lnTo>
                  <a:pt x="64" y="75"/>
                </a:lnTo>
                <a:lnTo>
                  <a:pt x="58" y="71"/>
                </a:lnTo>
                <a:lnTo>
                  <a:pt x="56" y="68"/>
                </a:lnTo>
                <a:lnTo>
                  <a:pt x="53" y="66"/>
                </a:lnTo>
                <a:lnTo>
                  <a:pt x="52" y="64"/>
                </a:lnTo>
                <a:lnTo>
                  <a:pt x="50" y="63"/>
                </a:lnTo>
                <a:lnTo>
                  <a:pt x="49" y="62"/>
                </a:lnTo>
                <a:lnTo>
                  <a:pt x="49" y="60"/>
                </a:lnTo>
                <a:lnTo>
                  <a:pt x="47" y="59"/>
                </a:lnTo>
                <a:lnTo>
                  <a:pt x="46" y="58"/>
                </a:lnTo>
                <a:lnTo>
                  <a:pt x="45" y="57"/>
                </a:lnTo>
                <a:lnTo>
                  <a:pt x="44" y="56"/>
                </a:lnTo>
                <a:lnTo>
                  <a:pt x="42" y="54"/>
                </a:lnTo>
                <a:lnTo>
                  <a:pt x="41" y="53"/>
                </a:lnTo>
                <a:lnTo>
                  <a:pt x="40" y="52"/>
                </a:lnTo>
                <a:lnTo>
                  <a:pt x="39" y="51"/>
                </a:lnTo>
                <a:lnTo>
                  <a:pt x="38" y="50"/>
                </a:lnTo>
                <a:lnTo>
                  <a:pt x="36" y="49"/>
                </a:lnTo>
                <a:lnTo>
                  <a:pt x="35" y="48"/>
                </a:lnTo>
                <a:lnTo>
                  <a:pt x="34" y="47"/>
                </a:lnTo>
                <a:lnTo>
                  <a:pt x="33" y="46"/>
                </a:lnTo>
                <a:lnTo>
                  <a:pt x="32" y="45"/>
                </a:lnTo>
                <a:lnTo>
                  <a:pt x="32" y="45"/>
                </a:lnTo>
                <a:lnTo>
                  <a:pt x="31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30" y="43"/>
                </a:lnTo>
                <a:lnTo>
                  <a:pt x="29" y="42"/>
                </a:lnTo>
                <a:lnTo>
                  <a:pt x="29" y="41"/>
                </a:lnTo>
                <a:lnTo>
                  <a:pt x="29" y="40"/>
                </a:lnTo>
                <a:lnTo>
                  <a:pt x="29" y="40"/>
                </a:lnTo>
                <a:lnTo>
                  <a:pt x="28" y="39"/>
                </a:lnTo>
                <a:lnTo>
                  <a:pt x="28" y="38"/>
                </a:lnTo>
                <a:lnTo>
                  <a:pt x="28" y="38"/>
                </a:lnTo>
                <a:lnTo>
                  <a:pt x="28" y="38"/>
                </a:lnTo>
                <a:lnTo>
                  <a:pt x="28" y="37"/>
                </a:lnTo>
                <a:lnTo>
                  <a:pt x="27" y="36"/>
                </a:lnTo>
                <a:lnTo>
                  <a:pt x="27" y="35"/>
                </a:lnTo>
                <a:lnTo>
                  <a:pt x="27" y="34"/>
                </a:lnTo>
                <a:lnTo>
                  <a:pt x="27" y="34"/>
                </a:lnTo>
                <a:lnTo>
                  <a:pt x="27" y="33"/>
                </a:lnTo>
                <a:lnTo>
                  <a:pt x="26" y="32"/>
                </a:lnTo>
                <a:lnTo>
                  <a:pt x="26" y="32"/>
                </a:lnTo>
                <a:lnTo>
                  <a:pt x="26" y="31"/>
                </a:lnTo>
                <a:lnTo>
                  <a:pt x="25" y="31"/>
                </a:lnTo>
                <a:lnTo>
                  <a:pt x="25" y="30"/>
                </a:lnTo>
                <a:lnTo>
                  <a:pt x="25" y="30"/>
                </a:lnTo>
                <a:lnTo>
                  <a:pt x="25" y="30"/>
                </a:lnTo>
                <a:lnTo>
                  <a:pt x="24" y="29"/>
                </a:lnTo>
                <a:lnTo>
                  <a:pt x="24" y="29"/>
                </a:lnTo>
                <a:lnTo>
                  <a:pt x="24" y="29"/>
                </a:lnTo>
                <a:lnTo>
                  <a:pt x="23" y="28"/>
                </a:lnTo>
                <a:lnTo>
                  <a:pt x="23" y="28"/>
                </a:lnTo>
                <a:lnTo>
                  <a:pt x="23" y="27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1" y="26"/>
                </a:lnTo>
                <a:lnTo>
                  <a:pt x="21" y="26"/>
                </a:lnTo>
                <a:lnTo>
                  <a:pt x="20" y="26"/>
                </a:lnTo>
                <a:lnTo>
                  <a:pt x="20" y="26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20" y="25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9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41" name="Freeform 20">
            <a:extLst>
              <a:ext uri="{FF2B5EF4-FFF2-40B4-BE49-F238E27FC236}">
                <a16:creationId xmlns:a16="http://schemas.microsoft.com/office/drawing/2014/main" id="{127C1136-78A1-FEF7-0CDB-4FB652653EE7}"/>
              </a:ext>
            </a:extLst>
          </p:cNvPr>
          <p:cNvSpPr>
            <a:spLocks noEditPoints="1"/>
          </p:cNvSpPr>
          <p:nvPr/>
        </p:nvSpPr>
        <p:spPr bwMode="auto">
          <a:xfrm>
            <a:off x="13322895" y="4616031"/>
            <a:ext cx="75641" cy="110760"/>
          </a:xfrm>
          <a:custGeom>
            <a:avLst/>
            <a:gdLst>
              <a:gd name="T0" fmla="*/ 82 w 112"/>
              <a:gd name="T1" fmla="*/ 1 h 164"/>
              <a:gd name="T2" fmla="*/ 89 w 112"/>
              <a:gd name="T3" fmla="*/ 4 h 164"/>
              <a:gd name="T4" fmla="*/ 95 w 112"/>
              <a:gd name="T5" fmla="*/ 7 h 164"/>
              <a:gd name="T6" fmla="*/ 100 w 112"/>
              <a:gd name="T7" fmla="*/ 12 h 164"/>
              <a:gd name="T8" fmla="*/ 105 w 112"/>
              <a:gd name="T9" fmla="*/ 16 h 164"/>
              <a:gd name="T10" fmla="*/ 107 w 112"/>
              <a:gd name="T11" fmla="*/ 21 h 164"/>
              <a:gd name="T12" fmla="*/ 110 w 112"/>
              <a:gd name="T13" fmla="*/ 27 h 164"/>
              <a:gd name="T14" fmla="*/ 111 w 112"/>
              <a:gd name="T15" fmla="*/ 33 h 164"/>
              <a:gd name="T16" fmla="*/ 112 w 112"/>
              <a:gd name="T17" fmla="*/ 41 h 164"/>
              <a:gd name="T18" fmla="*/ 111 w 112"/>
              <a:gd name="T19" fmla="*/ 52 h 164"/>
              <a:gd name="T20" fmla="*/ 109 w 112"/>
              <a:gd name="T21" fmla="*/ 63 h 164"/>
              <a:gd name="T22" fmla="*/ 106 w 112"/>
              <a:gd name="T23" fmla="*/ 74 h 164"/>
              <a:gd name="T24" fmla="*/ 101 w 112"/>
              <a:gd name="T25" fmla="*/ 85 h 164"/>
              <a:gd name="T26" fmla="*/ 95 w 112"/>
              <a:gd name="T27" fmla="*/ 96 h 164"/>
              <a:gd name="T28" fmla="*/ 88 w 112"/>
              <a:gd name="T29" fmla="*/ 106 h 164"/>
              <a:gd name="T30" fmla="*/ 81 w 112"/>
              <a:gd name="T31" fmla="*/ 115 h 164"/>
              <a:gd name="T32" fmla="*/ 74 w 112"/>
              <a:gd name="T33" fmla="*/ 125 h 164"/>
              <a:gd name="T34" fmla="*/ 67 w 112"/>
              <a:gd name="T35" fmla="*/ 132 h 164"/>
              <a:gd name="T36" fmla="*/ 60 w 112"/>
              <a:gd name="T37" fmla="*/ 139 h 164"/>
              <a:gd name="T38" fmla="*/ 52 w 112"/>
              <a:gd name="T39" fmla="*/ 146 h 164"/>
              <a:gd name="T40" fmla="*/ 47 w 112"/>
              <a:gd name="T41" fmla="*/ 151 h 164"/>
              <a:gd name="T42" fmla="*/ 41 w 112"/>
              <a:gd name="T43" fmla="*/ 155 h 164"/>
              <a:gd name="T44" fmla="*/ 33 w 112"/>
              <a:gd name="T45" fmla="*/ 158 h 164"/>
              <a:gd name="T46" fmla="*/ 27 w 112"/>
              <a:gd name="T47" fmla="*/ 157 h 164"/>
              <a:gd name="T48" fmla="*/ 21 w 112"/>
              <a:gd name="T49" fmla="*/ 157 h 164"/>
              <a:gd name="T50" fmla="*/ 1 w 112"/>
              <a:gd name="T51" fmla="*/ 148 h 164"/>
              <a:gd name="T52" fmla="*/ 3 w 112"/>
              <a:gd name="T53" fmla="*/ 143 h 164"/>
              <a:gd name="T54" fmla="*/ 3 w 112"/>
              <a:gd name="T55" fmla="*/ 131 h 164"/>
              <a:gd name="T56" fmla="*/ 11 w 112"/>
              <a:gd name="T57" fmla="*/ 93 h 164"/>
              <a:gd name="T58" fmla="*/ 21 w 112"/>
              <a:gd name="T59" fmla="*/ 68 h 164"/>
              <a:gd name="T60" fmla="*/ 29 w 112"/>
              <a:gd name="T61" fmla="*/ 49 h 164"/>
              <a:gd name="T62" fmla="*/ 39 w 112"/>
              <a:gd name="T63" fmla="*/ 33 h 164"/>
              <a:gd name="T64" fmla="*/ 46 w 112"/>
              <a:gd name="T65" fmla="*/ 22 h 164"/>
              <a:gd name="T66" fmla="*/ 51 w 112"/>
              <a:gd name="T67" fmla="*/ 15 h 164"/>
              <a:gd name="T68" fmla="*/ 57 w 112"/>
              <a:gd name="T69" fmla="*/ 10 h 164"/>
              <a:gd name="T70" fmla="*/ 64 w 112"/>
              <a:gd name="T71" fmla="*/ 5 h 164"/>
              <a:gd name="T72" fmla="*/ 73 w 112"/>
              <a:gd name="T73" fmla="*/ 1 h 164"/>
              <a:gd name="T74" fmla="*/ 39 w 112"/>
              <a:gd name="T75" fmla="*/ 142 h 164"/>
              <a:gd name="T76" fmla="*/ 38 w 112"/>
              <a:gd name="T77" fmla="*/ 139 h 164"/>
              <a:gd name="T78" fmla="*/ 76 w 112"/>
              <a:gd name="T79" fmla="*/ 37 h 164"/>
              <a:gd name="T80" fmla="*/ 74 w 112"/>
              <a:gd name="T81" fmla="*/ 42 h 164"/>
              <a:gd name="T82" fmla="*/ 69 w 112"/>
              <a:gd name="T83" fmla="*/ 53 h 164"/>
              <a:gd name="T84" fmla="*/ 64 w 112"/>
              <a:gd name="T85" fmla="*/ 71 h 164"/>
              <a:gd name="T86" fmla="*/ 58 w 112"/>
              <a:gd name="T87" fmla="*/ 87 h 164"/>
              <a:gd name="T88" fmla="*/ 47 w 112"/>
              <a:gd name="T89" fmla="*/ 119 h 164"/>
              <a:gd name="T90" fmla="*/ 51 w 112"/>
              <a:gd name="T91" fmla="*/ 112 h 164"/>
              <a:gd name="T92" fmla="*/ 57 w 112"/>
              <a:gd name="T93" fmla="*/ 103 h 164"/>
              <a:gd name="T94" fmla="*/ 63 w 112"/>
              <a:gd name="T95" fmla="*/ 95 h 164"/>
              <a:gd name="T96" fmla="*/ 68 w 112"/>
              <a:gd name="T97" fmla="*/ 86 h 164"/>
              <a:gd name="T98" fmla="*/ 73 w 112"/>
              <a:gd name="T99" fmla="*/ 76 h 164"/>
              <a:gd name="T100" fmla="*/ 77 w 112"/>
              <a:gd name="T101" fmla="*/ 68 h 164"/>
              <a:gd name="T102" fmla="*/ 79 w 112"/>
              <a:gd name="T103" fmla="*/ 58 h 164"/>
              <a:gd name="T104" fmla="*/ 81 w 112"/>
              <a:gd name="T105" fmla="*/ 50 h 164"/>
              <a:gd name="T106" fmla="*/ 81 w 112"/>
              <a:gd name="T107" fmla="*/ 44 h 164"/>
              <a:gd name="T108" fmla="*/ 81 w 112"/>
              <a:gd name="T109" fmla="*/ 40 h 164"/>
              <a:gd name="T110" fmla="*/ 81 w 112"/>
              <a:gd name="T111" fmla="*/ 38 h 164"/>
              <a:gd name="T112" fmla="*/ 80 w 112"/>
              <a:gd name="T113" fmla="*/ 37 h 164"/>
              <a:gd name="T114" fmla="*/ 79 w 112"/>
              <a:gd name="T115" fmla="*/ 35 h 164"/>
              <a:gd name="T116" fmla="*/ 78 w 112"/>
              <a:gd name="T117" fmla="*/ 34 h 164"/>
              <a:gd name="T118" fmla="*/ 78 w 112"/>
              <a:gd name="T119" fmla="*/ 3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2" h="164">
                <a:moveTo>
                  <a:pt x="78" y="0"/>
                </a:moveTo>
                <a:lnTo>
                  <a:pt x="78" y="0"/>
                </a:lnTo>
                <a:lnTo>
                  <a:pt x="78" y="1"/>
                </a:lnTo>
                <a:lnTo>
                  <a:pt x="78" y="1"/>
                </a:lnTo>
                <a:lnTo>
                  <a:pt x="79" y="1"/>
                </a:lnTo>
                <a:lnTo>
                  <a:pt x="79" y="1"/>
                </a:lnTo>
                <a:lnTo>
                  <a:pt x="80" y="1"/>
                </a:lnTo>
                <a:lnTo>
                  <a:pt x="80" y="1"/>
                </a:lnTo>
                <a:lnTo>
                  <a:pt x="81" y="1"/>
                </a:lnTo>
                <a:lnTo>
                  <a:pt x="81" y="1"/>
                </a:lnTo>
                <a:lnTo>
                  <a:pt x="81" y="1"/>
                </a:lnTo>
                <a:lnTo>
                  <a:pt x="82" y="1"/>
                </a:lnTo>
                <a:lnTo>
                  <a:pt x="82" y="1"/>
                </a:lnTo>
                <a:lnTo>
                  <a:pt x="83" y="1"/>
                </a:lnTo>
                <a:lnTo>
                  <a:pt x="83" y="2"/>
                </a:lnTo>
                <a:lnTo>
                  <a:pt x="84" y="2"/>
                </a:lnTo>
                <a:lnTo>
                  <a:pt x="84" y="2"/>
                </a:lnTo>
                <a:lnTo>
                  <a:pt x="85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3"/>
                </a:lnTo>
                <a:lnTo>
                  <a:pt x="87" y="3"/>
                </a:lnTo>
                <a:lnTo>
                  <a:pt x="88" y="3"/>
                </a:lnTo>
                <a:lnTo>
                  <a:pt x="88" y="4"/>
                </a:lnTo>
                <a:lnTo>
                  <a:pt x="89" y="4"/>
                </a:lnTo>
                <a:lnTo>
                  <a:pt x="89" y="4"/>
                </a:lnTo>
                <a:lnTo>
                  <a:pt x="90" y="4"/>
                </a:lnTo>
                <a:lnTo>
                  <a:pt x="90" y="5"/>
                </a:lnTo>
                <a:lnTo>
                  <a:pt x="91" y="5"/>
                </a:lnTo>
                <a:lnTo>
                  <a:pt x="91" y="5"/>
                </a:lnTo>
                <a:lnTo>
                  <a:pt x="92" y="5"/>
                </a:lnTo>
                <a:lnTo>
                  <a:pt x="92" y="6"/>
                </a:lnTo>
                <a:lnTo>
                  <a:pt x="93" y="6"/>
                </a:lnTo>
                <a:lnTo>
                  <a:pt x="93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7"/>
                </a:lnTo>
                <a:lnTo>
                  <a:pt x="95" y="8"/>
                </a:lnTo>
                <a:lnTo>
                  <a:pt x="96" y="8"/>
                </a:lnTo>
                <a:lnTo>
                  <a:pt x="96" y="8"/>
                </a:lnTo>
                <a:lnTo>
                  <a:pt x="97" y="8"/>
                </a:lnTo>
                <a:lnTo>
                  <a:pt x="97" y="9"/>
                </a:lnTo>
                <a:lnTo>
                  <a:pt x="97" y="9"/>
                </a:lnTo>
                <a:lnTo>
                  <a:pt x="98" y="9"/>
                </a:lnTo>
                <a:lnTo>
                  <a:pt x="98" y="10"/>
                </a:lnTo>
                <a:lnTo>
                  <a:pt x="99" y="10"/>
                </a:lnTo>
                <a:lnTo>
                  <a:pt x="99" y="10"/>
                </a:lnTo>
                <a:lnTo>
                  <a:pt x="99" y="11"/>
                </a:lnTo>
                <a:lnTo>
                  <a:pt x="100" y="11"/>
                </a:lnTo>
                <a:lnTo>
                  <a:pt x="100" y="12"/>
                </a:lnTo>
                <a:lnTo>
                  <a:pt x="101" y="12"/>
                </a:lnTo>
                <a:lnTo>
                  <a:pt x="101" y="12"/>
                </a:lnTo>
                <a:lnTo>
                  <a:pt x="101" y="13"/>
                </a:lnTo>
                <a:lnTo>
                  <a:pt x="102" y="13"/>
                </a:lnTo>
                <a:lnTo>
                  <a:pt x="102" y="13"/>
                </a:lnTo>
                <a:lnTo>
                  <a:pt x="102" y="14"/>
                </a:lnTo>
                <a:lnTo>
                  <a:pt x="103" y="14"/>
                </a:lnTo>
                <a:lnTo>
                  <a:pt x="103" y="14"/>
                </a:lnTo>
                <a:lnTo>
                  <a:pt x="103" y="14"/>
                </a:lnTo>
                <a:lnTo>
                  <a:pt x="104" y="14"/>
                </a:lnTo>
                <a:lnTo>
                  <a:pt x="104" y="15"/>
                </a:lnTo>
                <a:lnTo>
                  <a:pt x="104" y="15"/>
                </a:lnTo>
                <a:lnTo>
                  <a:pt x="105" y="16"/>
                </a:lnTo>
                <a:lnTo>
                  <a:pt x="105" y="16"/>
                </a:lnTo>
                <a:lnTo>
                  <a:pt x="105" y="16"/>
                </a:lnTo>
                <a:lnTo>
                  <a:pt x="106" y="17"/>
                </a:lnTo>
                <a:lnTo>
                  <a:pt x="106" y="17"/>
                </a:lnTo>
                <a:lnTo>
                  <a:pt x="106" y="18"/>
                </a:lnTo>
                <a:lnTo>
                  <a:pt x="106" y="18"/>
                </a:lnTo>
                <a:lnTo>
                  <a:pt x="107" y="18"/>
                </a:lnTo>
                <a:lnTo>
                  <a:pt x="107" y="19"/>
                </a:lnTo>
                <a:lnTo>
                  <a:pt x="107" y="19"/>
                </a:lnTo>
                <a:lnTo>
                  <a:pt x="107" y="20"/>
                </a:lnTo>
                <a:lnTo>
                  <a:pt x="107" y="20"/>
                </a:lnTo>
                <a:lnTo>
                  <a:pt x="107" y="21"/>
                </a:lnTo>
                <a:lnTo>
                  <a:pt x="107" y="21"/>
                </a:lnTo>
                <a:lnTo>
                  <a:pt x="107" y="22"/>
                </a:lnTo>
                <a:lnTo>
                  <a:pt x="108" y="22"/>
                </a:lnTo>
                <a:lnTo>
                  <a:pt x="108" y="22"/>
                </a:lnTo>
                <a:lnTo>
                  <a:pt x="108" y="23"/>
                </a:lnTo>
                <a:lnTo>
                  <a:pt x="108" y="23"/>
                </a:lnTo>
                <a:lnTo>
                  <a:pt x="109" y="24"/>
                </a:lnTo>
                <a:lnTo>
                  <a:pt x="109" y="24"/>
                </a:lnTo>
                <a:lnTo>
                  <a:pt x="109" y="25"/>
                </a:lnTo>
                <a:lnTo>
                  <a:pt x="109" y="25"/>
                </a:lnTo>
                <a:lnTo>
                  <a:pt x="109" y="25"/>
                </a:lnTo>
                <a:lnTo>
                  <a:pt x="109" y="26"/>
                </a:lnTo>
                <a:lnTo>
                  <a:pt x="109" y="26"/>
                </a:lnTo>
                <a:lnTo>
                  <a:pt x="110" y="27"/>
                </a:lnTo>
                <a:lnTo>
                  <a:pt x="110" y="27"/>
                </a:lnTo>
                <a:lnTo>
                  <a:pt x="110" y="28"/>
                </a:lnTo>
                <a:lnTo>
                  <a:pt x="110" y="28"/>
                </a:lnTo>
                <a:lnTo>
                  <a:pt x="110" y="28"/>
                </a:lnTo>
                <a:lnTo>
                  <a:pt x="110" y="29"/>
                </a:lnTo>
                <a:lnTo>
                  <a:pt x="110" y="29"/>
                </a:lnTo>
                <a:lnTo>
                  <a:pt x="111" y="30"/>
                </a:lnTo>
                <a:lnTo>
                  <a:pt x="111" y="30"/>
                </a:lnTo>
                <a:lnTo>
                  <a:pt x="111" y="31"/>
                </a:lnTo>
                <a:lnTo>
                  <a:pt x="111" y="31"/>
                </a:lnTo>
                <a:lnTo>
                  <a:pt x="111" y="32"/>
                </a:lnTo>
                <a:lnTo>
                  <a:pt x="111" y="32"/>
                </a:lnTo>
                <a:lnTo>
                  <a:pt x="111" y="33"/>
                </a:lnTo>
                <a:lnTo>
                  <a:pt x="111" y="33"/>
                </a:lnTo>
                <a:lnTo>
                  <a:pt x="111" y="34"/>
                </a:lnTo>
                <a:lnTo>
                  <a:pt x="112" y="34"/>
                </a:lnTo>
                <a:lnTo>
                  <a:pt x="112" y="35"/>
                </a:lnTo>
                <a:lnTo>
                  <a:pt x="112" y="35"/>
                </a:lnTo>
                <a:lnTo>
                  <a:pt x="112" y="36"/>
                </a:lnTo>
                <a:lnTo>
                  <a:pt x="112" y="36"/>
                </a:lnTo>
                <a:lnTo>
                  <a:pt x="112" y="37"/>
                </a:lnTo>
                <a:lnTo>
                  <a:pt x="112" y="37"/>
                </a:lnTo>
                <a:lnTo>
                  <a:pt x="112" y="38"/>
                </a:lnTo>
                <a:lnTo>
                  <a:pt x="112" y="39"/>
                </a:lnTo>
                <a:lnTo>
                  <a:pt x="112" y="40"/>
                </a:lnTo>
                <a:lnTo>
                  <a:pt x="112" y="41"/>
                </a:lnTo>
                <a:lnTo>
                  <a:pt x="112" y="42"/>
                </a:lnTo>
                <a:lnTo>
                  <a:pt x="112" y="43"/>
                </a:lnTo>
                <a:lnTo>
                  <a:pt x="112" y="43"/>
                </a:lnTo>
                <a:lnTo>
                  <a:pt x="112" y="44"/>
                </a:lnTo>
                <a:lnTo>
                  <a:pt x="112" y="45"/>
                </a:lnTo>
                <a:lnTo>
                  <a:pt x="112" y="46"/>
                </a:lnTo>
                <a:lnTo>
                  <a:pt x="112" y="47"/>
                </a:lnTo>
                <a:lnTo>
                  <a:pt x="112" y="48"/>
                </a:lnTo>
                <a:lnTo>
                  <a:pt x="112" y="49"/>
                </a:lnTo>
                <a:lnTo>
                  <a:pt x="112" y="49"/>
                </a:lnTo>
                <a:lnTo>
                  <a:pt x="112" y="50"/>
                </a:lnTo>
                <a:lnTo>
                  <a:pt x="112" y="51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1" y="55"/>
                </a:lnTo>
                <a:lnTo>
                  <a:pt x="111" y="56"/>
                </a:lnTo>
                <a:lnTo>
                  <a:pt x="111" y="56"/>
                </a:lnTo>
                <a:lnTo>
                  <a:pt x="111" y="57"/>
                </a:lnTo>
                <a:lnTo>
                  <a:pt x="110" y="58"/>
                </a:lnTo>
                <a:lnTo>
                  <a:pt x="110" y="59"/>
                </a:lnTo>
                <a:lnTo>
                  <a:pt x="110" y="60"/>
                </a:lnTo>
                <a:lnTo>
                  <a:pt x="110" y="61"/>
                </a:lnTo>
                <a:lnTo>
                  <a:pt x="109" y="61"/>
                </a:lnTo>
                <a:lnTo>
                  <a:pt x="109" y="62"/>
                </a:lnTo>
                <a:lnTo>
                  <a:pt x="109" y="63"/>
                </a:lnTo>
                <a:lnTo>
                  <a:pt x="109" y="64"/>
                </a:lnTo>
                <a:lnTo>
                  <a:pt x="108" y="65"/>
                </a:lnTo>
                <a:lnTo>
                  <a:pt x="108" y="66"/>
                </a:lnTo>
                <a:lnTo>
                  <a:pt x="108" y="67"/>
                </a:lnTo>
                <a:lnTo>
                  <a:pt x="108" y="68"/>
                </a:lnTo>
                <a:lnTo>
                  <a:pt x="107" y="69"/>
                </a:lnTo>
                <a:lnTo>
                  <a:pt x="107" y="70"/>
                </a:lnTo>
                <a:lnTo>
                  <a:pt x="107" y="70"/>
                </a:lnTo>
                <a:lnTo>
                  <a:pt x="107" y="71"/>
                </a:lnTo>
                <a:lnTo>
                  <a:pt x="107" y="72"/>
                </a:lnTo>
                <a:lnTo>
                  <a:pt x="107" y="73"/>
                </a:lnTo>
                <a:lnTo>
                  <a:pt x="106" y="73"/>
                </a:lnTo>
                <a:lnTo>
                  <a:pt x="106" y="74"/>
                </a:lnTo>
                <a:lnTo>
                  <a:pt x="105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8"/>
                </a:lnTo>
                <a:lnTo>
                  <a:pt x="104" y="78"/>
                </a:lnTo>
                <a:lnTo>
                  <a:pt x="104" y="79"/>
                </a:lnTo>
                <a:lnTo>
                  <a:pt x="103" y="80"/>
                </a:lnTo>
                <a:lnTo>
                  <a:pt x="103" y="81"/>
                </a:lnTo>
                <a:lnTo>
                  <a:pt x="103" y="81"/>
                </a:lnTo>
                <a:lnTo>
                  <a:pt x="102" y="82"/>
                </a:lnTo>
                <a:lnTo>
                  <a:pt x="102" y="83"/>
                </a:lnTo>
                <a:lnTo>
                  <a:pt x="101" y="84"/>
                </a:lnTo>
                <a:lnTo>
                  <a:pt x="101" y="85"/>
                </a:lnTo>
                <a:lnTo>
                  <a:pt x="100" y="85"/>
                </a:lnTo>
                <a:lnTo>
                  <a:pt x="100" y="86"/>
                </a:lnTo>
                <a:lnTo>
                  <a:pt x="100" y="87"/>
                </a:lnTo>
                <a:lnTo>
                  <a:pt x="99" y="88"/>
                </a:lnTo>
                <a:lnTo>
                  <a:pt x="99" y="89"/>
                </a:lnTo>
                <a:lnTo>
                  <a:pt x="98" y="90"/>
                </a:lnTo>
                <a:lnTo>
                  <a:pt x="98" y="91"/>
                </a:lnTo>
                <a:lnTo>
                  <a:pt x="97" y="92"/>
                </a:lnTo>
                <a:lnTo>
                  <a:pt x="97" y="92"/>
                </a:lnTo>
                <a:lnTo>
                  <a:pt x="96" y="93"/>
                </a:lnTo>
                <a:lnTo>
                  <a:pt x="96" y="94"/>
                </a:lnTo>
                <a:lnTo>
                  <a:pt x="95" y="95"/>
                </a:lnTo>
                <a:lnTo>
                  <a:pt x="95" y="96"/>
                </a:lnTo>
                <a:lnTo>
                  <a:pt x="94" y="97"/>
                </a:lnTo>
                <a:lnTo>
                  <a:pt x="94" y="97"/>
                </a:lnTo>
                <a:lnTo>
                  <a:pt x="93" y="98"/>
                </a:lnTo>
                <a:lnTo>
                  <a:pt x="92" y="99"/>
                </a:lnTo>
                <a:lnTo>
                  <a:pt x="92" y="100"/>
                </a:lnTo>
                <a:lnTo>
                  <a:pt x="91" y="101"/>
                </a:lnTo>
                <a:lnTo>
                  <a:pt x="91" y="102"/>
                </a:lnTo>
                <a:lnTo>
                  <a:pt x="90" y="102"/>
                </a:lnTo>
                <a:lnTo>
                  <a:pt x="90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5"/>
                </a:lnTo>
                <a:lnTo>
                  <a:pt x="88" y="106"/>
                </a:lnTo>
                <a:lnTo>
                  <a:pt x="87" y="106"/>
                </a:lnTo>
                <a:lnTo>
                  <a:pt x="86" y="107"/>
                </a:lnTo>
                <a:lnTo>
                  <a:pt x="86" y="108"/>
                </a:lnTo>
                <a:lnTo>
                  <a:pt x="85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1"/>
                </a:lnTo>
                <a:lnTo>
                  <a:pt x="83" y="112"/>
                </a:lnTo>
                <a:lnTo>
                  <a:pt x="83" y="113"/>
                </a:lnTo>
                <a:lnTo>
                  <a:pt x="82" y="113"/>
                </a:lnTo>
                <a:lnTo>
                  <a:pt x="81" y="114"/>
                </a:lnTo>
                <a:lnTo>
                  <a:pt x="81" y="115"/>
                </a:lnTo>
                <a:lnTo>
                  <a:pt x="80" y="116"/>
                </a:lnTo>
                <a:lnTo>
                  <a:pt x="80" y="117"/>
                </a:lnTo>
                <a:lnTo>
                  <a:pt x="79" y="117"/>
                </a:lnTo>
                <a:lnTo>
                  <a:pt x="78" y="118"/>
                </a:lnTo>
                <a:lnTo>
                  <a:pt x="78" y="119"/>
                </a:lnTo>
                <a:lnTo>
                  <a:pt x="78" y="120"/>
                </a:lnTo>
                <a:lnTo>
                  <a:pt x="78" y="120"/>
                </a:lnTo>
                <a:lnTo>
                  <a:pt x="77" y="121"/>
                </a:lnTo>
                <a:lnTo>
                  <a:pt x="77" y="122"/>
                </a:lnTo>
                <a:lnTo>
                  <a:pt x="76" y="122"/>
                </a:lnTo>
                <a:lnTo>
                  <a:pt x="75" y="123"/>
                </a:lnTo>
                <a:lnTo>
                  <a:pt x="75" y="124"/>
                </a:lnTo>
                <a:lnTo>
                  <a:pt x="74" y="125"/>
                </a:lnTo>
                <a:lnTo>
                  <a:pt x="74" y="125"/>
                </a:lnTo>
                <a:lnTo>
                  <a:pt x="73" y="126"/>
                </a:lnTo>
                <a:lnTo>
                  <a:pt x="72" y="127"/>
                </a:lnTo>
                <a:lnTo>
                  <a:pt x="72" y="127"/>
                </a:lnTo>
                <a:lnTo>
                  <a:pt x="71" y="128"/>
                </a:lnTo>
                <a:lnTo>
                  <a:pt x="71" y="129"/>
                </a:lnTo>
                <a:lnTo>
                  <a:pt x="70" y="129"/>
                </a:lnTo>
                <a:lnTo>
                  <a:pt x="69" y="130"/>
                </a:lnTo>
                <a:lnTo>
                  <a:pt x="69" y="131"/>
                </a:lnTo>
                <a:lnTo>
                  <a:pt x="68" y="131"/>
                </a:lnTo>
                <a:lnTo>
                  <a:pt x="68" y="132"/>
                </a:lnTo>
                <a:lnTo>
                  <a:pt x="67" y="132"/>
                </a:lnTo>
                <a:lnTo>
                  <a:pt x="67" y="132"/>
                </a:lnTo>
                <a:lnTo>
                  <a:pt x="66" y="133"/>
                </a:lnTo>
                <a:lnTo>
                  <a:pt x="66" y="133"/>
                </a:lnTo>
                <a:lnTo>
                  <a:pt x="65" y="134"/>
                </a:lnTo>
                <a:lnTo>
                  <a:pt x="65" y="134"/>
                </a:lnTo>
                <a:lnTo>
                  <a:pt x="64" y="135"/>
                </a:lnTo>
                <a:lnTo>
                  <a:pt x="64" y="135"/>
                </a:lnTo>
                <a:lnTo>
                  <a:pt x="63" y="136"/>
                </a:lnTo>
                <a:lnTo>
                  <a:pt x="62" y="137"/>
                </a:lnTo>
                <a:lnTo>
                  <a:pt x="62" y="137"/>
                </a:lnTo>
                <a:lnTo>
                  <a:pt x="61" y="138"/>
                </a:lnTo>
                <a:lnTo>
                  <a:pt x="61" y="138"/>
                </a:lnTo>
                <a:lnTo>
                  <a:pt x="60" y="139"/>
                </a:lnTo>
                <a:lnTo>
                  <a:pt x="60" y="139"/>
                </a:lnTo>
                <a:lnTo>
                  <a:pt x="59" y="140"/>
                </a:lnTo>
                <a:lnTo>
                  <a:pt x="58" y="140"/>
                </a:lnTo>
                <a:lnTo>
                  <a:pt x="58" y="141"/>
                </a:lnTo>
                <a:lnTo>
                  <a:pt x="57" y="142"/>
                </a:lnTo>
                <a:lnTo>
                  <a:pt x="57" y="142"/>
                </a:lnTo>
                <a:lnTo>
                  <a:pt x="56" y="143"/>
                </a:lnTo>
                <a:lnTo>
                  <a:pt x="56" y="143"/>
                </a:lnTo>
                <a:lnTo>
                  <a:pt x="55" y="144"/>
                </a:lnTo>
                <a:lnTo>
                  <a:pt x="54" y="144"/>
                </a:lnTo>
                <a:lnTo>
                  <a:pt x="54" y="145"/>
                </a:lnTo>
                <a:lnTo>
                  <a:pt x="53" y="145"/>
                </a:lnTo>
                <a:lnTo>
                  <a:pt x="53" y="145"/>
                </a:lnTo>
                <a:lnTo>
                  <a:pt x="52" y="146"/>
                </a:lnTo>
                <a:lnTo>
                  <a:pt x="52" y="146"/>
                </a:lnTo>
                <a:lnTo>
                  <a:pt x="51" y="147"/>
                </a:lnTo>
                <a:lnTo>
                  <a:pt x="51" y="147"/>
                </a:lnTo>
                <a:lnTo>
                  <a:pt x="50" y="148"/>
                </a:lnTo>
                <a:lnTo>
                  <a:pt x="50" y="148"/>
                </a:lnTo>
                <a:lnTo>
                  <a:pt x="49" y="149"/>
                </a:lnTo>
                <a:lnTo>
                  <a:pt x="49" y="149"/>
                </a:lnTo>
                <a:lnTo>
                  <a:pt x="49" y="149"/>
                </a:lnTo>
                <a:lnTo>
                  <a:pt x="49" y="150"/>
                </a:lnTo>
                <a:lnTo>
                  <a:pt x="48" y="150"/>
                </a:lnTo>
                <a:lnTo>
                  <a:pt x="48" y="151"/>
                </a:lnTo>
                <a:lnTo>
                  <a:pt x="47" y="151"/>
                </a:lnTo>
                <a:lnTo>
                  <a:pt x="47" y="151"/>
                </a:lnTo>
                <a:lnTo>
                  <a:pt x="47" y="151"/>
                </a:lnTo>
                <a:lnTo>
                  <a:pt x="46" y="152"/>
                </a:lnTo>
                <a:lnTo>
                  <a:pt x="46" y="152"/>
                </a:lnTo>
                <a:lnTo>
                  <a:pt x="45" y="152"/>
                </a:lnTo>
                <a:lnTo>
                  <a:pt x="45" y="153"/>
                </a:lnTo>
                <a:lnTo>
                  <a:pt x="44" y="153"/>
                </a:lnTo>
                <a:lnTo>
                  <a:pt x="44" y="153"/>
                </a:lnTo>
                <a:lnTo>
                  <a:pt x="43" y="154"/>
                </a:lnTo>
                <a:lnTo>
                  <a:pt x="43" y="154"/>
                </a:lnTo>
                <a:lnTo>
                  <a:pt x="42" y="154"/>
                </a:lnTo>
                <a:lnTo>
                  <a:pt x="42" y="155"/>
                </a:lnTo>
                <a:lnTo>
                  <a:pt x="41" y="155"/>
                </a:lnTo>
                <a:lnTo>
                  <a:pt x="41" y="155"/>
                </a:lnTo>
                <a:lnTo>
                  <a:pt x="40" y="156"/>
                </a:lnTo>
                <a:lnTo>
                  <a:pt x="40" y="156"/>
                </a:lnTo>
                <a:lnTo>
                  <a:pt x="39" y="156"/>
                </a:lnTo>
                <a:lnTo>
                  <a:pt x="38" y="156"/>
                </a:lnTo>
                <a:lnTo>
                  <a:pt x="38" y="156"/>
                </a:lnTo>
                <a:lnTo>
                  <a:pt x="37" y="157"/>
                </a:lnTo>
                <a:lnTo>
                  <a:pt x="37" y="157"/>
                </a:lnTo>
                <a:lnTo>
                  <a:pt x="36" y="157"/>
                </a:lnTo>
                <a:lnTo>
                  <a:pt x="35" y="157"/>
                </a:lnTo>
                <a:lnTo>
                  <a:pt x="35" y="157"/>
                </a:lnTo>
                <a:lnTo>
                  <a:pt x="34" y="158"/>
                </a:lnTo>
                <a:lnTo>
                  <a:pt x="33" y="158"/>
                </a:lnTo>
                <a:lnTo>
                  <a:pt x="33" y="158"/>
                </a:lnTo>
                <a:lnTo>
                  <a:pt x="32" y="158"/>
                </a:lnTo>
                <a:lnTo>
                  <a:pt x="32" y="158"/>
                </a:lnTo>
                <a:lnTo>
                  <a:pt x="31" y="158"/>
                </a:lnTo>
                <a:lnTo>
                  <a:pt x="31" y="158"/>
                </a:lnTo>
                <a:lnTo>
                  <a:pt x="30" y="158"/>
                </a:lnTo>
                <a:lnTo>
                  <a:pt x="30" y="158"/>
                </a:lnTo>
                <a:lnTo>
                  <a:pt x="30" y="158"/>
                </a:lnTo>
                <a:lnTo>
                  <a:pt x="29" y="158"/>
                </a:lnTo>
                <a:lnTo>
                  <a:pt x="29" y="158"/>
                </a:lnTo>
                <a:lnTo>
                  <a:pt x="28" y="158"/>
                </a:lnTo>
                <a:lnTo>
                  <a:pt x="28" y="157"/>
                </a:lnTo>
                <a:lnTo>
                  <a:pt x="27" y="157"/>
                </a:lnTo>
                <a:lnTo>
                  <a:pt x="27" y="157"/>
                </a:lnTo>
                <a:lnTo>
                  <a:pt x="26" y="157"/>
                </a:lnTo>
                <a:lnTo>
                  <a:pt x="26" y="157"/>
                </a:lnTo>
                <a:lnTo>
                  <a:pt x="25" y="157"/>
                </a:lnTo>
                <a:lnTo>
                  <a:pt x="25" y="156"/>
                </a:lnTo>
                <a:lnTo>
                  <a:pt x="24" y="156"/>
                </a:lnTo>
                <a:lnTo>
                  <a:pt x="24" y="156"/>
                </a:lnTo>
                <a:lnTo>
                  <a:pt x="23" y="156"/>
                </a:lnTo>
                <a:lnTo>
                  <a:pt x="23" y="155"/>
                </a:lnTo>
                <a:lnTo>
                  <a:pt x="22" y="155"/>
                </a:lnTo>
                <a:lnTo>
                  <a:pt x="22" y="155"/>
                </a:lnTo>
                <a:lnTo>
                  <a:pt x="22" y="155"/>
                </a:lnTo>
                <a:lnTo>
                  <a:pt x="21" y="156"/>
                </a:lnTo>
                <a:lnTo>
                  <a:pt x="21" y="157"/>
                </a:lnTo>
                <a:lnTo>
                  <a:pt x="21" y="158"/>
                </a:lnTo>
                <a:lnTo>
                  <a:pt x="21" y="158"/>
                </a:lnTo>
                <a:lnTo>
                  <a:pt x="21" y="158"/>
                </a:lnTo>
                <a:lnTo>
                  <a:pt x="21" y="159"/>
                </a:lnTo>
                <a:lnTo>
                  <a:pt x="20" y="159"/>
                </a:lnTo>
                <a:lnTo>
                  <a:pt x="20" y="160"/>
                </a:lnTo>
                <a:lnTo>
                  <a:pt x="20" y="160"/>
                </a:lnTo>
                <a:lnTo>
                  <a:pt x="20" y="160"/>
                </a:lnTo>
                <a:lnTo>
                  <a:pt x="13" y="164"/>
                </a:lnTo>
                <a:lnTo>
                  <a:pt x="4" y="162"/>
                </a:lnTo>
                <a:lnTo>
                  <a:pt x="4" y="162"/>
                </a:lnTo>
                <a:lnTo>
                  <a:pt x="0" y="156"/>
                </a:lnTo>
                <a:lnTo>
                  <a:pt x="1" y="148"/>
                </a:lnTo>
                <a:lnTo>
                  <a:pt x="1" y="148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1" y="147"/>
                </a:lnTo>
                <a:lnTo>
                  <a:pt x="2" y="146"/>
                </a:lnTo>
                <a:lnTo>
                  <a:pt x="2" y="146"/>
                </a:lnTo>
                <a:lnTo>
                  <a:pt x="2" y="145"/>
                </a:lnTo>
                <a:lnTo>
                  <a:pt x="2" y="145"/>
                </a:lnTo>
                <a:lnTo>
                  <a:pt x="2" y="144"/>
                </a:lnTo>
                <a:lnTo>
                  <a:pt x="3" y="143"/>
                </a:lnTo>
                <a:lnTo>
                  <a:pt x="3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3" y="136"/>
                </a:lnTo>
                <a:lnTo>
                  <a:pt x="3" y="135"/>
                </a:lnTo>
                <a:lnTo>
                  <a:pt x="3" y="134"/>
                </a:lnTo>
                <a:lnTo>
                  <a:pt x="3" y="132"/>
                </a:lnTo>
                <a:lnTo>
                  <a:pt x="3" y="132"/>
                </a:lnTo>
                <a:lnTo>
                  <a:pt x="3" y="131"/>
                </a:lnTo>
                <a:lnTo>
                  <a:pt x="2" y="128"/>
                </a:lnTo>
                <a:lnTo>
                  <a:pt x="1" y="125"/>
                </a:lnTo>
                <a:lnTo>
                  <a:pt x="1" y="123"/>
                </a:lnTo>
                <a:lnTo>
                  <a:pt x="1" y="122"/>
                </a:lnTo>
                <a:lnTo>
                  <a:pt x="1" y="119"/>
                </a:lnTo>
                <a:lnTo>
                  <a:pt x="2" y="119"/>
                </a:lnTo>
                <a:lnTo>
                  <a:pt x="2" y="116"/>
                </a:lnTo>
                <a:lnTo>
                  <a:pt x="3" y="114"/>
                </a:lnTo>
                <a:lnTo>
                  <a:pt x="4" y="111"/>
                </a:lnTo>
                <a:lnTo>
                  <a:pt x="7" y="105"/>
                </a:lnTo>
                <a:lnTo>
                  <a:pt x="9" y="99"/>
                </a:lnTo>
                <a:lnTo>
                  <a:pt x="10" y="96"/>
                </a:lnTo>
                <a:lnTo>
                  <a:pt x="11" y="93"/>
                </a:lnTo>
                <a:lnTo>
                  <a:pt x="12" y="90"/>
                </a:lnTo>
                <a:lnTo>
                  <a:pt x="13" y="88"/>
                </a:lnTo>
                <a:lnTo>
                  <a:pt x="13" y="87"/>
                </a:lnTo>
                <a:lnTo>
                  <a:pt x="14" y="83"/>
                </a:lnTo>
                <a:lnTo>
                  <a:pt x="16" y="80"/>
                </a:lnTo>
                <a:lnTo>
                  <a:pt x="17" y="77"/>
                </a:lnTo>
                <a:lnTo>
                  <a:pt x="18" y="75"/>
                </a:lnTo>
                <a:lnTo>
                  <a:pt x="18" y="73"/>
                </a:lnTo>
                <a:lnTo>
                  <a:pt x="19" y="73"/>
                </a:lnTo>
                <a:lnTo>
                  <a:pt x="19" y="71"/>
                </a:lnTo>
                <a:lnTo>
                  <a:pt x="20" y="69"/>
                </a:lnTo>
                <a:lnTo>
                  <a:pt x="20" y="69"/>
                </a:lnTo>
                <a:lnTo>
                  <a:pt x="21" y="68"/>
                </a:lnTo>
                <a:lnTo>
                  <a:pt x="21" y="66"/>
                </a:lnTo>
                <a:lnTo>
                  <a:pt x="21" y="64"/>
                </a:lnTo>
                <a:lnTo>
                  <a:pt x="22" y="63"/>
                </a:lnTo>
                <a:lnTo>
                  <a:pt x="22" y="61"/>
                </a:lnTo>
                <a:lnTo>
                  <a:pt x="23" y="60"/>
                </a:lnTo>
                <a:lnTo>
                  <a:pt x="24" y="58"/>
                </a:lnTo>
                <a:lnTo>
                  <a:pt x="24" y="56"/>
                </a:lnTo>
                <a:lnTo>
                  <a:pt x="25" y="55"/>
                </a:lnTo>
                <a:lnTo>
                  <a:pt x="25" y="55"/>
                </a:lnTo>
                <a:lnTo>
                  <a:pt x="26" y="53"/>
                </a:lnTo>
                <a:lnTo>
                  <a:pt x="27" y="52"/>
                </a:lnTo>
                <a:lnTo>
                  <a:pt x="28" y="50"/>
                </a:lnTo>
                <a:lnTo>
                  <a:pt x="29" y="49"/>
                </a:lnTo>
                <a:lnTo>
                  <a:pt x="30" y="47"/>
                </a:lnTo>
                <a:lnTo>
                  <a:pt x="30" y="46"/>
                </a:lnTo>
                <a:lnTo>
                  <a:pt x="31" y="44"/>
                </a:lnTo>
                <a:lnTo>
                  <a:pt x="32" y="43"/>
                </a:lnTo>
                <a:lnTo>
                  <a:pt x="33" y="42"/>
                </a:lnTo>
                <a:lnTo>
                  <a:pt x="34" y="41"/>
                </a:lnTo>
                <a:lnTo>
                  <a:pt x="35" y="39"/>
                </a:lnTo>
                <a:lnTo>
                  <a:pt x="36" y="38"/>
                </a:lnTo>
                <a:lnTo>
                  <a:pt x="36" y="38"/>
                </a:lnTo>
                <a:lnTo>
                  <a:pt x="36" y="37"/>
                </a:lnTo>
                <a:lnTo>
                  <a:pt x="37" y="35"/>
                </a:lnTo>
                <a:lnTo>
                  <a:pt x="38" y="34"/>
                </a:lnTo>
                <a:lnTo>
                  <a:pt x="39" y="33"/>
                </a:lnTo>
                <a:lnTo>
                  <a:pt x="40" y="31"/>
                </a:lnTo>
                <a:lnTo>
                  <a:pt x="41" y="30"/>
                </a:lnTo>
                <a:lnTo>
                  <a:pt x="42" y="29"/>
                </a:lnTo>
                <a:lnTo>
                  <a:pt x="43" y="28"/>
                </a:lnTo>
                <a:lnTo>
                  <a:pt x="43" y="27"/>
                </a:lnTo>
                <a:lnTo>
                  <a:pt x="43" y="26"/>
                </a:lnTo>
                <a:lnTo>
                  <a:pt x="44" y="26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6" y="23"/>
                </a:lnTo>
                <a:lnTo>
                  <a:pt x="46" y="23"/>
                </a:lnTo>
                <a:lnTo>
                  <a:pt x="46" y="22"/>
                </a:lnTo>
                <a:lnTo>
                  <a:pt x="47" y="22"/>
                </a:lnTo>
                <a:lnTo>
                  <a:pt x="47" y="21"/>
                </a:lnTo>
                <a:lnTo>
                  <a:pt x="47" y="21"/>
                </a:lnTo>
                <a:lnTo>
                  <a:pt x="48" y="20"/>
                </a:lnTo>
                <a:lnTo>
                  <a:pt x="48" y="20"/>
                </a:lnTo>
                <a:lnTo>
                  <a:pt x="49" y="19"/>
                </a:lnTo>
                <a:lnTo>
                  <a:pt x="49" y="19"/>
                </a:lnTo>
                <a:lnTo>
                  <a:pt x="49" y="18"/>
                </a:lnTo>
                <a:lnTo>
                  <a:pt x="49" y="18"/>
                </a:lnTo>
                <a:lnTo>
                  <a:pt x="49" y="17"/>
                </a:lnTo>
                <a:lnTo>
                  <a:pt x="50" y="17"/>
                </a:lnTo>
                <a:lnTo>
                  <a:pt x="50" y="16"/>
                </a:lnTo>
                <a:lnTo>
                  <a:pt x="51" y="15"/>
                </a:lnTo>
                <a:lnTo>
                  <a:pt x="51" y="15"/>
                </a:lnTo>
                <a:lnTo>
                  <a:pt x="51" y="14"/>
                </a:lnTo>
                <a:lnTo>
                  <a:pt x="52" y="14"/>
                </a:lnTo>
                <a:lnTo>
                  <a:pt x="52" y="14"/>
                </a:lnTo>
                <a:lnTo>
                  <a:pt x="53" y="14"/>
                </a:lnTo>
                <a:lnTo>
                  <a:pt x="53" y="13"/>
                </a:lnTo>
                <a:lnTo>
                  <a:pt x="54" y="13"/>
                </a:lnTo>
                <a:lnTo>
                  <a:pt x="54" y="12"/>
                </a:lnTo>
                <a:lnTo>
                  <a:pt x="55" y="12"/>
                </a:lnTo>
                <a:lnTo>
                  <a:pt x="55" y="11"/>
                </a:lnTo>
                <a:lnTo>
                  <a:pt x="56" y="11"/>
                </a:lnTo>
                <a:lnTo>
                  <a:pt x="56" y="10"/>
                </a:lnTo>
                <a:lnTo>
                  <a:pt x="57" y="10"/>
                </a:lnTo>
                <a:lnTo>
                  <a:pt x="57" y="9"/>
                </a:lnTo>
                <a:lnTo>
                  <a:pt x="58" y="9"/>
                </a:lnTo>
                <a:lnTo>
                  <a:pt x="58" y="9"/>
                </a:lnTo>
                <a:lnTo>
                  <a:pt x="59" y="8"/>
                </a:lnTo>
                <a:lnTo>
                  <a:pt x="59" y="8"/>
                </a:lnTo>
                <a:lnTo>
                  <a:pt x="60" y="7"/>
                </a:lnTo>
                <a:lnTo>
                  <a:pt x="60" y="7"/>
                </a:lnTo>
                <a:lnTo>
                  <a:pt x="61" y="6"/>
                </a:lnTo>
                <a:lnTo>
                  <a:pt x="61" y="6"/>
                </a:lnTo>
                <a:lnTo>
                  <a:pt x="62" y="6"/>
                </a:lnTo>
                <a:lnTo>
                  <a:pt x="63" y="5"/>
                </a:lnTo>
                <a:lnTo>
                  <a:pt x="63" y="5"/>
                </a:lnTo>
                <a:lnTo>
                  <a:pt x="64" y="5"/>
                </a:lnTo>
                <a:lnTo>
                  <a:pt x="64" y="4"/>
                </a:lnTo>
                <a:lnTo>
                  <a:pt x="64" y="4"/>
                </a:lnTo>
                <a:lnTo>
                  <a:pt x="65" y="4"/>
                </a:lnTo>
                <a:lnTo>
                  <a:pt x="66" y="3"/>
                </a:lnTo>
                <a:lnTo>
                  <a:pt x="67" y="3"/>
                </a:lnTo>
                <a:lnTo>
                  <a:pt x="67" y="3"/>
                </a:lnTo>
                <a:lnTo>
                  <a:pt x="68" y="2"/>
                </a:lnTo>
                <a:lnTo>
                  <a:pt x="69" y="2"/>
                </a:lnTo>
                <a:lnTo>
                  <a:pt x="70" y="2"/>
                </a:lnTo>
                <a:lnTo>
                  <a:pt x="70" y="1"/>
                </a:lnTo>
                <a:lnTo>
                  <a:pt x="71" y="1"/>
                </a:lnTo>
                <a:lnTo>
                  <a:pt x="72" y="1"/>
                </a:lnTo>
                <a:lnTo>
                  <a:pt x="73" y="1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0"/>
                </a:lnTo>
                <a:lnTo>
                  <a:pt x="77" y="0"/>
                </a:lnTo>
                <a:lnTo>
                  <a:pt x="77" y="0"/>
                </a:lnTo>
                <a:lnTo>
                  <a:pt x="78" y="0"/>
                </a:lnTo>
                <a:lnTo>
                  <a:pt x="78" y="0"/>
                </a:lnTo>
                <a:close/>
                <a:moveTo>
                  <a:pt x="39" y="142"/>
                </a:move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2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1"/>
                </a:lnTo>
                <a:lnTo>
                  <a:pt x="39" y="140"/>
                </a:lnTo>
                <a:lnTo>
                  <a:pt x="39" y="140"/>
                </a:lnTo>
                <a:lnTo>
                  <a:pt x="39" y="140"/>
                </a:lnTo>
                <a:lnTo>
                  <a:pt x="38" y="140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8" y="139"/>
                </a:lnTo>
                <a:lnTo>
                  <a:pt x="39" y="142"/>
                </a:lnTo>
                <a:lnTo>
                  <a:pt x="39" y="142"/>
                </a:lnTo>
                <a:close/>
                <a:moveTo>
                  <a:pt x="78" y="34"/>
                </a:moveTo>
                <a:lnTo>
                  <a:pt x="78" y="34"/>
                </a:lnTo>
                <a:lnTo>
                  <a:pt x="78" y="34"/>
                </a:lnTo>
                <a:lnTo>
                  <a:pt x="78" y="35"/>
                </a:lnTo>
                <a:lnTo>
                  <a:pt x="78" y="35"/>
                </a:lnTo>
                <a:lnTo>
                  <a:pt x="77" y="35"/>
                </a:lnTo>
                <a:lnTo>
                  <a:pt x="77" y="36"/>
                </a:lnTo>
                <a:lnTo>
                  <a:pt x="77" y="36"/>
                </a:lnTo>
                <a:lnTo>
                  <a:pt x="77" y="36"/>
                </a:lnTo>
                <a:lnTo>
                  <a:pt x="76" y="37"/>
                </a:lnTo>
                <a:lnTo>
                  <a:pt x="76" y="37"/>
                </a:lnTo>
                <a:lnTo>
                  <a:pt x="76" y="37"/>
                </a:lnTo>
                <a:lnTo>
                  <a:pt x="76" y="38"/>
                </a:lnTo>
                <a:lnTo>
                  <a:pt x="76" y="38"/>
                </a:lnTo>
                <a:lnTo>
                  <a:pt x="75" y="39"/>
                </a:lnTo>
                <a:lnTo>
                  <a:pt x="75" y="39"/>
                </a:lnTo>
                <a:lnTo>
                  <a:pt x="75" y="39"/>
                </a:lnTo>
                <a:lnTo>
                  <a:pt x="75" y="40"/>
                </a:lnTo>
                <a:lnTo>
                  <a:pt x="75" y="40"/>
                </a:lnTo>
                <a:lnTo>
                  <a:pt x="74" y="41"/>
                </a:lnTo>
                <a:lnTo>
                  <a:pt x="74" y="41"/>
                </a:lnTo>
                <a:lnTo>
                  <a:pt x="74" y="42"/>
                </a:lnTo>
                <a:lnTo>
                  <a:pt x="74" y="42"/>
                </a:lnTo>
                <a:lnTo>
                  <a:pt x="74" y="43"/>
                </a:lnTo>
                <a:lnTo>
                  <a:pt x="73" y="43"/>
                </a:lnTo>
                <a:lnTo>
                  <a:pt x="73" y="43"/>
                </a:lnTo>
                <a:lnTo>
                  <a:pt x="73" y="43"/>
                </a:lnTo>
                <a:lnTo>
                  <a:pt x="73" y="44"/>
                </a:lnTo>
                <a:lnTo>
                  <a:pt x="72" y="45"/>
                </a:lnTo>
                <a:lnTo>
                  <a:pt x="72" y="46"/>
                </a:lnTo>
                <a:lnTo>
                  <a:pt x="71" y="47"/>
                </a:lnTo>
                <a:lnTo>
                  <a:pt x="71" y="48"/>
                </a:lnTo>
                <a:lnTo>
                  <a:pt x="71" y="50"/>
                </a:lnTo>
                <a:lnTo>
                  <a:pt x="70" y="51"/>
                </a:lnTo>
                <a:lnTo>
                  <a:pt x="70" y="52"/>
                </a:lnTo>
                <a:lnTo>
                  <a:pt x="69" y="53"/>
                </a:lnTo>
                <a:lnTo>
                  <a:pt x="69" y="54"/>
                </a:lnTo>
                <a:lnTo>
                  <a:pt x="69" y="55"/>
                </a:lnTo>
                <a:lnTo>
                  <a:pt x="68" y="56"/>
                </a:lnTo>
                <a:lnTo>
                  <a:pt x="68" y="58"/>
                </a:lnTo>
                <a:lnTo>
                  <a:pt x="68" y="59"/>
                </a:lnTo>
                <a:lnTo>
                  <a:pt x="67" y="61"/>
                </a:lnTo>
                <a:lnTo>
                  <a:pt x="67" y="62"/>
                </a:lnTo>
                <a:lnTo>
                  <a:pt x="66" y="64"/>
                </a:lnTo>
                <a:lnTo>
                  <a:pt x="66" y="65"/>
                </a:lnTo>
                <a:lnTo>
                  <a:pt x="65" y="67"/>
                </a:lnTo>
                <a:lnTo>
                  <a:pt x="65" y="68"/>
                </a:lnTo>
                <a:lnTo>
                  <a:pt x="65" y="70"/>
                </a:lnTo>
                <a:lnTo>
                  <a:pt x="64" y="71"/>
                </a:lnTo>
                <a:lnTo>
                  <a:pt x="64" y="71"/>
                </a:lnTo>
                <a:lnTo>
                  <a:pt x="64" y="73"/>
                </a:lnTo>
                <a:lnTo>
                  <a:pt x="63" y="73"/>
                </a:lnTo>
                <a:lnTo>
                  <a:pt x="63" y="75"/>
                </a:lnTo>
                <a:lnTo>
                  <a:pt x="62" y="76"/>
                </a:lnTo>
                <a:lnTo>
                  <a:pt x="61" y="78"/>
                </a:lnTo>
                <a:lnTo>
                  <a:pt x="61" y="79"/>
                </a:lnTo>
                <a:lnTo>
                  <a:pt x="60" y="81"/>
                </a:lnTo>
                <a:lnTo>
                  <a:pt x="60" y="82"/>
                </a:lnTo>
                <a:lnTo>
                  <a:pt x="59" y="83"/>
                </a:lnTo>
                <a:lnTo>
                  <a:pt x="59" y="84"/>
                </a:lnTo>
                <a:lnTo>
                  <a:pt x="58" y="86"/>
                </a:lnTo>
                <a:lnTo>
                  <a:pt x="58" y="87"/>
                </a:lnTo>
                <a:lnTo>
                  <a:pt x="57" y="89"/>
                </a:lnTo>
                <a:lnTo>
                  <a:pt x="57" y="90"/>
                </a:lnTo>
                <a:lnTo>
                  <a:pt x="56" y="92"/>
                </a:lnTo>
                <a:lnTo>
                  <a:pt x="55" y="95"/>
                </a:lnTo>
                <a:lnTo>
                  <a:pt x="54" y="98"/>
                </a:lnTo>
                <a:lnTo>
                  <a:pt x="53" y="102"/>
                </a:lnTo>
                <a:lnTo>
                  <a:pt x="52" y="102"/>
                </a:lnTo>
                <a:lnTo>
                  <a:pt x="51" y="104"/>
                </a:lnTo>
                <a:lnTo>
                  <a:pt x="50" y="107"/>
                </a:lnTo>
                <a:lnTo>
                  <a:pt x="49" y="110"/>
                </a:lnTo>
                <a:lnTo>
                  <a:pt x="49" y="113"/>
                </a:lnTo>
                <a:lnTo>
                  <a:pt x="47" y="119"/>
                </a:lnTo>
                <a:lnTo>
                  <a:pt x="47" y="119"/>
                </a:lnTo>
                <a:lnTo>
                  <a:pt x="47" y="119"/>
                </a:lnTo>
                <a:lnTo>
                  <a:pt x="48" y="118"/>
                </a:lnTo>
                <a:lnTo>
                  <a:pt x="48" y="118"/>
                </a:lnTo>
                <a:lnTo>
                  <a:pt x="48" y="118"/>
                </a:lnTo>
                <a:lnTo>
                  <a:pt x="48" y="117"/>
                </a:lnTo>
                <a:lnTo>
                  <a:pt x="49" y="117"/>
                </a:lnTo>
                <a:lnTo>
                  <a:pt x="49" y="116"/>
                </a:lnTo>
                <a:lnTo>
                  <a:pt x="49" y="115"/>
                </a:lnTo>
                <a:lnTo>
                  <a:pt x="49" y="115"/>
                </a:lnTo>
                <a:lnTo>
                  <a:pt x="50" y="114"/>
                </a:lnTo>
                <a:lnTo>
                  <a:pt x="50" y="113"/>
                </a:lnTo>
                <a:lnTo>
                  <a:pt x="51" y="113"/>
                </a:lnTo>
                <a:lnTo>
                  <a:pt x="51" y="112"/>
                </a:lnTo>
                <a:lnTo>
                  <a:pt x="52" y="111"/>
                </a:lnTo>
                <a:lnTo>
                  <a:pt x="52" y="111"/>
                </a:lnTo>
                <a:lnTo>
                  <a:pt x="53" y="110"/>
                </a:lnTo>
                <a:lnTo>
                  <a:pt x="53" y="110"/>
                </a:lnTo>
                <a:lnTo>
                  <a:pt x="54" y="109"/>
                </a:lnTo>
                <a:lnTo>
                  <a:pt x="54" y="108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5"/>
                </a:lnTo>
                <a:lnTo>
                  <a:pt x="56" y="105"/>
                </a:lnTo>
                <a:lnTo>
                  <a:pt x="57" y="104"/>
                </a:lnTo>
                <a:lnTo>
                  <a:pt x="57" y="103"/>
                </a:lnTo>
                <a:lnTo>
                  <a:pt x="58" y="103"/>
                </a:lnTo>
                <a:lnTo>
                  <a:pt x="58" y="102"/>
                </a:lnTo>
                <a:lnTo>
                  <a:pt x="59" y="102"/>
                </a:lnTo>
                <a:lnTo>
                  <a:pt x="59" y="101"/>
                </a:lnTo>
                <a:lnTo>
                  <a:pt x="60" y="101"/>
                </a:lnTo>
                <a:lnTo>
                  <a:pt x="60" y="100"/>
                </a:lnTo>
                <a:lnTo>
                  <a:pt x="61" y="99"/>
                </a:lnTo>
                <a:lnTo>
                  <a:pt x="61" y="99"/>
                </a:lnTo>
                <a:lnTo>
                  <a:pt x="62" y="98"/>
                </a:lnTo>
                <a:lnTo>
                  <a:pt x="62" y="97"/>
                </a:lnTo>
                <a:lnTo>
                  <a:pt x="62" y="96"/>
                </a:lnTo>
                <a:lnTo>
                  <a:pt x="63" y="96"/>
                </a:lnTo>
                <a:lnTo>
                  <a:pt x="63" y="95"/>
                </a:lnTo>
                <a:lnTo>
                  <a:pt x="63" y="95"/>
                </a:lnTo>
                <a:lnTo>
                  <a:pt x="64" y="94"/>
                </a:lnTo>
                <a:lnTo>
                  <a:pt x="64" y="93"/>
                </a:lnTo>
                <a:lnTo>
                  <a:pt x="65" y="93"/>
                </a:lnTo>
                <a:lnTo>
                  <a:pt x="65" y="92"/>
                </a:lnTo>
                <a:lnTo>
                  <a:pt x="65" y="91"/>
                </a:lnTo>
                <a:lnTo>
                  <a:pt x="66" y="90"/>
                </a:lnTo>
                <a:lnTo>
                  <a:pt x="66" y="89"/>
                </a:lnTo>
                <a:lnTo>
                  <a:pt x="67" y="89"/>
                </a:lnTo>
                <a:lnTo>
                  <a:pt x="67" y="88"/>
                </a:lnTo>
                <a:lnTo>
                  <a:pt x="68" y="87"/>
                </a:lnTo>
                <a:lnTo>
                  <a:pt x="68" y="86"/>
                </a:lnTo>
                <a:lnTo>
                  <a:pt x="68" y="86"/>
                </a:lnTo>
                <a:lnTo>
                  <a:pt x="69" y="85"/>
                </a:lnTo>
                <a:lnTo>
                  <a:pt x="69" y="84"/>
                </a:lnTo>
                <a:lnTo>
                  <a:pt x="70" y="83"/>
                </a:lnTo>
                <a:lnTo>
                  <a:pt x="70" y="83"/>
                </a:lnTo>
                <a:lnTo>
                  <a:pt x="70" y="82"/>
                </a:lnTo>
                <a:lnTo>
                  <a:pt x="71" y="81"/>
                </a:lnTo>
                <a:lnTo>
                  <a:pt x="71" y="80"/>
                </a:lnTo>
                <a:lnTo>
                  <a:pt x="71" y="80"/>
                </a:lnTo>
                <a:lnTo>
                  <a:pt x="72" y="79"/>
                </a:lnTo>
                <a:lnTo>
                  <a:pt x="72" y="78"/>
                </a:lnTo>
                <a:lnTo>
                  <a:pt x="73" y="77"/>
                </a:lnTo>
                <a:lnTo>
                  <a:pt x="73" y="76"/>
                </a:lnTo>
                <a:lnTo>
                  <a:pt x="73" y="76"/>
                </a:lnTo>
                <a:lnTo>
                  <a:pt x="74" y="75"/>
                </a:lnTo>
                <a:lnTo>
                  <a:pt x="74" y="74"/>
                </a:lnTo>
                <a:lnTo>
                  <a:pt x="74" y="73"/>
                </a:lnTo>
                <a:lnTo>
                  <a:pt x="74" y="73"/>
                </a:lnTo>
                <a:lnTo>
                  <a:pt x="75" y="73"/>
                </a:lnTo>
                <a:lnTo>
                  <a:pt x="75" y="72"/>
                </a:lnTo>
                <a:lnTo>
                  <a:pt x="75" y="71"/>
                </a:lnTo>
                <a:lnTo>
                  <a:pt x="76" y="71"/>
                </a:lnTo>
                <a:lnTo>
                  <a:pt x="76" y="70"/>
                </a:lnTo>
                <a:lnTo>
                  <a:pt x="76" y="70"/>
                </a:lnTo>
                <a:lnTo>
                  <a:pt x="76" y="69"/>
                </a:lnTo>
                <a:lnTo>
                  <a:pt x="77" y="68"/>
                </a:lnTo>
                <a:lnTo>
                  <a:pt x="77" y="68"/>
                </a:lnTo>
                <a:lnTo>
                  <a:pt x="77" y="67"/>
                </a:lnTo>
                <a:lnTo>
                  <a:pt x="77" y="66"/>
                </a:lnTo>
                <a:lnTo>
                  <a:pt x="78" y="65"/>
                </a:lnTo>
                <a:lnTo>
                  <a:pt x="78" y="65"/>
                </a:lnTo>
                <a:lnTo>
                  <a:pt x="78" y="64"/>
                </a:lnTo>
                <a:lnTo>
                  <a:pt x="78" y="63"/>
                </a:lnTo>
                <a:lnTo>
                  <a:pt x="78" y="63"/>
                </a:lnTo>
                <a:lnTo>
                  <a:pt x="78" y="62"/>
                </a:lnTo>
                <a:lnTo>
                  <a:pt x="78" y="61"/>
                </a:lnTo>
                <a:lnTo>
                  <a:pt x="78" y="61"/>
                </a:lnTo>
                <a:lnTo>
                  <a:pt x="79" y="60"/>
                </a:lnTo>
                <a:lnTo>
                  <a:pt x="79" y="59"/>
                </a:lnTo>
                <a:lnTo>
                  <a:pt x="79" y="58"/>
                </a:lnTo>
                <a:lnTo>
                  <a:pt x="79" y="58"/>
                </a:lnTo>
                <a:lnTo>
                  <a:pt x="79" y="57"/>
                </a:lnTo>
                <a:lnTo>
                  <a:pt x="80" y="56"/>
                </a:lnTo>
                <a:lnTo>
                  <a:pt x="80" y="56"/>
                </a:lnTo>
                <a:lnTo>
                  <a:pt x="80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81" y="52"/>
                </a:lnTo>
                <a:lnTo>
                  <a:pt x="81" y="51"/>
                </a:lnTo>
                <a:lnTo>
                  <a:pt x="81" y="51"/>
                </a:lnTo>
                <a:lnTo>
                  <a:pt x="81" y="50"/>
                </a:lnTo>
                <a:lnTo>
                  <a:pt x="81" y="50"/>
                </a:lnTo>
                <a:lnTo>
                  <a:pt x="81" y="50"/>
                </a:lnTo>
                <a:lnTo>
                  <a:pt x="81" y="49"/>
                </a:lnTo>
                <a:lnTo>
                  <a:pt x="81" y="48"/>
                </a:lnTo>
                <a:lnTo>
                  <a:pt x="81" y="48"/>
                </a:lnTo>
                <a:lnTo>
                  <a:pt x="81" y="47"/>
                </a:lnTo>
                <a:lnTo>
                  <a:pt x="81" y="47"/>
                </a:lnTo>
                <a:lnTo>
                  <a:pt x="81" y="46"/>
                </a:lnTo>
                <a:lnTo>
                  <a:pt x="81" y="46"/>
                </a:lnTo>
                <a:lnTo>
                  <a:pt x="81" y="45"/>
                </a:lnTo>
                <a:lnTo>
                  <a:pt x="81" y="45"/>
                </a:lnTo>
                <a:lnTo>
                  <a:pt x="81" y="44"/>
                </a:lnTo>
                <a:lnTo>
                  <a:pt x="81" y="44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3"/>
                </a:lnTo>
                <a:lnTo>
                  <a:pt x="81" y="42"/>
                </a:lnTo>
                <a:lnTo>
                  <a:pt x="81" y="42"/>
                </a:lnTo>
                <a:lnTo>
                  <a:pt x="81" y="41"/>
                </a:lnTo>
                <a:lnTo>
                  <a:pt x="81" y="41"/>
                </a:lnTo>
                <a:lnTo>
                  <a:pt x="81" y="41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40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9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1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8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7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80" y="36"/>
                </a:lnTo>
                <a:lnTo>
                  <a:pt x="79" y="36"/>
                </a:lnTo>
                <a:lnTo>
                  <a:pt x="79" y="36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5"/>
                </a:lnTo>
                <a:lnTo>
                  <a:pt x="79" y="34"/>
                </a:lnTo>
                <a:lnTo>
                  <a:pt x="79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4"/>
                </a:lnTo>
                <a:lnTo>
                  <a:pt x="78" y="33"/>
                </a:lnTo>
                <a:lnTo>
                  <a:pt x="78" y="33"/>
                </a:lnTo>
                <a:lnTo>
                  <a:pt x="78" y="33"/>
                </a:lnTo>
                <a:lnTo>
                  <a:pt x="78" y="34"/>
                </a:lnTo>
                <a:lnTo>
                  <a:pt x="78" y="34"/>
                </a:lnTo>
                <a:close/>
                <a:moveTo>
                  <a:pt x="80" y="31"/>
                </a:move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306C42AD-3FAC-1E8C-E7AE-D1855BF665E4}"/>
              </a:ext>
            </a:extLst>
          </p:cNvPr>
          <p:cNvSpPr>
            <a:spLocks noEditPoints="1"/>
          </p:cNvSpPr>
          <p:nvPr/>
        </p:nvSpPr>
        <p:spPr bwMode="auto">
          <a:xfrm>
            <a:off x="13179043" y="4505947"/>
            <a:ext cx="620659" cy="301887"/>
          </a:xfrm>
          <a:custGeom>
            <a:avLst/>
            <a:gdLst>
              <a:gd name="T0" fmla="*/ 917 w 919"/>
              <a:gd name="T1" fmla="*/ 15 h 447"/>
              <a:gd name="T2" fmla="*/ 919 w 919"/>
              <a:gd name="T3" fmla="*/ 28 h 447"/>
              <a:gd name="T4" fmla="*/ 918 w 919"/>
              <a:gd name="T5" fmla="*/ 46 h 447"/>
              <a:gd name="T6" fmla="*/ 915 w 919"/>
              <a:gd name="T7" fmla="*/ 71 h 447"/>
              <a:gd name="T8" fmla="*/ 911 w 919"/>
              <a:gd name="T9" fmla="*/ 89 h 447"/>
              <a:gd name="T10" fmla="*/ 906 w 919"/>
              <a:gd name="T11" fmla="*/ 100 h 447"/>
              <a:gd name="T12" fmla="*/ 900 w 919"/>
              <a:gd name="T13" fmla="*/ 110 h 447"/>
              <a:gd name="T14" fmla="*/ 893 w 919"/>
              <a:gd name="T15" fmla="*/ 119 h 447"/>
              <a:gd name="T16" fmla="*/ 883 w 919"/>
              <a:gd name="T17" fmla="*/ 128 h 447"/>
              <a:gd name="T18" fmla="*/ 869 w 919"/>
              <a:gd name="T19" fmla="*/ 138 h 447"/>
              <a:gd name="T20" fmla="*/ 844 w 919"/>
              <a:gd name="T21" fmla="*/ 151 h 447"/>
              <a:gd name="T22" fmla="*/ 818 w 919"/>
              <a:gd name="T23" fmla="*/ 164 h 447"/>
              <a:gd name="T24" fmla="*/ 790 w 919"/>
              <a:gd name="T25" fmla="*/ 175 h 447"/>
              <a:gd name="T26" fmla="*/ 763 w 919"/>
              <a:gd name="T27" fmla="*/ 183 h 447"/>
              <a:gd name="T28" fmla="*/ 724 w 919"/>
              <a:gd name="T29" fmla="*/ 195 h 447"/>
              <a:gd name="T30" fmla="*/ 658 w 919"/>
              <a:gd name="T31" fmla="*/ 213 h 447"/>
              <a:gd name="T32" fmla="*/ 587 w 919"/>
              <a:gd name="T33" fmla="*/ 233 h 447"/>
              <a:gd name="T34" fmla="*/ 518 w 919"/>
              <a:gd name="T35" fmla="*/ 255 h 447"/>
              <a:gd name="T36" fmla="*/ 452 w 919"/>
              <a:gd name="T37" fmla="*/ 276 h 447"/>
              <a:gd name="T38" fmla="*/ 381 w 919"/>
              <a:gd name="T39" fmla="*/ 300 h 447"/>
              <a:gd name="T40" fmla="*/ 312 w 919"/>
              <a:gd name="T41" fmla="*/ 325 h 447"/>
              <a:gd name="T42" fmla="*/ 251 w 919"/>
              <a:gd name="T43" fmla="*/ 347 h 447"/>
              <a:gd name="T44" fmla="*/ 186 w 919"/>
              <a:gd name="T45" fmla="*/ 370 h 447"/>
              <a:gd name="T46" fmla="*/ 121 w 919"/>
              <a:gd name="T47" fmla="*/ 393 h 447"/>
              <a:gd name="T48" fmla="*/ 100 w 919"/>
              <a:gd name="T49" fmla="*/ 402 h 447"/>
              <a:gd name="T50" fmla="*/ 84 w 919"/>
              <a:gd name="T51" fmla="*/ 412 h 447"/>
              <a:gd name="T52" fmla="*/ 52 w 919"/>
              <a:gd name="T53" fmla="*/ 432 h 447"/>
              <a:gd name="T54" fmla="*/ 38 w 919"/>
              <a:gd name="T55" fmla="*/ 440 h 447"/>
              <a:gd name="T56" fmla="*/ 26 w 919"/>
              <a:gd name="T57" fmla="*/ 444 h 447"/>
              <a:gd name="T58" fmla="*/ 14 w 919"/>
              <a:gd name="T59" fmla="*/ 447 h 447"/>
              <a:gd name="T60" fmla="*/ 11 w 919"/>
              <a:gd name="T61" fmla="*/ 426 h 447"/>
              <a:gd name="T62" fmla="*/ 14 w 919"/>
              <a:gd name="T63" fmla="*/ 425 h 447"/>
              <a:gd name="T64" fmla="*/ 23 w 919"/>
              <a:gd name="T65" fmla="*/ 422 h 447"/>
              <a:gd name="T66" fmla="*/ 33 w 919"/>
              <a:gd name="T67" fmla="*/ 417 h 447"/>
              <a:gd name="T68" fmla="*/ 53 w 919"/>
              <a:gd name="T69" fmla="*/ 405 h 447"/>
              <a:gd name="T70" fmla="*/ 83 w 919"/>
              <a:gd name="T71" fmla="*/ 384 h 447"/>
              <a:gd name="T72" fmla="*/ 93 w 919"/>
              <a:gd name="T73" fmla="*/ 379 h 447"/>
              <a:gd name="T74" fmla="*/ 145 w 919"/>
              <a:gd name="T75" fmla="*/ 354 h 447"/>
              <a:gd name="T76" fmla="*/ 207 w 919"/>
              <a:gd name="T77" fmla="*/ 325 h 447"/>
              <a:gd name="T78" fmla="*/ 267 w 919"/>
              <a:gd name="T79" fmla="*/ 299 h 447"/>
              <a:gd name="T80" fmla="*/ 332 w 919"/>
              <a:gd name="T81" fmla="*/ 274 h 447"/>
              <a:gd name="T82" fmla="*/ 403 w 919"/>
              <a:gd name="T83" fmla="*/ 248 h 447"/>
              <a:gd name="T84" fmla="*/ 469 w 919"/>
              <a:gd name="T85" fmla="*/ 226 h 447"/>
              <a:gd name="T86" fmla="*/ 540 w 919"/>
              <a:gd name="T87" fmla="*/ 203 h 447"/>
              <a:gd name="T88" fmla="*/ 611 w 919"/>
              <a:gd name="T89" fmla="*/ 182 h 447"/>
              <a:gd name="T90" fmla="*/ 683 w 919"/>
              <a:gd name="T91" fmla="*/ 162 h 447"/>
              <a:gd name="T92" fmla="*/ 697 w 919"/>
              <a:gd name="T93" fmla="*/ 149 h 447"/>
              <a:gd name="T94" fmla="*/ 725 w 919"/>
              <a:gd name="T95" fmla="*/ 127 h 447"/>
              <a:gd name="T96" fmla="*/ 806 w 919"/>
              <a:gd name="T97" fmla="*/ 61 h 447"/>
              <a:gd name="T98" fmla="*/ 841 w 919"/>
              <a:gd name="T99" fmla="*/ 33 h 447"/>
              <a:gd name="T100" fmla="*/ 868 w 919"/>
              <a:gd name="T101" fmla="*/ 14 h 447"/>
              <a:gd name="T102" fmla="*/ 882 w 919"/>
              <a:gd name="T103" fmla="*/ 5 h 447"/>
              <a:gd name="T104" fmla="*/ 870 w 919"/>
              <a:gd name="T105" fmla="*/ 64 h 447"/>
              <a:gd name="T106" fmla="*/ 842 w 919"/>
              <a:gd name="T107" fmla="*/ 87 h 447"/>
              <a:gd name="T108" fmla="*/ 794 w 919"/>
              <a:gd name="T109" fmla="*/ 127 h 447"/>
              <a:gd name="T110" fmla="*/ 818 w 919"/>
              <a:gd name="T111" fmla="*/ 118 h 447"/>
              <a:gd name="T112" fmla="*/ 840 w 919"/>
              <a:gd name="T113" fmla="*/ 106 h 447"/>
              <a:gd name="T114" fmla="*/ 854 w 919"/>
              <a:gd name="T115" fmla="*/ 97 h 447"/>
              <a:gd name="T116" fmla="*/ 860 w 919"/>
              <a:gd name="T117" fmla="*/ 92 h 447"/>
              <a:gd name="T118" fmla="*/ 865 w 919"/>
              <a:gd name="T119" fmla="*/ 87 h 447"/>
              <a:gd name="T120" fmla="*/ 868 w 919"/>
              <a:gd name="T121" fmla="*/ 81 h 447"/>
              <a:gd name="T122" fmla="*/ 871 w 919"/>
              <a:gd name="T123" fmla="*/ 68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19" h="447">
                <a:moveTo>
                  <a:pt x="897" y="0"/>
                </a:moveTo>
                <a:lnTo>
                  <a:pt x="900" y="0"/>
                </a:lnTo>
                <a:lnTo>
                  <a:pt x="902" y="1"/>
                </a:lnTo>
                <a:lnTo>
                  <a:pt x="905" y="2"/>
                </a:lnTo>
                <a:lnTo>
                  <a:pt x="907" y="3"/>
                </a:lnTo>
                <a:lnTo>
                  <a:pt x="909" y="4"/>
                </a:lnTo>
                <a:lnTo>
                  <a:pt x="910" y="6"/>
                </a:lnTo>
                <a:lnTo>
                  <a:pt x="912" y="7"/>
                </a:lnTo>
                <a:lnTo>
                  <a:pt x="913" y="8"/>
                </a:lnTo>
                <a:lnTo>
                  <a:pt x="914" y="9"/>
                </a:lnTo>
                <a:lnTo>
                  <a:pt x="914" y="10"/>
                </a:lnTo>
                <a:lnTo>
                  <a:pt x="915" y="11"/>
                </a:lnTo>
                <a:lnTo>
                  <a:pt x="915" y="12"/>
                </a:lnTo>
                <a:lnTo>
                  <a:pt x="916" y="13"/>
                </a:lnTo>
                <a:lnTo>
                  <a:pt x="916" y="14"/>
                </a:lnTo>
                <a:lnTo>
                  <a:pt x="917" y="15"/>
                </a:lnTo>
                <a:lnTo>
                  <a:pt x="917" y="16"/>
                </a:lnTo>
                <a:lnTo>
                  <a:pt x="917" y="17"/>
                </a:lnTo>
                <a:lnTo>
                  <a:pt x="918" y="18"/>
                </a:lnTo>
                <a:lnTo>
                  <a:pt x="918" y="19"/>
                </a:lnTo>
                <a:lnTo>
                  <a:pt x="918" y="20"/>
                </a:lnTo>
                <a:lnTo>
                  <a:pt x="918" y="21"/>
                </a:lnTo>
                <a:lnTo>
                  <a:pt x="918" y="22"/>
                </a:lnTo>
                <a:lnTo>
                  <a:pt x="918" y="22"/>
                </a:lnTo>
                <a:lnTo>
                  <a:pt x="918" y="23"/>
                </a:lnTo>
                <a:lnTo>
                  <a:pt x="918" y="24"/>
                </a:lnTo>
                <a:lnTo>
                  <a:pt x="918" y="24"/>
                </a:lnTo>
                <a:lnTo>
                  <a:pt x="918" y="25"/>
                </a:lnTo>
                <a:lnTo>
                  <a:pt x="919" y="26"/>
                </a:lnTo>
                <a:lnTo>
                  <a:pt x="919" y="26"/>
                </a:lnTo>
                <a:lnTo>
                  <a:pt x="919" y="27"/>
                </a:lnTo>
                <a:lnTo>
                  <a:pt x="919" y="28"/>
                </a:lnTo>
                <a:lnTo>
                  <a:pt x="919" y="28"/>
                </a:lnTo>
                <a:lnTo>
                  <a:pt x="919" y="29"/>
                </a:lnTo>
                <a:lnTo>
                  <a:pt x="919" y="29"/>
                </a:lnTo>
                <a:lnTo>
                  <a:pt x="919" y="29"/>
                </a:lnTo>
                <a:lnTo>
                  <a:pt x="919" y="30"/>
                </a:lnTo>
                <a:lnTo>
                  <a:pt x="919" y="32"/>
                </a:lnTo>
                <a:lnTo>
                  <a:pt x="918" y="33"/>
                </a:lnTo>
                <a:lnTo>
                  <a:pt x="918" y="34"/>
                </a:lnTo>
                <a:lnTo>
                  <a:pt x="918" y="36"/>
                </a:lnTo>
                <a:lnTo>
                  <a:pt x="918" y="37"/>
                </a:lnTo>
                <a:lnTo>
                  <a:pt x="918" y="39"/>
                </a:lnTo>
                <a:lnTo>
                  <a:pt x="918" y="40"/>
                </a:lnTo>
                <a:lnTo>
                  <a:pt x="918" y="42"/>
                </a:lnTo>
                <a:lnTo>
                  <a:pt x="918" y="43"/>
                </a:lnTo>
                <a:lnTo>
                  <a:pt x="918" y="45"/>
                </a:lnTo>
                <a:lnTo>
                  <a:pt x="918" y="46"/>
                </a:lnTo>
                <a:lnTo>
                  <a:pt x="917" y="48"/>
                </a:lnTo>
                <a:lnTo>
                  <a:pt x="917" y="49"/>
                </a:lnTo>
                <a:lnTo>
                  <a:pt x="917" y="51"/>
                </a:lnTo>
                <a:lnTo>
                  <a:pt x="917" y="53"/>
                </a:lnTo>
                <a:lnTo>
                  <a:pt x="917" y="54"/>
                </a:lnTo>
                <a:lnTo>
                  <a:pt x="917" y="56"/>
                </a:lnTo>
                <a:lnTo>
                  <a:pt x="916" y="57"/>
                </a:lnTo>
                <a:lnTo>
                  <a:pt x="916" y="59"/>
                </a:lnTo>
                <a:lnTo>
                  <a:pt x="916" y="60"/>
                </a:lnTo>
                <a:lnTo>
                  <a:pt x="916" y="61"/>
                </a:lnTo>
                <a:lnTo>
                  <a:pt x="916" y="63"/>
                </a:lnTo>
                <a:lnTo>
                  <a:pt x="915" y="64"/>
                </a:lnTo>
                <a:lnTo>
                  <a:pt x="915" y="66"/>
                </a:lnTo>
                <a:lnTo>
                  <a:pt x="915" y="68"/>
                </a:lnTo>
                <a:lnTo>
                  <a:pt x="915" y="69"/>
                </a:lnTo>
                <a:lnTo>
                  <a:pt x="915" y="71"/>
                </a:lnTo>
                <a:lnTo>
                  <a:pt x="914" y="72"/>
                </a:lnTo>
                <a:lnTo>
                  <a:pt x="914" y="74"/>
                </a:lnTo>
                <a:lnTo>
                  <a:pt x="914" y="75"/>
                </a:lnTo>
                <a:lnTo>
                  <a:pt x="914" y="76"/>
                </a:lnTo>
                <a:lnTo>
                  <a:pt x="913" y="78"/>
                </a:lnTo>
                <a:lnTo>
                  <a:pt x="913" y="79"/>
                </a:lnTo>
                <a:lnTo>
                  <a:pt x="913" y="80"/>
                </a:lnTo>
                <a:lnTo>
                  <a:pt x="913" y="82"/>
                </a:lnTo>
                <a:lnTo>
                  <a:pt x="913" y="83"/>
                </a:lnTo>
                <a:lnTo>
                  <a:pt x="912" y="84"/>
                </a:lnTo>
                <a:lnTo>
                  <a:pt x="912" y="85"/>
                </a:lnTo>
                <a:lnTo>
                  <a:pt x="912" y="87"/>
                </a:lnTo>
                <a:lnTo>
                  <a:pt x="912" y="88"/>
                </a:lnTo>
                <a:lnTo>
                  <a:pt x="911" y="88"/>
                </a:lnTo>
                <a:lnTo>
                  <a:pt x="911" y="89"/>
                </a:lnTo>
                <a:lnTo>
                  <a:pt x="911" y="89"/>
                </a:lnTo>
                <a:lnTo>
                  <a:pt x="911" y="90"/>
                </a:lnTo>
                <a:lnTo>
                  <a:pt x="911" y="90"/>
                </a:lnTo>
                <a:lnTo>
                  <a:pt x="911" y="91"/>
                </a:lnTo>
                <a:lnTo>
                  <a:pt x="910" y="91"/>
                </a:lnTo>
                <a:lnTo>
                  <a:pt x="910" y="92"/>
                </a:lnTo>
                <a:lnTo>
                  <a:pt x="910" y="93"/>
                </a:lnTo>
                <a:lnTo>
                  <a:pt x="910" y="93"/>
                </a:lnTo>
                <a:lnTo>
                  <a:pt x="909" y="94"/>
                </a:lnTo>
                <a:lnTo>
                  <a:pt x="909" y="95"/>
                </a:lnTo>
                <a:lnTo>
                  <a:pt x="909" y="96"/>
                </a:lnTo>
                <a:lnTo>
                  <a:pt x="908" y="97"/>
                </a:lnTo>
                <a:lnTo>
                  <a:pt x="908" y="98"/>
                </a:lnTo>
                <a:lnTo>
                  <a:pt x="907" y="98"/>
                </a:lnTo>
                <a:lnTo>
                  <a:pt x="907" y="99"/>
                </a:lnTo>
                <a:lnTo>
                  <a:pt x="907" y="100"/>
                </a:lnTo>
                <a:lnTo>
                  <a:pt x="906" y="100"/>
                </a:lnTo>
                <a:lnTo>
                  <a:pt x="906" y="101"/>
                </a:lnTo>
                <a:lnTo>
                  <a:pt x="905" y="102"/>
                </a:lnTo>
                <a:lnTo>
                  <a:pt x="905" y="102"/>
                </a:lnTo>
                <a:lnTo>
                  <a:pt x="905" y="103"/>
                </a:lnTo>
                <a:lnTo>
                  <a:pt x="904" y="103"/>
                </a:lnTo>
                <a:lnTo>
                  <a:pt x="904" y="104"/>
                </a:lnTo>
                <a:lnTo>
                  <a:pt x="903" y="105"/>
                </a:lnTo>
                <a:lnTo>
                  <a:pt x="903" y="105"/>
                </a:lnTo>
                <a:lnTo>
                  <a:pt x="903" y="106"/>
                </a:lnTo>
                <a:lnTo>
                  <a:pt x="902" y="107"/>
                </a:lnTo>
                <a:lnTo>
                  <a:pt x="902" y="107"/>
                </a:lnTo>
                <a:lnTo>
                  <a:pt x="901" y="108"/>
                </a:lnTo>
                <a:lnTo>
                  <a:pt x="901" y="109"/>
                </a:lnTo>
                <a:lnTo>
                  <a:pt x="900" y="109"/>
                </a:lnTo>
                <a:lnTo>
                  <a:pt x="900" y="110"/>
                </a:lnTo>
                <a:lnTo>
                  <a:pt x="900" y="110"/>
                </a:lnTo>
                <a:lnTo>
                  <a:pt x="899" y="111"/>
                </a:lnTo>
                <a:lnTo>
                  <a:pt x="899" y="112"/>
                </a:lnTo>
                <a:lnTo>
                  <a:pt x="898" y="112"/>
                </a:lnTo>
                <a:lnTo>
                  <a:pt x="898" y="113"/>
                </a:lnTo>
                <a:lnTo>
                  <a:pt x="897" y="114"/>
                </a:lnTo>
                <a:lnTo>
                  <a:pt x="897" y="114"/>
                </a:lnTo>
                <a:lnTo>
                  <a:pt x="897" y="115"/>
                </a:lnTo>
                <a:lnTo>
                  <a:pt x="897" y="116"/>
                </a:lnTo>
                <a:lnTo>
                  <a:pt x="896" y="116"/>
                </a:lnTo>
                <a:lnTo>
                  <a:pt x="896" y="116"/>
                </a:lnTo>
                <a:lnTo>
                  <a:pt x="896" y="117"/>
                </a:lnTo>
                <a:lnTo>
                  <a:pt x="895" y="117"/>
                </a:lnTo>
                <a:lnTo>
                  <a:pt x="895" y="118"/>
                </a:lnTo>
                <a:lnTo>
                  <a:pt x="894" y="118"/>
                </a:lnTo>
                <a:lnTo>
                  <a:pt x="894" y="118"/>
                </a:lnTo>
                <a:lnTo>
                  <a:pt x="893" y="119"/>
                </a:lnTo>
                <a:lnTo>
                  <a:pt x="892" y="119"/>
                </a:lnTo>
                <a:lnTo>
                  <a:pt x="892" y="120"/>
                </a:lnTo>
                <a:lnTo>
                  <a:pt x="891" y="121"/>
                </a:lnTo>
                <a:lnTo>
                  <a:pt x="891" y="121"/>
                </a:lnTo>
                <a:lnTo>
                  <a:pt x="890" y="122"/>
                </a:lnTo>
                <a:lnTo>
                  <a:pt x="890" y="122"/>
                </a:lnTo>
                <a:lnTo>
                  <a:pt x="889" y="123"/>
                </a:lnTo>
                <a:lnTo>
                  <a:pt x="888" y="124"/>
                </a:lnTo>
                <a:lnTo>
                  <a:pt x="888" y="124"/>
                </a:lnTo>
                <a:lnTo>
                  <a:pt x="887" y="125"/>
                </a:lnTo>
                <a:lnTo>
                  <a:pt x="887" y="125"/>
                </a:lnTo>
                <a:lnTo>
                  <a:pt x="886" y="126"/>
                </a:lnTo>
                <a:lnTo>
                  <a:pt x="885" y="127"/>
                </a:lnTo>
                <a:lnTo>
                  <a:pt x="885" y="127"/>
                </a:lnTo>
                <a:lnTo>
                  <a:pt x="884" y="128"/>
                </a:lnTo>
                <a:lnTo>
                  <a:pt x="883" y="128"/>
                </a:lnTo>
                <a:lnTo>
                  <a:pt x="883" y="129"/>
                </a:lnTo>
                <a:lnTo>
                  <a:pt x="882" y="129"/>
                </a:lnTo>
                <a:lnTo>
                  <a:pt x="881" y="130"/>
                </a:lnTo>
                <a:lnTo>
                  <a:pt x="881" y="130"/>
                </a:lnTo>
                <a:lnTo>
                  <a:pt x="880" y="131"/>
                </a:lnTo>
                <a:lnTo>
                  <a:pt x="879" y="131"/>
                </a:lnTo>
                <a:lnTo>
                  <a:pt x="879" y="132"/>
                </a:lnTo>
                <a:lnTo>
                  <a:pt x="878" y="132"/>
                </a:lnTo>
                <a:lnTo>
                  <a:pt x="877" y="133"/>
                </a:lnTo>
                <a:lnTo>
                  <a:pt x="876" y="133"/>
                </a:lnTo>
                <a:lnTo>
                  <a:pt x="876" y="134"/>
                </a:lnTo>
                <a:lnTo>
                  <a:pt x="875" y="134"/>
                </a:lnTo>
                <a:lnTo>
                  <a:pt x="873" y="135"/>
                </a:lnTo>
                <a:lnTo>
                  <a:pt x="872" y="136"/>
                </a:lnTo>
                <a:lnTo>
                  <a:pt x="870" y="137"/>
                </a:lnTo>
                <a:lnTo>
                  <a:pt x="869" y="138"/>
                </a:lnTo>
                <a:lnTo>
                  <a:pt x="868" y="139"/>
                </a:lnTo>
                <a:lnTo>
                  <a:pt x="867" y="140"/>
                </a:lnTo>
                <a:lnTo>
                  <a:pt x="865" y="141"/>
                </a:lnTo>
                <a:lnTo>
                  <a:pt x="863" y="142"/>
                </a:lnTo>
                <a:lnTo>
                  <a:pt x="862" y="143"/>
                </a:lnTo>
                <a:lnTo>
                  <a:pt x="860" y="144"/>
                </a:lnTo>
                <a:lnTo>
                  <a:pt x="859" y="145"/>
                </a:lnTo>
                <a:lnTo>
                  <a:pt x="857" y="146"/>
                </a:lnTo>
                <a:lnTo>
                  <a:pt x="855" y="146"/>
                </a:lnTo>
                <a:lnTo>
                  <a:pt x="854" y="147"/>
                </a:lnTo>
                <a:lnTo>
                  <a:pt x="852" y="147"/>
                </a:lnTo>
                <a:lnTo>
                  <a:pt x="850" y="148"/>
                </a:lnTo>
                <a:lnTo>
                  <a:pt x="849" y="149"/>
                </a:lnTo>
                <a:lnTo>
                  <a:pt x="847" y="150"/>
                </a:lnTo>
                <a:lnTo>
                  <a:pt x="845" y="151"/>
                </a:lnTo>
                <a:lnTo>
                  <a:pt x="844" y="151"/>
                </a:lnTo>
                <a:lnTo>
                  <a:pt x="842" y="152"/>
                </a:lnTo>
                <a:lnTo>
                  <a:pt x="840" y="153"/>
                </a:lnTo>
                <a:lnTo>
                  <a:pt x="839" y="154"/>
                </a:lnTo>
                <a:lnTo>
                  <a:pt x="838" y="155"/>
                </a:lnTo>
                <a:lnTo>
                  <a:pt x="836" y="155"/>
                </a:lnTo>
                <a:lnTo>
                  <a:pt x="835" y="156"/>
                </a:lnTo>
                <a:lnTo>
                  <a:pt x="833" y="157"/>
                </a:lnTo>
                <a:lnTo>
                  <a:pt x="831" y="158"/>
                </a:lnTo>
                <a:lnTo>
                  <a:pt x="830" y="159"/>
                </a:lnTo>
                <a:lnTo>
                  <a:pt x="828" y="159"/>
                </a:lnTo>
                <a:lnTo>
                  <a:pt x="826" y="160"/>
                </a:lnTo>
                <a:lnTo>
                  <a:pt x="824" y="161"/>
                </a:lnTo>
                <a:lnTo>
                  <a:pt x="823" y="162"/>
                </a:lnTo>
                <a:lnTo>
                  <a:pt x="821" y="162"/>
                </a:lnTo>
                <a:lnTo>
                  <a:pt x="819" y="163"/>
                </a:lnTo>
                <a:lnTo>
                  <a:pt x="818" y="164"/>
                </a:lnTo>
                <a:lnTo>
                  <a:pt x="816" y="164"/>
                </a:lnTo>
                <a:lnTo>
                  <a:pt x="814" y="165"/>
                </a:lnTo>
                <a:lnTo>
                  <a:pt x="812" y="166"/>
                </a:lnTo>
                <a:lnTo>
                  <a:pt x="811" y="167"/>
                </a:lnTo>
                <a:lnTo>
                  <a:pt x="810" y="167"/>
                </a:lnTo>
                <a:lnTo>
                  <a:pt x="808" y="168"/>
                </a:lnTo>
                <a:lnTo>
                  <a:pt x="806" y="169"/>
                </a:lnTo>
                <a:lnTo>
                  <a:pt x="805" y="169"/>
                </a:lnTo>
                <a:lnTo>
                  <a:pt x="803" y="170"/>
                </a:lnTo>
                <a:lnTo>
                  <a:pt x="801" y="171"/>
                </a:lnTo>
                <a:lnTo>
                  <a:pt x="799" y="171"/>
                </a:lnTo>
                <a:lnTo>
                  <a:pt x="798" y="172"/>
                </a:lnTo>
                <a:lnTo>
                  <a:pt x="796" y="173"/>
                </a:lnTo>
                <a:lnTo>
                  <a:pt x="794" y="173"/>
                </a:lnTo>
                <a:lnTo>
                  <a:pt x="792" y="174"/>
                </a:lnTo>
                <a:lnTo>
                  <a:pt x="790" y="175"/>
                </a:lnTo>
                <a:lnTo>
                  <a:pt x="789" y="175"/>
                </a:lnTo>
                <a:lnTo>
                  <a:pt x="787" y="176"/>
                </a:lnTo>
                <a:lnTo>
                  <a:pt x="785" y="176"/>
                </a:lnTo>
                <a:lnTo>
                  <a:pt x="783" y="177"/>
                </a:lnTo>
                <a:lnTo>
                  <a:pt x="782" y="177"/>
                </a:lnTo>
                <a:lnTo>
                  <a:pt x="781" y="177"/>
                </a:lnTo>
                <a:lnTo>
                  <a:pt x="779" y="178"/>
                </a:lnTo>
                <a:lnTo>
                  <a:pt x="777" y="178"/>
                </a:lnTo>
                <a:lnTo>
                  <a:pt x="775" y="179"/>
                </a:lnTo>
                <a:lnTo>
                  <a:pt x="774" y="180"/>
                </a:lnTo>
                <a:lnTo>
                  <a:pt x="772" y="180"/>
                </a:lnTo>
                <a:lnTo>
                  <a:pt x="770" y="181"/>
                </a:lnTo>
                <a:lnTo>
                  <a:pt x="768" y="181"/>
                </a:lnTo>
                <a:lnTo>
                  <a:pt x="766" y="182"/>
                </a:lnTo>
                <a:lnTo>
                  <a:pt x="765" y="183"/>
                </a:lnTo>
                <a:lnTo>
                  <a:pt x="763" y="183"/>
                </a:lnTo>
                <a:lnTo>
                  <a:pt x="761" y="184"/>
                </a:lnTo>
                <a:lnTo>
                  <a:pt x="759" y="184"/>
                </a:lnTo>
                <a:lnTo>
                  <a:pt x="757" y="185"/>
                </a:lnTo>
                <a:lnTo>
                  <a:pt x="756" y="185"/>
                </a:lnTo>
                <a:lnTo>
                  <a:pt x="754" y="186"/>
                </a:lnTo>
                <a:lnTo>
                  <a:pt x="753" y="186"/>
                </a:lnTo>
                <a:lnTo>
                  <a:pt x="753" y="186"/>
                </a:lnTo>
                <a:lnTo>
                  <a:pt x="751" y="187"/>
                </a:lnTo>
                <a:lnTo>
                  <a:pt x="749" y="188"/>
                </a:lnTo>
                <a:lnTo>
                  <a:pt x="746" y="189"/>
                </a:lnTo>
                <a:lnTo>
                  <a:pt x="742" y="190"/>
                </a:lnTo>
                <a:lnTo>
                  <a:pt x="739" y="191"/>
                </a:lnTo>
                <a:lnTo>
                  <a:pt x="735" y="192"/>
                </a:lnTo>
                <a:lnTo>
                  <a:pt x="732" y="193"/>
                </a:lnTo>
                <a:lnTo>
                  <a:pt x="728" y="194"/>
                </a:lnTo>
                <a:lnTo>
                  <a:pt x="724" y="195"/>
                </a:lnTo>
                <a:lnTo>
                  <a:pt x="722" y="196"/>
                </a:lnTo>
                <a:lnTo>
                  <a:pt x="718" y="197"/>
                </a:lnTo>
                <a:lnTo>
                  <a:pt x="715" y="198"/>
                </a:lnTo>
                <a:lnTo>
                  <a:pt x="711" y="199"/>
                </a:lnTo>
                <a:lnTo>
                  <a:pt x="708" y="200"/>
                </a:lnTo>
                <a:lnTo>
                  <a:pt x="704" y="201"/>
                </a:lnTo>
                <a:lnTo>
                  <a:pt x="701" y="202"/>
                </a:lnTo>
                <a:lnTo>
                  <a:pt x="695" y="203"/>
                </a:lnTo>
                <a:lnTo>
                  <a:pt x="688" y="205"/>
                </a:lnTo>
                <a:lnTo>
                  <a:pt x="681" y="206"/>
                </a:lnTo>
                <a:lnTo>
                  <a:pt x="675" y="208"/>
                </a:lnTo>
                <a:lnTo>
                  <a:pt x="671" y="209"/>
                </a:lnTo>
                <a:lnTo>
                  <a:pt x="668" y="210"/>
                </a:lnTo>
                <a:lnTo>
                  <a:pt x="666" y="211"/>
                </a:lnTo>
                <a:lnTo>
                  <a:pt x="662" y="211"/>
                </a:lnTo>
                <a:lnTo>
                  <a:pt x="658" y="213"/>
                </a:lnTo>
                <a:lnTo>
                  <a:pt x="653" y="214"/>
                </a:lnTo>
                <a:lnTo>
                  <a:pt x="649" y="215"/>
                </a:lnTo>
                <a:lnTo>
                  <a:pt x="644" y="216"/>
                </a:lnTo>
                <a:lnTo>
                  <a:pt x="640" y="218"/>
                </a:lnTo>
                <a:lnTo>
                  <a:pt x="636" y="219"/>
                </a:lnTo>
                <a:lnTo>
                  <a:pt x="632" y="220"/>
                </a:lnTo>
                <a:lnTo>
                  <a:pt x="627" y="222"/>
                </a:lnTo>
                <a:lnTo>
                  <a:pt x="623" y="223"/>
                </a:lnTo>
                <a:lnTo>
                  <a:pt x="618" y="224"/>
                </a:lnTo>
                <a:lnTo>
                  <a:pt x="614" y="225"/>
                </a:lnTo>
                <a:lnTo>
                  <a:pt x="610" y="227"/>
                </a:lnTo>
                <a:lnTo>
                  <a:pt x="606" y="228"/>
                </a:lnTo>
                <a:lnTo>
                  <a:pt x="601" y="229"/>
                </a:lnTo>
                <a:lnTo>
                  <a:pt x="597" y="231"/>
                </a:lnTo>
                <a:lnTo>
                  <a:pt x="592" y="232"/>
                </a:lnTo>
                <a:lnTo>
                  <a:pt x="587" y="233"/>
                </a:lnTo>
                <a:lnTo>
                  <a:pt x="583" y="235"/>
                </a:lnTo>
                <a:lnTo>
                  <a:pt x="579" y="236"/>
                </a:lnTo>
                <a:lnTo>
                  <a:pt x="575" y="236"/>
                </a:lnTo>
                <a:lnTo>
                  <a:pt x="570" y="238"/>
                </a:lnTo>
                <a:lnTo>
                  <a:pt x="566" y="239"/>
                </a:lnTo>
                <a:lnTo>
                  <a:pt x="561" y="241"/>
                </a:lnTo>
                <a:lnTo>
                  <a:pt x="557" y="242"/>
                </a:lnTo>
                <a:lnTo>
                  <a:pt x="552" y="243"/>
                </a:lnTo>
                <a:lnTo>
                  <a:pt x="549" y="245"/>
                </a:lnTo>
                <a:lnTo>
                  <a:pt x="544" y="246"/>
                </a:lnTo>
                <a:lnTo>
                  <a:pt x="540" y="248"/>
                </a:lnTo>
                <a:lnTo>
                  <a:pt x="535" y="249"/>
                </a:lnTo>
                <a:lnTo>
                  <a:pt x="530" y="251"/>
                </a:lnTo>
                <a:lnTo>
                  <a:pt x="526" y="252"/>
                </a:lnTo>
                <a:lnTo>
                  <a:pt x="522" y="253"/>
                </a:lnTo>
                <a:lnTo>
                  <a:pt x="518" y="255"/>
                </a:lnTo>
                <a:lnTo>
                  <a:pt x="513" y="256"/>
                </a:lnTo>
                <a:lnTo>
                  <a:pt x="509" y="258"/>
                </a:lnTo>
                <a:lnTo>
                  <a:pt x="504" y="259"/>
                </a:lnTo>
                <a:lnTo>
                  <a:pt x="500" y="261"/>
                </a:lnTo>
                <a:lnTo>
                  <a:pt x="495" y="262"/>
                </a:lnTo>
                <a:lnTo>
                  <a:pt x="492" y="264"/>
                </a:lnTo>
                <a:lnTo>
                  <a:pt x="487" y="265"/>
                </a:lnTo>
                <a:lnTo>
                  <a:pt x="482" y="266"/>
                </a:lnTo>
                <a:lnTo>
                  <a:pt x="479" y="267"/>
                </a:lnTo>
                <a:lnTo>
                  <a:pt x="478" y="267"/>
                </a:lnTo>
                <a:lnTo>
                  <a:pt x="473" y="269"/>
                </a:lnTo>
                <a:lnTo>
                  <a:pt x="469" y="270"/>
                </a:lnTo>
                <a:lnTo>
                  <a:pt x="465" y="272"/>
                </a:lnTo>
                <a:lnTo>
                  <a:pt x="461" y="273"/>
                </a:lnTo>
                <a:lnTo>
                  <a:pt x="456" y="275"/>
                </a:lnTo>
                <a:lnTo>
                  <a:pt x="452" y="276"/>
                </a:lnTo>
                <a:lnTo>
                  <a:pt x="447" y="278"/>
                </a:lnTo>
                <a:lnTo>
                  <a:pt x="443" y="279"/>
                </a:lnTo>
                <a:lnTo>
                  <a:pt x="438" y="281"/>
                </a:lnTo>
                <a:lnTo>
                  <a:pt x="434" y="282"/>
                </a:lnTo>
                <a:lnTo>
                  <a:pt x="430" y="284"/>
                </a:lnTo>
                <a:lnTo>
                  <a:pt x="425" y="285"/>
                </a:lnTo>
                <a:lnTo>
                  <a:pt x="421" y="287"/>
                </a:lnTo>
                <a:lnTo>
                  <a:pt x="416" y="289"/>
                </a:lnTo>
                <a:lnTo>
                  <a:pt x="412" y="290"/>
                </a:lnTo>
                <a:lnTo>
                  <a:pt x="407" y="292"/>
                </a:lnTo>
                <a:lnTo>
                  <a:pt x="404" y="293"/>
                </a:lnTo>
                <a:lnTo>
                  <a:pt x="399" y="295"/>
                </a:lnTo>
                <a:lnTo>
                  <a:pt x="395" y="295"/>
                </a:lnTo>
                <a:lnTo>
                  <a:pt x="390" y="297"/>
                </a:lnTo>
                <a:lnTo>
                  <a:pt x="386" y="299"/>
                </a:lnTo>
                <a:lnTo>
                  <a:pt x="381" y="300"/>
                </a:lnTo>
                <a:lnTo>
                  <a:pt x="378" y="302"/>
                </a:lnTo>
                <a:lnTo>
                  <a:pt x="373" y="303"/>
                </a:lnTo>
                <a:lnTo>
                  <a:pt x="369" y="305"/>
                </a:lnTo>
                <a:lnTo>
                  <a:pt x="364" y="307"/>
                </a:lnTo>
                <a:lnTo>
                  <a:pt x="360" y="308"/>
                </a:lnTo>
                <a:lnTo>
                  <a:pt x="355" y="310"/>
                </a:lnTo>
                <a:lnTo>
                  <a:pt x="351" y="312"/>
                </a:lnTo>
                <a:lnTo>
                  <a:pt x="347" y="313"/>
                </a:lnTo>
                <a:lnTo>
                  <a:pt x="343" y="315"/>
                </a:lnTo>
                <a:lnTo>
                  <a:pt x="338" y="316"/>
                </a:lnTo>
                <a:lnTo>
                  <a:pt x="334" y="318"/>
                </a:lnTo>
                <a:lnTo>
                  <a:pt x="329" y="320"/>
                </a:lnTo>
                <a:lnTo>
                  <a:pt x="325" y="321"/>
                </a:lnTo>
                <a:lnTo>
                  <a:pt x="320" y="323"/>
                </a:lnTo>
                <a:lnTo>
                  <a:pt x="317" y="324"/>
                </a:lnTo>
                <a:lnTo>
                  <a:pt x="312" y="325"/>
                </a:lnTo>
                <a:lnTo>
                  <a:pt x="308" y="327"/>
                </a:lnTo>
                <a:lnTo>
                  <a:pt x="303" y="329"/>
                </a:lnTo>
                <a:lnTo>
                  <a:pt x="299" y="330"/>
                </a:lnTo>
                <a:lnTo>
                  <a:pt x="294" y="332"/>
                </a:lnTo>
                <a:lnTo>
                  <a:pt x="291" y="334"/>
                </a:lnTo>
                <a:lnTo>
                  <a:pt x="291" y="334"/>
                </a:lnTo>
                <a:lnTo>
                  <a:pt x="286" y="335"/>
                </a:lnTo>
                <a:lnTo>
                  <a:pt x="282" y="337"/>
                </a:lnTo>
                <a:lnTo>
                  <a:pt x="277" y="338"/>
                </a:lnTo>
                <a:lnTo>
                  <a:pt x="273" y="340"/>
                </a:lnTo>
                <a:lnTo>
                  <a:pt x="268" y="341"/>
                </a:lnTo>
                <a:lnTo>
                  <a:pt x="264" y="343"/>
                </a:lnTo>
                <a:lnTo>
                  <a:pt x="260" y="344"/>
                </a:lnTo>
                <a:lnTo>
                  <a:pt x="256" y="346"/>
                </a:lnTo>
                <a:lnTo>
                  <a:pt x="254" y="347"/>
                </a:lnTo>
                <a:lnTo>
                  <a:pt x="251" y="347"/>
                </a:lnTo>
                <a:lnTo>
                  <a:pt x="246" y="349"/>
                </a:lnTo>
                <a:lnTo>
                  <a:pt x="242" y="350"/>
                </a:lnTo>
                <a:lnTo>
                  <a:pt x="237" y="352"/>
                </a:lnTo>
                <a:lnTo>
                  <a:pt x="234" y="353"/>
                </a:lnTo>
                <a:lnTo>
                  <a:pt x="229" y="354"/>
                </a:lnTo>
                <a:lnTo>
                  <a:pt x="225" y="355"/>
                </a:lnTo>
                <a:lnTo>
                  <a:pt x="224" y="356"/>
                </a:lnTo>
                <a:lnTo>
                  <a:pt x="220" y="357"/>
                </a:lnTo>
                <a:lnTo>
                  <a:pt x="216" y="359"/>
                </a:lnTo>
                <a:lnTo>
                  <a:pt x="211" y="360"/>
                </a:lnTo>
                <a:lnTo>
                  <a:pt x="207" y="362"/>
                </a:lnTo>
                <a:lnTo>
                  <a:pt x="204" y="363"/>
                </a:lnTo>
                <a:lnTo>
                  <a:pt x="199" y="365"/>
                </a:lnTo>
                <a:lnTo>
                  <a:pt x="195" y="367"/>
                </a:lnTo>
                <a:lnTo>
                  <a:pt x="190" y="368"/>
                </a:lnTo>
                <a:lnTo>
                  <a:pt x="186" y="370"/>
                </a:lnTo>
                <a:lnTo>
                  <a:pt x="181" y="372"/>
                </a:lnTo>
                <a:lnTo>
                  <a:pt x="177" y="373"/>
                </a:lnTo>
                <a:lnTo>
                  <a:pt x="175" y="374"/>
                </a:lnTo>
                <a:lnTo>
                  <a:pt x="173" y="375"/>
                </a:lnTo>
                <a:lnTo>
                  <a:pt x="169" y="376"/>
                </a:lnTo>
                <a:lnTo>
                  <a:pt x="165" y="378"/>
                </a:lnTo>
                <a:lnTo>
                  <a:pt x="160" y="380"/>
                </a:lnTo>
                <a:lnTo>
                  <a:pt x="156" y="381"/>
                </a:lnTo>
                <a:lnTo>
                  <a:pt x="151" y="383"/>
                </a:lnTo>
                <a:lnTo>
                  <a:pt x="147" y="383"/>
                </a:lnTo>
                <a:lnTo>
                  <a:pt x="143" y="385"/>
                </a:lnTo>
                <a:lnTo>
                  <a:pt x="139" y="387"/>
                </a:lnTo>
                <a:lnTo>
                  <a:pt x="135" y="388"/>
                </a:lnTo>
                <a:lnTo>
                  <a:pt x="130" y="390"/>
                </a:lnTo>
                <a:lnTo>
                  <a:pt x="126" y="391"/>
                </a:lnTo>
                <a:lnTo>
                  <a:pt x="121" y="393"/>
                </a:lnTo>
                <a:lnTo>
                  <a:pt x="118" y="395"/>
                </a:lnTo>
                <a:lnTo>
                  <a:pt x="114" y="396"/>
                </a:lnTo>
                <a:lnTo>
                  <a:pt x="109" y="398"/>
                </a:lnTo>
                <a:lnTo>
                  <a:pt x="105" y="400"/>
                </a:lnTo>
                <a:lnTo>
                  <a:pt x="105" y="400"/>
                </a:lnTo>
                <a:lnTo>
                  <a:pt x="104" y="400"/>
                </a:lnTo>
                <a:lnTo>
                  <a:pt x="104" y="400"/>
                </a:lnTo>
                <a:lnTo>
                  <a:pt x="103" y="401"/>
                </a:lnTo>
                <a:lnTo>
                  <a:pt x="103" y="401"/>
                </a:lnTo>
                <a:lnTo>
                  <a:pt x="103" y="401"/>
                </a:lnTo>
                <a:lnTo>
                  <a:pt x="102" y="401"/>
                </a:lnTo>
                <a:lnTo>
                  <a:pt x="102" y="401"/>
                </a:lnTo>
                <a:lnTo>
                  <a:pt x="101" y="402"/>
                </a:lnTo>
                <a:lnTo>
                  <a:pt x="101" y="402"/>
                </a:lnTo>
                <a:lnTo>
                  <a:pt x="100" y="402"/>
                </a:lnTo>
                <a:lnTo>
                  <a:pt x="100" y="402"/>
                </a:lnTo>
                <a:lnTo>
                  <a:pt x="100" y="402"/>
                </a:lnTo>
                <a:lnTo>
                  <a:pt x="99" y="403"/>
                </a:lnTo>
                <a:lnTo>
                  <a:pt x="98" y="403"/>
                </a:lnTo>
                <a:lnTo>
                  <a:pt x="98" y="403"/>
                </a:lnTo>
                <a:lnTo>
                  <a:pt x="97" y="404"/>
                </a:lnTo>
                <a:lnTo>
                  <a:pt x="97" y="404"/>
                </a:lnTo>
                <a:lnTo>
                  <a:pt x="96" y="404"/>
                </a:lnTo>
                <a:lnTo>
                  <a:pt x="95" y="405"/>
                </a:lnTo>
                <a:lnTo>
                  <a:pt x="93" y="406"/>
                </a:lnTo>
                <a:lnTo>
                  <a:pt x="92" y="407"/>
                </a:lnTo>
                <a:lnTo>
                  <a:pt x="91" y="407"/>
                </a:lnTo>
                <a:lnTo>
                  <a:pt x="89" y="408"/>
                </a:lnTo>
                <a:lnTo>
                  <a:pt x="89" y="409"/>
                </a:lnTo>
                <a:lnTo>
                  <a:pt x="87" y="410"/>
                </a:lnTo>
                <a:lnTo>
                  <a:pt x="86" y="411"/>
                </a:lnTo>
                <a:lnTo>
                  <a:pt x="84" y="412"/>
                </a:lnTo>
                <a:lnTo>
                  <a:pt x="83" y="412"/>
                </a:lnTo>
                <a:lnTo>
                  <a:pt x="81" y="413"/>
                </a:lnTo>
                <a:lnTo>
                  <a:pt x="78" y="415"/>
                </a:lnTo>
                <a:lnTo>
                  <a:pt x="75" y="417"/>
                </a:lnTo>
                <a:lnTo>
                  <a:pt x="72" y="419"/>
                </a:lnTo>
                <a:lnTo>
                  <a:pt x="68" y="421"/>
                </a:lnTo>
                <a:lnTo>
                  <a:pt x="67" y="422"/>
                </a:lnTo>
                <a:lnTo>
                  <a:pt x="65" y="423"/>
                </a:lnTo>
                <a:lnTo>
                  <a:pt x="63" y="424"/>
                </a:lnTo>
                <a:lnTo>
                  <a:pt x="61" y="425"/>
                </a:lnTo>
                <a:lnTo>
                  <a:pt x="60" y="426"/>
                </a:lnTo>
                <a:lnTo>
                  <a:pt x="59" y="427"/>
                </a:lnTo>
                <a:lnTo>
                  <a:pt x="57" y="428"/>
                </a:lnTo>
                <a:lnTo>
                  <a:pt x="56" y="430"/>
                </a:lnTo>
                <a:lnTo>
                  <a:pt x="54" y="431"/>
                </a:lnTo>
                <a:lnTo>
                  <a:pt x="52" y="432"/>
                </a:lnTo>
                <a:lnTo>
                  <a:pt x="50" y="433"/>
                </a:lnTo>
                <a:lnTo>
                  <a:pt x="49" y="434"/>
                </a:lnTo>
                <a:lnTo>
                  <a:pt x="48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6"/>
                </a:lnTo>
                <a:lnTo>
                  <a:pt x="44" y="436"/>
                </a:lnTo>
                <a:lnTo>
                  <a:pt x="44" y="436"/>
                </a:lnTo>
                <a:lnTo>
                  <a:pt x="43" y="437"/>
                </a:lnTo>
                <a:lnTo>
                  <a:pt x="42" y="437"/>
                </a:lnTo>
                <a:lnTo>
                  <a:pt x="42" y="437"/>
                </a:lnTo>
                <a:lnTo>
                  <a:pt x="41" y="438"/>
                </a:lnTo>
                <a:lnTo>
                  <a:pt x="40" y="438"/>
                </a:lnTo>
                <a:lnTo>
                  <a:pt x="39" y="439"/>
                </a:lnTo>
                <a:lnTo>
                  <a:pt x="39" y="439"/>
                </a:lnTo>
                <a:lnTo>
                  <a:pt x="38" y="440"/>
                </a:lnTo>
                <a:lnTo>
                  <a:pt x="37" y="440"/>
                </a:lnTo>
                <a:lnTo>
                  <a:pt x="36" y="440"/>
                </a:lnTo>
                <a:lnTo>
                  <a:pt x="35" y="441"/>
                </a:lnTo>
                <a:lnTo>
                  <a:pt x="34" y="441"/>
                </a:lnTo>
                <a:lnTo>
                  <a:pt x="34" y="442"/>
                </a:lnTo>
                <a:lnTo>
                  <a:pt x="33" y="442"/>
                </a:lnTo>
                <a:lnTo>
                  <a:pt x="32" y="442"/>
                </a:lnTo>
                <a:lnTo>
                  <a:pt x="31" y="442"/>
                </a:lnTo>
                <a:lnTo>
                  <a:pt x="31" y="442"/>
                </a:lnTo>
                <a:lnTo>
                  <a:pt x="31" y="442"/>
                </a:lnTo>
                <a:lnTo>
                  <a:pt x="30" y="443"/>
                </a:lnTo>
                <a:lnTo>
                  <a:pt x="29" y="443"/>
                </a:lnTo>
                <a:lnTo>
                  <a:pt x="28" y="443"/>
                </a:lnTo>
                <a:lnTo>
                  <a:pt x="27" y="444"/>
                </a:lnTo>
                <a:lnTo>
                  <a:pt x="27" y="444"/>
                </a:lnTo>
                <a:lnTo>
                  <a:pt x="26" y="444"/>
                </a:lnTo>
                <a:lnTo>
                  <a:pt x="25" y="445"/>
                </a:lnTo>
                <a:lnTo>
                  <a:pt x="24" y="445"/>
                </a:lnTo>
                <a:lnTo>
                  <a:pt x="23" y="445"/>
                </a:lnTo>
                <a:lnTo>
                  <a:pt x="23" y="445"/>
                </a:lnTo>
                <a:lnTo>
                  <a:pt x="22" y="446"/>
                </a:lnTo>
                <a:lnTo>
                  <a:pt x="21" y="446"/>
                </a:lnTo>
                <a:lnTo>
                  <a:pt x="20" y="446"/>
                </a:lnTo>
                <a:lnTo>
                  <a:pt x="19" y="446"/>
                </a:lnTo>
                <a:lnTo>
                  <a:pt x="19" y="446"/>
                </a:lnTo>
                <a:lnTo>
                  <a:pt x="18" y="447"/>
                </a:lnTo>
                <a:lnTo>
                  <a:pt x="17" y="447"/>
                </a:lnTo>
                <a:lnTo>
                  <a:pt x="16" y="447"/>
                </a:lnTo>
                <a:lnTo>
                  <a:pt x="15" y="447"/>
                </a:lnTo>
                <a:lnTo>
                  <a:pt x="15" y="447"/>
                </a:lnTo>
                <a:lnTo>
                  <a:pt x="15" y="447"/>
                </a:lnTo>
                <a:lnTo>
                  <a:pt x="14" y="447"/>
                </a:lnTo>
                <a:lnTo>
                  <a:pt x="14" y="447"/>
                </a:lnTo>
                <a:lnTo>
                  <a:pt x="13" y="447"/>
                </a:lnTo>
                <a:lnTo>
                  <a:pt x="13" y="447"/>
                </a:lnTo>
                <a:lnTo>
                  <a:pt x="13" y="447"/>
                </a:lnTo>
                <a:lnTo>
                  <a:pt x="12" y="447"/>
                </a:lnTo>
                <a:lnTo>
                  <a:pt x="12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11" y="447"/>
                </a:lnTo>
                <a:lnTo>
                  <a:pt x="3" y="444"/>
                </a:lnTo>
                <a:lnTo>
                  <a:pt x="0" y="437"/>
                </a:lnTo>
                <a:lnTo>
                  <a:pt x="0" y="437"/>
                </a:lnTo>
                <a:lnTo>
                  <a:pt x="2" y="429"/>
                </a:lnTo>
                <a:lnTo>
                  <a:pt x="10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1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2" y="426"/>
                </a:lnTo>
                <a:lnTo>
                  <a:pt x="13" y="426"/>
                </a:lnTo>
                <a:lnTo>
                  <a:pt x="13" y="426"/>
                </a:lnTo>
                <a:lnTo>
                  <a:pt x="14" y="425"/>
                </a:lnTo>
                <a:lnTo>
                  <a:pt x="14" y="425"/>
                </a:lnTo>
                <a:lnTo>
                  <a:pt x="14" y="425"/>
                </a:lnTo>
                <a:lnTo>
                  <a:pt x="15" y="425"/>
                </a:lnTo>
                <a:lnTo>
                  <a:pt x="15" y="425"/>
                </a:lnTo>
                <a:lnTo>
                  <a:pt x="16" y="425"/>
                </a:lnTo>
                <a:lnTo>
                  <a:pt x="16" y="425"/>
                </a:lnTo>
                <a:lnTo>
                  <a:pt x="17" y="424"/>
                </a:lnTo>
                <a:lnTo>
                  <a:pt x="18" y="424"/>
                </a:lnTo>
                <a:lnTo>
                  <a:pt x="18" y="424"/>
                </a:lnTo>
                <a:lnTo>
                  <a:pt x="19" y="424"/>
                </a:lnTo>
                <a:lnTo>
                  <a:pt x="19" y="424"/>
                </a:lnTo>
                <a:lnTo>
                  <a:pt x="20" y="423"/>
                </a:lnTo>
                <a:lnTo>
                  <a:pt x="20" y="423"/>
                </a:lnTo>
                <a:lnTo>
                  <a:pt x="21" y="423"/>
                </a:lnTo>
                <a:lnTo>
                  <a:pt x="22" y="423"/>
                </a:lnTo>
                <a:lnTo>
                  <a:pt x="22" y="422"/>
                </a:lnTo>
                <a:lnTo>
                  <a:pt x="23" y="422"/>
                </a:lnTo>
                <a:lnTo>
                  <a:pt x="24" y="422"/>
                </a:lnTo>
                <a:lnTo>
                  <a:pt x="24" y="421"/>
                </a:lnTo>
                <a:lnTo>
                  <a:pt x="25" y="421"/>
                </a:lnTo>
                <a:lnTo>
                  <a:pt x="26" y="421"/>
                </a:lnTo>
                <a:lnTo>
                  <a:pt x="26" y="420"/>
                </a:lnTo>
                <a:lnTo>
                  <a:pt x="27" y="420"/>
                </a:lnTo>
                <a:lnTo>
                  <a:pt x="28" y="420"/>
                </a:lnTo>
                <a:lnTo>
                  <a:pt x="28" y="419"/>
                </a:lnTo>
                <a:lnTo>
                  <a:pt x="29" y="419"/>
                </a:lnTo>
                <a:lnTo>
                  <a:pt x="30" y="419"/>
                </a:lnTo>
                <a:lnTo>
                  <a:pt x="31" y="418"/>
                </a:lnTo>
                <a:lnTo>
                  <a:pt x="31" y="418"/>
                </a:lnTo>
                <a:lnTo>
                  <a:pt x="31" y="417"/>
                </a:lnTo>
                <a:lnTo>
                  <a:pt x="31" y="417"/>
                </a:lnTo>
                <a:lnTo>
                  <a:pt x="32" y="417"/>
                </a:lnTo>
                <a:lnTo>
                  <a:pt x="33" y="417"/>
                </a:lnTo>
                <a:lnTo>
                  <a:pt x="33" y="416"/>
                </a:lnTo>
                <a:lnTo>
                  <a:pt x="34" y="416"/>
                </a:lnTo>
                <a:lnTo>
                  <a:pt x="35" y="415"/>
                </a:lnTo>
                <a:lnTo>
                  <a:pt x="36" y="415"/>
                </a:lnTo>
                <a:lnTo>
                  <a:pt x="37" y="414"/>
                </a:lnTo>
                <a:lnTo>
                  <a:pt x="37" y="414"/>
                </a:lnTo>
                <a:lnTo>
                  <a:pt x="39" y="413"/>
                </a:lnTo>
                <a:lnTo>
                  <a:pt x="40" y="412"/>
                </a:lnTo>
                <a:lnTo>
                  <a:pt x="42" y="412"/>
                </a:lnTo>
                <a:lnTo>
                  <a:pt x="44" y="411"/>
                </a:lnTo>
                <a:lnTo>
                  <a:pt x="45" y="410"/>
                </a:lnTo>
                <a:lnTo>
                  <a:pt x="47" y="409"/>
                </a:lnTo>
                <a:lnTo>
                  <a:pt x="49" y="408"/>
                </a:lnTo>
                <a:lnTo>
                  <a:pt x="50" y="407"/>
                </a:lnTo>
                <a:lnTo>
                  <a:pt x="52" y="406"/>
                </a:lnTo>
                <a:lnTo>
                  <a:pt x="53" y="405"/>
                </a:lnTo>
                <a:lnTo>
                  <a:pt x="55" y="404"/>
                </a:lnTo>
                <a:lnTo>
                  <a:pt x="57" y="403"/>
                </a:lnTo>
                <a:lnTo>
                  <a:pt x="60" y="400"/>
                </a:lnTo>
                <a:lnTo>
                  <a:pt x="62" y="398"/>
                </a:lnTo>
                <a:lnTo>
                  <a:pt x="65" y="396"/>
                </a:lnTo>
                <a:lnTo>
                  <a:pt x="69" y="394"/>
                </a:lnTo>
                <a:lnTo>
                  <a:pt x="70" y="393"/>
                </a:lnTo>
                <a:lnTo>
                  <a:pt x="72" y="392"/>
                </a:lnTo>
                <a:lnTo>
                  <a:pt x="73" y="391"/>
                </a:lnTo>
                <a:lnTo>
                  <a:pt x="75" y="390"/>
                </a:lnTo>
                <a:lnTo>
                  <a:pt x="76" y="389"/>
                </a:lnTo>
                <a:lnTo>
                  <a:pt x="78" y="388"/>
                </a:lnTo>
                <a:lnTo>
                  <a:pt x="79" y="387"/>
                </a:lnTo>
                <a:lnTo>
                  <a:pt x="81" y="386"/>
                </a:lnTo>
                <a:lnTo>
                  <a:pt x="82" y="385"/>
                </a:lnTo>
                <a:lnTo>
                  <a:pt x="83" y="384"/>
                </a:lnTo>
                <a:lnTo>
                  <a:pt x="85" y="383"/>
                </a:lnTo>
                <a:lnTo>
                  <a:pt x="85" y="383"/>
                </a:lnTo>
                <a:lnTo>
                  <a:pt x="86" y="383"/>
                </a:lnTo>
                <a:lnTo>
                  <a:pt x="87" y="383"/>
                </a:lnTo>
                <a:lnTo>
                  <a:pt x="87" y="383"/>
                </a:lnTo>
                <a:lnTo>
                  <a:pt x="88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2"/>
                </a:lnTo>
                <a:lnTo>
                  <a:pt x="89" y="381"/>
                </a:lnTo>
                <a:lnTo>
                  <a:pt x="90" y="381"/>
                </a:lnTo>
                <a:lnTo>
                  <a:pt x="90" y="381"/>
                </a:lnTo>
                <a:lnTo>
                  <a:pt x="91" y="380"/>
                </a:lnTo>
                <a:lnTo>
                  <a:pt x="92" y="380"/>
                </a:lnTo>
                <a:lnTo>
                  <a:pt x="92" y="380"/>
                </a:lnTo>
                <a:lnTo>
                  <a:pt x="93" y="379"/>
                </a:lnTo>
                <a:lnTo>
                  <a:pt x="93" y="379"/>
                </a:lnTo>
                <a:lnTo>
                  <a:pt x="94" y="379"/>
                </a:lnTo>
                <a:lnTo>
                  <a:pt x="95" y="378"/>
                </a:lnTo>
                <a:lnTo>
                  <a:pt x="95" y="378"/>
                </a:lnTo>
                <a:lnTo>
                  <a:pt x="99" y="376"/>
                </a:lnTo>
                <a:lnTo>
                  <a:pt x="104" y="374"/>
                </a:lnTo>
                <a:lnTo>
                  <a:pt x="108" y="372"/>
                </a:lnTo>
                <a:lnTo>
                  <a:pt x="112" y="370"/>
                </a:lnTo>
                <a:lnTo>
                  <a:pt x="116" y="368"/>
                </a:lnTo>
                <a:lnTo>
                  <a:pt x="120" y="366"/>
                </a:lnTo>
                <a:lnTo>
                  <a:pt x="124" y="364"/>
                </a:lnTo>
                <a:lnTo>
                  <a:pt x="128" y="362"/>
                </a:lnTo>
                <a:lnTo>
                  <a:pt x="133" y="360"/>
                </a:lnTo>
                <a:lnTo>
                  <a:pt x="137" y="358"/>
                </a:lnTo>
                <a:lnTo>
                  <a:pt x="141" y="356"/>
                </a:lnTo>
                <a:lnTo>
                  <a:pt x="145" y="354"/>
                </a:lnTo>
                <a:lnTo>
                  <a:pt x="149" y="353"/>
                </a:lnTo>
                <a:lnTo>
                  <a:pt x="153" y="351"/>
                </a:lnTo>
                <a:lnTo>
                  <a:pt x="157" y="349"/>
                </a:lnTo>
                <a:lnTo>
                  <a:pt x="161" y="347"/>
                </a:lnTo>
                <a:lnTo>
                  <a:pt x="163" y="346"/>
                </a:lnTo>
                <a:lnTo>
                  <a:pt x="166" y="345"/>
                </a:lnTo>
                <a:lnTo>
                  <a:pt x="170" y="343"/>
                </a:lnTo>
                <a:lnTo>
                  <a:pt x="174" y="341"/>
                </a:lnTo>
                <a:lnTo>
                  <a:pt x="178" y="339"/>
                </a:lnTo>
                <a:lnTo>
                  <a:pt x="182" y="337"/>
                </a:lnTo>
                <a:lnTo>
                  <a:pt x="186" y="335"/>
                </a:lnTo>
                <a:lnTo>
                  <a:pt x="191" y="333"/>
                </a:lnTo>
                <a:lnTo>
                  <a:pt x="195" y="331"/>
                </a:lnTo>
                <a:lnTo>
                  <a:pt x="200" y="329"/>
                </a:lnTo>
                <a:lnTo>
                  <a:pt x="204" y="327"/>
                </a:lnTo>
                <a:lnTo>
                  <a:pt x="207" y="325"/>
                </a:lnTo>
                <a:lnTo>
                  <a:pt x="211" y="324"/>
                </a:lnTo>
                <a:lnTo>
                  <a:pt x="212" y="324"/>
                </a:lnTo>
                <a:lnTo>
                  <a:pt x="216" y="322"/>
                </a:lnTo>
                <a:lnTo>
                  <a:pt x="220" y="320"/>
                </a:lnTo>
                <a:lnTo>
                  <a:pt x="225" y="318"/>
                </a:lnTo>
                <a:lnTo>
                  <a:pt x="229" y="316"/>
                </a:lnTo>
                <a:lnTo>
                  <a:pt x="233" y="314"/>
                </a:lnTo>
                <a:lnTo>
                  <a:pt x="237" y="312"/>
                </a:lnTo>
                <a:lnTo>
                  <a:pt x="239" y="311"/>
                </a:lnTo>
                <a:lnTo>
                  <a:pt x="241" y="310"/>
                </a:lnTo>
                <a:lnTo>
                  <a:pt x="246" y="308"/>
                </a:lnTo>
                <a:lnTo>
                  <a:pt x="250" y="306"/>
                </a:lnTo>
                <a:lnTo>
                  <a:pt x="254" y="304"/>
                </a:lnTo>
                <a:lnTo>
                  <a:pt x="259" y="302"/>
                </a:lnTo>
                <a:lnTo>
                  <a:pt x="262" y="301"/>
                </a:lnTo>
                <a:lnTo>
                  <a:pt x="267" y="299"/>
                </a:lnTo>
                <a:lnTo>
                  <a:pt x="271" y="297"/>
                </a:lnTo>
                <a:lnTo>
                  <a:pt x="275" y="295"/>
                </a:lnTo>
                <a:lnTo>
                  <a:pt x="276" y="295"/>
                </a:lnTo>
                <a:lnTo>
                  <a:pt x="280" y="294"/>
                </a:lnTo>
                <a:lnTo>
                  <a:pt x="284" y="292"/>
                </a:lnTo>
                <a:lnTo>
                  <a:pt x="289" y="290"/>
                </a:lnTo>
                <a:lnTo>
                  <a:pt x="292" y="289"/>
                </a:lnTo>
                <a:lnTo>
                  <a:pt x="297" y="287"/>
                </a:lnTo>
                <a:lnTo>
                  <a:pt x="301" y="285"/>
                </a:lnTo>
                <a:lnTo>
                  <a:pt x="306" y="284"/>
                </a:lnTo>
                <a:lnTo>
                  <a:pt x="311" y="282"/>
                </a:lnTo>
                <a:lnTo>
                  <a:pt x="315" y="280"/>
                </a:lnTo>
                <a:lnTo>
                  <a:pt x="320" y="279"/>
                </a:lnTo>
                <a:lnTo>
                  <a:pt x="323" y="277"/>
                </a:lnTo>
                <a:lnTo>
                  <a:pt x="328" y="275"/>
                </a:lnTo>
                <a:lnTo>
                  <a:pt x="332" y="274"/>
                </a:lnTo>
                <a:lnTo>
                  <a:pt x="337" y="272"/>
                </a:lnTo>
                <a:lnTo>
                  <a:pt x="341" y="270"/>
                </a:lnTo>
                <a:lnTo>
                  <a:pt x="346" y="268"/>
                </a:lnTo>
                <a:lnTo>
                  <a:pt x="349" y="267"/>
                </a:lnTo>
                <a:lnTo>
                  <a:pt x="354" y="265"/>
                </a:lnTo>
                <a:lnTo>
                  <a:pt x="358" y="265"/>
                </a:lnTo>
                <a:lnTo>
                  <a:pt x="363" y="263"/>
                </a:lnTo>
                <a:lnTo>
                  <a:pt x="368" y="261"/>
                </a:lnTo>
                <a:lnTo>
                  <a:pt x="372" y="260"/>
                </a:lnTo>
                <a:lnTo>
                  <a:pt x="377" y="258"/>
                </a:lnTo>
                <a:lnTo>
                  <a:pt x="380" y="256"/>
                </a:lnTo>
                <a:lnTo>
                  <a:pt x="385" y="255"/>
                </a:lnTo>
                <a:lnTo>
                  <a:pt x="389" y="253"/>
                </a:lnTo>
                <a:lnTo>
                  <a:pt x="394" y="251"/>
                </a:lnTo>
                <a:lnTo>
                  <a:pt x="398" y="250"/>
                </a:lnTo>
                <a:lnTo>
                  <a:pt x="403" y="248"/>
                </a:lnTo>
                <a:lnTo>
                  <a:pt x="407" y="247"/>
                </a:lnTo>
                <a:lnTo>
                  <a:pt x="411" y="245"/>
                </a:lnTo>
                <a:lnTo>
                  <a:pt x="416" y="243"/>
                </a:lnTo>
                <a:lnTo>
                  <a:pt x="420" y="242"/>
                </a:lnTo>
                <a:lnTo>
                  <a:pt x="425" y="240"/>
                </a:lnTo>
                <a:lnTo>
                  <a:pt x="429" y="239"/>
                </a:lnTo>
                <a:lnTo>
                  <a:pt x="434" y="237"/>
                </a:lnTo>
                <a:lnTo>
                  <a:pt x="438" y="236"/>
                </a:lnTo>
                <a:lnTo>
                  <a:pt x="442" y="235"/>
                </a:lnTo>
                <a:lnTo>
                  <a:pt x="447" y="234"/>
                </a:lnTo>
                <a:lnTo>
                  <a:pt x="451" y="232"/>
                </a:lnTo>
                <a:lnTo>
                  <a:pt x="456" y="230"/>
                </a:lnTo>
                <a:lnTo>
                  <a:pt x="461" y="229"/>
                </a:lnTo>
                <a:lnTo>
                  <a:pt x="465" y="227"/>
                </a:lnTo>
                <a:lnTo>
                  <a:pt x="466" y="227"/>
                </a:lnTo>
                <a:lnTo>
                  <a:pt x="469" y="226"/>
                </a:lnTo>
                <a:lnTo>
                  <a:pt x="473" y="224"/>
                </a:lnTo>
                <a:lnTo>
                  <a:pt x="478" y="223"/>
                </a:lnTo>
                <a:lnTo>
                  <a:pt x="482" y="221"/>
                </a:lnTo>
                <a:lnTo>
                  <a:pt x="487" y="220"/>
                </a:lnTo>
                <a:lnTo>
                  <a:pt x="492" y="218"/>
                </a:lnTo>
                <a:lnTo>
                  <a:pt x="495" y="217"/>
                </a:lnTo>
                <a:lnTo>
                  <a:pt x="500" y="215"/>
                </a:lnTo>
                <a:lnTo>
                  <a:pt x="504" y="214"/>
                </a:lnTo>
                <a:lnTo>
                  <a:pt x="509" y="212"/>
                </a:lnTo>
                <a:lnTo>
                  <a:pt x="514" y="211"/>
                </a:lnTo>
                <a:lnTo>
                  <a:pt x="518" y="210"/>
                </a:lnTo>
                <a:lnTo>
                  <a:pt x="523" y="208"/>
                </a:lnTo>
                <a:lnTo>
                  <a:pt x="526" y="207"/>
                </a:lnTo>
                <a:lnTo>
                  <a:pt x="531" y="206"/>
                </a:lnTo>
                <a:lnTo>
                  <a:pt x="536" y="205"/>
                </a:lnTo>
                <a:lnTo>
                  <a:pt x="540" y="203"/>
                </a:lnTo>
                <a:lnTo>
                  <a:pt x="545" y="202"/>
                </a:lnTo>
                <a:lnTo>
                  <a:pt x="549" y="201"/>
                </a:lnTo>
                <a:lnTo>
                  <a:pt x="553" y="199"/>
                </a:lnTo>
                <a:lnTo>
                  <a:pt x="558" y="198"/>
                </a:lnTo>
                <a:lnTo>
                  <a:pt x="562" y="196"/>
                </a:lnTo>
                <a:lnTo>
                  <a:pt x="567" y="195"/>
                </a:lnTo>
                <a:lnTo>
                  <a:pt x="571" y="194"/>
                </a:lnTo>
                <a:lnTo>
                  <a:pt x="576" y="192"/>
                </a:lnTo>
                <a:lnTo>
                  <a:pt x="580" y="191"/>
                </a:lnTo>
                <a:lnTo>
                  <a:pt x="584" y="190"/>
                </a:lnTo>
                <a:lnTo>
                  <a:pt x="589" y="188"/>
                </a:lnTo>
                <a:lnTo>
                  <a:pt x="593" y="187"/>
                </a:lnTo>
                <a:lnTo>
                  <a:pt x="598" y="185"/>
                </a:lnTo>
                <a:lnTo>
                  <a:pt x="602" y="184"/>
                </a:lnTo>
                <a:lnTo>
                  <a:pt x="607" y="183"/>
                </a:lnTo>
                <a:lnTo>
                  <a:pt x="611" y="182"/>
                </a:lnTo>
                <a:lnTo>
                  <a:pt x="615" y="180"/>
                </a:lnTo>
                <a:lnTo>
                  <a:pt x="620" y="179"/>
                </a:lnTo>
                <a:lnTo>
                  <a:pt x="624" y="178"/>
                </a:lnTo>
                <a:lnTo>
                  <a:pt x="629" y="177"/>
                </a:lnTo>
                <a:lnTo>
                  <a:pt x="633" y="176"/>
                </a:lnTo>
                <a:lnTo>
                  <a:pt x="637" y="175"/>
                </a:lnTo>
                <a:lnTo>
                  <a:pt x="642" y="173"/>
                </a:lnTo>
                <a:lnTo>
                  <a:pt x="646" y="172"/>
                </a:lnTo>
                <a:lnTo>
                  <a:pt x="651" y="171"/>
                </a:lnTo>
                <a:lnTo>
                  <a:pt x="654" y="170"/>
                </a:lnTo>
                <a:lnTo>
                  <a:pt x="657" y="169"/>
                </a:lnTo>
                <a:lnTo>
                  <a:pt x="661" y="168"/>
                </a:lnTo>
                <a:lnTo>
                  <a:pt x="664" y="167"/>
                </a:lnTo>
                <a:lnTo>
                  <a:pt x="670" y="166"/>
                </a:lnTo>
                <a:lnTo>
                  <a:pt x="677" y="164"/>
                </a:lnTo>
                <a:lnTo>
                  <a:pt x="683" y="162"/>
                </a:lnTo>
                <a:lnTo>
                  <a:pt x="690" y="160"/>
                </a:lnTo>
                <a:lnTo>
                  <a:pt x="691" y="160"/>
                </a:lnTo>
                <a:lnTo>
                  <a:pt x="691" y="159"/>
                </a:lnTo>
                <a:lnTo>
                  <a:pt x="690" y="158"/>
                </a:lnTo>
                <a:lnTo>
                  <a:pt x="689" y="155"/>
                </a:lnTo>
                <a:lnTo>
                  <a:pt x="689" y="155"/>
                </a:lnTo>
                <a:lnTo>
                  <a:pt x="690" y="155"/>
                </a:lnTo>
                <a:lnTo>
                  <a:pt x="690" y="155"/>
                </a:lnTo>
                <a:lnTo>
                  <a:pt x="691" y="154"/>
                </a:lnTo>
                <a:lnTo>
                  <a:pt x="692" y="154"/>
                </a:lnTo>
                <a:lnTo>
                  <a:pt x="693" y="153"/>
                </a:lnTo>
                <a:lnTo>
                  <a:pt x="694" y="152"/>
                </a:lnTo>
                <a:lnTo>
                  <a:pt x="694" y="152"/>
                </a:lnTo>
                <a:lnTo>
                  <a:pt x="695" y="151"/>
                </a:lnTo>
                <a:lnTo>
                  <a:pt x="695" y="150"/>
                </a:lnTo>
                <a:lnTo>
                  <a:pt x="697" y="149"/>
                </a:lnTo>
                <a:lnTo>
                  <a:pt x="698" y="148"/>
                </a:lnTo>
                <a:lnTo>
                  <a:pt x="699" y="148"/>
                </a:lnTo>
                <a:lnTo>
                  <a:pt x="700" y="147"/>
                </a:lnTo>
                <a:lnTo>
                  <a:pt x="701" y="147"/>
                </a:lnTo>
                <a:lnTo>
                  <a:pt x="703" y="146"/>
                </a:lnTo>
                <a:lnTo>
                  <a:pt x="704" y="145"/>
                </a:lnTo>
                <a:lnTo>
                  <a:pt x="705" y="143"/>
                </a:lnTo>
                <a:lnTo>
                  <a:pt x="707" y="142"/>
                </a:lnTo>
                <a:lnTo>
                  <a:pt x="708" y="141"/>
                </a:lnTo>
                <a:lnTo>
                  <a:pt x="710" y="140"/>
                </a:lnTo>
                <a:lnTo>
                  <a:pt x="713" y="138"/>
                </a:lnTo>
                <a:lnTo>
                  <a:pt x="716" y="135"/>
                </a:lnTo>
                <a:lnTo>
                  <a:pt x="716" y="135"/>
                </a:lnTo>
                <a:lnTo>
                  <a:pt x="719" y="132"/>
                </a:lnTo>
                <a:lnTo>
                  <a:pt x="722" y="130"/>
                </a:lnTo>
                <a:lnTo>
                  <a:pt x="725" y="127"/>
                </a:lnTo>
                <a:lnTo>
                  <a:pt x="729" y="124"/>
                </a:lnTo>
                <a:lnTo>
                  <a:pt x="732" y="121"/>
                </a:lnTo>
                <a:lnTo>
                  <a:pt x="736" y="118"/>
                </a:lnTo>
                <a:lnTo>
                  <a:pt x="740" y="115"/>
                </a:lnTo>
                <a:lnTo>
                  <a:pt x="748" y="109"/>
                </a:lnTo>
                <a:lnTo>
                  <a:pt x="755" y="102"/>
                </a:lnTo>
                <a:lnTo>
                  <a:pt x="764" y="95"/>
                </a:lnTo>
                <a:lnTo>
                  <a:pt x="772" y="88"/>
                </a:lnTo>
                <a:lnTo>
                  <a:pt x="776" y="86"/>
                </a:lnTo>
                <a:lnTo>
                  <a:pt x="781" y="82"/>
                </a:lnTo>
                <a:lnTo>
                  <a:pt x="784" y="79"/>
                </a:lnTo>
                <a:lnTo>
                  <a:pt x="789" y="75"/>
                </a:lnTo>
                <a:lnTo>
                  <a:pt x="793" y="71"/>
                </a:lnTo>
                <a:lnTo>
                  <a:pt x="797" y="68"/>
                </a:lnTo>
                <a:lnTo>
                  <a:pt x="802" y="64"/>
                </a:lnTo>
                <a:lnTo>
                  <a:pt x="806" y="61"/>
                </a:lnTo>
                <a:lnTo>
                  <a:pt x="810" y="59"/>
                </a:lnTo>
                <a:lnTo>
                  <a:pt x="813" y="55"/>
                </a:lnTo>
                <a:lnTo>
                  <a:pt x="815" y="53"/>
                </a:lnTo>
                <a:lnTo>
                  <a:pt x="818" y="52"/>
                </a:lnTo>
                <a:lnTo>
                  <a:pt x="820" y="50"/>
                </a:lnTo>
                <a:lnTo>
                  <a:pt x="822" y="48"/>
                </a:lnTo>
                <a:lnTo>
                  <a:pt x="824" y="47"/>
                </a:lnTo>
                <a:lnTo>
                  <a:pt x="826" y="45"/>
                </a:lnTo>
                <a:lnTo>
                  <a:pt x="828" y="44"/>
                </a:lnTo>
                <a:lnTo>
                  <a:pt x="830" y="42"/>
                </a:lnTo>
                <a:lnTo>
                  <a:pt x="832" y="40"/>
                </a:lnTo>
                <a:lnTo>
                  <a:pt x="834" y="39"/>
                </a:lnTo>
                <a:lnTo>
                  <a:pt x="836" y="37"/>
                </a:lnTo>
                <a:lnTo>
                  <a:pt x="838" y="36"/>
                </a:lnTo>
                <a:lnTo>
                  <a:pt x="839" y="34"/>
                </a:lnTo>
                <a:lnTo>
                  <a:pt x="841" y="33"/>
                </a:lnTo>
                <a:lnTo>
                  <a:pt x="843" y="31"/>
                </a:lnTo>
                <a:lnTo>
                  <a:pt x="844" y="30"/>
                </a:lnTo>
                <a:lnTo>
                  <a:pt x="846" y="29"/>
                </a:lnTo>
                <a:lnTo>
                  <a:pt x="848" y="28"/>
                </a:lnTo>
                <a:lnTo>
                  <a:pt x="850" y="27"/>
                </a:lnTo>
                <a:lnTo>
                  <a:pt x="852" y="26"/>
                </a:lnTo>
                <a:lnTo>
                  <a:pt x="854" y="24"/>
                </a:lnTo>
                <a:lnTo>
                  <a:pt x="855" y="23"/>
                </a:lnTo>
                <a:lnTo>
                  <a:pt x="857" y="22"/>
                </a:lnTo>
                <a:lnTo>
                  <a:pt x="859" y="21"/>
                </a:lnTo>
                <a:lnTo>
                  <a:pt x="860" y="19"/>
                </a:lnTo>
                <a:lnTo>
                  <a:pt x="862" y="18"/>
                </a:lnTo>
                <a:lnTo>
                  <a:pt x="864" y="17"/>
                </a:lnTo>
                <a:lnTo>
                  <a:pt x="865" y="16"/>
                </a:lnTo>
                <a:lnTo>
                  <a:pt x="867" y="15"/>
                </a:lnTo>
                <a:lnTo>
                  <a:pt x="868" y="14"/>
                </a:lnTo>
                <a:lnTo>
                  <a:pt x="869" y="13"/>
                </a:lnTo>
                <a:lnTo>
                  <a:pt x="870" y="12"/>
                </a:lnTo>
                <a:lnTo>
                  <a:pt x="872" y="11"/>
                </a:lnTo>
                <a:lnTo>
                  <a:pt x="873" y="10"/>
                </a:lnTo>
                <a:lnTo>
                  <a:pt x="874" y="9"/>
                </a:lnTo>
                <a:lnTo>
                  <a:pt x="875" y="9"/>
                </a:lnTo>
                <a:lnTo>
                  <a:pt x="875" y="8"/>
                </a:lnTo>
                <a:lnTo>
                  <a:pt x="876" y="8"/>
                </a:lnTo>
                <a:lnTo>
                  <a:pt x="877" y="8"/>
                </a:lnTo>
                <a:lnTo>
                  <a:pt x="878" y="7"/>
                </a:lnTo>
                <a:lnTo>
                  <a:pt x="878" y="7"/>
                </a:lnTo>
                <a:lnTo>
                  <a:pt x="879" y="6"/>
                </a:lnTo>
                <a:lnTo>
                  <a:pt x="880" y="6"/>
                </a:lnTo>
                <a:lnTo>
                  <a:pt x="880" y="6"/>
                </a:lnTo>
                <a:lnTo>
                  <a:pt x="881" y="5"/>
                </a:lnTo>
                <a:lnTo>
                  <a:pt x="882" y="5"/>
                </a:lnTo>
                <a:lnTo>
                  <a:pt x="882" y="4"/>
                </a:lnTo>
                <a:lnTo>
                  <a:pt x="883" y="4"/>
                </a:lnTo>
                <a:lnTo>
                  <a:pt x="884" y="4"/>
                </a:lnTo>
                <a:lnTo>
                  <a:pt x="884" y="3"/>
                </a:lnTo>
                <a:lnTo>
                  <a:pt x="885" y="3"/>
                </a:lnTo>
                <a:lnTo>
                  <a:pt x="886" y="3"/>
                </a:lnTo>
                <a:lnTo>
                  <a:pt x="886" y="2"/>
                </a:lnTo>
                <a:lnTo>
                  <a:pt x="887" y="2"/>
                </a:lnTo>
                <a:lnTo>
                  <a:pt x="889" y="1"/>
                </a:lnTo>
                <a:lnTo>
                  <a:pt x="891" y="1"/>
                </a:lnTo>
                <a:lnTo>
                  <a:pt x="893" y="0"/>
                </a:lnTo>
                <a:lnTo>
                  <a:pt x="896" y="0"/>
                </a:lnTo>
                <a:lnTo>
                  <a:pt x="897" y="0"/>
                </a:lnTo>
                <a:lnTo>
                  <a:pt x="897" y="0"/>
                </a:lnTo>
                <a:close/>
                <a:moveTo>
                  <a:pt x="872" y="63"/>
                </a:moveTo>
                <a:lnTo>
                  <a:pt x="870" y="64"/>
                </a:lnTo>
                <a:lnTo>
                  <a:pt x="868" y="66"/>
                </a:lnTo>
                <a:lnTo>
                  <a:pt x="867" y="67"/>
                </a:lnTo>
                <a:lnTo>
                  <a:pt x="866" y="68"/>
                </a:lnTo>
                <a:lnTo>
                  <a:pt x="866" y="68"/>
                </a:lnTo>
                <a:lnTo>
                  <a:pt x="864" y="70"/>
                </a:lnTo>
                <a:lnTo>
                  <a:pt x="862" y="71"/>
                </a:lnTo>
                <a:lnTo>
                  <a:pt x="860" y="73"/>
                </a:lnTo>
                <a:lnTo>
                  <a:pt x="858" y="74"/>
                </a:lnTo>
                <a:lnTo>
                  <a:pt x="856" y="76"/>
                </a:lnTo>
                <a:lnTo>
                  <a:pt x="854" y="77"/>
                </a:lnTo>
                <a:lnTo>
                  <a:pt x="852" y="79"/>
                </a:lnTo>
                <a:lnTo>
                  <a:pt x="850" y="80"/>
                </a:lnTo>
                <a:lnTo>
                  <a:pt x="848" y="82"/>
                </a:lnTo>
                <a:lnTo>
                  <a:pt x="846" y="84"/>
                </a:lnTo>
                <a:lnTo>
                  <a:pt x="844" y="85"/>
                </a:lnTo>
                <a:lnTo>
                  <a:pt x="842" y="87"/>
                </a:lnTo>
                <a:lnTo>
                  <a:pt x="840" y="88"/>
                </a:lnTo>
                <a:lnTo>
                  <a:pt x="837" y="91"/>
                </a:lnTo>
                <a:lnTo>
                  <a:pt x="832" y="94"/>
                </a:lnTo>
                <a:lnTo>
                  <a:pt x="828" y="98"/>
                </a:lnTo>
                <a:lnTo>
                  <a:pt x="824" y="101"/>
                </a:lnTo>
                <a:lnTo>
                  <a:pt x="820" y="105"/>
                </a:lnTo>
                <a:lnTo>
                  <a:pt x="815" y="108"/>
                </a:lnTo>
                <a:lnTo>
                  <a:pt x="811" y="112"/>
                </a:lnTo>
                <a:lnTo>
                  <a:pt x="808" y="115"/>
                </a:lnTo>
                <a:lnTo>
                  <a:pt x="803" y="118"/>
                </a:lnTo>
                <a:lnTo>
                  <a:pt x="799" y="121"/>
                </a:lnTo>
                <a:lnTo>
                  <a:pt x="791" y="128"/>
                </a:lnTo>
                <a:lnTo>
                  <a:pt x="790" y="129"/>
                </a:lnTo>
                <a:lnTo>
                  <a:pt x="790" y="129"/>
                </a:lnTo>
                <a:lnTo>
                  <a:pt x="792" y="128"/>
                </a:lnTo>
                <a:lnTo>
                  <a:pt x="794" y="127"/>
                </a:lnTo>
                <a:lnTo>
                  <a:pt x="795" y="127"/>
                </a:lnTo>
                <a:lnTo>
                  <a:pt x="797" y="126"/>
                </a:lnTo>
                <a:lnTo>
                  <a:pt x="799" y="125"/>
                </a:lnTo>
                <a:lnTo>
                  <a:pt x="800" y="125"/>
                </a:lnTo>
                <a:lnTo>
                  <a:pt x="802" y="124"/>
                </a:lnTo>
                <a:lnTo>
                  <a:pt x="803" y="123"/>
                </a:lnTo>
                <a:lnTo>
                  <a:pt x="805" y="123"/>
                </a:lnTo>
                <a:lnTo>
                  <a:pt x="806" y="122"/>
                </a:lnTo>
                <a:lnTo>
                  <a:pt x="808" y="121"/>
                </a:lnTo>
                <a:lnTo>
                  <a:pt x="810" y="121"/>
                </a:lnTo>
                <a:lnTo>
                  <a:pt x="811" y="120"/>
                </a:lnTo>
                <a:lnTo>
                  <a:pt x="812" y="119"/>
                </a:lnTo>
                <a:lnTo>
                  <a:pt x="813" y="119"/>
                </a:lnTo>
                <a:lnTo>
                  <a:pt x="815" y="118"/>
                </a:lnTo>
                <a:lnTo>
                  <a:pt x="816" y="118"/>
                </a:lnTo>
                <a:lnTo>
                  <a:pt x="818" y="118"/>
                </a:lnTo>
                <a:lnTo>
                  <a:pt x="819" y="117"/>
                </a:lnTo>
                <a:lnTo>
                  <a:pt x="821" y="116"/>
                </a:lnTo>
                <a:lnTo>
                  <a:pt x="822" y="115"/>
                </a:lnTo>
                <a:lnTo>
                  <a:pt x="824" y="115"/>
                </a:lnTo>
                <a:lnTo>
                  <a:pt x="825" y="114"/>
                </a:lnTo>
                <a:lnTo>
                  <a:pt x="827" y="113"/>
                </a:lnTo>
                <a:lnTo>
                  <a:pt x="828" y="113"/>
                </a:lnTo>
                <a:lnTo>
                  <a:pt x="830" y="112"/>
                </a:lnTo>
                <a:lnTo>
                  <a:pt x="831" y="111"/>
                </a:lnTo>
                <a:lnTo>
                  <a:pt x="833" y="110"/>
                </a:lnTo>
                <a:lnTo>
                  <a:pt x="834" y="110"/>
                </a:lnTo>
                <a:lnTo>
                  <a:pt x="835" y="109"/>
                </a:lnTo>
                <a:lnTo>
                  <a:pt x="837" y="108"/>
                </a:lnTo>
                <a:lnTo>
                  <a:pt x="838" y="107"/>
                </a:lnTo>
                <a:lnTo>
                  <a:pt x="839" y="106"/>
                </a:lnTo>
                <a:lnTo>
                  <a:pt x="840" y="106"/>
                </a:lnTo>
                <a:lnTo>
                  <a:pt x="841" y="105"/>
                </a:lnTo>
                <a:lnTo>
                  <a:pt x="843" y="104"/>
                </a:lnTo>
                <a:lnTo>
                  <a:pt x="844" y="103"/>
                </a:lnTo>
                <a:lnTo>
                  <a:pt x="846" y="102"/>
                </a:lnTo>
                <a:lnTo>
                  <a:pt x="847" y="102"/>
                </a:lnTo>
                <a:lnTo>
                  <a:pt x="848" y="101"/>
                </a:lnTo>
                <a:lnTo>
                  <a:pt x="850" y="100"/>
                </a:lnTo>
                <a:lnTo>
                  <a:pt x="851" y="99"/>
                </a:lnTo>
                <a:lnTo>
                  <a:pt x="852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8"/>
                </a:lnTo>
                <a:lnTo>
                  <a:pt x="853" y="97"/>
                </a:lnTo>
                <a:lnTo>
                  <a:pt x="854" y="97"/>
                </a:lnTo>
                <a:lnTo>
                  <a:pt x="854" y="97"/>
                </a:lnTo>
                <a:lnTo>
                  <a:pt x="854" y="97"/>
                </a:lnTo>
                <a:lnTo>
                  <a:pt x="855" y="97"/>
                </a:lnTo>
                <a:lnTo>
                  <a:pt x="855" y="96"/>
                </a:lnTo>
                <a:lnTo>
                  <a:pt x="855" y="96"/>
                </a:lnTo>
                <a:lnTo>
                  <a:pt x="856" y="96"/>
                </a:lnTo>
                <a:lnTo>
                  <a:pt x="856" y="95"/>
                </a:lnTo>
                <a:lnTo>
                  <a:pt x="856" y="95"/>
                </a:lnTo>
                <a:lnTo>
                  <a:pt x="857" y="95"/>
                </a:lnTo>
                <a:lnTo>
                  <a:pt x="857" y="95"/>
                </a:lnTo>
                <a:lnTo>
                  <a:pt x="857" y="94"/>
                </a:lnTo>
                <a:lnTo>
                  <a:pt x="858" y="94"/>
                </a:lnTo>
                <a:lnTo>
                  <a:pt x="858" y="94"/>
                </a:lnTo>
                <a:lnTo>
                  <a:pt x="858" y="93"/>
                </a:lnTo>
                <a:lnTo>
                  <a:pt x="859" y="93"/>
                </a:lnTo>
                <a:lnTo>
                  <a:pt x="859" y="93"/>
                </a:lnTo>
                <a:lnTo>
                  <a:pt x="859" y="92"/>
                </a:lnTo>
                <a:lnTo>
                  <a:pt x="860" y="92"/>
                </a:lnTo>
                <a:lnTo>
                  <a:pt x="860" y="92"/>
                </a:lnTo>
                <a:lnTo>
                  <a:pt x="860" y="91"/>
                </a:lnTo>
                <a:lnTo>
                  <a:pt x="861" y="91"/>
                </a:lnTo>
                <a:lnTo>
                  <a:pt x="861" y="91"/>
                </a:lnTo>
                <a:lnTo>
                  <a:pt x="861" y="90"/>
                </a:lnTo>
                <a:lnTo>
                  <a:pt x="862" y="90"/>
                </a:lnTo>
                <a:lnTo>
                  <a:pt x="862" y="90"/>
                </a:lnTo>
                <a:lnTo>
                  <a:pt x="862" y="89"/>
                </a:lnTo>
                <a:lnTo>
                  <a:pt x="863" y="89"/>
                </a:lnTo>
                <a:lnTo>
                  <a:pt x="863" y="89"/>
                </a:lnTo>
                <a:lnTo>
                  <a:pt x="863" y="88"/>
                </a:lnTo>
                <a:lnTo>
                  <a:pt x="863" y="88"/>
                </a:lnTo>
                <a:lnTo>
                  <a:pt x="864" y="88"/>
                </a:lnTo>
                <a:lnTo>
                  <a:pt x="864" y="88"/>
                </a:lnTo>
                <a:lnTo>
                  <a:pt x="864" y="88"/>
                </a:lnTo>
                <a:lnTo>
                  <a:pt x="865" y="87"/>
                </a:lnTo>
                <a:lnTo>
                  <a:pt x="865" y="87"/>
                </a:lnTo>
                <a:lnTo>
                  <a:pt x="865" y="86"/>
                </a:lnTo>
                <a:lnTo>
                  <a:pt x="866" y="86"/>
                </a:lnTo>
                <a:lnTo>
                  <a:pt x="866" y="86"/>
                </a:lnTo>
                <a:lnTo>
                  <a:pt x="866" y="85"/>
                </a:lnTo>
                <a:lnTo>
                  <a:pt x="866" y="85"/>
                </a:lnTo>
                <a:lnTo>
                  <a:pt x="867" y="84"/>
                </a:lnTo>
                <a:lnTo>
                  <a:pt x="867" y="84"/>
                </a:lnTo>
                <a:lnTo>
                  <a:pt x="867" y="84"/>
                </a:lnTo>
                <a:lnTo>
                  <a:pt x="868" y="83"/>
                </a:lnTo>
                <a:lnTo>
                  <a:pt x="868" y="83"/>
                </a:lnTo>
                <a:lnTo>
                  <a:pt x="868" y="82"/>
                </a:lnTo>
                <a:lnTo>
                  <a:pt x="868" y="82"/>
                </a:lnTo>
                <a:lnTo>
                  <a:pt x="868" y="82"/>
                </a:lnTo>
                <a:lnTo>
                  <a:pt x="868" y="81"/>
                </a:lnTo>
                <a:lnTo>
                  <a:pt x="868" y="81"/>
                </a:lnTo>
                <a:lnTo>
                  <a:pt x="869" y="80"/>
                </a:lnTo>
                <a:lnTo>
                  <a:pt x="869" y="80"/>
                </a:lnTo>
                <a:lnTo>
                  <a:pt x="869" y="79"/>
                </a:lnTo>
                <a:lnTo>
                  <a:pt x="869" y="79"/>
                </a:lnTo>
                <a:lnTo>
                  <a:pt x="870" y="78"/>
                </a:lnTo>
                <a:lnTo>
                  <a:pt x="870" y="78"/>
                </a:lnTo>
                <a:lnTo>
                  <a:pt x="870" y="77"/>
                </a:lnTo>
                <a:lnTo>
                  <a:pt x="870" y="77"/>
                </a:lnTo>
                <a:lnTo>
                  <a:pt x="870" y="76"/>
                </a:lnTo>
                <a:lnTo>
                  <a:pt x="870" y="75"/>
                </a:lnTo>
                <a:lnTo>
                  <a:pt x="870" y="74"/>
                </a:lnTo>
                <a:lnTo>
                  <a:pt x="871" y="73"/>
                </a:lnTo>
                <a:lnTo>
                  <a:pt x="871" y="72"/>
                </a:lnTo>
                <a:lnTo>
                  <a:pt x="871" y="71"/>
                </a:lnTo>
                <a:lnTo>
                  <a:pt x="871" y="70"/>
                </a:lnTo>
                <a:lnTo>
                  <a:pt x="871" y="68"/>
                </a:lnTo>
                <a:lnTo>
                  <a:pt x="872" y="67"/>
                </a:lnTo>
                <a:lnTo>
                  <a:pt x="872" y="66"/>
                </a:lnTo>
                <a:lnTo>
                  <a:pt x="872" y="64"/>
                </a:lnTo>
                <a:lnTo>
                  <a:pt x="872" y="63"/>
                </a:lnTo>
                <a:lnTo>
                  <a:pt x="872" y="62"/>
                </a:lnTo>
                <a:lnTo>
                  <a:pt x="872" y="63"/>
                </a:lnTo>
                <a:lnTo>
                  <a:pt x="872" y="63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51PPT模板网，幻灯片演示模板及素材免费下载！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The Chinese University of Hong Kong, Shenzhen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工作汇报商务通用</dc:title>
  <dc:subject>学术答辩</dc:subject>
  <dc:creator>AI Writer 3.0</dc:creator>
  <cp:lastModifiedBy>AI Writer 3.0</cp:lastModifiedBy>
  <cp:revision>1</cp:revision>
  <dcterms:created xsi:type="dcterms:W3CDTF">2026-05-09T14:27:49Z</dcterms:created>
  <dcterms:modified xsi:type="dcterms:W3CDTF">2026-05-09T14:27:49Z</dcterms:modified>
</cp:coreProperties>
</file>