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_DEFEN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学术答辩</dc:subject>
  <dc:creator>AI Writer 3.0</dc:creator>
  <cp:lastModifiedBy>AI Writer 3.0</cp:lastModifiedBy>
  <cp:revision>1</cp:revision>
  <dcterms:created xsi:type="dcterms:W3CDTF">2026-05-09T14:25:51Z</dcterms:created>
  <dcterms:modified xsi:type="dcterms:W3CDTF">2026-05-09T14:25:51Z</dcterms:modified>
</cp:coreProperties>
</file>