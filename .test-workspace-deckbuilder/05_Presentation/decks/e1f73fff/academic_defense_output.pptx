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ADEMIC_DEFENS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932688" y="1920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工作汇报商务通用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8408" y="1481328"/>
            <a:ext cx="95554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CONTENTS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2. 01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4. 02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6. 03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Your content to play here, or through paste in this box, and select only the text. Your content to play here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汇报人：51PPT模板网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时间：2026.05.08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工作汇报/工作总结/述职报告/工作计划/商务通用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模板使用字体说明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标题字：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内容字体：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中文：阿里巴巴普惠体 2.0 55 Regular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英文/数字：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51PPT模板网，幻灯片演示模板及素材免费下载！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The Chinese University of Hong Kong, Shenzhen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工作汇报商务通用</dc:title>
  <dc:subject>学术答辩</dc:subject>
  <dc:creator>AI Writer 3.0</dc:creator>
  <cp:lastModifiedBy>AI Writer 3.0</cp:lastModifiedBy>
  <cp:revision>1</cp:revision>
  <dcterms:created xsi:type="dcterms:W3CDTF">2026-05-09T14:26:53Z</dcterms:created>
  <dcterms:modified xsi:type="dcterms:W3CDTF">2026-05-09T14:26:53Z</dcterms:modified>
</cp:coreProperties>
</file>