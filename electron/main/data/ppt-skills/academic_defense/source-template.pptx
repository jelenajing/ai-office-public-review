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60" r:id="rId2"/>
    <p:sldId id="261" r:id="rId3"/>
    <p:sldId id="262" r:id="rId4"/>
    <p:sldId id="263" r:id="rId5"/>
    <p:sldId id="2147310864" r:id="rId6"/>
    <p:sldId id="2147310865" r:id="rId7"/>
    <p:sldId id="2147310866" r:id="rId8"/>
    <p:sldId id="2147310861" r:id="rId9"/>
    <p:sldId id="264" r:id="rId10"/>
    <p:sldId id="2147310867" r:id="rId11"/>
    <p:sldId id="2147310868" r:id="rId12"/>
    <p:sldId id="2147310869" r:id="rId13"/>
    <p:sldId id="2147310862" r:id="rId14"/>
    <p:sldId id="265" r:id="rId15"/>
    <p:sldId id="2147310870" r:id="rId16"/>
    <p:sldId id="2147310871" r:id="rId17"/>
    <p:sldId id="2147310872" r:id="rId18"/>
    <p:sldId id="2147310863" r:id="rId19"/>
    <p:sldId id="266" r:id="rId20"/>
    <p:sldId id="2147310873" r:id="rId21"/>
    <p:sldId id="2147310874" r:id="rId22"/>
    <p:sldId id="2147310875" r:id="rId23"/>
    <p:sldId id="2147310876" r:id="rId24"/>
    <p:sldId id="2007578505" r:id="rId25"/>
    <p:sldId id="2007578503" r:id="rId2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597" userDrawn="1">
          <p15:clr>
            <a:srgbClr val="A4A3A4"/>
          </p15:clr>
        </p15:guide>
        <p15:guide id="4" pos="708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5AC59"/>
    <a:srgbClr val="234995"/>
    <a:srgbClr val="CC9933"/>
    <a:srgbClr val="1B38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8" y="192"/>
      </p:cViewPr>
      <p:guideLst>
        <p:guide orient="horz" pos="2160"/>
        <p:guide pos="3840"/>
        <p:guide pos="597"/>
        <p:guide pos="7083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50" d="100"/>
        <a:sy n="5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86A4503-6779-45FF-B691-997E1C26F926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2536DC-329C-494B-B244-9742099792D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82325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481013" y="1279525"/>
            <a:ext cx="6140450" cy="34544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E6FDB6-6D2B-46C1-9FA1-D82906A37C3A}" type="slidenum">
              <a:rPr lang="zh-CN" altLang="en-US" smtClean="0"/>
              <a:pPr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65975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51pptmoban.com/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图片 17" descr="D:\51PPT模板网\51pptmoban.com\图片.jpg">
            <a:extLst>
              <a:ext uri="{FF2B5EF4-FFF2-40B4-BE49-F238E27FC236}">
                <a16:creationId xmlns:a16="http://schemas.microsoft.com/office/drawing/2014/main" id="{E74CF6D6-3B9D-2CA7-9A68-78626B9E24B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68772034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页 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B7C62E65-C790-9ACE-1A24-77CCF1498010}"/>
              </a:ext>
            </a:extLst>
          </p:cNvPr>
          <p:cNvSpPr/>
          <p:nvPr userDrawn="1"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5D1D75D5-D36E-CADA-187D-216F76FEB68E}"/>
              </a:ext>
            </a:extLst>
          </p:cNvPr>
          <p:cNvSpPr/>
          <p:nvPr userDrawn="1"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solidFill>
            <a:schemeClr val="bg1"/>
          </a:solidFill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梯形 6">
            <a:extLst>
              <a:ext uri="{FF2B5EF4-FFF2-40B4-BE49-F238E27FC236}">
                <a16:creationId xmlns:a16="http://schemas.microsoft.com/office/drawing/2014/main" id="{E3E881B3-7043-8F82-D201-7FFBACA92EAD}"/>
              </a:ext>
            </a:extLst>
          </p:cNvPr>
          <p:cNvSpPr/>
          <p:nvPr userDrawn="1"/>
        </p:nvSpPr>
        <p:spPr>
          <a:xfrm rot="10800000">
            <a:off x="3962400" y="101472"/>
            <a:ext cx="4267200" cy="520501"/>
          </a:xfrm>
          <a:prstGeom prst="trapezoid">
            <a:avLst>
              <a:gd name="adj" fmla="val 39640"/>
            </a:avLst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1" name="图片 10" descr="D:\51PPT模板网\51pptmoban.com\图片.jpg">
            <a:extLst>
              <a:ext uri="{FF2B5EF4-FFF2-40B4-BE49-F238E27FC236}">
                <a16:creationId xmlns:a16="http://schemas.microsoft.com/office/drawing/2014/main" id="{632F3C5A-1E53-07DB-2EC7-1EC8E31F13C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alphaModFix amt="15000"/>
          </a:blip>
          <a:srcRect l="1220" r="1220" b="3050"/>
          <a:stretch>
            <a:fillRect/>
          </a:stretch>
        </p:blipFill>
        <p:spPr>
          <a:xfrm>
            <a:off x="0" y="5290650"/>
            <a:ext cx="12192000" cy="1567350"/>
          </a:xfrm>
          <a:custGeom>
            <a:avLst/>
            <a:gdLst>
              <a:gd name="csX0" fmla="*/ 0 w 12192000"/>
              <a:gd name="csY0" fmla="*/ 0 h 1567350"/>
              <a:gd name="csX1" fmla="*/ 12192000 w 12192000"/>
              <a:gd name="csY1" fmla="*/ 0 h 1567350"/>
              <a:gd name="csX2" fmla="*/ 12192000 w 12192000"/>
              <a:gd name="csY2" fmla="*/ 1567350 h 1567350"/>
              <a:gd name="csX3" fmla="*/ 0 w 12192000"/>
              <a:gd name="csY3" fmla="*/ 1567350 h 156735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2192000" h="1567350">
                <a:moveTo>
                  <a:pt x="0" y="0"/>
                </a:moveTo>
                <a:lnTo>
                  <a:pt x="12192000" y="0"/>
                </a:lnTo>
                <a:lnTo>
                  <a:pt x="12192000" y="1567350"/>
                </a:lnTo>
                <a:lnTo>
                  <a:pt x="0" y="156735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5455532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C660886-21B9-EF7A-D4E0-BA49A178A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5343C37-CA44-A82B-0F0D-30EC438D3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D7A519F-A5D9-DCC0-7D5C-238A740D963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55EC33-F02D-6930-FD46-906D7007A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25BFB4-61D2-BEB0-B96B-6C2CE0E16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29044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0F46C3-49E3-40E8-52E3-3F996081B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AE30-CD44-E540-35F5-4D44CA3BED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25AC3A3-B049-D043-BE7D-7421E3985E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97CD482-5EE9-80C4-ACC6-CFB24273722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1354BC2-3D01-0420-6446-4B001A81E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D22A1F0-7AA6-79B2-0D3A-16FB0A7BEC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28345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14F81B0-3E76-4D6D-0126-1047D0DB05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1057B33-C054-782B-C92A-9FFE0EACC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BA11E82-303F-043F-7A43-199FA2BB07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EDD0AD4-9D59-A296-D20F-B3D180BF6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B8D035B-960C-645F-CCA9-5DBF77BF2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FF97B63C-6109-6713-DCBE-1CC83D4737F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3B7DEE79-5894-3AB1-4045-F7F765F557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F7412F3-2C28-3412-C553-6CC7AD634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0617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DCF2B1-26EA-595D-C4F2-23266F72EE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58758F4-725D-FBF2-DC59-881F7495116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A532297-A43C-7378-463A-9D7F2175C7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2141894-40A1-4669-BD63-4F5E5DEBC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44896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206C49A-990A-3F60-A1AF-6F2BD4A5F31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3655D6A-7F91-F474-C1B5-C94AE872DA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1A41A39-13CA-7D7B-C1CB-6A0A655F10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2E4B201-9A5F-745B-23B9-8E0FADC7BE16}"/>
              </a:ext>
            </a:extLst>
          </p:cNvPr>
          <p:cNvSpPr txBox="1"/>
          <p:nvPr userDrawn="1"/>
        </p:nvSpPr>
        <p:spPr>
          <a:xfrm>
            <a:off x="747486" y="544626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51PPT模板网，幻灯片演示模板及素材免费下载！</a:t>
            </a:r>
          </a:p>
          <a:p>
            <a:r>
              <a:rPr lang="zh-CN" altLang="en-US" dirty="0">
                <a:solidFill>
                  <a:schemeClr val="bg1">
                    <a:lumMod val="95000"/>
                  </a:schemeClr>
                </a:solidFill>
              </a:rPr>
              <a:t>51PPT模板网 唯一访问网址：www.51pptmoban.com</a:t>
            </a:r>
          </a:p>
        </p:txBody>
      </p:sp>
    </p:spTree>
    <p:extLst>
      <p:ext uri="{BB962C8B-B14F-4D97-AF65-F5344CB8AC3E}">
        <p14:creationId xmlns:p14="http://schemas.microsoft.com/office/powerpoint/2010/main" val="2529796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970D2F5-12AB-81D9-900C-648546946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03E42A-97B8-E7EB-207B-FC7DB849CC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63AB621-AD75-51A2-9E2F-41F2F2AE1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6CCC8A7-4494-3090-450A-7CA01F6E890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B9C7DC7-33BE-C751-4DAC-3613672E3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43786FA-9B1A-7397-CD26-B75082567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9080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56C1B2B-0396-83E4-B6F3-14C9B5C5F6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3A75C6E-78D3-24D2-0151-A4BCB68379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C2619FE-DF1C-2D74-24E2-91E2371AEF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130F90-B9C3-D20C-6016-52C211B1AE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7968695-8B72-EA68-DB76-78D38FF8A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A7FDAC9-67AF-590E-D1D7-11F1BA91C8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59796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B31DFB7-F462-549F-5FC5-3A0E51E35C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F5624AD-4C97-8D4B-9E7C-9885B3C1AB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F8EC4F-D192-2953-0351-32A1AECBF68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52C1165-3B42-0D85-55A1-85575C734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7AEE3A8-17E3-4013-C524-0516DF3AB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2090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7CC0BD4-4BEF-347C-0FDD-982DD7D12F8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2516CCE-F181-3E55-68AE-BDB3685D4B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85B5E30-CBF0-C161-AC09-9DC3643F642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B654C64D-B06E-4FCE-8C9D-6136D5A89541}" type="datetimeFigureOut">
              <a:rPr lang="zh-CN" altLang="en-US" smtClean="0"/>
              <a:t>2026-04-06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CE2976E1-6FCE-2DA1-042D-4A45BA56E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A8FDAE4-E4C1-C88F-0E4A-593B40695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1F50D16-C500-4D50-A50A-F8227A3AE7D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231303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9751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PPT模板网，www.51pptmoban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任意多边形: 形状 36">
            <a:extLst>
              <a:ext uri="{FF2B5EF4-FFF2-40B4-BE49-F238E27FC236}">
                <a16:creationId xmlns:a16="http://schemas.microsoft.com/office/drawing/2014/main" id="{755E9D02-03E4-2FEA-BE57-F9CC76BFC8A1}"/>
              </a:ext>
            </a:extLst>
          </p:cNvPr>
          <p:cNvSpPr/>
          <p:nvPr userDrawn="1"/>
        </p:nvSpPr>
        <p:spPr>
          <a:xfrm>
            <a:off x="2" y="3832097"/>
            <a:ext cx="12195175" cy="3022731"/>
          </a:xfrm>
          <a:custGeom>
            <a:avLst/>
            <a:gdLst>
              <a:gd name="connsiteX0" fmla="*/ 7975600 w 12192000"/>
              <a:gd name="connsiteY0" fmla="*/ 1366 h 3023966"/>
              <a:gd name="connsiteX1" fmla="*/ 11319470 w 12192000"/>
              <a:gd name="connsiteY1" fmla="*/ 330723 h 3023966"/>
              <a:gd name="connsiteX2" fmla="*/ 12192000 w 12192000"/>
              <a:gd name="connsiteY2" fmla="*/ 498201 h 3023966"/>
              <a:gd name="connsiteX3" fmla="*/ 12192000 w 12192000"/>
              <a:gd name="connsiteY3" fmla="*/ 3023966 h 3023966"/>
              <a:gd name="connsiteX4" fmla="*/ 0 w 12192000"/>
              <a:gd name="connsiteY4" fmla="*/ 3023966 h 3023966"/>
              <a:gd name="connsiteX5" fmla="*/ 0 w 12192000"/>
              <a:gd name="connsiteY5" fmla="*/ 376472 h 3023966"/>
              <a:gd name="connsiteX6" fmla="*/ 345926 w 12192000"/>
              <a:gd name="connsiteY6" fmla="*/ 450479 h 3023966"/>
              <a:gd name="connsiteX7" fmla="*/ 2908300 w 12192000"/>
              <a:gd name="connsiteY7" fmla="*/ 674466 h 3023966"/>
              <a:gd name="connsiteX8" fmla="*/ 7975600 w 12192000"/>
              <a:gd name="connsiteY8" fmla="*/ 1366 h 30239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2192000" h="3023966">
                <a:moveTo>
                  <a:pt x="7975600" y="1366"/>
                </a:moveTo>
                <a:cubicBezTo>
                  <a:pt x="9159875" y="-16096"/>
                  <a:pt x="10251281" y="136105"/>
                  <a:pt x="11319470" y="330723"/>
                </a:cubicBezTo>
                <a:lnTo>
                  <a:pt x="12192000" y="498201"/>
                </a:lnTo>
                <a:lnTo>
                  <a:pt x="12192000" y="3023966"/>
                </a:lnTo>
                <a:lnTo>
                  <a:pt x="0" y="3023966"/>
                </a:lnTo>
                <a:lnTo>
                  <a:pt x="0" y="376472"/>
                </a:lnTo>
                <a:lnTo>
                  <a:pt x="345926" y="450479"/>
                </a:lnTo>
                <a:cubicBezTo>
                  <a:pt x="1074142" y="599258"/>
                  <a:pt x="1865313" y="710978"/>
                  <a:pt x="2908300" y="674466"/>
                </a:cubicBezTo>
                <a:cubicBezTo>
                  <a:pt x="4298950" y="625783"/>
                  <a:pt x="6396567" y="24649"/>
                  <a:pt x="7975600" y="1366"/>
                </a:cubicBezTo>
                <a:close/>
              </a:path>
            </a:pathLst>
          </a:custGeom>
          <a:solidFill>
            <a:srgbClr val="003399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 sz="1703">
              <a:latin typeface="HarmonyOS Sans SC Light" panose="00000400000000000000" pitchFamily="2" charset="-122"/>
              <a:ea typeface="阿里巴巴普惠体 2.0 55 Regular" panose="00020600040101010101" pitchFamily="18" charset="-122"/>
              <a:cs typeface="阿里巴巴普惠体 2.0 55 Regular" panose="00020600040101010101" pitchFamily="18" charset="-122"/>
              <a:sym typeface="HarmonyOS Sans SC Light" panose="00000400000000000000" pitchFamily="2" charset="-122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381F7462-B454-D9CD-1119-9123DEB0BCE3}"/>
              </a:ext>
            </a:extLst>
          </p:cNvPr>
          <p:cNvGrpSpPr/>
          <p:nvPr userDrawn="1"/>
        </p:nvGrpSpPr>
        <p:grpSpPr>
          <a:xfrm>
            <a:off x="807247" y="298818"/>
            <a:ext cx="3513983" cy="1204794"/>
            <a:chOff x="870547" y="7238685"/>
            <a:chExt cx="3333750" cy="1143000"/>
          </a:xfrm>
        </p:grpSpPr>
        <p:grpSp>
          <p:nvGrpSpPr>
            <p:cNvPr id="3" name="组合 2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CD7781A2-7670-D6F9-A580-785A1DE65734}"/>
                </a:ext>
              </a:extLst>
            </p:cNvPr>
            <p:cNvGrpSpPr/>
            <p:nvPr userDrawn="1"/>
          </p:nvGrpSpPr>
          <p:grpSpPr>
            <a:xfrm>
              <a:off x="1089945" y="7419206"/>
              <a:ext cx="2824283" cy="781959"/>
              <a:chOff x="1086173" y="3300162"/>
              <a:chExt cx="2824283" cy="781959"/>
            </a:xfrm>
          </p:grpSpPr>
          <p:sp>
            <p:nvSpPr>
              <p:cNvPr id="5" name="任意多边形: 形状 4">
                <a:extLst>
                  <a:ext uri="{FF2B5EF4-FFF2-40B4-BE49-F238E27FC236}">
                    <a16:creationId xmlns:a16="http://schemas.microsoft.com/office/drawing/2014/main" id="{2A4D029E-D190-E7B4-70E0-00738435A8A5}"/>
                  </a:ext>
                </a:extLst>
              </p:cNvPr>
              <p:cNvSpPr/>
              <p:nvPr userDrawn="1"/>
            </p:nvSpPr>
            <p:spPr>
              <a:xfrm>
                <a:off x="2111882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8" name="任意多边形: 形状 37">
                <a:extLst>
                  <a:ext uri="{FF2B5EF4-FFF2-40B4-BE49-F238E27FC236}">
                    <a16:creationId xmlns:a16="http://schemas.microsoft.com/office/drawing/2014/main" id="{96A052D9-33D2-05C9-FE3E-8412E8D51A11}"/>
                  </a:ext>
                </a:extLst>
              </p:cNvPr>
              <p:cNvSpPr/>
              <p:nvPr userDrawn="1"/>
            </p:nvSpPr>
            <p:spPr>
              <a:xfrm>
                <a:off x="2426959" y="3451828"/>
                <a:ext cx="250109" cy="332432"/>
              </a:xfrm>
              <a:custGeom>
                <a:avLst/>
                <a:gdLst>
                  <a:gd name="connsiteX0" fmla="*/ 79937 w 250109"/>
                  <a:gd name="connsiteY0" fmla="*/ 159025 h 332432"/>
                  <a:gd name="connsiteX1" fmla="*/ 79937 w 250109"/>
                  <a:gd name="connsiteY1" fmla="*/ 62949 h 332432"/>
                  <a:gd name="connsiteX2" fmla="*/ 112574 w 250109"/>
                  <a:gd name="connsiteY2" fmla="*/ 62949 h 332432"/>
                  <a:gd name="connsiteX3" fmla="*/ 156891 w 250109"/>
                  <a:gd name="connsiteY3" fmla="*/ 72996 h 332432"/>
                  <a:gd name="connsiteX4" fmla="*/ 172401 w 250109"/>
                  <a:gd name="connsiteY4" fmla="*/ 108130 h 332432"/>
                  <a:gd name="connsiteX5" fmla="*/ 158257 w 250109"/>
                  <a:gd name="connsiteY5" fmla="*/ 145870 h 332432"/>
                  <a:gd name="connsiteX6" fmla="*/ 114820 w 250109"/>
                  <a:gd name="connsiteY6" fmla="*/ 159025 h 332432"/>
                  <a:gd name="connsiteX7" fmla="*/ 79937 w 250109"/>
                  <a:gd name="connsiteY7" fmla="*/ 159025 h 332432"/>
                  <a:gd name="connsiteX8" fmla="*/ 0 w 250109"/>
                  <a:gd name="connsiteY8" fmla="*/ 332433 h 332432"/>
                  <a:gd name="connsiteX9" fmla="*/ 79937 w 250109"/>
                  <a:gd name="connsiteY9" fmla="*/ 332433 h 332432"/>
                  <a:gd name="connsiteX10" fmla="*/ 79937 w 250109"/>
                  <a:gd name="connsiteY10" fmla="*/ 222087 h 332432"/>
                  <a:gd name="connsiteX11" fmla="*/ 118792 w 250109"/>
                  <a:gd name="connsiteY11" fmla="*/ 222087 h 332432"/>
                  <a:gd name="connsiteX12" fmla="*/ 184082 w 250109"/>
                  <a:gd name="connsiteY12" fmla="*/ 210047 h 332432"/>
                  <a:gd name="connsiteX13" fmla="*/ 231743 w 250109"/>
                  <a:gd name="connsiteY13" fmla="*/ 172810 h 332432"/>
                  <a:gd name="connsiteX14" fmla="*/ 250110 w 250109"/>
                  <a:gd name="connsiteY14" fmla="*/ 108148 h 332432"/>
                  <a:gd name="connsiteX15" fmla="*/ 231869 w 250109"/>
                  <a:gd name="connsiteY15" fmla="*/ 43594 h 332432"/>
                  <a:gd name="connsiteX16" fmla="*/ 183831 w 250109"/>
                  <a:gd name="connsiteY16" fmla="*/ 9700 h 332432"/>
                  <a:gd name="connsiteX17" fmla="*/ 116563 w 250109"/>
                  <a:gd name="connsiteY17" fmla="*/ 13 h 332432"/>
                  <a:gd name="connsiteX18" fmla="*/ 0 w 250109"/>
                  <a:gd name="connsiteY18" fmla="*/ 13 h 332432"/>
                  <a:gd name="connsiteX19" fmla="*/ 0 w 250109"/>
                  <a:gd name="connsiteY19" fmla="*/ 332433 h 3324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</a:cxnLst>
                <a:rect l="l" t="t" r="r" b="b"/>
                <a:pathLst>
                  <a:path w="250109" h="332432">
                    <a:moveTo>
                      <a:pt x="79937" y="159025"/>
                    </a:moveTo>
                    <a:lnTo>
                      <a:pt x="79937" y="62949"/>
                    </a:lnTo>
                    <a:lnTo>
                      <a:pt x="112574" y="62949"/>
                    </a:lnTo>
                    <a:cubicBezTo>
                      <a:pt x="131821" y="62698"/>
                      <a:pt x="146702" y="66059"/>
                      <a:pt x="156891" y="72996"/>
                    </a:cubicBezTo>
                    <a:cubicBezTo>
                      <a:pt x="167189" y="79825"/>
                      <a:pt x="172401" y="91488"/>
                      <a:pt x="172401" y="108130"/>
                    </a:cubicBezTo>
                    <a:cubicBezTo>
                      <a:pt x="172527" y="124520"/>
                      <a:pt x="167692" y="137046"/>
                      <a:pt x="158257" y="145870"/>
                    </a:cubicBezTo>
                    <a:cubicBezTo>
                      <a:pt x="148696" y="154550"/>
                      <a:pt x="134175" y="159025"/>
                      <a:pt x="114820" y="159025"/>
                    </a:cubicBezTo>
                    <a:lnTo>
                      <a:pt x="79937" y="159025"/>
                    </a:lnTo>
                    <a:close/>
                    <a:moveTo>
                      <a:pt x="0" y="332433"/>
                    </a:moveTo>
                    <a:lnTo>
                      <a:pt x="79937" y="332433"/>
                    </a:lnTo>
                    <a:lnTo>
                      <a:pt x="79937" y="222087"/>
                    </a:lnTo>
                    <a:lnTo>
                      <a:pt x="118792" y="222087"/>
                    </a:lnTo>
                    <a:cubicBezTo>
                      <a:pt x="142496" y="222087"/>
                      <a:pt x="164224" y="218116"/>
                      <a:pt x="184082" y="210047"/>
                    </a:cubicBezTo>
                    <a:cubicBezTo>
                      <a:pt x="203815" y="202103"/>
                      <a:pt x="219702" y="189559"/>
                      <a:pt x="231743" y="172810"/>
                    </a:cubicBezTo>
                    <a:cubicBezTo>
                      <a:pt x="243658" y="155934"/>
                      <a:pt x="249858" y="134458"/>
                      <a:pt x="250110" y="108148"/>
                    </a:cubicBezTo>
                    <a:cubicBezTo>
                      <a:pt x="249858" y="80957"/>
                      <a:pt x="243784" y="59373"/>
                      <a:pt x="231869" y="43594"/>
                    </a:cubicBezTo>
                    <a:cubicBezTo>
                      <a:pt x="219828" y="27707"/>
                      <a:pt x="203815" y="16403"/>
                      <a:pt x="183831" y="9700"/>
                    </a:cubicBezTo>
                    <a:cubicBezTo>
                      <a:pt x="163721" y="3122"/>
                      <a:pt x="141256" y="-238"/>
                      <a:pt x="116563" y="13"/>
                    </a:cubicBezTo>
                    <a:lnTo>
                      <a:pt x="0" y="13"/>
                    </a:lnTo>
                    <a:lnTo>
                      <a:pt x="0" y="332433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39" name="任意多边形: 形状 38">
                <a:extLst>
                  <a:ext uri="{FF2B5EF4-FFF2-40B4-BE49-F238E27FC236}">
                    <a16:creationId xmlns:a16="http://schemas.microsoft.com/office/drawing/2014/main" id="{43D5FF14-27AB-8B0E-C2F9-88E9CD5F9BE2}"/>
                  </a:ext>
                </a:extLst>
              </p:cNvPr>
              <p:cNvSpPr/>
              <p:nvPr userDrawn="1"/>
            </p:nvSpPr>
            <p:spPr>
              <a:xfrm>
                <a:off x="2713715" y="3451841"/>
                <a:ext cx="259922" cy="332419"/>
              </a:xfrm>
              <a:custGeom>
                <a:avLst/>
                <a:gdLst>
                  <a:gd name="connsiteX0" fmla="*/ 89732 w 259922"/>
                  <a:gd name="connsiteY0" fmla="*/ 332420 h 332419"/>
                  <a:gd name="connsiteX1" fmla="*/ 169669 w 259922"/>
                  <a:gd name="connsiteY1" fmla="*/ 332420 h 332419"/>
                  <a:gd name="connsiteX2" fmla="*/ 169669 w 259922"/>
                  <a:gd name="connsiteY2" fmla="*/ 66045 h 332419"/>
                  <a:gd name="connsiteX3" fmla="*/ 259922 w 259922"/>
                  <a:gd name="connsiteY3" fmla="*/ 66045 h 332419"/>
                  <a:gd name="connsiteX4" fmla="*/ 259922 w 259922"/>
                  <a:gd name="connsiteY4" fmla="*/ 0 h 332419"/>
                  <a:gd name="connsiteX5" fmla="*/ 0 w 259922"/>
                  <a:gd name="connsiteY5" fmla="*/ 0 h 332419"/>
                  <a:gd name="connsiteX6" fmla="*/ 0 w 259922"/>
                  <a:gd name="connsiteY6" fmla="*/ 66045 h 332419"/>
                  <a:gd name="connsiteX7" fmla="*/ 89732 w 259922"/>
                  <a:gd name="connsiteY7" fmla="*/ 66045 h 33241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259922" h="332419">
                    <a:moveTo>
                      <a:pt x="89732" y="332420"/>
                    </a:moveTo>
                    <a:lnTo>
                      <a:pt x="169669" y="332420"/>
                    </a:lnTo>
                    <a:lnTo>
                      <a:pt x="169669" y="66045"/>
                    </a:lnTo>
                    <a:lnTo>
                      <a:pt x="259922" y="66045"/>
                    </a:lnTo>
                    <a:lnTo>
                      <a:pt x="259922" y="0"/>
                    </a:lnTo>
                    <a:lnTo>
                      <a:pt x="0" y="0"/>
                    </a:lnTo>
                    <a:lnTo>
                      <a:pt x="0" y="66045"/>
                    </a:lnTo>
                    <a:lnTo>
                      <a:pt x="89732" y="6604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0" name="任意多边形: 形状 39">
                <a:extLst>
                  <a:ext uri="{FF2B5EF4-FFF2-40B4-BE49-F238E27FC236}">
                    <a16:creationId xmlns:a16="http://schemas.microsoft.com/office/drawing/2014/main" id="{51AC798E-FE52-EC3B-FD0C-BCE3D1C1B704}"/>
                  </a:ext>
                </a:extLst>
              </p:cNvPr>
              <p:cNvSpPr/>
              <p:nvPr userDrawn="1"/>
            </p:nvSpPr>
            <p:spPr>
              <a:xfrm>
                <a:off x="3026743" y="3420175"/>
                <a:ext cx="399147" cy="388526"/>
              </a:xfrm>
              <a:custGeom>
                <a:avLst/>
                <a:gdLst>
                  <a:gd name="connsiteX0" fmla="*/ 387323 w 399147"/>
                  <a:gd name="connsiteY0" fmla="*/ 305498 h 388526"/>
                  <a:gd name="connsiteX1" fmla="*/ 387323 w 399147"/>
                  <a:gd name="connsiteY1" fmla="*/ 257334 h 388526"/>
                  <a:gd name="connsiteX2" fmla="*/ 291211 w 399147"/>
                  <a:gd name="connsiteY2" fmla="*/ 257334 h 388526"/>
                  <a:gd name="connsiteX3" fmla="*/ 292235 w 399147"/>
                  <a:gd name="connsiteY3" fmla="*/ 248475 h 388526"/>
                  <a:gd name="connsiteX4" fmla="*/ 293260 w 399147"/>
                  <a:gd name="connsiteY4" fmla="*/ 239273 h 388526"/>
                  <a:gd name="connsiteX5" fmla="*/ 367212 w 399147"/>
                  <a:gd name="connsiteY5" fmla="*/ 239273 h 388526"/>
                  <a:gd name="connsiteX6" fmla="*/ 367212 w 399147"/>
                  <a:gd name="connsiteY6" fmla="*/ 98628 h 388526"/>
                  <a:gd name="connsiteX7" fmla="*/ 159084 w 399147"/>
                  <a:gd name="connsiteY7" fmla="*/ 98628 h 388526"/>
                  <a:gd name="connsiteX8" fmla="*/ 159084 w 399147"/>
                  <a:gd name="connsiteY8" fmla="*/ 239273 h 388526"/>
                  <a:gd name="connsiteX9" fmla="*/ 235193 w 399147"/>
                  <a:gd name="connsiteY9" fmla="*/ 239273 h 388526"/>
                  <a:gd name="connsiteX10" fmla="*/ 234061 w 399147"/>
                  <a:gd name="connsiteY10" fmla="*/ 248475 h 388526"/>
                  <a:gd name="connsiteX11" fmla="*/ 232696 w 399147"/>
                  <a:gd name="connsiteY11" fmla="*/ 257334 h 388526"/>
                  <a:gd name="connsiteX12" fmla="*/ 143970 w 399147"/>
                  <a:gd name="connsiteY12" fmla="*/ 257334 h 388526"/>
                  <a:gd name="connsiteX13" fmla="*/ 143970 w 399147"/>
                  <a:gd name="connsiteY13" fmla="*/ 305498 h 388526"/>
                  <a:gd name="connsiteX14" fmla="*/ 211453 w 399147"/>
                  <a:gd name="connsiteY14" fmla="*/ 305498 h 388526"/>
                  <a:gd name="connsiteX15" fmla="*/ 179751 w 399147"/>
                  <a:gd name="connsiteY15" fmla="*/ 326058 h 388526"/>
                  <a:gd name="connsiteX16" fmla="*/ 126358 w 399147"/>
                  <a:gd name="connsiteY16" fmla="*/ 341046 h 388526"/>
                  <a:gd name="connsiteX17" fmla="*/ 143629 w 399147"/>
                  <a:gd name="connsiteY17" fmla="*/ 363762 h 388526"/>
                  <a:gd name="connsiteX18" fmla="*/ 156245 w 399147"/>
                  <a:gd name="connsiteY18" fmla="*/ 388527 h 388526"/>
                  <a:gd name="connsiteX19" fmla="*/ 232480 w 399147"/>
                  <a:gd name="connsiteY19" fmla="*/ 359215 h 388526"/>
                  <a:gd name="connsiteX20" fmla="*/ 273149 w 399147"/>
                  <a:gd name="connsiteY20" fmla="*/ 317755 h 388526"/>
                  <a:gd name="connsiteX21" fmla="*/ 309398 w 399147"/>
                  <a:gd name="connsiteY21" fmla="*/ 360815 h 388526"/>
                  <a:gd name="connsiteX22" fmla="*/ 363133 w 399147"/>
                  <a:gd name="connsiteY22" fmla="*/ 387736 h 388526"/>
                  <a:gd name="connsiteX23" fmla="*/ 379379 w 399147"/>
                  <a:gd name="connsiteY23" fmla="*/ 361713 h 388526"/>
                  <a:gd name="connsiteX24" fmla="*/ 399148 w 399147"/>
                  <a:gd name="connsiteY24" fmla="*/ 338656 h 388526"/>
                  <a:gd name="connsiteX25" fmla="*/ 359161 w 399147"/>
                  <a:gd name="connsiteY25" fmla="*/ 325932 h 388526"/>
                  <a:gd name="connsiteX26" fmla="*/ 329275 w 399147"/>
                  <a:gd name="connsiteY26" fmla="*/ 305480 h 388526"/>
                  <a:gd name="connsiteX27" fmla="*/ 387323 w 399147"/>
                  <a:gd name="connsiteY27" fmla="*/ 305480 h 388526"/>
                  <a:gd name="connsiteX28" fmla="*/ 213843 w 399147"/>
                  <a:gd name="connsiteY28" fmla="*/ 139064 h 388526"/>
                  <a:gd name="connsiteX29" fmla="*/ 309955 w 399147"/>
                  <a:gd name="connsiteY29" fmla="*/ 139064 h 388526"/>
                  <a:gd name="connsiteX30" fmla="*/ 309955 w 399147"/>
                  <a:gd name="connsiteY30" fmla="*/ 150080 h 388526"/>
                  <a:gd name="connsiteX31" fmla="*/ 213843 w 399147"/>
                  <a:gd name="connsiteY31" fmla="*/ 150080 h 388526"/>
                  <a:gd name="connsiteX32" fmla="*/ 213843 w 399147"/>
                  <a:gd name="connsiteY32" fmla="*/ 139064 h 388526"/>
                  <a:gd name="connsiteX33" fmla="*/ 213843 w 399147"/>
                  <a:gd name="connsiteY33" fmla="*/ 187677 h 388526"/>
                  <a:gd name="connsiteX34" fmla="*/ 309955 w 399147"/>
                  <a:gd name="connsiteY34" fmla="*/ 187677 h 388526"/>
                  <a:gd name="connsiteX35" fmla="*/ 309955 w 399147"/>
                  <a:gd name="connsiteY35" fmla="*/ 198819 h 388526"/>
                  <a:gd name="connsiteX36" fmla="*/ 213843 w 399147"/>
                  <a:gd name="connsiteY36" fmla="*/ 198819 h 388526"/>
                  <a:gd name="connsiteX37" fmla="*/ 213843 w 399147"/>
                  <a:gd name="connsiteY37" fmla="*/ 187677 h 388526"/>
                  <a:gd name="connsiteX38" fmla="*/ 158293 w 399147"/>
                  <a:gd name="connsiteY38" fmla="*/ 214724 h 388526"/>
                  <a:gd name="connsiteX39" fmla="*/ 144653 w 399147"/>
                  <a:gd name="connsiteY39" fmla="*/ 194272 h 388526"/>
                  <a:gd name="connsiteX40" fmla="*/ 124651 w 399147"/>
                  <a:gd name="connsiteY40" fmla="*/ 165536 h 388526"/>
                  <a:gd name="connsiteX41" fmla="*/ 107488 w 399147"/>
                  <a:gd name="connsiteY41" fmla="*/ 142353 h 388526"/>
                  <a:gd name="connsiteX42" fmla="*/ 107488 w 399147"/>
                  <a:gd name="connsiteY42" fmla="*/ 129629 h 388526"/>
                  <a:gd name="connsiteX43" fmla="*/ 141903 w 399147"/>
                  <a:gd name="connsiteY43" fmla="*/ 129629 h 388526"/>
                  <a:gd name="connsiteX44" fmla="*/ 141903 w 399147"/>
                  <a:gd name="connsiteY44" fmla="*/ 74869 h 388526"/>
                  <a:gd name="connsiteX45" fmla="*/ 107488 w 399147"/>
                  <a:gd name="connsiteY45" fmla="*/ 74869 h 388526"/>
                  <a:gd name="connsiteX46" fmla="*/ 107488 w 399147"/>
                  <a:gd name="connsiteY46" fmla="*/ 0 h 388526"/>
                  <a:gd name="connsiteX47" fmla="*/ 51470 w 399147"/>
                  <a:gd name="connsiteY47" fmla="*/ 0 h 388526"/>
                  <a:gd name="connsiteX48" fmla="*/ 51470 w 399147"/>
                  <a:gd name="connsiteY48" fmla="*/ 74869 h 388526"/>
                  <a:gd name="connsiteX49" fmla="*/ 11035 w 399147"/>
                  <a:gd name="connsiteY49" fmla="*/ 74869 h 388526"/>
                  <a:gd name="connsiteX50" fmla="*/ 11035 w 399147"/>
                  <a:gd name="connsiteY50" fmla="*/ 129629 h 388526"/>
                  <a:gd name="connsiteX51" fmla="*/ 51470 w 399147"/>
                  <a:gd name="connsiteY51" fmla="*/ 129629 h 388526"/>
                  <a:gd name="connsiteX52" fmla="*/ 51470 w 399147"/>
                  <a:gd name="connsiteY52" fmla="*/ 144401 h 388526"/>
                  <a:gd name="connsiteX53" fmla="*/ 29545 w 399147"/>
                  <a:gd name="connsiteY53" fmla="*/ 207446 h 388526"/>
                  <a:gd name="connsiteX54" fmla="*/ 0 w 399147"/>
                  <a:gd name="connsiteY54" fmla="*/ 259365 h 388526"/>
                  <a:gd name="connsiteX55" fmla="*/ 15222 w 399147"/>
                  <a:gd name="connsiteY55" fmla="*/ 289468 h 388526"/>
                  <a:gd name="connsiteX56" fmla="*/ 27371 w 399147"/>
                  <a:gd name="connsiteY56" fmla="*/ 320253 h 388526"/>
                  <a:gd name="connsiteX57" fmla="*/ 39861 w 399147"/>
                  <a:gd name="connsiteY57" fmla="*/ 298094 h 388526"/>
                  <a:gd name="connsiteX58" fmla="*/ 51453 w 399147"/>
                  <a:gd name="connsiteY58" fmla="*/ 271963 h 388526"/>
                  <a:gd name="connsiteX59" fmla="*/ 51453 w 399147"/>
                  <a:gd name="connsiteY59" fmla="*/ 388527 h 388526"/>
                  <a:gd name="connsiteX60" fmla="*/ 107470 w 399147"/>
                  <a:gd name="connsiteY60" fmla="*/ 388527 h 388526"/>
                  <a:gd name="connsiteX61" fmla="*/ 107470 w 399147"/>
                  <a:gd name="connsiteY61" fmla="*/ 217995 h 388526"/>
                  <a:gd name="connsiteX62" fmla="*/ 116564 w 399147"/>
                  <a:gd name="connsiteY62" fmla="*/ 237997 h 388526"/>
                  <a:gd name="connsiteX63" fmla="*/ 123501 w 399147"/>
                  <a:gd name="connsiteY63" fmla="*/ 255609 h 388526"/>
                  <a:gd name="connsiteX64" fmla="*/ 158293 w 399147"/>
                  <a:gd name="connsiteY64" fmla="*/ 214724 h 388526"/>
                  <a:gd name="connsiteX65" fmla="*/ 192260 w 399147"/>
                  <a:gd name="connsiteY65" fmla="*/ 92032 h 388526"/>
                  <a:gd name="connsiteX66" fmla="*/ 248277 w 399147"/>
                  <a:gd name="connsiteY66" fmla="*/ 92032 h 388526"/>
                  <a:gd name="connsiteX67" fmla="*/ 248277 w 399147"/>
                  <a:gd name="connsiteY67" fmla="*/ 72821 h 388526"/>
                  <a:gd name="connsiteX68" fmla="*/ 287131 w 399147"/>
                  <a:gd name="connsiteY68" fmla="*/ 72821 h 388526"/>
                  <a:gd name="connsiteX69" fmla="*/ 287131 w 399147"/>
                  <a:gd name="connsiteY69" fmla="*/ 92014 h 388526"/>
                  <a:gd name="connsiteX70" fmla="*/ 344730 w 399147"/>
                  <a:gd name="connsiteY70" fmla="*/ 92014 h 388526"/>
                  <a:gd name="connsiteX71" fmla="*/ 344730 w 399147"/>
                  <a:gd name="connsiteY71" fmla="*/ 72821 h 388526"/>
                  <a:gd name="connsiteX72" fmla="*/ 384842 w 399147"/>
                  <a:gd name="connsiteY72" fmla="*/ 72821 h 388526"/>
                  <a:gd name="connsiteX73" fmla="*/ 384842 w 399147"/>
                  <a:gd name="connsiteY73" fmla="*/ 24549 h 388526"/>
                  <a:gd name="connsiteX74" fmla="*/ 344730 w 399147"/>
                  <a:gd name="connsiteY74" fmla="*/ 24549 h 388526"/>
                  <a:gd name="connsiteX75" fmla="*/ 344730 w 399147"/>
                  <a:gd name="connsiteY75" fmla="*/ 0 h 388526"/>
                  <a:gd name="connsiteX76" fmla="*/ 287131 w 399147"/>
                  <a:gd name="connsiteY76" fmla="*/ 0 h 388526"/>
                  <a:gd name="connsiteX77" fmla="*/ 287131 w 399147"/>
                  <a:gd name="connsiteY77" fmla="*/ 24531 h 388526"/>
                  <a:gd name="connsiteX78" fmla="*/ 248277 w 399147"/>
                  <a:gd name="connsiteY78" fmla="*/ 24531 h 388526"/>
                  <a:gd name="connsiteX79" fmla="*/ 248277 w 399147"/>
                  <a:gd name="connsiteY79" fmla="*/ 0 h 388526"/>
                  <a:gd name="connsiteX80" fmla="*/ 192260 w 399147"/>
                  <a:gd name="connsiteY80" fmla="*/ 0 h 388526"/>
                  <a:gd name="connsiteX81" fmla="*/ 192260 w 399147"/>
                  <a:gd name="connsiteY81" fmla="*/ 24531 h 388526"/>
                  <a:gd name="connsiteX82" fmla="*/ 150907 w 399147"/>
                  <a:gd name="connsiteY82" fmla="*/ 24531 h 388526"/>
                  <a:gd name="connsiteX83" fmla="*/ 150907 w 399147"/>
                  <a:gd name="connsiteY83" fmla="*/ 72821 h 388526"/>
                  <a:gd name="connsiteX84" fmla="*/ 192260 w 399147"/>
                  <a:gd name="connsiteY84" fmla="*/ 72821 h 388526"/>
                  <a:gd name="connsiteX85" fmla="*/ 192260 w 399147"/>
                  <a:gd name="connsiteY85" fmla="*/ 92032 h 38852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  <a:cxn ang="0">
                    <a:pos x="connsiteX68" y="connsiteY68"/>
                  </a:cxn>
                  <a:cxn ang="0">
                    <a:pos x="connsiteX69" y="connsiteY69"/>
                  </a:cxn>
                  <a:cxn ang="0">
                    <a:pos x="connsiteX70" y="connsiteY70"/>
                  </a:cxn>
                  <a:cxn ang="0">
                    <a:pos x="connsiteX71" y="connsiteY71"/>
                  </a:cxn>
                  <a:cxn ang="0">
                    <a:pos x="connsiteX72" y="connsiteY72"/>
                  </a:cxn>
                  <a:cxn ang="0">
                    <a:pos x="connsiteX73" y="connsiteY73"/>
                  </a:cxn>
                  <a:cxn ang="0">
                    <a:pos x="connsiteX74" y="connsiteY74"/>
                  </a:cxn>
                  <a:cxn ang="0">
                    <a:pos x="connsiteX75" y="connsiteY75"/>
                  </a:cxn>
                  <a:cxn ang="0">
                    <a:pos x="connsiteX76" y="connsiteY76"/>
                  </a:cxn>
                  <a:cxn ang="0">
                    <a:pos x="connsiteX77" y="connsiteY77"/>
                  </a:cxn>
                  <a:cxn ang="0">
                    <a:pos x="connsiteX78" y="connsiteY78"/>
                  </a:cxn>
                  <a:cxn ang="0">
                    <a:pos x="connsiteX79" y="connsiteY79"/>
                  </a:cxn>
                  <a:cxn ang="0">
                    <a:pos x="connsiteX80" y="connsiteY80"/>
                  </a:cxn>
                  <a:cxn ang="0">
                    <a:pos x="connsiteX81" y="connsiteY81"/>
                  </a:cxn>
                  <a:cxn ang="0">
                    <a:pos x="connsiteX82" y="connsiteY82"/>
                  </a:cxn>
                  <a:cxn ang="0">
                    <a:pos x="connsiteX83" y="connsiteY83"/>
                  </a:cxn>
                  <a:cxn ang="0">
                    <a:pos x="connsiteX84" y="connsiteY84"/>
                  </a:cxn>
                  <a:cxn ang="0">
                    <a:pos x="connsiteX85" y="connsiteY85"/>
                  </a:cxn>
                </a:cxnLst>
                <a:rect l="l" t="t" r="r" b="b"/>
                <a:pathLst>
                  <a:path w="399147" h="388526">
                    <a:moveTo>
                      <a:pt x="387323" y="305498"/>
                    </a:moveTo>
                    <a:lnTo>
                      <a:pt x="387323" y="257334"/>
                    </a:lnTo>
                    <a:lnTo>
                      <a:pt x="291211" y="257334"/>
                    </a:lnTo>
                    <a:cubicBezTo>
                      <a:pt x="291552" y="254387"/>
                      <a:pt x="291894" y="251422"/>
                      <a:pt x="292235" y="248475"/>
                    </a:cubicBezTo>
                    <a:lnTo>
                      <a:pt x="293260" y="239273"/>
                    </a:lnTo>
                    <a:lnTo>
                      <a:pt x="367212" y="239273"/>
                    </a:lnTo>
                    <a:lnTo>
                      <a:pt x="367212" y="98628"/>
                    </a:lnTo>
                    <a:lnTo>
                      <a:pt x="159084" y="98628"/>
                    </a:lnTo>
                    <a:lnTo>
                      <a:pt x="159084" y="239273"/>
                    </a:lnTo>
                    <a:lnTo>
                      <a:pt x="235193" y="239273"/>
                    </a:lnTo>
                    <a:lnTo>
                      <a:pt x="234061" y="248475"/>
                    </a:lnTo>
                    <a:cubicBezTo>
                      <a:pt x="233720" y="251422"/>
                      <a:pt x="233271" y="254387"/>
                      <a:pt x="232696" y="257334"/>
                    </a:cubicBezTo>
                    <a:lnTo>
                      <a:pt x="143970" y="257334"/>
                    </a:lnTo>
                    <a:lnTo>
                      <a:pt x="143970" y="305498"/>
                    </a:lnTo>
                    <a:lnTo>
                      <a:pt x="211453" y="305498"/>
                    </a:lnTo>
                    <a:cubicBezTo>
                      <a:pt x="204067" y="313226"/>
                      <a:pt x="193500" y="320145"/>
                      <a:pt x="179751" y="326058"/>
                    </a:cubicBezTo>
                    <a:cubicBezTo>
                      <a:pt x="166111" y="331970"/>
                      <a:pt x="148283" y="336966"/>
                      <a:pt x="126358" y="341046"/>
                    </a:cubicBezTo>
                    <a:cubicBezTo>
                      <a:pt x="132145" y="347174"/>
                      <a:pt x="137824" y="354686"/>
                      <a:pt x="143629" y="363762"/>
                    </a:cubicBezTo>
                    <a:cubicBezTo>
                      <a:pt x="149308" y="372730"/>
                      <a:pt x="153513" y="381033"/>
                      <a:pt x="156245" y="388527"/>
                    </a:cubicBezTo>
                    <a:cubicBezTo>
                      <a:pt x="188629" y="380799"/>
                      <a:pt x="214077" y="371022"/>
                      <a:pt x="232480" y="359215"/>
                    </a:cubicBezTo>
                    <a:cubicBezTo>
                      <a:pt x="250990" y="347516"/>
                      <a:pt x="264523" y="333660"/>
                      <a:pt x="273149" y="317755"/>
                    </a:cubicBezTo>
                    <a:cubicBezTo>
                      <a:pt x="282692" y="334792"/>
                      <a:pt x="294733" y="349115"/>
                      <a:pt x="309398" y="360815"/>
                    </a:cubicBezTo>
                    <a:cubicBezTo>
                      <a:pt x="324171" y="372622"/>
                      <a:pt x="341998" y="381500"/>
                      <a:pt x="363133" y="387736"/>
                    </a:cubicBezTo>
                    <a:cubicBezTo>
                      <a:pt x="367105" y="379775"/>
                      <a:pt x="372568" y="371148"/>
                      <a:pt x="379379" y="361713"/>
                    </a:cubicBezTo>
                    <a:cubicBezTo>
                      <a:pt x="386190" y="352404"/>
                      <a:pt x="392786" y="344676"/>
                      <a:pt x="399148" y="338656"/>
                    </a:cubicBezTo>
                    <a:cubicBezTo>
                      <a:pt x="384034" y="335708"/>
                      <a:pt x="370753" y="331503"/>
                      <a:pt x="359161" y="325932"/>
                    </a:cubicBezTo>
                    <a:cubicBezTo>
                      <a:pt x="347569" y="320253"/>
                      <a:pt x="337577" y="313442"/>
                      <a:pt x="329275" y="305480"/>
                    </a:cubicBezTo>
                    <a:lnTo>
                      <a:pt x="387323" y="305480"/>
                    </a:lnTo>
                    <a:close/>
                    <a:moveTo>
                      <a:pt x="213843" y="139064"/>
                    </a:moveTo>
                    <a:lnTo>
                      <a:pt x="309955" y="139064"/>
                    </a:lnTo>
                    <a:lnTo>
                      <a:pt x="309955" y="150080"/>
                    </a:lnTo>
                    <a:lnTo>
                      <a:pt x="213843" y="150080"/>
                    </a:lnTo>
                    <a:lnTo>
                      <a:pt x="213843" y="139064"/>
                    </a:lnTo>
                    <a:close/>
                    <a:moveTo>
                      <a:pt x="213843" y="187677"/>
                    </a:moveTo>
                    <a:lnTo>
                      <a:pt x="309955" y="187677"/>
                    </a:lnTo>
                    <a:lnTo>
                      <a:pt x="309955" y="198819"/>
                    </a:lnTo>
                    <a:lnTo>
                      <a:pt x="213843" y="198819"/>
                    </a:lnTo>
                    <a:lnTo>
                      <a:pt x="213843" y="187677"/>
                    </a:lnTo>
                    <a:close/>
                    <a:moveTo>
                      <a:pt x="158293" y="214724"/>
                    </a:moveTo>
                    <a:cubicBezTo>
                      <a:pt x="155562" y="210411"/>
                      <a:pt x="151015" y="203582"/>
                      <a:pt x="144653" y="194272"/>
                    </a:cubicBezTo>
                    <a:cubicBezTo>
                      <a:pt x="138291" y="184963"/>
                      <a:pt x="131695" y="175294"/>
                      <a:pt x="124651" y="165536"/>
                    </a:cubicBezTo>
                    <a:cubicBezTo>
                      <a:pt x="117714" y="155759"/>
                      <a:pt x="112035" y="148032"/>
                      <a:pt x="107488" y="142353"/>
                    </a:cubicBezTo>
                    <a:lnTo>
                      <a:pt x="107488" y="129629"/>
                    </a:lnTo>
                    <a:lnTo>
                      <a:pt x="141903" y="129629"/>
                    </a:lnTo>
                    <a:lnTo>
                      <a:pt x="141903" y="74869"/>
                    </a:lnTo>
                    <a:lnTo>
                      <a:pt x="107488" y="74869"/>
                    </a:lnTo>
                    <a:lnTo>
                      <a:pt x="107488" y="0"/>
                    </a:lnTo>
                    <a:lnTo>
                      <a:pt x="51470" y="0"/>
                    </a:lnTo>
                    <a:lnTo>
                      <a:pt x="51470" y="74869"/>
                    </a:lnTo>
                    <a:lnTo>
                      <a:pt x="11035" y="74869"/>
                    </a:lnTo>
                    <a:lnTo>
                      <a:pt x="11035" y="129629"/>
                    </a:lnTo>
                    <a:lnTo>
                      <a:pt x="51470" y="129629"/>
                    </a:lnTo>
                    <a:lnTo>
                      <a:pt x="51470" y="144401"/>
                    </a:lnTo>
                    <a:cubicBezTo>
                      <a:pt x="45684" y="165877"/>
                      <a:pt x="38405" y="186886"/>
                      <a:pt x="29545" y="207446"/>
                    </a:cubicBezTo>
                    <a:cubicBezTo>
                      <a:pt x="20793" y="228005"/>
                      <a:pt x="10909" y="245383"/>
                      <a:pt x="0" y="259365"/>
                    </a:cubicBezTo>
                    <a:cubicBezTo>
                      <a:pt x="4888" y="267884"/>
                      <a:pt x="9992" y="278002"/>
                      <a:pt x="15222" y="289468"/>
                    </a:cubicBezTo>
                    <a:cubicBezTo>
                      <a:pt x="20452" y="300933"/>
                      <a:pt x="24423" y="311159"/>
                      <a:pt x="27371" y="320253"/>
                    </a:cubicBezTo>
                    <a:cubicBezTo>
                      <a:pt x="31684" y="313657"/>
                      <a:pt x="35781" y="306271"/>
                      <a:pt x="39861" y="298094"/>
                    </a:cubicBezTo>
                    <a:cubicBezTo>
                      <a:pt x="43959" y="289917"/>
                      <a:pt x="47822" y="281165"/>
                      <a:pt x="51453" y="271963"/>
                    </a:cubicBezTo>
                    <a:lnTo>
                      <a:pt x="51453" y="388527"/>
                    </a:lnTo>
                    <a:lnTo>
                      <a:pt x="107470" y="388527"/>
                    </a:lnTo>
                    <a:lnTo>
                      <a:pt x="107470" y="217995"/>
                    </a:lnTo>
                    <a:cubicBezTo>
                      <a:pt x="110759" y="224932"/>
                      <a:pt x="113832" y="231635"/>
                      <a:pt x="116564" y="237997"/>
                    </a:cubicBezTo>
                    <a:cubicBezTo>
                      <a:pt x="119295" y="244359"/>
                      <a:pt x="121559" y="250272"/>
                      <a:pt x="123501" y="255609"/>
                    </a:cubicBezTo>
                    <a:lnTo>
                      <a:pt x="158293" y="214724"/>
                    </a:lnTo>
                    <a:close/>
                    <a:moveTo>
                      <a:pt x="192260" y="92032"/>
                    </a:moveTo>
                    <a:lnTo>
                      <a:pt x="248277" y="92032"/>
                    </a:lnTo>
                    <a:lnTo>
                      <a:pt x="248277" y="72821"/>
                    </a:lnTo>
                    <a:lnTo>
                      <a:pt x="287131" y="72821"/>
                    </a:lnTo>
                    <a:lnTo>
                      <a:pt x="287131" y="92014"/>
                    </a:lnTo>
                    <a:lnTo>
                      <a:pt x="344730" y="92014"/>
                    </a:lnTo>
                    <a:lnTo>
                      <a:pt x="344730" y="72821"/>
                    </a:lnTo>
                    <a:lnTo>
                      <a:pt x="384842" y="72821"/>
                    </a:lnTo>
                    <a:lnTo>
                      <a:pt x="384842" y="24549"/>
                    </a:lnTo>
                    <a:lnTo>
                      <a:pt x="344730" y="24549"/>
                    </a:lnTo>
                    <a:lnTo>
                      <a:pt x="344730" y="0"/>
                    </a:lnTo>
                    <a:lnTo>
                      <a:pt x="287131" y="0"/>
                    </a:lnTo>
                    <a:lnTo>
                      <a:pt x="287131" y="24531"/>
                    </a:lnTo>
                    <a:lnTo>
                      <a:pt x="248277" y="24531"/>
                    </a:lnTo>
                    <a:lnTo>
                      <a:pt x="248277" y="0"/>
                    </a:lnTo>
                    <a:lnTo>
                      <a:pt x="192260" y="0"/>
                    </a:lnTo>
                    <a:lnTo>
                      <a:pt x="192260" y="24531"/>
                    </a:lnTo>
                    <a:lnTo>
                      <a:pt x="150907" y="24531"/>
                    </a:lnTo>
                    <a:lnTo>
                      <a:pt x="150907" y="72821"/>
                    </a:lnTo>
                    <a:lnTo>
                      <a:pt x="192260" y="72821"/>
                    </a:lnTo>
                    <a:lnTo>
                      <a:pt x="192260" y="92032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1C016A87-BDD4-1C42-3316-B7A035F0EEFB}"/>
                  </a:ext>
                </a:extLst>
              </p:cNvPr>
              <p:cNvSpPr/>
              <p:nvPr userDrawn="1"/>
            </p:nvSpPr>
            <p:spPr>
              <a:xfrm>
                <a:off x="3480148" y="3420876"/>
                <a:ext cx="396829" cy="390287"/>
              </a:xfrm>
              <a:custGeom>
                <a:avLst/>
                <a:gdLst>
                  <a:gd name="connsiteX0" fmla="*/ 340992 w 396829"/>
                  <a:gd name="connsiteY0" fmla="*/ 106823 h 390287"/>
                  <a:gd name="connsiteX1" fmla="*/ 330802 w 396829"/>
                  <a:gd name="connsiteY1" fmla="*/ 108530 h 390287"/>
                  <a:gd name="connsiteX2" fmla="*/ 221930 w 396829"/>
                  <a:gd name="connsiteY2" fmla="*/ 108530 h 390287"/>
                  <a:gd name="connsiteX3" fmla="*/ 221930 w 396829"/>
                  <a:gd name="connsiteY3" fmla="*/ 76253 h 390287"/>
                  <a:gd name="connsiteX4" fmla="*/ 308931 w 396829"/>
                  <a:gd name="connsiteY4" fmla="*/ 66962 h 390287"/>
                  <a:gd name="connsiteX5" fmla="*/ 388347 w 396829"/>
                  <a:gd name="connsiteY5" fmla="*/ 47355 h 390287"/>
                  <a:gd name="connsiteX6" fmla="*/ 347911 w 396829"/>
                  <a:gd name="connsiteY6" fmla="*/ 0 h 390287"/>
                  <a:gd name="connsiteX7" fmla="*/ 264307 w 396829"/>
                  <a:gd name="connsiteY7" fmla="*/ 19265 h 390287"/>
                  <a:gd name="connsiteX8" fmla="*/ 164386 w 396829"/>
                  <a:gd name="connsiteY8" fmla="*/ 27766 h 390287"/>
                  <a:gd name="connsiteX9" fmla="*/ 164386 w 396829"/>
                  <a:gd name="connsiteY9" fmla="*/ 123608 h 390287"/>
                  <a:gd name="connsiteX10" fmla="*/ 161780 w 396829"/>
                  <a:gd name="connsiteY10" fmla="*/ 198945 h 390287"/>
                  <a:gd name="connsiteX11" fmla="*/ 147960 w 396829"/>
                  <a:gd name="connsiteY11" fmla="*/ 281416 h 390287"/>
                  <a:gd name="connsiteX12" fmla="*/ 114209 w 396829"/>
                  <a:gd name="connsiteY12" fmla="*/ 356412 h 390287"/>
                  <a:gd name="connsiteX13" fmla="*/ 139926 w 396829"/>
                  <a:gd name="connsiteY13" fmla="*/ 371705 h 390287"/>
                  <a:gd name="connsiteX14" fmla="*/ 163146 w 396829"/>
                  <a:gd name="connsiteY14" fmla="*/ 390288 h 390287"/>
                  <a:gd name="connsiteX15" fmla="*/ 176283 w 396829"/>
                  <a:gd name="connsiteY15" fmla="*/ 368758 h 390287"/>
                  <a:gd name="connsiteX16" fmla="*/ 187264 w 396829"/>
                  <a:gd name="connsiteY16" fmla="*/ 345090 h 390287"/>
                  <a:gd name="connsiteX17" fmla="*/ 203456 w 396829"/>
                  <a:gd name="connsiteY17" fmla="*/ 366494 h 390287"/>
                  <a:gd name="connsiteX18" fmla="*/ 216593 w 396829"/>
                  <a:gd name="connsiteY18" fmla="*/ 387898 h 390287"/>
                  <a:gd name="connsiteX19" fmla="*/ 255340 w 396829"/>
                  <a:gd name="connsiteY19" fmla="*/ 364553 h 390287"/>
                  <a:gd name="connsiteX20" fmla="*/ 288767 w 396829"/>
                  <a:gd name="connsiteY20" fmla="*/ 336014 h 390287"/>
                  <a:gd name="connsiteX21" fmla="*/ 357759 w 396829"/>
                  <a:gd name="connsiteY21" fmla="*/ 389479 h 390287"/>
                  <a:gd name="connsiteX22" fmla="*/ 375425 w 396829"/>
                  <a:gd name="connsiteY22" fmla="*/ 362288 h 390287"/>
                  <a:gd name="connsiteX23" fmla="*/ 396830 w 396829"/>
                  <a:gd name="connsiteY23" fmla="*/ 338494 h 390287"/>
                  <a:gd name="connsiteX24" fmla="*/ 357526 w 396829"/>
                  <a:gd name="connsiteY24" fmla="*/ 316856 h 390287"/>
                  <a:gd name="connsiteX25" fmla="*/ 325914 w 396829"/>
                  <a:gd name="connsiteY25" fmla="*/ 287509 h 390287"/>
                  <a:gd name="connsiteX26" fmla="*/ 358766 w 396829"/>
                  <a:gd name="connsiteY26" fmla="*/ 212172 h 390287"/>
                  <a:gd name="connsiteX27" fmla="*/ 378139 w 396829"/>
                  <a:gd name="connsiteY27" fmla="*/ 117013 h 390287"/>
                  <a:gd name="connsiteX28" fmla="*/ 340992 w 396829"/>
                  <a:gd name="connsiteY28" fmla="*/ 106823 h 390287"/>
                  <a:gd name="connsiteX29" fmla="*/ 313693 w 396829"/>
                  <a:gd name="connsiteY29" fmla="*/ 161079 h 390287"/>
                  <a:gd name="connsiteX30" fmla="*/ 290474 w 396829"/>
                  <a:gd name="connsiteY30" fmla="*/ 230862 h 390287"/>
                  <a:gd name="connsiteX31" fmla="*/ 277445 w 396829"/>
                  <a:gd name="connsiteY31" fmla="*/ 197220 h 390287"/>
                  <a:gd name="connsiteX32" fmla="*/ 267596 w 396829"/>
                  <a:gd name="connsiteY32" fmla="*/ 161079 h 390287"/>
                  <a:gd name="connsiteX33" fmla="*/ 313693 w 396829"/>
                  <a:gd name="connsiteY33" fmla="*/ 161079 h 390287"/>
                  <a:gd name="connsiteX34" fmla="*/ 191343 w 396829"/>
                  <a:gd name="connsiteY34" fmla="*/ 334414 h 390287"/>
                  <a:gd name="connsiteX35" fmla="*/ 210950 w 396829"/>
                  <a:gd name="connsiteY35" fmla="*/ 259994 h 390287"/>
                  <a:gd name="connsiteX36" fmla="*/ 219900 w 396829"/>
                  <a:gd name="connsiteY36" fmla="*/ 184765 h 390287"/>
                  <a:gd name="connsiteX37" fmla="*/ 235301 w 396829"/>
                  <a:gd name="connsiteY37" fmla="*/ 238123 h 390287"/>
                  <a:gd name="connsiteX38" fmla="*/ 255358 w 396829"/>
                  <a:gd name="connsiteY38" fmla="*/ 285478 h 390287"/>
                  <a:gd name="connsiteX39" fmla="*/ 225794 w 396829"/>
                  <a:gd name="connsiteY39" fmla="*/ 313352 h 390287"/>
                  <a:gd name="connsiteX40" fmla="*/ 191343 w 396829"/>
                  <a:gd name="connsiteY40" fmla="*/ 334414 h 390287"/>
                  <a:gd name="connsiteX41" fmla="*/ 159965 w 396829"/>
                  <a:gd name="connsiteY41" fmla="*/ 207535 h 390287"/>
                  <a:gd name="connsiteX42" fmla="*/ 146486 w 396829"/>
                  <a:gd name="connsiteY42" fmla="*/ 185898 h 390287"/>
                  <a:gd name="connsiteX43" fmla="*/ 127005 w 396829"/>
                  <a:gd name="connsiteY43" fmla="*/ 155885 h 390287"/>
                  <a:gd name="connsiteX44" fmla="*/ 111370 w 396829"/>
                  <a:gd name="connsiteY44" fmla="*/ 133349 h 390287"/>
                  <a:gd name="connsiteX45" fmla="*/ 111370 w 396829"/>
                  <a:gd name="connsiteY45" fmla="*/ 129269 h 390287"/>
                  <a:gd name="connsiteX46" fmla="*/ 152147 w 396829"/>
                  <a:gd name="connsiteY46" fmla="*/ 129269 h 390287"/>
                  <a:gd name="connsiteX47" fmla="*/ 152147 w 396829"/>
                  <a:gd name="connsiteY47" fmla="*/ 74672 h 390287"/>
                  <a:gd name="connsiteX48" fmla="*/ 111370 w 396829"/>
                  <a:gd name="connsiteY48" fmla="*/ 74672 h 390287"/>
                  <a:gd name="connsiteX49" fmla="*/ 111370 w 396829"/>
                  <a:gd name="connsiteY49" fmla="*/ 0 h 390287"/>
                  <a:gd name="connsiteX50" fmla="*/ 56305 w 396829"/>
                  <a:gd name="connsiteY50" fmla="*/ 0 h 390287"/>
                  <a:gd name="connsiteX51" fmla="*/ 56305 w 396829"/>
                  <a:gd name="connsiteY51" fmla="*/ 74654 h 390287"/>
                  <a:gd name="connsiteX52" fmla="*/ 10657 w 396829"/>
                  <a:gd name="connsiteY52" fmla="*/ 74654 h 390287"/>
                  <a:gd name="connsiteX53" fmla="*/ 10657 w 396829"/>
                  <a:gd name="connsiteY53" fmla="*/ 129251 h 390287"/>
                  <a:gd name="connsiteX54" fmla="*/ 54723 w 396829"/>
                  <a:gd name="connsiteY54" fmla="*/ 129251 h 390287"/>
                  <a:gd name="connsiteX55" fmla="*/ 41011 w 396829"/>
                  <a:gd name="connsiteY55" fmla="*/ 177163 h 390287"/>
                  <a:gd name="connsiteX56" fmla="*/ 22428 w 396829"/>
                  <a:gd name="connsiteY56" fmla="*/ 222811 h 390287"/>
                  <a:gd name="connsiteX57" fmla="*/ 0 w 396829"/>
                  <a:gd name="connsiteY57" fmla="*/ 258503 h 390287"/>
                  <a:gd name="connsiteX58" fmla="*/ 14054 w 396829"/>
                  <a:gd name="connsiteY58" fmla="*/ 288515 h 390287"/>
                  <a:gd name="connsiteX59" fmla="*/ 25376 w 396829"/>
                  <a:gd name="connsiteY59" fmla="*/ 318869 h 390287"/>
                  <a:gd name="connsiteX60" fmla="*/ 41694 w 396829"/>
                  <a:gd name="connsiteY60" fmla="*/ 286125 h 390287"/>
                  <a:gd name="connsiteX61" fmla="*/ 56305 w 396829"/>
                  <a:gd name="connsiteY61" fmla="*/ 245455 h 390287"/>
                  <a:gd name="connsiteX62" fmla="*/ 56305 w 396829"/>
                  <a:gd name="connsiteY62" fmla="*/ 387395 h 390287"/>
                  <a:gd name="connsiteX63" fmla="*/ 111370 w 396829"/>
                  <a:gd name="connsiteY63" fmla="*/ 387395 h 390287"/>
                  <a:gd name="connsiteX64" fmla="*/ 111370 w 396829"/>
                  <a:gd name="connsiteY64" fmla="*/ 208739 h 390287"/>
                  <a:gd name="connsiteX65" fmla="*/ 119744 w 396829"/>
                  <a:gd name="connsiteY65" fmla="*/ 231402 h 390287"/>
                  <a:gd name="connsiteX66" fmla="*/ 126088 w 396829"/>
                  <a:gd name="connsiteY66" fmla="*/ 251224 h 390287"/>
                  <a:gd name="connsiteX67" fmla="*/ 159965 w 396829"/>
                  <a:gd name="connsiteY67" fmla="*/ 207535 h 39028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  <a:cxn ang="0">
                    <a:pos x="connsiteX33" y="connsiteY33"/>
                  </a:cxn>
                  <a:cxn ang="0">
                    <a:pos x="connsiteX34" y="connsiteY34"/>
                  </a:cxn>
                  <a:cxn ang="0">
                    <a:pos x="connsiteX35" y="connsiteY35"/>
                  </a:cxn>
                  <a:cxn ang="0">
                    <a:pos x="connsiteX36" y="connsiteY36"/>
                  </a:cxn>
                  <a:cxn ang="0">
                    <a:pos x="connsiteX37" y="connsiteY37"/>
                  </a:cxn>
                  <a:cxn ang="0">
                    <a:pos x="connsiteX38" y="connsiteY38"/>
                  </a:cxn>
                  <a:cxn ang="0">
                    <a:pos x="connsiteX39" y="connsiteY39"/>
                  </a:cxn>
                  <a:cxn ang="0">
                    <a:pos x="connsiteX40" y="connsiteY40"/>
                  </a:cxn>
                  <a:cxn ang="0">
                    <a:pos x="connsiteX41" y="connsiteY41"/>
                  </a:cxn>
                  <a:cxn ang="0">
                    <a:pos x="connsiteX42" y="connsiteY42"/>
                  </a:cxn>
                  <a:cxn ang="0">
                    <a:pos x="connsiteX43" y="connsiteY43"/>
                  </a:cxn>
                  <a:cxn ang="0">
                    <a:pos x="connsiteX44" y="connsiteY44"/>
                  </a:cxn>
                  <a:cxn ang="0">
                    <a:pos x="connsiteX45" y="connsiteY45"/>
                  </a:cxn>
                  <a:cxn ang="0">
                    <a:pos x="connsiteX46" y="connsiteY46"/>
                  </a:cxn>
                  <a:cxn ang="0">
                    <a:pos x="connsiteX47" y="connsiteY47"/>
                  </a:cxn>
                  <a:cxn ang="0">
                    <a:pos x="connsiteX48" y="connsiteY48"/>
                  </a:cxn>
                  <a:cxn ang="0">
                    <a:pos x="connsiteX49" y="connsiteY49"/>
                  </a:cxn>
                  <a:cxn ang="0">
                    <a:pos x="connsiteX50" y="connsiteY50"/>
                  </a:cxn>
                  <a:cxn ang="0">
                    <a:pos x="connsiteX51" y="connsiteY51"/>
                  </a:cxn>
                  <a:cxn ang="0">
                    <a:pos x="connsiteX52" y="connsiteY52"/>
                  </a:cxn>
                  <a:cxn ang="0">
                    <a:pos x="connsiteX53" y="connsiteY53"/>
                  </a:cxn>
                  <a:cxn ang="0">
                    <a:pos x="connsiteX54" y="connsiteY54"/>
                  </a:cxn>
                  <a:cxn ang="0">
                    <a:pos x="connsiteX55" y="connsiteY55"/>
                  </a:cxn>
                  <a:cxn ang="0">
                    <a:pos x="connsiteX56" y="connsiteY56"/>
                  </a:cxn>
                  <a:cxn ang="0">
                    <a:pos x="connsiteX57" y="connsiteY57"/>
                  </a:cxn>
                  <a:cxn ang="0">
                    <a:pos x="connsiteX58" y="connsiteY58"/>
                  </a:cxn>
                  <a:cxn ang="0">
                    <a:pos x="connsiteX59" y="connsiteY59"/>
                  </a:cxn>
                  <a:cxn ang="0">
                    <a:pos x="connsiteX60" y="connsiteY60"/>
                  </a:cxn>
                  <a:cxn ang="0">
                    <a:pos x="connsiteX61" y="connsiteY61"/>
                  </a:cxn>
                  <a:cxn ang="0">
                    <a:pos x="connsiteX62" y="connsiteY62"/>
                  </a:cxn>
                  <a:cxn ang="0">
                    <a:pos x="connsiteX63" y="connsiteY63"/>
                  </a:cxn>
                  <a:cxn ang="0">
                    <a:pos x="connsiteX64" y="connsiteY64"/>
                  </a:cxn>
                  <a:cxn ang="0">
                    <a:pos x="connsiteX65" y="connsiteY65"/>
                  </a:cxn>
                  <a:cxn ang="0">
                    <a:pos x="connsiteX66" y="connsiteY66"/>
                  </a:cxn>
                  <a:cxn ang="0">
                    <a:pos x="connsiteX67" y="connsiteY67"/>
                  </a:cxn>
                </a:cxnLst>
                <a:rect l="l" t="t" r="r" b="b"/>
                <a:pathLst>
                  <a:path w="396829" h="390287">
                    <a:moveTo>
                      <a:pt x="340992" y="106823"/>
                    </a:moveTo>
                    <a:lnTo>
                      <a:pt x="330802" y="108530"/>
                    </a:lnTo>
                    <a:lnTo>
                      <a:pt x="221930" y="108530"/>
                    </a:lnTo>
                    <a:lnTo>
                      <a:pt x="221930" y="76253"/>
                    </a:lnTo>
                    <a:cubicBezTo>
                      <a:pt x="251152" y="74672"/>
                      <a:pt x="280158" y="71617"/>
                      <a:pt x="308931" y="66962"/>
                    </a:cubicBezTo>
                    <a:cubicBezTo>
                      <a:pt x="337703" y="62433"/>
                      <a:pt x="364103" y="55856"/>
                      <a:pt x="388347" y="47355"/>
                    </a:cubicBezTo>
                    <a:lnTo>
                      <a:pt x="347911" y="0"/>
                    </a:lnTo>
                    <a:cubicBezTo>
                      <a:pt x="324692" y="8267"/>
                      <a:pt x="296818" y="14719"/>
                      <a:pt x="264307" y="19265"/>
                    </a:cubicBezTo>
                    <a:cubicBezTo>
                      <a:pt x="231797" y="23686"/>
                      <a:pt x="198496" y="26508"/>
                      <a:pt x="164386" y="27766"/>
                    </a:cubicBezTo>
                    <a:lnTo>
                      <a:pt x="164386" y="123608"/>
                    </a:lnTo>
                    <a:cubicBezTo>
                      <a:pt x="164619" y="146270"/>
                      <a:pt x="163703" y="171413"/>
                      <a:pt x="161780" y="198945"/>
                    </a:cubicBezTo>
                    <a:cubicBezTo>
                      <a:pt x="159749" y="226477"/>
                      <a:pt x="155094" y="253884"/>
                      <a:pt x="147960" y="281416"/>
                    </a:cubicBezTo>
                    <a:cubicBezTo>
                      <a:pt x="140717" y="308823"/>
                      <a:pt x="129503" y="333875"/>
                      <a:pt x="114209" y="356412"/>
                    </a:cubicBezTo>
                    <a:cubicBezTo>
                      <a:pt x="121577" y="359700"/>
                      <a:pt x="130060" y="364786"/>
                      <a:pt x="139926" y="371705"/>
                    </a:cubicBezTo>
                    <a:cubicBezTo>
                      <a:pt x="149793" y="378624"/>
                      <a:pt x="157485" y="384843"/>
                      <a:pt x="163146" y="390288"/>
                    </a:cubicBezTo>
                    <a:cubicBezTo>
                      <a:pt x="167908" y="383603"/>
                      <a:pt x="172203" y="376360"/>
                      <a:pt x="176283" y="368758"/>
                    </a:cubicBezTo>
                    <a:cubicBezTo>
                      <a:pt x="180362" y="361156"/>
                      <a:pt x="183993" y="353231"/>
                      <a:pt x="187264" y="345090"/>
                    </a:cubicBezTo>
                    <a:cubicBezTo>
                      <a:pt x="192709" y="351433"/>
                      <a:pt x="198136" y="358568"/>
                      <a:pt x="203456" y="366494"/>
                    </a:cubicBezTo>
                    <a:cubicBezTo>
                      <a:pt x="208775" y="374311"/>
                      <a:pt x="213196" y="381446"/>
                      <a:pt x="216593" y="387898"/>
                    </a:cubicBezTo>
                    <a:cubicBezTo>
                      <a:pt x="230413" y="380871"/>
                      <a:pt x="243335" y="373179"/>
                      <a:pt x="255340" y="364553"/>
                    </a:cubicBezTo>
                    <a:cubicBezTo>
                      <a:pt x="267237" y="355944"/>
                      <a:pt x="278451" y="346419"/>
                      <a:pt x="288767" y="336014"/>
                    </a:cubicBezTo>
                    <a:cubicBezTo>
                      <a:pt x="307116" y="357759"/>
                      <a:pt x="329993" y="375551"/>
                      <a:pt x="357759" y="389479"/>
                    </a:cubicBezTo>
                    <a:cubicBezTo>
                      <a:pt x="362073" y="381105"/>
                      <a:pt x="367949" y="372029"/>
                      <a:pt x="375425" y="362288"/>
                    </a:cubicBezTo>
                    <a:cubicBezTo>
                      <a:pt x="382902" y="352548"/>
                      <a:pt x="390036" y="344622"/>
                      <a:pt x="396830" y="338494"/>
                    </a:cubicBezTo>
                    <a:cubicBezTo>
                      <a:pt x="382434" y="332599"/>
                      <a:pt x="369297" y="325357"/>
                      <a:pt x="357526" y="316856"/>
                    </a:cubicBezTo>
                    <a:cubicBezTo>
                      <a:pt x="345862" y="308356"/>
                      <a:pt x="335205" y="298507"/>
                      <a:pt x="325914" y="287509"/>
                    </a:cubicBezTo>
                    <a:cubicBezTo>
                      <a:pt x="339177" y="265530"/>
                      <a:pt x="350050" y="240495"/>
                      <a:pt x="358766" y="212172"/>
                    </a:cubicBezTo>
                    <a:cubicBezTo>
                      <a:pt x="367374" y="183957"/>
                      <a:pt x="373826" y="152237"/>
                      <a:pt x="378139" y="117013"/>
                    </a:cubicBezTo>
                    <a:lnTo>
                      <a:pt x="340992" y="106823"/>
                    </a:lnTo>
                    <a:close/>
                    <a:moveTo>
                      <a:pt x="313693" y="161079"/>
                    </a:moveTo>
                    <a:cubicBezTo>
                      <a:pt x="307924" y="186347"/>
                      <a:pt x="300215" y="209566"/>
                      <a:pt x="290474" y="230862"/>
                    </a:cubicBezTo>
                    <a:cubicBezTo>
                      <a:pt x="285604" y="219990"/>
                      <a:pt x="281183" y="208775"/>
                      <a:pt x="277445" y="197220"/>
                    </a:cubicBezTo>
                    <a:cubicBezTo>
                      <a:pt x="273707" y="185556"/>
                      <a:pt x="270418" y="173551"/>
                      <a:pt x="267596" y="161079"/>
                    </a:cubicBezTo>
                    <a:lnTo>
                      <a:pt x="313693" y="161079"/>
                    </a:lnTo>
                    <a:close/>
                    <a:moveTo>
                      <a:pt x="191343" y="334414"/>
                    </a:moveTo>
                    <a:cubicBezTo>
                      <a:pt x="199951" y="310620"/>
                      <a:pt x="206529" y="285927"/>
                      <a:pt x="210950" y="259994"/>
                    </a:cubicBezTo>
                    <a:cubicBezTo>
                      <a:pt x="215371" y="234169"/>
                      <a:pt x="218318" y="209135"/>
                      <a:pt x="219900" y="184765"/>
                    </a:cubicBezTo>
                    <a:cubicBezTo>
                      <a:pt x="224321" y="203564"/>
                      <a:pt x="229533" y="221355"/>
                      <a:pt x="235301" y="238123"/>
                    </a:cubicBezTo>
                    <a:cubicBezTo>
                      <a:pt x="241196" y="254998"/>
                      <a:pt x="247881" y="270741"/>
                      <a:pt x="255358" y="285478"/>
                    </a:cubicBezTo>
                    <a:cubicBezTo>
                      <a:pt x="246408" y="295901"/>
                      <a:pt x="236559" y="305193"/>
                      <a:pt x="225794" y="313352"/>
                    </a:cubicBezTo>
                    <a:cubicBezTo>
                      <a:pt x="215029" y="321493"/>
                      <a:pt x="203582" y="328520"/>
                      <a:pt x="191343" y="334414"/>
                    </a:cubicBezTo>
                    <a:close/>
                    <a:moveTo>
                      <a:pt x="159965" y="207535"/>
                    </a:moveTo>
                    <a:cubicBezTo>
                      <a:pt x="157359" y="203114"/>
                      <a:pt x="152830" y="195872"/>
                      <a:pt x="146486" y="185898"/>
                    </a:cubicBezTo>
                    <a:cubicBezTo>
                      <a:pt x="140142" y="175923"/>
                      <a:pt x="133690" y="165967"/>
                      <a:pt x="127005" y="155885"/>
                    </a:cubicBezTo>
                    <a:cubicBezTo>
                      <a:pt x="120320" y="145803"/>
                      <a:pt x="115108" y="138327"/>
                      <a:pt x="111370" y="133349"/>
                    </a:cubicBezTo>
                    <a:lnTo>
                      <a:pt x="111370" y="129269"/>
                    </a:lnTo>
                    <a:lnTo>
                      <a:pt x="152147" y="129269"/>
                    </a:lnTo>
                    <a:lnTo>
                      <a:pt x="152147" y="74672"/>
                    </a:lnTo>
                    <a:lnTo>
                      <a:pt x="111370" y="74672"/>
                    </a:lnTo>
                    <a:lnTo>
                      <a:pt x="111370" y="0"/>
                    </a:lnTo>
                    <a:lnTo>
                      <a:pt x="56305" y="0"/>
                    </a:lnTo>
                    <a:lnTo>
                      <a:pt x="56305" y="74654"/>
                    </a:lnTo>
                    <a:lnTo>
                      <a:pt x="10657" y="74654"/>
                    </a:lnTo>
                    <a:lnTo>
                      <a:pt x="10657" y="129251"/>
                    </a:lnTo>
                    <a:lnTo>
                      <a:pt x="54723" y="129251"/>
                    </a:lnTo>
                    <a:cubicBezTo>
                      <a:pt x="50985" y="144994"/>
                      <a:pt x="46456" y="160971"/>
                      <a:pt x="41011" y="177163"/>
                    </a:cubicBezTo>
                    <a:cubicBezTo>
                      <a:pt x="35566" y="193482"/>
                      <a:pt x="29348" y="208650"/>
                      <a:pt x="22428" y="222811"/>
                    </a:cubicBezTo>
                    <a:cubicBezTo>
                      <a:pt x="15509" y="237081"/>
                      <a:pt x="8033" y="248978"/>
                      <a:pt x="0" y="258503"/>
                    </a:cubicBezTo>
                    <a:cubicBezTo>
                      <a:pt x="4529" y="267003"/>
                      <a:pt x="9183" y="276959"/>
                      <a:pt x="14054" y="288515"/>
                    </a:cubicBezTo>
                    <a:cubicBezTo>
                      <a:pt x="18924" y="300179"/>
                      <a:pt x="22662" y="310261"/>
                      <a:pt x="25376" y="318869"/>
                    </a:cubicBezTo>
                    <a:cubicBezTo>
                      <a:pt x="31037" y="309578"/>
                      <a:pt x="36482" y="298705"/>
                      <a:pt x="41694" y="286125"/>
                    </a:cubicBezTo>
                    <a:cubicBezTo>
                      <a:pt x="47014" y="273671"/>
                      <a:pt x="51776" y="260066"/>
                      <a:pt x="56305" y="245455"/>
                    </a:cubicBezTo>
                    <a:lnTo>
                      <a:pt x="56305" y="387395"/>
                    </a:lnTo>
                    <a:lnTo>
                      <a:pt x="111370" y="387395"/>
                    </a:lnTo>
                    <a:lnTo>
                      <a:pt x="111370" y="208739"/>
                    </a:lnTo>
                    <a:cubicBezTo>
                      <a:pt x="114425" y="216557"/>
                      <a:pt x="117264" y="224141"/>
                      <a:pt x="119744" y="231402"/>
                    </a:cubicBezTo>
                    <a:cubicBezTo>
                      <a:pt x="122350" y="238644"/>
                      <a:pt x="124381" y="245222"/>
                      <a:pt x="126088" y="251224"/>
                    </a:cubicBezTo>
                    <a:lnTo>
                      <a:pt x="159965" y="207535"/>
                    </a:lnTo>
                    <a:close/>
                  </a:path>
                </a:pathLst>
              </a:custGeom>
              <a:solidFill>
                <a:srgbClr val="0000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  <p:grpSp>
            <p:nvGrpSpPr>
              <p:cNvPr id="42" name="组合 41">
                <a:extLst>
                  <a:ext uri="{FF2B5EF4-FFF2-40B4-BE49-F238E27FC236}">
                    <a16:creationId xmlns:a16="http://schemas.microsoft.com/office/drawing/2014/main" id="{FFDEDDD6-5E44-BA98-3A8F-6302E2250D16}"/>
                  </a:ext>
                </a:extLst>
              </p:cNvPr>
              <p:cNvGrpSpPr/>
              <p:nvPr userDrawn="1"/>
            </p:nvGrpSpPr>
            <p:grpSpPr>
              <a:xfrm>
                <a:off x="2038610" y="3870398"/>
                <a:ext cx="413489" cy="89750"/>
                <a:chOff x="8686551" y="964247"/>
                <a:chExt cx="413489" cy="89750"/>
              </a:xfrm>
            </p:grpSpPr>
            <p:sp>
              <p:nvSpPr>
                <p:cNvPr id="61" name="任意多边形: 形状 60">
                  <a:extLst>
                    <a:ext uri="{FF2B5EF4-FFF2-40B4-BE49-F238E27FC236}">
                      <a16:creationId xmlns:a16="http://schemas.microsoft.com/office/drawing/2014/main" id="{2D727A78-EF4B-5F83-27D0-4AD30A854A43}"/>
                    </a:ext>
                  </a:extLst>
                </p:cNvPr>
                <p:cNvSpPr/>
                <p:nvPr/>
              </p:nvSpPr>
              <p:spPr>
                <a:xfrm>
                  <a:off x="868655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2" name="任意多边形: 形状 61">
                  <a:extLst>
                    <a:ext uri="{FF2B5EF4-FFF2-40B4-BE49-F238E27FC236}">
                      <a16:creationId xmlns:a16="http://schemas.microsoft.com/office/drawing/2014/main" id="{D8312688-AD36-4859-1464-05EE093E5ED5}"/>
                    </a:ext>
                  </a:extLst>
                </p:cNvPr>
                <p:cNvSpPr/>
                <p:nvPr/>
              </p:nvSpPr>
              <p:spPr>
                <a:xfrm>
                  <a:off x="8810681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6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6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3" name="任意多边形: 形状 62">
                  <a:extLst>
                    <a:ext uri="{FF2B5EF4-FFF2-40B4-BE49-F238E27FC236}">
                      <a16:creationId xmlns:a16="http://schemas.microsoft.com/office/drawing/2014/main" id="{5CEBDC48-9E45-99AF-B97F-B59AC451A954}"/>
                    </a:ext>
                  </a:extLst>
                </p:cNvPr>
                <p:cNvSpPr/>
                <p:nvPr/>
              </p:nvSpPr>
              <p:spPr>
                <a:xfrm>
                  <a:off x="8947228" y="964247"/>
                  <a:ext cx="120678" cy="87629"/>
                </a:xfrm>
                <a:custGeom>
                  <a:avLst/>
                  <a:gdLst>
                    <a:gd name="connsiteX0" fmla="*/ 24351 w 120678"/>
                    <a:gd name="connsiteY0" fmla="*/ 87629 h 87629"/>
                    <a:gd name="connsiteX1" fmla="*/ 41730 w 120678"/>
                    <a:gd name="connsiteY1" fmla="*/ 87629 h 87629"/>
                    <a:gd name="connsiteX2" fmla="*/ 53897 w 120678"/>
                    <a:gd name="connsiteY2" fmla="*/ 40706 h 87629"/>
                    <a:gd name="connsiteX3" fmla="*/ 57006 w 120678"/>
                    <a:gd name="connsiteY3" fmla="*/ 28054 h 87629"/>
                    <a:gd name="connsiteX4" fmla="*/ 59863 w 120678"/>
                    <a:gd name="connsiteY4" fmla="*/ 15150 h 87629"/>
                    <a:gd name="connsiteX5" fmla="*/ 60726 w 120678"/>
                    <a:gd name="connsiteY5" fmla="*/ 15150 h 87629"/>
                    <a:gd name="connsiteX6" fmla="*/ 63583 w 120678"/>
                    <a:gd name="connsiteY6" fmla="*/ 28054 h 87629"/>
                    <a:gd name="connsiteX7" fmla="*/ 66692 w 120678"/>
                    <a:gd name="connsiteY7" fmla="*/ 40346 h 87629"/>
                    <a:gd name="connsiteX8" fmla="*/ 79470 w 120678"/>
                    <a:gd name="connsiteY8" fmla="*/ 87629 h 87629"/>
                    <a:gd name="connsiteX9" fmla="*/ 97226 w 120678"/>
                    <a:gd name="connsiteY9" fmla="*/ 87629 h 87629"/>
                    <a:gd name="connsiteX10" fmla="*/ 120679 w 120678"/>
                    <a:gd name="connsiteY10" fmla="*/ 0 h 87629"/>
                    <a:gd name="connsiteX11" fmla="*/ 106895 w 120678"/>
                    <a:gd name="connsiteY11" fmla="*/ 0 h 87629"/>
                    <a:gd name="connsiteX12" fmla="*/ 93991 w 120678"/>
                    <a:gd name="connsiteY12" fmla="*/ 50644 h 87629"/>
                    <a:gd name="connsiteX13" fmla="*/ 91259 w 120678"/>
                    <a:gd name="connsiteY13" fmla="*/ 63062 h 87629"/>
                    <a:gd name="connsiteX14" fmla="*/ 88402 w 120678"/>
                    <a:gd name="connsiteY14" fmla="*/ 75229 h 87629"/>
                    <a:gd name="connsiteX15" fmla="*/ 87773 w 120678"/>
                    <a:gd name="connsiteY15" fmla="*/ 75229 h 87629"/>
                    <a:gd name="connsiteX16" fmla="*/ 84790 w 120678"/>
                    <a:gd name="connsiteY16" fmla="*/ 63062 h 87629"/>
                    <a:gd name="connsiteX17" fmla="*/ 81681 w 120678"/>
                    <a:gd name="connsiteY17" fmla="*/ 50644 h 87629"/>
                    <a:gd name="connsiteX18" fmla="*/ 67897 w 120678"/>
                    <a:gd name="connsiteY18" fmla="*/ 0 h 87629"/>
                    <a:gd name="connsiteX19" fmla="*/ 53627 w 120678"/>
                    <a:gd name="connsiteY19" fmla="*/ 0 h 87629"/>
                    <a:gd name="connsiteX20" fmla="*/ 40094 w 120678"/>
                    <a:gd name="connsiteY20" fmla="*/ 50644 h 87629"/>
                    <a:gd name="connsiteX21" fmla="*/ 36985 w 120678"/>
                    <a:gd name="connsiteY21" fmla="*/ 62936 h 87629"/>
                    <a:gd name="connsiteX22" fmla="*/ 34002 w 120678"/>
                    <a:gd name="connsiteY22" fmla="*/ 75229 h 87629"/>
                    <a:gd name="connsiteX23" fmla="*/ 33265 w 120678"/>
                    <a:gd name="connsiteY23" fmla="*/ 75229 h 87629"/>
                    <a:gd name="connsiteX24" fmla="*/ 30785 w 120678"/>
                    <a:gd name="connsiteY24" fmla="*/ 63062 h 87629"/>
                    <a:gd name="connsiteX25" fmla="*/ 28054 w 120678"/>
                    <a:gd name="connsiteY25" fmla="*/ 50644 h 87629"/>
                    <a:gd name="connsiteX26" fmla="*/ 15024 w 120678"/>
                    <a:gd name="connsiteY26" fmla="*/ 0 h 87629"/>
                    <a:gd name="connsiteX27" fmla="*/ 0 w 120678"/>
                    <a:gd name="connsiteY27" fmla="*/ 0 h 87629"/>
                    <a:gd name="connsiteX28" fmla="*/ 24351 w 120678"/>
                    <a:gd name="connsiteY28" fmla="*/ 87629 h 8762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678" h="87629">
                      <a:moveTo>
                        <a:pt x="24351" y="87629"/>
                      </a:moveTo>
                      <a:lnTo>
                        <a:pt x="41730" y="87629"/>
                      </a:lnTo>
                      <a:lnTo>
                        <a:pt x="53897" y="40706"/>
                      </a:lnTo>
                      <a:cubicBezTo>
                        <a:pt x="55011" y="36482"/>
                        <a:pt x="56125" y="32259"/>
                        <a:pt x="57006" y="28054"/>
                      </a:cubicBezTo>
                      <a:lnTo>
                        <a:pt x="59863" y="15150"/>
                      </a:lnTo>
                      <a:lnTo>
                        <a:pt x="60726" y="15150"/>
                      </a:lnTo>
                      <a:lnTo>
                        <a:pt x="63583" y="28054"/>
                      </a:lnTo>
                      <a:cubicBezTo>
                        <a:pt x="64572" y="32151"/>
                        <a:pt x="65578" y="36249"/>
                        <a:pt x="66692" y="40346"/>
                      </a:cubicBezTo>
                      <a:lnTo>
                        <a:pt x="79470" y="87629"/>
                      </a:lnTo>
                      <a:lnTo>
                        <a:pt x="97226" y="87629"/>
                      </a:lnTo>
                      <a:lnTo>
                        <a:pt x="120679" y="0"/>
                      </a:lnTo>
                      <a:lnTo>
                        <a:pt x="106895" y="0"/>
                      </a:lnTo>
                      <a:lnTo>
                        <a:pt x="93991" y="50644"/>
                      </a:lnTo>
                      <a:lnTo>
                        <a:pt x="91259" y="63062"/>
                      </a:lnTo>
                      <a:lnTo>
                        <a:pt x="88402" y="75229"/>
                      </a:lnTo>
                      <a:lnTo>
                        <a:pt x="87773" y="75229"/>
                      </a:lnTo>
                      <a:lnTo>
                        <a:pt x="84790" y="63062"/>
                      </a:lnTo>
                      <a:lnTo>
                        <a:pt x="81681" y="50644"/>
                      </a:lnTo>
                      <a:lnTo>
                        <a:pt x="67897" y="0"/>
                      </a:lnTo>
                      <a:lnTo>
                        <a:pt x="53627" y="0"/>
                      </a:lnTo>
                      <a:lnTo>
                        <a:pt x="40094" y="50644"/>
                      </a:lnTo>
                      <a:cubicBezTo>
                        <a:pt x="38980" y="54741"/>
                        <a:pt x="37866" y="58839"/>
                        <a:pt x="36985" y="62936"/>
                      </a:cubicBezTo>
                      <a:lnTo>
                        <a:pt x="34002" y="75229"/>
                      </a:lnTo>
                      <a:lnTo>
                        <a:pt x="33265" y="75229"/>
                      </a:lnTo>
                      <a:lnTo>
                        <a:pt x="30785" y="63062"/>
                      </a:lnTo>
                      <a:lnTo>
                        <a:pt x="28054" y="50644"/>
                      </a:lnTo>
                      <a:lnTo>
                        <a:pt x="15024" y="0"/>
                      </a:lnTo>
                      <a:lnTo>
                        <a:pt x="0" y="0"/>
                      </a:lnTo>
                      <a:lnTo>
                        <a:pt x="24351" y="87629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4" name="任意多边形: 形状 63">
                  <a:extLst>
                    <a:ext uri="{FF2B5EF4-FFF2-40B4-BE49-F238E27FC236}">
                      <a16:creationId xmlns:a16="http://schemas.microsoft.com/office/drawing/2014/main" id="{BF4A00DA-5CEF-5570-193C-250CC047DF05}"/>
                    </a:ext>
                  </a:extLst>
                </p:cNvPr>
                <p:cNvSpPr/>
                <p:nvPr/>
              </p:nvSpPr>
              <p:spPr>
                <a:xfrm>
                  <a:off x="9078816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8" y="22482"/>
                        <a:pt x="16138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20" y="1132"/>
                        <a:pt x="13640" y="0"/>
                        <a:pt x="10675" y="0"/>
                      </a:cubicBezTo>
                      <a:cubicBezTo>
                        <a:pt x="7692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3" name="组合 42">
                <a:extLst>
                  <a:ext uri="{FF2B5EF4-FFF2-40B4-BE49-F238E27FC236}">
                    <a16:creationId xmlns:a16="http://schemas.microsoft.com/office/drawing/2014/main" id="{B7DD8678-13EA-F72A-D083-27B9CF906129}"/>
                  </a:ext>
                </a:extLst>
              </p:cNvPr>
              <p:cNvGrpSpPr/>
              <p:nvPr userDrawn="1"/>
            </p:nvGrpSpPr>
            <p:grpSpPr>
              <a:xfrm>
                <a:off x="2487485" y="3830214"/>
                <a:ext cx="173892" cy="129934"/>
                <a:chOff x="9130663" y="924063"/>
                <a:chExt cx="173892" cy="129934"/>
              </a:xfrm>
            </p:grpSpPr>
            <p:sp>
              <p:nvSpPr>
                <p:cNvPr id="59" name="任意多边形: 形状 58">
                  <a:extLst>
                    <a:ext uri="{FF2B5EF4-FFF2-40B4-BE49-F238E27FC236}">
                      <a16:creationId xmlns:a16="http://schemas.microsoft.com/office/drawing/2014/main" id="{BD14739B-AE93-27AC-8F6B-8E4874CBBADB}"/>
                    </a:ext>
                  </a:extLst>
                </p:cNvPr>
                <p:cNvSpPr/>
                <p:nvPr/>
              </p:nvSpPr>
              <p:spPr>
                <a:xfrm>
                  <a:off x="9130663" y="933588"/>
                  <a:ext cx="76343" cy="120409"/>
                </a:xfrm>
                <a:custGeom>
                  <a:avLst/>
                  <a:gdLst>
                    <a:gd name="connsiteX0" fmla="*/ 37614 w 76343"/>
                    <a:gd name="connsiteY0" fmla="*/ 120409 h 120409"/>
                    <a:gd name="connsiteX1" fmla="*/ 56610 w 76343"/>
                    <a:gd name="connsiteY1" fmla="*/ 115575 h 120409"/>
                    <a:gd name="connsiteX2" fmla="*/ 70754 w 76343"/>
                    <a:gd name="connsiteY2" fmla="*/ 101791 h 120409"/>
                    <a:gd name="connsiteX3" fmla="*/ 76343 w 76343"/>
                    <a:gd name="connsiteY3" fmla="*/ 79704 h 120409"/>
                    <a:gd name="connsiteX4" fmla="*/ 65920 w 76343"/>
                    <a:gd name="connsiteY4" fmla="*/ 51147 h 120409"/>
                    <a:gd name="connsiteX5" fmla="*/ 40723 w 76343"/>
                    <a:gd name="connsiteY5" fmla="*/ 42089 h 120409"/>
                    <a:gd name="connsiteX6" fmla="*/ 31163 w 76343"/>
                    <a:gd name="connsiteY6" fmla="*/ 43455 h 120409"/>
                    <a:gd name="connsiteX7" fmla="*/ 23093 w 76343"/>
                    <a:gd name="connsiteY7" fmla="*/ 46798 h 120409"/>
                    <a:gd name="connsiteX8" fmla="*/ 26077 w 76343"/>
                    <a:gd name="connsiteY8" fmla="*/ 12544 h 120409"/>
                    <a:gd name="connsiteX9" fmla="*/ 70754 w 76343"/>
                    <a:gd name="connsiteY9" fmla="*/ 12544 h 120409"/>
                    <a:gd name="connsiteX10" fmla="*/ 70754 w 76343"/>
                    <a:gd name="connsiteY10" fmla="*/ 0 h 120409"/>
                    <a:gd name="connsiteX11" fmla="*/ 13155 w 76343"/>
                    <a:gd name="connsiteY11" fmla="*/ 0 h 120409"/>
                    <a:gd name="connsiteX12" fmla="*/ 9435 w 76343"/>
                    <a:gd name="connsiteY12" fmla="*/ 55352 h 120409"/>
                    <a:gd name="connsiteX13" fmla="*/ 17378 w 76343"/>
                    <a:gd name="connsiteY13" fmla="*/ 60187 h 120409"/>
                    <a:gd name="connsiteX14" fmla="*/ 26688 w 76343"/>
                    <a:gd name="connsiteY14" fmla="*/ 54975 h 120409"/>
                    <a:gd name="connsiteX15" fmla="*/ 36985 w 76343"/>
                    <a:gd name="connsiteY15" fmla="*/ 53232 h 120409"/>
                    <a:gd name="connsiteX16" fmla="*/ 54867 w 76343"/>
                    <a:gd name="connsiteY16" fmla="*/ 60312 h 120409"/>
                    <a:gd name="connsiteX17" fmla="*/ 61570 w 76343"/>
                    <a:gd name="connsiteY17" fmla="*/ 80171 h 120409"/>
                    <a:gd name="connsiteX18" fmla="*/ 54130 w 76343"/>
                    <a:gd name="connsiteY18" fmla="*/ 100659 h 120409"/>
                    <a:gd name="connsiteX19" fmla="*/ 36374 w 76343"/>
                    <a:gd name="connsiteY19" fmla="*/ 108099 h 120409"/>
                    <a:gd name="connsiteX20" fmla="*/ 19247 w 76343"/>
                    <a:gd name="connsiteY20" fmla="*/ 104127 h 120409"/>
                    <a:gd name="connsiteX21" fmla="*/ 7332 w 76343"/>
                    <a:gd name="connsiteY21" fmla="*/ 95069 h 120409"/>
                    <a:gd name="connsiteX22" fmla="*/ 0 w 76343"/>
                    <a:gd name="connsiteY22" fmla="*/ 104756 h 120409"/>
                    <a:gd name="connsiteX23" fmla="*/ 14898 w 76343"/>
                    <a:gd name="connsiteY23" fmla="*/ 115557 h 120409"/>
                    <a:gd name="connsiteX24" fmla="*/ 37614 w 76343"/>
                    <a:gd name="connsiteY24" fmla="*/ 120409 h 1204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</a:cxnLst>
                  <a:rect l="l" t="t" r="r" b="b"/>
                  <a:pathLst>
                    <a:path w="76343" h="120409">
                      <a:moveTo>
                        <a:pt x="37614" y="120409"/>
                      </a:moveTo>
                      <a:cubicBezTo>
                        <a:pt x="44444" y="120409"/>
                        <a:pt x="50770" y="118792"/>
                        <a:pt x="56610" y="115575"/>
                      </a:cubicBezTo>
                      <a:cubicBezTo>
                        <a:pt x="62451" y="112466"/>
                        <a:pt x="67160" y="107883"/>
                        <a:pt x="70754" y="101791"/>
                      </a:cubicBezTo>
                      <a:cubicBezTo>
                        <a:pt x="74348" y="95824"/>
                        <a:pt x="76217" y="88384"/>
                        <a:pt x="76343" y="79704"/>
                      </a:cubicBezTo>
                      <a:cubicBezTo>
                        <a:pt x="76091" y="66800"/>
                        <a:pt x="72623" y="57239"/>
                        <a:pt x="65920" y="51147"/>
                      </a:cubicBezTo>
                      <a:cubicBezTo>
                        <a:pt x="59216" y="45055"/>
                        <a:pt x="50770" y="42089"/>
                        <a:pt x="40723" y="42089"/>
                      </a:cubicBezTo>
                      <a:cubicBezTo>
                        <a:pt x="37255" y="42215"/>
                        <a:pt x="34020" y="42593"/>
                        <a:pt x="31163" y="43455"/>
                      </a:cubicBezTo>
                      <a:cubicBezTo>
                        <a:pt x="28431" y="44192"/>
                        <a:pt x="25699" y="45324"/>
                        <a:pt x="23093" y="46798"/>
                      </a:cubicBezTo>
                      <a:lnTo>
                        <a:pt x="26077" y="12544"/>
                      </a:lnTo>
                      <a:lnTo>
                        <a:pt x="70754" y="12544"/>
                      </a:lnTo>
                      <a:lnTo>
                        <a:pt x="70754" y="0"/>
                      </a:lnTo>
                      <a:lnTo>
                        <a:pt x="13155" y="0"/>
                      </a:lnTo>
                      <a:lnTo>
                        <a:pt x="9435" y="55352"/>
                      </a:lnTo>
                      <a:lnTo>
                        <a:pt x="17378" y="60187"/>
                      </a:lnTo>
                      <a:cubicBezTo>
                        <a:pt x="20613" y="57958"/>
                        <a:pt x="23704" y="56215"/>
                        <a:pt x="26688" y="54975"/>
                      </a:cubicBezTo>
                      <a:cubicBezTo>
                        <a:pt x="29797" y="53861"/>
                        <a:pt x="33140" y="53232"/>
                        <a:pt x="36985" y="53232"/>
                      </a:cubicBezTo>
                      <a:cubicBezTo>
                        <a:pt x="44551" y="53358"/>
                        <a:pt x="50518" y="55712"/>
                        <a:pt x="54867" y="60312"/>
                      </a:cubicBezTo>
                      <a:cubicBezTo>
                        <a:pt x="59216" y="65021"/>
                        <a:pt x="61445" y="71617"/>
                        <a:pt x="61570" y="80171"/>
                      </a:cubicBezTo>
                      <a:cubicBezTo>
                        <a:pt x="61319" y="88851"/>
                        <a:pt x="58839" y="95681"/>
                        <a:pt x="54130" y="100659"/>
                      </a:cubicBezTo>
                      <a:cubicBezTo>
                        <a:pt x="49422" y="105493"/>
                        <a:pt x="43455" y="108099"/>
                        <a:pt x="36374" y="108099"/>
                      </a:cubicBezTo>
                      <a:cubicBezTo>
                        <a:pt x="29545" y="107973"/>
                        <a:pt x="23830" y="106607"/>
                        <a:pt x="19247" y="104127"/>
                      </a:cubicBezTo>
                      <a:cubicBezTo>
                        <a:pt x="14647" y="101647"/>
                        <a:pt x="10675" y="98538"/>
                        <a:pt x="7332" y="95069"/>
                      </a:cubicBezTo>
                      <a:lnTo>
                        <a:pt x="0" y="104756"/>
                      </a:lnTo>
                      <a:cubicBezTo>
                        <a:pt x="3972" y="108854"/>
                        <a:pt x="8932" y="112448"/>
                        <a:pt x="14898" y="115557"/>
                      </a:cubicBezTo>
                      <a:cubicBezTo>
                        <a:pt x="20991" y="118666"/>
                        <a:pt x="28557" y="120284"/>
                        <a:pt x="37614" y="120409"/>
                      </a:cubicBez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60" name="任意多边形: 形状 59">
                  <a:extLst>
                    <a:ext uri="{FF2B5EF4-FFF2-40B4-BE49-F238E27FC236}">
                      <a16:creationId xmlns:a16="http://schemas.microsoft.com/office/drawing/2014/main" id="{17E8D5E6-EB10-8395-9D09-57FC8601C6DF}"/>
                    </a:ext>
                  </a:extLst>
                </p:cNvPr>
                <p:cNvSpPr/>
                <p:nvPr/>
              </p:nvSpPr>
              <p:spPr>
                <a:xfrm>
                  <a:off x="9239624" y="924063"/>
                  <a:ext cx="64931" cy="126897"/>
                </a:xfrm>
                <a:custGeom>
                  <a:avLst/>
                  <a:gdLst>
                    <a:gd name="connsiteX0" fmla="*/ 18 w 64931"/>
                    <a:gd name="connsiteY0" fmla="*/ 118289 h 118288"/>
                    <a:gd name="connsiteX1" fmla="*/ 64931 w 64931"/>
                    <a:gd name="connsiteY1" fmla="*/ 118289 h 118288"/>
                    <a:gd name="connsiteX2" fmla="*/ 64931 w 64931"/>
                    <a:gd name="connsiteY2" fmla="*/ 105996 h 118288"/>
                    <a:gd name="connsiteX3" fmla="*/ 41227 w 64931"/>
                    <a:gd name="connsiteY3" fmla="*/ 105996 h 118288"/>
                    <a:gd name="connsiteX4" fmla="*/ 41227 w 64931"/>
                    <a:gd name="connsiteY4" fmla="*/ 0 h 118288"/>
                    <a:gd name="connsiteX5" fmla="*/ 29923 w 64931"/>
                    <a:gd name="connsiteY5" fmla="*/ 0 h 118288"/>
                    <a:gd name="connsiteX6" fmla="*/ 19122 w 64931"/>
                    <a:gd name="connsiteY6" fmla="*/ 4834 h 118288"/>
                    <a:gd name="connsiteX7" fmla="*/ 5337 w 64931"/>
                    <a:gd name="connsiteY7" fmla="*/ 8429 h 118288"/>
                    <a:gd name="connsiteX8" fmla="*/ 5337 w 64931"/>
                    <a:gd name="connsiteY8" fmla="*/ 17738 h 118288"/>
                    <a:gd name="connsiteX9" fmla="*/ 26310 w 64931"/>
                    <a:gd name="connsiteY9" fmla="*/ 17738 h 118288"/>
                    <a:gd name="connsiteX10" fmla="*/ 26310 w 64931"/>
                    <a:gd name="connsiteY10" fmla="*/ 105996 h 118288"/>
                    <a:gd name="connsiteX11" fmla="*/ 0 w 64931"/>
                    <a:gd name="connsiteY11" fmla="*/ 105996 h 118288"/>
                    <a:gd name="connsiteX12" fmla="*/ 0 w 64931"/>
                    <a:gd name="connsiteY12" fmla="*/ 118289 h 11828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</a:cxnLst>
                  <a:rect l="l" t="t" r="r" b="b"/>
                  <a:pathLst>
                    <a:path w="64931" h="118288">
                      <a:moveTo>
                        <a:pt x="18" y="118289"/>
                      </a:moveTo>
                      <a:lnTo>
                        <a:pt x="64931" y="118289"/>
                      </a:lnTo>
                      <a:lnTo>
                        <a:pt x="64931" y="105996"/>
                      </a:lnTo>
                      <a:lnTo>
                        <a:pt x="41227" y="105996"/>
                      </a:lnTo>
                      <a:lnTo>
                        <a:pt x="41227" y="0"/>
                      </a:lnTo>
                      <a:lnTo>
                        <a:pt x="29923" y="0"/>
                      </a:lnTo>
                      <a:cubicBezTo>
                        <a:pt x="26688" y="1869"/>
                        <a:pt x="23093" y="3469"/>
                        <a:pt x="19122" y="4834"/>
                      </a:cubicBezTo>
                      <a:cubicBezTo>
                        <a:pt x="15150" y="6200"/>
                        <a:pt x="10549" y="7440"/>
                        <a:pt x="5337" y="8429"/>
                      </a:cubicBezTo>
                      <a:lnTo>
                        <a:pt x="5337" y="17738"/>
                      </a:lnTo>
                      <a:lnTo>
                        <a:pt x="26310" y="17738"/>
                      </a:lnTo>
                      <a:lnTo>
                        <a:pt x="26310" y="105996"/>
                      </a:lnTo>
                      <a:lnTo>
                        <a:pt x="0" y="105996"/>
                      </a:lnTo>
                      <a:lnTo>
                        <a:pt x="0" y="118289"/>
                      </a:lnTo>
                      <a:close/>
                    </a:path>
                  </a:pathLst>
                </a:custGeom>
                <a:solidFill>
                  <a:srgbClr val="FF5200"/>
                </a:solidFill>
                <a:ln w="6350" cap="flat">
                  <a:solidFill>
                    <a:srgbClr val="FF5200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44" name="组合 43">
                <a:extLst>
                  <a:ext uri="{FF2B5EF4-FFF2-40B4-BE49-F238E27FC236}">
                    <a16:creationId xmlns:a16="http://schemas.microsoft.com/office/drawing/2014/main" id="{29CA6F38-2E68-8F40-EE35-E5EE46CB7707}"/>
                  </a:ext>
                </a:extLst>
              </p:cNvPr>
              <p:cNvGrpSpPr/>
              <p:nvPr userDrawn="1"/>
            </p:nvGrpSpPr>
            <p:grpSpPr>
              <a:xfrm>
                <a:off x="2698897" y="3829531"/>
                <a:ext cx="804243" cy="165482"/>
                <a:chOff x="9323023" y="923380"/>
                <a:chExt cx="804243" cy="165482"/>
              </a:xfrm>
            </p:grpSpPr>
            <p:sp>
              <p:nvSpPr>
                <p:cNvPr id="51" name="任意多边形: 形状 50">
                  <a:extLst>
                    <a:ext uri="{FF2B5EF4-FFF2-40B4-BE49-F238E27FC236}">
                      <a16:creationId xmlns:a16="http://schemas.microsoft.com/office/drawing/2014/main" id="{C8910E4C-545E-B2B4-8952-DE2A9E9F4B28}"/>
                    </a:ext>
                  </a:extLst>
                </p:cNvPr>
                <p:cNvSpPr/>
                <p:nvPr/>
              </p:nvSpPr>
              <p:spPr>
                <a:xfrm>
                  <a:off x="9323023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1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12" y="76631"/>
                        <a:pt x="43455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2" name="任意多边形: 形状 51">
                  <a:extLst>
                    <a:ext uri="{FF2B5EF4-FFF2-40B4-BE49-F238E27FC236}">
                      <a16:creationId xmlns:a16="http://schemas.microsoft.com/office/drawing/2014/main" id="{C6C4CFDB-CDEA-CE4C-17EA-0CC7AE0EE6E2}"/>
                    </a:ext>
                  </a:extLst>
                </p:cNvPr>
                <p:cNvSpPr/>
                <p:nvPr/>
              </p:nvSpPr>
              <p:spPr>
                <a:xfrm>
                  <a:off x="9429477" y="961965"/>
                  <a:ext cx="76594" cy="126897"/>
                </a:xfrm>
                <a:custGeom>
                  <a:avLst/>
                  <a:gdLst>
                    <a:gd name="connsiteX0" fmla="*/ 36123 w 76594"/>
                    <a:gd name="connsiteY0" fmla="*/ 79740 h 126897"/>
                    <a:gd name="connsiteX1" fmla="*/ 26185 w 76594"/>
                    <a:gd name="connsiteY1" fmla="*/ 77745 h 126897"/>
                    <a:gd name="connsiteX2" fmla="*/ 14647 w 76594"/>
                    <a:gd name="connsiteY2" fmla="*/ 70538 h 126897"/>
                    <a:gd name="connsiteX3" fmla="*/ 14647 w 76594"/>
                    <a:gd name="connsiteY3" fmla="*/ 24495 h 126897"/>
                    <a:gd name="connsiteX4" fmla="*/ 26813 w 76594"/>
                    <a:gd name="connsiteY4" fmla="*/ 15563 h 126897"/>
                    <a:gd name="connsiteX5" fmla="*/ 38225 w 76594"/>
                    <a:gd name="connsiteY5" fmla="*/ 12454 h 126897"/>
                    <a:gd name="connsiteX6" fmla="*/ 55981 w 76594"/>
                    <a:gd name="connsiteY6" fmla="*/ 21386 h 126897"/>
                    <a:gd name="connsiteX7" fmla="*/ 61319 w 76594"/>
                    <a:gd name="connsiteY7" fmla="*/ 44839 h 126897"/>
                    <a:gd name="connsiteX8" fmla="*/ 54112 w 76594"/>
                    <a:gd name="connsiteY8" fmla="*/ 70538 h 126897"/>
                    <a:gd name="connsiteX9" fmla="*/ 36123 w 76594"/>
                    <a:gd name="connsiteY9" fmla="*/ 79740 h 126897"/>
                    <a:gd name="connsiteX10" fmla="*/ 0 w 76594"/>
                    <a:gd name="connsiteY10" fmla="*/ 126897 h 126897"/>
                    <a:gd name="connsiteX11" fmla="*/ 14647 w 76594"/>
                    <a:gd name="connsiteY11" fmla="*/ 126897 h 126897"/>
                    <a:gd name="connsiteX12" fmla="*/ 14647 w 76594"/>
                    <a:gd name="connsiteY12" fmla="*/ 97100 h 126897"/>
                    <a:gd name="connsiteX13" fmla="*/ 14269 w 76594"/>
                    <a:gd name="connsiteY13" fmla="*/ 81824 h 126897"/>
                    <a:gd name="connsiteX14" fmla="*/ 26436 w 76594"/>
                    <a:gd name="connsiteY14" fmla="*/ 89265 h 126897"/>
                    <a:gd name="connsiteX15" fmla="*/ 38477 w 76594"/>
                    <a:gd name="connsiteY15" fmla="*/ 91996 h 126897"/>
                    <a:gd name="connsiteX16" fmla="*/ 57347 w 76594"/>
                    <a:gd name="connsiteY16" fmla="*/ 86407 h 126897"/>
                    <a:gd name="connsiteX17" fmla="*/ 71257 w 76594"/>
                    <a:gd name="connsiteY17" fmla="*/ 70269 h 126897"/>
                    <a:gd name="connsiteX18" fmla="*/ 76595 w 76594"/>
                    <a:gd name="connsiteY18" fmla="*/ 44695 h 126897"/>
                    <a:gd name="connsiteX19" fmla="*/ 67663 w 76594"/>
                    <a:gd name="connsiteY19" fmla="*/ 12293 h 126897"/>
                    <a:gd name="connsiteX20" fmla="*/ 41712 w 76594"/>
                    <a:gd name="connsiteY20" fmla="*/ 0 h 126897"/>
                    <a:gd name="connsiteX21" fmla="*/ 26939 w 76594"/>
                    <a:gd name="connsiteY21" fmla="*/ 3720 h 126897"/>
                    <a:gd name="connsiteX22" fmla="*/ 13784 w 76594"/>
                    <a:gd name="connsiteY22" fmla="*/ 12293 h 126897"/>
                    <a:gd name="connsiteX23" fmla="*/ 13281 w 76594"/>
                    <a:gd name="connsiteY23" fmla="*/ 12293 h 126897"/>
                    <a:gd name="connsiteX24" fmla="*/ 12041 w 76594"/>
                    <a:gd name="connsiteY24" fmla="*/ 2246 h 126897"/>
                    <a:gd name="connsiteX25" fmla="*/ 0 w 76594"/>
                    <a:gd name="connsiteY25" fmla="*/ 2246 h 126897"/>
                    <a:gd name="connsiteX26" fmla="*/ 0 w 76594"/>
                    <a:gd name="connsiteY26" fmla="*/ 126897 h 12689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94" h="126897">
                      <a:moveTo>
                        <a:pt x="36123" y="79740"/>
                      </a:moveTo>
                      <a:cubicBezTo>
                        <a:pt x="33140" y="79866"/>
                        <a:pt x="29797" y="79111"/>
                        <a:pt x="26185" y="77745"/>
                      </a:cubicBezTo>
                      <a:cubicBezTo>
                        <a:pt x="22464" y="76253"/>
                        <a:pt x="18618" y="73899"/>
                        <a:pt x="14647" y="70538"/>
                      </a:cubicBezTo>
                      <a:lnTo>
                        <a:pt x="14647" y="24495"/>
                      </a:lnTo>
                      <a:cubicBezTo>
                        <a:pt x="18870" y="20649"/>
                        <a:pt x="22968" y="17540"/>
                        <a:pt x="26813" y="15563"/>
                      </a:cubicBezTo>
                      <a:cubicBezTo>
                        <a:pt x="30659" y="13461"/>
                        <a:pt x="34505" y="12454"/>
                        <a:pt x="38225" y="12454"/>
                      </a:cubicBezTo>
                      <a:cubicBezTo>
                        <a:pt x="46420" y="12580"/>
                        <a:pt x="52369" y="15563"/>
                        <a:pt x="55981" y="21386"/>
                      </a:cubicBezTo>
                      <a:cubicBezTo>
                        <a:pt x="59576" y="27227"/>
                        <a:pt x="61319" y="35045"/>
                        <a:pt x="61319" y="44839"/>
                      </a:cubicBezTo>
                      <a:cubicBezTo>
                        <a:pt x="61193" y="55892"/>
                        <a:pt x="58713" y="64446"/>
                        <a:pt x="54112" y="70538"/>
                      </a:cubicBezTo>
                      <a:cubicBezTo>
                        <a:pt x="49530" y="76631"/>
                        <a:pt x="43437" y="79614"/>
                        <a:pt x="36123" y="79740"/>
                      </a:cubicBezTo>
                      <a:close/>
                      <a:moveTo>
                        <a:pt x="0" y="126897"/>
                      </a:moveTo>
                      <a:lnTo>
                        <a:pt x="14647" y="126897"/>
                      </a:lnTo>
                      <a:lnTo>
                        <a:pt x="14647" y="97100"/>
                      </a:lnTo>
                      <a:lnTo>
                        <a:pt x="14269" y="81824"/>
                      </a:lnTo>
                      <a:cubicBezTo>
                        <a:pt x="18241" y="85059"/>
                        <a:pt x="22339" y="87539"/>
                        <a:pt x="26436" y="89265"/>
                      </a:cubicBezTo>
                      <a:cubicBezTo>
                        <a:pt x="30534" y="91134"/>
                        <a:pt x="34505" y="91996"/>
                        <a:pt x="38477" y="91996"/>
                      </a:cubicBezTo>
                      <a:cubicBezTo>
                        <a:pt x="45306" y="91996"/>
                        <a:pt x="51632" y="90127"/>
                        <a:pt x="57347" y="86407"/>
                      </a:cubicBezTo>
                      <a:cubicBezTo>
                        <a:pt x="63062" y="82687"/>
                        <a:pt x="67645" y="77350"/>
                        <a:pt x="71257" y="70269"/>
                      </a:cubicBezTo>
                      <a:cubicBezTo>
                        <a:pt x="74726" y="63314"/>
                        <a:pt x="76469" y="54759"/>
                        <a:pt x="76595" y="44695"/>
                      </a:cubicBezTo>
                      <a:cubicBezTo>
                        <a:pt x="76595" y="31037"/>
                        <a:pt x="73611" y="20236"/>
                        <a:pt x="67663" y="12293"/>
                      </a:cubicBezTo>
                      <a:cubicBezTo>
                        <a:pt x="61696" y="4223"/>
                        <a:pt x="53142" y="126"/>
                        <a:pt x="41712" y="0"/>
                      </a:cubicBezTo>
                      <a:cubicBezTo>
                        <a:pt x="36626" y="126"/>
                        <a:pt x="31666" y="1366"/>
                        <a:pt x="26939" y="3720"/>
                      </a:cubicBezTo>
                      <a:cubicBezTo>
                        <a:pt x="22231" y="6074"/>
                        <a:pt x="17756" y="8932"/>
                        <a:pt x="13784" y="12293"/>
                      </a:cubicBezTo>
                      <a:lnTo>
                        <a:pt x="13281" y="12293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126897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3" name="任意多边形: 形状 52">
                  <a:extLst>
                    <a:ext uri="{FF2B5EF4-FFF2-40B4-BE49-F238E27FC236}">
                      <a16:creationId xmlns:a16="http://schemas.microsoft.com/office/drawing/2014/main" id="{037E21AA-4DE2-74E8-2B9D-5DBC614DD1D1}"/>
                    </a:ext>
                  </a:extLst>
                </p:cNvPr>
                <p:cNvSpPr/>
                <p:nvPr/>
              </p:nvSpPr>
              <p:spPr>
                <a:xfrm>
                  <a:off x="9527744" y="939788"/>
                  <a:ext cx="54256" cy="114209"/>
                </a:xfrm>
                <a:custGeom>
                  <a:avLst/>
                  <a:gdLst>
                    <a:gd name="connsiteX0" fmla="*/ 38118 w 54256"/>
                    <a:gd name="connsiteY0" fmla="*/ 114209 h 114209"/>
                    <a:gd name="connsiteX1" fmla="*/ 46313 w 54256"/>
                    <a:gd name="connsiteY1" fmla="*/ 113221 h 114209"/>
                    <a:gd name="connsiteX2" fmla="*/ 54256 w 54256"/>
                    <a:gd name="connsiteY2" fmla="*/ 110992 h 114209"/>
                    <a:gd name="connsiteX3" fmla="*/ 51273 w 54256"/>
                    <a:gd name="connsiteY3" fmla="*/ 100066 h 114209"/>
                    <a:gd name="connsiteX4" fmla="*/ 46438 w 54256"/>
                    <a:gd name="connsiteY4" fmla="*/ 101557 h 114209"/>
                    <a:gd name="connsiteX5" fmla="*/ 41352 w 54256"/>
                    <a:gd name="connsiteY5" fmla="*/ 102294 h 114209"/>
                    <a:gd name="connsiteX6" fmla="*/ 30803 w 54256"/>
                    <a:gd name="connsiteY6" fmla="*/ 97819 h 114209"/>
                    <a:gd name="connsiteX7" fmla="*/ 27820 w 54256"/>
                    <a:gd name="connsiteY7" fmla="*/ 85275 h 114209"/>
                    <a:gd name="connsiteX8" fmla="*/ 27820 w 54256"/>
                    <a:gd name="connsiteY8" fmla="*/ 36374 h 114209"/>
                    <a:gd name="connsiteX9" fmla="*/ 51524 w 54256"/>
                    <a:gd name="connsiteY9" fmla="*/ 36374 h 114209"/>
                    <a:gd name="connsiteX10" fmla="*/ 51524 w 54256"/>
                    <a:gd name="connsiteY10" fmla="*/ 24459 h 114209"/>
                    <a:gd name="connsiteX11" fmla="*/ 27820 w 54256"/>
                    <a:gd name="connsiteY11" fmla="*/ 24459 h 114209"/>
                    <a:gd name="connsiteX12" fmla="*/ 27820 w 54256"/>
                    <a:gd name="connsiteY12" fmla="*/ 0 h 114209"/>
                    <a:gd name="connsiteX13" fmla="*/ 15527 w 54256"/>
                    <a:gd name="connsiteY13" fmla="*/ 0 h 114209"/>
                    <a:gd name="connsiteX14" fmla="*/ 13784 w 54256"/>
                    <a:gd name="connsiteY14" fmla="*/ 24459 h 114209"/>
                    <a:gd name="connsiteX15" fmla="*/ 0 w 54256"/>
                    <a:gd name="connsiteY15" fmla="*/ 25322 h 114209"/>
                    <a:gd name="connsiteX16" fmla="*/ 0 w 54256"/>
                    <a:gd name="connsiteY16" fmla="*/ 36374 h 114209"/>
                    <a:gd name="connsiteX17" fmla="*/ 13029 w 54256"/>
                    <a:gd name="connsiteY17" fmla="*/ 36374 h 114209"/>
                    <a:gd name="connsiteX18" fmla="*/ 13029 w 54256"/>
                    <a:gd name="connsiteY18" fmla="*/ 85023 h 114209"/>
                    <a:gd name="connsiteX19" fmla="*/ 18618 w 54256"/>
                    <a:gd name="connsiteY19" fmla="*/ 106122 h 114209"/>
                    <a:gd name="connsiteX20" fmla="*/ 38118 w 54256"/>
                    <a:gd name="connsiteY20" fmla="*/ 114209 h 11420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</a:cxnLst>
                  <a:rect l="l" t="t" r="r" b="b"/>
                  <a:pathLst>
                    <a:path w="54256" h="114209">
                      <a:moveTo>
                        <a:pt x="38118" y="114209"/>
                      </a:moveTo>
                      <a:cubicBezTo>
                        <a:pt x="40723" y="114209"/>
                        <a:pt x="43455" y="113832"/>
                        <a:pt x="46313" y="113221"/>
                      </a:cubicBezTo>
                      <a:cubicBezTo>
                        <a:pt x="49044" y="112592"/>
                        <a:pt x="51650" y="111855"/>
                        <a:pt x="54256" y="110992"/>
                      </a:cubicBezTo>
                      <a:lnTo>
                        <a:pt x="51273" y="100066"/>
                      </a:lnTo>
                      <a:cubicBezTo>
                        <a:pt x="49781" y="100569"/>
                        <a:pt x="48164" y="101054"/>
                        <a:pt x="46438" y="101557"/>
                      </a:cubicBezTo>
                      <a:cubicBezTo>
                        <a:pt x="44569" y="102060"/>
                        <a:pt x="42970" y="102294"/>
                        <a:pt x="41352" y="102294"/>
                      </a:cubicBezTo>
                      <a:cubicBezTo>
                        <a:pt x="36267" y="102294"/>
                        <a:pt x="32780" y="100802"/>
                        <a:pt x="30803" y="97819"/>
                      </a:cubicBezTo>
                      <a:cubicBezTo>
                        <a:pt x="28700" y="94962"/>
                        <a:pt x="27694" y="90738"/>
                        <a:pt x="27820" y="85275"/>
                      </a:cubicBezTo>
                      <a:lnTo>
                        <a:pt x="27820" y="36374"/>
                      </a:lnTo>
                      <a:lnTo>
                        <a:pt x="51524" y="36374"/>
                      </a:lnTo>
                      <a:lnTo>
                        <a:pt x="51524" y="24459"/>
                      </a:lnTo>
                      <a:lnTo>
                        <a:pt x="27820" y="24459"/>
                      </a:lnTo>
                      <a:lnTo>
                        <a:pt x="27820" y="0"/>
                      </a:lnTo>
                      <a:lnTo>
                        <a:pt x="15527" y="0"/>
                      </a:lnTo>
                      <a:lnTo>
                        <a:pt x="13784" y="24459"/>
                      </a:lnTo>
                      <a:lnTo>
                        <a:pt x="0" y="25322"/>
                      </a:lnTo>
                      <a:lnTo>
                        <a:pt x="0" y="36374"/>
                      </a:lnTo>
                      <a:lnTo>
                        <a:pt x="13029" y="36374"/>
                      </a:lnTo>
                      <a:lnTo>
                        <a:pt x="13029" y="85023"/>
                      </a:lnTo>
                      <a:cubicBezTo>
                        <a:pt x="12904" y="93829"/>
                        <a:pt x="14773" y="100910"/>
                        <a:pt x="18618" y="106122"/>
                      </a:cubicBezTo>
                      <a:cubicBezTo>
                        <a:pt x="22339" y="111352"/>
                        <a:pt x="28808" y="114083"/>
                        <a:pt x="38118" y="114209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4" name="任意多边形: 形状 53">
                  <a:extLst>
                    <a:ext uri="{FF2B5EF4-FFF2-40B4-BE49-F238E27FC236}">
                      <a16:creationId xmlns:a16="http://schemas.microsoft.com/office/drawing/2014/main" id="{CB991AAA-E751-57B5-EF10-7DA2B8D67B73}"/>
                    </a:ext>
                  </a:extLst>
                </p:cNvPr>
                <p:cNvSpPr/>
                <p:nvPr/>
              </p:nvSpPr>
              <p:spPr>
                <a:xfrm>
                  <a:off x="9607474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9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9" y="4727"/>
                      </a:cubicBezTo>
                      <a:cubicBezTo>
                        <a:pt x="74384" y="7710"/>
                        <a:pt x="69784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5" name="任意多边形: 形状 54">
                  <a:extLst>
                    <a:ext uri="{FF2B5EF4-FFF2-40B4-BE49-F238E27FC236}">
                      <a16:creationId xmlns:a16="http://schemas.microsoft.com/office/drawing/2014/main" id="{70F2B64C-7F8A-DFBC-4BAB-AFFB9B313D04}"/>
                    </a:ext>
                  </a:extLst>
                </p:cNvPr>
                <p:cNvSpPr/>
                <p:nvPr/>
              </p:nvSpPr>
              <p:spPr>
                <a:xfrm>
                  <a:off x="9755012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73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91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15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409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6" name="任意多边形: 形状 55">
                  <a:extLst>
                    <a:ext uri="{FF2B5EF4-FFF2-40B4-BE49-F238E27FC236}">
                      <a16:creationId xmlns:a16="http://schemas.microsoft.com/office/drawing/2014/main" id="{658A6536-98F6-83EC-0AC7-A16909C846FF}"/>
                    </a:ext>
                  </a:extLst>
                </p:cNvPr>
                <p:cNvSpPr/>
                <p:nvPr/>
              </p:nvSpPr>
              <p:spPr>
                <a:xfrm>
                  <a:off x="9863443" y="923380"/>
                  <a:ext cx="76558" cy="130617"/>
                </a:xfrm>
                <a:custGeom>
                  <a:avLst/>
                  <a:gdLst>
                    <a:gd name="connsiteX0" fmla="*/ 36087 w 76558"/>
                    <a:gd name="connsiteY0" fmla="*/ 118325 h 130617"/>
                    <a:gd name="connsiteX1" fmla="*/ 26041 w 76558"/>
                    <a:gd name="connsiteY1" fmla="*/ 116330 h 130617"/>
                    <a:gd name="connsiteX2" fmla="*/ 14629 w 76558"/>
                    <a:gd name="connsiteY2" fmla="*/ 109123 h 130617"/>
                    <a:gd name="connsiteX3" fmla="*/ 14629 w 76558"/>
                    <a:gd name="connsiteY3" fmla="*/ 63080 h 130617"/>
                    <a:gd name="connsiteX4" fmla="*/ 26795 w 76558"/>
                    <a:gd name="connsiteY4" fmla="*/ 54148 h 130617"/>
                    <a:gd name="connsiteX5" fmla="*/ 38207 w 76558"/>
                    <a:gd name="connsiteY5" fmla="*/ 51039 h 130617"/>
                    <a:gd name="connsiteX6" fmla="*/ 55963 w 76558"/>
                    <a:gd name="connsiteY6" fmla="*/ 59971 h 130617"/>
                    <a:gd name="connsiteX7" fmla="*/ 61301 w 76558"/>
                    <a:gd name="connsiteY7" fmla="*/ 83424 h 130617"/>
                    <a:gd name="connsiteX8" fmla="*/ 54094 w 76558"/>
                    <a:gd name="connsiteY8" fmla="*/ 109123 h 130617"/>
                    <a:gd name="connsiteX9" fmla="*/ 36087 w 76558"/>
                    <a:gd name="connsiteY9" fmla="*/ 118325 h 130617"/>
                    <a:gd name="connsiteX10" fmla="*/ 38441 w 76558"/>
                    <a:gd name="connsiteY10" fmla="*/ 130617 h 130617"/>
                    <a:gd name="connsiteX11" fmla="*/ 57311 w 76558"/>
                    <a:gd name="connsiteY11" fmla="*/ 125028 h 130617"/>
                    <a:gd name="connsiteX12" fmla="*/ 71221 w 76558"/>
                    <a:gd name="connsiteY12" fmla="*/ 108890 h 130617"/>
                    <a:gd name="connsiteX13" fmla="*/ 76559 w 76558"/>
                    <a:gd name="connsiteY13" fmla="*/ 83190 h 130617"/>
                    <a:gd name="connsiteX14" fmla="*/ 67627 w 76558"/>
                    <a:gd name="connsiteY14" fmla="*/ 50788 h 130617"/>
                    <a:gd name="connsiteX15" fmla="*/ 41568 w 76558"/>
                    <a:gd name="connsiteY15" fmla="*/ 38621 h 130617"/>
                    <a:gd name="connsiteX16" fmla="*/ 27173 w 76558"/>
                    <a:gd name="connsiteY16" fmla="*/ 42215 h 130617"/>
                    <a:gd name="connsiteX17" fmla="*/ 14144 w 76558"/>
                    <a:gd name="connsiteY17" fmla="*/ 51021 h 130617"/>
                    <a:gd name="connsiteX18" fmla="*/ 14647 w 76558"/>
                    <a:gd name="connsiteY18" fmla="*/ 35260 h 130617"/>
                    <a:gd name="connsiteX19" fmla="*/ 14647 w 76558"/>
                    <a:gd name="connsiteY19" fmla="*/ 0 h 130617"/>
                    <a:gd name="connsiteX20" fmla="*/ 0 w 76558"/>
                    <a:gd name="connsiteY20" fmla="*/ 0 h 130617"/>
                    <a:gd name="connsiteX21" fmla="*/ 0 w 76558"/>
                    <a:gd name="connsiteY21" fmla="*/ 128479 h 130617"/>
                    <a:gd name="connsiteX22" fmla="*/ 11664 w 76558"/>
                    <a:gd name="connsiteY22" fmla="*/ 128479 h 130617"/>
                    <a:gd name="connsiteX23" fmla="*/ 13029 w 76558"/>
                    <a:gd name="connsiteY23" fmla="*/ 119421 h 130617"/>
                    <a:gd name="connsiteX24" fmla="*/ 13532 w 76558"/>
                    <a:gd name="connsiteY24" fmla="*/ 119421 h 130617"/>
                    <a:gd name="connsiteX25" fmla="*/ 25951 w 76558"/>
                    <a:gd name="connsiteY25" fmla="*/ 127616 h 130617"/>
                    <a:gd name="connsiteX26" fmla="*/ 38441 w 76558"/>
                    <a:gd name="connsiteY26" fmla="*/ 130617 h 13061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</a:cxnLst>
                  <a:rect l="l" t="t" r="r" b="b"/>
                  <a:pathLst>
                    <a:path w="76558" h="130617">
                      <a:moveTo>
                        <a:pt x="36087" y="118325"/>
                      </a:moveTo>
                      <a:cubicBezTo>
                        <a:pt x="33103" y="118450"/>
                        <a:pt x="29761" y="117696"/>
                        <a:pt x="26041" y="116330"/>
                      </a:cubicBezTo>
                      <a:cubicBezTo>
                        <a:pt x="22321" y="114838"/>
                        <a:pt x="18475" y="112484"/>
                        <a:pt x="14629" y="109123"/>
                      </a:cubicBezTo>
                      <a:lnTo>
                        <a:pt x="14629" y="63080"/>
                      </a:lnTo>
                      <a:cubicBezTo>
                        <a:pt x="18852" y="59234"/>
                        <a:pt x="22824" y="56125"/>
                        <a:pt x="26795" y="54148"/>
                      </a:cubicBezTo>
                      <a:cubicBezTo>
                        <a:pt x="30641" y="52046"/>
                        <a:pt x="34487" y="51039"/>
                        <a:pt x="38207" y="51039"/>
                      </a:cubicBezTo>
                      <a:cubicBezTo>
                        <a:pt x="46402" y="51165"/>
                        <a:pt x="52351" y="54148"/>
                        <a:pt x="55963" y="59971"/>
                      </a:cubicBezTo>
                      <a:cubicBezTo>
                        <a:pt x="59557" y="65812"/>
                        <a:pt x="61301" y="73629"/>
                        <a:pt x="61301" y="83424"/>
                      </a:cubicBezTo>
                      <a:cubicBezTo>
                        <a:pt x="61175" y="94476"/>
                        <a:pt x="58695" y="103031"/>
                        <a:pt x="54094" y="109123"/>
                      </a:cubicBezTo>
                      <a:cubicBezTo>
                        <a:pt x="49493" y="115216"/>
                        <a:pt x="43401" y="118199"/>
                        <a:pt x="36087" y="118325"/>
                      </a:cubicBezTo>
                      <a:close/>
                      <a:moveTo>
                        <a:pt x="38441" y="130617"/>
                      </a:moveTo>
                      <a:cubicBezTo>
                        <a:pt x="45270" y="130617"/>
                        <a:pt x="51596" y="128748"/>
                        <a:pt x="57311" y="125028"/>
                      </a:cubicBezTo>
                      <a:cubicBezTo>
                        <a:pt x="63026" y="121308"/>
                        <a:pt x="67609" y="115970"/>
                        <a:pt x="71221" y="108890"/>
                      </a:cubicBezTo>
                      <a:cubicBezTo>
                        <a:pt x="74690" y="101809"/>
                        <a:pt x="76433" y="93254"/>
                        <a:pt x="76559" y="83190"/>
                      </a:cubicBezTo>
                      <a:cubicBezTo>
                        <a:pt x="76559" y="69532"/>
                        <a:pt x="73575" y="58857"/>
                        <a:pt x="67627" y="50788"/>
                      </a:cubicBezTo>
                      <a:cubicBezTo>
                        <a:pt x="61660" y="42844"/>
                        <a:pt x="52980" y="38747"/>
                        <a:pt x="41568" y="38621"/>
                      </a:cubicBezTo>
                      <a:cubicBezTo>
                        <a:pt x="36734" y="38747"/>
                        <a:pt x="31881" y="39861"/>
                        <a:pt x="27173" y="42215"/>
                      </a:cubicBezTo>
                      <a:cubicBezTo>
                        <a:pt x="22464" y="44569"/>
                        <a:pt x="18115" y="47427"/>
                        <a:pt x="14144" y="51021"/>
                      </a:cubicBezTo>
                      <a:lnTo>
                        <a:pt x="14647" y="35260"/>
                      </a:lnTo>
                      <a:lnTo>
                        <a:pt x="14647" y="0"/>
                      </a:lnTo>
                      <a:lnTo>
                        <a:pt x="0" y="0"/>
                      </a:lnTo>
                      <a:lnTo>
                        <a:pt x="0" y="128479"/>
                      </a:lnTo>
                      <a:lnTo>
                        <a:pt x="11664" y="128479"/>
                      </a:lnTo>
                      <a:lnTo>
                        <a:pt x="13029" y="119421"/>
                      </a:lnTo>
                      <a:lnTo>
                        <a:pt x="13532" y="119421"/>
                      </a:lnTo>
                      <a:cubicBezTo>
                        <a:pt x="17378" y="123015"/>
                        <a:pt x="21602" y="125747"/>
                        <a:pt x="25951" y="127616"/>
                      </a:cubicBezTo>
                      <a:cubicBezTo>
                        <a:pt x="30120" y="129611"/>
                        <a:pt x="34344" y="130617"/>
                        <a:pt x="38441" y="130617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7" name="任意多边形: 形状 56">
                  <a:extLst>
                    <a:ext uri="{FF2B5EF4-FFF2-40B4-BE49-F238E27FC236}">
                      <a16:creationId xmlns:a16="http://schemas.microsoft.com/office/drawing/2014/main" id="{F107A0A8-E8CB-9036-2C29-A8C9EDAD51DF}"/>
                    </a:ext>
                  </a:extLst>
                </p:cNvPr>
                <p:cNvSpPr/>
                <p:nvPr/>
              </p:nvSpPr>
              <p:spPr>
                <a:xfrm>
                  <a:off x="9959492" y="962019"/>
                  <a:ext cx="68651" cy="91978"/>
                </a:xfrm>
                <a:custGeom>
                  <a:avLst/>
                  <a:gdLst>
                    <a:gd name="connsiteX0" fmla="*/ 29922 w 68651"/>
                    <a:gd name="connsiteY0" fmla="*/ 80171 h 91978"/>
                    <a:gd name="connsiteX1" fmla="*/ 18870 w 68651"/>
                    <a:gd name="connsiteY1" fmla="*/ 76936 h 91978"/>
                    <a:gd name="connsiteX2" fmla="*/ 14395 w 68651"/>
                    <a:gd name="connsiteY2" fmla="*/ 66135 h 91978"/>
                    <a:gd name="connsiteX3" fmla="*/ 23075 w 68651"/>
                    <a:gd name="connsiteY3" fmla="*/ 52117 h 91978"/>
                    <a:gd name="connsiteX4" fmla="*/ 53986 w 68651"/>
                    <a:gd name="connsiteY4" fmla="*/ 44048 h 91978"/>
                    <a:gd name="connsiteX5" fmla="*/ 53986 w 68651"/>
                    <a:gd name="connsiteY5" fmla="*/ 68508 h 91978"/>
                    <a:gd name="connsiteX6" fmla="*/ 41945 w 68651"/>
                    <a:gd name="connsiteY6" fmla="*/ 77188 h 91978"/>
                    <a:gd name="connsiteX7" fmla="*/ 29922 w 68651"/>
                    <a:gd name="connsiteY7" fmla="*/ 80171 h 91978"/>
                    <a:gd name="connsiteX8" fmla="*/ 25699 w 68651"/>
                    <a:gd name="connsiteY8" fmla="*/ 91978 h 91978"/>
                    <a:gd name="connsiteX9" fmla="*/ 41083 w 68651"/>
                    <a:gd name="connsiteY9" fmla="*/ 88258 h 91978"/>
                    <a:gd name="connsiteX10" fmla="*/ 54741 w 68651"/>
                    <a:gd name="connsiteY10" fmla="*/ 79452 h 91978"/>
                    <a:gd name="connsiteX11" fmla="*/ 55244 w 68651"/>
                    <a:gd name="connsiteY11" fmla="*/ 79452 h 91978"/>
                    <a:gd name="connsiteX12" fmla="*/ 56484 w 68651"/>
                    <a:gd name="connsiteY12" fmla="*/ 89876 h 91978"/>
                    <a:gd name="connsiteX13" fmla="*/ 68651 w 68651"/>
                    <a:gd name="connsiteY13" fmla="*/ 89876 h 91978"/>
                    <a:gd name="connsiteX14" fmla="*/ 68651 w 68651"/>
                    <a:gd name="connsiteY14" fmla="*/ 35997 h 91978"/>
                    <a:gd name="connsiteX15" fmla="*/ 61445 w 68651"/>
                    <a:gd name="connsiteY15" fmla="*/ 9938 h 91978"/>
                    <a:gd name="connsiteX16" fmla="*/ 38351 w 68651"/>
                    <a:gd name="connsiteY16" fmla="*/ 0 h 91978"/>
                    <a:gd name="connsiteX17" fmla="*/ 18744 w 68651"/>
                    <a:gd name="connsiteY17" fmla="*/ 3720 h 91978"/>
                    <a:gd name="connsiteX18" fmla="*/ 3720 w 68651"/>
                    <a:gd name="connsiteY18" fmla="*/ 11412 h 91978"/>
                    <a:gd name="connsiteX19" fmla="*/ 9561 w 68651"/>
                    <a:gd name="connsiteY19" fmla="*/ 21584 h 91978"/>
                    <a:gd name="connsiteX20" fmla="*/ 21476 w 68651"/>
                    <a:gd name="connsiteY20" fmla="*/ 15132 h 91978"/>
                    <a:gd name="connsiteX21" fmla="*/ 35871 w 68651"/>
                    <a:gd name="connsiteY21" fmla="*/ 12275 h 91978"/>
                    <a:gd name="connsiteX22" fmla="*/ 50266 w 68651"/>
                    <a:gd name="connsiteY22" fmla="*/ 19104 h 91978"/>
                    <a:gd name="connsiteX23" fmla="*/ 53986 w 68651"/>
                    <a:gd name="connsiteY23" fmla="*/ 34380 h 91978"/>
                    <a:gd name="connsiteX24" fmla="*/ 13029 w 68651"/>
                    <a:gd name="connsiteY24" fmla="*/ 45180 h 91978"/>
                    <a:gd name="connsiteX25" fmla="*/ 0 w 68651"/>
                    <a:gd name="connsiteY25" fmla="*/ 67160 h 91978"/>
                    <a:gd name="connsiteX26" fmla="*/ 7332 w 68651"/>
                    <a:gd name="connsiteY26" fmla="*/ 85527 h 91978"/>
                    <a:gd name="connsiteX27" fmla="*/ 25699 w 68651"/>
                    <a:gd name="connsiteY27" fmla="*/ 91978 h 9197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</a:cxnLst>
                  <a:rect l="l" t="t" r="r" b="b"/>
                  <a:pathLst>
                    <a:path w="68651" h="91978">
                      <a:moveTo>
                        <a:pt x="29922" y="80171"/>
                      </a:moveTo>
                      <a:cubicBezTo>
                        <a:pt x="25448" y="80171"/>
                        <a:pt x="21728" y="79183"/>
                        <a:pt x="18870" y="76936"/>
                      </a:cubicBezTo>
                      <a:cubicBezTo>
                        <a:pt x="16012" y="74708"/>
                        <a:pt x="14521" y="71095"/>
                        <a:pt x="14395" y="66135"/>
                      </a:cubicBezTo>
                      <a:cubicBezTo>
                        <a:pt x="14144" y="60420"/>
                        <a:pt x="17127" y="55838"/>
                        <a:pt x="23075" y="52117"/>
                      </a:cubicBezTo>
                      <a:cubicBezTo>
                        <a:pt x="29042" y="48523"/>
                        <a:pt x="39339" y="45792"/>
                        <a:pt x="53986" y="44048"/>
                      </a:cubicBezTo>
                      <a:lnTo>
                        <a:pt x="53986" y="68508"/>
                      </a:lnTo>
                      <a:cubicBezTo>
                        <a:pt x="49763" y="72353"/>
                        <a:pt x="45666" y="75211"/>
                        <a:pt x="41945" y="77188"/>
                      </a:cubicBezTo>
                      <a:cubicBezTo>
                        <a:pt x="38118" y="79183"/>
                        <a:pt x="34146" y="80171"/>
                        <a:pt x="29922" y="80171"/>
                      </a:cubicBezTo>
                      <a:close/>
                      <a:moveTo>
                        <a:pt x="25699" y="91978"/>
                      </a:moveTo>
                      <a:cubicBezTo>
                        <a:pt x="31163" y="91853"/>
                        <a:pt x="36248" y="90613"/>
                        <a:pt x="41083" y="88258"/>
                      </a:cubicBezTo>
                      <a:cubicBezTo>
                        <a:pt x="46043" y="85904"/>
                        <a:pt x="50518" y="82921"/>
                        <a:pt x="54741" y="79452"/>
                      </a:cubicBezTo>
                      <a:lnTo>
                        <a:pt x="55244" y="79452"/>
                      </a:lnTo>
                      <a:lnTo>
                        <a:pt x="56484" y="89876"/>
                      </a:lnTo>
                      <a:lnTo>
                        <a:pt x="68651" y="89876"/>
                      </a:lnTo>
                      <a:lnTo>
                        <a:pt x="68651" y="35997"/>
                      </a:lnTo>
                      <a:cubicBezTo>
                        <a:pt x="68651" y="24945"/>
                        <a:pt x="66297" y="16264"/>
                        <a:pt x="61445" y="9938"/>
                      </a:cubicBezTo>
                      <a:cubicBezTo>
                        <a:pt x="56610" y="3486"/>
                        <a:pt x="48900" y="126"/>
                        <a:pt x="38351" y="0"/>
                      </a:cubicBezTo>
                      <a:cubicBezTo>
                        <a:pt x="31145" y="126"/>
                        <a:pt x="24693" y="1366"/>
                        <a:pt x="18744" y="3720"/>
                      </a:cubicBezTo>
                      <a:cubicBezTo>
                        <a:pt x="12903" y="6200"/>
                        <a:pt x="7818" y="8680"/>
                        <a:pt x="3720" y="11412"/>
                      </a:cubicBezTo>
                      <a:lnTo>
                        <a:pt x="9561" y="21584"/>
                      </a:lnTo>
                      <a:cubicBezTo>
                        <a:pt x="13029" y="19104"/>
                        <a:pt x="17001" y="16983"/>
                        <a:pt x="21476" y="15132"/>
                      </a:cubicBezTo>
                      <a:cubicBezTo>
                        <a:pt x="25951" y="13263"/>
                        <a:pt x="30785" y="12275"/>
                        <a:pt x="35871" y="12275"/>
                      </a:cubicBezTo>
                      <a:cubicBezTo>
                        <a:pt x="42952" y="12400"/>
                        <a:pt x="47660" y="14755"/>
                        <a:pt x="50266" y="19104"/>
                      </a:cubicBezTo>
                      <a:cubicBezTo>
                        <a:pt x="52872" y="23327"/>
                        <a:pt x="54112" y="28413"/>
                        <a:pt x="53986" y="34380"/>
                      </a:cubicBezTo>
                      <a:cubicBezTo>
                        <a:pt x="35368" y="36374"/>
                        <a:pt x="21710" y="39969"/>
                        <a:pt x="13029" y="45180"/>
                      </a:cubicBezTo>
                      <a:cubicBezTo>
                        <a:pt x="4349" y="50392"/>
                        <a:pt x="0" y="57725"/>
                        <a:pt x="0" y="67160"/>
                      </a:cubicBezTo>
                      <a:cubicBezTo>
                        <a:pt x="251" y="75103"/>
                        <a:pt x="2606" y="81177"/>
                        <a:pt x="7332" y="85527"/>
                      </a:cubicBezTo>
                      <a:cubicBezTo>
                        <a:pt x="12059" y="89732"/>
                        <a:pt x="18259" y="91853"/>
                        <a:pt x="25699" y="91978"/>
                      </a:cubicBez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/>
                </a:p>
              </p:txBody>
            </p:sp>
            <p:sp>
              <p:nvSpPr>
                <p:cNvPr id="58" name="任意多边形: 形状 57">
                  <a:extLst>
                    <a:ext uri="{FF2B5EF4-FFF2-40B4-BE49-F238E27FC236}">
                      <a16:creationId xmlns:a16="http://schemas.microsoft.com/office/drawing/2014/main" id="{7D974A47-522C-A6D9-BAFC-5EF1625E71FD}"/>
                    </a:ext>
                  </a:extLst>
                </p:cNvPr>
                <p:cNvSpPr/>
                <p:nvPr/>
              </p:nvSpPr>
              <p:spPr>
                <a:xfrm>
                  <a:off x="10057249" y="962055"/>
                  <a:ext cx="70017" cy="89857"/>
                </a:xfrm>
                <a:custGeom>
                  <a:avLst/>
                  <a:gdLst>
                    <a:gd name="connsiteX0" fmla="*/ 0 w 70017"/>
                    <a:gd name="connsiteY0" fmla="*/ 89822 h 89857"/>
                    <a:gd name="connsiteX1" fmla="*/ 14647 w 70017"/>
                    <a:gd name="connsiteY1" fmla="*/ 89822 h 89857"/>
                    <a:gd name="connsiteX2" fmla="*/ 14647 w 70017"/>
                    <a:gd name="connsiteY2" fmla="*/ 26274 h 89857"/>
                    <a:gd name="connsiteX3" fmla="*/ 26562 w 70017"/>
                    <a:gd name="connsiteY3" fmla="*/ 16228 h 89857"/>
                    <a:gd name="connsiteX4" fmla="*/ 38729 w 70017"/>
                    <a:gd name="connsiteY4" fmla="*/ 12886 h 89857"/>
                    <a:gd name="connsiteX5" fmla="*/ 51399 w 70017"/>
                    <a:gd name="connsiteY5" fmla="*/ 18349 h 89857"/>
                    <a:gd name="connsiteX6" fmla="*/ 55370 w 70017"/>
                    <a:gd name="connsiteY6" fmla="*/ 36231 h 89857"/>
                    <a:gd name="connsiteX7" fmla="*/ 55370 w 70017"/>
                    <a:gd name="connsiteY7" fmla="*/ 89858 h 89857"/>
                    <a:gd name="connsiteX8" fmla="*/ 70017 w 70017"/>
                    <a:gd name="connsiteY8" fmla="*/ 89858 h 89857"/>
                    <a:gd name="connsiteX9" fmla="*/ 70017 w 70017"/>
                    <a:gd name="connsiteY9" fmla="*/ 34380 h 89857"/>
                    <a:gd name="connsiteX10" fmla="*/ 63439 w 70017"/>
                    <a:gd name="connsiteY10" fmla="*/ 8806 h 89857"/>
                    <a:gd name="connsiteX11" fmla="*/ 43203 w 70017"/>
                    <a:gd name="connsiteY11" fmla="*/ 0 h 89857"/>
                    <a:gd name="connsiteX12" fmla="*/ 27191 w 70017"/>
                    <a:gd name="connsiteY12" fmla="*/ 4349 h 89857"/>
                    <a:gd name="connsiteX13" fmla="*/ 13784 w 70017"/>
                    <a:gd name="connsiteY13" fmla="*/ 14773 h 89857"/>
                    <a:gd name="connsiteX14" fmla="*/ 13281 w 70017"/>
                    <a:gd name="connsiteY14" fmla="*/ 14773 h 89857"/>
                    <a:gd name="connsiteX15" fmla="*/ 12041 w 70017"/>
                    <a:gd name="connsiteY15" fmla="*/ 2229 h 89857"/>
                    <a:gd name="connsiteX16" fmla="*/ 0 w 70017"/>
                    <a:gd name="connsiteY16" fmla="*/ 2229 h 89857"/>
                    <a:gd name="connsiteX17" fmla="*/ 0 w 70017"/>
                    <a:gd name="connsiteY17" fmla="*/ 89822 h 89857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</a:cxnLst>
                  <a:rect l="l" t="t" r="r" b="b"/>
                  <a:pathLst>
                    <a:path w="70017" h="89857">
                      <a:moveTo>
                        <a:pt x="0" y="89822"/>
                      </a:moveTo>
                      <a:lnTo>
                        <a:pt x="14647" y="89822"/>
                      </a:lnTo>
                      <a:lnTo>
                        <a:pt x="14647" y="26274"/>
                      </a:lnTo>
                      <a:cubicBezTo>
                        <a:pt x="18996" y="21799"/>
                        <a:pt x="22967" y="18457"/>
                        <a:pt x="26562" y="16228"/>
                      </a:cubicBezTo>
                      <a:cubicBezTo>
                        <a:pt x="30282" y="14000"/>
                        <a:pt x="34254" y="12886"/>
                        <a:pt x="38729" y="12886"/>
                      </a:cubicBezTo>
                      <a:cubicBezTo>
                        <a:pt x="44444" y="12760"/>
                        <a:pt x="48667" y="14629"/>
                        <a:pt x="51399" y="18349"/>
                      </a:cubicBezTo>
                      <a:cubicBezTo>
                        <a:pt x="54004" y="22069"/>
                        <a:pt x="55370" y="28036"/>
                        <a:pt x="55370" y="36231"/>
                      </a:cubicBezTo>
                      <a:lnTo>
                        <a:pt x="55370" y="89858"/>
                      </a:lnTo>
                      <a:lnTo>
                        <a:pt x="70017" y="89858"/>
                      </a:lnTo>
                      <a:lnTo>
                        <a:pt x="70017" y="34380"/>
                      </a:lnTo>
                      <a:cubicBezTo>
                        <a:pt x="70017" y="23076"/>
                        <a:pt x="67914" y="14521"/>
                        <a:pt x="63439" y="8806"/>
                      </a:cubicBezTo>
                      <a:cubicBezTo>
                        <a:pt x="59090" y="2965"/>
                        <a:pt x="52387" y="0"/>
                        <a:pt x="43203" y="0"/>
                      </a:cubicBezTo>
                      <a:cubicBezTo>
                        <a:pt x="37237" y="126"/>
                        <a:pt x="31899" y="1492"/>
                        <a:pt x="27191" y="4349"/>
                      </a:cubicBezTo>
                      <a:cubicBezTo>
                        <a:pt x="22482" y="7081"/>
                        <a:pt x="18007" y="10549"/>
                        <a:pt x="13784" y="14773"/>
                      </a:cubicBezTo>
                      <a:lnTo>
                        <a:pt x="13281" y="14773"/>
                      </a:lnTo>
                      <a:lnTo>
                        <a:pt x="12041" y="2229"/>
                      </a:lnTo>
                      <a:lnTo>
                        <a:pt x="0" y="2229"/>
                      </a:lnTo>
                      <a:lnTo>
                        <a:pt x="0" y="89822"/>
                      </a:lnTo>
                      <a:close/>
                    </a:path>
                  </a:pathLst>
                </a:custGeom>
                <a:solidFill>
                  <a:srgbClr val="003399"/>
                </a:solidFill>
                <a:ln w="6350" cap="flat">
                  <a:solidFill>
                    <a:srgbClr val="0033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dirty="0"/>
                </a:p>
              </p:txBody>
            </p:sp>
          </p:grpSp>
          <p:grpSp>
            <p:nvGrpSpPr>
              <p:cNvPr id="45" name="组合 44">
                <a:extLst>
                  <a:ext uri="{FF2B5EF4-FFF2-40B4-BE49-F238E27FC236}">
                    <a16:creationId xmlns:a16="http://schemas.microsoft.com/office/drawing/2014/main" id="{7B13995B-738E-ACBD-B6BE-0426C80CF74F}"/>
                  </a:ext>
                </a:extLst>
              </p:cNvPr>
              <p:cNvGrpSpPr/>
              <p:nvPr userDrawn="1"/>
            </p:nvGrpSpPr>
            <p:grpSpPr>
              <a:xfrm>
                <a:off x="3550756" y="3868116"/>
                <a:ext cx="359700" cy="92032"/>
                <a:chOff x="10146307" y="961965"/>
                <a:chExt cx="359700" cy="92032"/>
              </a:xfrm>
            </p:grpSpPr>
            <p:sp>
              <p:nvSpPr>
                <p:cNvPr id="47" name="任意多边形: 形状 46">
                  <a:extLst>
                    <a:ext uri="{FF2B5EF4-FFF2-40B4-BE49-F238E27FC236}">
                      <a16:creationId xmlns:a16="http://schemas.microsoft.com/office/drawing/2014/main" id="{7A556163-D721-AE68-9072-3045DC967237}"/>
                    </a:ext>
                  </a:extLst>
                </p:cNvPr>
                <p:cNvSpPr/>
                <p:nvPr/>
              </p:nvSpPr>
              <p:spPr>
                <a:xfrm>
                  <a:off x="10146307" y="1031389"/>
                  <a:ext cx="21224" cy="22608"/>
                </a:xfrm>
                <a:custGeom>
                  <a:avLst/>
                  <a:gdLst>
                    <a:gd name="connsiteX0" fmla="*/ 10675 w 21224"/>
                    <a:gd name="connsiteY0" fmla="*/ 22608 h 22608"/>
                    <a:gd name="connsiteX1" fmla="*/ 18115 w 21224"/>
                    <a:gd name="connsiteY1" fmla="*/ 19499 h 22608"/>
                    <a:gd name="connsiteX2" fmla="*/ 21224 w 21224"/>
                    <a:gd name="connsiteY2" fmla="*/ 11430 h 22608"/>
                    <a:gd name="connsiteX3" fmla="*/ 18115 w 21224"/>
                    <a:gd name="connsiteY3" fmla="*/ 3235 h 22608"/>
                    <a:gd name="connsiteX4" fmla="*/ 10675 w 21224"/>
                    <a:gd name="connsiteY4" fmla="*/ 0 h 22608"/>
                    <a:gd name="connsiteX5" fmla="*/ 3109 w 21224"/>
                    <a:gd name="connsiteY5" fmla="*/ 3235 h 22608"/>
                    <a:gd name="connsiteX6" fmla="*/ 0 w 21224"/>
                    <a:gd name="connsiteY6" fmla="*/ 11430 h 22608"/>
                    <a:gd name="connsiteX7" fmla="*/ 3109 w 21224"/>
                    <a:gd name="connsiteY7" fmla="*/ 19499 h 22608"/>
                    <a:gd name="connsiteX8" fmla="*/ 10675 w 21224"/>
                    <a:gd name="connsiteY8" fmla="*/ 22608 h 22608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</a:cxnLst>
                  <a:rect l="l" t="t" r="r" b="b"/>
                  <a:pathLst>
                    <a:path w="21224" h="22608">
                      <a:moveTo>
                        <a:pt x="10675" y="22608"/>
                      </a:moveTo>
                      <a:cubicBezTo>
                        <a:pt x="13659" y="22482"/>
                        <a:pt x="16139" y="21494"/>
                        <a:pt x="18115" y="19499"/>
                      </a:cubicBezTo>
                      <a:cubicBezTo>
                        <a:pt x="20110" y="17504"/>
                        <a:pt x="21224" y="14791"/>
                        <a:pt x="21224" y="11430"/>
                      </a:cubicBezTo>
                      <a:cubicBezTo>
                        <a:pt x="21224" y="8069"/>
                        <a:pt x="20110" y="5356"/>
                        <a:pt x="18115" y="3235"/>
                      </a:cubicBezTo>
                      <a:cubicBezTo>
                        <a:pt x="16139" y="1132"/>
                        <a:pt x="13641" y="0"/>
                        <a:pt x="10675" y="0"/>
                      </a:cubicBezTo>
                      <a:cubicBezTo>
                        <a:pt x="7710" y="0"/>
                        <a:pt x="5212" y="1114"/>
                        <a:pt x="3109" y="3235"/>
                      </a:cubicBezTo>
                      <a:cubicBezTo>
                        <a:pt x="1114" y="5338"/>
                        <a:pt x="126" y="8069"/>
                        <a:pt x="0" y="11430"/>
                      </a:cubicBezTo>
                      <a:cubicBezTo>
                        <a:pt x="126" y="14773"/>
                        <a:pt x="1114" y="17504"/>
                        <a:pt x="3109" y="19499"/>
                      </a:cubicBezTo>
                      <a:cubicBezTo>
                        <a:pt x="5212" y="21476"/>
                        <a:pt x="7692" y="22482"/>
                        <a:pt x="10675" y="22608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8" name="任意多边形: 形状 47">
                  <a:extLst>
                    <a:ext uri="{FF2B5EF4-FFF2-40B4-BE49-F238E27FC236}">
                      <a16:creationId xmlns:a16="http://schemas.microsoft.com/office/drawing/2014/main" id="{B5F5FDC2-9A70-F050-F49A-B60AFBAC9CD1}"/>
                    </a:ext>
                  </a:extLst>
                </p:cNvPr>
                <p:cNvSpPr/>
                <p:nvPr/>
              </p:nvSpPr>
              <p:spPr>
                <a:xfrm>
                  <a:off x="10192350" y="961965"/>
                  <a:ext cx="69388" cy="92032"/>
                </a:xfrm>
                <a:custGeom>
                  <a:avLst/>
                  <a:gdLst>
                    <a:gd name="connsiteX0" fmla="*/ 41209 w 69388"/>
                    <a:gd name="connsiteY0" fmla="*/ 92032 h 92032"/>
                    <a:gd name="connsiteX1" fmla="*/ 56359 w 69388"/>
                    <a:gd name="connsiteY1" fmla="*/ 89049 h 92032"/>
                    <a:gd name="connsiteX2" fmla="*/ 69388 w 69388"/>
                    <a:gd name="connsiteY2" fmla="*/ 80854 h 92032"/>
                    <a:gd name="connsiteX3" fmla="*/ 63188 w 69388"/>
                    <a:gd name="connsiteY3" fmla="*/ 71042 h 92032"/>
                    <a:gd name="connsiteX4" fmla="*/ 53753 w 69388"/>
                    <a:gd name="connsiteY4" fmla="*/ 77242 h 92032"/>
                    <a:gd name="connsiteX5" fmla="*/ 42449 w 69388"/>
                    <a:gd name="connsiteY5" fmla="*/ 79722 h 92032"/>
                    <a:gd name="connsiteX6" fmla="*/ 22842 w 69388"/>
                    <a:gd name="connsiteY6" fmla="*/ 70538 h 92032"/>
                    <a:gd name="connsiteX7" fmla="*/ 15402 w 69388"/>
                    <a:gd name="connsiteY7" fmla="*/ 46205 h 92032"/>
                    <a:gd name="connsiteX8" fmla="*/ 23094 w 69388"/>
                    <a:gd name="connsiteY8" fmla="*/ 21620 h 92032"/>
                    <a:gd name="connsiteX9" fmla="*/ 42826 w 69388"/>
                    <a:gd name="connsiteY9" fmla="*/ 12311 h 92032"/>
                    <a:gd name="connsiteX10" fmla="*/ 52261 w 69388"/>
                    <a:gd name="connsiteY10" fmla="*/ 14413 h 92032"/>
                    <a:gd name="connsiteX11" fmla="*/ 60331 w 69388"/>
                    <a:gd name="connsiteY11" fmla="*/ 20128 h 92032"/>
                    <a:gd name="connsiteX12" fmla="*/ 68022 w 69388"/>
                    <a:gd name="connsiteY12" fmla="*/ 10316 h 92032"/>
                    <a:gd name="connsiteX13" fmla="*/ 57096 w 69388"/>
                    <a:gd name="connsiteY13" fmla="*/ 3109 h 92032"/>
                    <a:gd name="connsiteX14" fmla="*/ 42323 w 69388"/>
                    <a:gd name="connsiteY14" fmla="*/ 0 h 92032"/>
                    <a:gd name="connsiteX15" fmla="*/ 21350 w 69388"/>
                    <a:gd name="connsiteY15" fmla="*/ 5463 h 92032"/>
                    <a:gd name="connsiteX16" fmla="*/ 5967 w 69388"/>
                    <a:gd name="connsiteY16" fmla="*/ 21224 h 92032"/>
                    <a:gd name="connsiteX17" fmla="*/ 0 w 69388"/>
                    <a:gd name="connsiteY17" fmla="*/ 46169 h 92032"/>
                    <a:gd name="connsiteX18" fmla="*/ 11915 w 69388"/>
                    <a:gd name="connsiteY18" fmla="*/ 79937 h 92032"/>
                    <a:gd name="connsiteX19" fmla="*/ 41209 w 69388"/>
                    <a:gd name="connsiteY19" fmla="*/ 92032 h 920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</a:cxnLst>
                  <a:rect l="l" t="t" r="r" b="b"/>
                  <a:pathLst>
                    <a:path w="69388" h="92032">
                      <a:moveTo>
                        <a:pt x="41209" y="92032"/>
                      </a:moveTo>
                      <a:cubicBezTo>
                        <a:pt x="46421" y="92032"/>
                        <a:pt x="51506" y="91044"/>
                        <a:pt x="56359" y="89049"/>
                      </a:cubicBezTo>
                      <a:cubicBezTo>
                        <a:pt x="61193" y="87180"/>
                        <a:pt x="65542" y="84448"/>
                        <a:pt x="69388" y="80854"/>
                      </a:cubicBezTo>
                      <a:lnTo>
                        <a:pt x="63188" y="71042"/>
                      </a:lnTo>
                      <a:cubicBezTo>
                        <a:pt x="60331" y="73647"/>
                        <a:pt x="57222" y="75642"/>
                        <a:pt x="53753" y="77242"/>
                      </a:cubicBezTo>
                      <a:cubicBezTo>
                        <a:pt x="50285" y="78859"/>
                        <a:pt x="46546" y="79722"/>
                        <a:pt x="42449" y="79722"/>
                      </a:cubicBezTo>
                      <a:cubicBezTo>
                        <a:pt x="34254" y="79596"/>
                        <a:pt x="27676" y="76487"/>
                        <a:pt x="22842" y="70538"/>
                      </a:cubicBezTo>
                      <a:cubicBezTo>
                        <a:pt x="18008" y="64464"/>
                        <a:pt x="15527" y="56395"/>
                        <a:pt x="15402" y="46205"/>
                      </a:cubicBezTo>
                      <a:cubicBezTo>
                        <a:pt x="15527" y="35907"/>
                        <a:pt x="18133" y="27712"/>
                        <a:pt x="23094" y="21620"/>
                      </a:cubicBezTo>
                      <a:cubicBezTo>
                        <a:pt x="28179" y="15545"/>
                        <a:pt x="34757" y="12436"/>
                        <a:pt x="42826" y="12311"/>
                      </a:cubicBezTo>
                      <a:cubicBezTo>
                        <a:pt x="46295" y="12311"/>
                        <a:pt x="49530" y="13047"/>
                        <a:pt x="52261" y="14413"/>
                      </a:cubicBezTo>
                      <a:cubicBezTo>
                        <a:pt x="55119" y="15905"/>
                        <a:pt x="57850" y="17756"/>
                        <a:pt x="60331" y="20128"/>
                      </a:cubicBezTo>
                      <a:lnTo>
                        <a:pt x="68022" y="10316"/>
                      </a:lnTo>
                      <a:cubicBezTo>
                        <a:pt x="64787" y="7458"/>
                        <a:pt x="61193" y="5104"/>
                        <a:pt x="57096" y="3109"/>
                      </a:cubicBezTo>
                      <a:cubicBezTo>
                        <a:pt x="52872" y="1114"/>
                        <a:pt x="48038" y="126"/>
                        <a:pt x="42323" y="0"/>
                      </a:cubicBezTo>
                      <a:cubicBezTo>
                        <a:pt x="34757" y="0"/>
                        <a:pt x="27802" y="1869"/>
                        <a:pt x="21350" y="5463"/>
                      </a:cubicBezTo>
                      <a:cubicBezTo>
                        <a:pt x="15024" y="9058"/>
                        <a:pt x="9938" y="14269"/>
                        <a:pt x="5967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252" y="60690"/>
                        <a:pt x="4223" y="71994"/>
                        <a:pt x="11915" y="79937"/>
                      </a:cubicBezTo>
                      <a:cubicBezTo>
                        <a:pt x="19499" y="87935"/>
                        <a:pt x="29294" y="91906"/>
                        <a:pt x="41209" y="92032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49" name="任意多边形: 形状 48">
                  <a:extLst>
                    <a:ext uri="{FF2B5EF4-FFF2-40B4-BE49-F238E27FC236}">
                      <a16:creationId xmlns:a16="http://schemas.microsoft.com/office/drawing/2014/main" id="{AA099248-1CF1-EB60-4EDC-F13AF85B4E29}"/>
                    </a:ext>
                  </a:extLst>
                </p:cNvPr>
                <p:cNvSpPr/>
                <p:nvPr/>
              </p:nvSpPr>
              <p:spPr>
                <a:xfrm>
                  <a:off x="10279225" y="962037"/>
                  <a:ext cx="81321" cy="91960"/>
                </a:xfrm>
                <a:custGeom>
                  <a:avLst/>
                  <a:gdLst>
                    <a:gd name="connsiteX0" fmla="*/ 40723 w 81321"/>
                    <a:gd name="connsiteY0" fmla="*/ 79668 h 91960"/>
                    <a:gd name="connsiteX1" fmla="*/ 22356 w 81321"/>
                    <a:gd name="connsiteY1" fmla="*/ 70484 h 91960"/>
                    <a:gd name="connsiteX2" fmla="*/ 15402 w 81321"/>
                    <a:gd name="connsiteY2" fmla="*/ 46151 h 91960"/>
                    <a:gd name="connsiteX3" fmla="*/ 22356 w 81321"/>
                    <a:gd name="connsiteY3" fmla="*/ 21566 h 91960"/>
                    <a:gd name="connsiteX4" fmla="*/ 40723 w 81321"/>
                    <a:gd name="connsiteY4" fmla="*/ 12257 h 91960"/>
                    <a:gd name="connsiteX5" fmla="*/ 59090 w 81321"/>
                    <a:gd name="connsiteY5" fmla="*/ 21566 h 91960"/>
                    <a:gd name="connsiteX6" fmla="*/ 66171 w 81321"/>
                    <a:gd name="connsiteY6" fmla="*/ 46151 h 91960"/>
                    <a:gd name="connsiteX7" fmla="*/ 59090 w 81321"/>
                    <a:gd name="connsiteY7" fmla="*/ 70484 h 91960"/>
                    <a:gd name="connsiteX8" fmla="*/ 40723 w 81321"/>
                    <a:gd name="connsiteY8" fmla="*/ 79668 h 91960"/>
                    <a:gd name="connsiteX9" fmla="*/ 40723 w 81321"/>
                    <a:gd name="connsiteY9" fmla="*/ 91960 h 91960"/>
                    <a:gd name="connsiteX10" fmla="*/ 60834 w 81321"/>
                    <a:gd name="connsiteY10" fmla="*/ 86497 h 91960"/>
                    <a:gd name="connsiteX11" fmla="*/ 75606 w 81321"/>
                    <a:gd name="connsiteY11" fmla="*/ 70862 h 91960"/>
                    <a:gd name="connsiteX12" fmla="*/ 81321 w 81321"/>
                    <a:gd name="connsiteY12" fmla="*/ 46169 h 91960"/>
                    <a:gd name="connsiteX13" fmla="*/ 75606 w 81321"/>
                    <a:gd name="connsiteY13" fmla="*/ 21224 h 91960"/>
                    <a:gd name="connsiteX14" fmla="*/ 60834 w 81321"/>
                    <a:gd name="connsiteY14" fmla="*/ 5463 h 91960"/>
                    <a:gd name="connsiteX15" fmla="*/ 40723 w 81321"/>
                    <a:gd name="connsiteY15" fmla="*/ 0 h 91960"/>
                    <a:gd name="connsiteX16" fmla="*/ 20613 w 81321"/>
                    <a:gd name="connsiteY16" fmla="*/ 5463 h 91960"/>
                    <a:gd name="connsiteX17" fmla="*/ 5841 w 81321"/>
                    <a:gd name="connsiteY17" fmla="*/ 21224 h 91960"/>
                    <a:gd name="connsiteX18" fmla="*/ 0 w 81321"/>
                    <a:gd name="connsiteY18" fmla="*/ 46169 h 91960"/>
                    <a:gd name="connsiteX19" fmla="*/ 5841 w 81321"/>
                    <a:gd name="connsiteY19" fmla="*/ 70862 h 91960"/>
                    <a:gd name="connsiteX20" fmla="*/ 20613 w 81321"/>
                    <a:gd name="connsiteY20" fmla="*/ 86497 h 91960"/>
                    <a:gd name="connsiteX21" fmla="*/ 40723 w 81321"/>
                    <a:gd name="connsiteY21" fmla="*/ 91960 h 9196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</a:cxnLst>
                  <a:rect l="l" t="t" r="r" b="b"/>
                  <a:pathLst>
                    <a:path w="81321" h="91960">
                      <a:moveTo>
                        <a:pt x="40723" y="79668"/>
                      </a:moveTo>
                      <a:cubicBezTo>
                        <a:pt x="33032" y="79542"/>
                        <a:pt x="26939" y="76433"/>
                        <a:pt x="22356" y="70484"/>
                      </a:cubicBezTo>
                      <a:cubicBezTo>
                        <a:pt x="17756" y="64410"/>
                        <a:pt x="15527" y="56341"/>
                        <a:pt x="15402" y="46151"/>
                      </a:cubicBezTo>
                      <a:cubicBezTo>
                        <a:pt x="15527" y="35853"/>
                        <a:pt x="17756" y="27658"/>
                        <a:pt x="22356" y="21566"/>
                      </a:cubicBezTo>
                      <a:cubicBezTo>
                        <a:pt x="26957" y="15491"/>
                        <a:pt x="33032" y="12382"/>
                        <a:pt x="40723" y="12257"/>
                      </a:cubicBezTo>
                      <a:cubicBezTo>
                        <a:pt x="48415" y="12382"/>
                        <a:pt x="54508" y="15491"/>
                        <a:pt x="59090" y="21566"/>
                      </a:cubicBezTo>
                      <a:cubicBezTo>
                        <a:pt x="63673" y="27640"/>
                        <a:pt x="66045" y="35835"/>
                        <a:pt x="66171" y="46151"/>
                      </a:cubicBezTo>
                      <a:cubicBezTo>
                        <a:pt x="66045" y="56323"/>
                        <a:pt x="63691" y="64392"/>
                        <a:pt x="59090" y="70484"/>
                      </a:cubicBezTo>
                      <a:cubicBezTo>
                        <a:pt x="54508" y="76433"/>
                        <a:pt x="48433" y="79542"/>
                        <a:pt x="40723" y="79668"/>
                      </a:cubicBezTo>
                      <a:close/>
                      <a:moveTo>
                        <a:pt x="40723" y="91960"/>
                      </a:moveTo>
                      <a:cubicBezTo>
                        <a:pt x="47930" y="91960"/>
                        <a:pt x="54633" y="90091"/>
                        <a:pt x="60834" y="86497"/>
                      </a:cubicBezTo>
                      <a:cubicBezTo>
                        <a:pt x="66908" y="82903"/>
                        <a:pt x="71886" y="77691"/>
                        <a:pt x="75606" y="70862"/>
                      </a:cubicBezTo>
                      <a:cubicBezTo>
                        <a:pt x="79326" y="64158"/>
                        <a:pt x="81321" y="55838"/>
                        <a:pt x="81321" y="46169"/>
                      </a:cubicBezTo>
                      <a:cubicBezTo>
                        <a:pt x="81321" y="36356"/>
                        <a:pt x="79326" y="28054"/>
                        <a:pt x="75606" y="21224"/>
                      </a:cubicBezTo>
                      <a:cubicBezTo>
                        <a:pt x="71886" y="14269"/>
                        <a:pt x="66926" y="9058"/>
                        <a:pt x="60834" y="5463"/>
                      </a:cubicBezTo>
                      <a:cubicBezTo>
                        <a:pt x="54633" y="1869"/>
                        <a:pt x="47930" y="0"/>
                        <a:pt x="40723" y="0"/>
                      </a:cubicBezTo>
                      <a:cubicBezTo>
                        <a:pt x="33391" y="0"/>
                        <a:pt x="26706" y="1869"/>
                        <a:pt x="20613" y="5463"/>
                      </a:cubicBezTo>
                      <a:cubicBezTo>
                        <a:pt x="14539" y="9058"/>
                        <a:pt x="9561" y="14269"/>
                        <a:pt x="5841" y="21224"/>
                      </a:cubicBezTo>
                      <a:cubicBezTo>
                        <a:pt x="2121" y="28054"/>
                        <a:pt x="126" y="36374"/>
                        <a:pt x="0" y="46169"/>
                      </a:cubicBezTo>
                      <a:cubicBezTo>
                        <a:pt x="126" y="55856"/>
                        <a:pt x="2103" y="64158"/>
                        <a:pt x="5841" y="70862"/>
                      </a:cubicBezTo>
                      <a:cubicBezTo>
                        <a:pt x="9561" y="77691"/>
                        <a:pt x="14521" y="82903"/>
                        <a:pt x="20613" y="86497"/>
                      </a:cubicBezTo>
                      <a:cubicBezTo>
                        <a:pt x="26706" y="90091"/>
                        <a:pt x="33409" y="91960"/>
                        <a:pt x="40723" y="91960"/>
                      </a:cubicBez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  <p:sp>
              <p:nvSpPr>
                <p:cNvPr id="50" name="任意多边形: 形状 49">
                  <a:extLst>
                    <a:ext uri="{FF2B5EF4-FFF2-40B4-BE49-F238E27FC236}">
                      <a16:creationId xmlns:a16="http://schemas.microsoft.com/office/drawing/2014/main" id="{59050F47-0621-336E-4DD3-B8DC1273BC6F}"/>
                    </a:ext>
                  </a:extLst>
                </p:cNvPr>
                <p:cNvSpPr/>
                <p:nvPr/>
              </p:nvSpPr>
              <p:spPr>
                <a:xfrm>
                  <a:off x="10385203" y="962019"/>
                  <a:ext cx="120804" cy="89875"/>
                </a:xfrm>
                <a:custGeom>
                  <a:avLst/>
                  <a:gdLst>
                    <a:gd name="connsiteX0" fmla="*/ 36 w 120804"/>
                    <a:gd name="connsiteY0" fmla="*/ 89858 h 89875"/>
                    <a:gd name="connsiteX1" fmla="*/ 14683 w 120804"/>
                    <a:gd name="connsiteY1" fmla="*/ 89858 h 89875"/>
                    <a:gd name="connsiteX2" fmla="*/ 14683 w 120804"/>
                    <a:gd name="connsiteY2" fmla="*/ 26310 h 89875"/>
                    <a:gd name="connsiteX3" fmla="*/ 26220 w 120804"/>
                    <a:gd name="connsiteY3" fmla="*/ 16138 h 89875"/>
                    <a:gd name="connsiteX4" fmla="*/ 36770 w 120804"/>
                    <a:gd name="connsiteY4" fmla="*/ 12904 h 89875"/>
                    <a:gd name="connsiteX5" fmla="*/ 49062 w 120804"/>
                    <a:gd name="connsiteY5" fmla="*/ 18367 h 89875"/>
                    <a:gd name="connsiteX6" fmla="*/ 53034 w 120804"/>
                    <a:gd name="connsiteY6" fmla="*/ 36249 h 89875"/>
                    <a:gd name="connsiteX7" fmla="*/ 53034 w 120804"/>
                    <a:gd name="connsiteY7" fmla="*/ 89876 h 89875"/>
                    <a:gd name="connsiteX8" fmla="*/ 67807 w 120804"/>
                    <a:gd name="connsiteY8" fmla="*/ 89876 h 89875"/>
                    <a:gd name="connsiteX9" fmla="*/ 67807 w 120804"/>
                    <a:gd name="connsiteY9" fmla="*/ 26310 h 89875"/>
                    <a:gd name="connsiteX10" fmla="*/ 79344 w 120804"/>
                    <a:gd name="connsiteY10" fmla="*/ 16138 h 89875"/>
                    <a:gd name="connsiteX11" fmla="*/ 89894 w 120804"/>
                    <a:gd name="connsiteY11" fmla="*/ 12904 h 89875"/>
                    <a:gd name="connsiteX12" fmla="*/ 102186 w 120804"/>
                    <a:gd name="connsiteY12" fmla="*/ 18367 h 89875"/>
                    <a:gd name="connsiteX13" fmla="*/ 106158 w 120804"/>
                    <a:gd name="connsiteY13" fmla="*/ 36249 h 89875"/>
                    <a:gd name="connsiteX14" fmla="*/ 106158 w 120804"/>
                    <a:gd name="connsiteY14" fmla="*/ 89876 h 89875"/>
                    <a:gd name="connsiteX15" fmla="*/ 120805 w 120804"/>
                    <a:gd name="connsiteY15" fmla="*/ 89876 h 89875"/>
                    <a:gd name="connsiteX16" fmla="*/ 120805 w 120804"/>
                    <a:gd name="connsiteY16" fmla="*/ 34398 h 89875"/>
                    <a:gd name="connsiteX17" fmla="*/ 114353 w 120804"/>
                    <a:gd name="connsiteY17" fmla="*/ 8824 h 89875"/>
                    <a:gd name="connsiteX18" fmla="*/ 94243 w 120804"/>
                    <a:gd name="connsiteY18" fmla="*/ 18 h 89875"/>
                    <a:gd name="connsiteX19" fmla="*/ 79218 w 120804"/>
                    <a:gd name="connsiteY19" fmla="*/ 4727 h 89875"/>
                    <a:gd name="connsiteX20" fmla="*/ 65308 w 120804"/>
                    <a:gd name="connsiteY20" fmla="*/ 16767 h 89875"/>
                    <a:gd name="connsiteX21" fmla="*/ 56862 w 120804"/>
                    <a:gd name="connsiteY21" fmla="*/ 4475 h 89875"/>
                    <a:gd name="connsiteX22" fmla="*/ 41101 w 120804"/>
                    <a:gd name="connsiteY22" fmla="*/ 0 h 89875"/>
                    <a:gd name="connsiteX23" fmla="*/ 26328 w 120804"/>
                    <a:gd name="connsiteY23" fmla="*/ 4349 h 89875"/>
                    <a:gd name="connsiteX24" fmla="*/ 13784 w 120804"/>
                    <a:gd name="connsiteY24" fmla="*/ 15024 h 89875"/>
                    <a:gd name="connsiteX25" fmla="*/ 13281 w 120804"/>
                    <a:gd name="connsiteY25" fmla="*/ 15024 h 89875"/>
                    <a:gd name="connsiteX26" fmla="*/ 12041 w 120804"/>
                    <a:gd name="connsiteY26" fmla="*/ 2246 h 89875"/>
                    <a:gd name="connsiteX27" fmla="*/ 0 w 120804"/>
                    <a:gd name="connsiteY27" fmla="*/ 2246 h 89875"/>
                    <a:gd name="connsiteX28" fmla="*/ 0 w 120804"/>
                    <a:gd name="connsiteY28" fmla="*/ 89858 h 8987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  <a:cxn ang="0">
                      <a:pos x="connsiteX12" y="connsiteY12"/>
                    </a:cxn>
                    <a:cxn ang="0">
                      <a:pos x="connsiteX13" y="connsiteY13"/>
                    </a:cxn>
                    <a:cxn ang="0">
                      <a:pos x="connsiteX14" y="connsiteY14"/>
                    </a:cxn>
                    <a:cxn ang="0">
                      <a:pos x="connsiteX15" y="connsiteY15"/>
                    </a:cxn>
                    <a:cxn ang="0">
                      <a:pos x="connsiteX16" y="connsiteY16"/>
                    </a:cxn>
                    <a:cxn ang="0">
                      <a:pos x="connsiteX17" y="connsiteY17"/>
                    </a:cxn>
                    <a:cxn ang="0">
                      <a:pos x="connsiteX18" y="connsiteY18"/>
                    </a:cxn>
                    <a:cxn ang="0">
                      <a:pos x="connsiteX19" y="connsiteY19"/>
                    </a:cxn>
                    <a:cxn ang="0">
                      <a:pos x="connsiteX20" y="connsiteY20"/>
                    </a:cxn>
                    <a:cxn ang="0">
                      <a:pos x="connsiteX21" y="connsiteY21"/>
                    </a:cxn>
                    <a:cxn ang="0">
                      <a:pos x="connsiteX22" y="connsiteY22"/>
                    </a:cxn>
                    <a:cxn ang="0">
                      <a:pos x="connsiteX23" y="connsiteY23"/>
                    </a:cxn>
                    <a:cxn ang="0">
                      <a:pos x="connsiteX24" y="connsiteY24"/>
                    </a:cxn>
                    <a:cxn ang="0">
                      <a:pos x="connsiteX25" y="connsiteY25"/>
                    </a:cxn>
                    <a:cxn ang="0">
                      <a:pos x="connsiteX26" y="connsiteY26"/>
                    </a:cxn>
                    <a:cxn ang="0">
                      <a:pos x="connsiteX27" y="connsiteY27"/>
                    </a:cxn>
                    <a:cxn ang="0">
                      <a:pos x="connsiteX28" y="connsiteY28"/>
                    </a:cxn>
                  </a:cxnLst>
                  <a:rect l="l" t="t" r="r" b="b"/>
                  <a:pathLst>
                    <a:path w="120804" h="89875">
                      <a:moveTo>
                        <a:pt x="36" y="89858"/>
                      </a:moveTo>
                      <a:lnTo>
                        <a:pt x="14683" y="89858"/>
                      </a:lnTo>
                      <a:lnTo>
                        <a:pt x="14683" y="26310"/>
                      </a:lnTo>
                      <a:cubicBezTo>
                        <a:pt x="18654" y="21710"/>
                        <a:pt x="22626" y="18367"/>
                        <a:pt x="26220" y="16138"/>
                      </a:cubicBezTo>
                      <a:cubicBezTo>
                        <a:pt x="29941" y="14036"/>
                        <a:pt x="33427" y="12904"/>
                        <a:pt x="36770" y="12904"/>
                      </a:cubicBezTo>
                      <a:cubicBezTo>
                        <a:pt x="42359" y="12778"/>
                        <a:pt x="46456" y="14647"/>
                        <a:pt x="49062" y="18367"/>
                      </a:cubicBezTo>
                      <a:cubicBezTo>
                        <a:pt x="51794" y="22087"/>
                        <a:pt x="53160" y="28054"/>
                        <a:pt x="53034" y="36249"/>
                      </a:cubicBezTo>
                      <a:lnTo>
                        <a:pt x="53034" y="89876"/>
                      </a:lnTo>
                      <a:lnTo>
                        <a:pt x="67807" y="89876"/>
                      </a:lnTo>
                      <a:lnTo>
                        <a:pt x="67807" y="26310"/>
                      </a:lnTo>
                      <a:cubicBezTo>
                        <a:pt x="71904" y="21710"/>
                        <a:pt x="75750" y="18367"/>
                        <a:pt x="79344" y="16138"/>
                      </a:cubicBezTo>
                      <a:cubicBezTo>
                        <a:pt x="82939" y="14036"/>
                        <a:pt x="86551" y="12904"/>
                        <a:pt x="89894" y="12904"/>
                      </a:cubicBezTo>
                      <a:cubicBezTo>
                        <a:pt x="95357" y="12778"/>
                        <a:pt x="99580" y="14647"/>
                        <a:pt x="102186" y="18367"/>
                      </a:cubicBezTo>
                      <a:cubicBezTo>
                        <a:pt x="104918" y="22087"/>
                        <a:pt x="106158" y="28054"/>
                        <a:pt x="106158" y="36249"/>
                      </a:cubicBezTo>
                      <a:lnTo>
                        <a:pt x="106158" y="89876"/>
                      </a:lnTo>
                      <a:lnTo>
                        <a:pt x="120805" y="89876"/>
                      </a:lnTo>
                      <a:lnTo>
                        <a:pt x="120805" y="34398"/>
                      </a:lnTo>
                      <a:cubicBezTo>
                        <a:pt x="120805" y="23093"/>
                        <a:pt x="118702" y="14539"/>
                        <a:pt x="114353" y="8824"/>
                      </a:cubicBezTo>
                      <a:cubicBezTo>
                        <a:pt x="109878" y="2983"/>
                        <a:pt x="103175" y="18"/>
                        <a:pt x="94243" y="18"/>
                      </a:cubicBezTo>
                      <a:cubicBezTo>
                        <a:pt x="88905" y="144"/>
                        <a:pt x="83945" y="1635"/>
                        <a:pt x="79218" y="4727"/>
                      </a:cubicBezTo>
                      <a:cubicBezTo>
                        <a:pt x="74384" y="7710"/>
                        <a:pt x="69783" y="11807"/>
                        <a:pt x="65308" y="16767"/>
                      </a:cubicBezTo>
                      <a:cubicBezTo>
                        <a:pt x="63565" y="11556"/>
                        <a:pt x="60834" y="7458"/>
                        <a:pt x="56862" y="4475"/>
                      </a:cubicBezTo>
                      <a:cubicBezTo>
                        <a:pt x="53016" y="1617"/>
                        <a:pt x="47804" y="0"/>
                        <a:pt x="41101" y="0"/>
                      </a:cubicBezTo>
                      <a:cubicBezTo>
                        <a:pt x="35889" y="126"/>
                        <a:pt x="30929" y="1492"/>
                        <a:pt x="26328" y="4349"/>
                      </a:cubicBezTo>
                      <a:cubicBezTo>
                        <a:pt x="21853" y="7207"/>
                        <a:pt x="17648" y="10675"/>
                        <a:pt x="13784" y="15024"/>
                      </a:cubicBezTo>
                      <a:lnTo>
                        <a:pt x="13281" y="15024"/>
                      </a:lnTo>
                      <a:lnTo>
                        <a:pt x="12041" y="2246"/>
                      </a:lnTo>
                      <a:lnTo>
                        <a:pt x="0" y="2246"/>
                      </a:lnTo>
                      <a:lnTo>
                        <a:pt x="0" y="89858"/>
                      </a:lnTo>
                      <a:close/>
                    </a:path>
                  </a:pathLst>
                </a:custGeom>
                <a:solidFill>
                  <a:srgbClr val="999999"/>
                </a:solidFill>
                <a:ln w="6350" cap="flat">
                  <a:solidFill>
                    <a:srgbClr val="999999"/>
                  </a:solidFill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zh-CN" altLang="en-US" b="1"/>
                </a:p>
              </p:txBody>
            </p:sp>
          </p:grpSp>
          <p:sp>
            <p:nvSpPr>
              <p:cNvPr id="46" name="任意多边形: 形状 45">
                <a:extLst>
                  <a:ext uri="{FF2B5EF4-FFF2-40B4-BE49-F238E27FC236}">
                    <a16:creationId xmlns:a16="http://schemas.microsoft.com/office/drawing/2014/main" id="{C87770F5-089B-B30F-292E-607E8D099FEB}"/>
                  </a:ext>
                </a:extLst>
              </p:cNvPr>
              <p:cNvSpPr/>
              <p:nvPr userDrawn="1"/>
            </p:nvSpPr>
            <p:spPr>
              <a:xfrm>
                <a:off x="1086173" y="3300162"/>
                <a:ext cx="781977" cy="781959"/>
              </a:xfrm>
              <a:custGeom>
                <a:avLst/>
                <a:gdLst>
                  <a:gd name="connsiteX0" fmla="*/ 0 w 781977"/>
                  <a:gd name="connsiteY0" fmla="*/ 390989 h 781959"/>
                  <a:gd name="connsiteX1" fmla="*/ 34757 w 781977"/>
                  <a:gd name="connsiteY1" fmla="*/ 552355 h 781959"/>
                  <a:gd name="connsiteX2" fmla="*/ 114820 w 781977"/>
                  <a:gd name="connsiteY2" fmla="*/ 552355 h 781959"/>
                  <a:gd name="connsiteX3" fmla="*/ 266877 w 781977"/>
                  <a:gd name="connsiteY3" fmla="*/ 552355 h 781959"/>
                  <a:gd name="connsiteX4" fmla="*/ 341351 w 781977"/>
                  <a:gd name="connsiteY4" fmla="*/ 465463 h 781959"/>
                  <a:gd name="connsiteX5" fmla="*/ 179985 w 781977"/>
                  <a:gd name="connsiteY5" fmla="*/ 378570 h 781959"/>
                  <a:gd name="connsiteX6" fmla="*/ 179985 w 781977"/>
                  <a:gd name="connsiteY6" fmla="*/ 204786 h 781959"/>
                  <a:gd name="connsiteX7" fmla="*/ 440644 w 781977"/>
                  <a:gd name="connsiteY7" fmla="*/ 204786 h 781959"/>
                  <a:gd name="connsiteX8" fmla="*/ 440644 w 781977"/>
                  <a:gd name="connsiteY8" fmla="*/ 242023 h 781959"/>
                  <a:gd name="connsiteX9" fmla="*/ 217222 w 781977"/>
                  <a:gd name="connsiteY9" fmla="*/ 242023 h 781959"/>
                  <a:gd name="connsiteX10" fmla="*/ 217222 w 781977"/>
                  <a:gd name="connsiteY10" fmla="*/ 341316 h 781959"/>
                  <a:gd name="connsiteX11" fmla="*/ 378588 w 781977"/>
                  <a:gd name="connsiteY11" fmla="*/ 465445 h 781959"/>
                  <a:gd name="connsiteX12" fmla="*/ 126484 w 781977"/>
                  <a:gd name="connsiteY12" fmla="*/ 597140 h 781959"/>
                  <a:gd name="connsiteX13" fmla="*/ 58461 w 781977"/>
                  <a:gd name="connsiteY13" fmla="*/ 596763 h 781959"/>
                  <a:gd name="connsiteX14" fmla="*/ 390989 w 781977"/>
                  <a:gd name="connsiteY14" fmla="*/ 781960 h 781959"/>
                  <a:gd name="connsiteX15" fmla="*/ 722150 w 781977"/>
                  <a:gd name="connsiteY15" fmla="*/ 598758 h 781959"/>
                  <a:gd name="connsiteX16" fmla="*/ 692731 w 781977"/>
                  <a:gd name="connsiteY16" fmla="*/ 599387 h 781959"/>
                  <a:gd name="connsiteX17" fmla="*/ 539937 w 781977"/>
                  <a:gd name="connsiteY17" fmla="*/ 539937 h 781959"/>
                  <a:gd name="connsiteX18" fmla="*/ 539937 w 781977"/>
                  <a:gd name="connsiteY18" fmla="*/ 229640 h 781959"/>
                  <a:gd name="connsiteX19" fmla="*/ 465463 w 781977"/>
                  <a:gd name="connsiteY19" fmla="*/ 242059 h 781959"/>
                  <a:gd name="connsiteX20" fmla="*/ 465463 w 781977"/>
                  <a:gd name="connsiteY20" fmla="*/ 204822 h 781959"/>
                  <a:gd name="connsiteX21" fmla="*/ 589592 w 781977"/>
                  <a:gd name="connsiteY21" fmla="*/ 167585 h 781959"/>
                  <a:gd name="connsiteX22" fmla="*/ 589592 w 781977"/>
                  <a:gd name="connsiteY22" fmla="*/ 530771 h 781959"/>
                  <a:gd name="connsiteX23" fmla="*/ 618634 w 781977"/>
                  <a:gd name="connsiteY23" fmla="*/ 552373 h 781959"/>
                  <a:gd name="connsiteX24" fmla="*/ 705149 w 781977"/>
                  <a:gd name="connsiteY24" fmla="*/ 552373 h 781959"/>
                  <a:gd name="connsiteX25" fmla="*/ 747220 w 781977"/>
                  <a:gd name="connsiteY25" fmla="*/ 552373 h 781959"/>
                  <a:gd name="connsiteX26" fmla="*/ 781977 w 781977"/>
                  <a:gd name="connsiteY26" fmla="*/ 391007 h 781959"/>
                  <a:gd name="connsiteX27" fmla="*/ 390989 w 781977"/>
                  <a:gd name="connsiteY27" fmla="*/ 0 h 781959"/>
                  <a:gd name="connsiteX28" fmla="*/ 0 w 781977"/>
                  <a:gd name="connsiteY28" fmla="*/ 390989 h 7819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</a:cxnLst>
                <a:rect l="l" t="t" r="r" b="b"/>
                <a:pathLst>
                  <a:path w="781977" h="781959">
                    <a:moveTo>
                      <a:pt x="0" y="390989"/>
                    </a:moveTo>
                    <a:cubicBezTo>
                      <a:pt x="0" y="448588"/>
                      <a:pt x="12418" y="503203"/>
                      <a:pt x="34757" y="552355"/>
                    </a:cubicBezTo>
                    <a:lnTo>
                      <a:pt x="114820" y="552355"/>
                    </a:lnTo>
                    <a:lnTo>
                      <a:pt x="266877" y="552355"/>
                    </a:lnTo>
                    <a:cubicBezTo>
                      <a:pt x="336769" y="530628"/>
                      <a:pt x="341351" y="490300"/>
                      <a:pt x="341351" y="465463"/>
                    </a:cubicBezTo>
                    <a:cubicBezTo>
                      <a:pt x="341351" y="378570"/>
                      <a:pt x="254459" y="366170"/>
                      <a:pt x="179985" y="378570"/>
                    </a:cubicBezTo>
                    <a:lnTo>
                      <a:pt x="179985" y="204786"/>
                    </a:lnTo>
                    <a:lnTo>
                      <a:pt x="440644" y="204786"/>
                    </a:lnTo>
                    <a:lnTo>
                      <a:pt x="440644" y="242023"/>
                    </a:lnTo>
                    <a:lnTo>
                      <a:pt x="217222" y="242023"/>
                    </a:lnTo>
                    <a:lnTo>
                      <a:pt x="217222" y="341316"/>
                    </a:lnTo>
                    <a:cubicBezTo>
                      <a:pt x="339860" y="342807"/>
                      <a:pt x="377097" y="383153"/>
                      <a:pt x="378588" y="465445"/>
                    </a:cubicBezTo>
                    <a:cubicBezTo>
                      <a:pt x="381320" y="608444"/>
                      <a:pt x="235589" y="599369"/>
                      <a:pt x="126484" y="597140"/>
                    </a:cubicBezTo>
                    <a:cubicBezTo>
                      <a:pt x="120032" y="597015"/>
                      <a:pt x="82795" y="596889"/>
                      <a:pt x="58461" y="596763"/>
                    </a:cubicBezTo>
                    <a:cubicBezTo>
                      <a:pt x="127472" y="707989"/>
                      <a:pt x="250613" y="781960"/>
                      <a:pt x="390989" y="781960"/>
                    </a:cubicBezTo>
                    <a:cubicBezTo>
                      <a:pt x="530502" y="781960"/>
                      <a:pt x="653014" y="708851"/>
                      <a:pt x="722150" y="598758"/>
                    </a:cubicBezTo>
                    <a:cubicBezTo>
                      <a:pt x="712463" y="599135"/>
                      <a:pt x="702669" y="599261"/>
                      <a:pt x="692731" y="599387"/>
                    </a:cubicBezTo>
                    <a:cubicBezTo>
                      <a:pt x="616765" y="599513"/>
                      <a:pt x="539937" y="588838"/>
                      <a:pt x="539937" y="539937"/>
                    </a:cubicBezTo>
                    <a:lnTo>
                      <a:pt x="539937" y="229640"/>
                    </a:lnTo>
                    <a:cubicBezTo>
                      <a:pt x="511632" y="234241"/>
                      <a:pt x="499968" y="237332"/>
                      <a:pt x="465463" y="242059"/>
                    </a:cubicBezTo>
                    <a:lnTo>
                      <a:pt x="465463" y="204822"/>
                    </a:lnTo>
                    <a:cubicBezTo>
                      <a:pt x="500345" y="192781"/>
                      <a:pt x="527518" y="183094"/>
                      <a:pt x="589592" y="167585"/>
                    </a:cubicBezTo>
                    <a:lnTo>
                      <a:pt x="589592" y="530771"/>
                    </a:lnTo>
                    <a:cubicBezTo>
                      <a:pt x="594552" y="542812"/>
                      <a:pt x="596547" y="550756"/>
                      <a:pt x="618634" y="552373"/>
                    </a:cubicBezTo>
                    <a:lnTo>
                      <a:pt x="705149" y="552373"/>
                    </a:lnTo>
                    <a:lnTo>
                      <a:pt x="747220" y="552373"/>
                    </a:lnTo>
                    <a:cubicBezTo>
                      <a:pt x="769559" y="503221"/>
                      <a:pt x="781977" y="448480"/>
                      <a:pt x="781977" y="391007"/>
                    </a:cubicBezTo>
                    <a:cubicBezTo>
                      <a:pt x="781995" y="175025"/>
                      <a:pt x="606971" y="0"/>
                      <a:pt x="390989" y="0"/>
                    </a:cubicBezTo>
                    <a:cubicBezTo>
                      <a:pt x="175007" y="0"/>
                      <a:pt x="0" y="175025"/>
                      <a:pt x="0" y="390989"/>
                    </a:cubicBezTo>
                    <a:close/>
                  </a:path>
                </a:pathLst>
              </a:custGeom>
              <a:solidFill>
                <a:srgbClr val="FF5200"/>
              </a:solidFill>
              <a:ln w="1794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zh-CN" altLang="en-US"/>
              </a:p>
            </p:txBody>
          </p:sp>
        </p:grpSp>
        <p:sp>
          <p:nvSpPr>
            <p:cNvPr id="4" name="矩形 3">
              <a:hlinkClick r:id="rId2"/>
              <a:extLst>
                <a:ext uri="{FF2B5EF4-FFF2-40B4-BE49-F238E27FC236}">
                  <a16:creationId xmlns:a16="http://schemas.microsoft.com/office/drawing/2014/main" id="{7EBE6C0E-6A20-538B-3A17-0396506413C5}"/>
                </a:ext>
              </a:extLst>
            </p:cNvPr>
            <p:cNvSpPr/>
            <p:nvPr userDrawn="1"/>
          </p:nvSpPr>
          <p:spPr>
            <a:xfrm>
              <a:off x="870547" y="7238685"/>
              <a:ext cx="3333750" cy="1143000"/>
            </a:xfrm>
            <a:prstGeom prst="rect">
              <a:avLst/>
            </a:prstGeom>
            <a:solidFill>
              <a:schemeClr val="bg1">
                <a:alpha val="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92192483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87668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F4F5BB-5CDE-7C9C-2AD5-5CB87D0F9F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 descr="D:\51PPT模板网\51pptmoban.com\图片.jpg">
            <a:extLst>
              <a:ext uri="{FF2B5EF4-FFF2-40B4-BE49-F238E27FC236}">
                <a16:creationId xmlns:a16="http://schemas.microsoft.com/office/drawing/2014/main" id="{E45E0DA2-1F3B-25D5-D3F5-262909FE4B4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DFFFF79B-D362-6C40-C838-D47B3FE4CA17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02B2C785-A171-CC57-7330-4BA6DD1C0C75}"/>
              </a:ext>
            </a:extLst>
          </p:cNvPr>
          <p:cNvSpPr txBox="1"/>
          <p:nvPr/>
        </p:nvSpPr>
        <p:spPr>
          <a:xfrm>
            <a:off x="2616326" y="2441585"/>
            <a:ext cx="6955750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毕业论文答辩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50695AF8-21D2-1E51-CE52-F5594DF4D565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D61D16EB-C338-DFEB-0687-95D72C840F2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7B47742E-B695-E86B-2470-434EC31FE1C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C663FBE1-7C55-726F-5E4E-0BE5A0E02807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E640C216-FBCA-513C-8337-BC8BD6E00619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338CE732-7C1E-84AB-8D34-B5FA959D2900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F51100B-1493-A483-2A4D-84CE14181944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6EAE5889-1E19-03DA-72DB-90D9EDEA8638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24BC3FD0-83ED-F112-C1F0-2A42B08CFFAC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EF193CEF-49A6-C71B-F2E1-8553E4F256E3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60C4318-4CF7-C154-9479-8BBB05EFC506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617A4E3B-9522-F279-AE39-834FEA9AA809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7B3DD9E-37EF-CB3C-464C-A831A4F473E1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D726B0FD-308B-4E36-9155-AE6896222DB5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content to play here, or through paste in this box, and select only the text. Your content to play here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AD275F04-884F-0839-603B-565B11BC55CE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C149A07F-3EC5-DA2A-FBAB-7A0AE9761240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2170656A-C4ED-1BDB-DA7C-0F379EB46DB3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7F9C9D9D-F6F7-753C-2D7E-637F704CE001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726A1E17-5E7B-8ECF-D1B9-40337DDB9AD2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C14FA24E-D7D6-380C-5827-3B96ACF4CBDA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A79F1405-7F65-A648-9066-DED37035AC58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928EC1E8-7150-0553-A08E-6908F1C9329B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6611423C-DB32-CAD1-7F7D-6089AA55E01A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3A40524E-0F8C-233B-565B-100E65E06021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A8C0A73B-6B1A-11D9-5EC2-F6B941C383FD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0B1CA560-5B3A-FCDB-AD69-A8E221BD3A56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784B65ED-5217-40F2-FC02-A855541F2698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2" name="椭圆 1">
            <a:extLst>
              <a:ext uri="{FF2B5EF4-FFF2-40B4-BE49-F238E27FC236}">
                <a16:creationId xmlns:a16="http://schemas.microsoft.com/office/drawing/2014/main" id="{84F2DA97-A1E1-3F8D-09A8-6C345FB6825E}"/>
              </a:ext>
            </a:extLst>
          </p:cNvPr>
          <p:cNvSpPr/>
          <p:nvPr/>
        </p:nvSpPr>
        <p:spPr>
          <a:xfrm>
            <a:off x="-14288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A4302D91-6416-C2B4-AC1D-5D67FE319FF2}"/>
              </a:ext>
            </a:extLst>
          </p:cNvPr>
          <p:cNvSpPr/>
          <p:nvPr/>
        </p:nvSpPr>
        <p:spPr>
          <a:xfrm>
            <a:off x="366712" y="-923925"/>
            <a:ext cx="238125" cy="238125"/>
          </a:xfrm>
          <a:prstGeom prst="ellipse">
            <a:avLst/>
          </a:prstGeom>
          <a:solidFill>
            <a:srgbClr val="CC993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A716160C-437F-10A2-8956-910F5FA7FA9C}"/>
              </a:ext>
            </a:extLst>
          </p:cNvPr>
          <p:cNvSpPr/>
          <p:nvPr/>
        </p:nvSpPr>
        <p:spPr>
          <a:xfrm>
            <a:off x="747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88DC1B69-0531-EDDC-BD78-7789E9977600}"/>
              </a:ext>
            </a:extLst>
          </p:cNvPr>
          <p:cNvSpPr/>
          <p:nvPr/>
        </p:nvSpPr>
        <p:spPr>
          <a:xfrm>
            <a:off x="1128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9EE8E79A-6B32-1441-4F9A-F1A87DBEFA31}"/>
              </a:ext>
            </a:extLst>
          </p:cNvPr>
          <p:cNvSpPr/>
          <p:nvPr/>
        </p:nvSpPr>
        <p:spPr>
          <a:xfrm>
            <a:off x="1509712" y="-923925"/>
            <a:ext cx="238125" cy="238125"/>
          </a:xfrm>
          <a:prstGeom prst="ellipse">
            <a:avLst/>
          </a:prstGeom>
          <a:solidFill>
            <a:srgbClr val="1B387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A870EC61-9326-5249-8B95-B2643E261DD8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028925F2-9F5E-8278-5B27-12DFD4C17AAF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5D7ED55C-B25E-52E4-4DB8-606EBE99AAA9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D1F90105-F865-59E9-B424-5C04C8DDAB94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 descr="D:\51PPT模板网\51pptmoban.com\图片.jpg">
            <a:extLst>
              <a:ext uri="{FF2B5EF4-FFF2-40B4-BE49-F238E27FC236}">
                <a16:creationId xmlns:a16="http://schemas.microsoft.com/office/drawing/2014/main" id="{8D4ABD3D-38DD-0706-D4BF-720934ACB514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53CE4307-C2B1-63BC-3DCA-03070BCA3E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484C949-9440-56A5-CB24-084D28D838D5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7E812A6-8DAC-54DD-3E7C-945139FB783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2642E0D6-A52A-EB7B-B7F0-19CA55DC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81298EC2-14DF-7546-828D-5584E81F17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CD7F1413-55C0-9932-B00C-DC7506BFA7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86D40821-5878-596D-ABAB-8830EFA2CAA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7D0961D8-DB54-3FD0-C55A-AB1B056DC9E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3994581-9E81-1EDA-79A0-ACEAEB92FCF9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CC13A3E0-3DFC-AFA7-0457-B22444BBC8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3D0CB044-3A00-0657-A670-D88CB8164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91EF90B4-B6DA-CE20-0A78-FBEF2F5327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735CA4DD-C2DE-64E4-C4E7-0382D810E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27C1136-78A1-FEF7-0CDB-4FB652653EE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306C42AD-3FAC-1E8C-E7AE-D1855BF665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5535840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9B329-566B-6F85-36F7-E68F24F821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B5302869-3BDB-9CBE-5DE0-CDA5AB1C3B5E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FC122C28-675E-0EE7-3C4C-9B09E9847A1F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BE3089D9-5551-65F9-BA7A-08265E57A134}"/>
              </a:ext>
            </a:extLst>
          </p:cNvPr>
          <p:cNvSpPr txBox="1"/>
          <p:nvPr/>
        </p:nvSpPr>
        <p:spPr>
          <a:xfrm>
            <a:off x="5325682" y="525600"/>
            <a:ext cx="15696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5400" dirty="0">
                <a:solidFill>
                  <a:srgbClr val="D5AC59"/>
                </a:solidFill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目录</a:t>
            </a: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CD61BB7B-F752-2B80-64EC-C77415EF7A12}"/>
              </a:ext>
            </a:extLst>
          </p:cNvPr>
          <p:cNvGrpSpPr/>
          <p:nvPr/>
        </p:nvGrpSpPr>
        <p:grpSpPr>
          <a:xfrm>
            <a:off x="4804766" y="1391807"/>
            <a:ext cx="2582467" cy="229065"/>
            <a:chOff x="2472431" y="4836245"/>
            <a:chExt cx="4484651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438D527C-3DD6-11AA-C2B7-EA3FF4BFA56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931677" y="4865961"/>
              <a:ext cx="3528000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D5AC5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E5D82CF1-8650-9CBC-8E65-DC9E736B0A96}"/>
                </a:ext>
              </a:extLst>
            </p:cNvPr>
            <p:cNvGrpSpPr/>
            <p:nvPr/>
          </p:nvGrpSpPr>
          <p:grpSpPr>
            <a:xfrm flipV="1">
              <a:off x="2472431" y="4836245"/>
              <a:ext cx="850957" cy="397789"/>
              <a:chOff x="10354675" y="4505947"/>
              <a:chExt cx="850957" cy="397789"/>
            </a:xfrm>
            <a:solidFill>
              <a:srgbClr val="D5AC59"/>
            </a:solidFill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96BBB61C-8A7D-C1A3-4F8D-ECFAC4466E1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FF2587C7-9495-1229-31F7-5F72FCD803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2BE47568-5C82-7FF4-5A4B-A74BE3195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BDB29C6C-79F3-6DB2-7B34-0D722DF5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56AB37E1-68B7-A4AA-2614-51C1B41085A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60BEE990-4457-4371-F6EF-BD6AB62BC69C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9D47B7A6-7DB2-6123-26A4-3E0C2B7E8F59}"/>
                </a:ext>
              </a:extLst>
            </p:cNvPr>
            <p:cNvGrpSpPr/>
            <p:nvPr/>
          </p:nvGrpSpPr>
          <p:grpSpPr>
            <a:xfrm flipV="1">
              <a:off x="6106800" y="4836245"/>
              <a:ext cx="850282" cy="397789"/>
              <a:chOff x="13179043" y="4505947"/>
              <a:chExt cx="850282" cy="397789"/>
            </a:xfrm>
            <a:solidFill>
              <a:srgbClr val="D5AC59"/>
            </a:solidFill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AB2CC1C4-2F06-3739-C844-3EFE632C1C5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E75FF60A-FD1A-0F8E-1E77-880D1A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14A68947-CD3F-A79C-969E-BDC86CDAFC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A13F68-57D0-C2E2-B73B-5195A358C4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C14DB3A9-80F7-96EB-FC69-4466F57308B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8A34184C-4FBE-26E0-C590-1FF00CBD579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  <p:sp>
        <p:nvSpPr>
          <p:cNvPr id="7" name="文本框 6">
            <a:extLst>
              <a:ext uri="{FF2B5EF4-FFF2-40B4-BE49-F238E27FC236}">
                <a16:creationId xmlns:a16="http://schemas.microsoft.com/office/drawing/2014/main" id="{96923A1A-784A-87D6-17E8-6F4DE3899C4B}"/>
              </a:ext>
            </a:extLst>
          </p:cNvPr>
          <p:cNvSpPr txBox="1"/>
          <p:nvPr/>
        </p:nvSpPr>
        <p:spPr>
          <a:xfrm>
            <a:off x="5244013" y="1596222"/>
            <a:ext cx="170397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1100" dirty="0">
                <a:solidFill>
                  <a:srgbClr val="D5AC59"/>
                </a:solidFill>
              </a:rPr>
              <a:t>CONTENTS</a:t>
            </a:r>
            <a:endParaRPr lang="zh-CN" altLang="en-US" sz="1100" dirty="0">
              <a:solidFill>
                <a:srgbClr val="D5AC59"/>
              </a:solidFill>
            </a:endParaRPr>
          </a:p>
        </p:txBody>
      </p:sp>
      <p:grpSp>
        <p:nvGrpSpPr>
          <p:cNvPr id="79" name="组合 78">
            <a:extLst>
              <a:ext uri="{FF2B5EF4-FFF2-40B4-BE49-F238E27FC236}">
                <a16:creationId xmlns:a16="http://schemas.microsoft.com/office/drawing/2014/main" id="{EE47CE7D-C06D-F999-05CC-777D47786D93}"/>
              </a:ext>
            </a:extLst>
          </p:cNvPr>
          <p:cNvGrpSpPr/>
          <p:nvPr/>
        </p:nvGrpSpPr>
        <p:grpSpPr>
          <a:xfrm>
            <a:off x="2663131" y="2677889"/>
            <a:ext cx="6834627" cy="538510"/>
            <a:chOff x="2663131" y="2677889"/>
            <a:chExt cx="6834627" cy="538510"/>
          </a:xfrm>
        </p:grpSpPr>
        <p:grpSp>
          <p:nvGrpSpPr>
            <p:cNvPr id="29" name="组合 28">
              <a:extLst>
                <a:ext uri="{FF2B5EF4-FFF2-40B4-BE49-F238E27FC236}">
                  <a16:creationId xmlns:a16="http://schemas.microsoft.com/office/drawing/2014/main" id="{FB1AD281-E5E7-6060-8186-B915F5E64333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25" name="缺角矩形 24">
                <a:extLst>
                  <a:ext uri="{FF2B5EF4-FFF2-40B4-BE49-F238E27FC236}">
                    <a16:creationId xmlns:a16="http://schemas.microsoft.com/office/drawing/2014/main" id="{FF85611D-966C-DD10-E1C0-065990357808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8" name="缺角矩形 27">
                <a:extLst>
                  <a:ext uri="{FF2B5EF4-FFF2-40B4-BE49-F238E27FC236}">
                    <a16:creationId xmlns:a16="http://schemas.microsoft.com/office/drawing/2014/main" id="{F0C866E4-4B61-2C7E-F22A-3A941604BA44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4EFFD25C-D37F-4BEC-D69F-8722C59EA2C3}"/>
                  </a:ext>
                </a:extLst>
              </p:cNvPr>
              <p:cNvSpPr txBox="1"/>
              <p:nvPr/>
            </p:nvSpPr>
            <p:spPr>
              <a:xfrm>
                <a:off x="2607412" y="2928912"/>
                <a:ext cx="562976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01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27" name="文本框 26">
                <a:extLst>
                  <a:ext uri="{FF2B5EF4-FFF2-40B4-BE49-F238E27FC236}">
                    <a16:creationId xmlns:a16="http://schemas.microsoft.com/office/drawing/2014/main" id="{565F5908-95A8-8125-805B-E5B6D65726F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添加标题文本</a:t>
                </a:r>
              </a:p>
            </p:txBody>
          </p:sp>
        </p:grpSp>
        <p:grpSp>
          <p:nvGrpSpPr>
            <p:cNvPr id="30" name="组合 29">
              <a:extLst>
                <a:ext uri="{FF2B5EF4-FFF2-40B4-BE49-F238E27FC236}">
                  <a16:creationId xmlns:a16="http://schemas.microsoft.com/office/drawing/2014/main" id="{14982C22-E67F-FE76-13B0-A0474BC66038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31" name="缺角矩形 30">
                <a:extLst>
                  <a:ext uri="{FF2B5EF4-FFF2-40B4-BE49-F238E27FC236}">
                    <a16:creationId xmlns:a16="http://schemas.microsoft.com/office/drawing/2014/main" id="{F6423F33-2898-1941-0692-A7F393AE4AB9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6" name="缺角矩形 75">
                <a:extLst>
                  <a:ext uri="{FF2B5EF4-FFF2-40B4-BE49-F238E27FC236}">
                    <a16:creationId xmlns:a16="http://schemas.microsoft.com/office/drawing/2014/main" id="{6CDFFC1D-750C-17F4-D54A-C80BD258DBFE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77" name="文本框 76">
                <a:extLst>
                  <a:ext uri="{FF2B5EF4-FFF2-40B4-BE49-F238E27FC236}">
                    <a16:creationId xmlns:a16="http://schemas.microsoft.com/office/drawing/2014/main" id="{7F98CDDD-5AB3-CAB0-81C0-9775E184529E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02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E56D2441-B0AD-0A5E-C112-555531DB0C54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添加标题文本</a:t>
                </a:r>
              </a:p>
            </p:txBody>
          </p:sp>
        </p:grpSp>
      </p:grpSp>
      <p:grpSp>
        <p:nvGrpSpPr>
          <p:cNvPr id="80" name="组合 79">
            <a:extLst>
              <a:ext uri="{FF2B5EF4-FFF2-40B4-BE49-F238E27FC236}">
                <a16:creationId xmlns:a16="http://schemas.microsoft.com/office/drawing/2014/main" id="{FE77C41B-4C38-6D70-9D15-E6903CB7361C}"/>
              </a:ext>
            </a:extLst>
          </p:cNvPr>
          <p:cNvGrpSpPr/>
          <p:nvPr/>
        </p:nvGrpSpPr>
        <p:grpSpPr>
          <a:xfrm>
            <a:off x="2663131" y="4723268"/>
            <a:ext cx="6834627" cy="538510"/>
            <a:chOff x="2663131" y="2677889"/>
            <a:chExt cx="6834627" cy="538510"/>
          </a:xfrm>
        </p:grpSpPr>
        <p:grpSp>
          <p:nvGrpSpPr>
            <p:cNvPr id="81" name="组合 80">
              <a:extLst>
                <a:ext uri="{FF2B5EF4-FFF2-40B4-BE49-F238E27FC236}">
                  <a16:creationId xmlns:a16="http://schemas.microsoft.com/office/drawing/2014/main" id="{CA7F70F6-152F-2523-D7B6-A5B7B03FBF2D}"/>
                </a:ext>
              </a:extLst>
            </p:cNvPr>
            <p:cNvGrpSpPr/>
            <p:nvPr/>
          </p:nvGrpSpPr>
          <p:grpSpPr>
            <a:xfrm>
              <a:off x="2663131" y="2677889"/>
              <a:ext cx="3149648" cy="538510"/>
              <a:chOff x="2344154" y="2890490"/>
              <a:chExt cx="3149648" cy="538510"/>
            </a:xfrm>
          </p:grpSpPr>
          <p:sp>
            <p:nvSpPr>
              <p:cNvPr id="88" name="缺角矩形 87">
                <a:extLst>
                  <a:ext uri="{FF2B5EF4-FFF2-40B4-BE49-F238E27FC236}">
                    <a16:creationId xmlns:a16="http://schemas.microsoft.com/office/drawing/2014/main" id="{755A7444-F320-8D9A-70EA-4ECE7631AD7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9" name="缺角矩形 88">
                <a:extLst>
                  <a:ext uri="{FF2B5EF4-FFF2-40B4-BE49-F238E27FC236}">
                    <a16:creationId xmlns:a16="http://schemas.microsoft.com/office/drawing/2014/main" id="{CCD21415-17C2-1C1E-EF16-CBDEE6E111EF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FFD2FDA5-55F4-672E-4A36-D7D9DE2E7EE6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03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91" name="文本框 90">
                <a:extLst>
                  <a:ext uri="{FF2B5EF4-FFF2-40B4-BE49-F238E27FC236}">
                    <a16:creationId xmlns:a16="http://schemas.microsoft.com/office/drawing/2014/main" id="{DE3E5DF9-C60E-41A5-B713-01D3912DF792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添加标题文本</a:t>
                </a:r>
              </a:p>
            </p:txBody>
          </p:sp>
        </p:grpSp>
        <p:grpSp>
          <p:nvGrpSpPr>
            <p:cNvPr id="82" name="组合 81">
              <a:extLst>
                <a:ext uri="{FF2B5EF4-FFF2-40B4-BE49-F238E27FC236}">
                  <a16:creationId xmlns:a16="http://schemas.microsoft.com/office/drawing/2014/main" id="{3F139E81-0207-9CCA-977F-24AF88CB9D12}"/>
                </a:ext>
              </a:extLst>
            </p:cNvPr>
            <p:cNvGrpSpPr/>
            <p:nvPr/>
          </p:nvGrpSpPr>
          <p:grpSpPr>
            <a:xfrm>
              <a:off x="6348110" y="2677889"/>
              <a:ext cx="3149648" cy="538510"/>
              <a:chOff x="2344154" y="2890490"/>
              <a:chExt cx="3149648" cy="538510"/>
            </a:xfrm>
          </p:grpSpPr>
          <p:sp>
            <p:nvSpPr>
              <p:cNvPr id="84" name="缺角矩形 83">
                <a:extLst>
                  <a:ext uri="{FF2B5EF4-FFF2-40B4-BE49-F238E27FC236}">
                    <a16:creationId xmlns:a16="http://schemas.microsoft.com/office/drawing/2014/main" id="{EA9D31C8-F736-EAE3-CB53-4BE447F5945C}"/>
                  </a:ext>
                </a:extLst>
              </p:cNvPr>
              <p:cNvSpPr/>
              <p:nvPr/>
            </p:nvSpPr>
            <p:spPr>
              <a:xfrm>
                <a:off x="2344154" y="2890490"/>
                <a:ext cx="3149648" cy="538510"/>
              </a:xfrm>
              <a:prstGeom prst="plaque">
                <a:avLst>
                  <a:gd name="adj" fmla="val 14150"/>
                </a:avLst>
              </a:prstGeom>
              <a:solidFill>
                <a:schemeClr val="bg1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5" name="缺角矩形 84">
                <a:extLst>
                  <a:ext uri="{FF2B5EF4-FFF2-40B4-BE49-F238E27FC236}">
                    <a16:creationId xmlns:a16="http://schemas.microsoft.com/office/drawing/2014/main" id="{1880132E-7C7E-DCC5-1702-E0E00014302D}"/>
                  </a:ext>
                </a:extLst>
              </p:cNvPr>
              <p:cNvSpPr/>
              <p:nvPr/>
            </p:nvSpPr>
            <p:spPr>
              <a:xfrm>
                <a:off x="2550948" y="2890490"/>
                <a:ext cx="675904" cy="538510"/>
              </a:xfrm>
              <a:prstGeom prst="plaque">
                <a:avLst>
                  <a:gd name="adj" fmla="val 0"/>
                </a:avLst>
              </a:prstGeom>
              <a:solidFill>
                <a:srgbClr val="234995"/>
              </a:solidFill>
              <a:ln>
                <a:solidFill>
                  <a:srgbClr val="234995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</a:endParaRPr>
              </a:p>
            </p:txBody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2231E15-5A22-8D4D-7085-0B7D844AB34A}"/>
                  </a:ext>
                </a:extLst>
              </p:cNvPr>
              <p:cNvSpPr txBox="1"/>
              <p:nvPr/>
            </p:nvSpPr>
            <p:spPr>
              <a:xfrm>
                <a:off x="2607413" y="2928912"/>
                <a:ext cx="562975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dirty="0">
                    <a:solidFill>
                      <a:schemeClr val="bg1"/>
                    </a:solidFill>
                    <a:latin typeface="HarmonyOS Sans SC Black" panose="00000A00000000000000" pitchFamily="2" charset="-122"/>
                    <a:ea typeface="HarmonyOS Sans SC Black" panose="00000A00000000000000" pitchFamily="2" charset="-122"/>
                  </a:rPr>
                  <a:t>04</a:t>
                </a:r>
                <a:endParaRPr lang="zh-CN" altLang="en-US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endParaRPr>
              </a:p>
            </p:txBody>
          </p:sp>
          <p:sp>
            <p:nvSpPr>
              <p:cNvPr id="87" name="文本框 86">
                <a:extLst>
                  <a:ext uri="{FF2B5EF4-FFF2-40B4-BE49-F238E27FC236}">
                    <a16:creationId xmlns:a16="http://schemas.microsoft.com/office/drawing/2014/main" id="{E3E721FA-9FC6-D40E-2B71-09446079EA7B}"/>
                  </a:ext>
                </a:extLst>
              </p:cNvPr>
              <p:cNvSpPr txBox="1"/>
              <p:nvPr/>
            </p:nvSpPr>
            <p:spPr>
              <a:xfrm>
                <a:off x="3350582" y="2987398"/>
                <a:ext cx="1760251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zh-CN" altLang="en-US" b="1" dirty="0">
                    <a:solidFill>
                      <a:schemeClr val="tx1">
                        <a:lumMod val="95000"/>
                        <a:lumOff val="5000"/>
                      </a:schemeClr>
                    </a:solidFill>
                  </a:rPr>
                  <a:t>添加标题文本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674280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A6638-65C0-5976-6B1E-DD81950BB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31DD5B-19DE-15ED-D5A1-9A3A217233F8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6335B8E1-8158-4BC6-2FB3-9E233AE6940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77BC74A2-2706-433D-CAA2-1D61AF9D2D8D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9EF96D4A-E4E8-50AC-26D5-F5AD756AEB5D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0FE6502B-6E61-CC57-C13C-E1DE0C9D54D4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1DC2935-A69D-283B-22E3-0C215229DCC6}"/>
                </a:ext>
              </a:extLst>
            </p:cNvPr>
            <p:cNvSpPr txBox="1"/>
            <p:nvPr/>
          </p:nvSpPr>
          <p:spPr>
            <a:xfrm>
              <a:off x="2607412" y="2928912"/>
              <a:ext cx="562976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01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15E32011-AA4B-1D8A-53BA-F9935F6D45F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BFCFB590-8F06-A074-20F3-31379E1F84DB}"/>
              </a:ext>
            </a:extLst>
          </p:cNvPr>
          <p:cNvSpPr txBox="1"/>
          <p:nvPr/>
        </p:nvSpPr>
        <p:spPr>
          <a:xfrm>
            <a:off x="5373691" y="571981"/>
            <a:ext cx="1444627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130A4A5F-CE00-DE3E-BF73-3AA5C8E41560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3299364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FDB68C-1C80-DEAA-19CC-42B39B2E20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925723-5975-626F-9912-224587F402C8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F5D38EB-97D7-F05B-E21D-38F028584A0C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2C6FCC58-4F6B-3BE0-57F4-093CB8421867}"/>
              </a:ext>
            </a:extLst>
          </p:cNvPr>
          <p:cNvSpPr/>
          <p:nvPr/>
        </p:nvSpPr>
        <p:spPr>
          <a:xfrm>
            <a:off x="2005471" y="1413914"/>
            <a:ext cx="8014819" cy="3644537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lt1"/>
              </a:solidFill>
              <a:cs typeface="+mn-ea"/>
            </a:endParaRPr>
          </a:p>
        </p:txBody>
      </p:sp>
      <p:sp>
        <p:nvSpPr>
          <p:cNvPr id="3" name="任意形状 101" descr="D:\51PPT模板网\51pptmoban.com\图片.jpg">
            <a:extLst>
              <a:ext uri="{FF2B5EF4-FFF2-40B4-BE49-F238E27FC236}">
                <a16:creationId xmlns:a16="http://schemas.microsoft.com/office/drawing/2014/main" id="{E9BD4D5C-1534-727A-C5B6-7A5C3F999117}"/>
              </a:ext>
            </a:extLst>
          </p:cNvPr>
          <p:cNvSpPr/>
          <p:nvPr/>
        </p:nvSpPr>
        <p:spPr>
          <a:xfrm rot="10800000">
            <a:off x="2171711" y="1546926"/>
            <a:ext cx="8014819" cy="3970319"/>
          </a:xfrm>
          <a:custGeom>
            <a:avLst/>
            <a:gdLst>
              <a:gd name="connsiteX0" fmla="*/ 8014818 w 8014818"/>
              <a:gd name="connsiteY0" fmla="*/ 3970319 h 3970319"/>
              <a:gd name="connsiteX1" fmla="*/ 0 w 8014818"/>
              <a:gd name="connsiteY1" fmla="*/ 3970319 h 3970319"/>
              <a:gd name="connsiteX2" fmla="*/ 0 w 8014818"/>
              <a:gd name="connsiteY2" fmla="*/ 325782 h 3970319"/>
              <a:gd name="connsiteX3" fmla="*/ 1 w 8014818"/>
              <a:gd name="connsiteY3" fmla="*/ 325782 h 3970319"/>
              <a:gd name="connsiteX4" fmla="*/ 1 w 8014818"/>
              <a:gd name="connsiteY4" fmla="*/ 0 h 3970319"/>
              <a:gd name="connsiteX5" fmla="*/ 325783 w 8014818"/>
              <a:gd name="connsiteY5" fmla="*/ 325782 h 3970319"/>
              <a:gd name="connsiteX6" fmla="*/ 8014818 w 8014818"/>
              <a:gd name="connsiteY6" fmla="*/ 325782 h 39703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8014818" h="3970319">
                <a:moveTo>
                  <a:pt x="8014818" y="3970319"/>
                </a:moveTo>
                <a:lnTo>
                  <a:pt x="0" y="3970319"/>
                </a:lnTo>
                <a:lnTo>
                  <a:pt x="0" y="325782"/>
                </a:lnTo>
                <a:lnTo>
                  <a:pt x="1" y="325782"/>
                </a:lnTo>
                <a:lnTo>
                  <a:pt x="1" y="0"/>
                </a:lnTo>
                <a:lnTo>
                  <a:pt x="325783" y="325782"/>
                </a:lnTo>
                <a:lnTo>
                  <a:pt x="8014818" y="325782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49E327A-4442-5C6B-0405-E286AAEA64E2}"/>
              </a:ext>
            </a:extLst>
          </p:cNvPr>
          <p:cNvSpPr txBox="1"/>
          <p:nvPr/>
        </p:nvSpPr>
        <p:spPr>
          <a:xfrm>
            <a:off x="2639956" y="2017199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此处添加详细文本描述，建议与标题相关并符合整体语言风格，语言描述尽量简洁生动。尽量将每页幻灯片的字数控制在</a:t>
            </a:r>
            <a:r>
              <a:rPr kumimoji="1" lang="en-US" altLang="zh-CN" sz="1351" dirty="0">
                <a:solidFill>
                  <a:srgbClr val="09234F"/>
                </a:solidFill>
                <a:latin typeface="+mn-ea"/>
              </a:rPr>
              <a:t>200</a:t>
            </a: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字以内，据统计每页幻灯片的最好控制在</a:t>
            </a:r>
            <a:r>
              <a:rPr kumimoji="1" lang="en-US" altLang="zh-CN" sz="1351" dirty="0">
                <a:solidFill>
                  <a:srgbClr val="09234F"/>
                </a:solidFill>
                <a:latin typeface="+mn-ea"/>
              </a:rPr>
              <a:t>5</a:t>
            </a: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分钟之内。此处添加详细文本描述，建议与标题相关并符合整体语言风格，语言描述尽量简洁生动。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E677DC7F-B01F-5882-97C4-FECE53FD56F5}"/>
              </a:ext>
            </a:extLst>
          </p:cNvPr>
          <p:cNvSpPr txBox="1"/>
          <p:nvPr/>
        </p:nvSpPr>
        <p:spPr>
          <a:xfrm>
            <a:off x="2639956" y="3479924"/>
            <a:ext cx="7078328" cy="9924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此处添加详细文本描述，建议与标题相关并符合整体语言风格，语言描述尽量简洁生动。尽量将每页幻灯片的字数控制在</a:t>
            </a:r>
            <a:r>
              <a:rPr kumimoji="1" lang="en-US" altLang="zh-CN" sz="1351" dirty="0">
                <a:solidFill>
                  <a:srgbClr val="09234F"/>
                </a:solidFill>
                <a:latin typeface="+mn-ea"/>
              </a:rPr>
              <a:t>200</a:t>
            </a: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字以内，据统计每页幻灯片的最好控制在</a:t>
            </a:r>
            <a:r>
              <a:rPr kumimoji="1" lang="en-US" altLang="zh-CN" sz="1351" dirty="0">
                <a:solidFill>
                  <a:srgbClr val="09234F"/>
                </a:solidFill>
                <a:latin typeface="+mn-ea"/>
              </a:rPr>
              <a:t>5</a:t>
            </a:r>
            <a:r>
              <a:rPr kumimoji="1" lang="zh-CN" altLang="en-US" sz="1351" dirty="0">
                <a:solidFill>
                  <a:srgbClr val="09234F"/>
                </a:solidFill>
                <a:latin typeface="+mn-ea"/>
              </a:rPr>
              <a:t>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18311313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2C0175-ABFB-AA10-553E-6086342C9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8ABE8AF-98E4-CAF9-032D-5166063ECD7C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650CECE-6FBC-6E7F-B38E-0531CDAB6ACA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矩形 1" descr="D:\51PPT模板网\51pptmoban.com\图片.jpg">
            <a:extLst>
              <a:ext uri="{FF2B5EF4-FFF2-40B4-BE49-F238E27FC236}">
                <a16:creationId xmlns:a16="http://schemas.microsoft.com/office/drawing/2014/main" id="{B8A0F131-7445-CFF9-2A2D-B777AF3CB11E}"/>
              </a:ext>
            </a:extLst>
          </p:cNvPr>
          <p:cNvSpPr/>
          <p:nvPr/>
        </p:nvSpPr>
        <p:spPr>
          <a:xfrm>
            <a:off x="8189235" y="1531465"/>
            <a:ext cx="3055028" cy="3965609"/>
          </a:xfrm>
          <a:prstGeom prst="rect">
            <a:avLst/>
          </a:prstGeom>
          <a:blipFill dpi="0" rotWithShape="1">
            <a:blip r:embed="rId2"/>
            <a:srcRect/>
            <a:tile tx="-4959350" ty="-336550" sx="100000" sy="100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FCBEA022-15BA-E706-5E9B-D42082C4EEC4}"/>
              </a:ext>
            </a:extLst>
          </p:cNvPr>
          <p:cNvSpPr/>
          <p:nvPr/>
        </p:nvSpPr>
        <p:spPr>
          <a:xfrm>
            <a:off x="4826350" y="1531465"/>
            <a:ext cx="3055028" cy="3965609"/>
          </a:xfrm>
          <a:prstGeom prst="rect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32D28F63-07D7-288A-9273-2734E7848FC0}"/>
              </a:ext>
            </a:extLst>
          </p:cNvPr>
          <p:cNvGrpSpPr/>
          <p:nvPr/>
        </p:nvGrpSpPr>
        <p:grpSpPr>
          <a:xfrm>
            <a:off x="863337" y="1702604"/>
            <a:ext cx="3388239" cy="2854208"/>
            <a:chOff x="283598" y="1906534"/>
            <a:chExt cx="3388239" cy="2854208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F6DA2D9B-C7D6-D4D3-732B-4CE12DCBF1CB}"/>
                </a:ext>
              </a:extLst>
            </p:cNvPr>
            <p:cNvSpPr txBox="1"/>
            <p:nvPr/>
          </p:nvSpPr>
          <p:spPr>
            <a:xfrm>
              <a:off x="283598" y="2444603"/>
              <a:ext cx="3388239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分钟之内。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id="{B7B1FD95-F123-5C7D-A60C-B97540D3AB0B}"/>
                </a:ext>
              </a:extLst>
            </p:cNvPr>
            <p:cNvSpPr txBox="1"/>
            <p:nvPr/>
          </p:nvSpPr>
          <p:spPr>
            <a:xfrm>
              <a:off x="283599" y="1906534"/>
              <a:ext cx="289586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单击此处添加标题文本</a:t>
              </a:r>
            </a:p>
          </p:txBody>
        </p:sp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55A1BECC-A042-64CC-7F54-803038C47E6D}"/>
                </a:ext>
              </a:extLst>
            </p:cNvPr>
            <p:cNvSpPr txBox="1"/>
            <p:nvPr/>
          </p:nvSpPr>
          <p:spPr>
            <a:xfrm>
              <a:off x="283598" y="3676471"/>
              <a:ext cx="3388239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分钟之内。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</p:grp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2896A8DD-89A2-E9F6-7CD0-CC83679B90AC}"/>
              </a:ext>
            </a:extLst>
          </p:cNvPr>
          <p:cNvSpPr/>
          <p:nvPr/>
        </p:nvSpPr>
        <p:spPr>
          <a:xfrm>
            <a:off x="912813" y="4772578"/>
            <a:ext cx="2056606" cy="469900"/>
          </a:xfrm>
          <a:custGeom>
            <a:avLst/>
            <a:gdLst>
              <a:gd name="connsiteX0" fmla="*/ 0 w 2056606"/>
              <a:gd name="connsiteY0" fmla="*/ 0 h 469900"/>
              <a:gd name="connsiteX1" fmla="*/ 1821656 w 2056606"/>
              <a:gd name="connsiteY1" fmla="*/ 0 h 469900"/>
              <a:gd name="connsiteX2" fmla="*/ 2056606 w 2056606"/>
              <a:gd name="connsiteY2" fmla="*/ 234950 h 469900"/>
              <a:gd name="connsiteX3" fmla="*/ 1821656 w 2056606"/>
              <a:gd name="connsiteY3" fmla="*/ 469900 h 469900"/>
              <a:gd name="connsiteX4" fmla="*/ 0 w 2056606"/>
              <a:gd name="connsiteY4" fmla="*/ 469900 h 469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56606" h="469900">
                <a:moveTo>
                  <a:pt x="0" y="0"/>
                </a:moveTo>
                <a:lnTo>
                  <a:pt x="1821656" y="0"/>
                </a:lnTo>
                <a:cubicBezTo>
                  <a:pt x="1951415" y="0"/>
                  <a:pt x="2056606" y="105191"/>
                  <a:pt x="2056606" y="234950"/>
                </a:cubicBezTo>
                <a:cubicBezTo>
                  <a:pt x="2056606" y="364709"/>
                  <a:pt x="1951415" y="469900"/>
                  <a:pt x="1821656" y="469900"/>
                </a:cubicBezTo>
                <a:lnTo>
                  <a:pt x="0" y="469900"/>
                </a:lnTo>
                <a:close/>
              </a:path>
            </a:pathLst>
          </a:custGeom>
          <a:solidFill>
            <a:srgbClr val="D5A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  <a:cs typeface="+mn-ea"/>
            </a:endParaRPr>
          </a:p>
        </p:txBody>
      </p: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6569D4E2-B8BF-C88E-A1E9-D2EDC5C2AA01}"/>
              </a:ext>
            </a:extLst>
          </p:cNvPr>
          <p:cNvGrpSpPr/>
          <p:nvPr/>
        </p:nvGrpSpPr>
        <p:grpSpPr>
          <a:xfrm>
            <a:off x="5187075" y="3335286"/>
            <a:ext cx="2235567" cy="1080826"/>
            <a:chOff x="244082" y="1906534"/>
            <a:chExt cx="2235567" cy="1080826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97F4D163-DAC8-DC78-181F-D4F23D43D570}"/>
                </a:ext>
              </a:extLst>
            </p:cNvPr>
            <p:cNvSpPr txBox="1"/>
            <p:nvPr/>
          </p:nvSpPr>
          <p:spPr>
            <a:xfrm>
              <a:off x="283599" y="2190603"/>
              <a:ext cx="2156534" cy="79675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1" name="文本框 20">
              <a:extLst>
                <a:ext uri="{FF2B5EF4-FFF2-40B4-BE49-F238E27FC236}">
                  <a16:creationId xmlns:a16="http://schemas.microsoft.com/office/drawing/2014/main" id="{6300712D-39B4-5A26-21C8-2DB748BBC520}"/>
                </a:ext>
              </a:extLst>
            </p:cNvPr>
            <p:cNvSpPr txBox="1"/>
            <p:nvPr/>
          </p:nvSpPr>
          <p:spPr>
            <a:xfrm>
              <a:off x="244082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24" name="图形 22" descr="D:\51PPT模板网\51pptmoban.com\图片.jpg">
            <a:extLst>
              <a:ext uri="{FF2B5EF4-FFF2-40B4-BE49-F238E27FC236}">
                <a16:creationId xmlns:a16="http://schemas.microsoft.com/office/drawing/2014/main" id="{2CA1623B-7058-F515-527A-16A85A500217}"/>
              </a:ext>
            </a:extLst>
          </p:cNvPr>
          <p:cNvGrpSpPr/>
          <p:nvPr/>
        </p:nvGrpSpPr>
        <p:grpSpPr>
          <a:xfrm>
            <a:off x="6030014" y="2302635"/>
            <a:ext cx="647700" cy="647700"/>
            <a:chOff x="5910625" y="2415417"/>
            <a:chExt cx="647700" cy="647700"/>
          </a:xfrm>
          <a:solidFill>
            <a:schemeClr val="bg1"/>
          </a:solidFill>
        </p:grpSpPr>
        <p:sp>
          <p:nvSpPr>
            <p:cNvPr id="25" name="任意多边形: 形状 24">
              <a:extLst>
                <a:ext uri="{FF2B5EF4-FFF2-40B4-BE49-F238E27FC236}">
                  <a16:creationId xmlns:a16="http://schemas.microsoft.com/office/drawing/2014/main" id="{C7E860D9-D7BE-78B8-7FB3-719038EFB052}"/>
                </a:ext>
              </a:extLst>
            </p:cNvPr>
            <p:cNvSpPr/>
            <p:nvPr/>
          </p:nvSpPr>
          <p:spPr>
            <a:xfrm>
              <a:off x="6024925" y="2415417"/>
              <a:ext cx="57150" cy="114300"/>
            </a:xfrm>
            <a:custGeom>
              <a:avLst/>
              <a:gdLst>
                <a:gd name="connsiteX0" fmla="*/ 28575 w 57150"/>
                <a:gd name="connsiteY0" fmla="*/ 114300 h 114300"/>
                <a:gd name="connsiteX1" fmla="*/ 57150 w 57150"/>
                <a:gd name="connsiteY1" fmla="*/ 85725 h 114300"/>
                <a:gd name="connsiteX2" fmla="*/ 57150 w 57150"/>
                <a:gd name="connsiteY2" fmla="*/ 28575 h 114300"/>
                <a:gd name="connsiteX3" fmla="*/ 28575 w 57150"/>
                <a:gd name="connsiteY3" fmla="*/ 0 h 114300"/>
                <a:gd name="connsiteX4" fmla="*/ 0 w 57150"/>
                <a:gd name="connsiteY4" fmla="*/ 28575 h 114300"/>
                <a:gd name="connsiteX5" fmla="*/ 0 w 57150"/>
                <a:gd name="connsiteY5" fmla="*/ 85725 h 114300"/>
                <a:gd name="connsiteX6" fmla="*/ 28575 w 57150"/>
                <a:gd name="connsiteY6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114300">
                  <a:moveTo>
                    <a:pt x="28575" y="114300"/>
                  </a:moveTo>
                  <a:cubicBezTo>
                    <a:pt x="44768" y="114300"/>
                    <a:pt x="57150" y="101918"/>
                    <a:pt x="57150" y="85725"/>
                  </a:cubicBezTo>
                  <a:lnTo>
                    <a:pt x="57150" y="28575"/>
                  </a:lnTo>
                  <a:cubicBezTo>
                    <a:pt x="57150" y="12383"/>
                    <a:pt x="44768" y="0"/>
                    <a:pt x="28575" y="0"/>
                  </a:cubicBezTo>
                  <a:cubicBezTo>
                    <a:pt x="12382" y="0"/>
                    <a:pt x="0" y="12383"/>
                    <a:pt x="0" y="28575"/>
                  </a:cubicBezTo>
                  <a:lnTo>
                    <a:pt x="0" y="85725"/>
                  </a:lnTo>
                  <a:cubicBezTo>
                    <a:pt x="0" y="101918"/>
                    <a:pt x="12382" y="114300"/>
                    <a:pt x="28575" y="114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6" name="任意多边形: 形状 25">
              <a:extLst>
                <a:ext uri="{FF2B5EF4-FFF2-40B4-BE49-F238E27FC236}">
                  <a16:creationId xmlns:a16="http://schemas.microsoft.com/office/drawing/2014/main" id="{213D5DA8-D03A-8CFB-0729-629218A0A35A}"/>
                </a:ext>
              </a:extLst>
            </p:cNvPr>
            <p:cNvSpPr/>
            <p:nvPr/>
          </p:nvSpPr>
          <p:spPr>
            <a:xfrm>
              <a:off x="5910625" y="2644017"/>
              <a:ext cx="647700" cy="419100"/>
            </a:xfrm>
            <a:custGeom>
              <a:avLst/>
              <a:gdLst>
                <a:gd name="connsiteX0" fmla="*/ 57150 w 647700"/>
                <a:gd name="connsiteY0" fmla="*/ 285750 h 419100"/>
                <a:gd name="connsiteX1" fmla="*/ 209550 w 647700"/>
                <a:gd name="connsiteY1" fmla="*/ 285750 h 419100"/>
                <a:gd name="connsiteX2" fmla="*/ 209550 w 647700"/>
                <a:gd name="connsiteY2" fmla="*/ 361950 h 419100"/>
                <a:gd name="connsiteX3" fmla="*/ 57150 w 647700"/>
                <a:gd name="connsiteY3" fmla="*/ 361950 h 419100"/>
                <a:gd name="connsiteX4" fmla="*/ 57150 w 647700"/>
                <a:gd name="connsiteY4" fmla="*/ 285750 h 419100"/>
                <a:gd name="connsiteX5" fmla="*/ 57150 w 647700"/>
                <a:gd name="connsiteY5" fmla="*/ 171450 h 419100"/>
                <a:gd name="connsiteX6" fmla="*/ 209550 w 647700"/>
                <a:gd name="connsiteY6" fmla="*/ 171450 h 419100"/>
                <a:gd name="connsiteX7" fmla="*/ 209550 w 647700"/>
                <a:gd name="connsiteY7" fmla="*/ 247650 h 419100"/>
                <a:gd name="connsiteX8" fmla="*/ 57150 w 647700"/>
                <a:gd name="connsiteY8" fmla="*/ 247650 h 419100"/>
                <a:gd name="connsiteX9" fmla="*/ 57150 w 647700"/>
                <a:gd name="connsiteY9" fmla="*/ 171450 h 419100"/>
                <a:gd name="connsiteX10" fmla="*/ 57150 w 647700"/>
                <a:gd name="connsiteY10" fmla="*/ 57150 h 419100"/>
                <a:gd name="connsiteX11" fmla="*/ 209550 w 647700"/>
                <a:gd name="connsiteY11" fmla="*/ 57150 h 419100"/>
                <a:gd name="connsiteX12" fmla="*/ 209550 w 647700"/>
                <a:gd name="connsiteY12" fmla="*/ 133350 h 419100"/>
                <a:gd name="connsiteX13" fmla="*/ 57150 w 647700"/>
                <a:gd name="connsiteY13" fmla="*/ 133350 h 419100"/>
                <a:gd name="connsiteX14" fmla="*/ 57150 w 647700"/>
                <a:gd name="connsiteY14" fmla="*/ 57150 h 419100"/>
                <a:gd name="connsiteX15" fmla="*/ 400050 w 647700"/>
                <a:gd name="connsiteY15" fmla="*/ 57150 h 419100"/>
                <a:gd name="connsiteX16" fmla="*/ 400050 w 647700"/>
                <a:gd name="connsiteY16" fmla="*/ 133350 h 419100"/>
                <a:gd name="connsiteX17" fmla="*/ 247650 w 647700"/>
                <a:gd name="connsiteY17" fmla="*/ 133350 h 419100"/>
                <a:gd name="connsiteX18" fmla="*/ 247650 w 647700"/>
                <a:gd name="connsiteY18" fmla="*/ 57150 h 419100"/>
                <a:gd name="connsiteX19" fmla="*/ 400050 w 647700"/>
                <a:gd name="connsiteY19" fmla="*/ 57150 h 419100"/>
                <a:gd name="connsiteX20" fmla="*/ 590550 w 647700"/>
                <a:gd name="connsiteY20" fmla="*/ 57150 h 419100"/>
                <a:gd name="connsiteX21" fmla="*/ 590550 w 647700"/>
                <a:gd name="connsiteY21" fmla="*/ 133350 h 419100"/>
                <a:gd name="connsiteX22" fmla="*/ 438150 w 647700"/>
                <a:gd name="connsiteY22" fmla="*/ 133350 h 419100"/>
                <a:gd name="connsiteX23" fmla="*/ 438150 w 647700"/>
                <a:gd name="connsiteY23" fmla="*/ 57150 h 419100"/>
                <a:gd name="connsiteX24" fmla="*/ 590550 w 647700"/>
                <a:gd name="connsiteY24" fmla="*/ 57150 h 419100"/>
                <a:gd name="connsiteX25" fmla="*/ 590550 w 647700"/>
                <a:gd name="connsiteY25" fmla="*/ 247650 h 419100"/>
                <a:gd name="connsiteX26" fmla="*/ 438150 w 647700"/>
                <a:gd name="connsiteY26" fmla="*/ 247650 h 419100"/>
                <a:gd name="connsiteX27" fmla="*/ 438150 w 647700"/>
                <a:gd name="connsiteY27" fmla="*/ 171450 h 419100"/>
                <a:gd name="connsiteX28" fmla="*/ 590550 w 647700"/>
                <a:gd name="connsiteY28" fmla="*/ 171450 h 419100"/>
                <a:gd name="connsiteX29" fmla="*/ 590550 w 647700"/>
                <a:gd name="connsiteY29" fmla="*/ 247650 h 419100"/>
                <a:gd name="connsiteX30" fmla="*/ 590550 w 647700"/>
                <a:gd name="connsiteY30" fmla="*/ 361950 h 419100"/>
                <a:gd name="connsiteX31" fmla="*/ 438150 w 647700"/>
                <a:gd name="connsiteY31" fmla="*/ 361950 h 419100"/>
                <a:gd name="connsiteX32" fmla="*/ 438150 w 647700"/>
                <a:gd name="connsiteY32" fmla="*/ 285750 h 419100"/>
                <a:gd name="connsiteX33" fmla="*/ 590550 w 647700"/>
                <a:gd name="connsiteY33" fmla="*/ 285750 h 419100"/>
                <a:gd name="connsiteX34" fmla="*/ 590550 w 647700"/>
                <a:gd name="connsiteY34" fmla="*/ 361950 h 419100"/>
                <a:gd name="connsiteX35" fmla="*/ 247650 w 647700"/>
                <a:gd name="connsiteY35" fmla="*/ 247650 h 419100"/>
                <a:gd name="connsiteX36" fmla="*/ 247650 w 647700"/>
                <a:gd name="connsiteY36" fmla="*/ 171450 h 419100"/>
                <a:gd name="connsiteX37" fmla="*/ 400050 w 647700"/>
                <a:gd name="connsiteY37" fmla="*/ 171450 h 419100"/>
                <a:gd name="connsiteX38" fmla="*/ 400050 w 647700"/>
                <a:gd name="connsiteY38" fmla="*/ 247650 h 419100"/>
                <a:gd name="connsiteX39" fmla="*/ 247650 w 647700"/>
                <a:gd name="connsiteY39" fmla="*/ 247650 h 419100"/>
                <a:gd name="connsiteX40" fmla="*/ 247650 w 647700"/>
                <a:gd name="connsiteY40" fmla="*/ 361950 h 419100"/>
                <a:gd name="connsiteX41" fmla="*/ 247650 w 647700"/>
                <a:gd name="connsiteY41" fmla="*/ 285750 h 419100"/>
                <a:gd name="connsiteX42" fmla="*/ 400050 w 647700"/>
                <a:gd name="connsiteY42" fmla="*/ 285750 h 419100"/>
                <a:gd name="connsiteX43" fmla="*/ 400050 w 647700"/>
                <a:gd name="connsiteY43" fmla="*/ 361950 h 419100"/>
                <a:gd name="connsiteX44" fmla="*/ 247650 w 647700"/>
                <a:gd name="connsiteY44" fmla="*/ 361950 h 419100"/>
                <a:gd name="connsiteX45" fmla="*/ 0 w 647700"/>
                <a:gd name="connsiteY45" fmla="*/ 419100 h 419100"/>
                <a:gd name="connsiteX46" fmla="*/ 647700 w 647700"/>
                <a:gd name="connsiteY46" fmla="*/ 419100 h 419100"/>
                <a:gd name="connsiteX47" fmla="*/ 647700 w 647700"/>
                <a:gd name="connsiteY47" fmla="*/ 0 h 419100"/>
                <a:gd name="connsiteX48" fmla="*/ 0 w 647700"/>
                <a:gd name="connsiteY48" fmla="*/ 0 h 419100"/>
                <a:gd name="connsiteX49" fmla="*/ 0 w 647700"/>
                <a:gd name="connsiteY49" fmla="*/ 419100 h 4191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</a:cxnLst>
              <a:rect l="l" t="t" r="r" b="b"/>
              <a:pathLst>
                <a:path w="647700" h="419100">
                  <a:moveTo>
                    <a:pt x="57150" y="285750"/>
                  </a:moveTo>
                  <a:lnTo>
                    <a:pt x="209550" y="285750"/>
                  </a:lnTo>
                  <a:lnTo>
                    <a:pt x="209550" y="361950"/>
                  </a:lnTo>
                  <a:lnTo>
                    <a:pt x="57150" y="361950"/>
                  </a:lnTo>
                  <a:lnTo>
                    <a:pt x="57150" y="285750"/>
                  </a:lnTo>
                  <a:close/>
                  <a:moveTo>
                    <a:pt x="57150" y="171450"/>
                  </a:moveTo>
                  <a:lnTo>
                    <a:pt x="209550" y="171450"/>
                  </a:lnTo>
                  <a:lnTo>
                    <a:pt x="209550" y="247650"/>
                  </a:lnTo>
                  <a:lnTo>
                    <a:pt x="57150" y="247650"/>
                  </a:lnTo>
                  <a:lnTo>
                    <a:pt x="57150" y="171450"/>
                  </a:lnTo>
                  <a:close/>
                  <a:moveTo>
                    <a:pt x="57150" y="57150"/>
                  </a:moveTo>
                  <a:lnTo>
                    <a:pt x="209550" y="57150"/>
                  </a:lnTo>
                  <a:lnTo>
                    <a:pt x="209550" y="133350"/>
                  </a:lnTo>
                  <a:lnTo>
                    <a:pt x="57150" y="133350"/>
                  </a:lnTo>
                  <a:lnTo>
                    <a:pt x="57150" y="57150"/>
                  </a:lnTo>
                  <a:close/>
                  <a:moveTo>
                    <a:pt x="400050" y="57150"/>
                  </a:moveTo>
                  <a:lnTo>
                    <a:pt x="400050" y="133350"/>
                  </a:lnTo>
                  <a:lnTo>
                    <a:pt x="247650" y="133350"/>
                  </a:lnTo>
                  <a:lnTo>
                    <a:pt x="247650" y="57150"/>
                  </a:lnTo>
                  <a:lnTo>
                    <a:pt x="400050" y="57150"/>
                  </a:lnTo>
                  <a:close/>
                  <a:moveTo>
                    <a:pt x="590550" y="57150"/>
                  </a:moveTo>
                  <a:lnTo>
                    <a:pt x="590550" y="133350"/>
                  </a:lnTo>
                  <a:lnTo>
                    <a:pt x="438150" y="133350"/>
                  </a:lnTo>
                  <a:lnTo>
                    <a:pt x="438150" y="57150"/>
                  </a:lnTo>
                  <a:lnTo>
                    <a:pt x="590550" y="57150"/>
                  </a:lnTo>
                  <a:close/>
                  <a:moveTo>
                    <a:pt x="590550" y="247650"/>
                  </a:moveTo>
                  <a:lnTo>
                    <a:pt x="438150" y="247650"/>
                  </a:lnTo>
                  <a:lnTo>
                    <a:pt x="438150" y="171450"/>
                  </a:lnTo>
                  <a:lnTo>
                    <a:pt x="590550" y="171450"/>
                  </a:lnTo>
                  <a:lnTo>
                    <a:pt x="590550" y="247650"/>
                  </a:lnTo>
                  <a:close/>
                  <a:moveTo>
                    <a:pt x="590550" y="361950"/>
                  </a:moveTo>
                  <a:lnTo>
                    <a:pt x="438150" y="361950"/>
                  </a:lnTo>
                  <a:lnTo>
                    <a:pt x="438150" y="285750"/>
                  </a:lnTo>
                  <a:lnTo>
                    <a:pt x="590550" y="285750"/>
                  </a:lnTo>
                  <a:lnTo>
                    <a:pt x="590550" y="361950"/>
                  </a:lnTo>
                  <a:close/>
                  <a:moveTo>
                    <a:pt x="247650" y="247650"/>
                  </a:moveTo>
                  <a:lnTo>
                    <a:pt x="247650" y="171450"/>
                  </a:lnTo>
                  <a:lnTo>
                    <a:pt x="400050" y="171450"/>
                  </a:lnTo>
                  <a:lnTo>
                    <a:pt x="400050" y="247650"/>
                  </a:lnTo>
                  <a:lnTo>
                    <a:pt x="247650" y="247650"/>
                  </a:lnTo>
                  <a:close/>
                  <a:moveTo>
                    <a:pt x="247650" y="361950"/>
                  </a:moveTo>
                  <a:lnTo>
                    <a:pt x="247650" y="285750"/>
                  </a:lnTo>
                  <a:lnTo>
                    <a:pt x="400050" y="285750"/>
                  </a:lnTo>
                  <a:lnTo>
                    <a:pt x="400050" y="361950"/>
                  </a:lnTo>
                  <a:lnTo>
                    <a:pt x="247650" y="361950"/>
                  </a:lnTo>
                  <a:close/>
                  <a:moveTo>
                    <a:pt x="0" y="419100"/>
                  </a:moveTo>
                  <a:lnTo>
                    <a:pt x="647700" y="419100"/>
                  </a:lnTo>
                  <a:lnTo>
                    <a:pt x="647700" y="0"/>
                  </a:lnTo>
                  <a:lnTo>
                    <a:pt x="0" y="0"/>
                  </a:lnTo>
                  <a:lnTo>
                    <a:pt x="0" y="41910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7" name="任意多边形: 形状 26">
              <a:extLst>
                <a:ext uri="{FF2B5EF4-FFF2-40B4-BE49-F238E27FC236}">
                  <a16:creationId xmlns:a16="http://schemas.microsoft.com/office/drawing/2014/main" id="{94B83626-C75C-5F6E-E9D0-18C7C573FA8D}"/>
                </a:ext>
              </a:extLst>
            </p:cNvPr>
            <p:cNvSpPr/>
            <p:nvPr/>
          </p:nvSpPr>
          <p:spPr>
            <a:xfrm>
              <a:off x="6386875" y="2415417"/>
              <a:ext cx="57150" cy="114300"/>
            </a:xfrm>
            <a:custGeom>
              <a:avLst/>
              <a:gdLst>
                <a:gd name="connsiteX0" fmla="*/ 28575 w 57150"/>
                <a:gd name="connsiteY0" fmla="*/ 114300 h 114300"/>
                <a:gd name="connsiteX1" fmla="*/ 57150 w 57150"/>
                <a:gd name="connsiteY1" fmla="*/ 85725 h 114300"/>
                <a:gd name="connsiteX2" fmla="*/ 57150 w 57150"/>
                <a:gd name="connsiteY2" fmla="*/ 28575 h 114300"/>
                <a:gd name="connsiteX3" fmla="*/ 28575 w 57150"/>
                <a:gd name="connsiteY3" fmla="*/ 0 h 114300"/>
                <a:gd name="connsiteX4" fmla="*/ 0 w 57150"/>
                <a:gd name="connsiteY4" fmla="*/ 28575 h 114300"/>
                <a:gd name="connsiteX5" fmla="*/ 0 w 57150"/>
                <a:gd name="connsiteY5" fmla="*/ 85725 h 114300"/>
                <a:gd name="connsiteX6" fmla="*/ 28575 w 57150"/>
                <a:gd name="connsiteY6" fmla="*/ 114300 h 1143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7150" h="114300">
                  <a:moveTo>
                    <a:pt x="28575" y="114300"/>
                  </a:moveTo>
                  <a:cubicBezTo>
                    <a:pt x="44767" y="114300"/>
                    <a:pt x="57150" y="101918"/>
                    <a:pt x="57150" y="85725"/>
                  </a:cubicBezTo>
                  <a:lnTo>
                    <a:pt x="57150" y="28575"/>
                  </a:lnTo>
                  <a:cubicBezTo>
                    <a:pt x="57150" y="12383"/>
                    <a:pt x="44767" y="0"/>
                    <a:pt x="28575" y="0"/>
                  </a:cubicBezTo>
                  <a:cubicBezTo>
                    <a:pt x="12383" y="0"/>
                    <a:pt x="0" y="12383"/>
                    <a:pt x="0" y="28575"/>
                  </a:cubicBezTo>
                  <a:lnTo>
                    <a:pt x="0" y="85725"/>
                  </a:lnTo>
                  <a:cubicBezTo>
                    <a:pt x="0" y="101918"/>
                    <a:pt x="12383" y="114300"/>
                    <a:pt x="28575" y="11430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  <p:sp>
          <p:nvSpPr>
            <p:cNvPr id="28" name="任意多边形: 形状 27">
              <a:extLst>
                <a:ext uri="{FF2B5EF4-FFF2-40B4-BE49-F238E27FC236}">
                  <a16:creationId xmlns:a16="http://schemas.microsoft.com/office/drawing/2014/main" id="{79E83DA8-1AD3-2D2A-A3FE-3ABA2577FF69}"/>
                </a:ext>
              </a:extLst>
            </p:cNvPr>
            <p:cNvSpPr/>
            <p:nvPr/>
          </p:nvSpPr>
          <p:spPr>
            <a:xfrm>
              <a:off x="5910625" y="2472567"/>
              <a:ext cx="647700" cy="133350"/>
            </a:xfrm>
            <a:custGeom>
              <a:avLst/>
              <a:gdLst>
                <a:gd name="connsiteX0" fmla="*/ 571500 w 647700"/>
                <a:gd name="connsiteY0" fmla="*/ 0 h 133350"/>
                <a:gd name="connsiteX1" fmla="*/ 571500 w 647700"/>
                <a:gd name="connsiteY1" fmla="*/ 28575 h 133350"/>
                <a:gd name="connsiteX2" fmla="*/ 504825 w 647700"/>
                <a:gd name="connsiteY2" fmla="*/ 95250 h 133350"/>
                <a:gd name="connsiteX3" fmla="*/ 438150 w 647700"/>
                <a:gd name="connsiteY3" fmla="*/ 28575 h 133350"/>
                <a:gd name="connsiteX4" fmla="*/ 438150 w 647700"/>
                <a:gd name="connsiteY4" fmla="*/ 0 h 133350"/>
                <a:gd name="connsiteX5" fmla="*/ 209550 w 647700"/>
                <a:gd name="connsiteY5" fmla="*/ 0 h 133350"/>
                <a:gd name="connsiteX6" fmla="*/ 209550 w 647700"/>
                <a:gd name="connsiteY6" fmla="*/ 28575 h 133350"/>
                <a:gd name="connsiteX7" fmla="*/ 142875 w 647700"/>
                <a:gd name="connsiteY7" fmla="*/ 95250 h 133350"/>
                <a:gd name="connsiteX8" fmla="*/ 76200 w 647700"/>
                <a:gd name="connsiteY8" fmla="*/ 28575 h 133350"/>
                <a:gd name="connsiteX9" fmla="*/ 76200 w 647700"/>
                <a:gd name="connsiteY9" fmla="*/ 0 h 133350"/>
                <a:gd name="connsiteX10" fmla="*/ 0 w 647700"/>
                <a:gd name="connsiteY10" fmla="*/ 0 h 133350"/>
                <a:gd name="connsiteX11" fmla="*/ 0 w 647700"/>
                <a:gd name="connsiteY11" fmla="*/ 133350 h 133350"/>
                <a:gd name="connsiteX12" fmla="*/ 647700 w 647700"/>
                <a:gd name="connsiteY12" fmla="*/ 133350 h 133350"/>
                <a:gd name="connsiteX13" fmla="*/ 647700 w 647700"/>
                <a:gd name="connsiteY13" fmla="*/ 0 h 133350"/>
                <a:gd name="connsiteX14" fmla="*/ 571500 w 647700"/>
                <a:gd name="connsiteY14" fmla="*/ 0 h 133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647700" h="133350">
                  <a:moveTo>
                    <a:pt x="571500" y="0"/>
                  </a:moveTo>
                  <a:lnTo>
                    <a:pt x="571500" y="28575"/>
                  </a:lnTo>
                  <a:cubicBezTo>
                    <a:pt x="571500" y="65723"/>
                    <a:pt x="541973" y="95250"/>
                    <a:pt x="504825" y="95250"/>
                  </a:cubicBezTo>
                  <a:cubicBezTo>
                    <a:pt x="467678" y="95250"/>
                    <a:pt x="438150" y="65723"/>
                    <a:pt x="438150" y="28575"/>
                  </a:cubicBezTo>
                  <a:lnTo>
                    <a:pt x="438150" y="0"/>
                  </a:lnTo>
                  <a:lnTo>
                    <a:pt x="209550" y="0"/>
                  </a:lnTo>
                  <a:lnTo>
                    <a:pt x="209550" y="28575"/>
                  </a:lnTo>
                  <a:cubicBezTo>
                    <a:pt x="209550" y="65723"/>
                    <a:pt x="180023" y="95250"/>
                    <a:pt x="142875" y="95250"/>
                  </a:cubicBezTo>
                  <a:cubicBezTo>
                    <a:pt x="105728" y="95250"/>
                    <a:pt x="76200" y="65723"/>
                    <a:pt x="76200" y="28575"/>
                  </a:cubicBezTo>
                  <a:lnTo>
                    <a:pt x="76200" y="0"/>
                  </a:lnTo>
                  <a:lnTo>
                    <a:pt x="0" y="0"/>
                  </a:lnTo>
                  <a:lnTo>
                    <a:pt x="0" y="133350"/>
                  </a:lnTo>
                  <a:lnTo>
                    <a:pt x="647700" y="133350"/>
                  </a:lnTo>
                  <a:lnTo>
                    <a:pt x="647700" y="0"/>
                  </a:lnTo>
                  <a:lnTo>
                    <a:pt x="571500" y="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zh-CN" altLang="en-US"/>
            </a:p>
          </p:txBody>
        </p:sp>
      </p:grpSp>
      <p:sp>
        <p:nvSpPr>
          <p:cNvPr id="29" name="文本框 28">
            <a:extLst>
              <a:ext uri="{FF2B5EF4-FFF2-40B4-BE49-F238E27FC236}">
                <a16:creationId xmlns:a16="http://schemas.microsoft.com/office/drawing/2014/main" id="{C2FB9AC5-B58E-9384-6271-F0F1F98515E1}"/>
              </a:ext>
            </a:extLst>
          </p:cNvPr>
          <p:cNvSpPr txBox="1"/>
          <p:nvPr/>
        </p:nvSpPr>
        <p:spPr>
          <a:xfrm>
            <a:off x="1249172" y="4829604"/>
            <a:ext cx="1322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>
                <a:solidFill>
                  <a:schemeClr val="bg1"/>
                </a:solidFill>
              </a:rPr>
              <a:t>添加关键词</a:t>
            </a:r>
          </a:p>
        </p:txBody>
      </p:sp>
    </p:spTree>
    <p:extLst>
      <p:ext uri="{BB962C8B-B14F-4D97-AF65-F5344CB8AC3E}">
        <p14:creationId xmlns:p14="http://schemas.microsoft.com/office/powerpoint/2010/main" val="27558703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AC20D0-D7CA-08BA-21E6-8610C85169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1122C670-5D03-6908-05D1-43BCBD11F99A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8BF7AE4-27DE-5245-A301-11B4C65CC836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B1353BE3-6898-718F-559F-58668E43E7B7}"/>
              </a:ext>
            </a:extLst>
          </p:cNvPr>
          <p:cNvSpPr/>
          <p:nvPr/>
        </p:nvSpPr>
        <p:spPr>
          <a:xfrm>
            <a:off x="947738" y="1856422"/>
            <a:ext cx="2867660" cy="357695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855FDB67-9438-B46C-3E9F-B2776A25EE45}"/>
              </a:ext>
            </a:extLst>
          </p:cNvPr>
          <p:cNvSpPr/>
          <p:nvPr/>
        </p:nvSpPr>
        <p:spPr>
          <a:xfrm flipH="1">
            <a:off x="1418232" y="1496255"/>
            <a:ext cx="1923708" cy="942462"/>
          </a:xfrm>
          <a:custGeom>
            <a:avLst/>
            <a:gdLst>
              <a:gd name="connsiteX0" fmla="*/ 8057389 w 8057454"/>
              <a:gd name="connsiteY0" fmla="*/ 0 h 3787615"/>
              <a:gd name="connsiteX1" fmla="*/ 8051332 w 8057454"/>
              <a:gd name="connsiteY1" fmla="*/ 2682 h 3787615"/>
              <a:gd name="connsiteX2" fmla="*/ 7101916 w 8057454"/>
              <a:gd name="connsiteY2" fmla="*/ 246911 h 3787615"/>
              <a:gd name="connsiteX3" fmla="*/ 5330642 w 8057454"/>
              <a:gd name="connsiteY3" fmla="*/ 235780 h 3787615"/>
              <a:gd name="connsiteX4" fmla="*/ 4034265 w 8057454"/>
              <a:gd name="connsiteY4" fmla="*/ 1067276 h 3787615"/>
              <a:gd name="connsiteX5" fmla="*/ 4028728 w 8057454"/>
              <a:gd name="connsiteY5" fmla="*/ 1073443 h 3787615"/>
              <a:gd name="connsiteX6" fmla="*/ 4023192 w 8057454"/>
              <a:gd name="connsiteY6" fmla="*/ 1067276 h 3787615"/>
              <a:gd name="connsiteX7" fmla="*/ 2726814 w 8057454"/>
              <a:gd name="connsiteY7" fmla="*/ 235780 h 3787615"/>
              <a:gd name="connsiteX8" fmla="*/ 955539 w 8057454"/>
              <a:gd name="connsiteY8" fmla="*/ 246911 h 3787615"/>
              <a:gd name="connsiteX9" fmla="*/ 6122 w 8057454"/>
              <a:gd name="connsiteY9" fmla="*/ 2682 h 3787615"/>
              <a:gd name="connsiteX10" fmla="*/ 65 w 8057454"/>
              <a:gd name="connsiteY10" fmla="*/ 0 h 3787615"/>
              <a:gd name="connsiteX11" fmla="*/ 65 w 8057454"/>
              <a:gd name="connsiteY11" fmla="*/ 2714108 h 3787615"/>
              <a:gd name="connsiteX12" fmla="*/ 0 w 8057454"/>
              <a:gd name="connsiteY12" fmla="*/ 2714143 h 3787615"/>
              <a:gd name="connsiteX13" fmla="*/ 65 w 8057454"/>
              <a:gd name="connsiteY13" fmla="*/ 2714172 h 3787615"/>
              <a:gd name="connsiteX14" fmla="*/ 6122 w 8057454"/>
              <a:gd name="connsiteY14" fmla="*/ 2716854 h 3787615"/>
              <a:gd name="connsiteX15" fmla="*/ 955539 w 8057454"/>
              <a:gd name="connsiteY15" fmla="*/ 2961083 h 3787615"/>
              <a:gd name="connsiteX16" fmla="*/ 2726814 w 8057454"/>
              <a:gd name="connsiteY16" fmla="*/ 2949952 h 3787615"/>
              <a:gd name="connsiteX17" fmla="*/ 4023192 w 8057454"/>
              <a:gd name="connsiteY17" fmla="*/ 3781448 h 3787615"/>
              <a:gd name="connsiteX18" fmla="*/ 4028728 w 8057454"/>
              <a:gd name="connsiteY18" fmla="*/ 3787615 h 3787615"/>
              <a:gd name="connsiteX19" fmla="*/ 4034265 w 8057454"/>
              <a:gd name="connsiteY19" fmla="*/ 3781448 h 3787615"/>
              <a:gd name="connsiteX20" fmla="*/ 5330642 w 8057454"/>
              <a:gd name="connsiteY20" fmla="*/ 2949952 h 3787615"/>
              <a:gd name="connsiteX21" fmla="*/ 7101916 w 8057454"/>
              <a:gd name="connsiteY21" fmla="*/ 2961083 h 3787615"/>
              <a:gd name="connsiteX22" fmla="*/ 8051332 w 8057454"/>
              <a:gd name="connsiteY22" fmla="*/ 2716854 h 3787615"/>
              <a:gd name="connsiteX23" fmla="*/ 8057389 w 8057454"/>
              <a:gd name="connsiteY23" fmla="*/ 2714172 h 3787615"/>
              <a:gd name="connsiteX24" fmla="*/ 8057454 w 8057454"/>
              <a:gd name="connsiteY24" fmla="*/ 2714143 h 3787615"/>
              <a:gd name="connsiteX25" fmla="*/ 8057389 w 8057454"/>
              <a:gd name="connsiteY25" fmla="*/ 2714108 h 3787615"/>
              <a:gd name="connsiteX26" fmla="*/ 8057389 w 8057454"/>
              <a:gd name="connsiteY26" fmla="*/ 0 h 378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057454" h="3787615">
                <a:moveTo>
                  <a:pt x="8057389" y="0"/>
                </a:moveTo>
                <a:lnTo>
                  <a:pt x="8051332" y="2682"/>
                </a:lnTo>
                <a:cubicBezTo>
                  <a:pt x="7990912" y="29212"/>
                  <a:pt x="7495255" y="241617"/>
                  <a:pt x="7101916" y="246911"/>
                </a:cubicBezTo>
                <a:cubicBezTo>
                  <a:pt x="6682352" y="252557"/>
                  <a:pt x="6042406" y="90044"/>
                  <a:pt x="5330642" y="235780"/>
                </a:cubicBezTo>
                <a:cubicBezTo>
                  <a:pt x="4707848" y="363301"/>
                  <a:pt x="4161197" y="928075"/>
                  <a:pt x="4034265" y="1067276"/>
                </a:cubicBezTo>
                <a:lnTo>
                  <a:pt x="4028728" y="1073443"/>
                </a:lnTo>
                <a:lnTo>
                  <a:pt x="4023192" y="1067276"/>
                </a:lnTo>
                <a:cubicBezTo>
                  <a:pt x="3896260" y="928075"/>
                  <a:pt x="3349608" y="363301"/>
                  <a:pt x="2726814" y="235780"/>
                </a:cubicBezTo>
                <a:cubicBezTo>
                  <a:pt x="2015049" y="90044"/>
                  <a:pt x="1375102" y="252557"/>
                  <a:pt x="955539" y="246911"/>
                </a:cubicBezTo>
                <a:cubicBezTo>
                  <a:pt x="562200" y="241617"/>
                  <a:pt x="66542" y="29212"/>
                  <a:pt x="6122" y="2682"/>
                </a:cubicBezTo>
                <a:lnTo>
                  <a:pt x="65" y="0"/>
                </a:lnTo>
                <a:lnTo>
                  <a:pt x="65" y="2714108"/>
                </a:lnTo>
                <a:lnTo>
                  <a:pt x="0" y="2714143"/>
                </a:lnTo>
                <a:lnTo>
                  <a:pt x="65" y="2714172"/>
                </a:lnTo>
                <a:lnTo>
                  <a:pt x="6122" y="2716854"/>
                </a:lnTo>
                <a:cubicBezTo>
                  <a:pt x="66542" y="2743384"/>
                  <a:pt x="562200" y="2955789"/>
                  <a:pt x="955539" y="2961083"/>
                </a:cubicBezTo>
                <a:cubicBezTo>
                  <a:pt x="1375102" y="2966729"/>
                  <a:pt x="2015049" y="2804216"/>
                  <a:pt x="2726814" y="2949952"/>
                </a:cubicBezTo>
                <a:cubicBezTo>
                  <a:pt x="3349608" y="3077473"/>
                  <a:pt x="3896260" y="3642247"/>
                  <a:pt x="4023192" y="3781448"/>
                </a:cubicBezTo>
                <a:lnTo>
                  <a:pt x="4028728" y="3787615"/>
                </a:lnTo>
                <a:lnTo>
                  <a:pt x="4034265" y="3781448"/>
                </a:lnTo>
                <a:cubicBezTo>
                  <a:pt x="4161197" y="3642247"/>
                  <a:pt x="4707848" y="3077473"/>
                  <a:pt x="5330642" y="2949952"/>
                </a:cubicBezTo>
                <a:cubicBezTo>
                  <a:pt x="6042406" y="2804216"/>
                  <a:pt x="6682352" y="2966729"/>
                  <a:pt x="7101916" y="2961083"/>
                </a:cubicBezTo>
                <a:cubicBezTo>
                  <a:pt x="7495255" y="2955789"/>
                  <a:pt x="7990912" y="2743384"/>
                  <a:pt x="8051332" y="2716854"/>
                </a:cubicBezTo>
                <a:lnTo>
                  <a:pt x="8057389" y="2714172"/>
                </a:lnTo>
                <a:lnTo>
                  <a:pt x="8057454" y="2714143"/>
                </a:lnTo>
                <a:lnTo>
                  <a:pt x="8057389" y="2714108"/>
                </a:lnTo>
                <a:lnTo>
                  <a:pt x="8057389" y="0"/>
                </a:lnTo>
                <a:close/>
              </a:path>
            </a:pathLst>
          </a:custGeom>
          <a:solidFill>
            <a:srgbClr val="D5A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06FAF4C-B1D1-E92C-EB62-9DBE2AC8C2C6}"/>
              </a:ext>
            </a:extLst>
          </p:cNvPr>
          <p:cNvSpPr txBox="1"/>
          <p:nvPr/>
        </p:nvSpPr>
        <p:spPr>
          <a:xfrm>
            <a:off x="1262304" y="2702804"/>
            <a:ext cx="2235564" cy="19174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字以内，据统计每页幻灯片的最好控制在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分钟之内。此处添加详细文本描述，建议与标题相关并符合整体语言风格，语言描述尽量简洁生动。</a:t>
            </a:r>
            <a:endParaRPr lang="en-US" altLang="zh-CN" sz="10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2E51A8E6-1F50-4379-6010-4110E9995CCD}"/>
              </a:ext>
            </a:extLst>
          </p:cNvPr>
          <p:cNvSpPr txBox="1"/>
          <p:nvPr/>
        </p:nvSpPr>
        <p:spPr>
          <a:xfrm>
            <a:off x="1588343" y="1792922"/>
            <a:ext cx="158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E9736231-2405-78BE-FF8B-6535BEEB0E4D}"/>
              </a:ext>
            </a:extLst>
          </p:cNvPr>
          <p:cNvSpPr/>
          <p:nvPr/>
        </p:nvSpPr>
        <p:spPr>
          <a:xfrm>
            <a:off x="4642432" y="1856422"/>
            <a:ext cx="2867660" cy="357695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23" name="任意多边形: 形状 22" descr="D:\51PPT模板网\51pptmoban.com\图片.jpg">
            <a:extLst>
              <a:ext uri="{FF2B5EF4-FFF2-40B4-BE49-F238E27FC236}">
                <a16:creationId xmlns:a16="http://schemas.microsoft.com/office/drawing/2014/main" id="{A3C3F614-294E-A478-11FC-AB5777D850F9}"/>
              </a:ext>
            </a:extLst>
          </p:cNvPr>
          <p:cNvSpPr/>
          <p:nvPr/>
        </p:nvSpPr>
        <p:spPr>
          <a:xfrm flipH="1">
            <a:off x="5112926" y="1496255"/>
            <a:ext cx="1923708" cy="942462"/>
          </a:xfrm>
          <a:custGeom>
            <a:avLst/>
            <a:gdLst>
              <a:gd name="connsiteX0" fmla="*/ 8057389 w 8057454"/>
              <a:gd name="connsiteY0" fmla="*/ 0 h 3787615"/>
              <a:gd name="connsiteX1" fmla="*/ 8051332 w 8057454"/>
              <a:gd name="connsiteY1" fmla="*/ 2682 h 3787615"/>
              <a:gd name="connsiteX2" fmla="*/ 7101916 w 8057454"/>
              <a:gd name="connsiteY2" fmla="*/ 246911 h 3787615"/>
              <a:gd name="connsiteX3" fmla="*/ 5330642 w 8057454"/>
              <a:gd name="connsiteY3" fmla="*/ 235780 h 3787615"/>
              <a:gd name="connsiteX4" fmla="*/ 4034265 w 8057454"/>
              <a:gd name="connsiteY4" fmla="*/ 1067276 h 3787615"/>
              <a:gd name="connsiteX5" fmla="*/ 4028728 w 8057454"/>
              <a:gd name="connsiteY5" fmla="*/ 1073443 h 3787615"/>
              <a:gd name="connsiteX6" fmla="*/ 4023192 w 8057454"/>
              <a:gd name="connsiteY6" fmla="*/ 1067276 h 3787615"/>
              <a:gd name="connsiteX7" fmla="*/ 2726814 w 8057454"/>
              <a:gd name="connsiteY7" fmla="*/ 235780 h 3787615"/>
              <a:gd name="connsiteX8" fmla="*/ 955539 w 8057454"/>
              <a:gd name="connsiteY8" fmla="*/ 246911 h 3787615"/>
              <a:gd name="connsiteX9" fmla="*/ 6122 w 8057454"/>
              <a:gd name="connsiteY9" fmla="*/ 2682 h 3787615"/>
              <a:gd name="connsiteX10" fmla="*/ 65 w 8057454"/>
              <a:gd name="connsiteY10" fmla="*/ 0 h 3787615"/>
              <a:gd name="connsiteX11" fmla="*/ 65 w 8057454"/>
              <a:gd name="connsiteY11" fmla="*/ 2714108 h 3787615"/>
              <a:gd name="connsiteX12" fmla="*/ 0 w 8057454"/>
              <a:gd name="connsiteY12" fmla="*/ 2714143 h 3787615"/>
              <a:gd name="connsiteX13" fmla="*/ 65 w 8057454"/>
              <a:gd name="connsiteY13" fmla="*/ 2714172 h 3787615"/>
              <a:gd name="connsiteX14" fmla="*/ 6122 w 8057454"/>
              <a:gd name="connsiteY14" fmla="*/ 2716854 h 3787615"/>
              <a:gd name="connsiteX15" fmla="*/ 955539 w 8057454"/>
              <a:gd name="connsiteY15" fmla="*/ 2961083 h 3787615"/>
              <a:gd name="connsiteX16" fmla="*/ 2726814 w 8057454"/>
              <a:gd name="connsiteY16" fmla="*/ 2949952 h 3787615"/>
              <a:gd name="connsiteX17" fmla="*/ 4023192 w 8057454"/>
              <a:gd name="connsiteY17" fmla="*/ 3781448 h 3787615"/>
              <a:gd name="connsiteX18" fmla="*/ 4028728 w 8057454"/>
              <a:gd name="connsiteY18" fmla="*/ 3787615 h 3787615"/>
              <a:gd name="connsiteX19" fmla="*/ 4034265 w 8057454"/>
              <a:gd name="connsiteY19" fmla="*/ 3781448 h 3787615"/>
              <a:gd name="connsiteX20" fmla="*/ 5330642 w 8057454"/>
              <a:gd name="connsiteY20" fmla="*/ 2949952 h 3787615"/>
              <a:gd name="connsiteX21" fmla="*/ 7101916 w 8057454"/>
              <a:gd name="connsiteY21" fmla="*/ 2961083 h 3787615"/>
              <a:gd name="connsiteX22" fmla="*/ 8051332 w 8057454"/>
              <a:gd name="connsiteY22" fmla="*/ 2716854 h 3787615"/>
              <a:gd name="connsiteX23" fmla="*/ 8057389 w 8057454"/>
              <a:gd name="connsiteY23" fmla="*/ 2714172 h 3787615"/>
              <a:gd name="connsiteX24" fmla="*/ 8057454 w 8057454"/>
              <a:gd name="connsiteY24" fmla="*/ 2714143 h 3787615"/>
              <a:gd name="connsiteX25" fmla="*/ 8057389 w 8057454"/>
              <a:gd name="connsiteY25" fmla="*/ 2714108 h 3787615"/>
              <a:gd name="connsiteX26" fmla="*/ 8057389 w 8057454"/>
              <a:gd name="connsiteY26" fmla="*/ 0 h 378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057454" h="3787615">
                <a:moveTo>
                  <a:pt x="8057389" y="0"/>
                </a:moveTo>
                <a:lnTo>
                  <a:pt x="8051332" y="2682"/>
                </a:lnTo>
                <a:cubicBezTo>
                  <a:pt x="7990912" y="29212"/>
                  <a:pt x="7495255" y="241617"/>
                  <a:pt x="7101916" y="246911"/>
                </a:cubicBezTo>
                <a:cubicBezTo>
                  <a:pt x="6682352" y="252557"/>
                  <a:pt x="6042406" y="90044"/>
                  <a:pt x="5330642" y="235780"/>
                </a:cubicBezTo>
                <a:cubicBezTo>
                  <a:pt x="4707848" y="363301"/>
                  <a:pt x="4161197" y="928075"/>
                  <a:pt x="4034265" y="1067276"/>
                </a:cubicBezTo>
                <a:lnTo>
                  <a:pt x="4028728" y="1073443"/>
                </a:lnTo>
                <a:lnTo>
                  <a:pt x="4023192" y="1067276"/>
                </a:lnTo>
                <a:cubicBezTo>
                  <a:pt x="3896260" y="928075"/>
                  <a:pt x="3349608" y="363301"/>
                  <a:pt x="2726814" y="235780"/>
                </a:cubicBezTo>
                <a:cubicBezTo>
                  <a:pt x="2015049" y="90044"/>
                  <a:pt x="1375102" y="252557"/>
                  <a:pt x="955539" y="246911"/>
                </a:cubicBezTo>
                <a:cubicBezTo>
                  <a:pt x="562200" y="241617"/>
                  <a:pt x="66542" y="29212"/>
                  <a:pt x="6122" y="2682"/>
                </a:cubicBezTo>
                <a:lnTo>
                  <a:pt x="65" y="0"/>
                </a:lnTo>
                <a:lnTo>
                  <a:pt x="65" y="2714108"/>
                </a:lnTo>
                <a:lnTo>
                  <a:pt x="0" y="2714143"/>
                </a:lnTo>
                <a:lnTo>
                  <a:pt x="65" y="2714172"/>
                </a:lnTo>
                <a:lnTo>
                  <a:pt x="6122" y="2716854"/>
                </a:lnTo>
                <a:cubicBezTo>
                  <a:pt x="66542" y="2743384"/>
                  <a:pt x="562200" y="2955789"/>
                  <a:pt x="955539" y="2961083"/>
                </a:cubicBezTo>
                <a:cubicBezTo>
                  <a:pt x="1375102" y="2966729"/>
                  <a:pt x="2015049" y="2804216"/>
                  <a:pt x="2726814" y="2949952"/>
                </a:cubicBezTo>
                <a:cubicBezTo>
                  <a:pt x="3349608" y="3077473"/>
                  <a:pt x="3896260" y="3642247"/>
                  <a:pt x="4023192" y="3781448"/>
                </a:cubicBezTo>
                <a:lnTo>
                  <a:pt x="4028728" y="3787615"/>
                </a:lnTo>
                <a:lnTo>
                  <a:pt x="4034265" y="3781448"/>
                </a:lnTo>
                <a:cubicBezTo>
                  <a:pt x="4161197" y="3642247"/>
                  <a:pt x="4707848" y="3077473"/>
                  <a:pt x="5330642" y="2949952"/>
                </a:cubicBezTo>
                <a:cubicBezTo>
                  <a:pt x="6042406" y="2804216"/>
                  <a:pt x="6682352" y="2966729"/>
                  <a:pt x="7101916" y="2961083"/>
                </a:cubicBezTo>
                <a:cubicBezTo>
                  <a:pt x="7495255" y="2955789"/>
                  <a:pt x="7990912" y="2743384"/>
                  <a:pt x="8051332" y="2716854"/>
                </a:cubicBezTo>
                <a:lnTo>
                  <a:pt x="8057389" y="2714172"/>
                </a:lnTo>
                <a:lnTo>
                  <a:pt x="8057454" y="2714143"/>
                </a:lnTo>
                <a:lnTo>
                  <a:pt x="8057389" y="2714108"/>
                </a:lnTo>
                <a:lnTo>
                  <a:pt x="8057389" y="0"/>
                </a:ln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89F866AF-CBCF-CBFE-238D-6830419E776A}"/>
              </a:ext>
            </a:extLst>
          </p:cNvPr>
          <p:cNvSpPr txBox="1"/>
          <p:nvPr/>
        </p:nvSpPr>
        <p:spPr>
          <a:xfrm>
            <a:off x="4956998" y="2702804"/>
            <a:ext cx="2235564" cy="19174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字以内，据统计每页幻灯片的最好控制在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分钟之内。此处添加详细文本描述，建议与标题相关并符合整体语言风格，语言描述尽量简洁生动。</a:t>
            </a:r>
            <a:endParaRPr lang="en-US" altLang="zh-CN" sz="10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D1040D99-79A9-E65A-E1E2-9EDD747FBE22}"/>
              </a:ext>
            </a:extLst>
          </p:cNvPr>
          <p:cNvSpPr txBox="1"/>
          <p:nvPr/>
        </p:nvSpPr>
        <p:spPr>
          <a:xfrm>
            <a:off x="5283037" y="1792922"/>
            <a:ext cx="158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添加标题文本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C5FB980D-0D62-9070-B1BD-1E32008BC83B}"/>
              </a:ext>
            </a:extLst>
          </p:cNvPr>
          <p:cNvSpPr/>
          <p:nvPr/>
        </p:nvSpPr>
        <p:spPr>
          <a:xfrm>
            <a:off x="8384540" y="1856422"/>
            <a:ext cx="2867660" cy="3576955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+mn-lt"/>
            </a:endParaRPr>
          </a:p>
        </p:txBody>
      </p:sp>
      <p:sp>
        <p:nvSpPr>
          <p:cNvPr id="28" name="任意多边形: 形状 27">
            <a:extLst>
              <a:ext uri="{FF2B5EF4-FFF2-40B4-BE49-F238E27FC236}">
                <a16:creationId xmlns:a16="http://schemas.microsoft.com/office/drawing/2014/main" id="{B14E0D37-3997-2735-F62D-1B37BB8F11E8}"/>
              </a:ext>
            </a:extLst>
          </p:cNvPr>
          <p:cNvSpPr/>
          <p:nvPr/>
        </p:nvSpPr>
        <p:spPr>
          <a:xfrm flipH="1">
            <a:off x="8855034" y="1496255"/>
            <a:ext cx="1923708" cy="942462"/>
          </a:xfrm>
          <a:custGeom>
            <a:avLst/>
            <a:gdLst>
              <a:gd name="connsiteX0" fmla="*/ 8057389 w 8057454"/>
              <a:gd name="connsiteY0" fmla="*/ 0 h 3787615"/>
              <a:gd name="connsiteX1" fmla="*/ 8051332 w 8057454"/>
              <a:gd name="connsiteY1" fmla="*/ 2682 h 3787615"/>
              <a:gd name="connsiteX2" fmla="*/ 7101916 w 8057454"/>
              <a:gd name="connsiteY2" fmla="*/ 246911 h 3787615"/>
              <a:gd name="connsiteX3" fmla="*/ 5330642 w 8057454"/>
              <a:gd name="connsiteY3" fmla="*/ 235780 h 3787615"/>
              <a:gd name="connsiteX4" fmla="*/ 4034265 w 8057454"/>
              <a:gd name="connsiteY4" fmla="*/ 1067276 h 3787615"/>
              <a:gd name="connsiteX5" fmla="*/ 4028728 w 8057454"/>
              <a:gd name="connsiteY5" fmla="*/ 1073443 h 3787615"/>
              <a:gd name="connsiteX6" fmla="*/ 4023192 w 8057454"/>
              <a:gd name="connsiteY6" fmla="*/ 1067276 h 3787615"/>
              <a:gd name="connsiteX7" fmla="*/ 2726814 w 8057454"/>
              <a:gd name="connsiteY7" fmla="*/ 235780 h 3787615"/>
              <a:gd name="connsiteX8" fmla="*/ 955539 w 8057454"/>
              <a:gd name="connsiteY8" fmla="*/ 246911 h 3787615"/>
              <a:gd name="connsiteX9" fmla="*/ 6122 w 8057454"/>
              <a:gd name="connsiteY9" fmla="*/ 2682 h 3787615"/>
              <a:gd name="connsiteX10" fmla="*/ 65 w 8057454"/>
              <a:gd name="connsiteY10" fmla="*/ 0 h 3787615"/>
              <a:gd name="connsiteX11" fmla="*/ 65 w 8057454"/>
              <a:gd name="connsiteY11" fmla="*/ 2714108 h 3787615"/>
              <a:gd name="connsiteX12" fmla="*/ 0 w 8057454"/>
              <a:gd name="connsiteY12" fmla="*/ 2714143 h 3787615"/>
              <a:gd name="connsiteX13" fmla="*/ 65 w 8057454"/>
              <a:gd name="connsiteY13" fmla="*/ 2714172 h 3787615"/>
              <a:gd name="connsiteX14" fmla="*/ 6122 w 8057454"/>
              <a:gd name="connsiteY14" fmla="*/ 2716854 h 3787615"/>
              <a:gd name="connsiteX15" fmla="*/ 955539 w 8057454"/>
              <a:gd name="connsiteY15" fmla="*/ 2961083 h 3787615"/>
              <a:gd name="connsiteX16" fmla="*/ 2726814 w 8057454"/>
              <a:gd name="connsiteY16" fmla="*/ 2949952 h 3787615"/>
              <a:gd name="connsiteX17" fmla="*/ 4023192 w 8057454"/>
              <a:gd name="connsiteY17" fmla="*/ 3781448 h 3787615"/>
              <a:gd name="connsiteX18" fmla="*/ 4028728 w 8057454"/>
              <a:gd name="connsiteY18" fmla="*/ 3787615 h 3787615"/>
              <a:gd name="connsiteX19" fmla="*/ 4034265 w 8057454"/>
              <a:gd name="connsiteY19" fmla="*/ 3781448 h 3787615"/>
              <a:gd name="connsiteX20" fmla="*/ 5330642 w 8057454"/>
              <a:gd name="connsiteY20" fmla="*/ 2949952 h 3787615"/>
              <a:gd name="connsiteX21" fmla="*/ 7101916 w 8057454"/>
              <a:gd name="connsiteY21" fmla="*/ 2961083 h 3787615"/>
              <a:gd name="connsiteX22" fmla="*/ 8051332 w 8057454"/>
              <a:gd name="connsiteY22" fmla="*/ 2716854 h 3787615"/>
              <a:gd name="connsiteX23" fmla="*/ 8057389 w 8057454"/>
              <a:gd name="connsiteY23" fmla="*/ 2714172 h 3787615"/>
              <a:gd name="connsiteX24" fmla="*/ 8057454 w 8057454"/>
              <a:gd name="connsiteY24" fmla="*/ 2714143 h 3787615"/>
              <a:gd name="connsiteX25" fmla="*/ 8057389 w 8057454"/>
              <a:gd name="connsiteY25" fmla="*/ 2714108 h 3787615"/>
              <a:gd name="connsiteX26" fmla="*/ 8057389 w 8057454"/>
              <a:gd name="connsiteY26" fmla="*/ 0 h 378761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8057454" h="3787615">
                <a:moveTo>
                  <a:pt x="8057389" y="0"/>
                </a:moveTo>
                <a:lnTo>
                  <a:pt x="8051332" y="2682"/>
                </a:lnTo>
                <a:cubicBezTo>
                  <a:pt x="7990912" y="29212"/>
                  <a:pt x="7495255" y="241617"/>
                  <a:pt x="7101916" y="246911"/>
                </a:cubicBezTo>
                <a:cubicBezTo>
                  <a:pt x="6682352" y="252557"/>
                  <a:pt x="6042406" y="90044"/>
                  <a:pt x="5330642" y="235780"/>
                </a:cubicBezTo>
                <a:cubicBezTo>
                  <a:pt x="4707848" y="363301"/>
                  <a:pt x="4161197" y="928075"/>
                  <a:pt x="4034265" y="1067276"/>
                </a:cubicBezTo>
                <a:lnTo>
                  <a:pt x="4028728" y="1073443"/>
                </a:lnTo>
                <a:lnTo>
                  <a:pt x="4023192" y="1067276"/>
                </a:lnTo>
                <a:cubicBezTo>
                  <a:pt x="3896260" y="928075"/>
                  <a:pt x="3349608" y="363301"/>
                  <a:pt x="2726814" y="235780"/>
                </a:cubicBezTo>
                <a:cubicBezTo>
                  <a:pt x="2015049" y="90044"/>
                  <a:pt x="1375102" y="252557"/>
                  <a:pt x="955539" y="246911"/>
                </a:cubicBezTo>
                <a:cubicBezTo>
                  <a:pt x="562200" y="241617"/>
                  <a:pt x="66542" y="29212"/>
                  <a:pt x="6122" y="2682"/>
                </a:cubicBezTo>
                <a:lnTo>
                  <a:pt x="65" y="0"/>
                </a:lnTo>
                <a:lnTo>
                  <a:pt x="65" y="2714108"/>
                </a:lnTo>
                <a:lnTo>
                  <a:pt x="0" y="2714143"/>
                </a:lnTo>
                <a:lnTo>
                  <a:pt x="65" y="2714172"/>
                </a:lnTo>
                <a:lnTo>
                  <a:pt x="6122" y="2716854"/>
                </a:lnTo>
                <a:cubicBezTo>
                  <a:pt x="66542" y="2743384"/>
                  <a:pt x="562200" y="2955789"/>
                  <a:pt x="955539" y="2961083"/>
                </a:cubicBezTo>
                <a:cubicBezTo>
                  <a:pt x="1375102" y="2966729"/>
                  <a:pt x="2015049" y="2804216"/>
                  <a:pt x="2726814" y="2949952"/>
                </a:cubicBezTo>
                <a:cubicBezTo>
                  <a:pt x="3349608" y="3077473"/>
                  <a:pt x="3896260" y="3642247"/>
                  <a:pt x="4023192" y="3781448"/>
                </a:cubicBezTo>
                <a:lnTo>
                  <a:pt x="4028728" y="3787615"/>
                </a:lnTo>
                <a:lnTo>
                  <a:pt x="4034265" y="3781448"/>
                </a:lnTo>
                <a:cubicBezTo>
                  <a:pt x="4161197" y="3642247"/>
                  <a:pt x="4707848" y="3077473"/>
                  <a:pt x="5330642" y="2949952"/>
                </a:cubicBezTo>
                <a:cubicBezTo>
                  <a:pt x="6042406" y="2804216"/>
                  <a:pt x="6682352" y="2966729"/>
                  <a:pt x="7101916" y="2961083"/>
                </a:cubicBezTo>
                <a:cubicBezTo>
                  <a:pt x="7495255" y="2955789"/>
                  <a:pt x="7990912" y="2743384"/>
                  <a:pt x="8051332" y="2716854"/>
                </a:cubicBezTo>
                <a:lnTo>
                  <a:pt x="8057389" y="2714172"/>
                </a:lnTo>
                <a:lnTo>
                  <a:pt x="8057454" y="2714143"/>
                </a:lnTo>
                <a:lnTo>
                  <a:pt x="8057389" y="2714108"/>
                </a:lnTo>
                <a:lnTo>
                  <a:pt x="8057389" y="0"/>
                </a:lnTo>
                <a:close/>
              </a:path>
            </a:pathLst>
          </a:custGeom>
          <a:solidFill>
            <a:srgbClr val="D5AC59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3D32AEE-BBC0-175F-52EF-C5AC568225BF}"/>
              </a:ext>
            </a:extLst>
          </p:cNvPr>
          <p:cNvSpPr txBox="1"/>
          <p:nvPr/>
        </p:nvSpPr>
        <p:spPr>
          <a:xfrm>
            <a:off x="8699106" y="2702804"/>
            <a:ext cx="2235564" cy="1917448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200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字以内，据统计每页幻灯片的最好控制在</a:t>
            </a:r>
            <a:r>
              <a:rPr lang="en-US" altLang="zh-CN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sz="1000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分钟之内。此处添加详细文本描述，建议与标题相关并符合整体语言风格，语言描述尽量简洁生动。</a:t>
            </a:r>
            <a:endParaRPr lang="en-US" altLang="zh-CN" sz="1000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08FF06D3-2ADA-CCCD-B305-EF2B549C41EC}"/>
              </a:ext>
            </a:extLst>
          </p:cNvPr>
          <p:cNvSpPr txBox="1"/>
          <p:nvPr/>
        </p:nvSpPr>
        <p:spPr>
          <a:xfrm>
            <a:off x="9025145" y="1792922"/>
            <a:ext cx="158348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600" b="1">
                <a:solidFill>
                  <a:schemeClr val="tx1">
                    <a:lumMod val="95000"/>
                    <a:lumOff val="5000"/>
                  </a:schemeClr>
                </a:solidFill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bg1"/>
                </a:solidFill>
                <a:latin typeface="+mn-lt"/>
                <a:ea typeface="+mn-ea"/>
                <a:cs typeface="+mn-ea"/>
                <a:sym typeface="+mn-lt"/>
              </a:rPr>
              <a:t>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759774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5A92F-CE84-36EB-0B1F-A3373E01E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3DD4BCC-C0E7-70AB-7CCD-92427307A1DF}"/>
              </a:ext>
            </a:extLst>
          </p:cNvPr>
          <p:cNvSpPr txBox="1"/>
          <p:nvPr/>
        </p:nvSpPr>
        <p:spPr>
          <a:xfrm>
            <a:off x="4962920" y="82101"/>
            <a:ext cx="5629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01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6B2BFC97-B4EB-EB48-2C31-636768880548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3" name="圆角矩形 26">
            <a:extLst>
              <a:ext uri="{FF2B5EF4-FFF2-40B4-BE49-F238E27FC236}">
                <a16:creationId xmlns:a16="http://schemas.microsoft.com/office/drawing/2014/main" id="{CBF08D39-1EF9-94B6-F85D-E1BAFA629B47}"/>
              </a:ext>
            </a:extLst>
          </p:cNvPr>
          <p:cNvSpPr>
            <a:spLocks/>
          </p:cNvSpPr>
          <p:nvPr/>
        </p:nvSpPr>
        <p:spPr>
          <a:xfrm>
            <a:off x="947220" y="1188183"/>
            <a:ext cx="4940754" cy="232971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5" name="组合 4">
            <a:extLst>
              <a:ext uri="{FF2B5EF4-FFF2-40B4-BE49-F238E27FC236}">
                <a16:creationId xmlns:a16="http://schemas.microsoft.com/office/drawing/2014/main" id="{F17993AC-25CB-68BE-CAFE-2499330563B0}"/>
              </a:ext>
            </a:extLst>
          </p:cNvPr>
          <p:cNvGrpSpPr/>
          <p:nvPr/>
        </p:nvGrpSpPr>
        <p:grpSpPr>
          <a:xfrm>
            <a:off x="3346368" y="1759387"/>
            <a:ext cx="2297514" cy="1250595"/>
            <a:chOff x="3418323" y="1770566"/>
            <a:chExt cx="2297514" cy="1250595"/>
          </a:xfrm>
        </p:grpSpPr>
        <p:sp>
          <p:nvSpPr>
            <p:cNvPr id="2" name="Bullet1">
              <a:extLst>
                <a:ext uri="{FF2B5EF4-FFF2-40B4-BE49-F238E27FC236}">
                  <a16:creationId xmlns:a16="http://schemas.microsoft.com/office/drawing/2014/main" id="{F7B5267F-57B4-E8A8-12CF-D1005EE1A355}"/>
                </a:ext>
              </a:extLst>
            </p:cNvPr>
            <p:cNvSpPr/>
            <p:nvPr/>
          </p:nvSpPr>
          <p:spPr>
            <a:xfrm>
              <a:off x="3418323" y="1770566"/>
              <a:ext cx="1798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n-ea"/>
                  <a:cs typeface="+mn-ea"/>
                  <a:sym typeface="Arial" panose="020B0604020202020204" pitchFamily="34" charset="0"/>
                </a:rPr>
                <a:t>添加标题</a:t>
              </a:r>
              <a:endParaRPr lang="en-US" sz="2400" b="1" dirty="0">
                <a:solidFill>
                  <a:schemeClr val="accent1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12" name="Text1">
              <a:extLst>
                <a:ext uri="{FF2B5EF4-FFF2-40B4-BE49-F238E27FC236}">
                  <a16:creationId xmlns:a16="http://schemas.microsoft.com/office/drawing/2014/main" id="{9D53A341-9FCD-B46C-554B-23CD12881E6F}"/>
                </a:ext>
              </a:extLst>
            </p:cNvPr>
            <p:cNvSpPr/>
            <p:nvPr/>
          </p:nvSpPr>
          <p:spPr bwMode="auto">
            <a:xfrm>
              <a:off x="3418323" y="2274610"/>
              <a:ext cx="2297514" cy="74655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此处添加详细文本描述，文字内容建议与标题相关尽量简洁生动</a:t>
              </a:r>
              <a:r>
                <a:rPr lang="en-US" altLang="zh-CN" sz="1200" dirty="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……</a:t>
              </a:r>
              <a:endParaRPr lang="en-US" sz="1200" dirty="0">
                <a:solidFill>
                  <a:srgbClr val="060607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16" name="圆角矩形 44">
            <a:extLst>
              <a:ext uri="{FF2B5EF4-FFF2-40B4-BE49-F238E27FC236}">
                <a16:creationId xmlns:a16="http://schemas.microsoft.com/office/drawing/2014/main" id="{61D85DE0-F5CC-2D54-A69D-DF8F0813269D}"/>
              </a:ext>
            </a:extLst>
          </p:cNvPr>
          <p:cNvSpPr>
            <a:spLocks/>
          </p:cNvSpPr>
          <p:nvPr/>
        </p:nvSpPr>
        <p:spPr>
          <a:xfrm>
            <a:off x="6304028" y="1188183"/>
            <a:ext cx="4940754" cy="232971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CE188152-F906-5AF2-6E6B-9476FD6CEA9F}"/>
              </a:ext>
            </a:extLst>
          </p:cNvPr>
          <p:cNvGrpSpPr/>
          <p:nvPr/>
        </p:nvGrpSpPr>
        <p:grpSpPr>
          <a:xfrm>
            <a:off x="8703176" y="1759387"/>
            <a:ext cx="2297514" cy="1250595"/>
            <a:chOff x="3418323" y="1770566"/>
            <a:chExt cx="2297514" cy="1250595"/>
          </a:xfrm>
        </p:grpSpPr>
        <p:sp>
          <p:nvSpPr>
            <p:cNvPr id="24" name="Bullet1">
              <a:extLst>
                <a:ext uri="{FF2B5EF4-FFF2-40B4-BE49-F238E27FC236}">
                  <a16:creationId xmlns:a16="http://schemas.microsoft.com/office/drawing/2014/main" id="{99D2D40E-EF7E-7521-D55E-C4C4A7E33E9A}"/>
                </a:ext>
              </a:extLst>
            </p:cNvPr>
            <p:cNvSpPr/>
            <p:nvPr/>
          </p:nvSpPr>
          <p:spPr>
            <a:xfrm>
              <a:off x="3418323" y="1770566"/>
              <a:ext cx="1798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n-ea"/>
                  <a:cs typeface="+mn-ea"/>
                  <a:sym typeface="Arial" panose="020B0604020202020204" pitchFamily="34" charset="0"/>
                </a:rPr>
                <a:t>添加标题</a:t>
              </a:r>
              <a:endParaRPr lang="en-US" altLang="zh-CN" sz="2400" b="1" dirty="0">
                <a:solidFill>
                  <a:schemeClr val="accent1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5" name="Text1">
              <a:extLst>
                <a:ext uri="{FF2B5EF4-FFF2-40B4-BE49-F238E27FC236}">
                  <a16:creationId xmlns:a16="http://schemas.microsoft.com/office/drawing/2014/main" id="{4029C38A-6A56-C64D-69B7-C549211F9CE0}"/>
                </a:ext>
              </a:extLst>
            </p:cNvPr>
            <p:cNvSpPr/>
            <p:nvPr/>
          </p:nvSpPr>
          <p:spPr bwMode="auto">
            <a:xfrm>
              <a:off x="3418323" y="2274610"/>
              <a:ext cx="2297514" cy="9646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此处添加详细文本描述，文字内容建议与标题相关尽量</a:t>
              </a:r>
              <a:r>
                <a:rPr lang="zh-CN" altLang="en-US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简洁生动</a:t>
              </a:r>
              <a:r>
                <a:rPr lang="en-US" altLang="zh-CN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……</a:t>
              </a:r>
              <a:endParaRPr lang="en-US" altLang="zh-CN" sz="1200" dirty="0">
                <a:solidFill>
                  <a:srgbClr val="060607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29" name="圆角矩形 57" descr="D:\51PPT模板网\51pptmoban.com\图片.jpg">
            <a:extLst>
              <a:ext uri="{FF2B5EF4-FFF2-40B4-BE49-F238E27FC236}">
                <a16:creationId xmlns:a16="http://schemas.microsoft.com/office/drawing/2014/main" id="{3AE4A41B-CE95-441E-6760-0BF0F39737C0}"/>
              </a:ext>
            </a:extLst>
          </p:cNvPr>
          <p:cNvSpPr>
            <a:spLocks/>
          </p:cNvSpPr>
          <p:nvPr/>
        </p:nvSpPr>
        <p:spPr>
          <a:xfrm>
            <a:off x="947220" y="3739645"/>
            <a:ext cx="4940754" cy="232971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7D076FD4-89DC-6FFB-4136-DC829905F084}"/>
              </a:ext>
            </a:extLst>
          </p:cNvPr>
          <p:cNvGrpSpPr/>
          <p:nvPr/>
        </p:nvGrpSpPr>
        <p:grpSpPr>
          <a:xfrm>
            <a:off x="3346368" y="4310849"/>
            <a:ext cx="2297514" cy="1250595"/>
            <a:chOff x="3418323" y="1770566"/>
            <a:chExt cx="2297514" cy="1250595"/>
          </a:xfrm>
        </p:grpSpPr>
        <p:sp>
          <p:nvSpPr>
            <p:cNvPr id="37" name="Bullet1">
              <a:extLst>
                <a:ext uri="{FF2B5EF4-FFF2-40B4-BE49-F238E27FC236}">
                  <a16:creationId xmlns:a16="http://schemas.microsoft.com/office/drawing/2014/main" id="{2770FEA9-348A-7087-9C2D-7C362F250FDE}"/>
                </a:ext>
              </a:extLst>
            </p:cNvPr>
            <p:cNvSpPr/>
            <p:nvPr/>
          </p:nvSpPr>
          <p:spPr>
            <a:xfrm>
              <a:off x="3418323" y="1770566"/>
              <a:ext cx="1798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n-ea"/>
                  <a:cs typeface="+mn-ea"/>
                  <a:sym typeface="Arial" panose="020B0604020202020204" pitchFamily="34" charset="0"/>
                </a:rPr>
                <a:t>添加标题</a:t>
              </a:r>
              <a:endParaRPr lang="en-US" altLang="zh-CN" sz="2400" b="1" dirty="0">
                <a:solidFill>
                  <a:schemeClr val="accent1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8" name="Text1">
              <a:extLst>
                <a:ext uri="{FF2B5EF4-FFF2-40B4-BE49-F238E27FC236}">
                  <a16:creationId xmlns:a16="http://schemas.microsoft.com/office/drawing/2014/main" id="{1F7A313A-6173-DEC8-6C76-09311DCA0783}"/>
                </a:ext>
              </a:extLst>
            </p:cNvPr>
            <p:cNvSpPr/>
            <p:nvPr/>
          </p:nvSpPr>
          <p:spPr bwMode="auto">
            <a:xfrm>
              <a:off x="3418323" y="2274610"/>
              <a:ext cx="2297514" cy="9646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此处添加详细文本描述，文字内容建议与标题相关尽量</a:t>
              </a:r>
              <a:r>
                <a:rPr lang="zh-CN" altLang="en-US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简洁生动</a:t>
              </a:r>
              <a:r>
                <a:rPr lang="en-US" altLang="zh-CN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……</a:t>
              </a:r>
              <a:endParaRPr lang="en-US" altLang="zh-CN" sz="1200" dirty="0">
                <a:solidFill>
                  <a:srgbClr val="060607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sp>
        <p:nvSpPr>
          <p:cNvPr id="42" name="圆角矩形 70">
            <a:extLst>
              <a:ext uri="{FF2B5EF4-FFF2-40B4-BE49-F238E27FC236}">
                <a16:creationId xmlns:a16="http://schemas.microsoft.com/office/drawing/2014/main" id="{C41898C2-255B-3C24-4DFB-234813C1F6DB}"/>
              </a:ext>
            </a:extLst>
          </p:cNvPr>
          <p:cNvSpPr>
            <a:spLocks/>
          </p:cNvSpPr>
          <p:nvPr/>
        </p:nvSpPr>
        <p:spPr>
          <a:xfrm>
            <a:off x="6304028" y="3739645"/>
            <a:ext cx="4940754" cy="2329717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+mn-ea"/>
              <a:cs typeface="+mn-ea"/>
              <a:sym typeface="Arial" panose="020B0604020202020204" pitchFamily="34" charset="0"/>
            </a:endParaRPr>
          </a:p>
        </p:txBody>
      </p:sp>
      <p:grpSp>
        <p:nvGrpSpPr>
          <p:cNvPr id="44" name="组合 43">
            <a:extLst>
              <a:ext uri="{FF2B5EF4-FFF2-40B4-BE49-F238E27FC236}">
                <a16:creationId xmlns:a16="http://schemas.microsoft.com/office/drawing/2014/main" id="{D301C22D-0C64-2CD5-D4B4-C54BA7003F3F}"/>
              </a:ext>
            </a:extLst>
          </p:cNvPr>
          <p:cNvGrpSpPr/>
          <p:nvPr/>
        </p:nvGrpSpPr>
        <p:grpSpPr>
          <a:xfrm>
            <a:off x="8703176" y="4310849"/>
            <a:ext cx="2297514" cy="1250595"/>
            <a:chOff x="3418323" y="1770566"/>
            <a:chExt cx="2297514" cy="1250595"/>
          </a:xfrm>
        </p:grpSpPr>
        <p:sp>
          <p:nvSpPr>
            <p:cNvPr id="50" name="Bullet1">
              <a:extLst>
                <a:ext uri="{FF2B5EF4-FFF2-40B4-BE49-F238E27FC236}">
                  <a16:creationId xmlns:a16="http://schemas.microsoft.com/office/drawing/2014/main" id="{335502A1-E710-5C60-7949-D8E5D903F3A2}"/>
                </a:ext>
              </a:extLst>
            </p:cNvPr>
            <p:cNvSpPr/>
            <p:nvPr/>
          </p:nvSpPr>
          <p:spPr>
            <a:xfrm>
              <a:off x="3418323" y="1770566"/>
              <a:ext cx="1798823" cy="4616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n-ea"/>
                  <a:cs typeface="+mn-ea"/>
                  <a:sym typeface="Arial" panose="020B0604020202020204" pitchFamily="34" charset="0"/>
                </a:rPr>
                <a:t>添加标题</a:t>
              </a:r>
              <a:endParaRPr lang="en-US" altLang="zh-CN" sz="2400" b="1" dirty="0">
                <a:solidFill>
                  <a:schemeClr val="accent1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51" name="Text1">
              <a:extLst>
                <a:ext uri="{FF2B5EF4-FFF2-40B4-BE49-F238E27FC236}">
                  <a16:creationId xmlns:a16="http://schemas.microsoft.com/office/drawing/2014/main" id="{3E6044C7-B7A1-625E-33A9-E2A4FBC887BA}"/>
                </a:ext>
              </a:extLst>
            </p:cNvPr>
            <p:cNvSpPr/>
            <p:nvPr/>
          </p:nvSpPr>
          <p:spPr bwMode="auto">
            <a:xfrm>
              <a:off x="3418323" y="2274610"/>
              <a:ext cx="2297514" cy="9646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20000"/>
                </a:lnSpc>
              </a:pPr>
              <a:r>
                <a:rPr lang="zh-CN" altLang="en-US" sz="1200" dirty="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此处添加详细文本描述，文字内容建议与标题相关尽量</a:t>
              </a:r>
              <a:r>
                <a:rPr lang="zh-CN" altLang="en-US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简洁生动</a:t>
              </a:r>
              <a:r>
                <a:rPr lang="en-US" altLang="zh-CN" sz="1200">
                  <a:solidFill>
                    <a:srgbClr val="060607"/>
                  </a:solidFill>
                  <a:latin typeface="+mn-ea"/>
                  <a:cs typeface="+mn-ea"/>
                  <a:sym typeface="Arial" panose="020B0604020202020204" pitchFamily="34" charset="0"/>
                </a:rPr>
                <a:t>……</a:t>
              </a:r>
              <a:endParaRPr lang="en-US" altLang="zh-CN" sz="1200" dirty="0">
                <a:solidFill>
                  <a:srgbClr val="060607"/>
                </a:solidFill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BD7D123B-F739-5D6E-3CCF-BD0BE2F1EF37}"/>
              </a:ext>
            </a:extLst>
          </p:cNvPr>
          <p:cNvGrpSpPr/>
          <p:nvPr/>
        </p:nvGrpSpPr>
        <p:grpSpPr>
          <a:xfrm>
            <a:off x="1369984" y="1555872"/>
            <a:ext cx="6951147" cy="4145801"/>
            <a:chOff x="1369984" y="1555872"/>
            <a:chExt cx="6951147" cy="4145801"/>
          </a:xfrm>
          <a:blipFill>
            <a:blip r:embed="rId2"/>
            <a:stretch>
              <a:fillRect/>
            </a:stretch>
          </a:blipFill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21792C14-2BCD-9D3D-7899-BB95D1E3C78C}"/>
                </a:ext>
              </a:extLst>
            </p:cNvPr>
            <p:cNvSpPr/>
            <p:nvPr/>
          </p:nvSpPr>
          <p:spPr>
            <a:xfrm>
              <a:off x="1369984" y="1555872"/>
              <a:ext cx="1594339" cy="159433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20" name="椭圆 19" descr="D:\51PPT模板网\51pptmoban.com\图片.jpg">
              <a:extLst>
                <a:ext uri="{FF2B5EF4-FFF2-40B4-BE49-F238E27FC236}">
                  <a16:creationId xmlns:a16="http://schemas.microsoft.com/office/drawing/2014/main" id="{4745DD92-DFA2-CD1C-ADF1-182B5EF08E27}"/>
                </a:ext>
              </a:extLst>
            </p:cNvPr>
            <p:cNvSpPr/>
            <p:nvPr/>
          </p:nvSpPr>
          <p:spPr>
            <a:xfrm>
              <a:off x="6726792" y="1555872"/>
              <a:ext cx="1594339" cy="159433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33" name="椭圆 32">
              <a:extLst>
                <a:ext uri="{FF2B5EF4-FFF2-40B4-BE49-F238E27FC236}">
                  <a16:creationId xmlns:a16="http://schemas.microsoft.com/office/drawing/2014/main" id="{378A5887-79AD-F420-4CF8-B33558496D6B}"/>
                </a:ext>
              </a:extLst>
            </p:cNvPr>
            <p:cNvSpPr/>
            <p:nvPr/>
          </p:nvSpPr>
          <p:spPr>
            <a:xfrm>
              <a:off x="1369984" y="4107334"/>
              <a:ext cx="1594339" cy="159433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  <p:sp>
          <p:nvSpPr>
            <p:cNvPr id="46" name="椭圆 45">
              <a:extLst>
                <a:ext uri="{FF2B5EF4-FFF2-40B4-BE49-F238E27FC236}">
                  <a16:creationId xmlns:a16="http://schemas.microsoft.com/office/drawing/2014/main" id="{E99BAD00-32C1-CFD6-99A0-5C41877243AF}"/>
                </a:ext>
              </a:extLst>
            </p:cNvPr>
            <p:cNvSpPr/>
            <p:nvPr/>
          </p:nvSpPr>
          <p:spPr>
            <a:xfrm>
              <a:off x="6726792" y="4107334"/>
              <a:ext cx="1594339" cy="1594339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+mn-ea"/>
                <a:cs typeface="+mn-ea"/>
                <a:sym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0298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D500D-4D6F-3288-0E7E-04DD54FF5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2927CF53-AA88-B58A-4044-C10DC64B931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9E519449-7568-9F4F-398C-51A799E0EB03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B63BEAF4-19B5-8CAC-FDD5-70F889D1F30E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8B1513B7-58E3-7460-63F7-AEBFA9E143B3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5BE748B0-7E26-AAF2-F317-B2DCD410748A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D8A9DC43-DCE7-4DD0-64E8-F2D7E06712A5}"/>
                </a:ext>
              </a:extLst>
            </p:cNvPr>
            <p:cNvSpPr txBox="1"/>
            <p:nvPr/>
          </p:nvSpPr>
          <p:spPr>
            <a:xfrm>
              <a:off x="2607413" y="2928912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02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33568778-431C-A50B-F06A-BBCE901DBDB4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D9169C15-67F8-47EF-1B95-786144E26392}"/>
              </a:ext>
            </a:extLst>
          </p:cNvPr>
          <p:cNvSpPr txBox="1"/>
          <p:nvPr/>
        </p:nvSpPr>
        <p:spPr>
          <a:xfrm>
            <a:off x="5373692" y="571981"/>
            <a:ext cx="14446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02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A10AA48-9878-FF66-269F-1E1E3AA4530D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1946061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202B4-899E-6B45-F77F-B732394D34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8777D74-4767-1B7A-5D13-038614F89981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02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1C1ACAA2-414A-2884-86CF-FD8CD6387256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grpSp>
        <p:nvGrpSpPr>
          <p:cNvPr id="6" name="组合 5" descr="D:\51PPT模板网\51pptmoban.com\图片.jpg">
            <a:extLst>
              <a:ext uri="{FF2B5EF4-FFF2-40B4-BE49-F238E27FC236}">
                <a16:creationId xmlns:a16="http://schemas.microsoft.com/office/drawing/2014/main" id="{D8FC1292-47DB-EEF5-165F-C594CD3443CF}"/>
              </a:ext>
            </a:extLst>
          </p:cNvPr>
          <p:cNvGrpSpPr/>
          <p:nvPr/>
        </p:nvGrpSpPr>
        <p:grpSpPr>
          <a:xfrm>
            <a:off x="947737" y="1910146"/>
            <a:ext cx="10296525" cy="4478909"/>
            <a:chOff x="3004457" y="3446785"/>
            <a:chExt cx="6183086" cy="2689594"/>
          </a:xfrm>
        </p:grpSpPr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25A58F8E-D806-C48D-819B-736A9DDDAA7F}"/>
                </a:ext>
              </a:extLst>
            </p:cNvPr>
            <p:cNvSpPr/>
            <p:nvPr/>
          </p:nvSpPr>
          <p:spPr>
            <a:xfrm flipH="1">
              <a:off x="3004457" y="4270414"/>
              <a:ext cx="6183086" cy="1865965"/>
            </a:xfrm>
            <a:custGeom>
              <a:avLst/>
              <a:gdLst>
                <a:gd name="connsiteX0" fmla="*/ 8057389 w 8057454"/>
                <a:gd name="connsiteY0" fmla="*/ 0 h 3787615"/>
                <a:gd name="connsiteX1" fmla="*/ 8051332 w 8057454"/>
                <a:gd name="connsiteY1" fmla="*/ 2682 h 3787615"/>
                <a:gd name="connsiteX2" fmla="*/ 7101916 w 8057454"/>
                <a:gd name="connsiteY2" fmla="*/ 246911 h 3787615"/>
                <a:gd name="connsiteX3" fmla="*/ 5330642 w 8057454"/>
                <a:gd name="connsiteY3" fmla="*/ 235780 h 3787615"/>
                <a:gd name="connsiteX4" fmla="*/ 4034265 w 8057454"/>
                <a:gd name="connsiteY4" fmla="*/ 1067276 h 3787615"/>
                <a:gd name="connsiteX5" fmla="*/ 4028728 w 8057454"/>
                <a:gd name="connsiteY5" fmla="*/ 1073443 h 3787615"/>
                <a:gd name="connsiteX6" fmla="*/ 4023192 w 8057454"/>
                <a:gd name="connsiteY6" fmla="*/ 1067276 h 3787615"/>
                <a:gd name="connsiteX7" fmla="*/ 2726814 w 8057454"/>
                <a:gd name="connsiteY7" fmla="*/ 235780 h 3787615"/>
                <a:gd name="connsiteX8" fmla="*/ 955539 w 8057454"/>
                <a:gd name="connsiteY8" fmla="*/ 246911 h 3787615"/>
                <a:gd name="connsiteX9" fmla="*/ 6122 w 8057454"/>
                <a:gd name="connsiteY9" fmla="*/ 2682 h 3787615"/>
                <a:gd name="connsiteX10" fmla="*/ 65 w 8057454"/>
                <a:gd name="connsiteY10" fmla="*/ 0 h 3787615"/>
                <a:gd name="connsiteX11" fmla="*/ 65 w 8057454"/>
                <a:gd name="connsiteY11" fmla="*/ 2714108 h 3787615"/>
                <a:gd name="connsiteX12" fmla="*/ 0 w 8057454"/>
                <a:gd name="connsiteY12" fmla="*/ 2714143 h 3787615"/>
                <a:gd name="connsiteX13" fmla="*/ 65 w 8057454"/>
                <a:gd name="connsiteY13" fmla="*/ 2714172 h 3787615"/>
                <a:gd name="connsiteX14" fmla="*/ 6122 w 8057454"/>
                <a:gd name="connsiteY14" fmla="*/ 2716854 h 3787615"/>
                <a:gd name="connsiteX15" fmla="*/ 955539 w 8057454"/>
                <a:gd name="connsiteY15" fmla="*/ 2961083 h 3787615"/>
                <a:gd name="connsiteX16" fmla="*/ 2726814 w 8057454"/>
                <a:gd name="connsiteY16" fmla="*/ 2949952 h 3787615"/>
                <a:gd name="connsiteX17" fmla="*/ 4023192 w 8057454"/>
                <a:gd name="connsiteY17" fmla="*/ 3781448 h 3787615"/>
                <a:gd name="connsiteX18" fmla="*/ 4028728 w 8057454"/>
                <a:gd name="connsiteY18" fmla="*/ 3787615 h 3787615"/>
                <a:gd name="connsiteX19" fmla="*/ 4034265 w 8057454"/>
                <a:gd name="connsiteY19" fmla="*/ 3781448 h 3787615"/>
                <a:gd name="connsiteX20" fmla="*/ 5330642 w 8057454"/>
                <a:gd name="connsiteY20" fmla="*/ 2949952 h 3787615"/>
                <a:gd name="connsiteX21" fmla="*/ 7101916 w 8057454"/>
                <a:gd name="connsiteY21" fmla="*/ 2961083 h 3787615"/>
                <a:gd name="connsiteX22" fmla="*/ 8051332 w 8057454"/>
                <a:gd name="connsiteY22" fmla="*/ 2716854 h 3787615"/>
                <a:gd name="connsiteX23" fmla="*/ 8057389 w 8057454"/>
                <a:gd name="connsiteY23" fmla="*/ 2714172 h 3787615"/>
                <a:gd name="connsiteX24" fmla="*/ 8057454 w 8057454"/>
                <a:gd name="connsiteY24" fmla="*/ 2714143 h 3787615"/>
                <a:gd name="connsiteX25" fmla="*/ 8057389 w 8057454"/>
                <a:gd name="connsiteY25" fmla="*/ 2714108 h 3787615"/>
                <a:gd name="connsiteX26" fmla="*/ 8057389 w 8057454"/>
                <a:gd name="connsiteY26" fmla="*/ 0 h 378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7454" h="3787615">
                  <a:moveTo>
                    <a:pt x="8057389" y="0"/>
                  </a:moveTo>
                  <a:lnTo>
                    <a:pt x="8051332" y="2682"/>
                  </a:lnTo>
                  <a:cubicBezTo>
                    <a:pt x="7990912" y="29212"/>
                    <a:pt x="7495255" y="241617"/>
                    <a:pt x="7101916" y="246911"/>
                  </a:cubicBezTo>
                  <a:cubicBezTo>
                    <a:pt x="6682352" y="252557"/>
                    <a:pt x="6042406" y="90044"/>
                    <a:pt x="5330642" y="235780"/>
                  </a:cubicBezTo>
                  <a:cubicBezTo>
                    <a:pt x="4707848" y="363301"/>
                    <a:pt x="4161197" y="928075"/>
                    <a:pt x="4034265" y="1067276"/>
                  </a:cubicBezTo>
                  <a:lnTo>
                    <a:pt x="4028728" y="1073443"/>
                  </a:lnTo>
                  <a:lnTo>
                    <a:pt x="4023192" y="1067276"/>
                  </a:lnTo>
                  <a:cubicBezTo>
                    <a:pt x="3896260" y="928075"/>
                    <a:pt x="3349608" y="363301"/>
                    <a:pt x="2726814" y="235780"/>
                  </a:cubicBezTo>
                  <a:cubicBezTo>
                    <a:pt x="2015049" y="90044"/>
                    <a:pt x="1375102" y="252557"/>
                    <a:pt x="955539" y="246911"/>
                  </a:cubicBezTo>
                  <a:cubicBezTo>
                    <a:pt x="562200" y="241617"/>
                    <a:pt x="66542" y="29212"/>
                    <a:pt x="6122" y="2682"/>
                  </a:cubicBezTo>
                  <a:lnTo>
                    <a:pt x="65" y="0"/>
                  </a:lnTo>
                  <a:lnTo>
                    <a:pt x="65" y="2714108"/>
                  </a:lnTo>
                  <a:lnTo>
                    <a:pt x="0" y="2714143"/>
                  </a:lnTo>
                  <a:lnTo>
                    <a:pt x="65" y="2714172"/>
                  </a:lnTo>
                  <a:lnTo>
                    <a:pt x="6122" y="2716854"/>
                  </a:lnTo>
                  <a:cubicBezTo>
                    <a:pt x="66542" y="2743384"/>
                    <a:pt x="562200" y="2955789"/>
                    <a:pt x="955539" y="2961083"/>
                  </a:cubicBezTo>
                  <a:cubicBezTo>
                    <a:pt x="1375102" y="2966729"/>
                    <a:pt x="2015049" y="2804216"/>
                    <a:pt x="2726814" y="2949952"/>
                  </a:cubicBezTo>
                  <a:cubicBezTo>
                    <a:pt x="3349608" y="3077473"/>
                    <a:pt x="3896260" y="3642247"/>
                    <a:pt x="4023192" y="3781448"/>
                  </a:cubicBezTo>
                  <a:lnTo>
                    <a:pt x="4028728" y="3787615"/>
                  </a:lnTo>
                  <a:lnTo>
                    <a:pt x="4034265" y="3781448"/>
                  </a:lnTo>
                  <a:cubicBezTo>
                    <a:pt x="4161197" y="3642247"/>
                    <a:pt x="4707848" y="3077473"/>
                    <a:pt x="5330642" y="2949952"/>
                  </a:cubicBezTo>
                  <a:cubicBezTo>
                    <a:pt x="6042406" y="2804216"/>
                    <a:pt x="6682352" y="2966729"/>
                    <a:pt x="7101916" y="2961083"/>
                  </a:cubicBezTo>
                  <a:cubicBezTo>
                    <a:pt x="7495255" y="2955789"/>
                    <a:pt x="7990912" y="2743384"/>
                    <a:pt x="8051332" y="2716854"/>
                  </a:cubicBezTo>
                  <a:lnTo>
                    <a:pt x="8057389" y="2714172"/>
                  </a:lnTo>
                  <a:lnTo>
                    <a:pt x="8057454" y="2714143"/>
                  </a:lnTo>
                  <a:lnTo>
                    <a:pt x="8057389" y="2714108"/>
                  </a:lnTo>
                  <a:lnTo>
                    <a:pt x="8057389" y="0"/>
                  </a:ln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/>
              <a:endParaRPr lang="zh-CN" altLang="en-US">
                <a:solidFill>
                  <a:schemeClr val="tx1"/>
                </a:solidFill>
                <a:latin typeface="Arial" panose="020B0604020202020204" pitchFamily="34" charset="0"/>
                <a:ea typeface="思源黑体 CN Normal" panose="020B0400000000000000" pitchFamily="34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68380A39-0C4A-4186-B8A3-7E66A2181A3F}"/>
                </a:ext>
              </a:extLst>
            </p:cNvPr>
            <p:cNvSpPr/>
            <p:nvPr/>
          </p:nvSpPr>
          <p:spPr>
            <a:xfrm flipH="1">
              <a:off x="3289450" y="4003247"/>
              <a:ext cx="5613099" cy="2014915"/>
            </a:xfrm>
            <a:custGeom>
              <a:avLst/>
              <a:gdLst>
                <a:gd name="connsiteX0" fmla="*/ 8057389 w 8057454"/>
                <a:gd name="connsiteY0" fmla="*/ 0 h 3787615"/>
                <a:gd name="connsiteX1" fmla="*/ 8051332 w 8057454"/>
                <a:gd name="connsiteY1" fmla="*/ 2682 h 3787615"/>
                <a:gd name="connsiteX2" fmla="*/ 7101916 w 8057454"/>
                <a:gd name="connsiteY2" fmla="*/ 246911 h 3787615"/>
                <a:gd name="connsiteX3" fmla="*/ 5330642 w 8057454"/>
                <a:gd name="connsiteY3" fmla="*/ 235780 h 3787615"/>
                <a:gd name="connsiteX4" fmla="*/ 4034265 w 8057454"/>
                <a:gd name="connsiteY4" fmla="*/ 1067276 h 3787615"/>
                <a:gd name="connsiteX5" fmla="*/ 4028728 w 8057454"/>
                <a:gd name="connsiteY5" fmla="*/ 1073443 h 3787615"/>
                <a:gd name="connsiteX6" fmla="*/ 4023192 w 8057454"/>
                <a:gd name="connsiteY6" fmla="*/ 1067276 h 3787615"/>
                <a:gd name="connsiteX7" fmla="*/ 2726814 w 8057454"/>
                <a:gd name="connsiteY7" fmla="*/ 235780 h 3787615"/>
                <a:gd name="connsiteX8" fmla="*/ 955539 w 8057454"/>
                <a:gd name="connsiteY8" fmla="*/ 246911 h 3787615"/>
                <a:gd name="connsiteX9" fmla="*/ 6122 w 8057454"/>
                <a:gd name="connsiteY9" fmla="*/ 2682 h 3787615"/>
                <a:gd name="connsiteX10" fmla="*/ 65 w 8057454"/>
                <a:gd name="connsiteY10" fmla="*/ 0 h 3787615"/>
                <a:gd name="connsiteX11" fmla="*/ 65 w 8057454"/>
                <a:gd name="connsiteY11" fmla="*/ 2714108 h 3787615"/>
                <a:gd name="connsiteX12" fmla="*/ 0 w 8057454"/>
                <a:gd name="connsiteY12" fmla="*/ 2714143 h 3787615"/>
                <a:gd name="connsiteX13" fmla="*/ 65 w 8057454"/>
                <a:gd name="connsiteY13" fmla="*/ 2714172 h 3787615"/>
                <a:gd name="connsiteX14" fmla="*/ 6122 w 8057454"/>
                <a:gd name="connsiteY14" fmla="*/ 2716854 h 3787615"/>
                <a:gd name="connsiteX15" fmla="*/ 955539 w 8057454"/>
                <a:gd name="connsiteY15" fmla="*/ 2961083 h 3787615"/>
                <a:gd name="connsiteX16" fmla="*/ 2726814 w 8057454"/>
                <a:gd name="connsiteY16" fmla="*/ 2949952 h 3787615"/>
                <a:gd name="connsiteX17" fmla="*/ 4023192 w 8057454"/>
                <a:gd name="connsiteY17" fmla="*/ 3781448 h 3787615"/>
                <a:gd name="connsiteX18" fmla="*/ 4028728 w 8057454"/>
                <a:gd name="connsiteY18" fmla="*/ 3787615 h 3787615"/>
                <a:gd name="connsiteX19" fmla="*/ 4034265 w 8057454"/>
                <a:gd name="connsiteY19" fmla="*/ 3781448 h 3787615"/>
                <a:gd name="connsiteX20" fmla="*/ 5330642 w 8057454"/>
                <a:gd name="connsiteY20" fmla="*/ 2949952 h 3787615"/>
                <a:gd name="connsiteX21" fmla="*/ 7101916 w 8057454"/>
                <a:gd name="connsiteY21" fmla="*/ 2961083 h 3787615"/>
                <a:gd name="connsiteX22" fmla="*/ 8051332 w 8057454"/>
                <a:gd name="connsiteY22" fmla="*/ 2716854 h 3787615"/>
                <a:gd name="connsiteX23" fmla="*/ 8057389 w 8057454"/>
                <a:gd name="connsiteY23" fmla="*/ 2714172 h 3787615"/>
                <a:gd name="connsiteX24" fmla="*/ 8057454 w 8057454"/>
                <a:gd name="connsiteY24" fmla="*/ 2714143 h 3787615"/>
                <a:gd name="connsiteX25" fmla="*/ 8057389 w 8057454"/>
                <a:gd name="connsiteY25" fmla="*/ 2714108 h 3787615"/>
                <a:gd name="connsiteX26" fmla="*/ 8057389 w 8057454"/>
                <a:gd name="connsiteY26" fmla="*/ 0 h 378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7454" h="3787615">
                  <a:moveTo>
                    <a:pt x="8057389" y="0"/>
                  </a:moveTo>
                  <a:lnTo>
                    <a:pt x="8051332" y="2682"/>
                  </a:lnTo>
                  <a:cubicBezTo>
                    <a:pt x="7990912" y="29212"/>
                    <a:pt x="7495255" y="241617"/>
                    <a:pt x="7101916" y="246911"/>
                  </a:cubicBezTo>
                  <a:cubicBezTo>
                    <a:pt x="6682352" y="252557"/>
                    <a:pt x="6042406" y="90044"/>
                    <a:pt x="5330642" y="235780"/>
                  </a:cubicBezTo>
                  <a:cubicBezTo>
                    <a:pt x="4707848" y="363301"/>
                    <a:pt x="4161197" y="928075"/>
                    <a:pt x="4034265" y="1067276"/>
                  </a:cubicBezTo>
                  <a:lnTo>
                    <a:pt x="4028728" y="1073443"/>
                  </a:lnTo>
                  <a:lnTo>
                    <a:pt x="4023192" y="1067276"/>
                  </a:lnTo>
                  <a:cubicBezTo>
                    <a:pt x="3896260" y="928075"/>
                    <a:pt x="3349608" y="363301"/>
                    <a:pt x="2726814" y="235780"/>
                  </a:cubicBezTo>
                  <a:cubicBezTo>
                    <a:pt x="2015049" y="90044"/>
                    <a:pt x="1375102" y="252557"/>
                    <a:pt x="955539" y="246911"/>
                  </a:cubicBezTo>
                  <a:cubicBezTo>
                    <a:pt x="562200" y="241617"/>
                    <a:pt x="66542" y="29212"/>
                    <a:pt x="6122" y="2682"/>
                  </a:cubicBezTo>
                  <a:lnTo>
                    <a:pt x="65" y="0"/>
                  </a:lnTo>
                  <a:lnTo>
                    <a:pt x="65" y="2714108"/>
                  </a:lnTo>
                  <a:lnTo>
                    <a:pt x="0" y="2714143"/>
                  </a:lnTo>
                  <a:lnTo>
                    <a:pt x="65" y="2714172"/>
                  </a:lnTo>
                  <a:lnTo>
                    <a:pt x="6122" y="2716854"/>
                  </a:lnTo>
                  <a:cubicBezTo>
                    <a:pt x="66542" y="2743384"/>
                    <a:pt x="562200" y="2955789"/>
                    <a:pt x="955539" y="2961083"/>
                  </a:cubicBezTo>
                  <a:cubicBezTo>
                    <a:pt x="1375102" y="2966729"/>
                    <a:pt x="2015049" y="2804216"/>
                    <a:pt x="2726814" y="2949952"/>
                  </a:cubicBezTo>
                  <a:cubicBezTo>
                    <a:pt x="3349608" y="3077473"/>
                    <a:pt x="3896260" y="3642247"/>
                    <a:pt x="4023192" y="3781448"/>
                  </a:cubicBezTo>
                  <a:lnTo>
                    <a:pt x="4028728" y="3787615"/>
                  </a:lnTo>
                  <a:lnTo>
                    <a:pt x="4034265" y="3781448"/>
                  </a:lnTo>
                  <a:cubicBezTo>
                    <a:pt x="4161197" y="3642247"/>
                    <a:pt x="4707848" y="3077473"/>
                    <a:pt x="5330642" y="2949952"/>
                  </a:cubicBezTo>
                  <a:cubicBezTo>
                    <a:pt x="6042406" y="2804216"/>
                    <a:pt x="6682352" y="2966729"/>
                    <a:pt x="7101916" y="2961083"/>
                  </a:cubicBezTo>
                  <a:cubicBezTo>
                    <a:pt x="7495255" y="2955789"/>
                    <a:pt x="7990912" y="2743384"/>
                    <a:pt x="8051332" y="2716854"/>
                  </a:cubicBezTo>
                  <a:lnTo>
                    <a:pt x="8057389" y="2714172"/>
                  </a:lnTo>
                  <a:lnTo>
                    <a:pt x="8057454" y="2714143"/>
                  </a:lnTo>
                  <a:lnTo>
                    <a:pt x="8057389" y="2714108"/>
                  </a:lnTo>
                  <a:lnTo>
                    <a:pt x="8057389" y="0"/>
                  </a:lnTo>
                  <a:close/>
                </a:path>
              </a:pathLst>
            </a:custGeom>
            <a:solidFill>
              <a:srgbClr val="D5AC59"/>
            </a:solidFill>
            <a:ln w="25400" cap="flat">
              <a:solidFill>
                <a:schemeClr val="bg1"/>
              </a:solidFill>
              <a:prstDash val="solid"/>
              <a:miter/>
            </a:ln>
          </p:spPr>
          <p:txBody>
            <a:bodyPr wrap="square" rtlCol="0" anchor="ctr">
              <a:noAutofit/>
            </a:bodyPr>
            <a:lstStyle/>
            <a:p>
              <a:endParaRPr lang="zh-CN" altLang="en-US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F13EEBC0-C734-DAB7-3DEF-661DAE8FC267}"/>
                </a:ext>
              </a:extLst>
            </p:cNvPr>
            <p:cNvSpPr/>
            <p:nvPr/>
          </p:nvSpPr>
          <p:spPr>
            <a:xfrm flipH="1">
              <a:off x="3524922" y="3446785"/>
              <a:ext cx="5142155" cy="2519241"/>
            </a:xfrm>
            <a:custGeom>
              <a:avLst/>
              <a:gdLst>
                <a:gd name="connsiteX0" fmla="*/ 8057389 w 8057454"/>
                <a:gd name="connsiteY0" fmla="*/ 0 h 3787615"/>
                <a:gd name="connsiteX1" fmla="*/ 8051332 w 8057454"/>
                <a:gd name="connsiteY1" fmla="*/ 2682 h 3787615"/>
                <a:gd name="connsiteX2" fmla="*/ 7101916 w 8057454"/>
                <a:gd name="connsiteY2" fmla="*/ 246911 h 3787615"/>
                <a:gd name="connsiteX3" fmla="*/ 5330642 w 8057454"/>
                <a:gd name="connsiteY3" fmla="*/ 235780 h 3787615"/>
                <a:gd name="connsiteX4" fmla="*/ 4034265 w 8057454"/>
                <a:gd name="connsiteY4" fmla="*/ 1067276 h 3787615"/>
                <a:gd name="connsiteX5" fmla="*/ 4028728 w 8057454"/>
                <a:gd name="connsiteY5" fmla="*/ 1073443 h 3787615"/>
                <a:gd name="connsiteX6" fmla="*/ 4023192 w 8057454"/>
                <a:gd name="connsiteY6" fmla="*/ 1067276 h 3787615"/>
                <a:gd name="connsiteX7" fmla="*/ 2726814 w 8057454"/>
                <a:gd name="connsiteY7" fmla="*/ 235780 h 3787615"/>
                <a:gd name="connsiteX8" fmla="*/ 955539 w 8057454"/>
                <a:gd name="connsiteY8" fmla="*/ 246911 h 3787615"/>
                <a:gd name="connsiteX9" fmla="*/ 6122 w 8057454"/>
                <a:gd name="connsiteY9" fmla="*/ 2682 h 3787615"/>
                <a:gd name="connsiteX10" fmla="*/ 65 w 8057454"/>
                <a:gd name="connsiteY10" fmla="*/ 0 h 3787615"/>
                <a:gd name="connsiteX11" fmla="*/ 65 w 8057454"/>
                <a:gd name="connsiteY11" fmla="*/ 2714108 h 3787615"/>
                <a:gd name="connsiteX12" fmla="*/ 0 w 8057454"/>
                <a:gd name="connsiteY12" fmla="*/ 2714143 h 3787615"/>
                <a:gd name="connsiteX13" fmla="*/ 65 w 8057454"/>
                <a:gd name="connsiteY13" fmla="*/ 2714172 h 3787615"/>
                <a:gd name="connsiteX14" fmla="*/ 6122 w 8057454"/>
                <a:gd name="connsiteY14" fmla="*/ 2716854 h 3787615"/>
                <a:gd name="connsiteX15" fmla="*/ 955539 w 8057454"/>
                <a:gd name="connsiteY15" fmla="*/ 2961083 h 3787615"/>
                <a:gd name="connsiteX16" fmla="*/ 2726814 w 8057454"/>
                <a:gd name="connsiteY16" fmla="*/ 2949952 h 3787615"/>
                <a:gd name="connsiteX17" fmla="*/ 4023192 w 8057454"/>
                <a:gd name="connsiteY17" fmla="*/ 3781448 h 3787615"/>
                <a:gd name="connsiteX18" fmla="*/ 4028728 w 8057454"/>
                <a:gd name="connsiteY18" fmla="*/ 3787615 h 3787615"/>
                <a:gd name="connsiteX19" fmla="*/ 4034265 w 8057454"/>
                <a:gd name="connsiteY19" fmla="*/ 3781448 h 3787615"/>
                <a:gd name="connsiteX20" fmla="*/ 5330642 w 8057454"/>
                <a:gd name="connsiteY20" fmla="*/ 2949952 h 3787615"/>
                <a:gd name="connsiteX21" fmla="*/ 7101916 w 8057454"/>
                <a:gd name="connsiteY21" fmla="*/ 2961083 h 3787615"/>
                <a:gd name="connsiteX22" fmla="*/ 8051332 w 8057454"/>
                <a:gd name="connsiteY22" fmla="*/ 2716854 h 3787615"/>
                <a:gd name="connsiteX23" fmla="*/ 8057389 w 8057454"/>
                <a:gd name="connsiteY23" fmla="*/ 2714172 h 3787615"/>
                <a:gd name="connsiteX24" fmla="*/ 8057454 w 8057454"/>
                <a:gd name="connsiteY24" fmla="*/ 2714143 h 3787615"/>
                <a:gd name="connsiteX25" fmla="*/ 8057389 w 8057454"/>
                <a:gd name="connsiteY25" fmla="*/ 2714108 h 3787615"/>
                <a:gd name="connsiteX26" fmla="*/ 8057389 w 8057454"/>
                <a:gd name="connsiteY26" fmla="*/ 0 h 37876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8057454" h="3787615">
                  <a:moveTo>
                    <a:pt x="8057389" y="0"/>
                  </a:moveTo>
                  <a:lnTo>
                    <a:pt x="8051332" y="2682"/>
                  </a:lnTo>
                  <a:cubicBezTo>
                    <a:pt x="7990912" y="29212"/>
                    <a:pt x="7495255" y="241617"/>
                    <a:pt x="7101916" y="246911"/>
                  </a:cubicBezTo>
                  <a:cubicBezTo>
                    <a:pt x="6682352" y="252557"/>
                    <a:pt x="6042406" y="90044"/>
                    <a:pt x="5330642" y="235780"/>
                  </a:cubicBezTo>
                  <a:cubicBezTo>
                    <a:pt x="4707848" y="363301"/>
                    <a:pt x="4161197" y="928075"/>
                    <a:pt x="4034265" y="1067276"/>
                  </a:cubicBezTo>
                  <a:lnTo>
                    <a:pt x="4028728" y="1073443"/>
                  </a:lnTo>
                  <a:lnTo>
                    <a:pt x="4023192" y="1067276"/>
                  </a:lnTo>
                  <a:cubicBezTo>
                    <a:pt x="3896260" y="928075"/>
                    <a:pt x="3349608" y="363301"/>
                    <a:pt x="2726814" y="235780"/>
                  </a:cubicBezTo>
                  <a:cubicBezTo>
                    <a:pt x="2015049" y="90044"/>
                    <a:pt x="1375102" y="252557"/>
                    <a:pt x="955539" y="246911"/>
                  </a:cubicBezTo>
                  <a:cubicBezTo>
                    <a:pt x="562200" y="241617"/>
                    <a:pt x="66542" y="29212"/>
                    <a:pt x="6122" y="2682"/>
                  </a:cubicBezTo>
                  <a:lnTo>
                    <a:pt x="65" y="0"/>
                  </a:lnTo>
                  <a:lnTo>
                    <a:pt x="65" y="2714108"/>
                  </a:lnTo>
                  <a:lnTo>
                    <a:pt x="0" y="2714143"/>
                  </a:lnTo>
                  <a:lnTo>
                    <a:pt x="65" y="2714172"/>
                  </a:lnTo>
                  <a:lnTo>
                    <a:pt x="6122" y="2716854"/>
                  </a:lnTo>
                  <a:cubicBezTo>
                    <a:pt x="66542" y="2743384"/>
                    <a:pt x="562200" y="2955789"/>
                    <a:pt x="955539" y="2961083"/>
                  </a:cubicBezTo>
                  <a:cubicBezTo>
                    <a:pt x="1375102" y="2966729"/>
                    <a:pt x="2015049" y="2804216"/>
                    <a:pt x="2726814" y="2949952"/>
                  </a:cubicBezTo>
                  <a:cubicBezTo>
                    <a:pt x="3349608" y="3077473"/>
                    <a:pt x="3896260" y="3642247"/>
                    <a:pt x="4023192" y="3781448"/>
                  </a:cubicBezTo>
                  <a:lnTo>
                    <a:pt x="4028728" y="3787615"/>
                  </a:lnTo>
                  <a:lnTo>
                    <a:pt x="4034265" y="3781448"/>
                  </a:lnTo>
                  <a:cubicBezTo>
                    <a:pt x="4161197" y="3642247"/>
                    <a:pt x="4707848" y="3077473"/>
                    <a:pt x="5330642" y="2949952"/>
                  </a:cubicBezTo>
                  <a:cubicBezTo>
                    <a:pt x="6042406" y="2804216"/>
                    <a:pt x="6682352" y="2966729"/>
                    <a:pt x="7101916" y="2961083"/>
                  </a:cubicBezTo>
                  <a:cubicBezTo>
                    <a:pt x="7495255" y="2955789"/>
                    <a:pt x="7990912" y="2743384"/>
                    <a:pt x="8051332" y="2716854"/>
                  </a:cubicBezTo>
                  <a:lnTo>
                    <a:pt x="8057389" y="2714172"/>
                  </a:lnTo>
                  <a:lnTo>
                    <a:pt x="8057454" y="2714143"/>
                  </a:lnTo>
                  <a:lnTo>
                    <a:pt x="8057389" y="2714108"/>
                  </a:lnTo>
                  <a:lnTo>
                    <a:pt x="8057389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ffectLst>
              <a:outerShdw blurRad="406400" dist="38100" dir="16200000" rotWithShape="0">
                <a:prstClr val="black">
                  <a:alpha val="6000"/>
                </a:prst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3" name="文本框 2">
            <a:extLst>
              <a:ext uri="{FF2B5EF4-FFF2-40B4-BE49-F238E27FC236}">
                <a16:creationId xmlns:a16="http://schemas.microsoft.com/office/drawing/2014/main" id="{DC29175F-C247-BEA4-5AA8-B6BC9763168B}"/>
              </a:ext>
            </a:extLst>
          </p:cNvPr>
          <p:cNvSpPr txBox="1"/>
          <p:nvPr/>
        </p:nvSpPr>
        <p:spPr>
          <a:xfrm>
            <a:off x="1814458" y="1218944"/>
            <a:ext cx="8563086" cy="554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200</a:t>
            </a:r>
            <a:r>
              <a: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字以内，据统计每页幻灯片的最好控制在</a:t>
            </a:r>
            <a:r>
              <a: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5</a:t>
            </a:r>
            <a:r>
              <a:rPr lang="zh-CN" altLang="en-US" dirty="0">
                <a:solidFill>
                  <a:schemeClr val="tx1"/>
                </a:solidFill>
                <a:sym typeface="HarmonyOS Sans SC Light" panose="00000400000000000000" pitchFamily="2" charset="-122"/>
              </a:rPr>
              <a:t>分钟之内。此处添加详细文本描述，建议与标题相关并符合整体语言风格，语言描述尽量简洁生动。</a:t>
            </a:r>
            <a:endParaRPr lang="en-US" altLang="zh-CN" dirty="0">
              <a:solidFill>
                <a:schemeClr val="tx1"/>
              </a:solidFill>
              <a:sym typeface="HarmonyOS Sans SC Light" panose="00000400000000000000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9FBF3DBE-D33B-2161-985F-1C782413FE4B}"/>
              </a:ext>
            </a:extLst>
          </p:cNvPr>
          <p:cNvGrpSpPr/>
          <p:nvPr/>
        </p:nvGrpSpPr>
        <p:grpSpPr>
          <a:xfrm>
            <a:off x="2423493" y="3032340"/>
            <a:ext cx="2923235" cy="1426396"/>
            <a:chOff x="587215" y="1906534"/>
            <a:chExt cx="2923235" cy="1426396"/>
          </a:xfrm>
        </p:grpSpPr>
        <p:sp>
          <p:nvSpPr>
            <p:cNvPr id="14" name="文本框 13">
              <a:extLst>
                <a:ext uri="{FF2B5EF4-FFF2-40B4-BE49-F238E27FC236}">
                  <a16:creationId xmlns:a16="http://schemas.microsoft.com/office/drawing/2014/main" id="{CFD83C22-F5CA-D80F-3B14-AAB2CD7443D5}"/>
                </a:ext>
              </a:extLst>
            </p:cNvPr>
            <p:cNvSpPr txBox="1"/>
            <p:nvPr/>
          </p:nvSpPr>
          <p:spPr>
            <a:xfrm>
              <a:off x="587215" y="2248659"/>
              <a:ext cx="2923235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分钟之内。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D6123EA8-D961-ABC2-D2A3-AA5EC9B6E477}"/>
                </a:ext>
              </a:extLst>
            </p:cNvPr>
            <p:cNvSpPr txBox="1"/>
            <p:nvPr/>
          </p:nvSpPr>
          <p:spPr>
            <a:xfrm>
              <a:off x="587216" y="1906534"/>
              <a:ext cx="2235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1F7481FA-447F-8362-6421-46353B381934}"/>
              </a:ext>
            </a:extLst>
          </p:cNvPr>
          <p:cNvGrpSpPr/>
          <p:nvPr/>
        </p:nvGrpSpPr>
        <p:grpSpPr>
          <a:xfrm>
            <a:off x="6845270" y="3032340"/>
            <a:ext cx="2923235" cy="1426396"/>
            <a:chOff x="587215" y="1906534"/>
            <a:chExt cx="2923235" cy="1426396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59594F66-E220-176D-FB60-F7387B89D9C4}"/>
                </a:ext>
              </a:extLst>
            </p:cNvPr>
            <p:cNvSpPr txBox="1"/>
            <p:nvPr/>
          </p:nvSpPr>
          <p:spPr>
            <a:xfrm>
              <a:off x="587215" y="2248659"/>
              <a:ext cx="2923235" cy="108427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sz="11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分钟之内。</a:t>
              </a:r>
              <a:endParaRPr lang="en-US" altLang="zh-CN" sz="1100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90E9BE13-E489-D8A2-AFC2-69F7C2A8599D}"/>
                </a:ext>
              </a:extLst>
            </p:cNvPr>
            <p:cNvSpPr txBox="1"/>
            <p:nvPr/>
          </p:nvSpPr>
          <p:spPr>
            <a:xfrm>
              <a:off x="587216" y="1906534"/>
              <a:ext cx="223556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20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2478345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57FCB-9B5E-3EEF-A00D-990AFEC2A3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CDBEF01-653E-62CC-08B6-F539BB759211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02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7514CAE-6B49-A897-3623-6A9B8FC970C8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48" name="矩形 47" descr="D:\51PPT模板网\51pptmoban.com\图片.jpg"/>
          <p:cNvSpPr/>
          <p:nvPr/>
        </p:nvSpPr>
        <p:spPr>
          <a:xfrm>
            <a:off x="947738" y="1324901"/>
            <a:ext cx="4858291" cy="3312413"/>
          </a:xfrm>
          <a:prstGeom prst="rect">
            <a:avLst/>
          </a:prstGeom>
          <a:blipFill dpi="0" rotWithShape="1">
            <a:blip r:embed="rId2"/>
            <a:srcRect/>
            <a:tile tx="-2419350" ty="-79375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endParaRPr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0" name="矩形 49"/>
          <p:cNvSpPr/>
          <p:nvPr/>
        </p:nvSpPr>
        <p:spPr bwMode="auto">
          <a:xfrm>
            <a:off x="6095998" y="1324900"/>
            <a:ext cx="5148265" cy="1470129"/>
          </a:xfrm>
          <a:prstGeom prst="rect">
            <a:avLst/>
          </a:pr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54" name="椭圆 53"/>
          <p:cNvSpPr/>
          <p:nvPr/>
        </p:nvSpPr>
        <p:spPr bwMode="auto">
          <a:xfrm>
            <a:off x="6297804" y="1649669"/>
            <a:ext cx="820593" cy="820591"/>
          </a:xfrm>
          <a:prstGeom prst="ellipse">
            <a:avLst/>
          </a:prstGeom>
          <a:solidFill>
            <a:schemeClr val="bg1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55" name="任意多边形: 形状 54" descr="D:\51PPT模板网\51pptmoban.com\图片.jpg"/>
          <p:cNvSpPr/>
          <p:nvPr/>
        </p:nvSpPr>
        <p:spPr bwMode="auto">
          <a:xfrm>
            <a:off x="6463318" y="1822077"/>
            <a:ext cx="489566" cy="475775"/>
          </a:xfrm>
          <a:custGeom>
            <a:avLst/>
            <a:gdLst>
              <a:gd name="connsiteX0" fmla="*/ 279778 w 338138"/>
              <a:gd name="connsiteY0" fmla="*/ 231775 h 328613"/>
              <a:gd name="connsiteX1" fmla="*/ 289126 w 338138"/>
              <a:gd name="connsiteY1" fmla="*/ 271719 h 328613"/>
              <a:gd name="connsiteX2" fmla="*/ 283784 w 338138"/>
              <a:gd name="connsiteY2" fmla="*/ 279708 h 328613"/>
              <a:gd name="connsiteX3" fmla="*/ 282449 w 338138"/>
              <a:gd name="connsiteY3" fmla="*/ 279708 h 328613"/>
              <a:gd name="connsiteX4" fmla="*/ 275771 w 338138"/>
              <a:gd name="connsiteY4" fmla="*/ 274382 h 328613"/>
              <a:gd name="connsiteX5" fmla="*/ 265087 w 338138"/>
              <a:gd name="connsiteY5" fmla="*/ 234438 h 328613"/>
              <a:gd name="connsiteX6" fmla="*/ 239712 w 338138"/>
              <a:gd name="connsiteY6" fmla="*/ 273050 h 328613"/>
              <a:gd name="connsiteX7" fmla="*/ 282449 w 338138"/>
              <a:gd name="connsiteY7" fmla="*/ 314325 h 328613"/>
              <a:gd name="connsiteX8" fmla="*/ 323850 w 338138"/>
              <a:gd name="connsiteY8" fmla="*/ 273050 h 328613"/>
              <a:gd name="connsiteX9" fmla="*/ 282449 w 338138"/>
              <a:gd name="connsiteY9" fmla="*/ 231775 h 328613"/>
              <a:gd name="connsiteX10" fmla="*/ 279778 w 338138"/>
              <a:gd name="connsiteY10" fmla="*/ 231775 h 328613"/>
              <a:gd name="connsiteX11" fmla="*/ 55688 w 338138"/>
              <a:gd name="connsiteY11" fmla="*/ 231775 h 328613"/>
              <a:gd name="connsiteX12" fmla="*/ 14287 w 338138"/>
              <a:gd name="connsiteY12" fmla="*/ 273050 h 328613"/>
              <a:gd name="connsiteX13" fmla="*/ 55688 w 338138"/>
              <a:gd name="connsiteY13" fmla="*/ 314325 h 328613"/>
              <a:gd name="connsiteX14" fmla="*/ 98425 w 338138"/>
              <a:gd name="connsiteY14" fmla="*/ 273050 h 328613"/>
              <a:gd name="connsiteX15" fmla="*/ 97089 w 338138"/>
              <a:gd name="connsiteY15" fmla="*/ 265062 h 328613"/>
              <a:gd name="connsiteX16" fmla="*/ 58359 w 338138"/>
              <a:gd name="connsiteY16" fmla="*/ 279708 h 328613"/>
              <a:gd name="connsiteX17" fmla="*/ 55688 w 338138"/>
              <a:gd name="connsiteY17" fmla="*/ 279708 h 328613"/>
              <a:gd name="connsiteX18" fmla="*/ 49011 w 338138"/>
              <a:gd name="connsiteY18" fmla="*/ 275713 h 328613"/>
              <a:gd name="connsiteX19" fmla="*/ 53017 w 338138"/>
              <a:gd name="connsiteY19" fmla="*/ 266393 h 328613"/>
              <a:gd name="connsiteX20" fmla="*/ 91747 w 338138"/>
              <a:gd name="connsiteY20" fmla="*/ 251747 h 328613"/>
              <a:gd name="connsiteX21" fmla="*/ 55688 w 338138"/>
              <a:gd name="connsiteY21" fmla="*/ 231775 h 328613"/>
              <a:gd name="connsiteX22" fmla="*/ 39613 w 338138"/>
              <a:gd name="connsiteY22" fmla="*/ 195263 h 328613"/>
              <a:gd name="connsiteX23" fmla="*/ 92431 w 338138"/>
              <a:gd name="connsiteY23" fmla="*/ 195263 h 328613"/>
              <a:gd name="connsiteX24" fmla="*/ 97713 w 338138"/>
              <a:gd name="connsiteY24" fmla="*/ 196583 h 328613"/>
              <a:gd name="connsiteX25" fmla="*/ 138647 w 338138"/>
              <a:gd name="connsiteY25" fmla="*/ 237513 h 328613"/>
              <a:gd name="connsiteX26" fmla="*/ 139967 w 338138"/>
              <a:gd name="connsiteY26" fmla="*/ 244114 h 328613"/>
              <a:gd name="connsiteX27" fmla="*/ 136006 w 338138"/>
              <a:gd name="connsiteY27" fmla="*/ 249395 h 328613"/>
              <a:gd name="connsiteX28" fmla="*/ 109597 w 338138"/>
              <a:gd name="connsiteY28" fmla="*/ 259958 h 328613"/>
              <a:gd name="connsiteX29" fmla="*/ 110918 w 338138"/>
              <a:gd name="connsiteY29" fmla="*/ 273161 h 328613"/>
              <a:gd name="connsiteX30" fmla="*/ 55459 w 338138"/>
              <a:gd name="connsiteY30" fmla="*/ 328613 h 328613"/>
              <a:gd name="connsiteX31" fmla="*/ 0 w 338138"/>
              <a:gd name="connsiteY31" fmla="*/ 273161 h 328613"/>
              <a:gd name="connsiteX32" fmla="*/ 55459 w 338138"/>
              <a:gd name="connsiteY32" fmla="*/ 217708 h 328613"/>
              <a:gd name="connsiteX33" fmla="*/ 104315 w 338138"/>
              <a:gd name="connsiteY33" fmla="*/ 246755 h 328613"/>
              <a:gd name="connsiteX34" fmla="*/ 121481 w 338138"/>
              <a:gd name="connsiteY34" fmla="*/ 240153 h 328613"/>
              <a:gd name="connsiteX35" fmla="*/ 89790 w 338138"/>
              <a:gd name="connsiteY35" fmla="*/ 208466 h 328613"/>
              <a:gd name="connsiteX36" fmla="*/ 39613 w 338138"/>
              <a:gd name="connsiteY36" fmla="*/ 208466 h 328613"/>
              <a:gd name="connsiteX37" fmla="*/ 33011 w 338138"/>
              <a:gd name="connsiteY37" fmla="*/ 201864 h 328613"/>
              <a:gd name="connsiteX38" fmla="*/ 39613 w 338138"/>
              <a:gd name="connsiteY38" fmla="*/ 195263 h 328613"/>
              <a:gd name="connsiteX39" fmla="*/ 155575 w 338138"/>
              <a:gd name="connsiteY39" fmla="*/ 0 h 328613"/>
              <a:gd name="connsiteX40" fmla="*/ 191294 w 338138"/>
              <a:gd name="connsiteY40" fmla="*/ 35490 h 328613"/>
              <a:gd name="connsiteX41" fmla="*/ 156898 w 338138"/>
              <a:gd name="connsiteY41" fmla="*/ 70980 h 328613"/>
              <a:gd name="connsiteX42" fmla="*/ 167481 w 338138"/>
              <a:gd name="connsiteY42" fmla="*/ 80181 h 328613"/>
              <a:gd name="connsiteX43" fmla="*/ 168804 w 338138"/>
              <a:gd name="connsiteY43" fmla="*/ 81496 h 328613"/>
              <a:gd name="connsiteX44" fmla="*/ 196586 w 338138"/>
              <a:gd name="connsiteY44" fmla="*/ 126187 h 328613"/>
              <a:gd name="connsiteX45" fmla="*/ 225690 w 338138"/>
              <a:gd name="connsiteY45" fmla="*/ 130131 h 328613"/>
              <a:gd name="connsiteX46" fmla="*/ 234950 w 338138"/>
              <a:gd name="connsiteY46" fmla="*/ 138017 h 328613"/>
              <a:gd name="connsiteX47" fmla="*/ 257440 w 338138"/>
              <a:gd name="connsiteY47" fmla="*/ 149847 h 328613"/>
              <a:gd name="connsiteX48" fmla="*/ 260086 w 338138"/>
              <a:gd name="connsiteY48" fmla="*/ 155105 h 328613"/>
              <a:gd name="connsiteX49" fmla="*/ 270669 w 338138"/>
              <a:gd name="connsiteY49" fmla="*/ 197168 h 328613"/>
              <a:gd name="connsiteX50" fmla="*/ 278607 w 338138"/>
              <a:gd name="connsiteY50" fmla="*/ 197168 h 328613"/>
              <a:gd name="connsiteX51" fmla="*/ 315648 w 338138"/>
              <a:gd name="connsiteY51" fmla="*/ 205054 h 328613"/>
              <a:gd name="connsiteX52" fmla="*/ 319617 w 338138"/>
              <a:gd name="connsiteY52" fmla="*/ 214255 h 328613"/>
              <a:gd name="connsiteX53" fmla="*/ 310357 w 338138"/>
              <a:gd name="connsiteY53" fmla="*/ 216884 h 328613"/>
              <a:gd name="connsiteX54" fmla="*/ 278607 w 338138"/>
              <a:gd name="connsiteY54" fmla="*/ 210312 h 328613"/>
              <a:gd name="connsiteX55" fmla="*/ 274638 w 338138"/>
              <a:gd name="connsiteY55" fmla="*/ 211627 h 328613"/>
              <a:gd name="connsiteX56" fmla="*/ 275961 w 338138"/>
              <a:gd name="connsiteY56" fmla="*/ 218199 h 328613"/>
              <a:gd name="connsiteX57" fmla="*/ 282575 w 338138"/>
              <a:gd name="connsiteY57" fmla="*/ 218199 h 328613"/>
              <a:gd name="connsiteX58" fmla="*/ 338138 w 338138"/>
              <a:gd name="connsiteY58" fmla="*/ 273406 h 328613"/>
              <a:gd name="connsiteX59" fmla="*/ 282575 w 338138"/>
              <a:gd name="connsiteY59" fmla="*/ 328613 h 328613"/>
              <a:gd name="connsiteX60" fmla="*/ 229659 w 338138"/>
              <a:gd name="connsiteY60" fmla="*/ 289180 h 328613"/>
              <a:gd name="connsiteX61" fmla="*/ 183356 w 338138"/>
              <a:gd name="connsiteY61" fmla="*/ 289180 h 328613"/>
              <a:gd name="connsiteX62" fmla="*/ 175419 w 338138"/>
              <a:gd name="connsiteY62" fmla="*/ 282607 h 328613"/>
              <a:gd name="connsiteX63" fmla="*/ 183356 w 338138"/>
              <a:gd name="connsiteY63" fmla="*/ 276035 h 328613"/>
              <a:gd name="connsiteX64" fmla="*/ 227013 w 338138"/>
              <a:gd name="connsiteY64" fmla="*/ 276035 h 328613"/>
              <a:gd name="connsiteX65" fmla="*/ 227013 w 338138"/>
              <a:gd name="connsiteY65" fmla="*/ 273406 h 328613"/>
              <a:gd name="connsiteX66" fmla="*/ 262732 w 338138"/>
              <a:gd name="connsiteY66" fmla="*/ 222142 h 328613"/>
              <a:gd name="connsiteX67" fmla="*/ 261409 w 338138"/>
              <a:gd name="connsiteY67" fmla="*/ 214255 h 328613"/>
              <a:gd name="connsiteX68" fmla="*/ 230981 w 338138"/>
              <a:gd name="connsiteY68" fmla="*/ 239231 h 328613"/>
              <a:gd name="connsiteX69" fmla="*/ 224367 w 338138"/>
              <a:gd name="connsiteY69" fmla="*/ 243174 h 328613"/>
              <a:gd name="connsiteX70" fmla="*/ 221721 w 338138"/>
              <a:gd name="connsiteY70" fmla="*/ 241859 h 328613"/>
              <a:gd name="connsiteX71" fmla="*/ 219075 w 338138"/>
              <a:gd name="connsiteY71" fmla="*/ 232658 h 328613"/>
              <a:gd name="connsiteX72" fmla="*/ 257440 w 338138"/>
              <a:gd name="connsiteY72" fmla="*/ 201111 h 328613"/>
              <a:gd name="connsiteX73" fmla="*/ 248180 w 338138"/>
              <a:gd name="connsiteY73" fmla="*/ 160363 h 328613"/>
              <a:gd name="connsiteX74" fmla="*/ 228336 w 338138"/>
              <a:gd name="connsiteY74" fmla="*/ 151162 h 328613"/>
              <a:gd name="connsiteX75" fmla="*/ 227013 w 338138"/>
              <a:gd name="connsiteY75" fmla="*/ 149847 h 328613"/>
              <a:gd name="connsiteX76" fmla="*/ 224367 w 338138"/>
              <a:gd name="connsiteY76" fmla="*/ 149847 h 328613"/>
              <a:gd name="connsiteX77" fmla="*/ 188648 w 338138"/>
              <a:gd name="connsiteY77" fmla="*/ 149847 h 328613"/>
              <a:gd name="connsiteX78" fmla="*/ 179388 w 338138"/>
              <a:gd name="connsiteY78" fmla="*/ 145904 h 328613"/>
              <a:gd name="connsiteX79" fmla="*/ 178065 w 338138"/>
              <a:gd name="connsiteY79" fmla="*/ 144589 h 328613"/>
              <a:gd name="connsiteX80" fmla="*/ 170127 w 338138"/>
              <a:gd name="connsiteY80" fmla="*/ 134074 h 328613"/>
              <a:gd name="connsiteX81" fmla="*/ 168804 w 338138"/>
              <a:gd name="connsiteY81" fmla="*/ 140646 h 328613"/>
              <a:gd name="connsiteX82" fmla="*/ 167481 w 338138"/>
              <a:gd name="connsiteY82" fmla="*/ 148533 h 328613"/>
              <a:gd name="connsiteX83" fmla="*/ 166158 w 338138"/>
              <a:gd name="connsiteY83" fmla="*/ 152476 h 328613"/>
              <a:gd name="connsiteX84" fmla="*/ 166158 w 338138"/>
              <a:gd name="connsiteY84" fmla="*/ 156420 h 328613"/>
              <a:gd name="connsiteX85" fmla="*/ 163513 w 338138"/>
              <a:gd name="connsiteY85" fmla="*/ 164306 h 328613"/>
              <a:gd name="connsiteX86" fmla="*/ 162190 w 338138"/>
              <a:gd name="connsiteY86" fmla="*/ 170879 h 328613"/>
              <a:gd name="connsiteX87" fmla="*/ 160867 w 338138"/>
              <a:gd name="connsiteY87" fmla="*/ 173507 h 328613"/>
              <a:gd name="connsiteX88" fmla="*/ 200554 w 338138"/>
              <a:gd name="connsiteY88" fmla="*/ 182709 h 328613"/>
              <a:gd name="connsiteX89" fmla="*/ 201877 w 338138"/>
              <a:gd name="connsiteY89" fmla="*/ 182709 h 328613"/>
              <a:gd name="connsiteX90" fmla="*/ 215106 w 338138"/>
              <a:gd name="connsiteY90" fmla="*/ 205054 h 328613"/>
              <a:gd name="connsiteX91" fmla="*/ 212461 w 338138"/>
              <a:gd name="connsiteY91" fmla="*/ 210312 h 328613"/>
              <a:gd name="connsiteX92" fmla="*/ 163513 w 338138"/>
              <a:gd name="connsiteY92" fmla="*/ 289180 h 328613"/>
              <a:gd name="connsiteX93" fmla="*/ 144992 w 338138"/>
              <a:gd name="connsiteY93" fmla="*/ 293123 h 328613"/>
              <a:gd name="connsiteX94" fmla="*/ 139700 w 338138"/>
              <a:gd name="connsiteY94" fmla="*/ 276035 h 328613"/>
              <a:gd name="connsiteX95" fmla="*/ 168804 w 338138"/>
              <a:gd name="connsiteY95" fmla="*/ 214255 h 328613"/>
              <a:gd name="connsiteX96" fmla="*/ 125148 w 338138"/>
              <a:gd name="connsiteY96" fmla="*/ 206369 h 328613"/>
              <a:gd name="connsiteX97" fmla="*/ 103981 w 338138"/>
              <a:gd name="connsiteY97" fmla="*/ 195853 h 328613"/>
              <a:gd name="connsiteX98" fmla="*/ 97367 w 338138"/>
              <a:gd name="connsiteY98" fmla="*/ 164306 h 328613"/>
              <a:gd name="connsiteX99" fmla="*/ 121179 w 338138"/>
              <a:gd name="connsiteY99" fmla="*/ 95955 h 328613"/>
              <a:gd name="connsiteX100" fmla="*/ 121179 w 338138"/>
              <a:gd name="connsiteY100" fmla="*/ 90697 h 328613"/>
              <a:gd name="connsiteX101" fmla="*/ 143669 w 338138"/>
              <a:gd name="connsiteY101" fmla="*/ 68351 h 328613"/>
              <a:gd name="connsiteX102" fmla="*/ 119856 w 338138"/>
              <a:gd name="connsiteY102" fmla="*/ 35490 h 328613"/>
              <a:gd name="connsiteX103" fmla="*/ 155575 w 338138"/>
              <a:gd name="connsiteY103" fmla="*/ 0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</a:cxnLst>
            <a:rect l="l" t="t" r="r" b="b"/>
            <a:pathLst>
              <a:path w="338138" h="328613">
                <a:moveTo>
                  <a:pt x="279778" y="231775"/>
                </a:moveTo>
                <a:cubicBezTo>
                  <a:pt x="279778" y="231775"/>
                  <a:pt x="279778" y="231775"/>
                  <a:pt x="289126" y="271719"/>
                </a:cubicBezTo>
                <a:cubicBezTo>
                  <a:pt x="290462" y="275713"/>
                  <a:pt x="287791" y="278376"/>
                  <a:pt x="283784" y="279708"/>
                </a:cubicBezTo>
                <a:cubicBezTo>
                  <a:pt x="283784" y="279708"/>
                  <a:pt x="282449" y="279708"/>
                  <a:pt x="282449" y="279708"/>
                </a:cubicBezTo>
                <a:cubicBezTo>
                  <a:pt x="279778" y="279708"/>
                  <a:pt x="275771" y="278376"/>
                  <a:pt x="275771" y="274382"/>
                </a:cubicBezTo>
                <a:cubicBezTo>
                  <a:pt x="275771" y="274382"/>
                  <a:pt x="275771" y="274382"/>
                  <a:pt x="265087" y="234438"/>
                </a:cubicBezTo>
                <a:cubicBezTo>
                  <a:pt x="250396" y="241095"/>
                  <a:pt x="239712" y="255741"/>
                  <a:pt x="239712" y="273050"/>
                </a:cubicBezTo>
                <a:cubicBezTo>
                  <a:pt x="239712" y="295685"/>
                  <a:pt x="259745" y="314325"/>
                  <a:pt x="282449" y="314325"/>
                </a:cubicBezTo>
                <a:cubicBezTo>
                  <a:pt x="305153" y="314325"/>
                  <a:pt x="323850" y="295685"/>
                  <a:pt x="323850" y="273050"/>
                </a:cubicBezTo>
                <a:cubicBezTo>
                  <a:pt x="323850" y="250416"/>
                  <a:pt x="305153" y="231775"/>
                  <a:pt x="282449" y="231775"/>
                </a:cubicBezTo>
                <a:cubicBezTo>
                  <a:pt x="281113" y="231775"/>
                  <a:pt x="279778" y="231775"/>
                  <a:pt x="279778" y="231775"/>
                </a:cubicBezTo>
                <a:close/>
                <a:moveTo>
                  <a:pt x="55688" y="231775"/>
                </a:moveTo>
                <a:cubicBezTo>
                  <a:pt x="32984" y="231775"/>
                  <a:pt x="14287" y="250416"/>
                  <a:pt x="14287" y="273050"/>
                </a:cubicBezTo>
                <a:cubicBezTo>
                  <a:pt x="14287" y="295685"/>
                  <a:pt x="32984" y="314325"/>
                  <a:pt x="55688" y="314325"/>
                </a:cubicBezTo>
                <a:cubicBezTo>
                  <a:pt x="78392" y="314325"/>
                  <a:pt x="98425" y="295685"/>
                  <a:pt x="98425" y="273050"/>
                </a:cubicBezTo>
                <a:cubicBezTo>
                  <a:pt x="98425" y="270387"/>
                  <a:pt x="97089" y="267724"/>
                  <a:pt x="97089" y="265062"/>
                </a:cubicBezTo>
                <a:cubicBezTo>
                  <a:pt x="97089" y="265062"/>
                  <a:pt x="97089" y="265062"/>
                  <a:pt x="58359" y="279708"/>
                </a:cubicBezTo>
                <a:cubicBezTo>
                  <a:pt x="57024" y="279708"/>
                  <a:pt x="57024" y="279708"/>
                  <a:pt x="55688" y="279708"/>
                </a:cubicBezTo>
                <a:cubicBezTo>
                  <a:pt x="53017" y="279708"/>
                  <a:pt x="50346" y="278376"/>
                  <a:pt x="49011" y="275713"/>
                </a:cubicBezTo>
                <a:cubicBezTo>
                  <a:pt x="47675" y="271719"/>
                  <a:pt x="49011" y="267724"/>
                  <a:pt x="53017" y="266393"/>
                </a:cubicBezTo>
                <a:cubicBezTo>
                  <a:pt x="53017" y="266393"/>
                  <a:pt x="53017" y="266393"/>
                  <a:pt x="91747" y="251747"/>
                </a:cubicBezTo>
                <a:cubicBezTo>
                  <a:pt x="83734" y="239764"/>
                  <a:pt x="70379" y="231775"/>
                  <a:pt x="55688" y="231775"/>
                </a:cubicBezTo>
                <a:close/>
                <a:moveTo>
                  <a:pt x="39613" y="195263"/>
                </a:moveTo>
                <a:cubicBezTo>
                  <a:pt x="39613" y="195263"/>
                  <a:pt x="39613" y="195263"/>
                  <a:pt x="92431" y="195263"/>
                </a:cubicBezTo>
                <a:cubicBezTo>
                  <a:pt x="95072" y="195263"/>
                  <a:pt x="96393" y="195263"/>
                  <a:pt x="97713" y="196583"/>
                </a:cubicBezTo>
                <a:cubicBezTo>
                  <a:pt x="97713" y="196583"/>
                  <a:pt x="97713" y="196583"/>
                  <a:pt x="138647" y="237513"/>
                </a:cubicBezTo>
                <a:cubicBezTo>
                  <a:pt x="139967" y="238833"/>
                  <a:pt x="141288" y="241474"/>
                  <a:pt x="139967" y="244114"/>
                </a:cubicBezTo>
                <a:cubicBezTo>
                  <a:pt x="139967" y="246755"/>
                  <a:pt x="138647" y="248075"/>
                  <a:pt x="136006" y="249395"/>
                </a:cubicBezTo>
                <a:cubicBezTo>
                  <a:pt x="136006" y="249395"/>
                  <a:pt x="136006" y="249395"/>
                  <a:pt x="109597" y="259958"/>
                </a:cubicBezTo>
                <a:cubicBezTo>
                  <a:pt x="110918" y="263919"/>
                  <a:pt x="110918" y="267880"/>
                  <a:pt x="110918" y="273161"/>
                </a:cubicBezTo>
                <a:cubicBezTo>
                  <a:pt x="110918" y="303528"/>
                  <a:pt x="85829" y="328613"/>
                  <a:pt x="55459" y="328613"/>
                </a:cubicBezTo>
                <a:cubicBezTo>
                  <a:pt x="25088" y="328613"/>
                  <a:pt x="0" y="303528"/>
                  <a:pt x="0" y="273161"/>
                </a:cubicBezTo>
                <a:cubicBezTo>
                  <a:pt x="0" y="242794"/>
                  <a:pt x="25088" y="217708"/>
                  <a:pt x="55459" y="217708"/>
                </a:cubicBezTo>
                <a:cubicBezTo>
                  <a:pt x="76586" y="217708"/>
                  <a:pt x="95072" y="229590"/>
                  <a:pt x="104315" y="246755"/>
                </a:cubicBezTo>
                <a:cubicBezTo>
                  <a:pt x="104315" y="246755"/>
                  <a:pt x="104315" y="246755"/>
                  <a:pt x="121481" y="240153"/>
                </a:cubicBezTo>
                <a:cubicBezTo>
                  <a:pt x="121481" y="240153"/>
                  <a:pt x="121481" y="240153"/>
                  <a:pt x="89790" y="208466"/>
                </a:cubicBezTo>
                <a:cubicBezTo>
                  <a:pt x="89790" y="208466"/>
                  <a:pt x="89790" y="208466"/>
                  <a:pt x="39613" y="208466"/>
                </a:cubicBezTo>
                <a:cubicBezTo>
                  <a:pt x="35652" y="208466"/>
                  <a:pt x="33011" y="205825"/>
                  <a:pt x="33011" y="201864"/>
                </a:cubicBezTo>
                <a:cubicBezTo>
                  <a:pt x="33011" y="197903"/>
                  <a:pt x="35652" y="195263"/>
                  <a:pt x="39613" y="195263"/>
                </a:cubicBezTo>
                <a:close/>
                <a:moveTo>
                  <a:pt x="155575" y="0"/>
                </a:moveTo>
                <a:cubicBezTo>
                  <a:pt x="175419" y="0"/>
                  <a:pt x="191294" y="15773"/>
                  <a:pt x="191294" y="35490"/>
                </a:cubicBezTo>
                <a:cubicBezTo>
                  <a:pt x="191294" y="53892"/>
                  <a:pt x="175419" y="69666"/>
                  <a:pt x="156898" y="70980"/>
                </a:cubicBezTo>
                <a:cubicBezTo>
                  <a:pt x="160867" y="72295"/>
                  <a:pt x="164835" y="76238"/>
                  <a:pt x="167481" y="80181"/>
                </a:cubicBezTo>
                <a:cubicBezTo>
                  <a:pt x="168804" y="80181"/>
                  <a:pt x="168804" y="80181"/>
                  <a:pt x="168804" y="81496"/>
                </a:cubicBezTo>
                <a:cubicBezTo>
                  <a:pt x="168804" y="81496"/>
                  <a:pt x="168804" y="81496"/>
                  <a:pt x="196586" y="126187"/>
                </a:cubicBezTo>
                <a:cubicBezTo>
                  <a:pt x="196586" y="126187"/>
                  <a:pt x="196586" y="126187"/>
                  <a:pt x="225690" y="130131"/>
                </a:cubicBezTo>
                <a:cubicBezTo>
                  <a:pt x="230981" y="130131"/>
                  <a:pt x="234950" y="134074"/>
                  <a:pt x="234950" y="138017"/>
                </a:cubicBezTo>
                <a:cubicBezTo>
                  <a:pt x="234950" y="138017"/>
                  <a:pt x="234950" y="138017"/>
                  <a:pt x="257440" y="149847"/>
                </a:cubicBezTo>
                <a:cubicBezTo>
                  <a:pt x="258763" y="151162"/>
                  <a:pt x="260086" y="152476"/>
                  <a:pt x="260086" y="155105"/>
                </a:cubicBezTo>
                <a:cubicBezTo>
                  <a:pt x="260086" y="155105"/>
                  <a:pt x="260086" y="155105"/>
                  <a:pt x="270669" y="197168"/>
                </a:cubicBezTo>
                <a:cubicBezTo>
                  <a:pt x="273315" y="197168"/>
                  <a:pt x="275961" y="197168"/>
                  <a:pt x="278607" y="197168"/>
                </a:cubicBezTo>
                <a:cubicBezTo>
                  <a:pt x="291836" y="195853"/>
                  <a:pt x="303742" y="198482"/>
                  <a:pt x="315648" y="205054"/>
                </a:cubicBezTo>
                <a:cubicBezTo>
                  <a:pt x="319617" y="206369"/>
                  <a:pt x="320940" y="210312"/>
                  <a:pt x="319617" y="214255"/>
                </a:cubicBezTo>
                <a:cubicBezTo>
                  <a:pt x="316971" y="216884"/>
                  <a:pt x="313003" y="219513"/>
                  <a:pt x="310357" y="216884"/>
                </a:cubicBezTo>
                <a:cubicBezTo>
                  <a:pt x="299773" y="211627"/>
                  <a:pt x="289190" y="210312"/>
                  <a:pt x="278607" y="210312"/>
                </a:cubicBezTo>
                <a:cubicBezTo>
                  <a:pt x="277284" y="210312"/>
                  <a:pt x="275961" y="210312"/>
                  <a:pt x="274638" y="211627"/>
                </a:cubicBezTo>
                <a:cubicBezTo>
                  <a:pt x="274638" y="211627"/>
                  <a:pt x="274638" y="211627"/>
                  <a:pt x="275961" y="218199"/>
                </a:cubicBezTo>
                <a:cubicBezTo>
                  <a:pt x="278607" y="218199"/>
                  <a:pt x="279930" y="218199"/>
                  <a:pt x="282575" y="218199"/>
                </a:cubicBezTo>
                <a:cubicBezTo>
                  <a:pt x="313003" y="218199"/>
                  <a:pt x="338138" y="243174"/>
                  <a:pt x="338138" y="273406"/>
                </a:cubicBezTo>
                <a:cubicBezTo>
                  <a:pt x="338138" y="303639"/>
                  <a:pt x="313003" y="328613"/>
                  <a:pt x="282575" y="328613"/>
                </a:cubicBezTo>
                <a:cubicBezTo>
                  <a:pt x="257440" y="328613"/>
                  <a:pt x="236273" y="312840"/>
                  <a:pt x="229659" y="289180"/>
                </a:cubicBezTo>
                <a:cubicBezTo>
                  <a:pt x="229659" y="289180"/>
                  <a:pt x="229659" y="289180"/>
                  <a:pt x="183356" y="289180"/>
                </a:cubicBezTo>
                <a:cubicBezTo>
                  <a:pt x="179388" y="289180"/>
                  <a:pt x="175419" y="286551"/>
                  <a:pt x="175419" y="282607"/>
                </a:cubicBezTo>
                <a:cubicBezTo>
                  <a:pt x="175419" y="278664"/>
                  <a:pt x="179388" y="276035"/>
                  <a:pt x="183356" y="276035"/>
                </a:cubicBezTo>
                <a:cubicBezTo>
                  <a:pt x="183356" y="276035"/>
                  <a:pt x="183356" y="276035"/>
                  <a:pt x="227013" y="276035"/>
                </a:cubicBezTo>
                <a:cubicBezTo>
                  <a:pt x="227013" y="274721"/>
                  <a:pt x="227013" y="274721"/>
                  <a:pt x="227013" y="273406"/>
                </a:cubicBezTo>
                <a:cubicBezTo>
                  <a:pt x="227013" y="249746"/>
                  <a:pt x="241565" y="230029"/>
                  <a:pt x="262732" y="222142"/>
                </a:cubicBezTo>
                <a:cubicBezTo>
                  <a:pt x="262732" y="222142"/>
                  <a:pt x="262732" y="222142"/>
                  <a:pt x="261409" y="214255"/>
                </a:cubicBezTo>
                <a:cubicBezTo>
                  <a:pt x="248180" y="219513"/>
                  <a:pt x="237596" y="228714"/>
                  <a:pt x="230981" y="239231"/>
                </a:cubicBezTo>
                <a:cubicBezTo>
                  <a:pt x="229659" y="241859"/>
                  <a:pt x="227013" y="243174"/>
                  <a:pt x="224367" y="243174"/>
                </a:cubicBezTo>
                <a:cubicBezTo>
                  <a:pt x="224367" y="243174"/>
                  <a:pt x="223044" y="243174"/>
                  <a:pt x="221721" y="241859"/>
                </a:cubicBezTo>
                <a:cubicBezTo>
                  <a:pt x="217752" y="240545"/>
                  <a:pt x="216429" y="235287"/>
                  <a:pt x="219075" y="232658"/>
                </a:cubicBezTo>
                <a:cubicBezTo>
                  <a:pt x="228336" y="218199"/>
                  <a:pt x="241565" y="206369"/>
                  <a:pt x="257440" y="201111"/>
                </a:cubicBezTo>
                <a:cubicBezTo>
                  <a:pt x="257440" y="201111"/>
                  <a:pt x="257440" y="201111"/>
                  <a:pt x="248180" y="160363"/>
                </a:cubicBezTo>
                <a:cubicBezTo>
                  <a:pt x="248180" y="160363"/>
                  <a:pt x="248180" y="160363"/>
                  <a:pt x="228336" y="151162"/>
                </a:cubicBezTo>
                <a:cubicBezTo>
                  <a:pt x="228336" y="151162"/>
                  <a:pt x="228336" y="149847"/>
                  <a:pt x="227013" y="149847"/>
                </a:cubicBezTo>
                <a:cubicBezTo>
                  <a:pt x="227013" y="149847"/>
                  <a:pt x="225690" y="149847"/>
                  <a:pt x="224367" y="149847"/>
                </a:cubicBezTo>
                <a:cubicBezTo>
                  <a:pt x="224367" y="149847"/>
                  <a:pt x="224367" y="149847"/>
                  <a:pt x="188648" y="149847"/>
                </a:cubicBezTo>
                <a:cubicBezTo>
                  <a:pt x="184679" y="149847"/>
                  <a:pt x="180711" y="148533"/>
                  <a:pt x="179388" y="145904"/>
                </a:cubicBezTo>
                <a:cubicBezTo>
                  <a:pt x="179388" y="145904"/>
                  <a:pt x="179388" y="145904"/>
                  <a:pt x="178065" y="144589"/>
                </a:cubicBezTo>
                <a:cubicBezTo>
                  <a:pt x="178065" y="144589"/>
                  <a:pt x="178065" y="144589"/>
                  <a:pt x="170127" y="134074"/>
                </a:cubicBezTo>
                <a:cubicBezTo>
                  <a:pt x="170127" y="136703"/>
                  <a:pt x="170127" y="138017"/>
                  <a:pt x="168804" y="140646"/>
                </a:cubicBezTo>
                <a:cubicBezTo>
                  <a:pt x="168804" y="143275"/>
                  <a:pt x="167481" y="145904"/>
                  <a:pt x="167481" y="148533"/>
                </a:cubicBezTo>
                <a:cubicBezTo>
                  <a:pt x="167481" y="149847"/>
                  <a:pt x="167481" y="151162"/>
                  <a:pt x="166158" y="152476"/>
                </a:cubicBezTo>
                <a:cubicBezTo>
                  <a:pt x="166158" y="153791"/>
                  <a:pt x="166158" y="155105"/>
                  <a:pt x="166158" y="156420"/>
                </a:cubicBezTo>
                <a:cubicBezTo>
                  <a:pt x="164835" y="159048"/>
                  <a:pt x="164835" y="161677"/>
                  <a:pt x="163513" y="164306"/>
                </a:cubicBezTo>
                <a:cubicBezTo>
                  <a:pt x="163513" y="166935"/>
                  <a:pt x="162190" y="168250"/>
                  <a:pt x="162190" y="170879"/>
                </a:cubicBezTo>
                <a:cubicBezTo>
                  <a:pt x="160867" y="172193"/>
                  <a:pt x="160867" y="172193"/>
                  <a:pt x="160867" y="173507"/>
                </a:cubicBezTo>
                <a:cubicBezTo>
                  <a:pt x="160867" y="173507"/>
                  <a:pt x="160867" y="173507"/>
                  <a:pt x="200554" y="182709"/>
                </a:cubicBezTo>
                <a:cubicBezTo>
                  <a:pt x="200554" y="182709"/>
                  <a:pt x="200554" y="182709"/>
                  <a:pt x="201877" y="182709"/>
                </a:cubicBezTo>
                <a:cubicBezTo>
                  <a:pt x="211138" y="185337"/>
                  <a:pt x="217752" y="195853"/>
                  <a:pt x="215106" y="205054"/>
                </a:cubicBezTo>
                <a:cubicBezTo>
                  <a:pt x="215106" y="206369"/>
                  <a:pt x="213784" y="208998"/>
                  <a:pt x="212461" y="210312"/>
                </a:cubicBezTo>
                <a:cubicBezTo>
                  <a:pt x="212461" y="210312"/>
                  <a:pt x="212461" y="210312"/>
                  <a:pt x="163513" y="289180"/>
                </a:cubicBezTo>
                <a:cubicBezTo>
                  <a:pt x="159544" y="294437"/>
                  <a:pt x="151606" y="297066"/>
                  <a:pt x="144992" y="293123"/>
                </a:cubicBezTo>
                <a:cubicBezTo>
                  <a:pt x="138377" y="289180"/>
                  <a:pt x="137054" y="281293"/>
                  <a:pt x="139700" y="276035"/>
                </a:cubicBezTo>
                <a:cubicBezTo>
                  <a:pt x="139700" y="276035"/>
                  <a:pt x="139700" y="276035"/>
                  <a:pt x="168804" y="214255"/>
                </a:cubicBezTo>
                <a:cubicBezTo>
                  <a:pt x="168804" y="214255"/>
                  <a:pt x="168804" y="214255"/>
                  <a:pt x="125148" y="206369"/>
                </a:cubicBezTo>
                <a:cubicBezTo>
                  <a:pt x="115887" y="203740"/>
                  <a:pt x="107950" y="201111"/>
                  <a:pt x="103981" y="195853"/>
                </a:cubicBezTo>
                <a:cubicBezTo>
                  <a:pt x="96044" y="186652"/>
                  <a:pt x="92075" y="176136"/>
                  <a:pt x="97367" y="164306"/>
                </a:cubicBezTo>
                <a:cubicBezTo>
                  <a:pt x="115887" y="124873"/>
                  <a:pt x="121179" y="95955"/>
                  <a:pt x="121179" y="95955"/>
                </a:cubicBezTo>
                <a:cubicBezTo>
                  <a:pt x="121179" y="95955"/>
                  <a:pt x="121179" y="95955"/>
                  <a:pt x="121179" y="90697"/>
                </a:cubicBezTo>
                <a:cubicBezTo>
                  <a:pt x="122502" y="78867"/>
                  <a:pt x="131763" y="69666"/>
                  <a:pt x="143669" y="68351"/>
                </a:cubicBezTo>
                <a:cubicBezTo>
                  <a:pt x="130440" y="63093"/>
                  <a:pt x="119856" y="49949"/>
                  <a:pt x="119856" y="35490"/>
                </a:cubicBezTo>
                <a:cubicBezTo>
                  <a:pt x="119856" y="15773"/>
                  <a:pt x="135731" y="0"/>
                  <a:pt x="155575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57" name="矩形 56"/>
          <p:cNvSpPr/>
          <p:nvPr/>
        </p:nvSpPr>
        <p:spPr bwMode="auto">
          <a:xfrm>
            <a:off x="6096000" y="3167184"/>
            <a:ext cx="5148264" cy="1470129"/>
          </a:xfrm>
          <a:prstGeom prst="rect">
            <a:avLst/>
          </a:prstGeom>
          <a:solidFill>
            <a:srgbClr val="D5AC59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61" name="椭圆 60"/>
          <p:cNvSpPr/>
          <p:nvPr/>
        </p:nvSpPr>
        <p:spPr bwMode="auto">
          <a:xfrm>
            <a:off x="6297803" y="3491953"/>
            <a:ext cx="820593" cy="820591"/>
          </a:xfrm>
          <a:prstGeom prst="ellipse">
            <a:avLst/>
          </a:prstGeom>
          <a:solidFill>
            <a:schemeClr val="bg1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62" name="任意多边形: 形状 61" descr="D:\51PPT模板网\51pptmoban.com\图片.jpg"/>
          <p:cNvSpPr/>
          <p:nvPr/>
        </p:nvSpPr>
        <p:spPr bwMode="auto">
          <a:xfrm>
            <a:off x="6463317" y="3702598"/>
            <a:ext cx="489566" cy="399301"/>
          </a:xfrm>
          <a:custGeom>
            <a:avLst/>
            <a:gdLst>
              <a:gd name="connsiteX0" fmla="*/ 39952 w 338667"/>
              <a:gd name="connsiteY0" fmla="*/ 252412 h 276225"/>
              <a:gd name="connsiteX1" fmla="*/ 297127 w 338667"/>
              <a:gd name="connsiteY1" fmla="*/ 252412 h 276225"/>
              <a:gd name="connsiteX2" fmla="*/ 297127 w 338667"/>
              <a:gd name="connsiteY2" fmla="*/ 276225 h 276225"/>
              <a:gd name="connsiteX3" fmla="*/ 39952 w 338667"/>
              <a:gd name="connsiteY3" fmla="*/ 276225 h 276225"/>
              <a:gd name="connsiteX4" fmla="*/ 169334 w 338667"/>
              <a:gd name="connsiteY4" fmla="*/ 98425 h 276225"/>
              <a:gd name="connsiteX5" fmla="*/ 225690 w 338667"/>
              <a:gd name="connsiteY5" fmla="*/ 154918 h 276225"/>
              <a:gd name="connsiteX6" fmla="*/ 221758 w 338667"/>
              <a:gd name="connsiteY6" fmla="*/ 177253 h 276225"/>
              <a:gd name="connsiteX7" fmla="*/ 206031 w 338667"/>
              <a:gd name="connsiteY7" fmla="*/ 169370 h 276225"/>
              <a:gd name="connsiteX8" fmla="*/ 206031 w 338667"/>
              <a:gd name="connsiteY8" fmla="*/ 168056 h 276225"/>
              <a:gd name="connsiteX9" fmla="*/ 208652 w 338667"/>
              <a:gd name="connsiteY9" fmla="*/ 154918 h 276225"/>
              <a:gd name="connsiteX10" fmla="*/ 169334 w 338667"/>
              <a:gd name="connsiteY10" fmla="*/ 116818 h 276225"/>
              <a:gd name="connsiteX11" fmla="*/ 130015 w 338667"/>
              <a:gd name="connsiteY11" fmla="*/ 154918 h 276225"/>
              <a:gd name="connsiteX12" fmla="*/ 169334 w 338667"/>
              <a:gd name="connsiteY12" fmla="*/ 194332 h 276225"/>
              <a:gd name="connsiteX13" fmla="*/ 198167 w 338667"/>
              <a:gd name="connsiteY13" fmla="*/ 181194 h 276225"/>
              <a:gd name="connsiteX14" fmla="*/ 199478 w 338667"/>
              <a:gd name="connsiteY14" fmla="*/ 181194 h 276225"/>
              <a:gd name="connsiteX15" fmla="*/ 213895 w 338667"/>
              <a:gd name="connsiteY15" fmla="*/ 190391 h 276225"/>
              <a:gd name="connsiteX16" fmla="*/ 169334 w 338667"/>
              <a:gd name="connsiteY16" fmla="*/ 212725 h 276225"/>
              <a:gd name="connsiteX17" fmla="*/ 112977 w 338667"/>
              <a:gd name="connsiteY17" fmla="*/ 156232 h 276225"/>
              <a:gd name="connsiteX18" fmla="*/ 169334 w 338667"/>
              <a:gd name="connsiteY18" fmla="*/ 98425 h 276225"/>
              <a:gd name="connsiteX19" fmla="*/ 169740 w 338667"/>
              <a:gd name="connsiteY19" fmla="*/ 84137 h 276225"/>
              <a:gd name="connsiteX20" fmla="*/ 98689 w 338667"/>
              <a:gd name="connsiteY20" fmla="*/ 157031 h 276225"/>
              <a:gd name="connsiteX21" fmla="*/ 169740 w 338667"/>
              <a:gd name="connsiteY21" fmla="*/ 228600 h 276225"/>
              <a:gd name="connsiteX22" fmla="*/ 227634 w 338667"/>
              <a:gd name="connsiteY22" fmla="*/ 198117 h 276225"/>
              <a:gd name="connsiteX23" fmla="*/ 236845 w 338667"/>
              <a:gd name="connsiteY23" fmla="*/ 203418 h 276225"/>
              <a:gd name="connsiteX24" fmla="*/ 242108 w 338667"/>
              <a:gd name="connsiteY24" fmla="*/ 199442 h 276225"/>
              <a:gd name="connsiteX25" fmla="*/ 239476 w 338667"/>
              <a:gd name="connsiteY25" fmla="*/ 190165 h 276225"/>
              <a:gd name="connsiteX26" fmla="*/ 234213 w 338667"/>
              <a:gd name="connsiteY26" fmla="*/ 186189 h 276225"/>
              <a:gd name="connsiteX27" fmla="*/ 240792 w 338667"/>
              <a:gd name="connsiteY27" fmla="*/ 157031 h 276225"/>
              <a:gd name="connsiteX28" fmla="*/ 169740 w 338667"/>
              <a:gd name="connsiteY28" fmla="*/ 84137 h 276225"/>
              <a:gd name="connsiteX29" fmla="*/ 280981 w 338667"/>
              <a:gd name="connsiteY29" fmla="*/ 82550 h 276225"/>
              <a:gd name="connsiteX30" fmla="*/ 333639 w 338667"/>
              <a:gd name="connsiteY30" fmla="*/ 82550 h 276225"/>
              <a:gd name="connsiteX31" fmla="*/ 331006 w 338667"/>
              <a:gd name="connsiteY31" fmla="*/ 92075 h 276225"/>
              <a:gd name="connsiteX32" fmla="*/ 279664 w 338667"/>
              <a:gd name="connsiteY32" fmla="*/ 92075 h 276225"/>
              <a:gd name="connsiteX33" fmla="*/ 280981 w 338667"/>
              <a:gd name="connsiteY33" fmla="*/ 82550 h 276225"/>
              <a:gd name="connsiteX34" fmla="*/ 5027 w 338667"/>
              <a:gd name="connsiteY34" fmla="*/ 82550 h 276225"/>
              <a:gd name="connsiteX35" fmla="*/ 57685 w 338667"/>
              <a:gd name="connsiteY35" fmla="*/ 82550 h 276225"/>
              <a:gd name="connsiteX36" fmla="*/ 59002 w 338667"/>
              <a:gd name="connsiteY36" fmla="*/ 92075 h 276225"/>
              <a:gd name="connsiteX37" fmla="*/ 7660 w 338667"/>
              <a:gd name="connsiteY37" fmla="*/ 92075 h 276225"/>
              <a:gd name="connsiteX38" fmla="*/ 5027 w 338667"/>
              <a:gd name="connsiteY38" fmla="*/ 82550 h 276225"/>
              <a:gd name="connsiteX39" fmla="*/ 106627 w 338667"/>
              <a:gd name="connsiteY39" fmla="*/ 47625 h 276225"/>
              <a:gd name="connsiteX40" fmla="*/ 128852 w 338667"/>
              <a:gd name="connsiteY40" fmla="*/ 47625 h 276225"/>
              <a:gd name="connsiteX41" fmla="*/ 128852 w 338667"/>
              <a:gd name="connsiteY41" fmla="*/ 66675 h 276225"/>
              <a:gd name="connsiteX42" fmla="*/ 209815 w 338667"/>
              <a:gd name="connsiteY42" fmla="*/ 66675 h 276225"/>
              <a:gd name="connsiteX43" fmla="*/ 209815 w 338667"/>
              <a:gd name="connsiteY43" fmla="*/ 47625 h 276225"/>
              <a:gd name="connsiteX44" fmla="*/ 232040 w 338667"/>
              <a:gd name="connsiteY44" fmla="*/ 47625 h 276225"/>
              <a:gd name="connsiteX45" fmla="*/ 232040 w 338667"/>
              <a:gd name="connsiteY45" fmla="*/ 66675 h 276225"/>
              <a:gd name="connsiteX46" fmla="*/ 254265 w 338667"/>
              <a:gd name="connsiteY46" fmla="*/ 66675 h 276225"/>
              <a:gd name="connsiteX47" fmla="*/ 295540 w 338667"/>
              <a:gd name="connsiteY47" fmla="*/ 238125 h 276225"/>
              <a:gd name="connsiteX48" fmla="*/ 43127 w 338667"/>
              <a:gd name="connsiteY48" fmla="*/ 238125 h 276225"/>
              <a:gd name="connsiteX49" fmla="*/ 84402 w 338667"/>
              <a:gd name="connsiteY49" fmla="*/ 66675 h 276225"/>
              <a:gd name="connsiteX50" fmla="*/ 106627 w 338667"/>
              <a:gd name="connsiteY50" fmla="*/ 66675 h 276225"/>
              <a:gd name="connsiteX51" fmla="*/ 169334 w 338667"/>
              <a:gd name="connsiteY51" fmla="*/ 0 h 276225"/>
              <a:gd name="connsiteX52" fmla="*/ 333376 w 338667"/>
              <a:gd name="connsiteY52" fmla="*/ 30193 h 276225"/>
              <a:gd name="connsiteX53" fmla="*/ 337344 w 338667"/>
              <a:gd name="connsiteY53" fmla="*/ 68263 h 276225"/>
              <a:gd name="connsiteX54" fmla="*/ 281782 w 338667"/>
              <a:gd name="connsiteY54" fmla="*/ 68263 h 276225"/>
              <a:gd name="connsiteX55" fmla="*/ 275167 w 338667"/>
              <a:gd name="connsiteY55" fmla="*/ 45946 h 276225"/>
              <a:gd name="connsiteX56" fmla="*/ 169334 w 338667"/>
              <a:gd name="connsiteY56" fmla="*/ 19691 h 276225"/>
              <a:gd name="connsiteX57" fmla="*/ 63500 w 338667"/>
              <a:gd name="connsiteY57" fmla="*/ 45946 h 276225"/>
              <a:gd name="connsiteX58" fmla="*/ 56885 w 338667"/>
              <a:gd name="connsiteY58" fmla="*/ 68263 h 276225"/>
              <a:gd name="connsiteX59" fmla="*/ 1323 w 338667"/>
              <a:gd name="connsiteY59" fmla="*/ 68263 h 276225"/>
              <a:gd name="connsiteX60" fmla="*/ 5291 w 338667"/>
              <a:gd name="connsiteY60" fmla="*/ 30193 h 276225"/>
              <a:gd name="connsiteX61" fmla="*/ 169334 w 338667"/>
              <a:gd name="connsiteY61" fmla="*/ 0 h 276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</a:cxnLst>
            <a:rect l="l" t="t" r="r" b="b"/>
            <a:pathLst>
              <a:path w="338667" h="276225">
                <a:moveTo>
                  <a:pt x="39952" y="252412"/>
                </a:moveTo>
                <a:lnTo>
                  <a:pt x="297127" y="252412"/>
                </a:lnTo>
                <a:lnTo>
                  <a:pt x="297127" y="276225"/>
                </a:lnTo>
                <a:lnTo>
                  <a:pt x="39952" y="276225"/>
                </a:lnTo>
                <a:close/>
                <a:moveTo>
                  <a:pt x="169334" y="98425"/>
                </a:moveTo>
                <a:cubicBezTo>
                  <a:pt x="200788" y="98425"/>
                  <a:pt x="225690" y="124701"/>
                  <a:pt x="225690" y="154918"/>
                </a:cubicBezTo>
                <a:cubicBezTo>
                  <a:pt x="225690" y="162801"/>
                  <a:pt x="224380" y="170684"/>
                  <a:pt x="221758" y="177253"/>
                </a:cubicBezTo>
                <a:cubicBezTo>
                  <a:pt x="221758" y="177253"/>
                  <a:pt x="221758" y="177253"/>
                  <a:pt x="206031" y="169370"/>
                </a:cubicBezTo>
                <a:cubicBezTo>
                  <a:pt x="206031" y="169370"/>
                  <a:pt x="206031" y="168056"/>
                  <a:pt x="206031" y="168056"/>
                </a:cubicBezTo>
                <a:cubicBezTo>
                  <a:pt x="207342" y="164115"/>
                  <a:pt x="208652" y="160173"/>
                  <a:pt x="208652" y="154918"/>
                </a:cubicBezTo>
                <a:cubicBezTo>
                  <a:pt x="208652" y="133897"/>
                  <a:pt x="190303" y="116818"/>
                  <a:pt x="169334" y="116818"/>
                </a:cubicBezTo>
                <a:cubicBezTo>
                  <a:pt x="148364" y="116818"/>
                  <a:pt x="130015" y="133897"/>
                  <a:pt x="130015" y="154918"/>
                </a:cubicBezTo>
                <a:cubicBezTo>
                  <a:pt x="130015" y="177253"/>
                  <a:pt x="148364" y="194332"/>
                  <a:pt x="169334" y="194332"/>
                </a:cubicBezTo>
                <a:cubicBezTo>
                  <a:pt x="181129" y="194332"/>
                  <a:pt x="191614" y="189077"/>
                  <a:pt x="198167" y="181194"/>
                </a:cubicBezTo>
                <a:cubicBezTo>
                  <a:pt x="199478" y="181194"/>
                  <a:pt x="199478" y="181194"/>
                  <a:pt x="199478" y="181194"/>
                </a:cubicBezTo>
                <a:cubicBezTo>
                  <a:pt x="199478" y="181194"/>
                  <a:pt x="199478" y="181194"/>
                  <a:pt x="213895" y="190391"/>
                </a:cubicBezTo>
                <a:cubicBezTo>
                  <a:pt x="203410" y="203528"/>
                  <a:pt x="187682" y="212725"/>
                  <a:pt x="169334" y="212725"/>
                </a:cubicBezTo>
                <a:cubicBezTo>
                  <a:pt x="137879" y="212725"/>
                  <a:pt x="112977" y="186449"/>
                  <a:pt x="112977" y="156232"/>
                </a:cubicBezTo>
                <a:cubicBezTo>
                  <a:pt x="112977" y="124701"/>
                  <a:pt x="137879" y="98425"/>
                  <a:pt x="169334" y="98425"/>
                </a:cubicBezTo>
                <a:close/>
                <a:moveTo>
                  <a:pt x="169740" y="84137"/>
                </a:moveTo>
                <a:cubicBezTo>
                  <a:pt x="130268" y="84137"/>
                  <a:pt x="98689" y="117271"/>
                  <a:pt x="98689" y="157031"/>
                </a:cubicBezTo>
                <a:cubicBezTo>
                  <a:pt x="98689" y="195466"/>
                  <a:pt x="130268" y="228600"/>
                  <a:pt x="169740" y="228600"/>
                </a:cubicBezTo>
                <a:cubicBezTo>
                  <a:pt x="193424" y="228600"/>
                  <a:pt x="214477" y="216672"/>
                  <a:pt x="227634" y="198117"/>
                </a:cubicBezTo>
                <a:cubicBezTo>
                  <a:pt x="227634" y="198117"/>
                  <a:pt x="232897" y="203418"/>
                  <a:pt x="236845" y="203418"/>
                </a:cubicBezTo>
                <a:cubicBezTo>
                  <a:pt x="238160" y="203418"/>
                  <a:pt x="240792" y="200768"/>
                  <a:pt x="242108" y="199442"/>
                </a:cubicBezTo>
                <a:cubicBezTo>
                  <a:pt x="244739" y="195466"/>
                  <a:pt x="243423" y="191490"/>
                  <a:pt x="239476" y="190165"/>
                </a:cubicBezTo>
                <a:cubicBezTo>
                  <a:pt x="239476" y="190165"/>
                  <a:pt x="239476" y="190165"/>
                  <a:pt x="234213" y="186189"/>
                </a:cubicBezTo>
                <a:cubicBezTo>
                  <a:pt x="238160" y="176911"/>
                  <a:pt x="240792" y="167634"/>
                  <a:pt x="240792" y="157031"/>
                </a:cubicBezTo>
                <a:cubicBezTo>
                  <a:pt x="240792" y="117271"/>
                  <a:pt x="209213" y="84137"/>
                  <a:pt x="169740" y="84137"/>
                </a:cubicBezTo>
                <a:close/>
                <a:moveTo>
                  <a:pt x="280981" y="82550"/>
                </a:moveTo>
                <a:cubicBezTo>
                  <a:pt x="333639" y="82550"/>
                  <a:pt x="333639" y="82550"/>
                  <a:pt x="333639" y="82550"/>
                </a:cubicBezTo>
                <a:cubicBezTo>
                  <a:pt x="332323" y="87313"/>
                  <a:pt x="332323" y="89694"/>
                  <a:pt x="331006" y="92075"/>
                </a:cubicBezTo>
                <a:cubicBezTo>
                  <a:pt x="279664" y="92075"/>
                  <a:pt x="279664" y="92075"/>
                  <a:pt x="279664" y="92075"/>
                </a:cubicBezTo>
                <a:cubicBezTo>
                  <a:pt x="279664" y="89694"/>
                  <a:pt x="279664" y="86122"/>
                  <a:pt x="280981" y="82550"/>
                </a:cubicBezTo>
                <a:close/>
                <a:moveTo>
                  <a:pt x="5027" y="82550"/>
                </a:moveTo>
                <a:cubicBezTo>
                  <a:pt x="5027" y="82550"/>
                  <a:pt x="5027" y="82550"/>
                  <a:pt x="57685" y="82550"/>
                </a:cubicBezTo>
                <a:cubicBezTo>
                  <a:pt x="59002" y="86122"/>
                  <a:pt x="59002" y="89694"/>
                  <a:pt x="59002" y="92075"/>
                </a:cubicBezTo>
                <a:cubicBezTo>
                  <a:pt x="59002" y="92075"/>
                  <a:pt x="59002" y="92075"/>
                  <a:pt x="7660" y="92075"/>
                </a:cubicBezTo>
                <a:cubicBezTo>
                  <a:pt x="6343" y="89694"/>
                  <a:pt x="6343" y="87313"/>
                  <a:pt x="5027" y="82550"/>
                </a:cubicBezTo>
                <a:close/>
                <a:moveTo>
                  <a:pt x="106627" y="47625"/>
                </a:moveTo>
                <a:lnTo>
                  <a:pt x="128852" y="47625"/>
                </a:lnTo>
                <a:lnTo>
                  <a:pt x="128852" y="66675"/>
                </a:lnTo>
                <a:lnTo>
                  <a:pt x="209815" y="66675"/>
                </a:lnTo>
                <a:lnTo>
                  <a:pt x="209815" y="47625"/>
                </a:lnTo>
                <a:lnTo>
                  <a:pt x="232040" y="47625"/>
                </a:lnTo>
                <a:lnTo>
                  <a:pt x="232040" y="66675"/>
                </a:lnTo>
                <a:lnTo>
                  <a:pt x="254265" y="66675"/>
                </a:lnTo>
                <a:lnTo>
                  <a:pt x="295540" y="238125"/>
                </a:lnTo>
                <a:lnTo>
                  <a:pt x="43127" y="238125"/>
                </a:lnTo>
                <a:lnTo>
                  <a:pt x="84402" y="66675"/>
                </a:lnTo>
                <a:lnTo>
                  <a:pt x="106627" y="66675"/>
                </a:lnTo>
                <a:close/>
                <a:moveTo>
                  <a:pt x="169334" y="0"/>
                </a:moveTo>
                <a:cubicBezTo>
                  <a:pt x="244740" y="0"/>
                  <a:pt x="309563" y="11815"/>
                  <a:pt x="333376" y="30193"/>
                </a:cubicBezTo>
                <a:cubicBezTo>
                  <a:pt x="338667" y="34132"/>
                  <a:pt x="339990" y="48572"/>
                  <a:pt x="337344" y="68263"/>
                </a:cubicBezTo>
                <a:cubicBezTo>
                  <a:pt x="281782" y="68263"/>
                  <a:pt x="281782" y="68263"/>
                  <a:pt x="281782" y="68263"/>
                </a:cubicBezTo>
                <a:cubicBezTo>
                  <a:pt x="281782" y="57761"/>
                  <a:pt x="279136" y="49884"/>
                  <a:pt x="275167" y="45946"/>
                </a:cubicBezTo>
                <a:cubicBezTo>
                  <a:pt x="256646" y="26255"/>
                  <a:pt x="207698" y="19691"/>
                  <a:pt x="169334" y="19691"/>
                </a:cubicBezTo>
                <a:cubicBezTo>
                  <a:pt x="130969" y="19691"/>
                  <a:pt x="82021" y="26255"/>
                  <a:pt x="63500" y="45946"/>
                </a:cubicBezTo>
                <a:cubicBezTo>
                  <a:pt x="59531" y="49884"/>
                  <a:pt x="56885" y="57761"/>
                  <a:pt x="56885" y="68263"/>
                </a:cubicBezTo>
                <a:cubicBezTo>
                  <a:pt x="1323" y="68263"/>
                  <a:pt x="1323" y="68263"/>
                  <a:pt x="1323" y="68263"/>
                </a:cubicBezTo>
                <a:cubicBezTo>
                  <a:pt x="-1323" y="48572"/>
                  <a:pt x="0" y="35444"/>
                  <a:pt x="5291" y="30193"/>
                </a:cubicBezTo>
                <a:cubicBezTo>
                  <a:pt x="29104" y="11815"/>
                  <a:pt x="93927" y="0"/>
                  <a:pt x="16933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spc="300">
              <a:cs typeface="+mn-ea"/>
              <a:sym typeface="+mn-lt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F795114-D238-18E7-D725-D657EC30556B}"/>
              </a:ext>
            </a:extLst>
          </p:cNvPr>
          <p:cNvSpPr txBox="1"/>
          <p:nvPr/>
        </p:nvSpPr>
        <p:spPr>
          <a:xfrm>
            <a:off x="973849" y="4945725"/>
            <a:ext cx="10135846" cy="6204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/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9F1C53BA-1AA3-C1BC-592A-9BC5C74DB8F7}"/>
              </a:ext>
            </a:extLst>
          </p:cNvPr>
          <p:cNvGrpSpPr/>
          <p:nvPr/>
        </p:nvGrpSpPr>
        <p:grpSpPr>
          <a:xfrm>
            <a:off x="7322548" y="1567875"/>
            <a:ext cx="2966425" cy="889537"/>
            <a:chOff x="283598" y="1906534"/>
            <a:chExt cx="2966425" cy="889537"/>
          </a:xfrm>
        </p:grpSpPr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38BCDFCF-C4F1-3304-AD02-C45B07A253E4}"/>
                </a:ext>
              </a:extLst>
            </p:cNvPr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id="{67190C1B-BA79-51B9-1DB9-0DDE4667E04F}"/>
                </a:ext>
              </a:extLst>
            </p:cNvPr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5505F20-7F70-4AC4-CB9A-FD2959E33E8B}"/>
              </a:ext>
            </a:extLst>
          </p:cNvPr>
          <p:cNvGrpSpPr/>
          <p:nvPr/>
        </p:nvGrpSpPr>
        <p:grpSpPr>
          <a:xfrm>
            <a:off x="7322548" y="3434289"/>
            <a:ext cx="2966425" cy="889537"/>
            <a:chOff x="283598" y="1906534"/>
            <a:chExt cx="2966425" cy="889537"/>
          </a:xfrm>
        </p:grpSpPr>
        <p:sp>
          <p:nvSpPr>
            <p:cNvPr id="6" name="文本框 5">
              <a:extLst>
                <a:ext uri="{FF2B5EF4-FFF2-40B4-BE49-F238E27FC236}">
                  <a16:creationId xmlns:a16="http://schemas.microsoft.com/office/drawing/2014/main" id="{008A1126-6447-341E-2567-EE4018D2034D}"/>
                </a:ext>
              </a:extLst>
            </p:cNvPr>
            <p:cNvSpPr txBox="1"/>
            <p:nvPr/>
          </p:nvSpPr>
          <p:spPr>
            <a:xfrm>
              <a:off x="283598" y="2219631"/>
              <a:ext cx="2966425" cy="57644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1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1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id="{5727A88B-7B55-26F5-64E6-F64C81C61E2E}"/>
                </a:ext>
              </a:extLst>
            </p:cNvPr>
            <p:cNvSpPr txBox="1"/>
            <p:nvPr/>
          </p:nvSpPr>
          <p:spPr>
            <a:xfrm>
              <a:off x="283598" y="1906534"/>
              <a:ext cx="223556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614569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BCD36-D161-9EAD-810A-D32AE9424E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C901F280-AB78-6163-6358-57F6C9AE5D67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02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1C5FF63-4A55-5D4C-8B72-194396BF3D89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3" name="六边形 2"/>
          <p:cNvSpPr/>
          <p:nvPr/>
        </p:nvSpPr>
        <p:spPr>
          <a:xfrm rot="16200000">
            <a:off x="1290640" y="1867355"/>
            <a:ext cx="2419350" cy="2085647"/>
          </a:xfrm>
          <a:prstGeom prst="hexagon">
            <a:avLst/>
          </a:pr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4" name="六边形 3"/>
          <p:cNvSpPr/>
          <p:nvPr/>
        </p:nvSpPr>
        <p:spPr>
          <a:xfrm rot="16200000">
            <a:off x="4886329" y="1867355"/>
            <a:ext cx="2419350" cy="2085647"/>
          </a:xfrm>
          <a:prstGeom prst="hexagon">
            <a:avLst/>
          </a:pr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5" name="六边形 4"/>
          <p:cNvSpPr/>
          <p:nvPr/>
        </p:nvSpPr>
        <p:spPr>
          <a:xfrm rot="16200000">
            <a:off x="8482018" y="1867354"/>
            <a:ext cx="2419350" cy="2085647"/>
          </a:xfrm>
          <a:prstGeom prst="hexagon">
            <a:avLst/>
          </a:pr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4646684" y="1824328"/>
            <a:ext cx="812991" cy="943070"/>
            <a:chOff x="4646681" y="2100099"/>
            <a:chExt cx="812991" cy="943070"/>
          </a:xfrm>
        </p:grpSpPr>
        <p:sp>
          <p:nvSpPr>
            <p:cNvPr id="2" name="六边形 1"/>
            <p:cNvSpPr/>
            <p:nvPr/>
          </p:nvSpPr>
          <p:spPr>
            <a:xfrm rot="16200000">
              <a:off x="4581642" y="2165138"/>
              <a:ext cx="943070" cy="812991"/>
            </a:xfrm>
            <a:prstGeom prst="hexagon">
              <a:avLst/>
            </a:prstGeom>
            <a:solidFill>
              <a:srgbClr val="D5AC59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en-US" spc="3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6" name="Freeform 84" descr="D:\51PPT模板网\51pptmoban.com\图片.jpg"/>
            <p:cNvSpPr>
              <a:spLocks noEditPoints="1"/>
            </p:cNvSpPr>
            <p:nvPr/>
          </p:nvSpPr>
          <p:spPr bwMode="auto">
            <a:xfrm>
              <a:off x="4937112" y="2409288"/>
              <a:ext cx="254249" cy="299287"/>
            </a:xfrm>
            <a:custGeom>
              <a:avLst/>
              <a:gdLst>
                <a:gd name="T0" fmla="*/ 6 w 74"/>
                <a:gd name="T1" fmla="*/ 0 h 87"/>
                <a:gd name="T2" fmla="*/ 20 w 74"/>
                <a:gd name="T3" fmla="*/ 0 h 87"/>
                <a:gd name="T4" fmla="*/ 26 w 74"/>
                <a:gd name="T5" fmla="*/ 0 h 87"/>
                <a:gd name="T6" fmla="*/ 38 w 74"/>
                <a:gd name="T7" fmla="*/ 0 h 87"/>
                <a:gd name="T8" fmla="*/ 38 w 74"/>
                <a:gd name="T9" fmla="*/ 23 h 87"/>
                <a:gd name="T10" fmla="*/ 23 w 74"/>
                <a:gd name="T11" fmla="*/ 23 h 87"/>
                <a:gd name="T12" fmla="*/ 23 w 74"/>
                <a:gd name="T13" fmla="*/ 64 h 87"/>
                <a:gd name="T14" fmla="*/ 38 w 74"/>
                <a:gd name="T15" fmla="*/ 64 h 87"/>
                <a:gd name="T16" fmla="*/ 38 w 74"/>
                <a:gd name="T17" fmla="*/ 87 h 87"/>
                <a:gd name="T18" fmla="*/ 26 w 74"/>
                <a:gd name="T19" fmla="*/ 87 h 87"/>
                <a:gd name="T20" fmla="*/ 20 w 74"/>
                <a:gd name="T21" fmla="*/ 87 h 87"/>
                <a:gd name="T22" fmla="*/ 6 w 74"/>
                <a:gd name="T23" fmla="*/ 87 h 87"/>
                <a:gd name="T24" fmla="*/ 6 w 74"/>
                <a:gd name="T25" fmla="*/ 0 h 87"/>
                <a:gd name="T26" fmla="*/ 65 w 74"/>
                <a:gd name="T27" fmla="*/ 11 h 87"/>
                <a:gd name="T28" fmla="*/ 74 w 74"/>
                <a:gd name="T29" fmla="*/ 43 h 87"/>
                <a:gd name="T30" fmla="*/ 65 w 74"/>
                <a:gd name="T31" fmla="*/ 75 h 87"/>
                <a:gd name="T32" fmla="*/ 56 w 74"/>
                <a:gd name="T33" fmla="*/ 70 h 87"/>
                <a:gd name="T34" fmla="*/ 64 w 74"/>
                <a:gd name="T35" fmla="*/ 43 h 87"/>
                <a:gd name="T36" fmla="*/ 57 w 74"/>
                <a:gd name="T37" fmla="*/ 17 h 87"/>
                <a:gd name="T38" fmla="*/ 65 w 74"/>
                <a:gd name="T39" fmla="*/ 11 h 87"/>
                <a:gd name="T40" fmla="*/ 53 w 74"/>
                <a:gd name="T41" fmla="*/ 24 h 87"/>
                <a:gd name="T42" fmla="*/ 45 w 74"/>
                <a:gd name="T43" fmla="*/ 29 h 87"/>
                <a:gd name="T44" fmla="*/ 48 w 74"/>
                <a:gd name="T45" fmla="*/ 43 h 87"/>
                <a:gd name="T46" fmla="*/ 44 w 74"/>
                <a:gd name="T47" fmla="*/ 57 h 87"/>
                <a:gd name="T48" fmla="*/ 53 w 74"/>
                <a:gd name="T49" fmla="*/ 62 h 87"/>
                <a:gd name="T50" fmla="*/ 58 w 74"/>
                <a:gd name="T51" fmla="*/ 43 h 87"/>
                <a:gd name="T52" fmla="*/ 53 w 74"/>
                <a:gd name="T53" fmla="*/ 24 h 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4" h="87">
                  <a:moveTo>
                    <a:pt x="6" y="0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26" y="0"/>
                    <a:pt x="26" y="0"/>
                    <a:pt x="26" y="0"/>
                  </a:cubicBezTo>
                  <a:cubicBezTo>
                    <a:pt x="38" y="0"/>
                    <a:pt x="38" y="0"/>
                    <a:pt x="38" y="0"/>
                  </a:cubicBezTo>
                  <a:cubicBezTo>
                    <a:pt x="38" y="23"/>
                    <a:pt x="38" y="23"/>
                    <a:pt x="38" y="23"/>
                  </a:cubicBezTo>
                  <a:cubicBezTo>
                    <a:pt x="23" y="23"/>
                    <a:pt x="23" y="23"/>
                    <a:pt x="23" y="23"/>
                  </a:cubicBezTo>
                  <a:cubicBezTo>
                    <a:pt x="21" y="36"/>
                    <a:pt x="22" y="50"/>
                    <a:pt x="23" y="64"/>
                  </a:cubicBezTo>
                  <a:cubicBezTo>
                    <a:pt x="38" y="64"/>
                    <a:pt x="38" y="64"/>
                    <a:pt x="38" y="64"/>
                  </a:cubicBezTo>
                  <a:cubicBezTo>
                    <a:pt x="38" y="87"/>
                    <a:pt x="38" y="87"/>
                    <a:pt x="38" y="87"/>
                  </a:cubicBezTo>
                  <a:cubicBezTo>
                    <a:pt x="26" y="87"/>
                    <a:pt x="26" y="87"/>
                    <a:pt x="26" y="87"/>
                  </a:cubicBezTo>
                  <a:cubicBezTo>
                    <a:pt x="20" y="87"/>
                    <a:pt x="20" y="87"/>
                    <a:pt x="20" y="87"/>
                  </a:cubicBezTo>
                  <a:cubicBezTo>
                    <a:pt x="6" y="87"/>
                    <a:pt x="6" y="87"/>
                    <a:pt x="6" y="87"/>
                  </a:cubicBezTo>
                  <a:cubicBezTo>
                    <a:pt x="1" y="58"/>
                    <a:pt x="0" y="29"/>
                    <a:pt x="6" y="0"/>
                  </a:cubicBezTo>
                  <a:close/>
                  <a:moveTo>
                    <a:pt x="65" y="11"/>
                  </a:moveTo>
                  <a:cubicBezTo>
                    <a:pt x="71" y="22"/>
                    <a:pt x="74" y="32"/>
                    <a:pt x="74" y="43"/>
                  </a:cubicBezTo>
                  <a:cubicBezTo>
                    <a:pt x="74" y="53"/>
                    <a:pt x="70" y="64"/>
                    <a:pt x="65" y="75"/>
                  </a:cubicBezTo>
                  <a:cubicBezTo>
                    <a:pt x="56" y="70"/>
                    <a:pt x="56" y="70"/>
                    <a:pt x="56" y="70"/>
                  </a:cubicBezTo>
                  <a:cubicBezTo>
                    <a:pt x="61" y="61"/>
                    <a:pt x="64" y="52"/>
                    <a:pt x="64" y="43"/>
                  </a:cubicBezTo>
                  <a:cubicBezTo>
                    <a:pt x="64" y="34"/>
                    <a:pt x="62" y="25"/>
                    <a:pt x="57" y="17"/>
                  </a:cubicBezTo>
                  <a:cubicBezTo>
                    <a:pt x="65" y="11"/>
                    <a:pt x="65" y="11"/>
                    <a:pt x="65" y="11"/>
                  </a:cubicBezTo>
                  <a:close/>
                  <a:moveTo>
                    <a:pt x="53" y="24"/>
                  </a:moveTo>
                  <a:cubicBezTo>
                    <a:pt x="45" y="29"/>
                    <a:pt x="45" y="29"/>
                    <a:pt x="45" y="29"/>
                  </a:cubicBezTo>
                  <a:cubicBezTo>
                    <a:pt x="47" y="34"/>
                    <a:pt x="49" y="38"/>
                    <a:pt x="48" y="43"/>
                  </a:cubicBezTo>
                  <a:cubicBezTo>
                    <a:pt x="48" y="48"/>
                    <a:pt x="47" y="52"/>
                    <a:pt x="44" y="57"/>
                  </a:cubicBezTo>
                  <a:cubicBezTo>
                    <a:pt x="53" y="62"/>
                    <a:pt x="53" y="62"/>
                    <a:pt x="53" y="62"/>
                  </a:cubicBezTo>
                  <a:cubicBezTo>
                    <a:pt x="56" y="56"/>
                    <a:pt x="58" y="49"/>
                    <a:pt x="58" y="43"/>
                  </a:cubicBezTo>
                  <a:cubicBezTo>
                    <a:pt x="59" y="37"/>
                    <a:pt x="57" y="30"/>
                    <a:pt x="53" y="24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2" name="组合 11"/>
          <p:cNvGrpSpPr/>
          <p:nvPr/>
        </p:nvGrpSpPr>
        <p:grpSpPr>
          <a:xfrm>
            <a:off x="1050996" y="1824327"/>
            <a:ext cx="812991" cy="943070"/>
            <a:chOff x="1050993" y="2100098"/>
            <a:chExt cx="812991" cy="943070"/>
          </a:xfrm>
        </p:grpSpPr>
        <p:sp>
          <p:nvSpPr>
            <p:cNvPr id="13" name="六边形 12"/>
            <p:cNvSpPr/>
            <p:nvPr/>
          </p:nvSpPr>
          <p:spPr>
            <a:xfrm rot="16200000">
              <a:off x="985954" y="2165137"/>
              <a:ext cx="943070" cy="812991"/>
            </a:xfrm>
            <a:prstGeom prst="hexagon">
              <a:avLst/>
            </a:prstGeom>
            <a:solidFill>
              <a:srgbClr val="D5AC59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en-US" spc="3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4" name="Freeform 7"/>
            <p:cNvSpPr/>
            <p:nvPr/>
          </p:nvSpPr>
          <p:spPr bwMode="auto">
            <a:xfrm>
              <a:off x="1309115" y="2407333"/>
              <a:ext cx="296745" cy="266198"/>
            </a:xfrm>
            <a:custGeom>
              <a:avLst/>
              <a:gdLst>
                <a:gd name="T0" fmla="*/ 30 w 86"/>
                <a:gd name="T1" fmla="*/ 0 h 77"/>
                <a:gd name="T2" fmla="*/ 34 w 86"/>
                <a:gd name="T3" fmla="*/ 28 h 77"/>
                <a:gd name="T4" fmla="*/ 8 w 86"/>
                <a:gd name="T5" fmla="*/ 28 h 77"/>
                <a:gd name="T6" fmla="*/ 7 w 86"/>
                <a:gd name="T7" fmla="*/ 28 h 77"/>
                <a:gd name="T8" fmla="*/ 0 w 86"/>
                <a:gd name="T9" fmla="*/ 35 h 77"/>
                <a:gd name="T10" fmla="*/ 0 w 86"/>
                <a:gd name="T11" fmla="*/ 35 h 77"/>
                <a:gd name="T12" fmla="*/ 4 w 86"/>
                <a:gd name="T13" fmla="*/ 41 h 77"/>
                <a:gd name="T14" fmla="*/ 1 w 86"/>
                <a:gd name="T15" fmla="*/ 47 h 77"/>
                <a:gd name="T16" fmla="*/ 1 w 86"/>
                <a:gd name="T17" fmla="*/ 47 h 77"/>
                <a:gd name="T18" fmla="*/ 6 w 86"/>
                <a:gd name="T19" fmla="*/ 54 h 77"/>
                <a:gd name="T20" fmla="*/ 4 w 86"/>
                <a:gd name="T21" fmla="*/ 58 h 77"/>
                <a:gd name="T22" fmla="*/ 4 w 86"/>
                <a:gd name="T23" fmla="*/ 58 h 77"/>
                <a:gd name="T24" fmla="*/ 11 w 86"/>
                <a:gd name="T25" fmla="*/ 65 h 77"/>
                <a:gd name="T26" fmla="*/ 11 w 86"/>
                <a:gd name="T27" fmla="*/ 65 h 77"/>
                <a:gd name="T28" fmla="*/ 9 w 86"/>
                <a:gd name="T29" fmla="*/ 70 h 77"/>
                <a:gd name="T30" fmla="*/ 9 w 86"/>
                <a:gd name="T31" fmla="*/ 70 h 77"/>
                <a:gd name="T32" fmla="*/ 16 w 86"/>
                <a:gd name="T33" fmla="*/ 77 h 77"/>
                <a:gd name="T34" fmla="*/ 29 w 86"/>
                <a:gd name="T35" fmla="*/ 77 h 77"/>
                <a:gd name="T36" fmla="*/ 46 w 86"/>
                <a:gd name="T37" fmla="*/ 77 h 77"/>
                <a:gd name="T38" fmla="*/ 46 w 86"/>
                <a:gd name="T39" fmla="*/ 77 h 77"/>
                <a:gd name="T40" fmla="*/ 52 w 86"/>
                <a:gd name="T41" fmla="*/ 71 h 77"/>
                <a:gd name="T42" fmla="*/ 67 w 86"/>
                <a:gd name="T43" fmla="*/ 69 h 77"/>
                <a:gd name="T44" fmla="*/ 67 w 86"/>
                <a:gd name="T45" fmla="*/ 77 h 77"/>
                <a:gd name="T46" fmla="*/ 86 w 86"/>
                <a:gd name="T47" fmla="*/ 77 h 77"/>
                <a:gd name="T48" fmla="*/ 86 w 86"/>
                <a:gd name="T49" fmla="*/ 25 h 77"/>
                <a:gd name="T50" fmla="*/ 67 w 86"/>
                <a:gd name="T51" fmla="*/ 25 h 77"/>
                <a:gd name="T52" fmla="*/ 67 w 86"/>
                <a:gd name="T53" fmla="*/ 31 h 77"/>
                <a:gd name="T54" fmla="*/ 62 w 86"/>
                <a:gd name="T55" fmla="*/ 31 h 77"/>
                <a:gd name="T56" fmla="*/ 30 w 86"/>
                <a:gd name="T57" fmla="*/ 0 h 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86" h="77">
                  <a:moveTo>
                    <a:pt x="30" y="0"/>
                  </a:moveTo>
                  <a:cubicBezTo>
                    <a:pt x="2" y="7"/>
                    <a:pt x="34" y="28"/>
                    <a:pt x="34" y="28"/>
                  </a:cubicBezTo>
                  <a:cubicBezTo>
                    <a:pt x="8" y="28"/>
                    <a:pt x="8" y="28"/>
                    <a:pt x="8" y="28"/>
                  </a:cubicBezTo>
                  <a:cubicBezTo>
                    <a:pt x="7" y="28"/>
                    <a:pt x="7" y="28"/>
                    <a:pt x="7" y="28"/>
                  </a:cubicBezTo>
                  <a:cubicBezTo>
                    <a:pt x="3" y="28"/>
                    <a:pt x="0" y="31"/>
                    <a:pt x="0" y="35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0" y="38"/>
                    <a:pt x="2" y="40"/>
                    <a:pt x="4" y="41"/>
                  </a:cubicBezTo>
                  <a:cubicBezTo>
                    <a:pt x="2" y="42"/>
                    <a:pt x="1" y="45"/>
                    <a:pt x="1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1" y="50"/>
                    <a:pt x="3" y="53"/>
                    <a:pt x="6" y="54"/>
                  </a:cubicBezTo>
                  <a:cubicBezTo>
                    <a:pt x="5" y="55"/>
                    <a:pt x="4" y="56"/>
                    <a:pt x="4" y="58"/>
                  </a:cubicBezTo>
                  <a:cubicBezTo>
                    <a:pt x="4" y="58"/>
                    <a:pt x="4" y="58"/>
                    <a:pt x="4" y="58"/>
                  </a:cubicBezTo>
                  <a:cubicBezTo>
                    <a:pt x="4" y="62"/>
                    <a:pt x="7" y="65"/>
                    <a:pt x="11" y="65"/>
                  </a:cubicBezTo>
                  <a:cubicBezTo>
                    <a:pt x="11" y="65"/>
                    <a:pt x="11" y="65"/>
                    <a:pt x="11" y="65"/>
                  </a:cubicBezTo>
                  <a:cubicBezTo>
                    <a:pt x="10" y="66"/>
                    <a:pt x="9" y="68"/>
                    <a:pt x="9" y="70"/>
                  </a:cubicBezTo>
                  <a:cubicBezTo>
                    <a:pt x="9" y="70"/>
                    <a:pt x="9" y="70"/>
                    <a:pt x="9" y="70"/>
                  </a:cubicBezTo>
                  <a:cubicBezTo>
                    <a:pt x="9" y="73"/>
                    <a:pt x="12" y="77"/>
                    <a:pt x="16" y="77"/>
                  </a:cubicBezTo>
                  <a:cubicBezTo>
                    <a:pt x="29" y="77"/>
                    <a:pt x="29" y="77"/>
                    <a:pt x="29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46" y="77"/>
                    <a:pt x="46" y="77"/>
                    <a:pt x="46" y="77"/>
                  </a:cubicBezTo>
                  <a:cubicBezTo>
                    <a:pt x="52" y="71"/>
                    <a:pt x="52" y="71"/>
                    <a:pt x="52" y="71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67" y="77"/>
                    <a:pt x="67" y="77"/>
                    <a:pt x="67" y="77"/>
                  </a:cubicBezTo>
                  <a:cubicBezTo>
                    <a:pt x="86" y="77"/>
                    <a:pt x="86" y="77"/>
                    <a:pt x="86" y="77"/>
                  </a:cubicBezTo>
                  <a:cubicBezTo>
                    <a:pt x="86" y="25"/>
                    <a:pt x="86" y="25"/>
                    <a:pt x="86" y="25"/>
                  </a:cubicBezTo>
                  <a:cubicBezTo>
                    <a:pt x="67" y="25"/>
                    <a:pt x="67" y="25"/>
                    <a:pt x="67" y="25"/>
                  </a:cubicBezTo>
                  <a:cubicBezTo>
                    <a:pt x="67" y="31"/>
                    <a:pt x="67" y="31"/>
                    <a:pt x="67" y="31"/>
                  </a:cubicBezTo>
                  <a:cubicBezTo>
                    <a:pt x="62" y="31"/>
                    <a:pt x="62" y="31"/>
                    <a:pt x="62" y="31"/>
                  </a:cubicBezTo>
                  <a:cubicBezTo>
                    <a:pt x="58" y="15"/>
                    <a:pt x="33" y="17"/>
                    <a:pt x="30" y="0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8242373" y="1824327"/>
            <a:ext cx="812991" cy="943070"/>
            <a:chOff x="8242370" y="2100098"/>
            <a:chExt cx="812991" cy="943070"/>
          </a:xfrm>
        </p:grpSpPr>
        <p:sp>
          <p:nvSpPr>
            <p:cNvPr id="16" name="六边形 15"/>
            <p:cNvSpPr/>
            <p:nvPr/>
          </p:nvSpPr>
          <p:spPr>
            <a:xfrm rot="16200000">
              <a:off x="8177331" y="2165137"/>
              <a:ext cx="943070" cy="812991"/>
            </a:xfrm>
            <a:prstGeom prst="hexagon">
              <a:avLst/>
            </a:prstGeom>
            <a:solidFill>
              <a:srgbClr val="D5AC59"/>
            </a:solidFill>
            <a:ln w="19050">
              <a:noFill/>
              <a:round/>
            </a:ln>
          </p:spPr>
          <p:txBody>
            <a:bodyPr anchor="ctr"/>
            <a:lstStyle/>
            <a:p>
              <a:pPr algn="ctr"/>
              <a:endParaRPr lang="zh-CN" altLang="en-US" spc="300">
                <a:solidFill>
                  <a:schemeClr val="tx1"/>
                </a:solidFill>
                <a:cs typeface="+mn-ea"/>
                <a:sym typeface="+mn-lt"/>
              </a:endParaRPr>
            </a:p>
          </p:txBody>
        </p:sp>
        <p:sp>
          <p:nvSpPr>
            <p:cNvPr id="17" name="Freeform 10" descr="D:\51PPT模板网\51pptmoban.com\图片.jpg"/>
            <p:cNvSpPr>
              <a:spLocks noEditPoints="1"/>
            </p:cNvSpPr>
            <p:nvPr/>
          </p:nvSpPr>
          <p:spPr bwMode="auto">
            <a:xfrm>
              <a:off x="8502231" y="2357212"/>
              <a:ext cx="293269" cy="366439"/>
            </a:xfrm>
            <a:custGeom>
              <a:avLst/>
              <a:gdLst>
                <a:gd name="T0" fmla="*/ 0 w 78"/>
                <a:gd name="T1" fmla="*/ 84 h 92"/>
                <a:gd name="T2" fmla="*/ 30 w 78"/>
                <a:gd name="T3" fmla="*/ 19 h 92"/>
                <a:gd name="T4" fmla="*/ 39 w 78"/>
                <a:gd name="T5" fmla="*/ 26 h 92"/>
                <a:gd name="T6" fmla="*/ 39 w 78"/>
                <a:gd name="T7" fmla="*/ 26 h 92"/>
                <a:gd name="T8" fmla="*/ 39 w 78"/>
                <a:gd name="T9" fmla="*/ 26 h 92"/>
                <a:gd name="T10" fmla="*/ 40 w 78"/>
                <a:gd name="T11" fmla="*/ 26 h 92"/>
                <a:gd name="T12" fmla="*/ 40 w 78"/>
                <a:gd name="T13" fmla="*/ 27 h 92"/>
                <a:gd name="T14" fmla="*/ 41 w 78"/>
                <a:gd name="T15" fmla="*/ 27 h 92"/>
                <a:gd name="T16" fmla="*/ 41 w 78"/>
                <a:gd name="T17" fmla="*/ 27 h 92"/>
                <a:gd name="T18" fmla="*/ 42 w 78"/>
                <a:gd name="T19" fmla="*/ 28 h 92"/>
                <a:gd name="T20" fmla="*/ 42 w 78"/>
                <a:gd name="T21" fmla="*/ 28 h 92"/>
                <a:gd name="T22" fmla="*/ 43 w 78"/>
                <a:gd name="T23" fmla="*/ 28 h 92"/>
                <a:gd name="T24" fmla="*/ 43 w 78"/>
                <a:gd name="T25" fmla="*/ 29 h 92"/>
                <a:gd name="T26" fmla="*/ 43 w 78"/>
                <a:gd name="T27" fmla="*/ 29 h 92"/>
                <a:gd name="T28" fmla="*/ 44 w 78"/>
                <a:gd name="T29" fmla="*/ 29 h 92"/>
                <a:gd name="T30" fmla="*/ 48 w 78"/>
                <a:gd name="T31" fmla="*/ 32 h 92"/>
                <a:gd name="T32" fmla="*/ 49 w 78"/>
                <a:gd name="T33" fmla="*/ 33 h 92"/>
                <a:gd name="T34" fmla="*/ 49 w 78"/>
                <a:gd name="T35" fmla="*/ 33 h 92"/>
                <a:gd name="T36" fmla="*/ 49 w 78"/>
                <a:gd name="T37" fmla="*/ 33 h 92"/>
                <a:gd name="T38" fmla="*/ 50 w 78"/>
                <a:gd name="T39" fmla="*/ 34 h 92"/>
                <a:gd name="T40" fmla="*/ 50 w 78"/>
                <a:gd name="T41" fmla="*/ 34 h 92"/>
                <a:gd name="T42" fmla="*/ 51 w 78"/>
                <a:gd name="T43" fmla="*/ 34 h 92"/>
                <a:gd name="T44" fmla="*/ 51 w 78"/>
                <a:gd name="T45" fmla="*/ 34 h 92"/>
                <a:gd name="T46" fmla="*/ 52 w 78"/>
                <a:gd name="T47" fmla="*/ 35 h 92"/>
                <a:gd name="T48" fmla="*/ 52 w 78"/>
                <a:gd name="T49" fmla="*/ 35 h 92"/>
                <a:gd name="T50" fmla="*/ 53 w 78"/>
                <a:gd name="T51" fmla="*/ 35 h 92"/>
                <a:gd name="T52" fmla="*/ 53 w 78"/>
                <a:gd name="T53" fmla="*/ 36 h 92"/>
                <a:gd name="T54" fmla="*/ 53 w 78"/>
                <a:gd name="T55" fmla="*/ 36 h 92"/>
                <a:gd name="T56" fmla="*/ 49 w 78"/>
                <a:gd name="T57" fmla="*/ 78 h 92"/>
                <a:gd name="T58" fmla="*/ 8 w 78"/>
                <a:gd name="T59" fmla="*/ 90 h 92"/>
                <a:gd name="T60" fmla="*/ 35 w 78"/>
                <a:gd name="T61" fmla="*/ 63 h 92"/>
                <a:gd name="T62" fmla="*/ 19 w 78"/>
                <a:gd name="T63" fmla="*/ 52 h 92"/>
                <a:gd name="T64" fmla="*/ 3 w 78"/>
                <a:gd name="T65" fmla="*/ 87 h 92"/>
                <a:gd name="T66" fmla="*/ 74 w 78"/>
                <a:gd name="T67" fmla="*/ 92 h 92"/>
                <a:gd name="T68" fmla="*/ 54 w 78"/>
                <a:gd name="T69" fmla="*/ 82 h 92"/>
                <a:gd name="T70" fmla="*/ 69 w 78"/>
                <a:gd name="T71" fmla="*/ 42 h 92"/>
                <a:gd name="T72" fmla="*/ 35 w 78"/>
                <a:gd name="T73" fmla="*/ 0 h 92"/>
                <a:gd name="T74" fmla="*/ 69 w 78"/>
                <a:gd name="T75" fmla="*/ 4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8" h="92">
                  <a:moveTo>
                    <a:pt x="3" y="87"/>
                  </a:moveTo>
                  <a:cubicBezTo>
                    <a:pt x="2" y="86"/>
                    <a:pt x="1" y="85"/>
                    <a:pt x="0" y="84"/>
                  </a:cubicBezTo>
                  <a:cubicBezTo>
                    <a:pt x="0" y="71"/>
                    <a:pt x="0" y="58"/>
                    <a:pt x="1" y="44"/>
                  </a:cubicBezTo>
                  <a:cubicBezTo>
                    <a:pt x="12" y="40"/>
                    <a:pt x="22" y="31"/>
                    <a:pt x="30" y="19"/>
                  </a:cubicBezTo>
                  <a:cubicBezTo>
                    <a:pt x="38" y="25"/>
                    <a:pt x="38" y="25"/>
                    <a:pt x="38" y="25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39" y="26"/>
                    <a:pt x="39" y="26"/>
                    <a:pt x="39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6"/>
                    <a:pt x="40" y="26"/>
                    <a:pt x="40" y="26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0" y="27"/>
                    <a:pt x="40" y="27"/>
                    <a:pt x="40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7"/>
                    <a:pt x="41" y="27"/>
                    <a:pt x="41" y="27"/>
                  </a:cubicBezTo>
                  <a:cubicBezTo>
                    <a:pt x="41" y="28"/>
                    <a:pt x="41" y="28"/>
                    <a:pt x="41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2" y="28"/>
                    <a:pt x="42" y="28"/>
                    <a:pt x="42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8"/>
                    <a:pt x="43" y="28"/>
                    <a:pt x="43" y="28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3" y="29"/>
                    <a:pt x="43" y="29"/>
                    <a:pt x="43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4" y="29"/>
                    <a:pt x="44" y="29"/>
                    <a:pt x="44" y="29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8" y="32"/>
                    <a:pt x="48" y="32"/>
                    <a:pt x="48" y="32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49" y="33"/>
                    <a:pt x="49" y="33"/>
                    <a:pt x="49" y="33"/>
                  </a:cubicBezTo>
                  <a:cubicBezTo>
                    <a:pt x="50" y="33"/>
                    <a:pt x="50" y="33"/>
                    <a:pt x="50" y="33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0" y="34"/>
                    <a:pt x="50" y="34"/>
                    <a:pt x="50" y="34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1" y="34"/>
                    <a:pt x="51" y="34"/>
                    <a:pt x="51" y="34"/>
                  </a:cubicBezTo>
                  <a:cubicBezTo>
                    <a:pt x="51" y="35"/>
                    <a:pt x="51" y="35"/>
                    <a:pt x="51" y="35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2" y="35"/>
                    <a:pt x="52" y="35"/>
                    <a:pt x="52" y="35"/>
                  </a:cubicBezTo>
                  <a:cubicBezTo>
                    <a:pt x="53" y="35"/>
                    <a:pt x="53" y="35"/>
                    <a:pt x="53" y="35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62" y="42"/>
                    <a:pt x="62" y="42"/>
                    <a:pt x="62" y="42"/>
                  </a:cubicBezTo>
                  <a:cubicBezTo>
                    <a:pt x="54" y="54"/>
                    <a:pt x="49" y="66"/>
                    <a:pt x="49" y="78"/>
                  </a:cubicBezTo>
                  <a:cubicBezTo>
                    <a:pt x="36" y="83"/>
                    <a:pt x="24" y="87"/>
                    <a:pt x="11" y="92"/>
                  </a:cubicBezTo>
                  <a:cubicBezTo>
                    <a:pt x="10" y="91"/>
                    <a:pt x="9" y="91"/>
                    <a:pt x="8" y="90"/>
                  </a:cubicBezTo>
                  <a:cubicBezTo>
                    <a:pt x="24" y="67"/>
                    <a:pt x="24" y="67"/>
                    <a:pt x="24" y="67"/>
                  </a:cubicBezTo>
                  <a:cubicBezTo>
                    <a:pt x="28" y="68"/>
                    <a:pt x="32" y="67"/>
                    <a:pt x="35" y="63"/>
                  </a:cubicBezTo>
                  <a:cubicBezTo>
                    <a:pt x="38" y="59"/>
                    <a:pt x="37" y="53"/>
                    <a:pt x="33" y="50"/>
                  </a:cubicBezTo>
                  <a:cubicBezTo>
                    <a:pt x="28" y="47"/>
                    <a:pt x="22" y="48"/>
                    <a:pt x="19" y="52"/>
                  </a:cubicBezTo>
                  <a:cubicBezTo>
                    <a:pt x="16" y="56"/>
                    <a:pt x="17" y="61"/>
                    <a:pt x="20" y="64"/>
                  </a:cubicBezTo>
                  <a:cubicBezTo>
                    <a:pt x="3" y="87"/>
                    <a:pt x="3" y="87"/>
                    <a:pt x="3" y="87"/>
                  </a:cubicBezTo>
                  <a:close/>
                  <a:moveTo>
                    <a:pt x="27" y="92"/>
                  </a:moveTo>
                  <a:cubicBezTo>
                    <a:pt x="74" y="92"/>
                    <a:pt x="74" y="92"/>
                    <a:pt x="74" y="92"/>
                  </a:cubicBezTo>
                  <a:cubicBezTo>
                    <a:pt x="74" y="82"/>
                    <a:pt x="74" y="82"/>
                    <a:pt x="74" y="82"/>
                  </a:cubicBezTo>
                  <a:cubicBezTo>
                    <a:pt x="54" y="82"/>
                    <a:pt x="54" y="82"/>
                    <a:pt x="54" y="82"/>
                  </a:cubicBezTo>
                  <a:cubicBezTo>
                    <a:pt x="27" y="92"/>
                    <a:pt x="27" y="92"/>
                    <a:pt x="27" y="92"/>
                  </a:cubicBezTo>
                  <a:close/>
                  <a:moveTo>
                    <a:pt x="69" y="42"/>
                  </a:moveTo>
                  <a:cubicBezTo>
                    <a:pt x="78" y="30"/>
                    <a:pt x="78" y="30"/>
                    <a:pt x="78" y="3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6" y="11"/>
                    <a:pt x="26" y="11"/>
                    <a:pt x="26" y="11"/>
                  </a:cubicBezTo>
                  <a:lnTo>
                    <a:pt x="69" y="42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20CF3697-D3FC-020E-68E0-A640D6F882F8}"/>
              </a:ext>
            </a:extLst>
          </p:cNvPr>
          <p:cNvGrpSpPr/>
          <p:nvPr/>
        </p:nvGrpSpPr>
        <p:grpSpPr>
          <a:xfrm>
            <a:off x="1687858" y="2343071"/>
            <a:ext cx="1624914" cy="1332672"/>
            <a:chOff x="588926" y="1852049"/>
            <a:chExt cx="1624914" cy="133267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148EA6B5-D5E3-F649-10D3-EA5205BF396D}"/>
                </a:ext>
              </a:extLst>
            </p:cNvPr>
            <p:cNvSpPr txBox="1"/>
            <p:nvPr/>
          </p:nvSpPr>
          <p:spPr>
            <a:xfrm>
              <a:off x="588926" y="2190603"/>
              <a:ext cx="1624914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7311000B-D32C-7BDB-BF12-1F44E146CBA4}"/>
                </a:ext>
              </a:extLst>
            </p:cNvPr>
            <p:cNvSpPr txBox="1"/>
            <p:nvPr/>
          </p:nvSpPr>
          <p:spPr>
            <a:xfrm>
              <a:off x="639828" y="1852049"/>
              <a:ext cx="1523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F1216A7-6C6F-7E85-49E0-224DC210E4A5}"/>
              </a:ext>
            </a:extLst>
          </p:cNvPr>
          <p:cNvGrpSpPr/>
          <p:nvPr/>
        </p:nvGrpSpPr>
        <p:grpSpPr>
          <a:xfrm>
            <a:off x="5287038" y="2343071"/>
            <a:ext cx="1624914" cy="1332672"/>
            <a:chOff x="588926" y="1852049"/>
            <a:chExt cx="1624914" cy="1332672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87F98665-C1A7-DDE8-11DD-03C310419048}"/>
                </a:ext>
              </a:extLst>
            </p:cNvPr>
            <p:cNvSpPr txBox="1"/>
            <p:nvPr/>
          </p:nvSpPr>
          <p:spPr>
            <a:xfrm>
              <a:off x="588926" y="2190603"/>
              <a:ext cx="1624914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DEB2A130-0D39-BAA4-F6FF-2777841A5AC9}"/>
                </a:ext>
              </a:extLst>
            </p:cNvPr>
            <p:cNvSpPr txBox="1"/>
            <p:nvPr/>
          </p:nvSpPr>
          <p:spPr>
            <a:xfrm>
              <a:off x="639828" y="1852049"/>
              <a:ext cx="1523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</a:t>
              </a: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4B588986-4690-CC7D-56E4-AAD6D59A5E7E}"/>
              </a:ext>
            </a:extLst>
          </p:cNvPr>
          <p:cNvGrpSpPr/>
          <p:nvPr/>
        </p:nvGrpSpPr>
        <p:grpSpPr>
          <a:xfrm>
            <a:off x="8879236" y="2343071"/>
            <a:ext cx="1624914" cy="1332672"/>
            <a:chOff x="588926" y="1852049"/>
            <a:chExt cx="1624914" cy="1332672"/>
          </a:xfrm>
        </p:grpSpPr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CA6DF04A-A808-7D29-1085-289A1B8E2AD3}"/>
                </a:ext>
              </a:extLst>
            </p:cNvPr>
            <p:cNvSpPr txBox="1"/>
            <p:nvPr/>
          </p:nvSpPr>
          <p:spPr>
            <a:xfrm>
              <a:off x="588926" y="2190603"/>
              <a:ext cx="1624914" cy="9941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951D2726-D737-118F-E05E-D83C4449A114}"/>
                </a:ext>
              </a:extLst>
            </p:cNvPr>
            <p:cNvSpPr txBox="1"/>
            <p:nvPr/>
          </p:nvSpPr>
          <p:spPr>
            <a:xfrm>
              <a:off x="639828" y="1852049"/>
              <a:ext cx="1523110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bg1"/>
                  </a:solidFill>
                  <a:sym typeface="HarmonyOS Sans SC Light" panose="00000400000000000000" pitchFamily="2" charset="-122"/>
                </a:rPr>
                <a:t>添加标题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D632FA42-2021-0806-0C0A-5EE683E4AAF8}"/>
              </a:ext>
            </a:extLst>
          </p:cNvPr>
          <p:cNvGrpSpPr/>
          <p:nvPr/>
        </p:nvGrpSpPr>
        <p:grpSpPr>
          <a:xfrm>
            <a:off x="1572671" y="4496796"/>
            <a:ext cx="9046660" cy="857502"/>
            <a:chOff x="283599" y="1887484"/>
            <a:chExt cx="9046660" cy="85750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1C1C4B62-17AF-B042-D5E7-0F8739295B7F}"/>
                </a:ext>
              </a:extLst>
            </p:cNvPr>
            <p:cNvSpPr txBox="1"/>
            <p:nvPr/>
          </p:nvSpPr>
          <p:spPr>
            <a:xfrm>
              <a:off x="283599" y="2190603"/>
              <a:ext cx="9046660" cy="55438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200</a:t>
              </a:r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字以内，据统计每页幻灯片的最好控制在</a:t>
              </a:r>
              <a:r>
                <a:rPr lang="en-US" altLang="zh-CN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5</a:t>
              </a:r>
              <a:r>
                <a:rPr lang="zh-CN" altLang="en-US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分钟之内。此处添加详细文本描述，建议与标题相关并符合整体语言风格，语言描述尽量简洁生动。</a:t>
              </a:r>
              <a:endParaRPr lang="en-US" altLang="zh-CN" dirty="0">
                <a:solidFill>
                  <a:schemeClr val="tx1"/>
                </a:solidFill>
                <a:sym typeface="HarmonyOS Sans SC Light" panose="00000400000000000000" pitchFamily="2" charset="-122"/>
              </a:endParaRP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5737375E-CB55-B6A8-3A43-8261F6C0A203}"/>
                </a:ext>
              </a:extLst>
            </p:cNvPr>
            <p:cNvSpPr txBox="1"/>
            <p:nvPr/>
          </p:nvSpPr>
          <p:spPr>
            <a:xfrm>
              <a:off x="3570253" y="1887484"/>
              <a:ext cx="27037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800" dirty="0">
                  <a:solidFill>
                    <a:schemeClr val="tx1"/>
                  </a:solidFill>
                  <a:sym typeface="HarmonyOS Sans SC Light" panose="00000400000000000000" pitchFamily="2" charset="-122"/>
                </a:rPr>
                <a:t>单击此处添加标题文本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86941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43D3F-1234-245A-C4A7-A62892840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93E6866D-453C-8B46-2F61-93A2EE74C4AA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02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78687A7F-FDFA-81E5-AFC0-750EF961B730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15" name="Freeform 12" descr="D:\51PPT模板网\51pptmoban.com\图片.jpg"/>
          <p:cNvSpPr>
            <a:spLocks noEditPoints="1"/>
          </p:cNvSpPr>
          <p:nvPr/>
        </p:nvSpPr>
        <p:spPr bwMode="auto">
          <a:xfrm>
            <a:off x="6532015" y="2592524"/>
            <a:ext cx="475419" cy="354358"/>
          </a:xfrm>
          <a:custGeom>
            <a:avLst/>
            <a:gdLst>
              <a:gd name="T0" fmla="*/ 201 w 983"/>
              <a:gd name="T1" fmla="*/ 386 h 731"/>
              <a:gd name="T2" fmla="*/ 359 w 983"/>
              <a:gd name="T3" fmla="*/ 110 h 731"/>
              <a:gd name="T4" fmla="*/ 398 w 983"/>
              <a:gd name="T5" fmla="*/ 64 h 731"/>
              <a:gd name="T6" fmla="*/ 759 w 983"/>
              <a:gd name="T7" fmla="*/ 93 h 731"/>
              <a:gd name="T8" fmla="*/ 738 w 983"/>
              <a:gd name="T9" fmla="*/ 49 h 731"/>
              <a:gd name="T10" fmla="*/ 821 w 983"/>
              <a:gd name="T11" fmla="*/ 24 h 731"/>
              <a:gd name="T12" fmla="*/ 877 w 983"/>
              <a:gd name="T13" fmla="*/ 27 h 731"/>
              <a:gd name="T14" fmla="*/ 859 w 983"/>
              <a:gd name="T15" fmla="*/ 109 h 731"/>
              <a:gd name="T16" fmla="*/ 830 w 983"/>
              <a:gd name="T17" fmla="*/ 154 h 731"/>
              <a:gd name="T18" fmla="*/ 623 w 983"/>
              <a:gd name="T19" fmla="*/ 344 h 731"/>
              <a:gd name="T20" fmla="*/ 622 w 983"/>
              <a:gd name="T21" fmla="*/ 345 h 731"/>
              <a:gd name="T22" fmla="*/ 952 w 983"/>
              <a:gd name="T23" fmla="*/ 670 h 731"/>
              <a:gd name="T24" fmla="*/ 952 w 983"/>
              <a:gd name="T25" fmla="*/ 731 h 731"/>
              <a:gd name="T26" fmla="*/ 763 w 983"/>
              <a:gd name="T27" fmla="*/ 731 h 731"/>
              <a:gd name="T28" fmla="*/ 558 w 983"/>
              <a:gd name="T29" fmla="*/ 731 h 731"/>
              <a:gd name="T30" fmla="*/ 353 w 983"/>
              <a:gd name="T31" fmla="*/ 731 h 731"/>
              <a:gd name="T32" fmla="*/ 148 w 983"/>
              <a:gd name="T33" fmla="*/ 731 h 731"/>
              <a:gd name="T34" fmla="*/ 0 w 983"/>
              <a:gd name="T35" fmla="*/ 701 h 731"/>
              <a:gd name="T36" fmla="*/ 31 w 983"/>
              <a:gd name="T37" fmla="*/ 0 h 731"/>
              <a:gd name="T38" fmla="*/ 62 w 983"/>
              <a:gd name="T39" fmla="*/ 670 h 731"/>
              <a:gd name="T40" fmla="*/ 148 w 983"/>
              <a:gd name="T41" fmla="*/ 530 h 731"/>
              <a:gd name="T42" fmla="*/ 236 w 983"/>
              <a:gd name="T43" fmla="*/ 499 h 731"/>
              <a:gd name="T44" fmla="*/ 267 w 983"/>
              <a:gd name="T45" fmla="*/ 670 h 731"/>
              <a:gd name="T46" fmla="*/ 353 w 983"/>
              <a:gd name="T47" fmla="*/ 316 h 731"/>
              <a:gd name="T48" fmla="*/ 441 w 983"/>
              <a:gd name="T49" fmla="*/ 286 h 731"/>
              <a:gd name="T50" fmla="*/ 472 w 983"/>
              <a:gd name="T51" fmla="*/ 670 h 731"/>
              <a:gd name="T52" fmla="*/ 558 w 983"/>
              <a:gd name="T53" fmla="*/ 421 h 731"/>
              <a:gd name="T54" fmla="*/ 646 w 983"/>
              <a:gd name="T55" fmla="*/ 390 h 731"/>
              <a:gd name="T56" fmla="*/ 677 w 983"/>
              <a:gd name="T57" fmla="*/ 670 h 731"/>
              <a:gd name="T58" fmla="*/ 763 w 983"/>
              <a:gd name="T59" fmla="*/ 245 h 731"/>
              <a:gd name="T60" fmla="*/ 851 w 983"/>
              <a:gd name="T61" fmla="*/ 214 h 731"/>
              <a:gd name="T62" fmla="*/ 881 w 983"/>
              <a:gd name="T63" fmla="*/ 670 h 73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983" h="731">
                <a:moveTo>
                  <a:pt x="404" y="154"/>
                </a:moveTo>
                <a:lnTo>
                  <a:pt x="201" y="386"/>
                </a:lnTo>
                <a:lnTo>
                  <a:pt x="153" y="345"/>
                </a:lnTo>
                <a:lnTo>
                  <a:pt x="359" y="110"/>
                </a:lnTo>
                <a:lnTo>
                  <a:pt x="359" y="110"/>
                </a:lnTo>
                <a:lnTo>
                  <a:pt x="398" y="64"/>
                </a:lnTo>
                <a:lnTo>
                  <a:pt x="616" y="255"/>
                </a:lnTo>
                <a:lnTo>
                  <a:pt x="759" y="93"/>
                </a:lnTo>
                <a:lnTo>
                  <a:pt x="734" y="71"/>
                </a:lnTo>
                <a:cubicBezTo>
                  <a:pt x="724" y="63"/>
                  <a:pt x="726" y="53"/>
                  <a:pt x="738" y="49"/>
                </a:cubicBezTo>
                <a:lnTo>
                  <a:pt x="777" y="37"/>
                </a:lnTo>
                <a:cubicBezTo>
                  <a:pt x="789" y="34"/>
                  <a:pt x="809" y="27"/>
                  <a:pt x="821" y="24"/>
                </a:cubicBezTo>
                <a:lnTo>
                  <a:pt x="860" y="12"/>
                </a:lnTo>
                <a:cubicBezTo>
                  <a:pt x="872" y="8"/>
                  <a:pt x="880" y="15"/>
                  <a:pt x="877" y="27"/>
                </a:cubicBezTo>
                <a:lnTo>
                  <a:pt x="869" y="65"/>
                </a:lnTo>
                <a:cubicBezTo>
                  <a:pt x="866" y="77"/>
                  <a:pt x="862" y="97"/>
                  <a:pt x="859" y="109"/>
                </a:cubicBezTo>
                <a:lnTo>
                  <a:pt x="851" y="147"/>
                </a:lnTo>
                <a:cubicBezTo>
                  <a:pt x="849" y="159"/>
                  <a:pt x="839" y="162"/>
                  <a:pt x="830" y="154"/>
                </a:cubicBezTo>
                <a:lnTo>
                  <a:pt x="807" y="134"/>
                </a:lnTo>
                <a:lnTo>
                  <a:pt x="623" y="344"/>
                </a:lnTo>
                <a:lnTo>
                  <a:pt x="623" y="344"/>
                </a:lnTo>
                <a:lnTo>
                  <a:pt x="622" y="345"/>
                </a:lnTo>
                <a:lnTo>
                  <a:pt x="404" y="154"/>
                </a:lnTo>
                <a:close/>
                <a:moveTo>
                  <a:pt x="952" y="670"/>
                </a:moveTo>
                <a:cubicBezTo>
                  <a:pt x="969" y="670"/>
                  <a:pt x="983" y="684"/>
                  <a:pt x="983" y="701"/>
                </a:cubicBezTo>
                <a:cubicBezTo>
                  <a:pt x="983" y="718"/>
                  <a:pt x="969" y="731"/>
                  <a:pt x="952" y="731"/>
                </a:cubicBezTo>
                <a:lnTo>
                  <a:pt x="881" y="731"/>
                </a:lnTo>
                <a:lnTo>
                  <a:pt x="763" y="731"/>
                </a:lnTo>
                <a:lnTo>
                  <a:pt x="677" y="731"/>
                </a:lnTo>
                <a:lnTo>
                  <a:pt x="558" y="731"/>
                </a:lnTo>
                <a:lnTo>
                  <a:pt x="472" y="731"/>
                </a:lnTo>
                <a:lnTo>
                  <a:pt x="353" y="731"/>
                </a:lnTo>
                <a:lnTo>
                  <a:pt x="267" y="731"/>
                </a:lnTo>
                <a:lnTo>
                  <a:pt x="148" y="731"/>
                </a:lnTo>
                <a:lnTo>
                  <a:pt x="32" y="731"/>
                </a:lnTo>
                <a:cubicBezTo>
                  <a:pt x="14" y="731"/>
                  <a:pt x="0" y="718"/>
                  <a:pt x="0" y="701"/>
                </a:cubicBezTo>
                <a:lnTo>
                  <a:pt x="0" y="31"/>
                </a:lnTo>
                <a:cubicBezTo>
                  <a:pt x="0" y="14"/>
                  <a:pt x="14" y="0"/>
                  <a:pt x="31" y="0"/>
                </a:cubicBezTo>
                <a:cubicBezTo>
                  <a:pt x="48" y="0"/>
                  <a:pt x="62" y="14"/>
                  <a:pt x="62" y="31"/>
                </a:cubicBezTo>
                <a:lnTo>
                  <a:pt x="62" y="670"/>
                </a:lnTo>
                <a:lnTo>
                  <a:pt x="148" y="670"/>
                </a:lnTo>
                <a:lnTo>
                  <a:pt x="148" y="530"/>
                </a:lnTo>
                <a:cubicBezTo>
                  <a:pt x="148" y="513"/>
                  <a:pt x="162" y="499"/>
                  <a:pt x="179" y="499"/>
                </a:cubicBezTo>
                <a:lnTo>
                  <a:pt x="236" y="499"/>
                </a:lnTo>
                <a:cubicBezTo>
                  <a:pt x="253" y="499"/>
                  <a:pt x="267" y="513"/>
                  <a:pt x="267" y="530"/>
                </a:cubicBezTo>
                <a:lnTo>
                  <a:pt x="267" y="670"/>
                </a:lnTo>
                <a:lnTo>
                  <a:pt x="353" y="670"/>
                </a:lnTo>
                <a:lnTo>
                  <a:pt x="353" y="316"/>
                </a:lnTo>
                <a:cubicBezTo>
                  <a:pt x="353" y="299"/>
                  <a:pt x="367" y="286"/>
                  <a:pt x="384" y="286"/>
                </a:cubicBezTo>
                <a:lnTo>
                  <a:pt x="441" y="286"/>
                </a:lnTo>
                <a:cubicBezTo>
                  <a:pt x="458" y="286"/>
                  <a:pt x="472" y="299"/>
                  <a:pt x="472" y="316"/>
                </a:cubicBezTo>
                <a:lnTo>
                  <a:pt x="472" y="670"/>
                </a:lnTo>
                <a:lnTo>
                  <a:pt x="558" y="670"/>
                </a:lnTo>
                <a:lnTo>
                  <a:pt x="558" y="421"/>
                </a:lnTo>
                <a:cubicBezTo>
                  <a:pt x="558" y="404"/>
                  <a:pt x="572" y="390"/>
                  <a:pt x="589" y="390"/>
                </a:cubicBezTo>
                <a:lnTo>
                  <a:pt x="646" y="390"/>
                </a:lnTo>
                <a:cubicBezTo>
                  <a:pt x="663" y="390"/>
                  <a:pt x="677" y="404"/>
                  <a:pt x="677" y="421"/>
                </a:cubicBezTo>
                <a:lnTo>
                  <a:pt x="677" y="670"/>
                </a:lnTo>
                <a:lnTo>
                  <a:pt x="763" y="670"/>
                </a:lnTo>
                <a:lnTo>
                  <a:pt x="763" y="245"/>
                </a:lnTo>
                <a:cubicBezTo>
                  <a:pt x="763" y="228"/>
                  <a:pt x="776" y="214"/>
                  <a:pt x="793" y="214"/>
                </a:cubicBezTo>
                <a:lnTo>
                  <a:pt x="851" y="214"/>
                </a:lnTo>
                <a:cubicBezTo>
                  <a:pt x="868" y="214"/>
                  <a:pt x="881" y="228"/>
                  <a:pt x="881" y="245"/>
                </a:cubicBezTo>
                <a:lnTo>
                  <a:pt x="881" y="670"/>
                </a:lnTo>
                <a:lnTo>
                  <a:pt x="952" y="67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6" name="Freeform 9" descr="D:\51PPT模板网\51pptmoban.com\图片.jpg"/>
          <p:cNvSpPr>
            <a:spLocks noEditPoints="1"/>
          </p:cNvSpPr>
          <p:nvPr/>
        </p:nvSpPr>
        <p:spPr bwMode="auto">
          <a:xfrm>
            <a:off x="6144339" y="1765274"/>
            <a:ext cx="1628061" cy="1625626"/>
          </a:xfrm>
          <a:custGeom>
            <a:avLst/>
            <a:gdLst>
              <a:gd name="T0" fmla="*/ 0 w 1337"/>
              <a:gd name="T1" fmla="*/ 292 h 1335"/>
              <a:gd name="T2" fmla="*/ 0 w 1337"/>
              <a:gd name="T3" fmla="*/ 293 h 1335"/>
              <a:gd name="T4" fmla="*/ 0 w 1337"/>
              <a:gd name="T5" fmla="*/ 1052 h 1335"/>
              <a:gd name="T6" fmla="*/ 0 w 1337"/>
              <a:gd name="T7" fmla="*/ 1335 h 1335"/>
              <a:gd name="T8" fmla="*/ 283 w 1337"/>
              <a:gd name="T9" fmla="*/ 1335 h 1335"/>
              <a:gd name="T10" fmla="*/ 1042 w 1337"/>
              <a:gd name="T11" fmla="*/ 1335 h 1335"/>
              <a:gd name="T12" fmla="*/ 1044 w 1337"/>
              <a:gd name="T13" fmla="*/ 1335 h 1335"/>
              <a:gd name="T14" fmla="*/ 1334 w 1337"/>
              <a:gd name="T15" fmla="*/ 1043 h 1335"/>
              <a:gd name="T16" fmla="*/ 1337 w 1337"/>
              <a:gd name="T17" fmla="*/ 1043 h 1335"/>
              <a:gd name="T18" fmla="*/ 1337 w 1337"/>
              <a:gd name="T19" fmla="*/ 1040 h 1335"/>
              <a:gd name="T20" fmla="*/ 1337 w 1337"/>
              <a:gd name="T21" fmla="*/ 305 h 1335"/>
              <a:gd name="T22" fmla="*/ 1337 w 1337"/>
              <a:gd name="T23" fmla="*/ 0 h 1335"/>
              <a:gd name="T24" fmla="*/ 1031 w 1337"/>
              <a:gd name="T25" fmla="*/ 0 h 1335"/>
              <a:gd name="T26" fmla="*/ 293 w 1337"/>
              <a:gd name="T27" fmla="*/ 0 h 1335"/>
              <a:gd name="T28" fmla="*/ 292 w 1337"/>
              <a:gd name="T29" fmla="*/ 0 h 1335"/>
              <a:gd name="T30" fmla="*/ 292 w 1337"/>
              <a:gd name="T31" fmla="*/ 1 h 1335"/>
              <a:gd name="T32" fmla="*/ 0 w 1337"/>
              <a:gd name="T33" fmla="*/ 292 h 1335"/>
              <a:gd name="T34" fmla="*/ 11 w 1337"/>
              <a:gd name="T35" fmla="*/ 303 h 1335"/>
              <a:gd name="T36" fmla="*/ 1033 w 1337"/>
              <a:gd name="T37" fmla="*/ 303 h 1335"/>
              <a:gd name="T38" fmla="*/ 1033 w 1337"/>
              <a:gd name="T39" fmla="*/ 1322 h 1335"/>
              <a:gd name="T40" fmla="*/ 11 w 1337"/>
              <a:gd name="T41" fmla="*/ 1322 h 1335"/>
              <a:gd name="T42" fmla="*/ 11 w 1337"/>
              <a:gd name="T43" fmla="*/ 303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37" h="1335">
                <a:moveTo>
                  <a:pt x="0" y="292"/>
                </a:moveTo>
                <a:lnTo>
                  <a:pt x="0" y="293"/>
                </a:lnTo>
                <a:lnTo>
                  <a:pt x="0" y="1052"/>
                </a:lnTo>
                <a:lnTo>
                  <a:pt x="0" y="1335"/>
                </a:lnTo>
                <a:lnTo>
                  <a:pt x="283" y="1335"/>
                </a:lnTo>
                <a:lnTo>
                  <a:pt x="1042" y="1335"/>
                </a:lnTo>
                <a:lnTo>
                  <a:pt x="1044" y="1335"/>
                </a:lnTo>
                <a:lnTo>
                  <a:pt x="1334" y="1043"/>
                </a:lnTo>
                <a:lnTo>
                  <a:pt x="1337" y="1043"/>
                </a:lnTo>
                <a:lnTo>
                  <a:pt x="1337" y="1040"/>
                </a:lnTo>
                <a:lnTo>
                  <a:pt x="1337" y="305"/>
                </a:lnTo>
                <a:lnTo>
                  <a:pt x="1337" y="0"/>
                </a:lnTo>
                <a:lnTo>
                  <a:pt x="1031" y="0"/>
                </a:lnTo>
                <a:lnTo>
                  <a:pt x="293" y="0"/>
                </a:lnTo>
                <a:lnTo>
                  <a:pt x="292" y="0"/>
                </a:lnTo>
                <a:lnTo>
                  <a:pt x="292" y="1"/>
                </a:lnTo>
                <a:lnTo>
                  <a:pt x="0" y="292"/>
                </a:lnTo>
                <a:close/>
                <a:moveTo>
                  <a:pt x="11" y="303"/>
                </a:moveTo>
                <a:lnTo>
                  <a:pt x="1033" y="303"/>
                </a:lnTo>
                <a:lnTo>
                  <a:pt x="1033" y="1322"/>
                </a:lnTo>
                <a:lnTo>
                  <a:pt x="11" y="1322"/>
                </a:lnTo>
                <a:lnTo>
                  <a:pt x="11" y="303"/>
                </a:lnTo>
                <a:close/>
              </a:path>
            </a:pathLst>
          </a:cu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8" name="Freeform 36"/>
          <p:cNvSpPr>
            <a:spLocks noEditPoints="1"/>
          </p:cNvSpPr>
          <p:nvPr/>
        </p:nvSpPr>
        <p:spPr bwMode="auto">
          <a:xfrm>
            <a:off x="6532015" y="3928774"/>
            <a:ext cx="411335" cy="406420"/>
          </a:xfrm>
          <a:custGeom>
            <a:avLst/>
            <a:gdLst>
              <a:gd name="T0" fmla="*/ 553 w 612"/>
              <a:gd name="T1" fmla="*/ 521 h 605"/>
              <a:gd name="T2" fmla="*/ 490 w 612"/>
              <a:gd name="T3" fmla="*/ 521 h 605"/>
              <a:gd name="T4" fmla="*/ 590 w 612"/>
              <a:gd name="T5" fmla="*/ 58 h 605"/>
              <a:gd name="T6" fmla="*/ 508 w 612"/>
              <a:gd name="T7" fmla="*/ 0 h 605"/>
              <a:gd name="T8" fmla="*/ 288 w 612"/>
              <a:gd name="T9" fmla="*/ 196 h 605"/>
              <a:gd name="T10" fmla="*/ 256 w 612"/>
              <a:gd name="T11" fmla="*/ 241 h 605"/>
              <a:gd name="T12" fmla="*/ 229 w 612"/>
              <a:gd name="T13" fmla="*/ 254 h 605"/>
              <a:gd name="T14" fmla="*/ 232 w 612"/>
              <a:gd name="T15" fmla="*/ 338 h 605"/>
              <a:gd name="T16" fmla="*/ 55 w 612"/>
              <a:gd name="T17" fmla="*/ 492 h 605"/>
              <a:gd name="T18" fmla="*/ 35 w 612"/>
              <a:gd name="T19" fmla="*/ 605 h 605"/>
              <a:gd name="T20" fmla="*/ 127 w 612"/>
              <a:gd name="T21" fmla="*/ 513 h 605"/>
              <a:gd name="T22" fmla="*/ 271 w 612"/>
              <a:gd name="T23" fmla="*/ 377 h 605"/>
              <a:gd name="T24" fmla="*/ 352 w 612"/>
              <a:gd name="T25" fmla="*/ 377 h 605"/>
              <a:gd name="T26" fmla="*/ 375 w 612"/>
              <a:gd name="T27" fmla="*/ 326 h 605"/>
              <a:gd name="T28" fmla="*/ 410 w 612"/>
              <a:gd name="T29" fmla="*/ 319 h 605"/>
              <a:gd name="T30" fmla="*/ 590 w 612"/>
              <a:gd name="T31" fmla="*/ 58 h 605"/>
              <a:gd name="T32" fmla="*/ 239 w 612"/>
              <a:gd name="T33" fmla="*/ 197 h 605"/>
              <a:gd name="T34" fmla="*/ 246 w 612"/>
              <a:gd name="T35" fmla="*/ 190 h 605"/>
              <a:gd name="T36" fmla="*/ 266 w 612"/>
              <a:gd name="T37" fmla="*/ 171 h 605"/>
              <a:gd name="T38" fmla="*/ 131 w 612"/>
              <a:gd name="T39" fmla="*/ 1 h 605"/>
              <a:gd name="T40" fmla="*/ 171 w 612"/>
              <a:gd name="T41" fmla="*/ 97 h 605"/>
              <a:gd name="T42" fmla="*/ 13 w 612"/>
              <a:gd name="T43" fmla="*/ 118 h 605"/>
              <a:gd name="T44" fmla="*/ 141 w 612"/>
              <a:gd name="T45" fmla="*/ 272 h 605"/>
              <a:gd name="T46" fmla="*/ 185 w 612"/>
              <a:gd name="T47" fmla="*/ 263 h 605"/>
              <a:gd name="T48" fmla="*/ 221 w 612"/>
              <a:gd name="T49" fmla="*/ 215 h 605"/>
              <a:gd name="T50" fmla="*/ 409 w 612"/>
              <a:gd name="T51" fmla="*/ 368 h 605"/>
              <a:gd name="T52" fmla="*/ 376 w 612"/>
              <a:gd name="T53" fmla="*/ 401 h 605"/>
              <a:gd name="T54" fmla="*/ 451 w 612"/>
              <a:gd name="T55" fmla="*/ 529 h 605"/>
              <a:gd name="T56" fmla="*/ 529 w 612"/>
              <a:gd name="T57" fmla="*/ 605 h 605"/>
              <a:gd name="T58" fmla="*/ 597 w 612"/>
              <a:gd name="T59" fmla="*/ 502 h 605"/>
              <a:gd name="T60" fmla="*/ 427 w 612"/>
              <a:gd name="T61" fmla="*/ 350 h 605"/>
              <a:gd name="T62" fmla="*/ 401 w 612"/>
              <a:gd name="T63" fmla="*/ 352 h 6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612" h="605">
                <a:moveTo>
                  <a:pt x="522" y="490"/>
                </a:moveTo>
                <a:cubicBezTo>
                  <a:pt x="539" y="490"/>
                  <a:pt x="553" y="504"/>
                  <a:pt x="553" y="521"/>
                </a:cubicBezTo>
                <a:cubicBezTo>
                  <a:pt x="553" y="539"/>
                  <a:pt x="539" y="553"/>
                  <a:pt x="522" y="553"/>
                </a:cubicBezTo>
                <a:cubicBezTo>
                  <a:pt x="504" y="553"/>
                  <a:pt x="490" y="539"/>
                  <a:pt x="490" y="521"/>
                </a:cubicBezTo>
                <a:cubicBezTo>
                  <a:pt x="490" y="504"/>
                  <a:pt x="504" y="490"/>
                  <a:pt x="522" y="490"/>
                </a:cubicBezTo>
                <a:close/>
                <a:moveTo>
                  <a:pt x="590" y="58"/>
                </a:moveTo>
                <a:lnTo>
                  <a:pt x="548" y="17"/>
                </a:lnTo>
                <a:cubicBezTo>
                  <a:pt x="537" y="5"/>
                  <a:pt x="522" y="0"/>
                  <a:pt x="508" y="0"/>
                </a:cubicBezTo>
                <a:cubicBezTo>
                  <a:pt x="493" y="0"/>
                  <a:pt x="478" y="5"/>
                  <a:pt x="467" y="17"/>
                </a:cubicBezTo>
                <a:lnTo>
                  <a:pt x="288" y="196"/>
                </a:lnTo>
                <a:cubicBezTo>
                  <a:pt x="293" y="207"/>
                  <a:pt x="289" y="223"/>
                  <a:pt x="281" y="231"/>
                </a:cubicBezTo>
                <a:cubicBezTo>
                  <a:pt x="275" y="237"/>
                  <a:pt x="265" y="241"/>
                  <a:pt x="256" y="241"/>
                </a:cubicBezTo>
                <a:cubicBezTo>
                  <a:pt x="252" y="241"/>
                  <a:pt x="249" y="240"/>
                  <a:pt x="245" y="239"/>
                </a:cubicBezTo>
                <a:lnTo>
                  <a:pt x="229" y="254"/>
                </a:lnTo>
                <a:cubicBezTo>
                  <a:pt x="207" y="277"/>
                  <a:pt x="207" y="313"/>
                  <a:pt x="229" y="335"/>
                </a:cubicBezTo>
                <a:lnTo>
                  <a:pt x="232" y="338"/>
                </a:lnTo>
                <a:lnTo>
                  <a:pt x="92" y="478"/>
                </a:lnTo>
                <a:lnTo>
                  <a:pt x="55" y="492"/>
                </a:lnTo>
                <a:lnTo>
                  <a:pt x="0" y="570"/>
                </a:lnTo>
                <a:lnTo>
                  <a:pt x="35" y="605"/>
                </a:lnTo>
                <a:lnTo>
                  <a:pt x="113" y="551"/>
                </a:lnTo>
                <a:lnTo>
                  <a:pt x="127" y="513"/>
                </a:lnTo>
                <a:lnTo>
                  <a:pt x="267" y="373"/>
                </a:lnTo>
                <a:lnTo>
                  <a:pt x="271" y="377"/>
                </a:lnTo>
                <a:cubicBezTo>
                  <a:pt x="283" y="388"/>
                  <a:pt x="297" y="394"/>
                  <a:pt x="312" y="394"/>
                </a:cubicBezTo>
                <a:cubicBezTo>
                  <a:pt x="326" y="394"/>
                  <a:pt x="341" y="388"/>
                  <a:pt x="352" y="377"/>
                </a:cubicBezTo>
                <a:lnTo>
                  <a:pt x="368" y="361"/>
                </a:lnTo>
                <a:cubicBezTo>
                  <a:pt x="363" y="351"/>
                  <a:pt x="367" y="335"/>
                  <a:pt x="375" y="326"/>
                </a:cubicBezTo>
                <a:cubicBezTo>
                  <a:pt x="381" y="320"/>
                  <a:pt x="391" y="317"/>
                  <a:pt x="399" y="317"/>
                </a:cubicBezTo>
                <a:cubicBezTo>
                  <a:pt x="403" y="317"/>
                  <a:pt x="407" y="317"/>
                  <a:pt x="410" y="319"/>
                </a:cubicBezTo>
                <a:lnTo>
                  <a:pt x="590" y="139"/>
                </a:lnTo>
                <a:cubicBezTo>
                  <a:pt x="612" y="117"/>
                  <a:pt x="612" y="81"/>
                  <a:pt x="590" y="58"/>
                </a:cubicBezTo>
                <a:close/>
                <a:moveTo>
                  <a:pt x="221" y="215"/>
                </a:moveTo>
                <a:lnTo>
                  <a:pt x="239" y="197"/>
                </a:lnTo>
                <a:lnTo>
                  <a:pt x="255" y="206"/>
                </a:lnTo>
                <a:lnTo>
                  <a:pt x="246" y="190"/>
                </a:lnTo>
                <a:lnTo>
                  <a:pt x="264" y="172"/>
                </a:lnTo>
                <a:lnTo>
                  <a:pt x="266" y="171"/>
                </a:lnTo>
                <a:cubicBezTo>
                  <a:pt x="270" y="160"/>
                  <a:pt x="272" y="151"/>
                  <a:pt x="272" y="141"/>
                </a:cubicBezTo>
                <a:cubicBezTo>
                  <a:pt x="272" y="69"/>
                  <a:pt x="203" y="0"/>
                  <a:pt x="131" y="1"/>
                </a:cubicBezTo>
                <a:cubicBezTo>
                  <a:pt x="131" y="1"/>
                  <a:pt x="123" y="9"/>
                  <a:pt x="118" y="13"/>
                </a:cubicBezTo>
                <a:cubicBezTo>
                  <a:pt x="176" y="71"/>
                  <a:pt x="171" y="61"/>
                  <a:pt x="171" y="97"/>
                </a:cubicBezTo>
                <a:cubicBezTo>
                  <a:pt x="171" y="126"/>
                  <a:pt x="125" y="171"/>
                  <a:pt x="97" y="171"/>
                </a:cubicBezTo>
                <a:cubicBezTo>
                  <a:pt x="61" y="171"/>
                  <a:pt x="72" y="177"/>
                  <a:pt x="13" y="118"/>
                </a:cubicBezTo>
                <a:cubicBezTo>
                  <a:pt x="9" y="123"/>
                  <a:pt x="1" y="131"/>
                  <a:pt x="1" y="131"/>
                </a:cubicBezTo>
                <a:cubicBezTo>
                  <a:pt x="2" y="203"/>
                  <a:pt x="70" y="272"/>
                  <a:pt x="141" y="272"/>
                </a:cubicBezTo>
                <a:cubicBezTo>
                  <a:pt x="154" y="272"/>
                  <a:pt x="168" y="267"/>
                  <a:pt x="182" y="261"/>
                </a:cubicBezTo>
                <a:lnTo>
                  <a:pt x="185" y="263"/>
                </a:lnTo>
                <a:cubicBezTo>
                  <a:pt x="189" y="251"/>
                  <a:pt x="196" y="240"/>
                  <a:pt x="206" y="230"/>
                </a:cubicBezTo>
                <a:lnTo>
                  <a:pt x="221" y="215"/>
                </a:lnTo>
                <a:close/>
                <a:moveTo>
                  <a:pt x="401" y="352"/>
                </a:moveTo>
                <a:lnTo>
                  <a:pt x="409" y="368"/>
                </a:lnTo>
                <a:lnTo>
                  <a:pt x="392" y="385"/>
                </a:lnTo>
                <a:lnTo>
                  <a:pt x="376" y="401"/>
                </a:lnTo>
                <a:cubicBezTo>
                  <a:pt x="367" y="410"/>
                  <a:pt x="356" y="417"/>
                  <a:pt x="343" y="422"/>
                </a:cubicBezTo>
                <a:lnTo>
                  <a:pt x="451" y="529"/>
                </a:lnTo>
                <a:lnTo>
                  <a:pt x="502" y="597"/>
                </a:lnTo>
                <a:lnTo>
                  <a:pt x="529" y="605"/>
                </a:lnTo>
                <a:lnTo>
                  <a:pt x="604" y="529"/>
                </a:lnTo>
                <a:lnTo>
                  <a:pt x="597" y="502"/>
                </a:lnTo>
                <a:lnTo>
                  <a:pt x="529" y="451"/>
                </a:lnTo>
                <a:lnTo>
                  <a:pt x="427" y="350"/>
                </a:lnTo>
                <a:lnTo>
                  <a:pt x="417" y="360"/>
                </a:lnTo>
                <a:lnTo>
                  <a:pt x="401" y="352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19" name="Freeform 11"/>
          <p:cNvSpPr>
            <a:spLocks noEditPoints="1"/>
          </p:cNvSpPr>
          <p:nvPr/>
        </p:nvSpPr>
        <p:spPr bwMode="auto">
          <a:xfrm>
            <a:off x="6144339" y="3472486"/>
            <a:ext cx="1628061" cy="1625626"/>
          </a:xfrm>
          <a:custGeom>
            <a:avLst/>
            <a:gdLst>
              <a:gd name="T0" fmla="*/ 292 w 1337"/>
              <a:gd name="T1" fmla="*/ 1332 h 1335"/>
              <a:gd name="T2" fmla="*/ 292 w 1337"/>
              <a:gd name="T3" fmla="*/ 1335 h 1335"/>
              <a:gd name="T4" fmla="*/ 293 w 1337"/>
              <a:gd name="T5" fmla="*/ 1335 h 1335"/>
              <a:gd name="T6" fmla="*/ 1031 w 1337"/>
              <a:gd name="T7" fmla="*/ 1335 h 1335"/>
              <a:gd name="T8" fmla="*/ 1337 w 1337"/>
              <a:gd name="T9" fmla="*/ 1335 h 1335"/>
              <a:gd name="T10" fmla="*/ 1337 w 1337"/>
              <a:gd name="T11" fmla="*/ 1030 h 1335"/>
              <a:gd name="T12" fmla="*/ 1337 w 1337"/>
              <a:gd name="T13" fmla="*/ 295 h 1335"/>
              <a:gd name="T14" fmla="*/ 1337 w 1337"/>
              <a:gd name="T15" fmla="*/ 292 h 1335"/>
              <a:gd name="T16" fmla="*/ 1334 w 1337"/>
              <a:gd name="T17" fmla="*/ 292 h 1335"/>
              <a:gd name="T18" fmla="*/ 1044 w 1337"/>
              <a:gd name="T19" fmla="*/ 0 h 1335"/>
              <a:gd name="T20" fmla="*/ 1042 w 1337"/>
              <a:gd name="T21" fmla="*/ 0 h 1335"/>
              <a:gd name="T22" fmla="*/ 283 w 1337"/>
              <a:gd name="T23" fmla="*/ 0 h 1335"/>
              <a:gd name="T24" fmla="*/ 0 w 1337"/>
              <a:gd name="T25" fmla="*/ 0 h 1335"/>
              <a:gd name="T26" fmla="*/ 0 w 1337"/>
              <a:gd name="T27" fmla="*/ 283 h 1335"/>
              <a:gd name="T28" fmla="*/ 0 w 1337"/>
              <a:gd name="T29" fmla="*/ 1042 h 1335"/>
              <a:gd name="T30" fmla="*/ 0 w 1337"/>
              <a:gd name="T31" fmla="*/ 1043 h 1335"/>
              <a:gd name="T32" fmla="*/ 292 w 1337"/>
              <a:gd name="T33" fmla="*/ 1332 h 1335"/>
              <a:gd name="T34" fmla="*/ 11 w 1337"/>
              <a:gd name="T35" fmla="*/ 12 h 1335"/>
              <a:gd name="T36" fmla="*/ 1033 w 1337"/>
              <a:gd name="T37" fmla="*/ 12 h 1335"/>
              <a:gd name="T38" fmla="*/ 1033 w 1337"/>
              <a:gd name="T39" fmla="*/ 1031 h 1335"/>
              <a:gd name="T40" fmla="*/ 11 w 1337"/>
              <a:gd name="T41" fmla="*/ 1031 h 1335"/>
              <a:gd name="T42" fmla="*/ 11 w 1337"/>
              <a:gd name="T43" fmla="*/ 12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37" h="1335">
                <a:moveTo>
                  <a:pt x="292" y="1332"/>
                </a:moveTo>
                <a:lnTo>
                  <a:pt x="292" y="1335"/>
                </a:lnTo>
                <a:lnTo>
                  <a:pt x="293" y="1335"/>
                </a:lnTo>
                <a:lnTo>
                  <a:pt x="1031" y="1335"/>
                </a:lnTo>
                <a:lnTo>
                  <a:pt x="1337" y="1335"/>
                </a:lnTo>
                <a:lnTo>
                  <a:pt x="1337" y="1030"/>
                </a:lnTo>
                <a:lnTo>
                  <a:pt x="1337" y="295"/>
                </a:lnTo>
                <a:lnTo>
                  <a:pt x="1337" y="292"/>
                </a:lnTo>
                <a:lnTo>
                  <a:pt x="1334" y="292"/>
                </a:lnTo>
                <a:lnTo>
                  <a:pt x="1044" y="0"/>
                </a:lnTo>
                <a:lnTo>
                  <a:pt x="1042" y="0"/>
                </a:lnTo>
                <a:lnTo>
                  <a:pt x="283" y="0"/>
                </a:lnTo>
                <a:lnTo>
                  <a:pt x="0" y="0"/>
                </a:lnTo>
                <a:lnTo>
                  <a:pt x="0" y="283"/>
                </a:lnTo>
                <a:lnTo>
                  <a:pt x="0" y="1042"/>
                </a:lnTo>
                <a:lnTo>
                  <a:pt x="0" y="1043"/>
                </a:lnTo>
                <a:lnTo>
                  <a:pt x="292" y="1332"/>
                </a:lnTo>
                <a:close/>
                <a:moveTo>
                  <a:pt x="11" y="12"/>
                </a:moveTo>
                <a:lnTo>
                  <a:pt x="1033" y="12"/>
                </a:lnTo>
                <a:lnTo>
                  <a:pt x="1033" y="1031"/>
                </a:lnTo>
                <a:lnTo>
                  <a:pt x="11" y="1031"/>
                </a:lnTo>
                <a:lnTo>
                  <a:pt x="11" y="12"/>
                </a:lnTo>
                <a:close/>
              </a:path>
            </a:pathLst>
          </a:custGeom>
          <a:solidFill>
            <a:srgbClr val="D5AC59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1" name="Freeform 16" descr="D:\51PPT模板网\51pptmoban.com\图片.jpg"/>
          <p:cNvSpPr>
            <a:spLocks noEditPoints="1"/>
          </p:cNvSpPr>
          <p:nvPr/>
        </p:nvSpPr>
        <p:spPr bwMode="auto">
          <a:xfrm>
            <a:off x="5172801" y="3904494"/>
            <a:ext cx="498367" cy="397432"/>
          </a:xfrm>
          <a:custGeom>
            <a:avLst/>
            <a:gdLst>
              <a:gd name="T0" fmla="*/ 1238 w 1238"/>
              <a:gd name="T1" fmla="*/ 579 h 986"/>
              <a:gd name="T2" fmla="*/ 424 w 1238"/>
              <a:gd name="T3" fmla="*/ 579 h 986"/>
              <a:gd name="T4" fmla="*/ 443 w 1238"/>
              <a:gd name="T5" fmla="*/ 209 h 986"/>
              <a:gd name="T6" fmla="*/ 357 w 1238"/>
              <a:gd name="T7" fmla="*/ 223 h 986"/>
              <a:gd name="T8" fmla="*/ 329 w 1238"/>
              <a:gd name="T9" fmla="*/ 254 h 986"/>
              <a:gd name="T10" fmla="*/ 441 w 1238"/>
              <a:gd name="T11" fmla="*/ 316 h 986"/>
              <a:gd name="T12" fmla="*/ 311 w 1238"/>
              <a:gd name="T13" fmla="*/ 0 h 986"/>
              <a:gd name="T14" fmla="*/ 311 w 1238"/>
              <a:gd name="T15" fmla="*/ 620 h 986"/>
              <a:gd name="T16" fmla="*/ 367 w 1238"/>
              <a:gd name="T17" fmla="*/ 550 h 986"/>
              <a:gd name="T18" fmla="*/ 329 w 1238"/>
              <a:gd name="T19" fmla="*/ 473 h 986"/>
              <a:gd name="T20" fmla="*/ 295 w 1238"/>
              <a:gd name="T21" fmla="*/ 516 h 986"/>
              <a:gd name="T22" fmla="*/ 168 w 1238"/>
              <a:gd name="T23" fmla="*/ 370 h 986"/>
              <a:gd name="T24" fmla="*/ 295 w 1238"/>
              <a:gd name="T25" fmla="*/ 410 h 986"/>
              <a:gd name="T26" fmla="*/ 229 w 1238"/>
              <a:gd name="T27" fmla="*/ 307 h 986"/>
              <a:gd name="T28" fmla="*/ 295 w 1238"/>
              <a:gd name="T29" fmla="*/ 127 h 986"/>
              <a:gd name="T30" fmla="*/ 329 w 1238"/>
              <a:gd name="T31" fmla="*/ 104 h 986"/>
              <a:gd name="T32" fmla="*/ 443 w 1238"/>
              <a:gd name="T33" fmla="*/ 209 h 986"/>
              <a:gd name="T34" fmla="*/ 295 w 1238"/>
              <a:gd name="T35" fmla="*/ 186 h 986"/>
              <a:gd name="T36" fmla="*/ 295 w 1238"/>
              <a:gd name="T37" fmla="*/ 245 h 986"/>
              <a:gd name="T38" fmla="*/ 329 w 1238"/>
              <a:gd name="T39" fmla="*/ 413 h 986"/>
              <a:gd name="T40" fmla="*/ 357 w 1238"/>
              <a:gd name="T41" fmla="*/ 398 h 986"/>
              <a:gd name="T42" fmla="*/ 359 w 1238"/>
              <a:gd name="T43" fmla="*/ 356 h 986"/>
              <a:gd name="T44" fmla="*/ 329 w 1238"/>
              <a:gd name="T45" fmla="*/ 413 h 986"/>
              <a:gd name="T46" fmla="*/ 854 w 1238"/>
              <a:gd name="T47" fmla="*/ 713 h 986"/>
              <a:gd name="T48" fmla="*/ 904 w 1238"/>
              <a:gd name="T49" fmla="*/ 665 h 986"/>
              <a:gd name="T50" fmla="*/ 854 w 1238"/>
              <a:gd name="T51" fmla="*/ 617 h 986"/>
              <a:gd name="T52" fmla="*/ 810 w 1238"/>
              <a:gd name="T53" fmla="*/ 416 h 986"/>
              <a:gd name="T54" fmla="*/ 784 w 1238"/>
              <a:gd name="T55" fmla="*/ 477 h 986"/>
              <a:gd name="T56" fmla="*/ 810 w 1238"/>
              <a:gd name="T57" fmla="*/ 416 h 986"/>
              <a:gd name="T58" fmla="*/ 1004 w 1238"/>
              <a:gd name="T59" fmla="*/ 447 h 986"/>
              <a:gd name="T60" fmla="*/ 854 w 1238"/>
              <a:gd name="T61" fmla="*/ 418 h 986"/>
              <a:gd name="T62" fmla="*/ 977 w 1238"/>
              <a:gd name="T63" fmla="*/ 557 h 986"/>
              <a:gd name="T64" fmla="*/ 854 w 1238"/>
              <a:gd name="T65" fmla="*/ 792 h 986"/>
              <a:gd name="T66" fmla="*/ 810 w 1238"/>
              <a:gd name="T67" fmla="*/ 849 h 986"/>
              <a:gd name="T68" fmla="*/ 643 w 1238"/>
              <a:gd name="T69" fmla="*/ 658 h 986"/>
              <a:gd name="T70" fmla="*/ 810 w 1238"/>
              <a:gd name="T71" fmla="*/ 710 h 986"/>
              <a:gd name="T72" fmla="*/ 724 w 1238"/>
              <a:gd name="T73" fmla="*/ 575 h 986"/>
              <a:gd name="T74" fmla="*/ 810 w 1238"/>
              <a:gd name="T75" fmla="*/ 339 h 986"/>
              <a:gd name="T76" fmla="*/ 854 w 1238"/>
              <a:gd name="T77" fmla="*/ 309 h 986"/>
              <a:gd name="T78" fmla="*/ 1004 w 1238"/>
              <a:gd name="T79" fmla="*/ 447 h 98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</a:cxnLst>
            <a:rect l="0" t="0" r="r" b="b"/>
            <a:pathLst>
              <a:path w="1238" h="986">
                <a:moveTo>
                  <a:pt x="831" y="172"/>
                </a:moveTo>
                <a:cubicBezTo>
                  <a:pt x="1055" y="172"/>
                  <a:pt x="1238" y="354"/>
                  <a:pt x="1238" y="579"/>
                </a:cubicBezTo>
                <a:cubicBezTo>
                  <a:pt x="1238" y="804"/>
                  <a:pt x="1055" y="986"/>
                  <a:pt x="831" y="986"/>
                </a:cubicBezTo>
                <a:cubicBezTo>
                  <a:pt x="606" y="986"/>
                  <a:pt x="424" y="804"/>
                  <a:pt x="424" y="579"/>
                </a:cubicBezTo>
                <a:cubicBezTo>
                  <a:pt x="424" y="354"/>
                  <a:pt x="606" y="172"/>
                  <a:pt x="831" y="172"/>
                </a:cubicBezTo>
                <a:close/>
                <a:moveTo>
                  <a:pt x="443" y="209"/>
                </a:moveTo>
                <a:lnTo>
                  <a:pt x="443" y="209"/>
                </a:lnTo>
                <a:lnTo>
                  <a:pt x="357" y="223"/>
                </a:lnTo>
                <a:cubicBezTo>
                  <a:pt x="350" y="204"/>
                  <a:pt x="346" y="197"/>
                  <a:pt x="329" y="187"/>
                </a:cubicBezTo>
                <a:lnTo>
                  <a:pt x="329" y="254"/>
                </a:lnTo>
                <a:cubicBezTo>
                  <a:pt x="375" y="266"/>
                  <a:pt x="406" y="279"/>
                  <a:pt x="422" y="293"/>
                </a:cubicBezTo>
                <a:cubicBezTo>
                  <a:pt x="430" y="300"/>
                  <a:pt x="436" y="308"/>
                  <a:pt x="441" y="316"/>
                </a:cubicBezTo>
                <a:cubicBezTo>
                  <a:pt x="480" y="260"/>
                  <a:pt x="533" y="215"/>
                  <a:pt x="594" y="185"/>
                </a:cubicBezTo>
                <a:cubicBezTo>
                  <a:pt x="546" y="76"/>
                  <a:pt x="437" y="0"/>
                  <a:pt x="311" y="0"/>
                </a:cubicBezTo>
                <a:cubicBezTo>
                  <a:pt x="139" y="0"/>
                  <a:pt x="0" y="139"/>
                  <a:pt x="0" y="310"/>
                </a:cubicBezTo>
                <a:cubicBezTo>
                  <a:pt x="0" y="481"/>
                  <a:pt x="139" y="620"/>
                  <a:pt x="311" y="620"/>
                </a:cubicBezTo>
                <a:cubicBezTo>
                  <a:pt x="331" y="620"/>
                  <a:pt x="352" y="618"/>
                  <a:pt x="372" y="614"/>
                </a:cubicBezTo>
                <a:cubicBezTo>
                  <a:pt x="368" y="593"/>
                  <a:pt x="367" y="572"/>
                  <a:pt x="367" y="550"/>
                </a:cubicBezTo>
                <a:cubicBezTo>
                  <a:pt x="367" y="521"/>
                  <a:pt x="370" y="493"/>
                  <a:pt x="376" y="465"/>
                </a:cubicBezTo>
                <a:cubicBezTo>
                  <a:pt x="361" y="470"/>
                  <a:pt x="345" y="472"/>
                  <a:pt x="329" y="473"/>
                </a:cubicBezTo>
                <a:lnTo>
                  <a:pt x="329" y="516"/>
                </a:lnTo>
                <a:lnTo>
                  <a:pt x="295" y="516"/>
                </a:lnTo>
                <a:lnTo>
                  <a:pt x="295" y="473"/>
                </a:lnTo>
                <a:cubicBezTo>
                  <a:pt x="226" y="467"/>
                  <a:pt x="180" y="440"/>
                  <a:pt x="168" y="370"/>
                </a:cubicBezTo>
                <a:lnTo>
                  <a:pt x="261" y="359"/>
                </a:lnTo>
                <a:cubicBezTo>
                  <a:pt x="265" y="385"/>
                  <a:pt x="271" y="398"/>
                  <a:pt x="295" y="410"/>
                </a:cubicBezTo>
                <a:lnTo>
                  <a:pt x="295" y="329"/>
                </a:lnTo>
                <a:cubicBezTo>
                  <a:pt x="264" y="320"/>
                  <a:pt x="242" y="313"/>
                  <a:pt x="229" y="307"/>
                </a:cubicBezTo>
                <a:cubicBezTo>
                  <a:pt x="173" y="279"/>
                  <a:pt x="166" y="200"/>
                  <a:pt x="210" y="157"/>
                </a:cubicBezTo>
                <a:cubicBezTo>
                  <a:pt x="229" y="139"/>
                  <a:pt x="257" y="129"/>
                  <a:pt x="295" y="127"/>
                </a:cubicBezTo>
                <a:lnTo>
                  <a:pt x="295" y="104"/>
                </a:lnTo>
                <a:lnTo>
                  <a:pt x="329" y="104"/>
                </a:lnTo>
                <a:lnTo>
                  <a:pt x="329" y="127"/>
                </a:lnTo>
                <a:cubicBezTo>
                  <a:pt x="384" y="130"/>
                  <a:pt x="430" y="151"/>
                  <a:pt x="443" y="209"/>
                </a:cubicBezTo>
                <a:close/>
                <a:moveTo>
                  <a:pt x="295" y="186"/>
                </a:moveTo>
                <a:lnTo>
                  <a:pt x="295" y="186"/>
                </a:lnTo>
                <a:cubicBezTo>
                  <a:pt x="274" y="193"/>
                  <a:pt x="259" y="212"/>
                  <a:pt x="275" y="233"/>
                </a:cubicBezTo>
                <a:cubicBezTo>
                  <a:pt x="279" y="238"/>
                  <a:pt x="285" y="242"/>
                  <a:pt x="295" y="245"/>
                </a:cubicBezTo>
                <a:lnTo>
                  <a:pt x="295" y="186"/>
                </a:lnTo>
                <a:close/>
                <a:moveTo>
                  <a:pt x="329" y="413"/>
                </a:moveTo>
                <a:lnTo>
                  <a:pt x="329" y="413"/>
                </a:lnTo>
                <a:cubicBezTo>
                  <a:pt x="342" y="410"/>
                  <a:pt x="351" y="405"/>
                  <a:pt x="357" y="398"/>
                </a:cubicBezTo>
                <a:cubicBezTo>
                  <a:pt x="363" y="392"/>
                  <a:pt x="366" y="384"/>
                  <a:pt x="366" y="376"/>
                </a:cubicBezTo>
                <a:cubicBezTo>
                  <a:pt x="366" y="368"/>
                  <a:pt x="364" y="362"/>
                  <a:pt x="359" y="356"/>
                </a:cubicBezTo>
                <a:cubicBezTo>
                  <a:pt x="354" y="350"/>
                  <a:pt x="344" y="344"/>
                  <a:pt x="329" y="339"/>
                </a:cubicBezTo>
                <a:lnTo>
                  <a:pt x="329" y="413"/>
                </a:lnTo>
                <a:close/>
                <a:moveTo>
                  <a:pt x="854" y="713"/>
                </a:moveTo>
                <a:lnTo>
                  <a:pt x="854" y="713"/>
                </a:lnTo>
                <a:cubicBezTo>
                  <a:pt x="871" y="710"/>
                  <a:pt x="884" y="703"/>
                  <a:pt x="892" y="695"/>
                </a:cubicBezTo>
                <a:cubicBezTo>
                  <a:pt x="900" y="686"/>
                  <a:pt x="904" y="676"/>
                  <a:pt x="904" y="665"/>
                </a:cubicBezTo>
                <a:cubicBezTo>
                  <a:pt x="904" y="656"/>
                  <a:pt x="901" y="647"/>
                  <a:pt x="894" y="639"/>
                </a:cubicBezTo>
                <a:cubicBezTo>
                  <a:pt x="887" y="631"/>
                  <a:pt x="874" y="624"/>
                  <a:pt x="854" y="617"/>
                </a:cubicBezTo>
                <a:lnTo>
                  <a:pt x="854" y="713"/>
                </a:lnTo>
                <a:close/>
                <a:moveTo>
                  <a:pt x="810" y="416"/>
                </a:moveTo>
                <a:lnTo>
                  <a:pt x="810" y="416"/>
                </a:lnTo>
                <a:cubicBezTo>
                  <a:pt x="783" y="426"/>
                  <a:pt x="763" y="451"/>
                  <a:pt x="784" y="477"/>
                </a:cubicBezTo>
                <a:cubicBezTo>
                  <a:pt x="789" y="484"/>
                  <a:pt x="798" y="489"/>
                  <a:pt x="810" y="494"/>
                </a:cubicBezTo>
                <a:lnTo>
                  <a:pt x="810" y="416"/>
                </a:lnTo>
                <a:close/>
                <a:moveTo>
                  <a:pt x="1004" y="447"/>
                </a:moveTo>
                <a:lnTo>
                  <a:pt x="1004" y="447"/>
                </a:lnTo>
                <a:lnTo>
                  <a:pt x="892" y="464"/>
                </a:lnTo>
                <a:cubicBezTo>
                  <a:pt x="883" y="440"/>
                  <a:pt x="877" y="430"/>
                  <a:pt x="854" y="418"/>
                </a:cubicBezTo>
                <a:lnTo>
                  <a:pt x="854" y="505"/>
                </a:lnTo>
                <a:cubicBezTo>
                  <a:pt x="916" y="521"/>
                  <a:pt x="956" y="539"/>
                  <a:pt x="977" y="557"/>
                </a:cubicBezTo>
                <a:cubicBezTo>
                  <a:pt x="1043" y="616"/>
                  <a:pt x="1024" y="719"/>
                  <a:pt x="953" y="765"/>
                </a:cubicBezTo>
                <a:cubicBezTo>
                  <a:pt x="925" y="783"/>
                  <a:pt x="892" y="791"/>
                  <a:pt x="854" y="792"/>
                </a:cubicBezTo>
                <a:lnTo>
                  <a:pt x="854" y="849"/>
                </a:lnTo>
                <a:lnTo>
                  <a:pt x="810" y="849"/>
                </a:lnTo>
                <a:lnTo>
                  <a:pt x="810" y="792"/>
                </a:lnTo>
                <a:cubicBezTo>
                  <a:pt x="720" y="784"/>
                  <a:pt x="660" y="750"/>
                  <a:pt x="643" y="658"/>
                </a:cubicBezTo>
                <a:lnTo>
                  <a:pt x="765" y="644"/>
                </a:lnTo>
                <a:cubicBezTo>
                  <a:pt x="772" y="677"/>
                  <a:pt x="779" y="695"/>
                  <a:pt x="810" y="710"/>
                </a:cubicBezTo>
                <a:lnTo>
                  <a:pt x="810" y="604"/>
                </a:lnTo>
                <a:cubicBezTo>
                  <a:pt x="770" y="593"/>
                  <a:pt x="741" y="583"/>
                  <a:pt x="724" y="575"/>
                </a:cubicBezTo>
                <a:cubicBezTo>
                  <a:pt x="650" y="539"/>
                  <a:pt x="641" y="434"/>
                  <a:pt x="699" y="379"/>
                </a:cubicBezTo>
                <a:cubicBezTo>
                  <a:pt x="724" y="355"/>
                  <a:pt x="761" y="341"/>
                  <a:pt x="810" y="339"/>
                </a:cubicBezTo>
                <a:lnTo>
                  <a:pt x="810" y="309"/>
                </a:lnTo>
                <a:lnTo>
                  <a:pt x="854" y="309"/>
                </a:lnTo>
                <a:lnTo>
                  <a:pt x="854" y="339"/>
                </a:lnTo>
                <a:cubicBezTo>
                  <a:pt x="927" y="343"/>
                  <a:pt x="987" y="370"/>
                  <a:pt x="1004" y="447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sym typeface="+mn-lt"/>
            </a:endParaRPr>
          </a:p>
        </p:txBody>
      </p:sp>
      <p:sp>
        <p:nvSpPr>
          <p:cNvPr id="22" name="Freeform 12"/>
          <p:cNvSpPr>
            <a:spLocks noEditPoints="1"/>
          </p:cNvSpPr>
          <p:nvPr/>
        </p:nvSpPr>
        <p:spPr bwMode="auto">
          <a:xfrm>
            <a:off x="4416426" y="3472486"/>
            <a:ext cx="1628061" cy="1625626"/>
          </a:xfrm>
          <a:custGeom>
            <a:avLst/>
            <a:gdLst>
              <a:gd name="T0" fmla="*/ 1337 w 1337"/>
              <a:gd name="T1" fmla="*/ 1043 h 1335"/>
              <a:gd name="T2" fmla="*/ 1337 w 1337"/>
              <a:gd name="T3" fmla="*/ 1042 h 1335"/>
              <a:gd name="T4" fmla="*/ 1337 w 1337"/>
              <a:gd name="T5" fmla="*/ 283 h 1335"/>
              <a:gd name="T6" fmla="*/ 1337 w 1337"/>
              <a:gd name="T7" fmla="*/ 0 h 1335"/>
              <a:gd name="T8" fmla="*/ 1053 w 1337"/>
              <a:gd name="T9" fmla="*/ 0 h 1335"/>
              <a:gd name="T10" fmla="*/ 295 w 1337"/>
              <a:gd name="T11" fmla="*/ 0 h 1335"/>
              <a:gd name="T12" fmla="*/ 292 w 1337"/>
              <a:gd name="T13" fmla="*/ 0 h 1335"/>
              <a:gd name="T14" fmla="*/ 2 w 1337"/>
              <a:gd name="T15" fmla="*/ 292 h 1335"/>
              <a:gd name="T16" fmla="*/ 0 w 1337"/>
              <a:gd name="T17" fmla="*/ 292 h 1335"/>
              <a:gd name="T18" fmla="*/ 0 w 1337"/>
              <a:gd name="T19" fmla="*/ 295 h 1335"/>
              <a:gd name="T20" fmla="*/ 0 w 1337"/>
              <a:gd name="T21" fmla="*/ 1030 h 1335"/>
              <a:gd name="T22" fmla="*/ 0 w 1337"/>
              <a:gd name="T23" fmla="*/ 1335 h 1335"/>
              <a:gd name="T24" fmla="*/ 305 w 1337"/>
              <a:gd name="T25" fmla="*/ 1335 h 1335"/>
              <a:gd name="T26" fmla="*/ 1043 w 1337"/>
              <a:gd name="T27" fmla="*/ 1335 h 1335"/>
              <a:gd name="T28" fmla="*/ 1044 w 1337"/>
              <a:gd name="T29" fmla="*/ 1335 h 1335"/>
              <a:gd name="T30" fmla="*/ 1044 w 1337"/>
              <a:gd name="T31" fmla="*/ 1332 h 1335"/>
              <a:gd name="T32" fmla="*/ 1337 w 1337"/>
              <a:gd name="T33" fmla="*/ 1043 h 1335"/>
              <a:gd name="T34" fmla="*/ 1324 w 1337"/>
              <a:gd name="T35" fmla="*/ 1031 h 1335"/>
              <a:gd name="T36" fmla="*/ 304 w 1337"/>
              <a:gd name="T37" fmla="*/ 1031 h 1335"/>
              <a:gd name="T38" fmla="*/ 304 w 1337"/>
              <a:gd name="T39" fmla="*/ 12 h 1335"/>
              <a:gd name="T40" fmla="*/ 1324 w 1337"/>
              <a:gd name="T41" fmla="*/ 12 h 1335"/>
              <a:gd name="T42" fmla="*/ 1324 w 1337"/>
              <a:gd name="T43" fmla="*/ 1031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37" h="1335">
                <a:moveTo>
                  <a:pt x="1337" y="1043"/>
                </a:moveTo>
                <a:lnTo>
                  <a:pt x="1337" y="1042"/>
                </a:lnTo>
                <a:lnTo>
                  <a:pt x="1337" y="283"/>
                </a:lnTo>
                <a:lnTo>
                  <a:pt x="1337" y="0"/>
                </a:lnTo>
                <a:lnTo>
                  <a:pt x="1053" y="0"/>
                </a:lnTo>
                <a:lnTo>
                  <a:pt x="295" y="0"/>
                </a:lnTo>
                <a:lnTo>
                  <a:pt x="292" y="0"/>
                </a:lnTo>
                <a:lnTo>
                  <a:pt x="2" y="292"/>
                </a:lnTo>
                <a:lnTo>
                  <a:pt x="0" y="292"/>
                </a:lnTo>
                <a:lnTo>
                  <a:pt x="0" y="295"/>
                </a:lnTo>
                <a:lnTo>
                  <a:pt x="0" y="1030"/>
                </a:lnTo>
                <a:lnTo>
                  <a:pt x="0" y="1335"/>
                </a:lnTo>
                <a:lnTo>
                  <a:pt x="305" y="1335"/>
                </a:lnTo>
                <a:lnTo>
                  <a:pt x="1043" y="1335"/>
                </a:lnTo>
                <a:lnTo>
                  <a:pt x="1044" y="1335"/>
                </a:lnTo>
                <a:lnTo>
                  <a:pt x="1044" y="1332"/>
                </a:lnTo>
                <a:lnTo>
                  <a:pt x="1337" y="1043"/>
                </a:lnTo>
                <a:close/>
                <a:moveTo>
                  <a:pt x="1324" y="1031"/>
                </a:moveTo>
                <a:lnTo>
                  <a:pt x="304" y="1031"/>
                </a:lnTo>
                <a:lnTo>
                  <a:pt x="304" y="12"/>
                </a:lnTo>
                <a:lnTo>
                  <a:pt x="1324" y="12"/>
                </a:lnTo>
                <a:lnTo>
                  <a:pt x="1324" y="1031"/>
                </a:lnTo>
                <a:close/>
              </a:path>
            </a:pathLst>
          </a:custGeom>
          <a:solidFill>
            <a:srgbClr val="234995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4" name="Freeform 10"/>
          <p:cNvSpPr>
            <a:spLocks noEditPoints="1"/>
          </p:cNvSpPr>
          <p:nvPr/>
        </p:nvSpPr>
        <p:spPr bwMode="auto">
          <a:xfrm>
            <a:off x="4416426" y="1765274"/>
            <a:ext cx="1628061" cy="1625626"/>
          </a:xfrm>
          <a:custGeom>
            <a:avLst/>
            <a:gdLst>
              <a:gd name="T0" fmla="*/ 1044 w 1337"/>
              <a:gd name="T1" fmla="*/ 1 h 1335"/>
              <a:gd name="T2" fmla="*/ 1044 w 1337"/>
              <a:gd name="T3" fmla="*/ 0 h 1335"/>
              <a:gd name="T4" fmla="*/ 1043 w 1337"/>
              <a:gd name="T5" fmla="*/ 0 h 1335"/>
              <a:gd name="T6" fmla="*/ 305 w 1337"/>
              <a:gd name="T7" fmla="*/ 0 h 1335"/>
              <a:gd name="T8" fmla="*/ 0 w 1337"/>
              <a:gd name="T9" fmla="*/ 0 h 1335"/>
              <a:gd name="T10" fmla="*/ 0 w 1337"/>
              <a:gd name="T11" fmla="*/ 305 h 1335"/>
              <a:gd name="T12" fmla="*/ 0 w 1337"/>
              <a:gd name="T13" fmla="*/ 1040 h 1335"/>
              <a:gd name="T14" fmla="*/ 0 w 1337"/>
              <a:gd name="T15" fmla="*/ 1043 h 1335"/>
              <a:gd name="T16" fmla="*/ 2 w 1337"/>
              <a:gd name="T17" fmla="*/ 1043 h 1335"/>
              <a:gd name="T18" fmla="*/ 292 w 1337"/>
              <a:gd name="T19" fmla="*/ 1335 h 1335"/>
              <a:gd name="T20" fmla="*/ 295 w 1337"/>
              <a:gd name="T21" fmla="*/ 1335 h 1335"/>
              <a:gd name="T22" fmla="*/ 1053 w 1337"/>
              <a:gd name="T23" fmla="*/ 1335 h 1335"/>
              <a:gd name="T24" fmla="*/ 1337 w 1337"/>
              <a:gd name="T25" fmla="*/ 1335 h 1335"/>
              <a:gd name="T26" fmla="*/ 1337 w 1337"/>
              <a:gd name="T27" fmla="*/ 1052 h 1335"/>
              <a:gd name="T28" fmla="*/ 1337 w 1337"/>
              <a:gd name="T29" fmla="*/ 293 h 1335"/>
              <a:gd name="T30" fmla="*/ 1337 w 1337"/>
              <a:gd name="T31" fmla="*/ 292 h 1335"/>
              <a:gd name="T32" fmla="*/ 1044 w 1337"/>
              <a:gd name="T33" fmla="*/ 1 h 1335"/>
              <a:gd name="T34" fmla="*/ 1324 w 1337"/>
              <a:gd name="T35" fmla="*/ 1322 h 1335"/>
              <a:gd name="T36" fmla="*/ 304 w 1337"/>
              <a:gd name="T37" fmla="*/ 1322 h 1335"/>
              <a:gd name="T38" fmla="*/ 304 w 1337"/>
              <a:gd name="T39" fmla="*/ 303 h 1335"/>
              <a:gd name="T40" fmla="*/ 1324 w 1337"/>
              <a:gd name="T41" fmla="*/ 303 h 1335"/>
              <a:gd name="T42" fmla="*/ 1324 w 1337"/>
              <a:gd name="T43" fmla="*/ 1322 h 133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</a:cxnLst>
            <a:rect l="0" t="0" r="r" b="b"/>
            <a:pathLst>
              <a:path w="1337" h="1335">
                <a:moveTo>
                  <a:pt x="1044" y="1"/>
                </a:moveTo>
                <a:lnTo>
                  <a:pt x="1044" y="0"/>
                </a:lnTo>
                <a:lnTo>
                  <a:pt x="1043" y="0"/>
                </a:lnTo>
                <a:lnTo>
                  <a:pt x="305" y="0"/>
                </a:lnTo>
                <a:lnTo>
                  <a:pt x="0" y="0"/>
                </a:lnTo>
                <a:lnTo>
                  <a:pt x="0" y="305"/>
                </a:lnTo>
                <a:lnTo>
                  <a:pt x="0" y="1040"/>
                </a:lnTo>
                <a:lnTo>
                  <a:pt x="0" y="1043"/>
                </a:lnTo>
                <a:lnTo>
                  <a:pt x="2" y="1043"/>
                </a:lnTo>
                <a:lnTo>
                  <a:pt x="292" y="1335"/>
                </a:lnTo>
                <a:lnTo>
                  <a:pt x="295" y="1335"/>
                </a:lnTo>
                <a:lnTo>
                  <a:pt x="1053" y="1335"/>
                </a:lnTo>
                <a:lnTo>
                  <a:pt x="1337" y="1335"/>
                </a:lnTo>
                <a:lnTo>
                  <a:pt x="1337" y="1052"/>
                </a:lnTo>
                <a:lnTo>
                  <a:pt x="1337" y="293"/>
                </a:lnTo>
                <a:lnTo>
                  <a:pt x="1337" y="292"/>
                </a:lnTo>
                <a:lnTo>
                  <a:pt x="1044" y="1"/>
                </a:lnTo>
                <a:close/>
                <a:moveTo>
                  <a:pt x="1324" y="1322"/>
                </a:moveTo>
                <a:lnTo>
                  <a:pt x="304" y="1322"/>
                </a:lnTo>
                <a:lnTo>
                  <a:pt x="304" y="303"/>
                </a:lnTo>
                <a:lnTo>
                  <a:pt x="1324" y="303"/>
                </a:lnTo>
                <a:lnTo>
                  <a:pt x="1324" y="1322"/>
                </a:lnTo>
                <a:close/>
              </a:path>
            </a:pathLst>
          </a:custGeom>
          <a:solidFill>
            <a:srgbClr val="D5AC59"/>
          </a:solidFill>
          <a:ln w="19050">
            <a:noFill/>
            <a:round/>
          </a:ln>
        </p:spPr>
        <p:txBody>
          <a:bodyPr anchor="ctr"/>
          <a:lstStyle/>
          <a:p>
            <a:pPr algn="ctr"/>
            <a:endParaRPr lang="zh-CN" altLang="en-US" spc="300"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5" name="任意多边形: 形状 25" descr="D:\51PPT模板网\51pptmoban.com\图片.jpg"/>
          <p:cNvSpPr/>
          <p:nvPr/>
        </p:nvSpPr>
        <p:spPr>
          <a:xfrm>
            <a:off x="5215010" y="2566915"/>
            <a:ext cx="413948" cy="354812"/>
          </a:xfrm>
          <a:custGeom>
            <a:avLst/>
            <a:gdLst/>
            <a:ahLst/>
            <a:cxnLst/>
            <a:rect l="l" t="t" r="r" b="b"/>
            <a:pathLst>
              <a:path w="304800" h="261257">
                <a:moveTo>
                  <a:pt x="130628" y="152400"/>
                </a:moveTo>
                <a:lnTo>
                  <a:pt x="174171" y="152400"/>
                </a:lnTo>
                <a:lnTo>
                  <a:pt x="174171" y="174172"/>
                </a:lnTo>
                <a:lnTo>
                  <a:pt x="130628" y="174172"/>
                </a:lnTo>
                <a:close/>
                <a:moveTo>
                  <a:pt x="0" y="152400"/>
                </a:moveTo>
                <a:lnTo>
                  <a:pt x="114300" y="152400"/>
                </a:lnTo>
                <a:lnTo>
                  <a:pt x="114300" y="179614"/>
                </a:lnTo>
                <a:cubicBezTo>
                  <a:pt x="114300" y="182563"/>
                  <a:pt x="115377" y="185114"/>
                  <a:pt x="117531" y="187268"/>
                </a:cubicBezTo>
                <a:cubicBezTo>
                  <a:pt x="119686" y="189423"/>
                  <a:pt x="122237" y="190500"/>
                  <a:pt x="125185" y="190500"/>
                </a:cubicBezTo>
                <a:lnTo>
                  <a:pt x="179614" y="190500"/>
                </a:lnTo>
                <a:cubicBezTo>
                  <a:pt x="182562" y="190500"/>
                  <a:pt x="185113" y="189423"/>
                  <a:pt x="187268" y="187268"/>
                </a:cubicBezTo>
                <a:cubicBezTo>
                  <a:pt x="189422" y="185114"/>
                  <a:pt x="190500" y="182563"/>
                  <a:pt x="190500" y="179614"/>
                </a:cubicBezTo>
                <a:lnTo>
                  <a:pt x="190500" y="152400"/>
                </a:lnTo>
                <a:lnTo>
                  <a:pt x="304800" y="152400"/>
                </a:lnTo>
                <a:lnTo>
                  <a:pt x="304800" y="234043"/>
                </a:lnTo>
                <a:cubicBezTo>
                  <a:pt x="304800" y="241527"/>
                  <a:pt x="302135" y="247934"/>
                  <a:pt x="296805" y="253263"/>
                </a:cubicBezTo>
                <a:cubicBezTo>
                  <a:pt x="291476" y="258592"/>
                  <a:pt x="285069" y="261257"/>
                  <a:pt x="277585" y="261257"/>
                </a:cubicBezTo>
                <a:lnTo>
                  <a:pt x="27214" y="261257"/>
                </a:lnTo>
                <a:cubicBezTo>
                  <a:pt x="19730" y="261257"/>
                  <a:pt x="13323" y="258592"/>
                  <a:pt x="7994" y="253263"/>
                </a:cubicBezTo>
                <a:cubicBezTo>
                  <a:pt x="2664" y="247934"/>
                  <a:pt x="0" y="241527"/>
                  <a:pt x="0" y="234043"/>
                </a:cubicBezTo>
                <a:close/>
                <a:moveTo>
                  <a:pt x="108857" y="21772"/>
                </a:moveTo>
                <a:lnTo>
                  <a:pt x="108857" y="43543"/>
                </a:lnTo>
                <a:lnTo>
                  <a:pt x="195942" y="43543"/>
                </a:lnTo>
                <a:lnTo>
                  <a:pt x="195942" y="21772"/>
                </a:lnTo>
                <a:close/>
                <a:moveTo>
                  <a:pt x="103414" y="0"/>
                </a:moveTo>
                <a:lnTo>
                  <a:pt x="201385" y="0"/>
                </a:lnTo>
                <a:cubicBezTo>
                  <a:pt x="205921" y="0"/>
                  <a:pt x="209776" y="1588"/>
                  <a:pt x="212951" y="4763"/>
                </a:cubicBezTo>
                <a:cubicBezTo>
                  <a:pt x="216126" y="7938"/>
                  <a:pt x="217714" y="11793"/>
                  <a:pt x="217714" y="16329"/>
                </a:cubicBezTo>
                <a:lnTo>
                  <a:pt x="217714" y="43543"/>
                </a:lnTo>
                <a:lnTo>
                  <a:pt x="277585" y="43543"/>
                </a:lnTo>
                <a:cubicBezTo>
                  <a:pt x="285069" y="43543"/>
                  <a:pt x="291476" y="46208"/>
                  <a:pt x="296805" y="51537"/>
                </a:cubicBezTo>
                <a:cubicBezTo>
                  <a:pt x="302135" y="56867"/>
                  <a:pt x="304800" y="63273"/>
                  <a:pt x="304800" y="70757"/>
                </a:cubicBezTo>
                <a:lnTo>
                  <a:pt x="304800" y="136072"/>
                </a:lnTo>
                <a:lnTo>
                  <a:pt x="0" y="136072"/>
                </a:lnTo>
                <a:lnTo>
                  <a:pt x="0" y="70757"/>
                </a:lnTo>
                <a:cubicBezTo>
                  <a:pt x="0" y="63273"/>
                  <a:pt x="2664" y="56867"/>
                  <a:pt x="7994" y="51537"/>
                </a:cubicBezTo>
                <a:cubicBezTo>
                  <a:pt x="13323" y="46208"/>
                  <a:pt x="19730" y="43543"/>
                  <a:pt x="27214" y="43543"/>
                </a:cubicBezTo>
                <a:lnTo>
                  <a:pt x="87085" y="43543"/>
                </a:lnTo>
                <a:lnTo>
                  <a:pt x="87085" y="16329"/>
                </a:lnTo>
                <a:cubicBezTo>
                  <a:pt x="87085" y="11793"/>
                  <a:pt x="88673" y="7938"/>
                  <a:pt x="91848" y="4763"/>
                </a:cubicBezTo>
                <a:cubicBezTo>
                  <a:pt x="95023" y="1588"/>
                  <a:pt x="98878" y="0"/>
                  <a:pt x="103414" y="0"/>
                </a:cubicBez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dirty="0">
              <a:solidFill>
                <a:schemeClr val="tx1"/>
              </a:solidFill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4CE96D9-7CD9-4809-F0B0-FD6AF1C4262E}"/>
              </a:ext>
            </a:extLst>
          </p:cNvPr>
          <p:cNvGrpSpPr/>
          <p:nvPr/>
        </p:nvGrpSpPr>
        <p:grpSpPr>
          <a:xfrm>
            <a:off x="1272405" y="2019559"/>
            <a:ext cx="9647189" cy="816522"/>
            <a:chOff x="1583424" y="2047899"/>
            <a:chExt cx="9647189" cy="816522"/>
          </a:xfrm>
        </p:grpSpPr>
        <p:grpSp>
          <p:nvGrpSpPr>
            <p:cNvPr id="3" name="组合 2">
              <a:extLst>
                <a:ext uri="{FF2B5EF4-FFF2-40B4-BE49-F238E27FC236}">
                  <a16:creationId xmlns:a16="http://schemas.microsoft.com/office/drawing/2014/main" id="{16CC8554-4101-468E-9C83-E4850961B74E}"/>
                </a:ext>
              </a:extLst>
            </p:cNvPr>
            <p:cNvGrpSpPr/>
            <p:nvPr/>
          </p:nvGrpSpPr>
          <p:grpSpPr>
            <a:xfrm>
              <a:off x="8264188" y="2047899"/>
              <a:ext cx="2966425" cy="816522"/>
              <a:chOff x="688569" y="1906534"/>
              <a:chExt cx="2966425" cy="816522"/>
            </a:xfrm>
          </p:grpSpPr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18B77D0-DCDB-1B96-333B-5C0849A30999}"/>
                  </a:ext>
                </a:extLst>
              </p:cNvPr>
              <p:cNvSpPr txBox="1"/>
              <p:nvPr/>
            </p:nvSpPr>
            <p:spPr>
              <a:xfrm>
                <a:off x="688569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8" name="文本框 7">
                <a:extLst>
                  <a:ext uri="{FF2B5EF4-FFF2-40B4-BE49-F238E27FC236}">
                    <a16:creationId xmlns:a16="http://schemas.microsoft.com/office/drawing/2014/main" id="{E45E3B96-9B16-FFA5-7BCD-8BE0CC931BE3}"/>
                  </a:ext>
                </a:extLst>
              </p:cNvPr>
              <p:cNvSpPr txBox="1"/>
              <p:nvPr/>
            </p:nvSpPr>
            <p:spPr>
              <a:xfrm>
                <a:off x="688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F8F28430-D57C-B431-6D32-607600D9FD33}"/>
                </a:ext>
              </a:extLst>
            </p:cNvPr>
            <p:cNvGrpSpPr/>
            <p:nvPr/>
          </p:nvGrpSpPr>
          <p:grpSpPr>
            <a:xfrm>
              <a:off x="1583424" y="2047899"/>
              <a:ext cx="2984539" cy="816522"/>
              <a:chOff x="283598" y="1906534"/>
              <a:chExt cx="2984539" cy="816522"/>
            </a:xfrm>
          </p:grpSpPr>
          <p:sp>
            <p:nvSpPr>
              <p:cNvPr id="5" name="文本框 4">
                <a:extLst>
                  <a:ext uri="{FF2B5EF4-FFF2-40B4-BE49-F238E27FC236}">
                    <a16:creationId xmlns:a16="http://schemas.microsoft.com/office/drawing/2014/main" id="{9F42AA4B-8E3A-632B-7EEE-276D9DC5A0C9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6" name="文本框 5">
                <a:extLst>
                  <a:ext uri="{FF2B5EF4-FFF2-40B4-BE49-F238E27FC236}">
                    <a16:creationId xmlns:a16="http://schemas.microsoft.com/office/drawing/2014/main" id="{DF45CC9B-B717-EBDA-3B05-FDBFBE9C2A9C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E9FA3352-07AE-B346-5468-961F2AA3D1F7}"/>
              </a:ext>
            </a:extLst>
          </p:cNvPr>
          <p:cNvGrpSpPr/>
          <p:nvPr/>
        </p:nvGrpSpPr>
        <p:grpSpPr>
          <a:xfrm>
            <a:off x="1272405" y="3942704"/>
            <a:ext cx="9647189" cy="816522"/>
            <a:chOff x="1583424" y="2047899"/>
            <a:chExt cx="9647189" cy="816522"/>
          </a:xfrm>
        </p:grpSpPr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6A9F1177-F6A4-A1CA-3814-E129E603B361}"/>
                </a:ext>
              </a:extLst>
            </p:cNvPr>
            <p:cNvGrpSpPr/>
            <p:nvPr/>
          </p:nvGrpSpPr>
          <p:grpSpPr>
            <a:xfrm>
              <a:off x="8264188" y="2047899"/>
              <a:ext cx="2966425" cy="816522"/>
              <a:chOff x="688569" y="1906534"/>
              <a:chExt cx="2966425" cy="816522"/>
            </a:xfrm>
          </p:grpSpPr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C42160AC-877B-5789-A606-9168DBED795C}"/>
                  </a:ext>
                </a:extLst>
              </p:cNvPr>
              <p:cNvSpPr txBox="1"/>
              <p:nvPr/>
            </p:nvSpPr>
            <p:spPr>
              <a:xfrm>
                <a:off x="688569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32" name="文本框 31">
                <a:extLst>
                  <a:ext uri="{FF2B5EF4-FFF2-40B4-BE49-F238E27FC236}">
                    <a16:creationId xmlns:a16="http://schemas.microsoft.com/office/drawing/2014/main" id="{290447C1-91AE-15AF-1D5F-B6D7D93328A8}"/>
                  </a:ext>
                </a:extLst>
              </p:cNvPr>
              <p:cNvSpPr txBox="1"/>
              <p:nvPr/>
            </p:nvSpPr>
            <p:spPr>
              <a:xfrm>
                <a:off x="688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  <p:grpSp>
          <p:nvGrpSpPr>
            <p:cNvPr id="28" name="组合 27">
              <a:extLst>
                <a:ext uri="{FF2B5EF4-FFF2-40B4-BE49-F238E27FC236}">
                  <a16:creationId xmlns:a16="http://schemas.microsoft.com/office/drawing/2014/main" id="{21150A4C-A237-A145-045E-4F02831C9784}"/>
                </a:ext>
              </a:extLst>
            </p:cNvPr>
            <p:cNvGrpSpPr/>
            <p:nvPr/>
          </p:nvGrpSpPr>
          <p:grpSpPr>
            <a:xfrm>
              <a:off x="1583424" y="2047899"/>
              <a:ext cx="2984539" cy="816522"/>
              <a:chOff x="283598" y="1906534"/>
              <a:chExt cx="2984539" cy="816522"/>
            </a:xfrm>
          </p:grpSpPr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FD365CC9-8030-6144-47C2-D5968651F904}"/>
                  </a:ext>
                </a:extLst>
              </p:cNvPr>
              <p:cNvSpPr txBox="1"/>
              <p:nvPr/>
            </p:nvSpPr>
            <p:spPr>
              <a:xfrm>
                <a:off x="283598" y="2190603"/>
                <a:ext cx="2966425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... ...</a:t>
                </a:r>
              </a:p>
            </p:txBody>
          </p:sp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7DF85C1C-6F35-F7BC-77DD-5AD064318BE2}"/>
                  </a:ext>
                </a:extLst>
              </p:cNvPr>
              <p:cNvSpPr txBox="1"/>
              <p:nvPr/>
            </p:nvSpPr>
            <p:spPr>
              <a:xfrm>
                <a:off x="1032570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b="1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600" dirty="0">
                    <a:solidFill>
                      <a:schemeClr val="tx1"/>
                    </a:solidFill>
                    <a:sym typeface="HarmonyOS Sans SC Light" panose="00000400000000000000" pitchFamily="2" charset="-122"/>
                  </a:rPr>
                  <a:t>添加标题文本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42844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EC0E43-76E0-0512-51A6-2B992A2CDF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2B2F47B7-BECF-58DB-AFC8-0E150D835803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997EAD46-7141-C1AA-5578-213641DADE62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823CC6E7-EA83-5869-BE45-0A629F37E80C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6467B38F-A525-4BEB-7DF7-2F7C8A3AB9A1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4A96B7B4-D6DC-5BD1-B65D-30490953D7C8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A86074E0-60E6-D87D-C559-43881A3221F0}"/>
                </a:ext>
              </a:extLst>
            </p:cNvPr>
            <p:cNvSpPr txBox="1"/>
            <p:nvPr/>
          </p:nvSpPr>
          <p:spPr>
            <a:xfrm>
              <a:off x="2607413" y="2928912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03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99828C41-FBFA-2F38-35AC-F24870668518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4CFB09CC-B662-7871-3C5C-6138FA39C6A0}"/>
              </a:ext>
            </a:extLst>
          </p:cNvPr>
          <p:cNvSpPr txBox="1"/>
          <p:nvPr/>
        </p:nvSpPr>
        <p:spPr>
          <a:xfrm>
            <a:off x="5373692" y="571981"/>
            <a:ext cx="14446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03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2E73EF69-FB99-1DF4-1868-491EF37B1D3E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11092723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2D5DE3-FB86-9138-57B5-E2407E697F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544E0572-B14D-18AB-052B-2E6D83C19F4F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03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39C591B-74B2-45B8-CDCA-66C084DD10E6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499C53A2-5EFB-506A-079A-8A0762C541AC}"/>
              </a:ext>
            </a:extLst>
          </p:cNvPr>
          <p:cNvSpPr/>
          <p:nvPr/>
        </p:nvSpPr>
        <p:spPr>
          <a:xfrm>
            <a:off x="948695" y="2329180"/>
            <a:ext cx="2893419" cy="3663405"/>
          </a:xfrm>
          <a:custGeom>
            <a:avLst/>
            <a:gdLst>
              <a:gd name="connsiteX0" fmla="*/ 0 w 2893419"/>
              <a:gd name="connsiteY0" fmla="*/ 0 h 3663405"/>
              <a:gd name="connsiteX1" fmla="*/ 671268 w 2893419"/>
              <a:gd name="connsiteY1" fmla="*/ 0 h 3663405"/>
              <a:gd name="connsiteX2" fmla="*/ 722687 w 2893419"/>
              <a:gd name="connsiteY2" fmla="*/ 94733 h 3663405"/>
              <a:gd name="connsiteX3" fmla="*/ 1446709 w 2893419"/>
              <a:gd name="connsiteY3" fmla="*/ 479693 h 3663405"/>
              <a:gd name="connsiteX4" fmla="*/ 2170731 w 2893419"/>
              <a:gd name="connsiteY4" fmla="*/ 94733 h 3663405"/>
              <a:gd name="connsiteX5" fmla="*/ 2222151 w 2893419"/>
              <a:gd name="connsiteY5" fmla="*/ 0 h 3663405"/>
              <a:gd name="connsiteX6" fmla="*/ 2893419 w 2893419"/>
              <a:gd name="connsiteY6" fmla="*/ 0 h 3663405"/>
              <a:gd name="connsiteX7" fmla="*/ 2893419 w 2893419"/>
              <a:gd name="connsiteY7" fmla="*/ 3663405 h 3663405"/>
              <a:gd name="connsiteX8" fmla="*/ 0 w 2893419"/>
              <a:gd name="connsiteY8" fmla="*/ 3663405 h 3663405"/>
              <a:gd name="connsiteX9" fmla="*/ 0 w 2893419"/>
              <a:gd name="connsiteY9" fmla="*/ 0 h 366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93419" h="3663405">
                <a:moveTo>
                  <a:pt x="0" y="0"/>
                </a:moveTo>
                <a:lnTo>
                  <a:pt x="671268" y="0"/>
                </a:lnTo>
                <a:lnTo>
                  <a:pt x="722687" y="94733"/>
                </a:lnTo>
                <a:cubicBezTo>
                  <a:pt x="879597" y="326990"/>
                  <a:pt x="1145320" y="479693"/>
                  <a:pt x="1446709" y="479693"/>
                </a:cubicBezTo>
                <a:cubicBezTo>
                  <a:pt x="1748098" y="479693"/>
                  <a:pt x="2013821" y="326990"/>
                  <a:pt x="2170731" y="94733"/>
                </a:cubicBezTo>
                <a:lnTo>
                  <a:pt x="2222151" y="0"/>
                </a:lnTo>
                <a:lnTo>
                  <a:pt x="2893419" y="0"/>
                </a:lnTo>
                <a:lnTo>
                  <a:pt x="2893419" y="3663405"/>
                </a:lnTo>
                <a:lnTo>
                  <a:pt x="0" y="366340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cs typeface="+mn-ea"/>
            </a:endParaRPr>
          </a:p>
        </p:txBody>
      </p:sp>
      <p:sp>
        <p:nvSpPr>
          <p:cNvPr id="21" name="椭圆 20" descr="D:\51PPT模板网\51pptmoban.com\图片.jpg">
            <a:extLst>
              <a:ext uri="{FF2B5EF4-FFF2-40B4-BE49-F238E27FC236}">
                <a16:creationId xmlns:a16="http://schemas.microsoft.com/office/drawing/2014/main" id="{EA5C20DB-71E4-8CFC-565A-8BA76402FAC3}"/>
              </a:ext>
            </a:extLst>
          </p:cNvPr>
          <p:cNvSpPr/>
          <p:nvPr/>
        </p:nvSpPr>
        <p:spPr>
          <a:xfrm>
            <a:off x="1733518" y="1301099"/>
            <a:ext cx="1314482" cy="1314482"/>
          </a:xfrm>
          <a:prstGeom prst="ellipse">
            <a:avLst/>
          </a:prstGeom>
          <a:solidFill>
            <a:srgbClr val="D5AC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81309C9E-8D0E-0CF1-7986-AA7CDD318DFC}"/>
              </a:ext>
            </a:extLst>
          </p:cNvPr>
          <p:cNvGrpSpPr/>
          <p:nvPr/>
        </p:nvGrpSpPr>
        <p:grpSpPr>
          <a:xfrm>
            <a:off x="1348075" y="3176082"/>
            <a:ext cx="2085368" cy="2256002"/>
            <a:chOff x="5044278" y="3429000"/>
            <a:chExt cx="2085368" cy="2256002"/>
          </a:xfrm>
        </p:grpSpPr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id="{E42FD95E-8502-9049-D664-581F1A8311F6}"/>
                </a:ext>
              </a:extLst>
            </p:cNvPr>
            <p:cNvSpPr txBox="1"/>
            <p:nvPr/>
          </p:nvSpPr>
          <p:spPr>
            <a:xfrm>
              <a:off x="5044278" y="3767554"/>
              <a:ext cx="2085368" cy="191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字以内，据统计每页幻灯片的最好控制在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分钟之内。此处添加详细文本描述，建议与标题相关并符合整体语言风格，语言描述尽量简洁生动。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6A9FA3DE-C1CA-9DD4-F5BC-49E836B117D0}"/>
                </a:ext>
              </a:extLst>
            </p:cNvPr>
            <p:cNvSpPr txBox="1"/>
            <p:nvPr/>
          </p:nvSpPr>
          <p:spPr>
            <a:xfrm>
              <a:off x="5283351" y="3429000"/>
              <a:ext cx="1607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</a:p>
          </p:txBody>
        </p:sp>
      </p:grpSp>
      <p:sp>
        <p:nvSpPr>
          <p:cNvPr id="25" name="文本框 24">
            <a:extLst>
              <a:ext uri="{FF2B5EF4-FFF2-40B4-BE49-F238E27FC236}">
                <a16:creationId xmlns:a16="http://schemas.microsoft.com/office/drawing/2014/main" id="{D9F64650-DF6B-50E0-D3F0-B51386410514}"/>
              </a:ext>
            </a:extLst>
          </p:cNvPr>
          <p:cNvSpPr txBox="1"/>
          <p:nvPr/>
        </p:nvSpPr>
        <p:spPr>
          <a:xfrm>
            <a:off x="1733518" y="1510837"/>
            <a:ext cx="1279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MiSans Semibold" panose="00000700000000000000" pitchFamily="2" charset="-122"/>
                <a:ea typeface="MiSans Semibold" panose="00000700000000000000" pitchFamily="2" charset="-122"/>
              </a:rPr>
              <a:t>01</a:t>
            </a:r>
            <a:endParaRPr lang="zh-CN" altLang="en-US" sz="54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</a:endParaRPr>
          </a:p>
        </p:txBody>
      </p:sp>
      <p:sp>
        <p:nvSpPr>
          <p:cNvPr id="26" name="椭圆 25">
            <a:extLst>
              <a:ext uri="{FF2B5EF4-FFF2-40B4-BE49-F238E27FC236}">
                <a16:creationId xmlns:a16="http://schemas.microsoft.com/office/drawing/2014/main" id="{BA9397CF-E5F3-78F7-9297-F8A2CD272F31}"/>
              </a:ext>
            </a:extLst>
          </p:cNvPr>
          <p:cNvSpPr/>
          <p:nvPr/>
        </p:nvSpPr>
        <p:spPr>
          <a:xfrm flipV="1">
            <a:off x="2294019" y="5895845"/>
            <a:ext cx="193480" cy="193480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Autofit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27" name="椭圆 26">
            <a:extLst>
              <a:ext uri="{FF2B5EF4-FFF2-40B4-BE49-F238E27FC236}">
                <a16:creationId xmlns:a16="http://schemas.microsoft.com/office/drawing/2014/main" id="{D95A1D41-B327-B41C-6163-33DD01C07EAD}"/>
              </a:ext>
            </a:extLst>
          </p:cNvPr>
          <p:cNvSpPr/>
          <p:nvPr/>
        </p:nvSpPr>
        <p:spPr>
          <a:xfrm flipV="1">
            <a:off x="265405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28" name="椭圆 27">
            <a:extLst>
              <a:ext uri="{FF2B5EF4-FFF2-40B4-BE49-F238E27FC236}">
                <a16:creationId xmlns:a16="http://schemas.microsoft.com/office/drawing/2014/main" id="{DB680CDA-5509-7162-484D-4FB15D271F9E}"/>
              </a:ext>
            </a:extLst>
          </p:cNvPr>
          <p:cNvSpPr/>
          <p:nvPr/>
        </p:nvSpPr>
        <p:spPr>
          <a:xfrm flipV="1">
            <a:off x="204445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0225FFCE-1F2F-6CAF-948C-439E4B400773}"/>
              </a:ext>
            </a:extLst>
          </p:cNvPr>
          <p:cNvSpPr/>
          <p:nvPr/>
        </p:nvSpPr>
        <p:spPr>
          <a:xfrm>
            <a:off x="4658815" y="2329180"/>
            <a:ext cx="2893419" cy="3663405"/>
          </a:xfrm>
          <a:custGeom>
            <a:avLst/>
            <a:gdLst>
              <a:gd name="connsiteX0" fmla="*/ 0 w 2893419"/>
              <a:gd name="connsiteY0" fmla="*/ 0 h 3663405"/>
              <a:gd name="connsiteX1" fmla="*/ 671268 w 2893419"/>
              <a:gd name="connsiteY1" fmla="*/ 0 h 3663405"/>
              <a:gd name="connsiteX2" fmla="*/ 722687 w 2893419"/>
              <a:gd name="connsiteY2" fmla="*/ 94733 h 3663405"/>
              <a:gd name="connsiteX3" fmla="*/ 1446709 w 2893419"/>
              <a:gd name="connsiteY3" fmla="*/ 479693 h 3663405"/>
              <a:gd name="connsiteX4" fmla="*/ 2170731 w 2893419"/>
              <a:gd name="connsiteY4" fmla="*/ 94733 h 3663405"/>
              <a:gd name="connsiteX5" fmla="*/ 2222151 w 2893419"/>
              <a:gd name="connsiteY5" fmla="*/ 0 h 3663405"/>
              <a:gd name="connsiteX6" fmla="*/ 2893419 w 2893419"/>
              <a:gd name="connsiteY6" fmla="*/ 0 h 3663405"/>
              <a:gd name="connsiteX7" fmla="*/ 2893419 w 2893419"/>
              <a:gd name="connsiteY7" fmla="*/ 3663405 h 3663405"/>
              <a:gd name="connsiteX8" fmla="*/ 0 w 2893419"/>
              <a:gd name="connsiteY8" fmla="*/ 3663405 h 3663405"/>
              <a:gd name="connsiteX9" fmla="*/ 0 w 2893419"/>
              <a:gd name="connsiteY9" fmla="*/ 0 h 366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93419" h="3663405">
                <a:moveTo>
                  <a:pt x="0" y="0"/>
                </a:moveTo>
                <a:lnTo>
                  <a:pt x="671268" y="0"/>
                </a:lnTo>
                <a:lnTo>
                  <a:pt x="722687" y="94733"/>
                </a:lnTo>
                <a:cubicBezTo>
                  <a:pt x="879597" y="326990"/>
                  <a:pt x="1145320" y="479693"/>
                  <a:pt x="1446709" y="479693"/>
                </a:cubicBezTo>
                <a:cubicBezTo>
                  <a:pt x="1748098" y="479693"/>
                  <a:pt x="2013821" y="326990"/>
                  <a:pt x="2170731" y="94733"/>
                </a:cubicBezTo>
                <a:lnTo>
                  <a:pt x="2222151" y="0"/>
                </a:lnTo>
                <a:lnTo>
                  <a:pt x="2893419" y="0"/>
                </a:lnTo>
                <a:lnTo>
                  <a:pt x="2893419" y="3663405"/>
                </a:lnTo>
                <a:lnTo>
                  <a:pt x="0" y="366340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cs typeface="+mn-ea"/>
            </a:endParaRPr>
          </a:p>
        </p:txBody>
      </p:sp>
      <p:sp>
        <p:nvSpPr>
          <p:cNvPr id="32" name="椭圆 31">
            <a:extLst>
              <a:ext uri="{FF2B5EF4-FFF2-40B4-BE49-F238E27FC236}">
                <a16:creationId xmlns:a16="http://schemas.microsoft.com/office/drawing/2014/main" id="{CA153663-BEE6-2784-B627-A42327532761}"/>
              </a:ext>
            </a:extLst>
          </p:cNvPr>
          <p:cNvSpPr/>
          <p:nvPr/>
        </p:nvSpPr>
        <p:spPr>
          <a:xfrm>
            <a:off x="5443638" y="1301099"/>
            <a:ext cx="1314482" cy="1314482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3CF22CB0-6265-EB62-F6F8-19A6CB50D590}"/>
              </a:ext>
            </a:extLst>
          </p:cNvPr>
          <p:cNvGrpSpPr/>
          <p:nvPr/>
        </p:nvGrpSpPr>
        <p:grpSpPr>
          <a:xfrm>
            <a:off x="5058195" y="3176082"/>
            <a:ext cx="2085368" cy="2256002"/>
            <a:chOff x="5044278" y="3429000"/>
            <a:chExt cx="2085368" cy="2256002"/>
          </a:xfrm>
        </p:grpSpPr>
        <p:sp>
          <p:nvSpPr>
            <p:cNvPr id="38" name="文本框 37">
              <a:extLst>
                <a:ext uri="{FF2B5EF4-FFF2-40B4-BE49-F238E27FC236}">
                  <a16:creationId xmlns:a16="http://schemas.microsoft.com/office/drawing/2014/main" id="{2B6F4571-EDB8-50FB-F369-7B52CD857644}"/>
                </a:ext>
              </a:extLst>
            </p:cNvPr>
            <p:cNvSpPr txBox="1"/>
            <p:nvPr/>
          </p:nvSpPr>
          <p:spPr>
            <a:xfrm>
              <a:off x="5044278" y="3767554"/>
              <a:ext cx="2085368" cy="191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字以内，据统计每页幻灯片的最好控制在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分钟之内。此处添加详细文本描述，建议与标题相关并符合整体语言风格，语言描述尽量简洁生动。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68BB2C7A-CD8E-1806-BB26-5A552D9B385D}"/>
                </a:ext>
              </a:extLst>
            </p:cNvPr>
            <p:cNvSpPr txBox="1"/>
            <p:nvPr/>
          </p:nvSpPr>
          <p:spPr>
            <a:xfrm>
              <a:off x="5283351" y="3429000"/>
              <a:ext cx="1607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</a:p>
          </p:txBody>
        </p:sp>
      </p:grpSp>
      <p:sp>
        <p:nvSpPr>
          <p:cNvPr id="34" name="文本框 33">
            <a:extLst>
              <a:ext uri="{FF2B5EF4-FFF2-40B4-BE49-F238E27FC236}">
                <a16:creationId xmlns:a16="http://schemas.microsoft.com/office/drawing/2014/main" id="{6C9E48A3-52DD-1514-C4ED-8181F896EFF9}"/>
              </a:ext>
            </a:extLst>
          </p:cNvPr>
          <p:cNvSpPr txBox="1"/>
          <p:nvPr/>
        </p:nvSpPr>
        <p:spPr>
          <a:xfrm>
            <a:off x="5443638" y="1510837"/>
            <a:ext cx="1279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MiSans Semibold" panose="00000700000000000000" pitchFamily="2" charset="-122"/>
                <a:ea typeface="MiSans Semibold" panose="00000700000000000000" pitchFamily="2" charset="-122"/>
              </a:rPr>
              <a:t>02</a:t>
            </a:r>
            <a:endParaRPr lang="zh-CN" altLang="en-US" sz="54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</a:endParaRPr>
          </a:p>
        </p:txBody>
      </p:sp>
      <p:sp>
        <p:nvSpPr>
          <p:cNvPr id="35" name="椭圆 34">
            <a:extLst>
              <a:ext uri="{FF2B5EF4-FFF2-40B4-BE49-F238E27FC236}">
                <a16:creationId xmlns:a16="http://schemas.microsoft.com/office/drawing/2014/main" id="{110A5D02-5096-EC6F-7435-EA839B61D235}"/>
              </a:ext>
            </a:extLst>
          </p:cNvPr>
          <p:cNvSpPr/>
          <p:nvPr/>
        </p:nvSpPr>
        <p:spPr>
          <a:xfrm flipV="1">
            <a:off x="6004139" y="5895845"/>
            <a:ext cx="193480" cy="193480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1CDD52E3-142C-C2EE-2A9D-2A6A739AA930}"/>
              </a:ext>
            </a:extLst>
          </p:cNvPr>
          <p:cNvSpPr/>
          <p:nvPr/>
        </p:nvSpPr>
        <p:spPr>
          <a:xfrm flipV="1">
            <a:off x="636417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37" name="椭圆 36">
            <a:extLst>
              <a:ext uri="{FF2B5EF4-FFF2-40B4-BE49-F238E27FC236}">
                <a16:creationId xmlns:a16="http://schemas.microsoft.com/office/drawing/2014/main" id="{049EDF25-C7D8-F772-E04C-BF9A817905A8}"/>
              </a:ext>
            </a:extLst>
          </p:cNvPr>
          <p:cNvSpPr/>
          <p:nvPr/>
        </p:nvSpPr>
        <p:spPr>
          <a:xfrm flipV="1">
            <a:off x="575457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192570BB-6D80-A4BC-4892-4C601BAAD954}"/>
              </a:ext>
            </a:extLst>
          </p:cNvPr>
          <p:cNvSpPr/>
          <p:nvPr/>
        </p:nvSpPr>
        <p:spPr>
          <a:xfrm>
            <a:off x="8368935" y="2329180"/>
            <a:ext cx="2893419" cy="3663405"/>
          </a:xfrm>
          <a:custGeom>
            <a:avLst/>
            <a:gdLst>
              <a:gd name="connsiteX0" fmla="*/ 0 w 2893419"/>
              <a:gd name="connsiteY0" fmla="*/ 0 h 3663405"/>
              <a:gd name="connsiteX1" fmla="*/ 671268 w 2893419"/>
              <a:gd name="connsiteY1" fmla="*/ 0 h 3663405"/>
              <a:gd name="connsiteX2" fmla="*/ 722687 w 2893419"/>
              <a:gd name="connsiteY2" fmla="*/ 94733 h 3663405"/>
              <a:gd name="connsiteX3" fmla="*/ 1446709 w 2893419"/>
              <a:gd name="connsiteY3" fmla="*/ 479693 h 3663405"/>
              <a:gd name="connsiteX4" fmla="*/ 2170731 w 2893419"/>
              <a:gd name="connsiteY4" fmla="*/ 94733 h 3663405"/>
              <a:gd name="connsiteX5" fmla="*/ 2222151 w 2893419"/>
              <a:gd name="connsiteY5" fmla="*/ 0 h 3663405"/>
              <a:gd name="connsiteX6" fmla="*/ 2893419 w 2893419"/>
              <a:gd name="connsiteY6" fmla="*/ 0 h 3663405"/>
              <a:gd name="connsiteX7" fmla="*/ 2893419 w 2893419"/>
              <a:gd name="connsiteY7" fmla="*/ 3663405 h 3663405"/>
              <a:gd name="connsiteX8" fmla="*/ 0 w 2893419"/>
              <a:gd name="connsiteY8" fmla="*/ 3663405 h 3663405"/>
              <a:gd name="connsiteX9" fmla="*/ 0 w 2893419"/>
              <a:gd name="connsiteY9" fmla="*/ 0 h 36634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893419" h="3663405">
                <a:moveTo>
                  <a:pt x="0" y="0"/>
                </a:moveTo>
                <a:lnTo>
                  <a:pt x="671268" y="0"/>
                </a:lnTo>
                <a:lnTo>
                  <a:pt x="722687" y="94733"/>
                </a:lnTo>
                <a:cubicBezTo>
                  <a:pt x="879597" y="326990"/>
                  <a:pt x="1145320" y="479693"/>
                  <a:pt x="1446709" y="479693"/>
                </a:cubicBezTo>
                <a:cubicBezTo>
                  <a:pt x="1748098" y="479693"/>
                  <a:pt x="2013821" y="326990"/>
                  <a:pt x="2170731" y="94733"/>
                </a:cubicBezTo>
                <a:lnTo>
                  <a:pt x="2222151" y="0"/>
                </a:lnTo>
                <a:lnTo>
                  <a:pt x="2893419" y="0"/>
                </a:lnTo>
                <a:lnTo>
                  <a:pt x="2893419" y="3663405"/>
                </a:lnTo>
                <a:lnTo>
                  <a:pt x="0" y="3663405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+mn-ea"/>
              <a:cs typeface="+mn-ea"/>
            </a:endParaRPr>
          </a:p>
        </p:txBody>
      </p:sp>
      <p:sp>
        <p:nvSpPr>
          <p:cNvPr id="42" name="椭圆 41">
            <a:extLst>
              <a:ext uri="{FF2B5EF4-FFF2-40B4-BE49-F238E27FC236}">
                <a16:creationId xmlns:a16="http://schemas.microsoft.com/office/drawing/2014/main" id="{C5BCCFBD-F574-D6F0-A021-FB58CFB78947}"/>
              </a:ext>
            </a:extLst>
          </p:cNvPr>
          <p:cNvSpPr/>
          <p:nvPr/>
        </p:nvSpPr>
        <p:spPr>
          <a:xfrm>
            <a:off x="9153758" y="1301099"/>
            <a:ext cx="1314482" cy="1314482"/>
          </a:xfrm>
          <a:prstGeom prst="ellipse">
            <a:avLst/>
          </a:prstGeom>
          <a:solidFill>
            <a:srgbClr val="D5AC5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grpSp>
        <p:nvGrpSpPr>
          <p:cNvPr id="43" name="组合 42">
            <a:extLst>
              <a:ext uri="{FF2B5EF4-FFF2-40B4-BE49-F238E27FC236}">
                <a16:creationId xmlns:a16="http://schemas.microsoft.com/office/drawing/2014/main" id="{6EAFBF1C-18C0-BE31-C3CB-8A2C9322F682}"/>
              </a:ext>
            </a:extLst>
          </p:cNvPr>
          <p:cNvGrpSpPr/>
          <p:nvPr/>
        </p:nvGrpSpPr>
        <p:grpSpPr>
          <a:xfrm>
            <a:off x="8768315" y="3176082"/>
            <a:ext cx="2085368" cy="2256002"/>
            <a:chOff x="5044278" y="3429000"/>
            <a:chExt cx="2085368" cy="2256002"/>
          </a:xfrm>
        </p:grpSpPr>
        <p:sp>
          <p:nvSpPr>
            <p:cNvPr id="48" name="文本框 47">
              <a:extLst>
                <a:ext uri="{FF2B5EF4-FFF2-40B4-BE49-F238E27FC236}">
                  <a16:creationId xmlns:a16="http://schemas.microsoft.com/office/drawing/2014/main" id="{BB6E8937-6A1B-1551-D881-432983D62267}"/>
                </a:ext>
              </a:extLst>
            </p:cNvPr>
            <p:cNvSpPr txBox="1"/>
            <p:nvPr/>
          </p:nvSpPr>
          <p:spPr>
            <a:xfrm>
              <a:off x="5044278" y="3767554"/>
              <a:ext cx="2085368" cy="191744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此处添加详细文本描述，建议与标题相关并符合整体语言风格，语言描述尽量简洁生动。尽量将每页幻灯片的字数控制在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200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字以内，据统计每页幻灯片的最好控制在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</a:t>
              </a:r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分钟之内。此处添加详细文本描述，建议与标题相关并符合整体语言风格，语言描述尽量简洁生动。</a:t>
              </a:r>
              <a:endParaRPr lang="en-US" altLang="zh-CN" sz="1000" dirty="0">
                <a:solidFill>
                  <a:schemeClr val="tx1">
                    <a:lumMod val="95000"/>
                    <a:lumOff val="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9" name="文本框 48">
              <a:extLst>
                <a:ext uri="{FF2B5EF4-FFF2-40B4-BE49-F238E27FC236}">
                  <a16:creationId xmlns:a16="http://schemas.microsoft.com/office/drawing/2014/main" id="{65AAF1EB-445E-9DD9-A027-193237BBDCE6}"/>
                </a:ext>
              </a:extLst>
            </p:cNvPr>
            <p:cNvSpPr txBox="1"/>
            <p:nvPr/>
          </p:nvSpPr>
          <p:spPr>
            <a:xfrm>
              <a:off x="5283351" y="3429000"/>
              <a:ext cx="160722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ctr"/>
              <a:r>
                <a:rPr lang="zh-CN" altLang="en-US" dirty="0">
                  <a:latin typeface="+mn-lt"/>
                  <a:ea typeface="+mn-ea"/>
                  <a:cs typeface="+mn-ea"/>
                  <a:sym typeface="+mn-lt"/>
                </a:rPr>
                <a:t>添加标题文本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16ACA1AE-30D1-1651-40A9-53C5A7CF799A}"/>
              </a:ext>
            </a:extLst>
          </p:cNvPr>
          <p:cNvSpPr txBox="1"/>
          <p:nvPr/>
        </p:nvSpPr>
        <p:spPr>
          <a:xfrm>
            <a:off x="9153758" y="1510837"/>
            <a:ext cx="12791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dirty="0">
                <a:solidFill>
                  <a:schemeClr val="bg1"/>
                </a:solidFill>
                <a:latin typeface="MiSans Semibold" panose="00000700000000000000" pitchFamily="2" charset="-122"/>
                <a:ea typeface="MiSans Semibold" panose="00000700000000000000" pitchFamily="2" charset="-122"/>
              </a:rPr>
              <a:t>03</a:t>
            </a:r>
            <a:endParaRPr lang="zh-CN" altLang="en-US" sz="54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</a:endParaRPr>
          </a:p>
        </p:txBody>
      </p:sp>
      <p:sp>
        <p:nvSpPr>
          <p:cNvPr id="45" name="椭圆 44" descr="D:\51PPT模板网\51pptmoban.com\图片.jpg">
            <a:extLst>
              <a:ext uri="{FF2B5EF4-FFF2-40B4-BE49-F238E27FC236}">
                <a16:creationId xmlns:a16="http://schemas.microsoft.com/office/drawing/2014/main" id="{79712735-27DC-53BD-36E0-E1E92714DDF6}"/>
              </a:ext>
            </a:extLst>
          </p:cNvPr>
          <p:cNvSpPr/>
          <p:nvPr/>
        </p:nvSpPr>
        <p:spPr>
          <a:xfrm flipV="1">
            <a:off x="9714259" y="5895845"/>
            <a:ext cx="193480" cy="193480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46" name="椭圆 45">
            <a:extLst>
              <a:ext uri="{FF2B5EF4-FFF2-40B4-BE49-F238E27FC236}">
                <a16:creationId xmlns:a16="http://schemas.microsoft.com/office/drawing/2014/main" id="{F8174BBF-D3F9-FBBE-4DDA-ADB3C8B1D77D}"/>
              </a:ext>
            </a:extLst>
          </p:cNvPr>
          <p:cNvSpPr/>
          <p:nvPr/>
        </p:nvSpPr>
        <p:spPr>
          <a:xfrm flipV="1">
            <a:off x="1007429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  <p:sp>
        <p:nvSpPr>
          <p:cNvPr id="47" name="椭圆 46">
            <a:extLst>
              <a:ext uri="{FF2B5EF4-FFF2-40B4-BE49-F238E27FC236}">
                <a16:creationId xmlns:a16="http://schemas.microsoft.com/office/drawing/2014/main" id="{5B40AD98-0957-1519-D70F-214CB198306E}"/>
              </a:ext>
            </a:extLst>
          </p:cNvPr>
          <p:cNvSpPr/>
          <p:nvPr/>
        </p:nvSpPr>
        <p:spPr>
          <a:xfrm flipV="1">
            <a:off x="9464696" y="5951082"/>
            <a:ext cx="83006" cy="83006"/>
          </a:xfrm>
          <a:prstGeom prst="ellipse">
            <a:avLst/>
          </a:pr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108000" anchor="ctr">
            <a:normAutofit fontScale="25000" lnSpcReduction="20000"/>
          </a:bodyPr>
          <a:lstStyle/>
          <a:p>
            <a:pPr algn="ctr"/>
            <a:endParaRPr lang="zh-CN" altLang="en-US" sz="5000" dirty="0">
              <a:solidFill>
                <a:schemeClr val="bg1"/>
              </a:solidFill>
              <a:latin typeface="MiSans Semibold" panose="00000700000000000000" pitchFamily="2" charset="-122"/>
              <a:ea typeface="MiSans Semibold" panose="00000700000000000000" pitchFamily="2" charset="-122"/>
              <a:cs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1873436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E3FF3F-6C59-DEB1-4109-9E1725E0F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4DF7ADB7-C43B-10B9-3DA6-84AAB0B7281E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03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ECE8435-86F5-B39B-B3ED-AB8493EF29FA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0BAA387-1756-1075-3A2B-F642A039F20A}"/>
              </a:ext>
            </a:extLst>
          </p:cNvPr>
          <p:cNvSpPr txBox="1"/>
          <p:nvPr/>
        </p:nvSpPr>
        <p:spPr>
          <a:xfrm>
            <a:off x="1299334" y="1376448"/>
            <a:ext cx="1993061" cy="25545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6600" dirty="0">
                <a:solidFill>
                  <a:schemeClr val="accent1">
                    <a:alpha val="5000"/>
                  </a:schemeClr>
                </a:solidFill>
                <a:cs typeface="+mn-ea"/>
                <a:sym typeface="+mn-lt"/>
              </a:rPr>
              <a:t>A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CF8965B-F029-D529-79DA-7C1CE3C3F1A6}"/>
              </a:ext>
            </a:extLst>
          </p:cNvPr>
          <p:cNvSpPr txBox="1"/>
          <p:nvPr/>
        </p:nvSpPr>
        <p:spPr>
          <a:xfrm>
            <a:off x="9307067" y="1376448"/>
            <a:ext cx="1993061" cy="2554545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 algn="l"/>
            <a:r>
              <a:rPr lang="en-US" sz="16600" dirty="0">
                <a:solidFill>
                  <a:schemeClr val="accent1">
                    <a:alpha val="5000"/>
                  </a:schemeClr>
                </a:solidFill>
                <a:cs typeface="+mn-ea"/>
                <a:sym typeface="+mn-lt"/>
              </a:rPr>
              <a:t>B</a:t>
            </a: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D5A8FFDD-F17A-4EA9-7CE2-EA9D8EAB1A12}"/>
              </a:ext>
            </a:extLst>
          </p:cNvPr>
          <p:cNvSpPr/>
          <p:nvPr/>
        </p:nvSpPr>
        <p:spPr>
          <a:xfrm>
            <a:off x="1236545" y="1594624"/>
            <a:ext cx="4361367" cy="1834376"/>
          </a:xfrm>
          <a:custGeom>
            <a:avLst/>
            <a:gdLst>
              <a:gd name="connsiteX0" fmla="*/ 128076 w 4361367"/>
              <a:gd name="connsiteY0" fmla="*/ 0 h 1834376"/>
              <a:gd name="connsiteX1" fmla="*/ 4233291 w 4361367"/>
              <a:gd name="connsiteY1" fmla="*/ 0 h 1834376"/>
              <a:gd name="connsiteX2" fmla="*/ 4361367 w 4361367"/>
              <a:gd name="connsiteY2" fmla="*/ 128076 h 1834376"/>
              <a:gd name="connsiteX3" fmla="*/ 4361367 w 4361367"/>
              <a:gd name="connsiteY3" fmla="*/ 917833 h 1834376"/>
              <a:gd name="connsiteX4" fmla="*/ 4288058 w 4361367"/>
              <a:gd name="connsiteY4" fmla="*/ 953147 h 1834376"/>
              <a:gd name="connsiteX5" fmla="*/ 3685055 w 4361367"/>
              <a:gd name="connsiteY5" fmla="*/ 1765629 h 1834376"/>
              <a:gd name="connsiteX6" fmla="*/ 3678124 w 4361367"/>
              <a:gd name="connsiteY6" fmla="*/ 1834376 h 1834376"/>
              <a:gd name="connsiteX7" fmla="*/ 128076 w 4361367"/>
              <a:gd name="connsiteY7" fmla="*/ 1834376 h 1834376"/>
              <a:gd name="connsiteX8" fmla="*/ 0 w 4361367"/>
              <a:gd name="connsiteY8" fmla="*/ 1706300 h 1834376"/>
              <a:gd name="connsiteX9" fmla="*/ 0 w 4361367"/>
              <a:gd name="connsiteY9" fmla="*/ 128076 h 1834376"/>
              <a:gd name="connsiteX10" fmla="*/ 128076 w 4361367"/>
              <a:gd name="connsiteY10" fmla="*/ 0 h 183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61367" h="1834376">
                <a:moveTo>
                  <a:pt x="128076" y="0"/>
                </a:moveTo>
                <a:lnTo>
                  <a:pt x="4233291" y="0"/>
                </a:lnTo>
                <a:cubicBezTo>
                  <a:pt x="4304025" y="0"/>
                  <a:pt x="4361367" y="57342"/>
                  <a:pt x="4361367" y="128076"/>
                </a:cubicBezTo>
                <a:lnTo>
                  <a:pt x="4361367" y="917833"/>
                </a:lnTo>
                <a:lnTo>
                  <a:pt x="4288058" y="953147"/>
                </a:lnTo>
                <a:cubicBezTo>
                  <a:pt x="3982318" y="1119235"/>
                  <a:pt x="3756913" y="1414466"/>
                  <a:pt x="3685055" y="1765629"/>
                </a:cubicBezTo>
                <a:lnTo>
                  <a:pt x="3678124" y="1834376"/>
                </a:lnTo>
                <a:lnTo>
                  <a:pt x="128076" y="1834376"/>
                </a:lnTo>
                <a:cubicBezTo>
                  <a:pt x="57342" y="1834376"/>
                  <a:pt x="0" y="1777034"/>
                  <a:pt x="0" y="1706300"/>
                </a:cubicBezTo>
                <a:lnTo>
                  <a:pt x="0" y="128076"/>
                </a:lnTo>
                <a:cubicBezTo>
                  <a:pt x="0" y="57342"/>
                  <a:pt x="57342" y="0"/>
                  <a:pt x="128076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56C38D16-8D59-29A5-9AB2-948AEF236B9A}"/>
              </a:ext>
            </a:extLst>
          </p:cNvPr>
          <p:cNvSpPr/>
          <p:nvPr/>
        </p:nvSpPr>
        <p:spPr>
          <a:xfrm>
            <a:off x="1236545" y="3774688"/>
            <a:ext cx="4361367" cy="1834376"/>
          </a:xfrm>
          <a:custGeom>
            <a:avLst/>
            <a:gdLst>
              <a:gd name="connsiteX0" fmla="*/ 128076 w 4361367"/>
              <a:gd name="connsiteY0" fmla="*/ 0 h 1834376"/>
              <a:gd name="connsiteX1" fmla="*/ 3678124 w 4361367"/>
              <a:gd name="connsiteY1" fmla="*/ 0 h 1834376"/>
              <a:gd name="connsiteX2" fmla="*/ 3685055 w 4361367"/>
              <a:gd name="connsiteY2" fmla="*/ 68747 h 1834376"/>
              <a:gd name="connsiteX3" fmla="*/ 4288058 w 4361367"/>
              <a:gd name="connsiteY3" fmla="*/ 881229 h 1834376"/>
              <a:gd name="connsiteX4" fmla="*/ 4361367 w 4361367"/>
              <a:gd name="connsiteY4" fmla="*/ 916544 h 1834376"/>
              <a:gd name="connsiteX5" fmla="*/ 4361367 w 4361367"/>
              <a:gd name="connsiteY5" fmla="*/ 1706300 h 1834376"/>
              <a:gd name="connsiteX6" fmla="*/ 4233291 w 4361367"/>
              <a:gd name="connsiteY6" fmla="*/ 1834376 h 1834376"/>
              <a:gd name="connsiteX7" fmla="*/ 128076 w 4361367"/>
              <a:gd name="connsiteY7" fmla="*/ 1834376 h 1834376"/>
              <a:gd name="connsiteX8" fmla="*/ 0 w 4361367"/>
              <a:gd name="connsiteY8" fmla="*/ 1706300 h 1834376"/>
              <a:gd name="connsiteX9" fmla="*/ 0 w 4361367"/>
              <a:gd name="connsiteY9" fmla="*/ 128076 h 1834376"/>
              <a:gd name="connsiteX10" fmla="*/ 128076 w 4361367"/>
              <a:gd name="connsiteY10" fmla="*/ 0 h 183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61367" h="1834376">
                <a:moveTo>
                  <a:pt x="128076" y="0"/>
                </a:moveTo>
                <a:lnTo>
                  <a:pt x="3678124" y="0"/>
                </a:lnTo>
                <a:lnTo>
                  <a:pt x="3685055" y="68747"/>
                </a:lnTo>
                <a:cubicBezTo>
                  <a:pt x="3756913" y="419910"/>
                  <a:pt x="3982318" y="715141"/>
                  <a:pt x="4288058" y="881229"/>
                </a:cubicBezTo>
                <a:lnTo>
                  <a:pt x="4361367" y="916544"/>
                </a:lnTo>
                <a:lnTo>
                  <a:pt x="4361367" y="1706300"/>
                </a:lnTo>
                <a:cubicBezTo>
                  <a:pt x="4361367" y="1777034"/>
                  <a:pt x="4304025" y="1834376"/>
                  <a:pt x="4233291" y="1834376"/>
                </a:cubicBezTo>
                <a:lnTo>
                  <a:pt x="128076" y="1834376"/>
                </a:lnTo>
                <a:cubicBezTo>
                  <a:pt x="57342" y="1834376"/>
                  <a:pt x="0" y="1777034"/>
                  <a:pt x="0" y="1706300"/>
                </a:cubicBezTo>
                <a:lnTo>
                  <a:pt x="0" y="128076"/>
                </a:lnTo>
                <a:cubicBezTo>
                  <a:pt x="0" y="57342"/>
                  <a:pt x="57342" y="0"/>
                  <a:pt x="128076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DB256304-6B91-372D-DD8A-E0D6FE91A679}"/>
              </a:ext>
            </a:extLst>
          </p:cNvPr>
          <p:cNvSpPr/>
          <p:nvPr/>
        </p:nvSpPr>
        <p:spPr>
          <a:xfrm>
            <a:off x="6594090" y="1594624"/>
            <a:ext cx="4361367" cy="1834376"/>
          </a:xfrm>
          <a:custGeom>
            <a:avLst/>
            <a:gdLst>
              <a:gd name="connsiteX0" fmla="*/ 128076 w 4361367"/>
              <a:gd name="connsiteY0" fmla="*/ 0 h 1834376"/>
              <a:gd name="connsiteX1" fmla="*/ 4233291 w 4361367"/>
              <a:gd name="connsiteY1" fmla="*/ 0 h 1834376"/>
              <a:gd name="connsiteX2" fmla="*/ 4361367 w 4361367"/>
              <a:gd name="connsiteY2" fmla="*/ 128076 h 1834376"/>
              <a:gd name="connsiteX3" fmla="*/ 4361367 w 4361367"/>
              <a:gd name="connsiteY3" fmla="*/ 1706300 h 1834376"/>
              <a:gd name="connsiteX4" fmla="*/ 4233291 w 4361367"/>
              <a:gd name="connsiteY4" fmla="*/ 1834376 h 1834376"/>
              <a:gd name="connsiteX5" fmla="*/ 683243 w 4361367"/>
              <a:gd name="connsiteY5" fmla="*/ 1834376 h 1834376"/>
              <a:gd name="connsiteX6" fmla="*/ 676313 w 4361367"/>
              <a:gd name="connsiteY6" fmla="*/ 1765629 h 1834376"/>
              <a:gd name="connsiteX7" fmla="*/ 73310 w 4361367"/>
              <a:gd name="connsiteY7" fmla="*/ 953147 h 1834376"/>
              <a:gd name="connsiteX8" fmla="*/ 0 w 4361367"/>
              <a:gd name="connsiteY8" fmla="*/ 917832 h 1834376"/>
              <a:gd name="connsiteX9" fmla="*/ 0 w 4361367"/>
              <a:gd name="connsiteY9" fmla="*/ 128076 h 1834376"/>
              <a:gd name="connsiteX10" fmla="*/ 128076 w 4361367"/>
              <a:gd name="connsiteY10" fmla="*/ 0 h 183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4361367" h="1834376">
                <a:moveTo>
                  <a:pt x="128076" y="0"/>
                </a:moveTo>
                <a:lnTo>
                  <a:pt x="4233291" y="0"/>
                </a:lnTo>
                <a:cubicBezTo>
                  <a:pt x="4304025" y="0"/>
                  <a:pt x="4361367" y="57342"/>
                  <a:pt x="4361367" y="128076"/>
                </a:cubicBezTo>
                <a:lnTo>
                  <a:pt x="4361367" y="1706300"/>
                </a:lnTo>
                <a:cubicBezTo>
                  <a:pt x="4361367" y="1777034"/>
                  <a:pt x="4304025" y="1834376"/>
                  <a:pt x="4233291" y="1834376"/>
                </a:cubicBezTo>
                <a:lnTo>
                  <a:pt x="683243" y="1834376"/>
                </a:lnTo>
                <a:lnTo>
                  <a:pt x="676313" y="1765629"/>
                </a:lnTo>
                <a:cubicBezTo>
                  <a:pt x="604455" y="1414466"/>
                  <a:pt x="379050" y="1119235"/>
                  <a:pt x="73310" y="953147"/>
                </a:cubicBezTo>
                <a:lnTo>
                  <a:pt x="0" y="917832"/>
                </a:lnTo>
                <a:lnTo>
                  <a:pt x="0" y="128076"/>
                </a:lnTo>
                <a:cubicBezTo>
                  <a:pt x="0" y="57342"/>
                  <a:pt x="57342" y="0"/>
                  <a:pt x="128076" y="0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1C8F1656-F898-843C-4605-023B20570A45}"/>
              </a:ext>
            </a:extLst>
          </p:cNvPr>
          <p:cNvSpPr/>
          <p:nvPr/>
        </p:nvSpPr>
        <p:spPr>
          <a:xfrm>
            <a:off x="6594090" y="3774688"/>
            <a:ext cx="4361367" cy="1834376"/>
          </a:xfrm>
          <a:custGeom>
            <a:avLst/>
            <a:gdLst>
              <a:gd name="connsiteX0" fmla="*/ 683243 w 4361367"/>
              <a:gd name="connsiteY0" fmla="*/ 0 h 1834376"/>
              <a:gd name="connsiteX1" fmla="*/ 4233291 w 4361367"/>
              <a:gd name="connsiteY1" fmla="*/ 0 h 1834376"/>
              <a:gd name="connsiteX2" fmla="*/ 4361367 w 4361367"/>
              <a:gd name="connsiteY2" fmla="*/ 128076 h 1834376"/>
              <a:gd name="connsiteX3" fmla="*/ 4361367 w 4361367"/>
              <a:gd name="connsiteY3" fmla="*/ 1706300 h 1834376"/>
              <a:gd name="connsiteX4" fmla="*/ 4233291 w 4361367"/>
              <a:gd name="connsiteY4" fmla="*/ 1834376 h 1834376"/>
              <a:gd name="connsiteX5" fmla="*/ 128076 w 4361367"/>
              <a:gd name="connsiteY5" fmla="*/ 1834376 h 1834376"/>
              <a:gd name="connsiteX6" fmla="*/ 0 w 4361367"/>
              <a:gd name="connsiteY6" fmla="*/ 1706300 h 1834376"/>
              <a:gd name="connsiteX7" fmla="*/ 0 w 4361367"/>
              <a:gd name="connsiteY7" fmla="*/ 916544 h 1834376"/>
              <a:gd name="connsiteX8" fmla="*/ 73310 w 4361367"/>
              <a:gd name="connsiteY8" fmla="*/ 881229 h 1834376"/>
              <a:gd name="connsiteX9" fmla="*/ 676313 w 4361367"/>
              <a:gd name="connsiteY9" fmla="*/ 68747 h 1834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361367" h="1834376">
                <a:moveTo>
                  <a:pt x="683243" y="0"/>
                </a:moveTo>
                <a:lnTo>
                  <a:pt x="4233291" y="0"/>
                </a:lnTo>
                <a:cubicBezTo>
                  <a:pt x="4304025" y="0"/>
                  <a:pt x="4361367" y="57342"/>
                  <a:pt x="4361367" y="128076"/>
                </a:cubicBezTo>
                <a:lnTo>
                  <a:pt x="4361367" y="1706300"/>
                </a:lnTo>
                <a:cubicBezTo>
                  <a:pt x="4361367" y="1777034"/>
                  <a:pt x="4304025" y="1834376"/>
                  <a:pt x="4233291" y="1834376"/>
                </a:cubicBezTo>
                <a:lnTo>
                  <a:pt x="128076" y="1834376"/>
                </a:lnTo>
                <a:cubicBezTo>
                  <a:pt x="57342" y="1834376"/>
                  <a:pt x="0" y="1777034"/>
                  <a:pt x="0" y="1706300"/>
                </a:cubicBezTo>
                <a:lnTo>
                  <a:pt x="0" y="916544"/>
                </a:lnTo>
                <a:lnTo>
                  <a:pt x="73310" y="881229"/>
                </a:lnTo>
                <a:cubicBezTo>
                  <a:pt x="379050" y="715141"/>
                  <a:pt x="604455" y="419910"/>
                  <a:pt x="676313" y="68747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accent1">
                <a:alpha val="50000"/>
              </a:schemeClr>
            </a:solidFill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+mn-ea"/>
              <a:cs typeface="+mn-ea"/>
              <a:sym typeface="+mn-lt"/>
            </a:endParaRPr>
          </a:p>
        </p:txBody>
      </p:sp>
      <p:sp>
        <p:nvSpPr>
          <p:cNvPr id="8" name="椭圆 7" descr="D:\51PPT模板网\51pptmoban.com\图片.jpg">
            <a:extLst>
              <a:ext uri="{FF2B5EF4-FFF2-40B4-BE49-F238E27FC236}">
                <a16:creationId xmlns:a16="http://schemas.microsoft.com/office/drawing/2014/main" id="{E3E66498-CEF3-1E35-B1D5-FCAD4920ECB8}"/>
              </a:ext>
            </a:extLst>
          </p:cNvPr>
          <p:cNvSpPr/>
          <p:nvPr/>
        </p:nvSpPr>
        <p:spPr>
          <a:xfrm>
            <a:off x="5042211" y="2548054"/>
            <a:ext cx="2107580" cy="2107580"/>
          </a:xfrm>
          <a:prstGeom prst="ellipse">
            <a:avLst/>
          </a:pr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cs typeface="+mn-ea"/>
              <a:sym typeface="+mn-lt"/>
            </a:endParaRPr>
          </a:p>
        </p:txBody>
      </p:sp>
      <p:sp>
        <p:nvSpPr>
          <p:cNvPr id="9" name="文本框 45">
            <a:extLst>
              <a:ext uri="{FF2B5EF4-FFF2-40B4-BE49-F238E27FC236}">
                <a16:creationId xmlns:a16="http://schemas.microsoft.com/office/drawing/2014/main" id="{2E96A37A-8E56-D719-70F8-67A9F81F6BE9}"/>
              </a:ext>
            </a:extLst>
          </p:cNvPr>
          <p:cNvSpPr txBox="1"/>
          <p:nvPr/>
        </p:nvSpPr>
        <p:spPr>
          <a:xfrm>
            <a:off x="5350329" y="3297638"/>
            <a:ext cx="1567542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标题</a:t>
            </a:r>
            <a:endParaRPr lang="en-US" altLang="zh-CN" sz="2000" dirty="0">
              <a:solidFill>
                <a:schemeClr val="bg1"/>
              </a:solidFill>
              <a:cs typeface="+mn-ea"/>
              <a:sym typeface="+mn-lt"/>
            </a:endParaRPr>
          </a:p>
          <a:p>
            <a:pPr algn="ctr"/>
            <a:r>
              <a:rPr lang="zh-CN" altLang="en-US" sz="2000" dirty="0">
                <a:solidFill>
                  <a:schemeClr val="bg1"/>
                </a:solidFill>
                <a:cs typeface="+mn-ea"/>
                <a:sym typeface="+mn-lt"/>
              </a:rPr>
              <a:t>关键词</a:t>
            </a:r>
          </a:p>
        </p:txBody>
      </p:sp>
      <p:grpSp>
        <p:nvGrpSpPr>
          <p:cNvPr id="18" name="组合 17">
            <a:extLst>
              <a:ext uri="{FF2B5EF4-FFF2-40B4-BE49-F238E27FC236}">
                <a16:creationId xmlns:a16="http://schemas.microsoft.com/office/drawing/2014/main" id="{D8509AB4-3824-CAAB-0E54-125F4AF87078}"/>
              </a:ext>
            </a:extLst>
          </p:cNvPr>
          <p:cNvGrpSpPr/>
          <p:nvPr/>
        </p:nvGrpSpPr>
        <p:grpSpPr>
          <a:xfrm>
            <a:off x="1808249" y="2032955"/>
            <a:ext cx="8658806" cy="862333"/>
            <a:chOff x="1790831" y="1732937"/>
            <a:chExt cx="8658806" cy="862333"/>
          </a:xfrm>
        </p:grpSpPr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5B5EFC67-98EE-F109-8381-68BC22E162CC}"/>
                </a:ext>
              </a:extLst>
            </p:cNvPr>
            <p:cNvGrpSpPr/>
            <p:nvPr/>
          </p:nvGrpSpPr>
          <p:grpSpPr>
            <a:xfrm>
              <a:off x="7723428" y="1732937"/>
              <a:ext cx="2726209" cy="822167"/>
              <a:chOff x="1100673" y="1906534"/>
              <a:chExt cx="2726209" cy="822167"/>
            </a:xfrm>
          </p:grpSpPr>
          <p:sp>
            <p:nvSpPr>
              <p:cNvPr id="23" name="文本框 22">
                <a:extLst>
                  <a:ext uri="{FF2B5EF4-FFF2-40B4-BE49-F238E27FC236}">
                    <a16:creationId xmlns:a16="http://schemas.microsoft.com/office/drawing/2014/main" id="{5E78B05B-4060-B7D6-35E5-058ADFDF8BF6}"/>
                  </a:ext>
                </a:extLst>
              </p:cNvPr>
              <p:cNvSpPr txBox="1"/>
              <p:nvPr/>
            </p:nvSpPr>
            <p:spPr>
              <a:xfrm>
                <a:off x="1100673" y="2196248"/>
                <a:ext cx="2726209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</a:p>
            </p:txBody>
          </p:sp>
          <p:sp>
            <p:nvSpPr>
              <p:cNvPr id="24" name="文本框 23">
                <a:extLst>
                  <a:ext uri="{FF2B5EF4-FFF2-40B4-BE49-F238E27FC236}">
                    <a16:creationId xmlns:a16="http://schemas.microsoft.com/office/drawing/2014/main" id="{4C23E9A5-F19D-9AB3-E7BA-308E57B7906F}"/>
                  </a:ext>
                </a:extLst>
              </p:cNvPr>
              <p:cNvSpPr txBox="1"/>
              <p:nvPr/>
            </p:nvSpPr>
            <p:spPr>
              <a:xfrm>
                <a:off x="1591315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</a:p>
            </p:txBody>
          </p:sp>
        </p:grp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3A902E1D-58FA-2883-64C6-A6E0AFCD6DEB}"/>
                </a:ext>
              </a:extLst>
            </p:cNvPr>
            <p:cNvGrpSpPr/>
            <p:nvPr/>
          </p:nvGrpSpPr>
          <p:grpSpPr>
            <a:xfrm>
              <a:off x="1790831" y="1773103"/>
              <a:ext cx="2726209" cy="822167"/>
              <a:chOff x="7651074" y="3063275"/>
              <a:chExt cx="2726209" cy="822167"/>
            </a:xfrm>
          </p:grpSpPr>
          <p:sp>
            <p:nvSpPr>
              <p:cNvPr id="21" name="文本框 20">
                <a:extLst>
                  <a:ext uri="{FF2B5EF4-FFF2-40B4-BE49-F238E27FC236}">
                    <a16:creationId xmlns:a16="http://schemas.microsoft.com/office/drawing/2014/main" id="{7BA06FD3-519A-12F1-F137-A21EBC316448}"/>
                  </a:ext>
                </a:extLst>
              </p:cNvPr>
              <p:cNvSpPr txBox="1"/>
              <p:nvPr/>
            </p:nvSpPr>
            <p:spPr>
              <a:xfrm>
                <a:off x="7651074" y="3352989"/>
                <a:ext cx="2726209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</a:p>
            </p:txBody>
          </p:sp>
          <p:sp>
            <p:nvSpPr>
              <p:cNvPr id="22" name="文本框 21">
                <a:extLst>
                  <a:ext uri="{FF2B5EF4-FFF2-40B4-BE49-F238E27FC236}">
                    <a16:creationId xmlns:a16="http://schemas.microsoft.com/office/drawing/2014/main" id="{36FC6065-111F-27D2-4BCE-8E7BEE88C99E}"/>
                  </a:ext>
                </a:extLst>
              </p:cNvPr>
              <p:cNvSpPr txBox="1"/>
              <p:nvPr/>
            </p:nvSpPr>
            <p:spPr>
              <a:xfrm>
                <a:off x="7651075" y="3063275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</a:p>
            </p:txBody>
          </p:sp>
        </p:grp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E2020046-3C45-BCAB-0EEB-936A2249FE98}"/>
              </a:ext>
            </a:extLst>
          </p:cNvPr>
          <p:cNvGrpSpPr/>
          <p:nvPr/>
        </p:nvGrpSpPr>
        <p:grpSpPr>
          <a:xfrm>
            <a:off x="1808249" y="4249962"/>
            <a:ext cx="8658806" cy="862333"/>
            <a:chOff x="1790831" y="1732937"/>
            <a:chExt cx="8658806" cy="862333"/>
          </a:xfrm>
        </p:grpSpPr>
        <p:grpSp>
          <p:nvGrpSpPr>
            <p:cNvPr id="26" name="组合 25">
              <a:extLst>
                <a:ext uri="{FF2B5EF4-FFF2-40B4-BE49-F238E27FC236}">
                  <a16:creationId xmlns:a16="http://schemas.microsoft.com/office/drawing/2014/main" id="{91791034-2DE3-DAF9-7495-D0C060827D22}"/>
                </a:ext>
              </a:extLst>
            </p:cNvPr>
            <p:cNvGrpSpPr/>
            <p:nvPr/>
          </p:nvGrpSpPr>
          <p:grpSpPr>
            <a:xfrm>
              <a:off x="7723428" y="1732937"/>
              <a:ext cx="2726209" cy="822167"/>
              <a:chOff x="1100673" y="1906534"/>
              <a:chExt cx="2726209" cy="822167"/>
            </a:xfrm>
          </p:grpSpPr>
          <p:sp>
            <p:nvSpPr>
              <p:cNvPr id="30" name="文本框 29">
                <a:extLst>
                  <a:ext uri="{FF2B5EF4-FFF2-40B4-BE49-F238E27FC236}">
                    <a16:creationId xmlns:a16="http://schemas.microsoft.com/office/drawing/2014/main" id="{09FC4A94-C089-AAED-F72E-00BF983C316A}"/>
                  </a:ext>
                </a:extLst>
              </p:cNvPr>
              <p:cNvSpPr txBox="1"/>
              <p:nvPr/>
            </p:nvSpPr>
            <p:spPr>
              <a:xfrm>
                <a:off x="1100673" y="2196248"/>
                <a:ext cx="2726209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</a:p>
            </p:txBody>
          </p:sp>
          <p:sp>
            <p:nvSpPr>
              <p:cNvPr id="31" name="文本框 30">
                <a:extLst>
                  <a:ext uri="{FF2B5EF4-FFF2-40B4-BE49-F238E27FC236}">
                    <a16:creationId xmlns:a16="http://schemas.microsoft.com/office/drawing/2014/main" id="{D5728981-CC54-741D-53A0-D79B24DD99BB}"/>
                  </a:ext>
                </a:extLst>
              </p:cNvPr>
              <p:cNvSpPr txBox="1"/>
              <p:nvPr/>
            </p:nvSpPr>
            <p:spPr>
              <a:xfrm>
                <a:off x="1591315" y="1906534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pPr algn="r"/>
                <a:r>
                  <a:rPr lang="zh-CN" altLang="en-US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</a:p>
            </p:txBody>
          </p:sp>
        </p:grp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852BE183-5F05-145D-2D24-017B7435E46A}"/>
                </a:ext>
              </a:extLst>
            </p:cNvPr>
            <p:cNvGrpSpPr/>
            <p:nvPr/>
          </p:nvGrpSpPr>
          <p:grpSpPr>
            <a:xfrm>
              <a:off x="1790831" y="1773103"/>
              <a:ext cx="2726209" cy="822167"/>
              <a:chOff x="7651074" y="3063275"/>
              <a:chExt cx="2726209" cy="822167"/>
            </a:xfrm>
          </p:grpSpPr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A271644C-4F4A-700F-F81C-C46A3E72905C}"/>
                  </a:ext>
                </a:extLst>
              </p:cNvPr>
              <p:cNvSpPr txBox="1"/>
              <p:nvPr/>
            </p:nvSpPr>
            <p:spPr>
              <a:xfrm>
                <a:off x="7651074" y="3352989"/>
                <a:ext cx="2726209" cy="53245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>
                <a:defPPr>
                  <a:defRPr lang="zh-CN"/>
                </a:defPPr>
                <a:lvl1pPr>
                  <a:lnSpc>
                    <a:spcPct val="150000"/>
                  </a:lnSpc>
                  <a:defRPr sz="1050" b="0" i="0">
                    <a:solidFill>
                      <a:schemeClr val="bg1">
                        <a:lumMod val="50000"/>
                      </a:schemeClr>
                    </a:solidFill>
                    <a:effectLst/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根据自己的需要添加适当的文字，此处添加详细文本描述，建议与标题相关尽量简洁</a:t>
                </a:r>
                <a:r>
                  <a:rPr lang="en-US" altLang="zh-CN" sz="1000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... ...</a:t>
                </a:r>
              </a:p>
            </p:txBody>
          </p:sp>
          <p:sp>
            <p:nvSpPr>
              <p:cNvPr id="29" name="文本框 28">
                <a:extLst>
                  <a:ext uri="{FF2B5EF4-FFF2-40B4-BE49-F238E27FC236}">
                    <a16:creationId xmlns:a16="http://schemas.microsoft.com/office/drawing/2014/main" id="{C57ADC2B-A563-B68D-FB3C-6455C5862CB4}"/>
                  </a:ext>
                </a:extLst>
              </p:cNvPr>
              <p:cNvSpPr txBox="1"/>
              <p:nvPr/>
            </p:nvSpPr>
            <p:spPr>
              <a:xfrm>
                <a:off x="7651075" y="3063275"/>
                <a:ext cx="2235567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zh-CN"/>
                </a:defPPr>
                <a:lvl1pPr>
                  <a:defRPr sz="1600" b="1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HarmonyOS Sans SC Light" panose="00000400000000000000" pitchFamily="2" charset="-122"/>
                    <a:ea typeface="阿里巴巴普惠体 2.0 55 Regular" panose="00020600040101010101" pitchFamily="18" charset="-122"/>
                    <a:cs typeface="阿里巴巴普惠体 2.0 55 Regular" panose="00020600040101010101" pitchFamily="18" charset="-122"/>
                  </a:defRPr>
                </a:lvl1pPr>
              </a:lstStyle>
              <a:p>
                <a:r>
                  <a:rPr lang="zh-CN" altLang="en-US" dirty="0">
                    <a:solidFill>
                      <a:schemeClr val="tx1"/>
                    </a:solidFill>
                    <a:latin typeface="+mn-lt"/>
                    <a:ea typeface="+mn-ea"/>
                    <a:cs typeface="+mn-ea"/>
                    <a:sym typeface="+mn-lt"/>
                  </a:rPr>
                  <a:t>添加标题文本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74251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E2499E-4745-FD93-45B4-86849CD767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A-矩形 1">
            <a:extLst>
              <a:ext uri="{FF2B5EF4-FFF2-40B4-BE49-F238E27FC236}">
                <a16:creationId xmlns:a16="http://schemas.microsoft.com/office/drawing/2014/main" id="{EBA5F1FD-B4B9-43CE-977D-8A243B3B0393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297911" y="1439256"/>
            <a:ext cx="2409559" cy="3135104"/>
          </a:xfrm>
          <a:prstGeom prst="rect">
            <a:avLst/>
          </a:pr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cs typeface="+mn-ea"/>
              <a:sym typeface="+mn-lt"/>
            </a:endParaRPr>
          </a:p>
        </p:txBody>
      </p:sp>
      <p:pic>
        <p:nvPicPr>
          <p:cNvPr id="41" name="图片 40">
            <a:extLst>
              <a:ext uri="{FF2B5EF4-FFF2-40B4-BE49-F238E27FC236}">
                <a16:creationId xmlns:a16="http://schemas.microsoft.com/office/drawing/2014/main" id="{5A09BD5B-0BA8-8F13-328B-3B9D7F44BF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054" t="24427" r="69969" b="20605"/>
          <a:stretch>
            <a:fillRect/>
          </a:stretch>
        </p:blipFill>
        <p:spPr>
          <a:xfrm>
            <a:off x="1650883" y="1815770"/>
            <a:ext cx="2923319" cy="3769718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8446A87B-8F9B-FEA1-8803-16D62E7B8B4D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03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E96F10-B34A-BB24-1256-27B120CE24E8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6" name="Oval 150">
            <a:extLst>
              <a:ext uri="{FF2B5EF4-FFF2-40B4-BE49-F238E27FC236}">
                <a16:creationId xmlns:a16="http://schemas.microsoft.com/office/drawing/2014/main" id="{D232131F-DD5D-4A6D-C210-D04E42C30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1781923"/>
            <a:ext cx="690235" cy="694931"/>
          </a:xfrm>
          <a:prstGeom prst="ellipse">
            <a:avLst/>
          </a:prstGeom>
          <a:solidFill>
            <a:srgbClr val="D5AC5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7" name="Freeform 151" descr="D:\51PPT模板网\51pptmoban.com\图片.jpg">
            <a:extLst>
              <a:ext uri="{FF2B5EF4-FFF2-40B4-BE49-F238E27FC236}">
                <a16:creationId xmlns:a16="http://schemas.microsoft.com/office/drawing/2014/main" id="{A87A088B-3685-DD72-1B17-BA0230BF2144}"/>
              </a:ext>
            </a:extLst>
          </p:cNvPr>
          <p:cNvSpPr/>
          <p:nvPr/>
        </p:nvSpPr>
        <p:spPr bwMode="auto">
          <a:xfrm>
            <a:off x="5945078" y="1988524"/>
            <a:ext cx="230078" cy="279382"/>
          </a:xfrm>
          <a:custGeom>
            <a:avLst/>
            <a:gdLst>
              <a:gd name="T0" fmla="*/ 54 w 56"/>
              <a:gd name="T1" fmla="*/ 67 h 67"/>
              <a:gd name="T2" fmla="*/ 8 w 56"/>
              <a:gd name="T3" fmla="*/ 67 h 67"/>
              <a:gd name="T4" fmla="*/ 0 w 56"/>
              <a:gd name="T5" fmla="*/ 60 h 67"/>
              <a:gd name="T6" fmla="*/ 0 w 56"/>
              <a:gd name="T7" fmla="*/ 8 h 67"/>
              <a:gd name="T8" fmla="*/ 8 w 56"/>
              <a:gd name="T9" fmla="*/ 0 h 67"/>
              <a:gd name="T10" fmla="*/ 54 w 56"/>
              <a:gd name="T11" fmla="*/ 0 h 67"/>
              <a:gd name="T12" fmla="*/ 56 w 56"/>
              <a:gd name="T13" fmla="*/ 2 h 67"/>
              <a:gd name="T14" fmla="*/ 56 w 56"/>
              <a:gd name="T15" fmla="*/ 11 h 67"/>
              <a:gd name="T16" fmla="*/ 55 w 56"/>
              <a:gd name="T17" fmla="*/ 12 h 67"/>
              <a:gd name="T18" fmla="*/ 54 w 56"/>
              <a:gd name="T19" fmla="*/ 12 h 67"/>
              <a:gd name="T20" fmla="*/ 53 w 56"/>
              <a:gd name="T21" fmla="*/ 11 h 67"/>
              <a:gd name="T22" fmla="*/ 53 w 56"/>
              <a:gd name="T23" fmla="*/ 5 h 67"/>
              <a:gd name="T24" fmla="*/ 51 w 56"/>
              <a:gd name="T25" fmla="*/ 3 h 67"/>
              <a:gd name="T26" fmla="*/ 8 w 56"/>
              <a:gd name="T27" fmla="*/ 3 h 67"/>
              <a:gd name="T28" fmla="*/ 8 w 56"/>
              <a:gd name="T29" fmla="*/ 14 h 67"/>
              <a:gd name="T30" fmla="*/ 54 w 56"/>
              <a:gd name="T31" fmla="*/ 14 h 67"/>
              <a:gd name="T32" fmla="*/ 56 w 56"/>
              <a:gd name="T33" fmla="*/ 16 h 67"/>
              <a:gd name="T34" fmla="*/ 56 w 56"/>
              <a:gd name="T35" fmla="*/ 66 h 67"/>
              <a:gd name="T36" fmla="*/ 54 w 56"/>
              <a:gd name="T37" fmla="*/ 67 h 6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56" h="67">
                <a:moveTo>
                  <a:pt x="54" y="67"/>
                </a:moveTo>
                <a:cubicBezTo>
                  <a:pt x="8" y="67"/>
                  <a:pt x="8" y="67"/>
                  <a:pt x="8" y="67"/>
                </a:cubicBezTo>
                <a:cubicBezTo>
                  <a:pt x="4" y="67"/>
                  <a:pt x="0" y="64"/>
                  <a:pt x="0" y="60"/>
                </a:cubicBezTo>
                <a:cubicBezTo>
                  <a:pt x="0" y="42"/>
                  <a:pt x="0" y="25"/>
                  <a:pt x="0" y="8"/>
                </a:cubicBezTo>
                <a:cubicBezTo>
                  <a:pt x="0" y="4"/>
                  <a:pt x="4" y="0"/>
                  <a:pt x="8" y="0"/>
                </a:cubicBezTo>
                <a:cubicBezTo>
                  <a:pt x="24" y="0"/>
                  <a:pt x="38" y="0"/>
                  <a:pt x="54" y="0"/>
                </a:cubicBezTo>
                <a:cubicBezTo>
                  <a:pt x="55" y="0"/>
                  <a:pt x="56" y="1"/>
                  <a:pt x="56" y="2"/>
                </a:cubicBezTo>
                <a:cubicBezTo>
                  <a:pt x="56" y="11"/>
                  <a:pt x="56" y="11"/>
                  <a:pt x="56" y="11"/>
                </a:cubicBezTo>
                <a:cubicBezTo>
                  <a:pt x="56" y="12"/>
                  <a:pt x="55" y="12"/>
                  <a:pt x="55" y="12"/>
                </a:cubicBezTo>
                <a:cubicBezTo>
                  <a:pt x="54" y="12"/>
                  <a:pt x="54" y="12"/>
                  <a:pt x="54" y="12"/>
                </a:cubicBezTo>
                <a:cubicBezTo>
                  <a:pt x="54" y="12"/>
                  <a:pt x="53" y="12"/>
                  <a:pt x="53" y="11"/>
                </a:cubicBezTo>
                <a:cubicBezTo>
                  <a:pt x="53" y="5"/>
                  <a:pt x="53" y="5"/>
                  <a:pt x="53" y="5"/>
                </a:cubicBezTo>
                <a:cubicBezTo>
                  <a:pt x="53" y="4"/>
                  <a:pt x="52" y="3"/>
                  <a:pt x="51" y="3"/>
                </a:cubicBezTo>
                <a:cubicBezTo>
                  <a:pt x="8" y="3"/>
                  <a:pt x="8" y="3"/>
                  <a:pt x="8" y="3"/>
                </a:cubicBezTo>
                <a:cubicBezTo>
                  <a:pt x="2" y="3"/>
                  <a:pt x="1" y="14"/>
                  <a:pt x="8" y="14"/>
                </a:cubicBezTo>
                <a:cubicBezTo>
                  <a:pt x="54" y="14"/>
                  <a:pt x="54" y="14"/>
                  <a:pt x="54" y="14"/>
                </a:cubicBezTo>
                <a:cubicBezTo>
                  <a:pt x="55" y="14"/>
                  <a:pt x="56" y="15"/>
                  <a:pt x="56" y="16"/>
                </a:cubicBezTo>
                <a:cubicBezTo>
                  <a:pt x="56" y="32"/>
                  <a:pt x="56" y="49"/>
                  <a:pt x="56" y="66"/>
                </a:cubicBezTo>
                <a:cubicBezTo>
                  <a:pt x="56" y="67"/>
                  <a:pt x="55" y="67"/>
                  <a:pt x="54" y="6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08C15D8B-C4AF-B043-4937-4D843BC45634}"/>
              </a:ext>
            </a:extLst>
          </p:cNvPr>
          <p:cNvGrpSpPr/>
          <p:nvPr/>
        </p:nvGrpSpPr>
        <p:grpSpPr>
          <a:xfrm>
            <a:off x="6459233" y="1684918"/>
            <a:ext cx="3880291" cy="814752"/>
            <a:chOff x="-236459" y="1862260"/>
            <a:chExt cx="2623785" cy="550921"/>
          </a:xfrm>
        </p:grpSpPr>
        <p:sp>
          <p:nvSpPr>
            <p:cNvPr id="5" name="文本框 4">
              <a:extLst>
                <a:ext uri="{FF2B5EF4-FFF2-40B4-BE49-F238E27FC236}">
                  <a16:creationId xmlns:a16="http://schemas.microsoft.com/office/drawing/2014/main" id="{F76F6FC7-CEC1-2928-A8ED-4AE6EED625ED}"/>
                </a:ext>
              </a:extLst>
            </p:cNvPr>
            <p:cNvSpPr txBox="1"/>
            <p:nvPr/>
          </p:nvSpPr>
          <p:spPr>
            <a:xfrm>
              <a:off x="-232229" y="2053146"/>
              <a:ext cx="2619555" cy="360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0" i="0">
                  <a:solidFill>
                    <a:srgbClr val="D2DED8"/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ABA6A300-FFE3-3521-5ADD-C368CEC47B93}"/>
                </a:ext>
              </a:extLst>
            </p:cNvPr>
            <p:cNvSpPr txBox="1"/>
            <p:nvPr/>
          </p:nvSpPr>
          <p:spPr>
            <a:xfrm>
              <a:off x="-236459" y="1862260"/>
              <a:ext cx="2019301" cy="228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5B8B52"/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14" name="Oval 145">
            <a:extLst>
              <a:ext uri="{FF2B5EF4-FFF2-40B4-BE49-F238E27FC236}">
                <a16:creationId xmlns:a16="http://schemas.microsoft.com/office/drawing/2014/main" id="{CC489CD1-65D4-C88A-76DE-DC73FC6E0C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2753157"/>
            <a:ext cx="690235" cy="692584"/>
          </a:xfrm>
          <a:prstGeom prst="ellipse">
            <a:avLst/>
          </a:pr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grpSp>
        <p:nvGrpSpPr>
          <p:cNvPr id="15" name="Group 146">
            <a:extLst>
              <a:ext uri="{FF2B5EF4-FFF2-40B4-BE49-F238E27FC236}">
                <a16:creationId xmlns:a16="http://schemas.microsoft.com/office/drawing/2014/main" id="{C6FFC722-2A71-C998-DDCA-F584892E73F1}"/>
              </a:ext>
            </a:extLst>
          </p:cNvPr>
          <p:cNvGrpSpPr/>
          <p:nvPr/>
        </p:nvGrpSpPr>
        <p:grpSpPr bwMode="auto">
          <a:xfrm>
            <a:off x="5881690" y="2936280"/>
            <a:ext cx="352161" cy="342770"/>
            <a:chOff x="0" y="0"/>
            <a:chExt cx="150" cy="146"/>
          </a:xfrm>
          <a:solidFill>
            <a:schemeClr val="bg1"/>
          </a:solidFill>
        </p:grpSpPr>
        <p:sp>
          <p:nvSpPr>
            <p:cNvPr id="19" name="Freeform 147">
              <a:extLst>
                <a:ext uri="{FF2B5EF4-FFF2-40B4-BE49-F238E27FC236}">
                  <a16:creationId xmlns:a16="http://schemas.microsoft.com/office/drawing/2014/main" id="{DEE32DAF-AB6A-6FE3-BF5B-38D712A2724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0" y="0"/>
              <a:ext cx="96" cy="88"/>
            </a:xfrm>
            <a:custGeom>
              <a:avLst/>
              <a:gdLst>
                <a:gd name="T0" fmla="*/ 54 w 54"/>
                <a:gd name="T1" fmla="*/ 34 h 50"/>
                <a:gd name="T2" fmla="*/ 2 w 54"/>
                <a:gd name="T3" fmla="*/ 34 h 50"/>
                <a:gd name="T4" fmla="*/ 1 w 54"/>
                <a:gd name="T5" fmla="*/ 36 h 50"/>
                <a:gd name="T6" fmla="*/ 19 w 54"/>
                <a:gd name="T7" fmla="*/ 50 h 50"/>
                <a:gd name="T8" fmla="*/ 38 w 54"/>
                <a:gd name="T9" fmla="*/ 50 h 50"/>
                <a:gd name="T10" fmla="*/ 42 w 54"/>
                <a:gd name="T11" fmla="*/ 47 h 50"/>
                <a:gd name="T12" fmla="*/ 40 w 54"/>
                <a:gd name="T13" fmla="*/ 42 h 50"/>
                <a:gd name="T14" fmla="*/ 40 w 54"/>
                <a:gd name="T15" fmla="*/ 40 h 50"/>
                <a:gd name="T16" fmla="*/ 41 w 54"/>
                <a:gd name="T17" fmla="*/ 40 h 50"/>
                <a:gd name="T18" fmla="*/ 45 w 54"/>
                <a:gd name="T19" fmla="*/ 43 h 50"/>
                <a:gd name="T20" fmla="*/ 47 w 54"/>
                <a:gd name="T21" fmla="*/ 42 h 50"/>
                <a:gd name="T22" fmla="*/ 42 w 54"/>
                <a:gd name="T23" fmla="*/ 38 h 50"/>
                <a:gd name="T24" fmla="*/ 43 w 54"/>
                <a:gd name="T25" fmla="*/ 37 h 50"/>
                <a:gd name="T26" fmla="*/ 45 w 54"/>
                <a:gd name="T27" fmla="*/ 36 h 50"/>
                <a:gd name="T28" fmla="*/ 50 w 54"/>
                <a:gd name="T29" fmla="*/ 39 h 50"/>
                <a:gd name="T30" fmla="*/ 54 w 54"/>
                <a:gd name="T31" fmla="*/ 34 h 50"/>
                <a:gd name="T32" fmla="*/ 35 w 54"/>
                <a:gd name="T33" fmla="*/ 31 h 50"/>
                <a:gd name="T34" fmla="*/ 27 w 54"/>
                <a:gd name="T35" fmla="*/ 3 h 50"/>
                <a:gd name="T36" fmla="*/ 29 w 54"/>
                <a:gd name="T37" fmla="*/ 1 h 50"/>
                <a:gd name="T38" fmla="*/ 47 w 54"/>
                <a:gd name="T39" fmla="*/ 15 h 50"/>
                <a:gd name="T40" fmla="*/ 51 w 54"/>
                <a:gd name="T41" fmla="*/ 30 h 50"/>
                <a:gd name="T42" fmla="*/ 49 w 54"/>
                <a:gd name="T43" fmla="*/ 32 h 50"/>
                <a:gd name="T44" fmla="*/ 36 w 54"/>
                <a:gd name="T45" fmla="*/ 32 h 50"/>
                <a:gd name="T46" fmla="*/ 35 w 54"/>
                <a:gd name="T47" fmla="*/ 31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54" h="50">
                  <a:moveTo>
                    <a:pt x="54" y="34"/>
                  </a:moveTo>
                  <a:cubicBezTo>
                    <a:pt x="2" y="34"/>
                    <a:pt x="2" y="34"/>
                    <a:pt x="2" y="34"/>
                  </a:cubicBezTo>
                  <a:cubicBezTo>
                    <a:pt x="1" y="34"/>
                    <a:pt x="0" y="35"/>
                    <a:pt x="1" y="36"/>
                  </a:cubicBezTo>
                  <a:cubicBezTo>
                    <a:pt x="2" y="45"/>
                    <a:pt x="11" y="50"/>
                    <a:pt x="19" y="50"/>
                  </a:cubicBezTo>
                  <a:cubicBezTo>
                    <a:pt x="38" y="50"/>
                    <a:pt x="38" y="50"/>
                    <a:pt x="38" y="50"/>
                  </a:cubicBezTo>
                  <a:cubicBezTo>
                    <a:pt x="42" y="47"/>
                    <a:pt x="42" y="47"/>
                    <a:pt x="42" y="47"/>
                  </a:cubicBezTo>
                  <a:cubicBezTo>
                    <a:pt x="41" y="45"/>
                    <a:pt x="40" y="44"/>
                    <a:pt x="40" y="42"/>
                  </a:cubicBezTo>
                  <a:cubicBezTo>
                    <a:pt x="40" y="41"/>
                    <a:pt x="40" y="41"/>
                    <a:pt x="40" y="40"/>
                  </a:cubicBezTo>
                  <a:cubicBezTo>
                    <a:pt x="40" y="40"/>
                    <a:pt x="41" y="39"/>
                    <a:pt x="41" y="40"/>
                  </a:cubicBezTo>
                  <a:cubicBezTo>
                    <a:pt x="45" y="43"/>
                    <a:pt x="45" y="43"/>
                    <a:pt x="45" y="43"/>
                  </a:cubicBezTo>
                  <a:cubicBezTo>
                    <a:pt x="47" y="42"/>
                    <a:pt x="47" y="42"/>
                    <a:pt x="47" y="42"/>
                  </a:cubicBezTo>
                  <a:cubicBezTo>
                    <a:pt x="42" y="38"/>
                    <a:pt x="42" y="38"/>
                    <a:pt x="42" y="38"/>
                  </a:cubicBezTo>
                  <a:cubicBezTo>
                    <a:pt x="42" y="38"/>
                    <a:pt x="42" y="37"/>
                    <a:pt x="43" y="37"/>
                  </a:cubicBezTo>
                  <a:cubicBezTo>
                    <a:pt x="43" y="36"/>
                    <a:pt x="44" y="36"/>
                    <a:pt x="45" y="36"/>
                  </a:cubicBezTo>
                  <a:cubicBezTo>
                    <a:pt x="47" y="36"/>
                    <a:pt x="49" y="37"/>
                    <a:pt x="50" y="39"/>
                  </a:cubicBezTo>
                  <a:lnTo>
                    <a:pt x="54" y="34"/>
                  </a:lnTo>
                  <a:close/>
                  <a:moveTo>
                    <a:pt x="35" y="31"/>
                  </a:moveTo>
                  <a:cubicBezTo>
                    <a:pt x="27" y="3"/>
                    <a:pt x="27" y="3"/>
                    <a:pt x="27" y="3"/>
                  </a:cubicBezTo>
                  <a:cubicBezTo>
                    <a:pt x="27" y="2"/>
                    <a:pt x="28" y="1"/>
                    <a:pt x="29" y="1"/>
                  </a:cubicBezTo>
                  <a:cubicBezTo>
                    <a:pt x="37" y="0"/>
                    <a:pt x="45" y="7"/>
                    <a:pt x="47" y="15"/>
                  </a:cubicBezTo>
                  <a:cubicBezTo>
                    <a:pt x="51" y="30"/>
                    <a:pt x="51" y="30"/>
                    <a:pt x="51" y="30"/>
                  </a:cubicBezTo>
                  <a:cubicBezTo>
                    <a:pt x="51" y="31"/>
                    <a:pt x="51" y="32"/>
                    <a:pt x="49" y="32"/>
                  </a:cubicBezTo>
                  <a:cubicBezTo>
                    <a:pt x="36" y="32"/>
                    <a:pt x="36" y="32"/>
                    <a:pt x="36" y="32"/>
                  </a:cubicBezTo>
                  <a:cubicBezTo>
                    <a:pt x="36" y="32"/>
                    <a:pt x="35" y="32"/>
                    <a:pt x="35" y="3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148">
              <a:extLst>
                <a:ext uri="{FF2B5EF4-FFF2-40B4-BE49-F238E27FC236}">
                  <a16:creationId xmlns:a16="http://schemas.microsoft.com/office/drawing/2014/main" id="{712F65F7-CDDE-16D9-8620-0AD0AA9C270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" y="60"/>
              <a:ext cx="83" cy="86"/>
            </a:xfrm>
            <a:custGeom>
              <a:avLst/>
              <a:gdLst>
                <a:gd name="T0" fmla="*/ 46 w 47"/>
                <a:gd name="T1" fmla="*/ 0 h 49"/>
                <a:gd name="T2" fmla="*/ 16 w 47"/>
                <a:gd name="T3" fmla="*/ 0 h 49"/>
                <a:gd name="T4" fmla="*/ 12 w 47"/>
                <a:gd name="T5" fmla="*/ 5 h 49"/>
                <a:gd name="T6" fmla="*/ 13 w 47"/>
                <a:gd name="T7" fmla="*/ 8 h 49"/>
                <a:gd name="T8" fmla="*/ 13 w 47"/>
                <a:gd name="T9" fmla="*/ 9 h 49"/>
                <a:gd name="T10" fmla="*/ 12 w 47"/>
                <a:gd name="T11" fmla="*/ 10 h 49"/>
                <a:gd name="T12" fmla="*/ 9 w 47"/>
                <a:gd name="T13" fmla="*/ 8 h 49"/>
                <a:gd name="T14" fmla="*/ 7 w 47"/>
                <a:gd name="T15" fmla="*/ 9 h 49"/>
                <a:gd name="T16" fmla="*/ 11 w 47"/>
                <a:gd name="T17" fmla="*/ 11 h 49"/>
                <a:gd name="T18" fmla="*/ 10 w 47"/>
                <a:gd name="T19" fmla="*/ 13 h 49"/>
                <a:gd name="T20" fmla="*/ 7 w 47"/>
                <a:gd name="T21" fmla="*/ 14 h 49"/>
                <a:gd name="T22" fmla="*/ 4 w 47"/>
                <a:gd name="T23" fmla="*/ 13 h 49"/>
                <a:gd name="T24" fmla="*/ 0 w 47"/>
                <a:gd name="T25" fmla="*/ 16 h 49"/>
                <a:gd name="T26" fmla="*/ 46 w 47"/>
                <a:gd name="T27" fmla="*/ 16 h 49"/>
                <a:gd name="T28" fmla="*/ 47 w 47"/>
                <a:gd name="T29" fmla="*/ 14 h 49"/>
                <a:gd name="T30" fmla="*/ 47 w 47"/>
                <a:gd name="T31" fmla="*/ 2 h 49"/>
                <a:gd name="T32" fmla="*/ 46 w 47"/>
                <a:gd name="T33" fmla="*/ 0 h 49"/>
                <a:gd name="T34" fmla="*/ 10 w 47"/>
                <a:gd name="T35" fmla="*/ 48 h 49"/>
                <a:gd name="T36" fmla="*/ 3 w 47"/>
                <a:gd name="T37" fmla="*/ 20 h 49"/>
                <a:gd name="T38" fmla="*/ 4 w 47"/>
                <a:gd name="T39" fmla="*/ 18 h 49"/>
                <a:gd name="T40" fmla="*/ 17 w 47"/>
                <a:gd name="T41" fmla="*/ 18 h 49"/>
                <a:gd name="T42" fmla="*/ 19 w 47"/>
                <a:gd name="T43" fmla="*/ 19 h 49"/>
                <a:gd name="T44" fmla="*/ 26 w 47"/>
                <a:gd name="T45" fmla="*/ 43 h 49"/>
                <a:gd name="T46" fmla="*/ 24 w 47"/>
                <a:gd name="T47" fmla="*/ 46 h 49"/>
                <a:gd name="T48" fmla="*/ 12 w 47"/>
                <a:gd name="T49" fmla="*/ 49 h 49"/>
                <a:gd name="T50" fmla="*/ 10 w 47"/>
                <a:gd name="T51" fmla="*/ 48 h 49"/>
                <a:gd name="T52" fmla="*/ 15 w 47"/>
                <a:gd name="T53" fmla="*/ 45 h 49"/>
                <a:gd name="T54" fmla="*/ 20 w 47"/>
                <a:gd name="T55" fmla="*/ 43 h 49"/>
                <a:gd name="T56" fmla="*/ 21 w 47"/>
                <a:gd name="T57" fmla="*/ 41 h 49"/>
                <a:gd name="T58" fmla="*/ 17 w 47"/>
                <a:gd name="T59" fmla="*/ 25 h 49"/>
                <a:gd name="T60" fmla="*/ 15 w 47"/>
                <a:gd name="T61" fmla="*/ 24 h 49"/>
                <a:gd name="T62" fmla="*/ 10 w 47"/>
                <a:gd name="T63" fmla="*/ 25 h 49"/>
                <a:gd name="T64" fmla="*/ 8 w 47"/>
                <a:gd name="T65" fmla="*/ 27 h 49"/>
                <a:gd name="T66" fmla="*/ 13 w 47"/>
                <a:gd name="T67" fmla="*/ 43 h 49"/>
                <a:gd name="T68" fmla="*/ 15 w 47"/>
                <a:gd name="T69" fmla="*/ 45 h 49"/>
                <a:gd name="T70" fmla="*/ 44 w 47"/>
                <a:gd name="T71" fmla="*/ 5 h 49"/>
                <a:gd name="T72" fmla="*/ 44 w 47"/>
                <a:gd name="T73" fmla="*/ 11 h 49"/>
                <a:gd name="T74" fmla="*/ 42 w 47"/>
                <a:gd name="T75" fmla="*/ 13 h 49"/>
                <a:gd name="T76" fmla="*/ 26 w 47"/>
                <a:gd name="T77" fmla="*/ 13 h 49"/>
                <a:gd name="T78" fmla="*/ 24 w 47"/>
                <a:gd name="T79" fmla="*/ 11 h 49"/>
                <a:gd name="T80" fmla="*/ 24 w 47"/>
                <a:gd name="T81" fmla="*/ 5 h 49"/>
                <a:gd name="T82" fmla="*/ 26 w 47"/>
                <a:gd name="T83" fmla="*/ 4 h 49"/>
                <a:gd name="T84" fmla="*/ 42 w 47"/>
                <a:gd name="T85" fmla="*/ 4 h 49"/>
                <a:gd name="T86" fmla="*/ 44 w 47"/>
                <a:gd name="T87" fmla="*/ 5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47" h="49">
                  <a:moveTo>
                    <a:pt x="46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2" y="5"/>
                    <a:pt x="12" y="5"/>
                    <a:pt x="12" y="5"/>
                  </a:cubicBezTo>
                  <a:cubicBezTo>
                    <a:pt x="13" y="5"/>
                    <a:pt x="13" y="7"/>
                    <a:pt x="13" y="8"/>
                  </a:cubicBezTo>
                  <a:cubicBezTo>
                    <a:pt x="13" y="8"/>
                    <a:pt x="13" y="9"/>
                    <a:pt x="13" y="9"/>
                  </a:cubicBezTo>
                  <a:cubicBezTo>
                    <a:pt x="13" y="10"/>
                    <a:pt x="12" y="10"/>
                    <a:pt x="12" y="10"/>
                  </a:cubicBezTo>
                  <a:cubicBezTo>
                    <a:pt x="9" y="8"/>
                    <a:pt x="9" y="8"/>
                    <a:pt x="9" y="8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11" y="12"/>
                    <a:pt x="11" y="12"/>
                    <a:pt x="10" y="13"/>
                  </a:cubicBezTo>
                  <a:cubicBezTo>
                    <a:pt x="10" y="13"/>
                    <a:pt x="9" y="14"/>
                    <a:pt x="7" y="14"/>
                  </a:cubicBezTo>
                  <a:cubicBezTo>
                    <a:pt x="6" y="14"/>
                    <a:pt x="5" y="13"/>
                    <a:pt x="4" y="13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46" y="16"/>
                    <a:pt x="46" y="16"/>
                    <a:pt x="46" y="16"/>
                  </a:cubicBezTo>
                  <a:cubicBezTo>
                    <a:pt x="47" y="16"/>
                    <a:pt x="47" y="15"/>
                    <a:pt x="47" y="14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7" y="1"/>
                    <a:pt x="47" y="0"/>
                    <a:pt x="46" y="0"/>
                  </a:cubicBezTo>
                  <a:close/>
                  <a:moveTo>
                    <a:pt x="10" y="48"/>
                  </a:moveTo>
                  <a:cubicBezTo>
                    <a:pt x="3" y="20"/>
                    <a:pt x="3" y="20"/>
                    <a:pt x="3" y="20"/>
                  </a:cubicBezTo>
                  <a:cubicBezTo>
                    <a:pt x="2" y="19"/>
                    <a:pt x="3" y="18"/>
                    <a:pt x="4" y="18"/>
                  </a:cubicBezTo>
                  <a:cubicBezTo>
                    <a:pt x="17" y="18"/>
                    <a:pt x="17" y="18"/>
                    <a:pt x="17" y="18"/>
                  </a:cubicBezTo>
                  <a:cubicBezTo>
                    <a:pt x="18" y="18"/>
                    <a:pt x="19" y="18"/>
                    <a:pt x="19" y="19"/>
                  </a:cubicBezTo>
                  <a:cubicBezTo>
                    <a:pt x="26" y="43"/>
                    <a:pt x="26" y="43"/>
                    <a:pt x="26" y="43"/>
                  </a:cubicBezTo>
                  <a:cubicBezTo>
                    <a:pt x="26" y="44"/>
                    <a:pt x="25" y="45"/>
                    <a:pt x="24" y="46"/>
                  </a:cubicBezTo>
                  <a:cubicBezTo>
                    <a:pt x="12" y="49"/>
                    <a:pt x="12" y="49"/>
                    <a:pt x="12" y="49"/>
                  </a:cubicBezTo>
                  <a:cubicBezTo>
                    <a:pt x="11" y="49"/>
                    <a:pt x="10" y="48"/>
                    <a:pt x="10" y="48"/>
                  </a:cubicBezTo>
                  <a:close/>
                  <a:moveTo>
                    <a:pt x="15" y="45"/>
                  </a:moveTo>
                  <a:cubicBezTo>
                    <a:pt x="20" y="43"/>
                    <a:pt x="20" y="43"/>
                    <a:pt x="20" y="43"/>
                  </a:cubicBezTo>
                  <a:cubicBezTo>
                    <a:pt x="21" y="43"/>
                    <a:pt x="22" y="42"/>
                    <a:pt x="21" y="41"/>
                  </a:cubicBezTo>
                  <a:cubicBezTo>
                    <a:pt x="17" y="25"/>
                    <a:pt x="17" y="25"/>
                    <a:pt x="17" y="25"/>
                  </a:cubicBezTo>
                  <a:cubicBezTo>
                    <a:pt x="17" y="24"/>
                    <a:pt x="16" y="23"/>
                    <a:pt x="15" y="24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9" y="25"/>
                    <a:pt x="8" y="26"/>
                    <a:pt x="8" y="27"/>
                  </a:cubicBezTo>
                  <a:cubicBezTo>
                    <a:pt x="13" y="43"/>
                    <a:pt x="13" y="43"/>
                    <a:pt x="13" y="43"/>
                  </a:cubicBezTo>
                  <a:cubicBezTo>
                    <a:pt x="13" y="44"/>
                    <a:pt x="14" y="45"/>
                    <a:pt x="15" y="45"/>
                  </a:cubicBezTo>
                  <a:close/>
                  <a:moveTo>
                    <a:pt x="44" y="5"/>
                  </a:moveTo>
                  <a:cubicBezTo>
                    <a:pt x="44" y="11"/>
                    <a:pt x="44" y="11"/>
                    <a:pt x="44" y="11"/>
                  </a:cubicBezTo>
                  <a:cubicBezTo>
                    <a:pt x="44" y="12"/>
                    <a:pt x="43" y="13"/>
                    <a:pt x="42" y="13"/>
                  </a:cubicBezTo>
                  <a:cubicBezTo>
                    <a:pt x="26" y="13"/>
                    <a:pt x="26" y="13"/>
                    <a:pt x="26" y="13"/>
                  </a:cubicBezTo>
                  <a:cubicBezTo>
                    <a:pt x="25" y="13"/>
                    <a:pt x="24" y="12"/>
                    <a:pt x="24" y="11"/>
                  </a:cubicBezTo>
                  <a:cubicBezTo>
                    <a:pt x="24" y="5"/>
                    <a:pt x="24" y="5"/>
                    <a:pt x="24" y="5"/>
                  </a:cubicBezTo>
                  <a:cubicBezTo>
                    <a:pt x="24" y="4"/>
                    <a:pt x="25" y="4"/>
                    <a:pt x="26" y="4"/>
                  </a:cubicBezTo>
                  <a:cubicBezTo>
                    <a:pt x="42" y="4"/>
                    <a:pt x="42" y="4"/>
                    <a:pt x="42" y="4"/>
                  </a:cubicBezTo>
                  <a:cubicBezTo>
                    <a:pt x="43" y="4"/>
                    <a:pt x="44" y="4"/>
                    <a:pt x="44" y="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grpSp>
        <p:nvGrpSpPr>
          <p:cNvPr id="16" name="组合 15">
            <a:extLst>
              <a:ext uri="{FF2B5EF4-FFF2-40B4-BE49-F238E27FC236}">
                <a16:creationId xmlns:a16="http://schemas.microsoft.com/office/drawing/2014/main" id="{C94D6E3F-F7C4-A2A6-0F86-F47A16E99B85}"/>
              </a:ext>
            </a:extLst>
          </p:cNvPr>
          <p:cNvGrpSpPr/>
          <p:nvPr/>
        </p:nvGrpSpPr>
        <p:grpSpPr>
          <a:xfrm>
            <a:off x="6459233" y="2705683"/>
            <a:ext cx="3880291" cy="814752"/>
            <a:chOff x="-236459" y="1862260"/>
            <a:chExt cx="2623785" cy="550921"/>
          </a:xfrm>
        </p:grpSpPr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A7EB0302-D308-2AF1-C867-128CC77AF50D}"/>
                </a:ext>
              </a:extLst>
            </p:cNvPr>
            <p:cNvSpPr txBox="1"/>
            <p:nvPr/>
          </p:nvSpPr>
          <p:spPr>
            <a:xfrm>
              <a:off x="-232229" y="2053146"/>
              <a:ext cx="2619555" cy="360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0" i="0">
                  <a:solidFill>
                    <a:srgbClr val="D2DED8"/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</a:t>
              </a:r>
              <a:r>
                <a: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00508151-211D-0D58-1816-562AE0E93660}"/>
                </a:ext>
              </a:extLst>
            </p:cNvPr>
            <p:cNvSpPr txBox="1"/>
            <p:nvPr/>
          </p:nvSpPr>
          <p:spPr>
            <a:xfrm>
              <a:off x="-236459" y="1862260"/>
              <a:ext cx="2019301" cy="228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5B8B52"/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22" name="Oval 162">
            <a:extLst>
              <a:ext uri="{FF2B5EF4-FFF2-40B4-BE49-F238E27FC236}">
                <a16:creationId xmlns:a16="http://schemas.microsoft.com/office/drawing/2014/main" id="{60506163-09CA-6180-BDEC-746282EFD1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3857767"/>
            <a:ext cx="690235" cy="692584"/>
          </a:xfrm>
          <a:prstGeom prst="ellipse">
            <a:avLst/>
          </a:prstGeom>
          <a:solidFill>
            <a:srgbClr val="D5AC5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3" name="Freeform 163" descr="D:\51PPT模板网\51pptmoban.com\图片.jpg">
            <a:extLst>
              <a:ext uri="{FF2B5EF4-FFF2-40B4-BE49-F238E27FC236}">
                <a16:creationId xmlns:a16="http://schemas.microsoft.com/office/drawing/2014/main" id="{C1B779AD-852B-EAB1-5D53-55261040116B}"/>
              </a:ext>
            </a:extLst>
          </p:cNvPr>
          <p:cNvSpPr>
            <a:spLocks noEditPoints="1"/>
          </p:cNvSpPr>
          <p:nvPr/>
        </p:nvSpPr>
        <p:spPr bwMode="auto">
          <a:xfrm>
            <a:off x="5888732" y="4019117"/>
            <a:ext cx="340423" cy="349814"/>
          </a:xfrm>
          <a:custGeom>
            <a:avLst/>
            <a:gdLst>
              <a:gd name="T0" fmla="*/ 58 w 83"/>
              <a:gd name="T1" fmla="*/ 28 h 85"/>
              <a:gd name="T2" fmla="*/ 35 w 83"/>
              <a:gd name="T3" fmla="*/ 14 h 85"/>
              <a:gd name="T4" fmla="*/ 20 w 83"/>
              <a:gd name="T5" fmla="*/ 34 h 85"/>
              <a:gd name="T6" fmla="*/ 33 w 83"/>
              <a:gd name="T7" fmla="*/ 15 h 85"/>
              <a:gd name="T8" fmla="*/ 34 w 83"/>
              <a:gd name="T9" fmla="*/ 16 h 85"/>
              <a:gd name="T10" fmla="*/ 23 w 83"/>
              <a:gd name="T11" fmla="*/ 41 h 85"/>
              <a:gd name="T12" fmla="*/ 35 w 83"/>
              <a:gd name="T13" fmla="*/ 56 h 85"/>
              <a:gd name="T14" fmla="*/ 23 w 83"/>
              <a:gd name="T15" fmla="*/ 55 h 85"/>
              <a:gd name="T16" fmla="*/ 20 w 83"/>
              <a:gd name="T17" fmla="*/ 52 h 85"/>
              <a:gd name="T18" fmla="*/ 44 w 83"/>
              <a:gd name="T19" fmla="*/ 64 h 85"/>
              <a:gd name="T20" fmla="*/ 22 w 83"/>
              <a:gd name="T21" fmla="*/ 63 h 85"/>
              <a:gd name="T22" fmla="*/ 22 w 83"/>
              <a:gd name="T23" fmla="*/ 57 h 85"/>
              <a:gd name="T24" fmla="*/ 67 w 83"/>
              <a:gd name="T25" fmla="*/ 41 h 85"/>
              <a:gd name="T26" fmla="*/ 65 w 83"/>
              <a:gd name="T27" fmla="*/ 46 h 85"/>
              <a:gd name="T28" fmla="*/ 54 w 83"/>
              <a:gd name="T29" fmla="*/ 50 h 85"/>
              <a:gd name="T30" fmla="*/ 40 w 83"/>
              <a:gd name="T31" fmla="*/ 11 h 85"/>
              <a:gd name="T32" fmla="*/ 57 w 83"/>
              <a:gd name="T33" fmla="*/ 24 h 85"/>
              <a:gd name="T34" fmla="*/ 52 w 83"/>
              <a:gd name="T35" fmla="*/ 40 h 85"/>
              <a:gd name="T36" fmla="*/ 52 w 83"/>
              <a:gd name="T37" fmla="*/ 40 h 85"/>
              <a:gd name="T38" fmla="*/ 34 w 83"/>
              <a:gd name="T39" fmla="*/ 43 h 85"/>
              <a:gd name="T40" fmla="*/ 58 w 83"/>
              <a:gd name="T41" fmla="*/ 61 h 85"/>
              <a:gd name="T42" fmla="*/ 9 w 83"/>
              <a:gd name="T43" fmla="*/ 34 h 85"/>
              <a:gd name="T44" fmla="*/ 33 w 83"/>
              <a:gd name="T45" fmla="*/ 10 h 85"/>
              <a:gd name="T46" fmla="*/ 66 w 83"/>
              <a:gd name="T47" fmla="*/ 18 h 85"/>
              <a:gd name="T48" fmla="*/ 76 w 83"/>
              <a:gd name="T49" fmla="*/ 47 h 85"/>
              <a:gd name="T50" fmla="*/ 75 w 83"/>
              <a:gd name="T51" fmla="*/ 47 h 85"/>
              <a:gd name="T52" fmla="*/ 73 w 83"/>
              <a:gd name="T53" fmla="*/ 39 h 85"/>
              <a:gd name="T54" fmla="*/ 68 w 83"/>
              <a:gd name="T55" fmla="*/ 25 h 85"/>
              <a:gd name="T56" fmla="*/ 68 w 83"/>
              <a:gd name="T57" fmla="*/ 37 h 85"/>
              <a:gd name="T58" fmla="*/ 52 w 83"/>
              <a:gd name="T59" fmla="*/ 71 h 85"/>
              <a:gd name="T60" fmla="*/ 58 w 83"/>
              <a:gd name="T61" fmla="*/ 66 h 85"/>
              <a:gd name="T62" fmla="*/ 70 w 83"/>
              <a:gd name="T63" fmla="*/ 53 h 85"/>
              <a:gd name="T64" fmla="*/ 58 w 83"/>
              <a:gd name="T65" fmla="*/ 61 h 85"/>
              <a:gd name="T66" fmla="*/ 17 w 83"/>
              <a:gd name="T67" fmla="*/ 49 h 85"/>
              <a:gd name="T68" fmla="*/ 12 w 83"/>
              <a:gd name="T69" fmla="*/ 38 h 85"/>
              <a:gd name="T70" fmla="*/ 15 w 83"/>
              <a:gd name="T71" fmla="*/ 54 h 8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</a:cxnLst>
            <a:rect l="0" t="0" r="r" b="b"/>
            <a:pathLst>
              <a:path w="83" h="85">
                <a:moveTo>
                  <a:pt x="58" y="27"/>
                </a:moveTo>
                <a:cubicBezTo>
                  <a:pt x="58" y="27"/>
                  <a:pt x="58" y="28"/>
                  <a:pt x="58" y="28"/>
                </a:cubicBezTo>
                <a:cubicBezTo>
                  <a:pt x="58" y="29"/>
                  <a:pt x="58" y="29"/>
                  <a:pt x="57" y="29"/>
                </a:cubicBezTo>
                <a:cubicBezTo>
                  <a:pt x="51" y="22"/>
                  <a:pt x="44" y="17"/>
                  <a:pt x="35" y="14"/>
                </a:cubicBezTo>
                <a:cubicBezTo>
                  <a:pt x="21" y="10"/>
                  <a:pt x="12" y="19"/>
                  <a:pt x="19" y="34"/>
                </a:cubicBezTo>
                <a:cubicBezTo>
                  <a:pt x="19" y="35"/>
                  <a:pt x="20" y="35"/>
                  <a:pt x="20" y="34"/>
                </a:cubicBezTo>
                <a:cubicBezTo>
                  <a:pt x="22" y="28"/>
                  <a:pt x="25" y="22"/>
                  <a:pt x="30" y="16"/>
                </a:cubicBezTo>
                <a:cubicBezTo>
                  <a:pt x="30" y="15"/>
                  <a:pt x="32" y="15"/>
                  <a:pt x="33" y="15"/>
                </a:cubicBezTo>
                <a:cubicBezTo>
                  <a:pt x="33" y="15"/>
                  <a:pt x="33" y="15"/>
                  <a:pt x="33" y="15"/>
                </a:cubicBezTo>
                <a:cubicBezTo>
                  <a:pt x="34" y="15"/>
                  <a:pt x="34" y="16"/>
                  <a:pt x="34" y="16"/>
                </a:cubicBezTo>
                <a:cubicBezTo>
                  <a:pt x="28" y="22"/>
                  <a:pt x="25" y="31"/>
                  <a:pt x="22" y="38"/>
                </a:cubicBezTo>
                <a:cubicBezTo>
                  <a:pt x="22" y="39"/>
                  <a:pt x="22" y="40"/>
                  <a:pt x="23" y="41"/>
                </a:cubicBezTo>
                <a:cubicBezTo>
                  <a:pt x="26" y="46"/>
                  <a:pt x="30" y="51"/>
                  <a:pt x="35" y="55"/>
                </a:cubicBezTo>
                <a:cubicBezTo>
                  <a:pt x="35" y="55"/>
                  <a:pt x="35" y="56"/>
                  <a:pt x="35" y="56"/>
                </a:cubicBezTo>
                <a:cubicBezTo>
                  <a:pt x="31" y="56"/>
                  <a:pt x="28" y="56"/>
                  <a:pt x="25" y="56"/>
                </a:cubicBezTo>
                <a:cubicBezTo>
                  <a:pt x="24" y="56"/>
                  <a:pt x="24" y="55"/>
                  <a:pt x="23" y="55"/>
                </a:cubicBezTo>
                <a:cubicBezTo>
                  <a:pt x="22" y="54"/>
                  <a:pt x="22" y="53"/>
                  <a:pt x="21" y="52"/>
                </a:cubicBezTo>
                <a:cubicBezTo>
                  <a:pt x="20" y="52"/>
                  <a:pt x="20" y="52"/>
                  <a:pt x="20" y="52"/>
                </a:cubicBezTo>
                <a:cubicBezTo>
                  <a:pt x="19" y="72"/>
                  <a:pt x="32" y="78"/>
                  <a:pt x="45" y="65"/>
                </a:cubicBezTo>
                <a:cubicBezTo>
                  <a:pt x="45" y="65"/>
                  <a:pt x="45" y="64"/>
                  <a:pt x="44" y="64"/>
                </a:cubicBezTo>
                <a:cubicBezTo>
                  <a:pt x="37" y="66"/>
                  <a:pt x="30" y="66"/>
                  <a:pt x="25" y="65"/>
                </a:cubicBezTo>
                <a:cubicBezTo>
                  <a:pt x="24" y="65"/>
                  <a:pt x="23" y="64"/>
                  <a:pt x="22" y="63"/>
                </a:cubicBezTo>
                <a:cubicBezTo>
                  <a:pt x="22" y="61"/>
                  <a:pt x="21" y="59"/>
                  <a:pt x="21" y="57"/>
                </a:cubicBezTo>
                <a:cubicBezTo>
                  <a:pt x="21" y="57"/>
                  <a:pt x="21" y="56"/>
                  <a:pt x="22" y="57"/>
                </a:cubicBezTo>
                <a:cubicBezTo>
                  <a:pt x="36" y="60"/>
                  <a:pt x="59" y="54"/>
                  <a:pt x="69" y="44"/>
                </a:cubicBezTo>
                <a:cubicBezTo>
                  <a:pt x="68" y="43"/>
                  <a:pt x="68" y="42"/>
                  <a:pt x="67" y="41"/>
                </a:cubicBezTo>
                <a:cubicBezTo>
                  <a:pt x="67" y="41"/>
                  <a:pt x="66" y="41"/>
                  <a:pt x="66" y="41"/>
                </a:cubicBezTo>
                <a:cubicBezTo>
                  <a:pt x="66" y="43"/>
                  <a:pt x="65" y="44"/>
                  <a:pt x="65" y="46"/>
                </a:cubicBezTo>
                <a:cubicBezTo>
                  <a:pt x="62" y="48"/>
                  <a:pt x="59" y="49"/>
                  <a:pt x="55" y="51"/>
                </a:cubicBezTo>
                <a:cubicBezTo>
                  <a:pt x="55" y="51"/>
                  <a:pt x="54" y="50"/>
                  <a:pt x="54" y="50"/>
                </a:cubicBezTo>
                <a:cubicBezTo>
                  <a:pt x="55" y="49"/>
                  <a:pt x="55" y="48"/>
                  <a:pt x="56" y="46"/>
                </a:cubicBezTo>
                <a:cubicBezTo>
                  <a:pt x="67" y="17"/>
                  <a:pt x="54" y="2"/>
                  <a:pt x="40" y="11"/>
                </a:cubicBezTo>
                <a:cubicBezTo>
                  <a:pt x="39" y="11"/>
                  <a:pt x="39" y="12"/>
                  <a:pt x="40" y="12"/>
                </a:cubicBezTo>
                <a:cubicBezTo>
                  <a:pt x="46" y="15"/>
                  <a:pt x="52" y="19"/>
                  <a:pt x="57" y="24"/>
                </a:cubicBezTo>
                <a:cubicBezTo>
                  <a:pt x="58" y="25"/>
                  <a:pt x="58" y="26"/>
                  <a:pt x="58" y="27"/>
                </a:cubicBezTo>
                <a:close/>
                <a:moveTo>
                  <a:pt x="52" y="40"/>
                </a:moveTo>
                <a:cubicBezTo>
                  <a:pt x="53" y="55"/>
                  <a:pt x="31" y="55"/>
                  <a:pt x="31" y="41"/>
                </a:cubicBezTo>
                <a:cubicBezTo>
                  <a:pt x="31" y="28"/>
                  <a:pt x="51" y="27"/>
                  <a:pt x="52" y="40"/>
                </a:cubicBezTo>
                <a:close/>
                <a:moveTo>
                  <a:pt x="44" y="43"/>
                </a:moveTo>
                <a:cubicBezTo>
                  <a:pt x="44" y="49"/>
                  <a:pt x="34" y="50"/>
                  <a:pt x="34" y="43"/>
                </a:cubicBezTo>
                <a:cubicBezTo>
                  <a:pt x="34" y="37"/>
                  <a:pt x="43" y="37"/>
                  <a:pt x="44" y="43"/>
                </a:cubicBezTo>
                <a:close/>
                <a:moveTo>
                  <a:pt x="58" y="61"/>
                </a:moveTo>
                <a:cubicBezTo>
                  <a:pt x="44" y="85"/>
                  <a:pt x="22" y="83"/>
                  <a:pt x="17" y="63"/>
                </a:cubicBezTo>
                <a:cubicBezTo>
                  <a:pt x="4" y="58"/>
                  <a:pt x="0" y="45"/>
                  <a:pt x="9" y="34"/>
                </a:cubicBezTo>
                <a:cubicBezTo>
                  <a:pt x="10" y="33"/>
                  <a:pt x="10" y="32"/>
                  <a:pt x="10" y="31"/>
                </a:cubicBezTo>
                <a:cubicBezTo>
                  <a:pt x="7" y="16"/>
                  <a:pt x="18" y="7"/>
                  <a:pt x="33" y="10"/>
                </a:cubicBezTo>
                <a:cubicBezTo>
                  <a:pt x="34" y="10"/>
                  <a:pt x="35" y="10"/>
                  <a:pt x="36" y="9"/>
                </a:cubicBezTo>
                <a:cubicBezTo>
                  <a:pt x="48" y="0"/>
                  <a:pt x="62" y="4"/>
                  <a:pt x="66" y="18"/>
                </a:cubicBezTo>
                <a:cubicBezTo>
                  <a:pt x="67" y="19"/>
                  <a:pt x="67" y="19"/>
                  <a:pt x="68" y="20"/>
                </a:cubicBezTo>
                <a:cubicBezTo>
                  <a:pt x="80" y="25"/>
                  <a:pt x="83" y="37"/>
                  <a:pt x="76" y="47"/>
                </a:cubicBezTo>
                <a:cubicBezTo>
                  <a:pt x="76" y="47"/>
                  <a:pt x="75" y="47"/>
                  <a:pt x="75" y="47"/>
                </a:cubicBezTo>
                <a:cubicBezTo>
                  <a:pt x="75" y="47"/>
                  <a:pt x="75" y="47"/>
                  <a:pt x="75" y="47"/>
                </a:cubicBezTo>
                <a:cubicBezTo>
                  <a:pt x="74" y="45"/>
                  <a:pt x="73" y="43"/>
                  <a:pt x="73" y="42"/>
                </a:cubicBezTo>
                <a:cubicBezTo>
                  <a:pt x="72" y="41"/>
                  <a:pt x="72" y="40"/>
                  <a:pt x="73" y="39"/>
                </a:cubicBezTo>
                <a:cubicBezTo>
                  <a:pt x="75" y="33"/>
                  <a:pt x="74" y="28"/>
                  <a:pt x="69" y="24"/>
                </a:cubicBezTo>
                <a:cubicBezTo>
                  <a:pt x="68" y="24"/>
                  <a:pt x="68" y="24"/>
                  <a:pt x="68" y="25"/>
                </a:cubicBezTo>
                <a:cubicBezTo>
                  <a:pt x="68" y="27"/>
                  <a:pt x="68" y="30"/>
                  <a:pt x="67" y="34"/>
                </a:cubicBezTo>
                <a:cubicBezTo>
                  <a:pt x="67" y="35"/>
                  <a:pt x="67" y="36"/>
                  <a:pt x="68" y="37"/>
                </a:cubicBezTo>
                <a:cubicBezTo>
                  <a:pt x="82" y="58"/>
                  <a:pt x="71" y="76"/>
                  <a:pt x="52" y="72"/>
                </a:cubicBezTo>
                <a:cubicBezTo>
                  <a:pt x="52" y="72"/>
                  <a:pt x="51" y="72"/>
                  <a:pt x="52" y="71"/>
                </a:cubicBezTo>
                <a:cubicBezTo>
                  <a:pt x="53" y="70"/>
                  <a:pt x="54" y="68"/>
                  <a:pt x="55" y="67"/>
                </a:cubicBezTo>
                <a:cubicBezTo>
                  <a:pt x="56" y="66"/>
                  <a:pt x="57" y="66"/>
                  <a:pt x="58" y="66"/>
                </a:cubicBezTo>
                <a:cubicBezTo>
                  <a:pt x="66" y="66"/>
                  <a:pt x="71" y="61"/>
                  <a:pt x="71" y="54"/>
                </a:cubicBezTo>
                <a:cubicBezTo>
                  <a:pt x="71" y="53"/>
                  <a:pt x="70" y="53"/>
                  <a:pt x="70" y="53"/>
                </a:cubicBezTo>
                <a:cubicBezTo>
                  <a:pt x="67" y="55"/>
                  <a:pt x="64" y="57"/>
                  <a:pt x="60" y="59"/>
                </a:cubicBezTo>
                <a:cubicBezTo>
                  <a:pt x="59" y="60"/>
                  <a:pt x="58" y="60"/>
                  <a:pt x="58" y="61"/>
                </a:cubicBezTo>
                <a:close/>
                <a:moveTo>
                  <a:pt x="16" y="53"/>
                </a:moveTo>
                <a:cubicBezTo>
                  <a:pt x="16" y="52"/>
                  <a:pt x="16" y="50"/>
                  <a:pt x="17" y="49"/>
                </a:cubicBezTo>
                <a:cubicBezTo>
                  <a:pt x="17" y="48"/>
                  <a:pt x="17" y="47"/>
                  <a:pt x="16" y="46"/>
                </a:cubicBezTo>
                <a:cubicBezTo>
                  <a:pt x="14" y="43"/>
                  <a:pt x="13" y="40"/>
                  <a:pt x="12" y="38"/>
                </a:cubicBezTo>
                <a:cubicBezTo>
                  <a:pt x="12" y="37"/>
                  <a:pt x="11" y="37"/>
                  <a:pt x="11" y="38"/>
                </a:cubicBezTo>
                <a:cubicBezTo>
                  <a:pt x="7" y="44"/>
                  <a:pt x="9" y="50"/>
                  <a:pt x="15" y="54"/>
                </a:cubicBezTo>
                <a:cubicBezTo>
                  <a:pt x="16" y="54"/>
                  <a:pt x="16" y="54"/>
                  <a:pt x="16" y="5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45DA246A-5552-04D2-5054-DD7D577D0BF7}"/>
              </a:ext>
            </a:extLst>
          </p:cNvPr>
          <p:cNvGrpSpPr/>
          <p:nvPr/>
        </p:nvGrpSpPr>
        <p:grpSpPr>
          <a:xfrm>
            <a:off x="6459233" y="3769728"/>
            <a:ext cx="3880291" cy="814752"/>
            <a:chOff x="-236459" y="1862260"/>
            <a:chExt cx="2623785" cy="550921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90043F34-EB5F-47CD-6AF7-81803439B4B7}"/>
                </a:ext>
              </a:extLst>
            </p:cNvPr>
            <p:cNvSpPr txBox="1"/>
            <p:nvPr/>
          </p:nvSpPr>
          <p:spPr>
            <a:xfrm>
              <a:off x="-232229" y="2053146"/>
              <a:ext cx="2619555" cy="360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0" i="0">
                  <a:solidFill>
                    <a:srgbClr val="D2DED8"/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</a:t>
              </a:r>
              <a:r>
                <a:rPr lang="zh-CN" altLang="en-US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18A7C286-82B4-9835-C44E-ED62F1C7427D}"/>
                </a:ext>
              </a:extLst>
            </p:cNvPr>
            <p:cNvSpPr txBox="1"/>
            <p:nvPr/>
          </p:nvSpPr>
          <p:spPr>
            <a:xfrm>
              <a:off x="-236459" y="1862260"/>
              <a:ext cx="2019301" cy="228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5B8B52"/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28" name="Oval 159">
            <a:extLst>
              <a:ext uri="{FF2B5EF4-FFF2-40B4-BE49-F238E27FC236}">
                <a16:creationId xmlns:a16="http://schemas.microsoft.com/office/drawing/2014/main" id="{079EED3D-CC6E-ED00-48BF-EC274C248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0" y="4892903"/>
            <a:ext cx="690235" cy="692584"/>
          </a:xfrm>
          <a:prstGeom prst="ellipse">
            <a:avLst/>
          </a:pr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9" name="Freeform 160" descr="D:\51PPT模板网\51pptmoban.com\图片.jpg">
            <a:extLst>
              <a:ext uri="{FF2B5EF4-FFF2-40B4-BE49-F238E27FC236}">
                <a16:creationId xmlns:a16="http://schemas.microsoft.com/office/drawing/2014/main" id="{32B31AEB-0308-239E-A82C-97C28E178150}"/>
              </a:ext>
            </a:extLst>
          </p:cNvPr>
          <p:cNvSpPr>
            <a:spLocks noEditPoints="1"/>
          </p:cNvSpPr>
          <p:nvPr/>
        </p:nvSpPr>
        <p:spPr bwMode="auto">
          <a:xfrm>
            <a:off x="5949773" y="5080722"/>
            <a:ext cx="225383" cy="321641"/>
          </a:xfrm>
          <a:custGeom>
            <a:avLst/>
            <a:gdLst>
              <a:gd name="T0" fmla="*/ 6 w 55"/>
              <a:gd name="T1" fmla="*/ 68 h 78"/>
              <a:gd name="T2" fmla="*/ 3 w 55"/>
              <a:gd name="T3" fmla="*/ 51 h 78"/>
              <a:gd name="T4" fmla="*/ 0 w 55"/>
              <a:gd name="T5" fmla="*/ 44 h 78"/>
              <a:gd name="T6" fmla="*/ 5 w 55"/>
              <a:gd name="T7" fmla="*/ 36 h 78"/>
              <a:gd name="T8" fmla="*/ 21 w 55"/>
              <a:gd name="T9" fmla="*/ 16 h 78"/>
              <a:gd name="T10" fmla="*/ 17 w 55"/>
              <a:gd name="T11" fmla="*/ 8 h 78"/>
              <a:gd name="T12" fmla="*/ 15 w 55"/>
              <a:gd name="T13" fmla="*/ 8 h 78"/>
              <a:gd name="T14" fmla="*/ 15 w 55"/>
              <a:gd name="T15" fmla="*/ 5 h 78"/>
              <a:gd name="T16" fmla="*/ 26 w 55"/>
              <a:gd name="T17" fmla="*/ 1 h 78"/>
              <a:gd name="T18" fmla="*/ 28 w 55"/>
              <a:gd name="T19" fmla="*/ 1 h 78"/>
              <a:gd name="T20" fmla="*/ 29 w 55"/>
              <a:gd name="T21" fmla="*/ 4 h 78"/>
              <a:gd name="T22" fmla="*/ 28 w 55"/>
              <a:gd name="T23" fmla="*/ 5 h 78"/>
              <a:gd name="T24" fmla="*/ 41 w 55"/>
              <a:gd name="T25" fmla="*/ 42 h 78"/>
              <a:gd name="T26" fmla="*/ 41 w 55"/>
              <a:gd name="T27" fmla="*/ 43 h 78"/>
              <a:gd name="T28" fmla="*/ 40 w 55"/>
              <a:gd name="T29" fmla="*/ 47 h 78"/>
              <a:gd name="T30" fmla="*/ 35 w 55"/>
              <a:gd name="T31" fmla="*/ 46 h 78"/>
              <a:gd name="T32" fmla="*/ 33 w 55"/>
              <a:gd name="T33" fmla="*/ 45 h 78"/>
              <a:gd name="T34" fmla="*/ 32 w 55"/>
              <a:gd name="T35" fmla="*/ 45 h 78"/>
              <a:gd name="T36" fmla="*/ 23 w 55"/>
              <a:gd name="T37" fmla="*/ 27 h 78"/>
              <a:gd name="T38" fmla="*/ 14 w 55"/>
              <a:gd name="T39" fmla="*/ 41 h 78"/>
              <a:gd name="T40" fmla="*/ 13 w 55"/>
              <a:gd name="T41" fmla="*/ 49 h 78"/>
              <a:gd name="T42" fmla="*/ 23 w 55"/>
              <a:gd name="T43" fmla="*/ 68 h 78"/>
              <a:gd name="T44" fmla="*/ 50 w 55"/>
              <a:gd name="T45" fmla="*/ 68 h 78"/>
              <a:gd name="T46" fmla="*/ 54 w 55"/>
              <a:gd name="T47" fmla="*/ 74 h 78"/>
              <a:gd name="T48" fmla="*/ 6 w 55"/>
              <a:gd name="T49" fmla="*/ 78 h 78"/>
              <a:gd name="T50" fmla="*/ 3 w 55"/>
              <a:gd name="T51" fmla="*/ 72 h 78"/>
              <a:gd name="T52" fmla="*/ 7 w 55"/>
              <a:gd name="T53" fmla="*/ 41 h 78"/>
              <a:gd name="T54" fmla="*/ 7 w 55"/>
              <a:gd name="T55" fmla="*/ 48 h 78"/>
              <a:gd name="T56" fmla="*/ 7 w 55"/>
              <a:gd name="T57" fmla="*/ 41 h 78"/>
              <a:gd name="T58" fmla="*/ 51 w 55"/>
              <a:gd name="T59" fmla="*/ 45 h 78"/>
              <a:gd name="T60" fmla="*/ 54 w 55"/>
              <a:gd name="T61" fmla="*/ 48 h 78"/>
              <a:gd name="T62" fmla="*/ 31 w 55"/>
              <a:gd name="T63" fmla="*/ 59 h 78"/>
              <a:gd name="T64" fmla="*/ 27 w 55"/>
              <a:gd name="T65" fmla="*/ 57 h 7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</a:cxnLst>
            <a:rect l="0" t="0" r="r" b="b"/>
            <a:pathLst>
              <a:path w="55" h="78">
                <a:moveTo>
                  <a:pt x="6" y="68"/>
                </a:moveTo>
                <a:cubicBezTo>
                  <a:pt x="6" y="68"/>
                  <a:pt x="6" y="68"/>
                  <a:pt x="6" y="68"/>
                </a:cubicBezTo>
                <a:cubicBezTo>
                  <a:pt x="8" y="68"/>
                  <a:pt x="8" y="67"/>
                  <a:pt x="8" y="66"/>
                </a:cubicBezTo>
                <a:cubicBezTo>
                  <a:pt x="5" y="61"/>
                  <a:pt x="3" y="56"/>
                  <a:pt x="3" y="51"/>
                </a:cubicBezTo>
                <a:cubicBezTo>
                  <a:pt x="3" y="51"/>
                  <a:pt x="2" y="50"/>
                  <a:pt x="2" y="49"/>
                </a:cubicBezTo>
                <a:cubicBezTo>
                  <a:pt x="0" y="48"/>
                  <a:pt x="0" y="46"/>
                  <a:pt x="0" y="44"/>
                </a:cubicBezTo>
                <a:cubicBezTo>
                  <a:pt x="0" y="41"/>
                  <a:pt x="1" y="39"/>
                  <a:pt x="3" y="38"/>
                </a:cubicBezTo>
                <a:cubicBezTo>
                  <a:pt x="4" y="37"/>
                  <a:pt x="4" y="37"/>
                  <a:pt x="5" y="36"/>
                </a:cubicBezTo>
                <a:cubicBezTo>
                  <a:pt x="7" y="28"/>
                  <a:pt x="13" y="22"/>
                  <a:pt x="20" y="18"/>
                </a:cubicBezTo>
                <a:cubicBezTo>
                  <a:pt x="21" y="17"/>
                  <a:pt x="21" y="17"/>
                  <a:pt x="21" y="16"/>
                </a:cubicBezTo>
                <a:cubicBezTo>
                  <a:pt x="18" y="9"/>
                  <a:pt x="18" y="9"/>
                  <a:pt x="18" y="9"/>
                </a:cubicBezTo>
                <a:cubicBezTo>
                  <a:pt x="18" y="8"/>
                  <a:pt x="17" y="8"/>
                  <a:pt x="17" y="8"/>
                </a:cubicBezTo>
                <a:cubicBezTo>
                  <a:pt x="16" y="9"/>
                  <a:pt x="16" y="9"/>
                  <a:pt x="16" y="9"/>
                </a:cubicBezTo>
                <a:cubicBezTo>
                  <a:pt x="16" y="9"/>
                  <a:pt x="15" y="9"/>
                  <a:pt x="15" y="8"/>
                </a:cubicBezTo>
                <a:cubicBezTo>
                  <a:pt x="14" y="6"/>
                  <a:pt x="14" y="6"/>
                  <a:pt x="14" y="6"/>
                </a:cubicBezTo>
                <a:cubicBezTo>
                  <a:pt x="14" y="6"/>
                  <a:pt x="14" y="5"/>
                  <a:pt x="15" y="5"/>
                </a:cubicBezTo>
                <a:cubicBezTo>
                  <a:pt x="16" y="4"/>
                  <a:pt x="16" y="4"/>
                  <a:pt x="16" y="4"/>
                </a:cubicBezTo>
                <a:cubicBezTo>
                  <a:pt x="26" y="1"/>
                  <a:pt x="26" y="1"/>
                  <a:pt x="26" y="1"/>
                </a:cubicBezTo>
                <a:cubicBezTo>
                  <a:pt x="27" y="0"/>
                  <a:pt x="27" y="0"/>
                  <a:pt x="27" y="0"/>
                </a:cubicBezTo>
                <a:cubicBezTo>
                  <a:pt x="28" y="0"/>
                  <a:pt x="28" y="0"/>
                  <a:pt x="28" y="1"/>
                </a:cubicBezTo>
                <a:cubicBezTo>
                  <a:pt x="29" y="3"/>
                  <a:pt x="29" y="3"/>
                  <a:pt x="29" y="3"/>
                </a:cubicBezTo>
                <a:cubicBezTo>
                  <a:pt x="29" y="3"/>
                  <a:pt x="29" y="4"/>
                  <a:pt x="29" y="4"/>
                </a:cubicBezTo>
                <a:cubicBezTo>
                  <a:pt x="28" y="4"/>
                  <a:pt x="28" y="4"/>
                  <a:pt x="28" y="4"/>
                </a:cubicBezTo>
                <a:cubicBezTo>
                  <a:pt x="28" y="4"/>
                  <a:pt x="27" y="5"/>
                  <a:pt x="28" y="5"/>
                </a:cubicBezTo>
                <a:cubicBezTo>
                  <a:pt x="42" y="41"/>
                  <a:pt x="42" y="41"/>
                  <a:pt x="42" y="41"/>
                </a:cubicBezTo>
                <a:cubicBezTo>
                  <a:pt x="42" y="41"/>
                  <a:pt x="42" y="42"/>
                  <a:pt x="41" y="42"/>
                </a:cubicBezTo>
                <a:cubicBezTo>
                  <a:pt x="41" y="42"/>
                  <a:pt x="41" y="42"/>
                  <a:pt x="41" y="42"/>
                </a:cubicBezTo>
                <a:cubicBezTo>
                  <a:pt x="41" y="42"/>
                  <a:pt x="41" y="43"/>
                  <a:pt x="41" y="43"/>
                </a:cubicBezTo>
                <a:cubicBezTo>
                  <a:pt x="41" y="44"/>
                  <a:pt x="41" y="44"/>
                  <a:pt x="41" y="44"/>
                </a:cubicBezTo>
                <a:cubicBezTo>
                  <a:pt x="42" y="45"/>
                  <a:pt x="41" y="46"/>
                  <a:pt x="40" y="47"/>
                </a:cubicBezTo>
                <a:cubicBezTo>
                  <a:pt x="37" y="48"/>
                  <a:pt x="37" y="48"/>
                  <a:pt x="37" y="48"/>
                </a:cubicBezTo>
                <a:cubicBezTo>
                  <a:pt x="36" y="48"/>
                  <a:pt x="35" y="47"/>
                  <a:pt x="35" y="46"/>
                </a:cubicBezTo>
                <a:cubicBezTo>
                  <a:pt x="34" y="45"/>
                  <a:pt x="34" y="45"/>
                  <a:pt x="34" y="45"/>
                </a:cubicBezTo>
                <a:cubicBezTo>
                  <a:pt x="34" y="45"/>
                  <a:pt x="34" y="45"/>
                  <a:pt x="33" y="45"/>
                </a:cubicBezTo>
                <a:cubicBezTo>
                  <a:pt x="33" y="45"/>
                  <a:pt x="33" y="45"/>
                  <a:pt x="33" y="45"/>
                </a:cubicBezTo>
                <a:cubicBezTo>
                  <a:pt x="33" y="45"/>
                  <a:pt x="32" y="45"/>
                  <a:pt x="32" y="45"/>
                </a:cubicBezTo>
                <a:cubicBezTo>
                  <a:pt x="26" y="28"/>
                  <a:pt x="26" y="28"/>
                  <a:pt x="26" y="28"/>
                </a:cubicBezTo>
                <a:cubicBezTo>
                  <a:pt x="25" y="27"/>
                  <a:pt x="24" y="27"/>
                  <a:pt x="23" y="27"/>
                </a:cubicBezTo>
                <a:cubicBezTo>
                  <a:pt x="19" y="30"/>
                  <a:pt x="16" y="34"/>
                  <a:pt x="14" y="38"/>
                </a:cubicBezTo>
                <a:cubicBezTo>
                  <a:pt x="14" y="39"/>
                  <a:pt x="14" y="40"/>
                  <a:pt x="14" y="41"/>
                </a:cubicBezTo>
                <a:cubicBezTo>
                  <a:pt x="15" y="42"/>
                  <a:pt x="15" y="43"/>
                  <a:pt x="15" y="44"/>
                </a:cubicBezTo>
                <a:cubicBezTo>
                  <a:pt x="15" y="46"/>
                  <a:pt x="14" y="48"/>
                  <a:pt x="13" y="49"/>
                </a:cubicBezTo>
                <a:cubicBezTo>
                  <a:pt x="13" y="50"/>
                  <a:pt x="12" y="51"/>
                  <a:pt x="13" y="52"/>
                </a:cubicBezTo>
                <a:cubicBezTo>
                  <a:pt x="14" y="58"/>
                  <a:pt x="17" y="64"/>
                  <a:pt x="23" y="68"/>
                </a:cubicBezTo>
                <a:cubicBezTo>
                  <a:pt x="24" y="68"/>
                  <a:pt x="24" y="68"/>
                  <a:pt x="25" y="68"/>
                </a:cubicBezTo>
                <a:cubicBezTo>
                  <a:pt x="50" y="68"/>
                  <a:pt x="50" y="68"/>
                  <a:pt x="50" y="68"/>
                </a:cubicBezTo>
                <a:cubicBezTo>
                  <a:pt x="52" y="68"/>
                  <a:pt x="54" y="70"/>
                  <a:pt x="54" y="72"/>
                </a:cubicBezTo>
                <a:cubicBezTo>
                  <a:pt x="54" y="74"/>
                  <a:pt x="54" y="74"/>
                  <a:pt x="54" y="74"/>
                </a:cubicBezTo>
                <a:cubicBezTo>
                  <a:pt x="54" y="76"/>
                  <a:pt x="52" y="78"/>
                  <a:pt x="50" y="78"/>
                </a:cubicBezTo>
                <a:cubicBezTo>
                  <a:pt x="6" y="78"/>
                  <a:pt x="6" y="78"/>
                  <a:pt x="6" y="78"/>
                </a:cubicBezTo>
                <a:cubicBezTo>
                  <a:pt x="4" y="78"/>
                  <a:pt x="3" y="76"/>
                  <a:pt x="3" y="74"/>
                </a:cubicBezTo>
                <a:cubicBezTo>
                  <a:pt x="3" y="72"/>
                  <a:pt x="3" y="72"/>
                  <a:pt x="3" y="72"/>
                </a:cubicBezTo>
                <a:cubicBezTo>
                  <a:pt x="3" y="70"/>
                  <a:pt x="4" y="68"/>
                  <a:pt x="6" y="68"/>
                </a:cubicBezTo>
                <a:close/>
                <a:moveTo>
                  <a:pt x="7" y="41"/>
                </a:moveTo>
                <a:cubicBezTo>
                  <a:pt x="9" y="41"/>
                  <a:pt x="11" y="42"/>
                  <a:pt x="11" y="44"/>
                </a:cubicBezTo>
                <a:cubicBezTo>
                  <a:pt x="11" y="46"/>
                  <a:pt x="9" y="48"/>
                  <a:pt x="7" y="48"/>
                </a:cubicBezTo>
                <a:cubicBezTo>
                  <a:pt x="5" y="48"/>
                  <a:pt x="4" y="46"/>
                  <a:pt x="4" y="44"/>
                </a:cubicBezTo>
                <a:cubicBezTo>
                  <a:pt x="4" y="42"/>
                  <a:pt x="5" y="41"/>
                  <a:pt x="7" y="41"/>
                </a:cubicBezTo>
                <a:close/>
                <a:moveTo>
                  <a:pt x="28" y="54"/>
                </a:moveTo>
                <a:cubicBezTo>
                  <a:pt x="51" y="45"/>
                  <a:pt x="51" y="45"/>
                  <a:pt x="51" y="45"/>
                </a:cubicBezTo>
                <a:cubicBezTo>
                  <a:pt x="52" y="45"/>
                  <a:pt x="53" y="45"/>
                  <a:pt x="54" y="46"/>
                </a:cubicBezTo>
                <a:cubicBezTo>
                  <a:pt x="54" y="48"/>
                  <a:pt x="54" y="48"/>
                  <a:pt x="54" y="48"/>
                </a:cubicBezTo>
                <a:cubicBezTo>
                  <a:pt x="55" y="49"/>
                  <a:pt x="54" y="50"/>
                  <a:pt x="53" y="50"/>
                </a:cubicBezTo>
                <a:cubicBezTo>
                  <a:pt x="31" y="59"/>
                  <a:pt x="31" y="59"/>
                  <a:pt x="31" y="59"/>
                </a:cubicBezTo>
                <a:cubicBezTo>
                  <a:pt x="30" y="60"/>
                  <a:pt x="28" y="59"/>
                  <a:pt x="28" y="58"/>
                </a:cubicBezTo>
                <a:cubicBezTo>
                  <a:pt x="27" y="57"/>
                  <a:pt x="27" y="57"/>
                  <a:pt x="27" y="57"/>
                </a:cubicBezTo>
                <a:cubicBezTo>
                  <a:pt x="27" y="56"/>
                  <a:pt x="27" y="55"/>
                  <a:pt x="28" y="54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/>
          <a:lstStyle/>
          <a:p>
            <a:endParaRPr lang="zh-CN" altLang="en-US" sz="240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9B58C441-FA9C-1ED7-D8F8-7C54AFFC9595}"/>
              </a:ext>
            </a:extLst>
          </p:cNvPr>
          <p:cNvGrpSpPr/>
          <p:nvPr/>
        </p:nvGrpSpPr>
        <p:grpSpPr>
          <a:xfrm>
            <a:off x="6459233" y="4797186"/>
            <a:ext cx="3880291" cy="814752"/>
            <a:chOff x="-236459" y="1862260"/>
            <a:chExt cx="2623785" cy="550921"/>
          </a:xfrm>
        </p:grpSpPr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B8F92F3F-EDE1-937D-7857-CB541EBC9BA8}"/>
                </a:ext>
              </a:extLst>
            </p:cNvPr>
            <p:cNvSpPr txBox="1"/>
            <p:nvPr/>
          </p:nvSpPr>
          <p:spPr>
            <a:xfrm>
              <a:off x="-232229" y="2053146"/>
              <a:ext cx="2619555" cy="36003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00" b="0" i="0">
                  <a:solidFill>
                    <a:srgbClr val="D2DED8"/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34ABA9F1-D24A-C500-C7C0-98FA2DB37FED}"/>
                </a:ext>
              </a:extLst>
            </p:cNvPr>
            <p:cNvSpPr txBox="1"/>
            <p:nvPr/>
          </p:nvSpPr>
          <p:spPr>
            <a:xfrm>
              <a:off x="-236459" y="1862260"/>
              <a:ext cx="2019301" cy="22892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rgbClr val="5B8B52"/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5923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E6E9C8-85EB-5718-645E-DA19FE6CA1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06058D86-B460-9A67-6D6B-97EC850502EC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03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BE5C1BE-D6B0-A2BA-8859-DD677E7225F1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3" name="Freeform 53">
            <a:extLst>
              <a:ext uri="{FF2B5EF4-FFF2-40B4-BE49-F238E27FC236}">
                <a16:creationId xmlns:a16="http://schemas.microsoft.com/office/drawing/2014/main" id="{8713D51F-BA20-F96A-2D1E-2B11F1890872}"/>
              </a:ext>
            </a:extLst>
          </p:cNvPr>
          <p:cNvSpPr/>
          <p:nvPr/>
        </p:nvSpPr>
        <p:spPr bwMode="auto">
          <a:xfrm>
            <a:off x="3203531" y="2973277"/>
            <a:ext cx="2833665" cy="1743935"/>
          </a:xfrm>
          <a:custGeom>
            <a:avLst/>
            <a:gdLst>
              <a:gd name="T0" fmla="*/ 2468710 w 112"/>
              <a:gd name="T1" fmla="*/ 1519607 h 69"/>
              <a:gd name="T2" fmla="*/ 1917659 w 112"/>
              <a:gd name="T3" fmla="*/ 1211281 h 69"/>
              <a:gd name="T4" fmla="*/ 551051 w 112"/>
              <a:gd name="T5" fmla="*/ 1211281 h 69"/>
              <a:gd name="T6" fmla="*/ 0 w 112"/>
              <a:gd name="T7" fmla="*/ 660699 h 69"/>
              <a:gd name="T8" fmla="*/ 0 w 112"/>
              <a:gd name="T9" fmla="*/ 550582 h 69"/>
              <a:gd name="T10" fmla="*/ 551051 w 112"/>
              <a:gd name="T11" fmla="*/ 0 h 69"/>
              <a:gd name="T12" fmla="*/ 1917659 w 112"/>
              <a:gd name="T13" fmla="*/ 0 h 69"/>
              <a:gd name="T14" fmla="*/ 2468710 w 112"/>
              <a:gd name="T15" fmla="*/ 550582 h 69"/>
              <a:gd name="T16" fmla="*/ 2468710 w 112"/>
              <a:gd name="T17" fmla="*/ 1519607 h 69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12" h="69">
                <a:moveTo>
                  <a:pt x="112" y="69"/>
                </a:moveTo>
                <a:cubicBezTo>
                  <a:pt x="107" y="61"/>
                  <a:pt x="98" y="55"/>
                  <a:pt x="87" y="55"/>
                </a:cubicBezTo>
                <a:cubicBezTo>
                  <a:pt x="25" y="55"/>
                  <a:pt x="25" y="55"/>
                  <a:pt x="25" y="55"/>
                </a:cubicBezTo>
                <a:cubicBezTo>
                  <a:pt x="11" y="55"/>
                  <a:pt x="0" y="43"/>
                  <a:pt x="0" y="30"/>
                </a:cubicBezTo>
                <a:cubicBezTo>
                  <a:pt x="0" y="25"/>
                  <a:pt x="0" y="25"/>
                  <a:pt x="0" y="25"/>
                </a:cubicBezTo>
                <a:cubicBezTo>
                  <a:pt x="0" y="11"/>
                  <a:pt x="11" y="0"/>
                  <a:pt x="25" y="0"/>
                </a:cubicBezTo>
                <a:cubicBezTo>
                  <a:pt x="87" y="0"/>
                  <a:pt x="87" y="0"/>
                  <a:pt x="87" y="0"/>
                </a:cubicBezTo>
                <a:cubicBezTo>
                  <a:pt x="101" y="0"/>
                  <a:pt x="112" y="11"/>
                  <a:pt x="112" y="25"/>
                </a:cubicBezTo>
                <a:lnTo>
                  <a:pt x="112" y="69"/>
                </a:lnTo>
                <a:close/>
              </a:path>
            </a:pathLst>
          </a:cu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4" name="Freeform 56">
            <a:extLst>
              <a:ext uri="{FF2B5EF4-FFF2-40B4-BE49-F238E27FC236}">
                <a16:creationId xmlns:a16="http://schemas.microsoft.com/office/drawing/2014/main" id="{03CF2D57-E713-456A-C9A4-4EAE5FF5EDC1}"/>
              </a:ext>
            </a:extLst>
          </p:cNvPr>
          <p:cNvSpPr/>
          <p:nvPr/>
        </p:nvSpPr>
        <p:spPr bwMode="auto">
          <a:xfrm>
            <a:off x="3866846" y="1768742"/>
            <a:ext cx="2155772" cy="1292005"/>
          </a:xfrm>
          <a:custGeom>
            <a:avLst/>
            <a:gdLst>
              <a:gd name="T0" fmla="*/ 1877464 w 85"/>
              <a:gd name="T1" fmla="*/ 1125443 h 51"/>
              <a:gd name="T2" fmla="*/ 1457796 w 85"/>
              <a:gd name="T3" fmla="*/ 882700 h 51"/>
              <a:gd name="T4" fmla="*/ 419668 w 85"/>
              <a:gd name="T5" fmla="*/ 882700 h 51"/>
              <a:gd name="T6" fmla="*/ 0 w 85"/>
              <a:gd name="T7" fmla="*/ 485485 h 51"/>
              <a:gd name="T8" fmla="*/ 0 w 85"/>
              <a:gd name="T9" fmla="*/ 397215 h 51"/>
              <a:gd name="T10" fmla="*/ 419668 w 85"/>
              <a:gd name="T11" fmla="*/ 0 h 51"/>
              <a:gd name="T12" fmla="*/ 1457796 w 85"/>
              <a:gd name="T13" fmla="*/ 0 h 51"/>
              <a:gd name="T14" fmla="*/ 1877464 w 85"/>
              <a:gd name="T15" fmla="*/ 397215 h 51"/>
              <a:gd name="T16" fmla="*/ 1877464 w 85"/>
              <a:gd name="T17" fmla="*/ 1125443 h 5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85" h="51">
                <a:moveTo>
                  <a:pt x="85" y="51"/>
                </a:moveTo>
                <a:cubicBezTo>
                  <a:pt x="81" y="45"/>
                  <a:pt x="74" y="40"/>
                  <a:pt x="66" y="40"/>
                </a:cubicBezTo>
                <a:cubicBezTo>
                  <a:pt x="19" y="40"/>
                  <a:pt x="19" y="40"/>
                  <a:pt x="19" y="40"/>
                </a:cubicBezTo>
                <a:cubicBezTo>
                  <a:pt x="9" y="40"/>
                  <a:pt x="0" y="32"/>
                  <a:pt x="0" y="22"/>
                </a:cubicBezTo>
                <a:cubicBezTo>
                  <a:pt x="0" y="18"/>
                  <a:pt x="0" y="18"/>
                  <a:pt x="0" y="18"/>
                </a:cubicBezTo>
                <a:cubicBezTo>
                  <a:pt x="0" y="8"/>
                  <a:pt x="9" y="0"/>
                  <a:pt x="19" y="0"/>
                </a:cubicBezTo>
                <a:cubicBezTo>
                  <a:pt x="66" y="0"/>
                  <a:pt x="66" y="0"/>
                  <a:pt x="66" y="0"/>
                </a:cubicBezTo>
                <a:cubicBezTo>
                  <a:pt x="76" y="0"/>
                  <a:pt x="85" y="8"/>
                  <a:pt x="85" y="18"/>
                </a:cubicBezTo>
                <a:lnTo>
                  <a:pt x="85" y="51"/>
                </a:lnTo>
                <a:close/>
              </a:path>
            </a:pathLst>
          </a:custGeom>
          <a:solidFill>
            <a:srgbClr val="D5AC5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2" name="Freeform 58">
            <a:extLst>
              <a:ext uri="{FF2B5EF4-FFF2-40B4-BE49-F238E27FC236}">
                <a16:creationId xmlns:a16="http://schemas.microsoft.com/office/drawing/2014/main" id="{031490A8-A475-22D7-36F8-1687CC1012AA}"/>
              </a:ext>
            </a:extLst>
          </p:cNvPr>
          <p:cNvSpPr/>
          <p:nvPr/>
        </p:nvSpPr>
        <p:spPr bwMode="auto">
          <a:xfrm>
            <a:off x="6177513" y="3403600"/>
            <a:ext cx="2529343" cy="1541660"/>
          </a:xfrm>
          <a:custGeom>
            <a:avLst/>
            <a:gdLst>
              <a:gd name="T0" fmla="*/ 0 w 100"/>
              <a:gd name="T1" fmla="*/ 1343270 h 61"/>
              <a:gd name="T2" fmla="*/ 484926 w 100"/>
              <a:gd name="T3" fmla="*/ 1056999 h 61"/>
              <a:gd name="T4" fmla="*/ 1719281 w 100"/>
              <a:gd name="T5" fmla="*/ 1056999 h 61"/>
              <a:gd name="T6" fmla="*/ 2204207 w 100"/>
              <a:gd name="T7" fmla="*/ 572541 h 61"/>
              <a:gd name="T8" fmla="*/ 2204207 w 100"/>
              <a:gd name="T9" fmla="*/ 484458 h 61"/>
              <a:gd name="T10" fmla="*/ 1719281 w 100"/>
              <a:gd name="T11" fmla="*/ 0 h 61"/>
              <a:gd name="T12" fmla="*/ 484926 w 100"/>
              <a:gd name="T13" fmla="*/ 0 h 61"/>
              <a:gd name="T14" fmla="*/ 0 w 100"/>
              <a:gd name="T15" fmla="*/ 484458 h 61"/>
              <a:gd name="T16" fmla="*/ 0 w 100"/>
              <a:gd name="T17" fmla="*/ 1343270 h 61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100" h="61">
                <a:moveTo>
                  <a:pt x="0" y="61"/>
                </a:moveTo>
                <a:cubicBezTo>
                  <a:pt x="4" y="54"/>
                  <a:pt x="13" y="48"/>
                  <a:pt x="22" y="48"/>
                </a:cubicBezTo>
                <a:cubicBezTo>
                  <a:pt x="78" y="48"/>
                  <a:pt x="78" y="48"/>
                  <a:pt x="78" y="48"/>
                </a:cubicBezTo>
                <a:cubicBezTo>
                  <a:pt x="90" y="48"/>
                  <a:pt x="100" y="38"/>
                  <a:pt x="100" y="26"/>
                </a:cubicBezTo>
                <a:cubicBezTo>
                  <a:pt x="100" y="22"/>
                  <a:pt x="100" y="22"/>
                  <a:pt x="100" y="22"/>
                </a:cubicBezTo>
                <a:cubicBezTo>
                  <a:pt x="100" y="10"/>
                  <a:pt x="90" y="0"/>
                  <a:pt x="78" y="0"/>
                </a:cubicBezTo>
                <a:cubicBezTo>
                  <a:pt x="22" y="0"/>
                  <a:pt x="22" y="0"/>
                  <a:pt x="22" y="0"/>
                </a:cubicBezTo>
                <a:cubicBezTo>
                  <a:pt x="10" y="0"/>
                  <a:pt x="0" y="10"/>
                  <a:pt x="0" y="22"/>
                </a:cubicBezTo>
                <a:lnTo>
                  <a:pt x="0" y="61"/>
                </a:lnTo>
                <a:close/>
              </a:path>
            </a:pathLst>
          </a:cu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5" name="Freeform 60" descr="D:\51PPT模板网\51pptmoban.com\图片.jpg">
            <a:extLst>
              <a:ext uri="{FF2B5EF4-FFF2-40B4-BE49-F238E27FC236}">
                <a16:creationId xmlns:a16="http://schemas.microsoft.com/office/drawing/2014/main" id="{0B040EA2-23C0-1C34-35B1-44D7B28E6353}"/>
              </a:ext>
            </a:extLst>
          </p:cNvPr>
          <p:cNvSpPr/>
          <p:nvPr/>
        </p:nvSpPr>
        <p:spPr bwMode="auto">
          <a:xfrm>
            <a:off x="6177513" y="2377649"/>
            <a:ext cx="1820470" cy="1113422"/>
          </a:xfrm>
          <a:custGeom>
            <a:avLst/>
            <a:gdLst>
              <a:gd name="T0" fmla="*/ 0 w 72"/>
              <a:gd name="T1" fmla="*/ 969852 h 44"/>
              <a:gd name="T2" fmla="*/ 352673 w 72"/>
              <a:gd name="T3" fmla="*/ 749431 h 44"/>
              <a:gd name="T4" fmla="*/ 1234355 w 72"/>
              <a:gd name="T5" fmla="*/ 749431 h 44"/>
              <a:gd name="T6" fmla="*/ 1587028 w 72"/>
              <a:gd name="T7" fmla="*/ 396758 h 44"/>
              <a:gd name="T8" fmla="*/ 1587028 w 72"/>
              <a:gd name="T9" fmla="*/ 352673 h 44"/>
              <a:gd name="T10" fmla="*/ 1234355 w 72"/>
              <a:gd name="T11" fmla="*/ 0 h 44"/>
              <a:gd name="T12" fmla="*/ 352673 w 72"/>
              <a:gd name="T13" fmla="*/ 0 h 44"/>
              <a:gd name="T14" fmla="*/ 0 w 72"/>
              <a:gd name="T15" fmla="*/ 352673 h 44"/>
              <a:gd name="T16" fmla="*/ 0 w 72"/>
              <a:gd name="T17" fmla="*/ 969852 h 44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0" t="0" r="r" b="b"/>
            <a:pathLst>
              <a:path w="72" h="44">
                <a:moveTo>
                  <a:pt x="0" y="44"/>
                </a:moveTo>
                <a:cubicBezTo>
                  <a:pt x="3" y="38"/>
                  <a:pt x="9" y="34"/>
                  <a:pt x="16" y="34"/>
                </a:cubicBezTo>
                <a:cubicBezTo>
                  <a:pt x="56" y="34"/>
                  <a:pt x="56" y="34"/>
                  <a:pt x="56" y="34"/>
                </a:cubicBezTo>
                <a:cubicBezTo>
                  <a:pt x="65" y="34"/>
                  <a:pt x="72" y="27"/>
                  <a:pt x="72" y="18"/>
                </a:cubicBezTo>
                <a:cubicBezTo>
                  <a:pt x="72" y="16"/>
                  <a:pt x="72" y="16"/>
                  <a:pt x="72" y="16"/>
                </a:cubicBezTo>
                <a:cubicBezTo>
                  <a:pt x="72" y="7"/>
                  <a:pt x="65" y="0"/>
                  <a:pt x="56" y="0"/>
                </a:cubicBezTo>
                <a:cubicBezTo>
                  <a:pt x="16" y="0"/>
                  <a:pt x="16" y="0"/>
                  <a:pt x="16" y="0"/>
                </a:cubicBezTo>
                <a:cubicBezTo>
                  <a:pt x="7" y="0"/>
                  <a:pt x="0" y="7"/>
                  <a:pt x="0" y="16"/>
                </a:cubicBezTo>
                <a:lnTo>
                  <a:pt x="0" y="44"/>
                </a:lnTo>
                <a:close/>
              </a:path>
            </a:pathLst>
          </a:custGeom>
          <a:solidFill>
            <a:srgbClr val="D5AC5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12" name="TextBox 24">
            <a:extLst>
              <a:ext uri="{FF2B5EF4-FFF2-40B4-BE49-F238E27FC236}">
                <a16:creationId xmlns:a16="http://schemas.microsoft.com/office/drawing/2014/main" id="{C34D4902-7C36-2D91-7090-E1BCA54D8FAC}"/>
              </a:ext>
            </a:extLst>
          </p:cNvPr>
          <p:cNvSpPr txBox="1"/>
          <p:nvPr/>
        </p:nvSpPr>
        <p:spPr>
          <a:xfrm>
            <a:off x="4315978" y="2098689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sp>
        <p:nvSpPr>
          <p:cNvPr id="13" name="TextBox 25">
            <a:extLst>
              <a:ext uri="{FF2B5EF4-FFF2-40B4-BE49-F238E27FC236}">
                <a16:creationId xmlns:a16="http://schemas.microsoft.com/office/drawing/2014/main" id="{A30FD311-0256-6B0D-F7B6-44CF3F0CBBF8}"/>
              </a:ext>
            </a:extLst>
          </p:cNvPr>
          <p:cNvSpPr txBox="1"/>
          <p:nvPr/>
        </p:nvSpPr>
        <p:spPr>
          <a:xfrm>
            <a:off x="6560849" y="2640059"/>
            <a:ext cx="1317776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4" name="Group 26" descr="D:\51PPT模板网\51pptmoban.com\图片.jpg">
            <a:extLst>
              <a:ext uri="{FF2B5EF4-FFF2-40B4-BE49-F238E27FC236}">
                <a16:creationId xmlns:a16="http://schemas.microsoft.com/office/drawing/2014/main" id="{7DDCD6B9-9E00-46AE-90F8-08EBD68B8206}"/>
              </a:ext>
            </a:extLst>
          </p:cNvPr>
          <p:cNvGrpSpPr/>
          <p:nvPr/>
        </p:nvGrpSpPr>
        <p:grpSpPr>
          <a:xfrm>
            <a:off x="3948848" y="3482995"/>
            <a:ext cx="424866" cy="421321"/>
            <a:chOff x="8469313" y="3354388"/>
            <a:chExt cx="479426" cy="477837"/>
          </a:xfrm>
          <a:solidFill>
            <a:schemeClr val="bg1"/>
          </a:solidFill>
        </p:grpSpPr>
        <p:sp>
          <p:nvSpPr>
            <p:cNvPr id="23" name="Rectangle 27">
              <a:extLst>
                <a:ext uri="{FF2B5EF4-FFF2-40B4-BE49-F238E27FC236}">
                  <a16:creationId xmlns:a16="http://schemas.microsoft.com/office/drawing/2014/main" id="{E8A54E32-964B-2989-2063-3FF6271415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8051" y="3441700"/>
              <a:ext cx="357188" cy="30162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4" name="Freeform 28">
              <a:extLst>
                <a:ext uri="{FF2B5EF4-FFF2-40B4-BE49-F238E27FC236}">
                  <a16:creationId xmlns:a16="http://schemas.microsoft.com/office/drawing/2014/main" id="{9B738837-C4FC-0369-57B1-A61A2A84CE42}"/>
                </a:ext>
              </a:extLst>
            </p:cNvPr>
            <p:cNvSpPr/>
            <p:nvPr/>
          </p:nvSpPr>
          <p:spPr bwMode="auto">
            <a:xfrm>
              <a:off x="8648701" y="3530600"/>
              <a:ext cx="85725" cy="90487"/>
            </a:xfrm>
            <a:custGeom>
              <a:avLst/>
              <a:gdLst>
                <a:gd name="T0" fmla="*/ 3 w 23"/>
                <a:gd name="T1" fmla="*/ 22 h 24"/>
                <a:gd name="T2" fmla="*/ 0 w 23"/>
                <a:gd name="T3" fmla="*/ 21 h 24"/>
                <a:gd name="T4" fmla="*/ 0 w 23"/>
                <a:gd name="T5" fmla="*/ 4 h 24"/>
                <a:gd name="T6" fmla="*/ 4 w 23"/>
                <a:gd name="T7" fmla="*/ 0 h 24"/>
                <a:gd name="T8" fmla="*/ 21 w 23"/>
                <a:gd name="T9" fmla="*/ 0 h 24"/>
                <a:gd name="T10" fmla="*/ 22 w 23"/>
                <a:gd name="T11" fmla="*/ 3 h 24"/>
                <a:gd name="T12" fmla="*/ 3 w 23"/>
                <a:gd name="T13" fmla="*/ 22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23" h="24">
                  <a:moveTo>
                    <a:pt x="3" y="22"/>
                  </a:moveTo>
                  <a:cubicBezTo>
                    <a:pt x="1" y="24"/>
                    <a:pt x="0" y="23"/>
                    <a:pt x="0" y="2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2"/>
                    <a:pt x="2" y="0"/>
                    <a:pt x="4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23" y="0"/>
                    <a:pt x="23" y="1"/>
                    <a:pt x="22" y="3"/>
                  </a:cubicBezTo>
                  <a:lnTo>
                    <a:pt x="3" y="2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5" name="Freeform 29">
              <a:extLst>
                <a:ext uri="{FF2B5EF4-FFF2-40B4-BE49-F238E27FC236}">
                  <a16:creationId xmlns:a16="http://schemas.microsoft.com/office/drawing/2014/main" id="{6394A742-5084-36B0-EBD5-5103CA4CC73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656638" y="3538538"/>
              <a:ext cx="250825" cy="252412"/>
            </a:xfrm>
            <a:custGeom>
              <a:avLst/>
              <a:gdLst>
                <a:gd name="T0" fmla="*/ 61 w 67"/>
                <a:gd name="T1" fmla="*/ 27 h 67"/>
                <a:gd name="T2" fmla="*/ 48 w 67"/>
                <a:gd name="T3" fmla="*/ 27 h 67"/>
                <a:gd name="T4" fmla="*/ 37 w 67"/>
                <a:gd name="T5" fmla="*/ 16 h 67"/>
                <a:gd name="T6" fmla="*/ 37 w 67"/>
                <a:gd name="T7" fmla="*/ 3 h 67"/>
                <a:gd name="T8" fmla="*/ 25 w 67"/>
                <a:gd name="T9" fmla="*/ 4 h 67"/>
                <a:gd name="T10" fmla="*/ 4 w 67"/>
                <a:gd name="T11" fmla="*/ 25 h 67"/>
                <a:gd name="T12" fmla="*/ 2 w 67"/>
                <a:gd name="T13" fmla="*/ 37 h 67"/>
                <a:gd name="T14" fmla="*/ 16 w 67"/>
                <a:gd name="T15" fmla="*/ 37 h 67"/>
                <a:gd name="T16" fmla="*/ 27 w 67"/>
                <a:gd name="T17" fmla="*/ 48 h 67"/>
                <a:gd name="T18" fmla="*/ 27 w 67"/>
                <a:gd name="T19" fmla="*/ 62 h 67"/>
                <a:gd name="T20" fmla="*/ 32 w 67"/>
                <a:gd name="T21" fmla="*/ 67 h 67"/>
                <a:gd name="T22" fmla="*/ 39 w 67"/>
                <a:gd name="T23" fmla="*/ 60 h 67"/>
                <a:gd name="T24" fmla="*/ 60 w 67"/>
                <a:gd name="T25" fmla="*/ 39 h 67"/>
                <a:gd name="T26" fmla="*/ 67 w 67"/>
                <a:gd name="T27" fmla="*/ 32 h 67"/>
                <a:gd name="T28" fmla="*/ 61 w 67"/>
                <a:gd name="T29" fmla="*/ 27 h 67"/>
                <a:gd name="T30" fmla="*/ 43 w 67"/>
                <a:gd name="T31" fmla="*/ 31 h 67"/>
                <a:gd name="T32" fmla="*/ 44 w 67"/>
                <a:gd name="T33" fmla="*/ 44 h 67"/>
                <a:gd name="T34" fmla="*/ 31 w 67"/>
                <a:gd name="T35" fmla="*/ 43 h 67"/>
                <a:gd name="T36" fmla="*/ 21 w 67"/>
                <a:gd name="T37" fmla="*/ 33 h 67"/>
                <a:gd name="T38" fmla="*/ 20 w 67"/>
                <a:gd name="T39" fmla="*/ 20 h 67"/>
                <a:gd name="T40" fmla="*/ 33 w 67"/>
                <a:gd name="T41" fmla="*/ 21 h 67"/>
                <a:gd name="T42" fmla="*/ 43 w 67"/>
                <a:gd name="T43" fmla="*/ 31 h 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7" h="67">
                  <a:moveTo>
                    <a:pt x="61" y="27"/>
                  </a:moveTo>
                  <a:cubicBezTo>
                    <a:pt x="58" y="31"/>
                    <a:pt x="51" y="31"/>
                    <a:pt x="48" y="27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3"/>
                    <a:pt x="33" y="6"/>
                    <a:pt x="37" y="3"/>
                  </a:cubicBezTo>
                  <a:cubicBezTo>
                    <a:pt x="33" y="0"/>
                    <a:pt x="28" y="1"/>
                    <a:pt x="25" y="4"/>
                  </a:cubicBezTo>
                  <a:cubicBezTo>
                    <a:pt x="4" y="25"/>
                    <a:pt x="4" y="25"/>
                    <a:pt x="4" y="25"/>
                  </a:cubicBezTo>
                  <a:cubicBezTo>
                    <a:pt x="1" y="28"/>
                    <a:pt x="0" y="33"/>
                    <a:pt x="2" y="37"/>
                  </a:cubicBezTo>
                  <a:cubicBezTo>
                    <a:pt x="6" y="33"/>
                    <a:pt x="12" y="34"/>
                    <a:pt x="16" y="37"/>
                  </a:cubicBezTo>
                  <a:cubicBezTo>
                    <a:pt x="27" y="48"/>
                    <a:pt x="27" y="48"/>
                    <a:pt x="27" y="48"/>
                  </a:cubicBezTo>
                  <a:cubicBezTo>
                    <a:pt x="30" y="52"/>
                    <a:pt x="30" y="58"/>
                    <a:pt x="27" y="62"/>
                  </a:cubicBezTo>
                  <a:cubicBezTo>
                    <a:pt x="32" y="67"/>
                    <a:pt x="32" y="67"/>
                    <a:pt x="32" y="67"/>
                  </a:cubicBezTo>
                  <a:cubicBezTo>
                    <a:pt x="39" y="60"/>
                    <a:pt x="39" y="60"/>
                    <a:pt x="39" y="60"/>
                  </a:cubicBezTo>
                  <a:cubicBezTo>
                    <a:pt x="60" y="39"/>
                    <a:pt x="60" y="39"/>
                    <a:pt x="60" y="39"/>
                  </a:cubicBezTo>
                  <a:cubicBezTo>
                    <a:pt x="67" y="32"/>
                    <a:pt x="67" y="32"/>
                    <a:pt x="67" y="32"/>
                  </a:cubicBezTo>
                  <a:lnTo>
                    <a:pt x="61" y="27"/>
                  </a:lnTo>
                  <a:close/>
                  <a:moveTo>
                    <a:pt x="43" y="31"/>
                  </a:moveTo>
                  <a:cubicBezTo>
                    <a:pt x="47" y="35"/>
                    <a:pt x="47" y="41"/>
                    <a:pt x="44" y="44"/>
                  </a:cubicBezTo>
                  <a:cubicBezTo>
                    <a:pt x="41" y="48"/>
                    <a:pt x="35" y="47"/>
                    <a:pt x="31" y="43"/>
                  </a:cubicBezTo>
                  <a:cubicBezTo>
                    <a:pt x="21" y="33"/>
                    <a:pt x="21" y="33"/>
                    <a:pt x="21" y="33"/>
                  </a:cubicBezTo>
                  <a:cubicBezTo>
                    <a:pt x="17" y="29"/>
                    <a:pt x="16" y="23"/>
                    <a:pt x="20" y="20"/>
                  </a:cubicBezTo>
                  <a:cubicBezTo>
                    <a:pt x="23" y="17"/>
                    <a:pt x="29" y="17"/>
                    <a:pt x="33" y="21"/>
                  </a:cubicBezTo>
                  <a:lnTo>
                    <a:pt x="43" y="3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6" name="Freeform 30">
              <a:extLst>
                <a:ext uri="{FF2B5EF4-FFF2-40B4-BE49-F238E27FC236}">
                  <a16:creationId xmlns:a16="http://schemas.microsoft.com/office/drawing/2014/main" id="{34AF3D32-1658-AB95-74C5-3E8A3DD2B68B}"/>
                </a:ext>
              </a:extLst>
            </p:cNvPr>
            <p:cNvSpPr/>
            <p:nvPr/>
          </p:nvSpPr>
          <p:spPr bwMode="auto">
            <a:xfrm>
              <a:off x="8788401" y="3673475"/>
              <a:ext cx="160338" cy="158750"/>
            </a:xfrm>
            <a:custGeom>
              <a:avLst/>
              <a:gdLst>
                <a:gd name="T0" fmla="*/ 35 w 43"/>
                <a:gd name="T1" fmla="*/ 0 h 42"/>
                <a:gd name="T2" fmla="*/ 31 w 43"/>
                <a:gd name="T3" fmla="*/ 4 h 42"/>
                <a:gd name="T4" fmla="*/ 5 w 43"/>
                <a:gd name="T5" fmla="*/ 30 h 42"/>
                <a:gd name="T6" fmla="*/ 0 w 43"/>
                <a:gd name="T7" fmla="*/ 35 h 42"/>
                <a:gd name="T8" fmla="*/ 5 w 43"/>
                <a:gd name="T9" fmla="*/ 40 h 42"/>
                <a:gd name="T10" fmla="*/ 14 w 43"/>
                <a:gd name="T11" fmla="*/ 40 h 42"/>
                <a:gd name="T12" fmla="*/ 41 w 43"/>
                <a:gd name="T13" fmla="*/ 13 h 42"/>
                <a:gd name="T14" fmla="*/ 41 w 43"/>
                <a:gd name="T15" fmla="*/ 5 h 42"/>
                <a:gd name="T16" fmla="*/ 35 w 43"/>
                <a:gd name="T17" fmla="*/ 0 h 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3" h="42">
                  <a:moveTo>
                    <a:pt x="35" y="0"/>
                  </a:moveTo>
                  <a:cubicBezTo>
                    <a:pt x="31" y="4"/>
                    <a:pt x="31" y="4"/>
                    <a:pt x="31" y="4"/>
                  </a:cubicBezTo>
                  <a:cubicBezTo>
                    <a:pt x="5" y="30"/>
                    <a:pt x="5" y="30"/>
                    <a:pt x="5" y="3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5" y="40"/>
                    <a:pt x="5" y="40"/>
                    <a:pt x="5" y="40"/>
                  </a:cubicBezTo>
                  <a:cubicBezTo>
                    <a:pt x="8" y="42"/>
                    <a:pt x="12" y="42"/>
                    <a:pt x="14" y="40"/>
                  </a:cubicBezTo>
                  <a:cubicBezTo>
                    <a:pt x="41" y="13"/>
                    <a:pt x="41" y="13"/>
                    <a:pt x="41" y="13"/>
                  </a:cubicBezTo>
                  <a:cubicBezTo>
                    <a:pt x="43" y="11"/>
                    <a:pt x="43" y="7"/>
                    <a:pt x="41" y="5"/>
                  </a:cubicBezTo>
                  <a:lnTo>
                    <a:pt x="35" y="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7" name="Rectangle 31">
              <a:extLst>
                <a:ext uri="{FF2B5EF4-FFF2-40B4-BE49-F238E27FC236}">
                  <a16:creationId xmlns:a16="http://schemas.microsoft.com/office/drawing/2014/main" id="{706B956B-D65E-4EEA-F240-465CEEDAB1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28051" y="3502025"/>
              <a:ext cx="60325" cy="149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8" name="Freeform 32">
              <a:extLst>
                <a:ext uri="{FF2B5EF4-FFF2-40B4-BE49-F238E27FC236}">
                  <a16:creationId xmlns:a16="http://schemas.microsoft.com/office/drawing/2014/main" id="{3003A456-0F28-FF79-A8D1-27C01E76456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69313" y="3354388"/>
              <a:ext cx="476250" cy="387350"/>
            </a:xfrm>
            <a:custGeom>
              <a:avLst/>
              <a:gdLst>
                <a:gd name="T0" fmla="*/ 120 w 127"/>
                <a:gd name="T1" fmla="*/ 0 h 103"/>
                <a:gd name="T2" fmla="*/ 7 w 127"/>
                <a:gd name="T3" fmla="*/ 0 h 103"/>
                <a:gd name="T4" fmla="*/ 0 w 127"/>
                <a:gd name="T5" fmla="*/ 6 h 103"/>
                <a:gd name="T6" fmla="*/ 0 w 127"/>
                <a:gd name="T7" fmla="*/ 96 h 103"/>
                <a:gd name="T8" fmla="*/ 7 w 127"/>
                <a:gd name="T9" fmla="*/ 103 h 103"/>
                <a:gd name="T10" fmla="*/ 64 w 127"/>
                <a:gd name="T11" fmla="*/ 103 h 103"/>
                <a:gd name="T12" fmla="*/ 64 w 127"/>
                <a:gd name="T13" fmla="*/ 102 h 103"/>
                <a:gd name="T14" fmla="*/ 56 w 127"/>
                <a:gd name="T15" fmla="*/ 95 h 103"/>
                <a:gd name="T16" fmla="*/ 8 w 127"/>
                <a:gd name="T17" fmla="*/ 95 h 103"/>
                <a:gd name="T18" fmla="*/ 8 w 127"/>
                <a:gd name="T19" fmla="*/ 15 h 103"/>
                <a:gd name="T20" fmla="*/ 119 w 127"/>
                <a:gd name="T21" fmla="*/ 15 h 103"/>
                <a:gd name="T22" fmla="*/ 119 w 127"/>
                <a:gd name="T23" fmla="*/ 73 h 103"/>
                <a:gd name="T24" fmla="*/ 120 w 127"/>
                <a:gd name="T25" fmla="*/ 74 h 103"/>
                <a:gd name="T26" fmla="*/ 120 w 127"/>
                <a:gd name="T27" fmla="*/ 74 h 103"/>
                <a:gd name="T28" fmla="*/ 126 w 127"/>
                <a:gd name="T29" fmla="*/ 79 h 103"/>
                <a:gd name="T30" fmla="*/ 127 w 127"/>
                <a:gd name="T31" fmla="*/ 80 h 103"/>
                <a:gd name="T32" fmla="*/ 127 w 127"/>
                <a:gd name="T33" fmla="*/ 6 h 103"/>
                <a:gd name="T34" fmla="*/ 120 w 127"/>
                <a:gd name="T35" fmla="*/ 0 h 103"/>
                <a:gd name="T36" fmla="*/ 15 w 127"/>
                <a:gd name="T37" fmla="*/ 10 h 103"/>
                <a:gd name="T38" fmla="*/ 8 w 127"/>
                <a:gd name="T39" fmla="*/ 10 h 103"/>
                <a:gd name="T40" fmla="*/ 8 w 127"/>
                <a:gd name="T41" fmla="*/ 5 h 103"/>
                <a:gd name="T42" fmla="*/ 15 w 127"/>
                <a:gd name="T43" fmla="*/ 5 h 103"/>
                <a:gd name="T44" fmla="*/ 15 w 127"/>
                <a:gd name="T45" fmla="*/ 10 h 103"/>
                <a:gd name="T46" fmla="*/ 119 w 127"/>
                <a:gd name="T47" fmla="*/ 10 h 103"/>
                <a:gd name="T48" fmla="*/ 88 w 127"/>
                <a:gd name="T49" fmla="*/ 10 h 103"/>
                <a:gd name="T50" fmla="*/ 88 w 127"/>
                <a:gd name="T51" fmla="*/ 5 h 103"/>
                <a:gd name="T52" fmla="*/ 119 w 127"/>
                <a:gd name="T53" fmla="*/ 5 h 103"/>
                <a:gd name="T54" fmla="*/ 119 w 127"/>
                <a:gd name="T55" fmla="*/ 10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27" h="103">
                  <a:moveTo>
                    <a:pt x="120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6"/>
                  </a:cubicBezTo>
                  <a:cubicBezTo>
                    <a:pt x="0" y="96"/>
                    <a:pt x="0" y="96"/>
                    <a:pt x="0" y="96"/>
                  </a:cubicBezTo>
                  <a:cubicBezTo>
                    <a:pt x="0" y="100"/>
                    <a:pt x="3" y="103"/>
                    <a:pt x="7" y="103"/>
                  </a:cubicBezTo>
                  <a:cubicBezTo>
                    <a:pt x="64" y="103"/>
                    <a:pt x="64" y="103"/>
                    <a:pt x="64" y="103"/>
                  </a:cubicBezTo>
                  <a:cubicBezTo>
                    <a:pt x="64" y="103"/>
                    <a:pt x="64" y="102"/>
                    <a:pt x="64" y="102"/>
                  </a:cubicBezTo>
                  <a:cubicBezTo>
                    <a:pt x="56" y="95"/>
                    <a:pt x="56" y="95"/>
                    <a:pt x="56" y="95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8" y="15"/>
                    <a:pt x="8" y="15"/>
                    <a:pt x="8" y="15"/>
                  </a:cubicBezTo>
                  <a:cubicBezTo>
                    <a:pt x="119" y="15"/>
                    <a:pt x="119" y="15"/>
                    <a:pt x="119" y="15"/>
                  </a:cubicBezTo>
                  <a:cubicBezTo>
                    <a:pt x="119" y="73"/>
                    <a:pt x="119" y="73"/>
                    <a:pt x="119" y="73"/>
                  </a:cubicBezTo>
                  <a:cubicBezTo>
                    <a:pt x="120" y="74"/>
                    <a:pt x="120" y="74"/>
                    <a:pt x="120" y="74"/>
                  </a:cubicBezTo>
                  <a:cubicBezTo>
                    <a:pt x="120" y="74"/>
                    <a:pt x="120" y="74"/>
                    <a:pt x="120" y="74"/>
                  </a:cubicBezTo>
                  <a:cubicBezTo>
                    <a:pt x="126" y="79"/>
                    <a:pt x="126" y="79"/>
                    <a:pt x="126" y="79"/>
                  </a:cubicBezTo>
                  <a:cubicBezTo>
                    <a:pt x="127" y="80"/>
                    <a:pt x="127" y="80"/>
                    <a:pt x="127" y="80"/>
                  </a:cubicBezTo>
                  <a:cubicBezTo>
                    <a:pt x="127" y="6"/>
                    <a:pt x="127" y="6"/>
                    <a:pt x="127" y="6"/>
                  </a:cubicBezTo>
                  <a:cubicBezTo>
                    <a:pt x="127" y="3"/>
                    <a:pt x="124" y="0"/>
                    <a:pt x="120" y="0"/>
                  </a:cubicBezTo>
                  <a:close/>
                  <a:moveTo>
                    <a:pt x="15" y="10"/>
                  </a:moveTo>
                  <a:cubicBezTo>
                    <a:pt x="8" y="10"/>
                    <a:pt x="8" y="10"/>
                    <a:pt x="8" y="10"/>
                  </a:cubicBezTo>
                  <a:cubicBezTo>
                    <a:pt x="8" y="5"/>
                    <a:pt x="8" y="5"/>
                    <a:pt x="8" y="5"/>
                  </a:cubicBezTo>
                  <a:cubicBezTo>
                    <a:pt x="15" y="5"/>
                    <a:pt x="15" y="5"/>
                    <a:pt x="15" y="5"/>
                  </a:cubicBezTo>
                  <a:lnTo>
                    <a:pt x="15" y="10"/>
                  </a:lnTo>
                  <a:close/>
                  <a:moveTo>
                    <a:pt x="119" y="10"/>
                  </a:moveTo>
                  <a:cubicBezTo>
                    <a:pt x="88" y="10"/>
                    <a:pt x="88" y="10"/>
                    <a:pt x="88" y="10"/>
                  </a:cubicBezTo>
                  <a:cubicBezTo>
                    <a:pt x="88" y="5"/>
                    <a:pt x="88" y="5"/>
                    <a:pt x="88" y="5"/>
                  </a:cubicBezTo>
                  <a:cubicBezTo>
                    <a:pt x="119" y="5"/>
                    <a:pt x="119" y="5"/>
                    <a:pt x="119" y="5"/>
                  </a:cubicBezTo>
                  <a:lnTo>
                    <a:pt x="119" y="1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5" name="TextBox 33">
            <a:extLst>
              <a:ext uri="{FF2B5EF4-FFF2-40B4-BE49-F238E27FC236}">
                <a16:creationId xmlns:a16="http://schemas.microsoft.com/office/drawing/2014/main" id="{2907FDE5-35DD-2042-6F87-8C86A0F51BBD}"/>
              </a:ext>
            </a:extLst>
          </p:cNvPr>
          <p:cNvSpPr txBox="1"/>
          <p:nvPr/>
        </p:nvSpPr>
        <p:spPr>
          <a:xfrm>
            <a:off x="4345135" y="3479875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16" name="Group 34" descr="D:\51PPT模板网\51pptmoban.com\图片.jpg">
            <a:extLst>
              <a:ext uri="{FF2B5EF4-FFF2-40B4-BE49-F238E27FC236}">
                <a16:creationId xmlns:a16="http://schemas.microsoft.com/office/drawing/2014/main" id="{B865A774-2FD4-B9B2-B427-E98D45ACB030}"/>
              </a:ext>
            </a:extLst>
          </p:cNvPr>
          <p:cNvGrpSpPr/>
          <p:nvPr/>
        </p:nvGrpSpPr>
        <p:grpSpPr>
          <a:xfrm>
            <a:off x="6771631" y="3805804"/>
            <a:ext cx="413609" cy="408716"/>
            <a:chOff x="8334375" y="4232275"/>
            <a:chExt cx="466725" cy="463550"/>
          </a:xfrm>
          <a:solidFill>
            <a:schemeClr val="bg1"/>
          </a:solidFill>
        </p:grpSpPr>
        <p:sp>
          <p:nvSpPr>
            <p:cNvPr id="18" name="Freeform 35">
              <a:extLst>
                <a:ext uri="{FF2B5EF4-FFF2-40B4-BE49-F238E27FC236}">
                  <a16:creationId xmlns:a16="http://schemas.microsoft.com/office/drawing/2014/main" id="{14E7E0AC-7CED-4EAD-5A04-630044A8C6A3}"/>
                </a:ext>
              </a:extLst>
            </p:cNvPr>
            <p:cNvSpPr/>
            <p:nvPr/>
          </p:nvSpPr>
          <p:spPr bwMode="auto">
            <a:xfrm>
              <a:off x="8421688" y="4494213"/>
              <a:ext cx="292100" cy="33338"/>
            </a:xfrm>
            <a:custGeom>
              <a:avLst/>
              <a:gdLst>
                <a:gd name="T0" fmla="*/ 65 w 78"/>
                <a:gd name="T1" fmla="*/ 0 h 9"/>
                <a:gd name="T2" fmla="*/ 12 w 78"/>
                <a:gd name="T3" fmla="*/ 0 h 9"/>
                <a:gd name="T4" fmla="*/ 0 w 78"/>
                <a:gd name="T5" fmla="*/ 9 h 9"/>
                <a:gd name="T6" fmla="*/ 78 w 78"/>
                <a:gd name="T7" fmla="*/ 9 h 9"/>
                <a:gd name="T8" fmla="*/ 65 w 78"/>
                <a:gd name="T9" fmla="*/ 0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78" h="9">
                  <a:moveTo>
                    <a:pt x="65" y="0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1" y="4"/>
                    <a:pt x="0" y="9"/>
                  </a:cubicBezTo>
                  <a:cubicBezTo>
                    <a:pt x="78" y="9"/>
                    <a:pt x="78" y="9"/>
                    <a:pt x="78" y="9"/>
                  </a:cubicBezTo>
                  <a:cubicBezTo>
                    <a:pt x="76" y="4"/>
                    <a:pt x="71" y="0"/>
                    <a:pt x="65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19" name="Freeform 36">
              <a:extLst>
                <a:ext uri="{FF2B5EF4-FFF2-40B4-BE49-F238E27FC236}">
                  <a16:creationId xmlns:a16="http://schemas.microsoft.com/office/drawing/2014/main" id="{21669672-879B-1D60-2714-C714C8C6F19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416925" y="4565650"/>
              <a:ext cx="296863" cy="130175"/>
            </a:xfrm>
            <a:custGeom>
              <a:avLst/>
              <a:gdLst>
                <a:gd name="T0" fmla="*/ 0 w 79"/>
                <a:gd name="T1" fmla="*/ 0 h 35"/>
                <a:gd name="T2" fmla="*/ 0 w 79"/>
                <a:gd name="T3" fmla="*/ 22 h 35"/>
                <a:gd name="T4" fmla="*/ 13 w 79"/>
                <a:gd name="T5" fmla="*/ 35 h 35"/>
                <a:gd name="T6" fmla="*/ 66 w 79"/>
                <a:gd name="T7" fmla="*/ 35 h 35"/>
                <a:gd name="T8" fmla="*/ 79 w 79"/>
                <a:gd name="T9" fmla="*/ 22 h 35"/>
                <a:gd name="T10" fmla="*/ 79 w 79"/>
                <a:gd name="T11" fmla="*/ 0 h 35"/>
                <a:gd name="T12" fmla="*/ 0 w 79"/>
                <a:gd name="T13" fmla="*/ 0 h 35"/>
                <a:gd name="T14" fmla="*/ 22 w 79"/>
                <a:gd name="T15" fmla="*/ 25 h 35"/>
                <a:gd name="T16" fmla="*/ 13 w 79"/>
                <a:gd name="T17" fmla="*/ 25 h 35"/>
                <a:gd name="T18" fmla="*/ 10 w 79"/>
                <a:gd name="T19" fmla="*/ 22 h 35"/>
                <a:gd name="T20" fmla="*/ 13 w 79"/>
                <a:gd name="T21" fmla="*/ 20 h 35"/>
                <a:gd name="T22" fmla="*/ 22 w 79"/>
                <a:gd name="T23" fmla="*/ 20 h 35"/>
                <a:gd name="T24" fmla="*/ 25 w 79"/>
                <a:gd name="T25" fmla="*/ 22 h 35"/>
                <a:gd name="T26" fmla="*/ 22 w 79"/>
                <a:gd name="T27" fmla="*/ 25 h 35"/>
                <a:gd name="T28" fmla="*/ 42 w 79"/>
                <a:gd name="T29" fmla="*/ 15 h 35"/>
                <a:gd name="T30" fmla="*/ 13 w 79"/>
                <a:gd name="T31" fmla="*/ 15 h 35"/>
                <a:gd name="T32" fmla="*/ 10 w 79"/>
                <a:gd name="T33" fmla="*/ 13 h 35"/>
                <a:gd name="T34" fmla="*/ 13 w 79"/>
                <a:gd name="T35" fmla="*/ 10 h 35"/>
                <a:gd name="T36" fmla="*/ 42 w 79"/>
                <a:gd name="T37" fmla="*/ 10 h 35"/>
                <a:gd name="T38" fmla="*/ 45 w 79"/>
                <a:gd name="T39" fmla="*/ 13 h 35"/>
                <a:gd name="T40" fmla="*/ 42 w 79"/>
                <a:gd name="T41" fmla="*/ 15 h 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79" h="35">
                  <a:moveTo>
                    <a:pt x="0" y="0"/>
                  </a:moveTo>
                  <a:cubicBezTo>
                    <a:pt x="0" y="22"/>
                    <a:pt x="0" y="22"/>
                    <a:pt x="0" y="22"/>
                  </a:cubicBezTo>
                  <a:cubicBezTo>
                    <a:pt x="0" y="29"/>
                    <a:pt x="6" y="35"/>
                    <a:pt x="13" y="35"/>
                  </a:cubicBezTo>
                  <a:cubicBezTo>
                    <a:pt x="66" y="35"/>
                    <a:pt x="66" y="35"/>
                    <a:pt x="66" y="35"/>
                  </a:cubicBezTo>
                  <a:cubicBezTo>
                    <a:pt x="73" y="35"/>
                    <a:pt x="79" y="29"/>
                    <a:pt x="79" y="22"/>
                  </a:cubicBezTo>
                  <a:cubicBezTo>
                    <a:pt x="79" y="0"/>
                    <a:pt x="79" y="0"/>
                    <a:pt x="79" y="0"/>
                  </a:cubicBezTo>
                  <a:lnTo>
                    <a:pt x="0" y="0"/>
                  </a:lnTo>
                  <a:close/>
                  <a:moveTo>
                    <a:pt x="22" y="25"/>
                  </a:moveTo>
                  <a:cubicBezTo>
                    <a:pt x="13" y="25"/>
                    <a:pt x="13" y="25"/>
                    <a:pt x="13" y="25"/>
                  </a:cubicBezTo>
                  <a:cubicBezTo>
                    <a:pt x="11" y="25"/>
                    <a:pt x="10" y="24"/>
                    <a:pt x="10" y="22"/>
                  </a:cubicBezTo>
                  <a:cubicBezTo>
                    <a:pt x="10" y="21"/>
                    <a:pt x="11" y="20"/>
                    <a:pt x="13" y="20"/>
                  </a:cubicBezTo>
                  <a:cubicBezTo>
                    <a:pt x="22" y="20"/>
                    <a:pt x="22" y="20"/>
                    <a:pt x="22" y="20"/>
                  </a:cubicBezTo>
                  <a:cubicBezTo>
                    <a:pt x="24" y="20"/>
                    <a:pt x="25" y="21"/>
                    <a:pt x="25" y="22"/>
                  </a:cubicBezTo>
                  <a:cubicBezTo>
                    <a:pt x="25" y="24"/>
                    <a:pt x="24" y="25"/>
                    <a:pt x="22" y="25"/>
                  </a:cubicBezTo>
                  <a:close/>
                  <a:moveTo>
                    <a:pt x="42" y="15"/>
                  </a:moveTo>
                  <a:cubicBezTo>
                    <a:pt x="13" y="15"/>
                    <a:pt x="13" y="15"/>
                    <a:pt x="13" y="15"/>
                  </a:cubicBezTo>
                  <a:cubicBezTo>
                    <a:pt x="11" y="15"/>
                    <a:pt x="10" y="14"/>
                    <a:pt x="10" y="13"/>
                  </a:cubicBezTo>
                  <a:cubicBezTo>
                    <a:pt x="10" y="11"/>
                    <a:pt x="11" y="10"/>
                    <a:pt x="13" y="10"/>
                  </a:cubicBezTo>
                  <a:cubicBezTo>
                    <a:pt x="42" y="10"/>
                    <a:pt x="42" y="10"/>
                    <a:pt x="42" y="10"/>
                  </a:cubicBezTo>
                  <a:cubicBezTo>
                    <a:pt x="43" y="10"/>
                    <a:pt x="45" y="11"/>
                    <a:pt x="45" y="13"/>
                  </a:cubicBezTo>
                  <a:cubicBezTo>
                    <a:pt x="45" y="14"/>
                    <a:pt x="43" y="15"/>
                    <a:pt x="42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0" name="Freeform 37">
              <a:extLst>
                <a:ext uri="{FF2B5EF4-FFF2-40B4-BE49-F238E27FC236}">
                  <a16:creationId xmlns:a16="http://schemas.microsoft.com/office/drawing/2014/main" id="{D3451DCA-2359-BD1C-3821-F3DFE821285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8334375" y="4232275"/>
              <a:ext cx="466725" cy="377825"/>
            </a:xfrm>
            <a:custGeom>
              <a:avLst/>
              <a:gdLst>
                <a:gd name="T0" fmla="*/ 117 w 124"/>
                <a:gd name="T1" fmla="*/ 0 h 101"/>
                <a:gd name="T2" fmla="*/ 7 w 124"/>
                <a:gd name="T3" fmla="*/ 0 h 101"/>
                <a:gd name="T4" fmla="*/ 0 w 124"/>
                <a:gd name="T5" fmla="*/ 7 h 101"/>
                <a:gd name="T6" fmla="*/ 0 w 124"/>
                <a:gd name="T7" fmla="*/ 94 h 101"/>
                <a:gd name="T8" fmla="*/ 7 w 124"/>
                <a:gd name="T9" fmla="*/ 101 h 101"/>
                <a:gd name="T10" fmla="*/ 15 w 124"/>
                <a:gd name="T11" fmla="*/ 101 h 101"/>
                <a:gd name="T12" fmla="*/ 15 w 124"/>
                <a:gd name="T13" fmla="*/ 93 h 101"/>
                <a:gd name="T14" fmla="*/ 7 w 124"/>
                <a:gd name="T15" fmla="*/ 93 h 101"/>
                <a:gd name="T16" fmla="*/ 7 w 124"/>
                <a:gd name="T17" fmla="*/ 15 h 101"/>
                <a:gd name="T18" fmla="*/ 116 w 124"/>
                <a:gd name="T19" fmla="*/ 15 h 101"/>
                <a:gd name="T20" fmla="*/ 116 w 124"/>
                <a:gd name="T21" fmla="*/ 93 h 101"/>
                <a:gd name="T22" fmla="*/ 108 w 124"/>
                <a:gd name="T23" fmla="*/ 93 h 101"/>
                <a:gd name="T24" fmla="*/ 108 w 124"/>
                <a:gd name="T25" fmla="*/ 101 h 101"/>
                <a:gd name="T26" fmla="*/ 117 w 124"/>
                <a:gd name="T27" fmla="*/ 101 h 101"/>
                <a:gd name="T28" fmla="*/ 124 w 124"/>
                <a:gd name="T29" fmla="*/ 94 h 101"/>
                <a:gd name="T30" fmla="*/ 124 w 124"/>
                <a:gd name="T31" fmla="*/ 7 h 101"/>
                <a:gd name="T32" fmla="*/ 117 w 124"/>
                <a:gd name="T33" fmla="*/ 0 h 101"/>
                <a:gd name="T34" fmla="*/ 14 w 124"/>
                <a:gd name="T35" fmla="*/ 11 h 101"/>
                <a:gd name="T36" fmla="*/ 7 w 124"/>
                <a:gd name="T37" fmla="*/ 11 h 101"/>
                <a:gd name="T38" fmla="*/ 7 w 124"/>
                <a:gd name="T39" fmla="*/ 5 h 101"/>
                <a:gd name="T40" fmla="*/ 14 w 124"/>
                <a:gd name="T41" fmla="*/ 5 h 101"/>
                <a:gd name="T42" fmla="*/ 14 w 124"/>
                <a:gd name="T43" fmla="*/ 11 h 101"/>
                <a:gd name="T44" fmla="*/ 116 w 124"/>
                <a:gd name="T45" fmla="*/ 11 h 101"/>
                <a:gd name="T46" fmla="*/ 85 w 124"/>
                <a:gd name="T47" fmla="*/ 11 h 101"/>
                <a:gd name="T48" fmla="*/ 85 w 124"/>
                <a:gd name="T49" fmla="*/ 5 h 101"/>
                <a:gd name="T50" fmla="*/ 116 w 124"/>
                <a:gd name="T51" fmla="*/ 5 h 101"/>
                <a:gd name="T52" fmla="*/ 116 w 124"/>
                <a:gd name="T53" fmla="*/ 11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124" h="101">
                  <a:moveTo>
                    <a:pt x="117" y="0"/>
                  </a:moveTo>
                  <a:cubicBezTo>
                    <a:pt x="7" y="0"/>
                    <a:pt x="7" y="0"/>
                    <a:pt x="7" y="0"/>
                  </a:cubicBezTo>
                  <a:cubicBezTo>
                    <a:pt x="3" y="0"/>
                    <a:pt x="0" y="3"/>
                    <a:pt x="0" y="7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0" y="98"/>
                    <a:pt x="3" y="101"/>
                    <a:pt x="7" y="101"/>
                  </a:cubicBezTo>
                  <a:cubicBezTo>
                    <a:pt x="15" y="101"/>
                    <a:pt x="15" y="101"/>
                    <a:pt x="15" y="101"/>
                  </a:cubicBezTo>
                  <a:cubicBezTo>
                    <a:pt x="15" y="93"/>
                    <a:pt x="15" y="93"/>
                    <a:pt x="15" y="93"/>
                  </a:cubicBezTo>
                  <a:cubicBezTo>
                    <a:pt x="7" y="93"/>
                    <a:pt x="7" y="93"/>
                    <a:pt x="7" y="93"/>
                  </a:cubicBezTo>
                  <a:cubicBezTo>
                    <a:pt x="7" y="15"/>
                    <a:pt x="7" y="15"/>
                    <a:pt x="7" y="15"/>
                  </a:cubicBezTo>
                  <a:cubicBezTo>
                    <a:pt x="116" y="15"/>
                    <a:pt x="116" y="15"/>
                    <a:pt x="116" y="15"/>
                  </a:cubicBezTo>
                  <a:cubicBezTo>
                    <a:pt x="116" y="93"/>
                    <a:pt x="116" y="93"/>
                    <a:pt x="116" y="93"/>
                  </a:cubicBezTo>
                  <a:cubicBezTo>
                    <a:pt x="108" y="93"/>
                    <a:pt x="108" y="93"/>
                    <a:pt x="108" y="93"/>
                  </a:cubicBezTo>
                  <a:cubicBezTo>
                    <a:pt x="108" y="101"/>
                    <a:pt x="108" y="101"/>
                    <a:pt x="108" y="101"/>
                  </a:cubicBezTo>
                  <a:cubicBezTo>
                    <a:pt x="117" y="101"/>
                    <a:pt x="117" y="101"/>
                    <a:pt x="117" y="101"/>
                  </a:cubicBezTo>
                  <a:cubicBezTo>
                    <a:pt x="121" y="101"/>
                    <a:pt x="124" y="98"/>
                    <a:pt x="124" y="94"/>
                  </a:cubicBezTo>
                  <a:cubicBezTo>
                    <a:pt x="124" y="7"/>
                    <a:pt x="124" y="7"/>
                    <a:pt x="124" y="7"/>
                  </a:cubicBezTo>
                  <a:cubicBezTo>
                    <a:pt x="124" y="3"/>
                    <a:pt x="121" y="0"/>
                    <a:pt x="117" y="0"/>
                  </a:cubicBezTo>
                  <a:close/>
                  <a:moveTo>
                    <a:pt x="14" y="11"/>
                  </a:moveTo>
                  <a:cubicBezTo>
                    <a:pt x="7" y="11"/>
                    <a:pt x="7" y="11"/>
                    <a:pt x="7" y="11"/>
                  </a:cubicBezTo>
                  <a:cubicBezTo>
                    <a:pt x="7" y="5"/>
                    <a:pt x="7" y="5"/>
                    <a:pt x="7" y="5"/>
                  </a:cubicBezTo>
                  <a:cubicBezTo>
                    <a:pt x="14" y="5"/>
                    <a:pt x="14" y="5"/>
                    <a:pt x="14" y="5"/>
                  </a:cubicBezTo>
                  <a:lnTo>
                    <a:pt x="14" y="11"/>
                  </a:lnTo>
                  <a:close/>
                  <a:moveTo>
                    <a:pt x="116" y="11"/>
                  </a:moveTo>
                  <a:cubicBezTo>
                    <a:pt x="85" y="11"/>
                    <a:pt x="85" y="11"/>
                    <a:pt x="85" y="11"/>
                  </a:cubicBezTo>
                  <a:cubicBezTo>
                    <a:pt x="85" y="5"/>
                    <a:pt x="85" y="5"/>
                    <a:pt x="85" y="5"/>
                  </a:cubicBezTo>
                  <a:cubicBezTo>
                    <a:pt x="116" y="5"/>
                    <a:pt x="116" y="5"/>
                    <a:pt x="116" y="5"/>
                  </a:cubicBezTo>
                  <a:lnTo>
                    <a:pt x="116" y="1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1" name="Freeform 38">
              <a:extLst>
                <a:ext uri="{FF2B5EF4-FFF2-40B4-BE49-F238E27FC236}">
                  <a16:creationId xmlns:a16="http://schemas.microsoft.com/office/drawing/2014/main" id="{0A94DC69-2F05-9ECB-DF67-7041F14F66EA}"/>
                </a:ext>
              </a:extLst>
            </p:cNvPr>
            <p:cNvSpPr/>
            <p:nvPr/>
          </p:nvSpPr>
          <p:spPr bwMode="auto">
            <a:xfrm>
              <a:off x="8443913" y="4318000"/>
              <a:ext cx="82550" cy="146050"/>
            </a:xfrm>
            <a:custGeom>
              <a:avLst/>
              <a:gdLst>
                <a:gd name="T0" fmla="*/ 0 w 22"/>
                <a:gd name="T1" fmla="*/ 13 h 39"/>
                <a:gd name="T2" fmla="*/ 9 w 22"/>
                <a:gd name="T3" fmla="*/ 22 h 39"/>
                <a:gd name="T4" fmla="*/ 15 w 22"/>
                <a:gd name="T5" fmla="*/ 27 h 39"/>
                <a:gd name="T6" fmla="*/ 10 w 22"/>
                <a:gd name="T7" fmla="*/ 30 h 39"/>
                <a:gd name="T8" fmla="*/ 2 w 22"/>
                <a:gd name="T9" fmla="*/ 28 h 39"/>
                <a:gd name="T10" fmla="*/ 0 w 22"/>
                <a:gd name="T11" fmla="*/ 33 h 39"/>
                <a:gd name="T12" fmla="*/ 9 w 22"/>
                <a:gd name="T13" fmla="*/ 36 h 39"/>
                <a:gd name="T14" fmla="*/ 9 w 22"/>
                <a:gd name="T15" fmla="*/ 36 h 39"/>
                <a:gd name="T16" fmla="*/ 9 w 22"/>
                <a:gd name="T17" fmla="*/ 36 h 39"/>
                <a:gd name="T18" fmla="*/ 9 w 22"/>
                <a:gd name="T19" fmla="*/ 37 h 39"/>
                <a:gd name="T20" fmla="*/ 11 w 22"/>
                <a:gd name="T21" fmla="*/ 39 h 39"/>
                <a:gd name="T22" fmla="*/ 14 w 22"/>
                <a:gd name="T23" fmla="*/ 37 h 39"/>
                <a:gd name="T24" fmla="*/ 14 w 22"/>
                <a:gd name="T25" fmla="*/ 36 h 39"/>
                <a:gd name="T26" fmla="*/ 14 w 22"/>
                <a:gd name="T27" fmla="*/ 36 h 39"/>
                <a:gd name="T28" fmla="*/ 14 w 22"/>
                <a:gd name="T29" fmla="*/ 35 h 39"/>
                <a:gd name="T30" fmla="*/ 22 w 22"/>
                <a:gd name="T31" fmla="*/ 26 h 39"/>
                <a:gd name="T32" fmla="*/ 14 w 22"/>
                <a:gd name="T33" fmla="*/ 16 h 39"/>
                <a:gd name="T34" fmla="*/ 8 w 22"/>
                <a:gd name="T35" fmla="*/ 12 h 39"/>
                <a:gd name="T36" fmla="*/ 12 w 22"/>
                <a:gd name="T37" fmla="*/ 9 h 39"/>
                <a:gd name="T38" fmla="*/ 20 w 22"/>
                <a:gd name="T39" fmla="*/ 11 h 39"/>
                <a:gd name="T40" fmla="*/ 21 w 22"/>
                <a:gd name="T41" fmla="*/ 5 h 39"/>
                <a:gd name="T42" fmla="*/ 14 w 22"/>
                <a:gd name="T43" fmla="*/ 4 h 39"/>
                <a:gd name="T44" fmla="*/ 14 w 22"/>
                <a:gd name="T45" fmla="*/ 3 h 39"/>
                <a:gd name="T46" fmla="*/ 14 w 22"/>
                <a:gd name="T47" fmla="*/ 3 h 39"/>
                <a:gd name="T48" fmla="*/ 14 w 22"/>
                <a:gd name="T49" fmla="*/ 3 h 39"/>
                <a:gd name="T50" fmla="*/ 11 w 22"/>
                <a:gd name="T51" fmla="*/ 0 h 39"/>
                <a:gd name="T52" fmla="*/ 9 w 22"/>
                <a:gd name="T53" fmla="*/ 3 h 39"/>
                <a:gd name="T54" fmla="*/ 9 w 22"/>
                <a:gd name="T55" fmla="*/ 3 h 39"/>
                <a:gd name="T56" fmla="*/ 9 w 22"/>
                <a:gd name="T57" fmla="*/ 4 h 39"/>
                <a:gd name="T58" fmla="*/ 9 w 22"/>
                <a:gd name="T59" fmla="*/ 4 h 39"/>
                <a:gd name="T60" fmla="*/ 0 w 22"/>
                <a:gd name="T61" fmla="*/ 13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2" h="39">
                  <a:moveTo>
                    <a:pt x="0" y="13"/>
                  </a:moveTo>
                  <a:cubicBezTo>
                    <a:pt x="0" y="18"/>
                    <a:pt x="4" y="20"/>
                    <a:pt x="9" y="22"/>
                  </a:cubicBezTo>
                  <a:cubicBezTo>
                    <a:pt x="13" y="23"/>
                    <a:pt x="15" y="25"/>
                    <a:pt x="15" y="27"/>
                  </a:cubicBezTo>
                  <a:cubicBezTo>
                    <a:pt x="15" y="29"/>
                    <a:pt x="13" y="30"/>
                    <a:pt x="10" y="30"/>
                  </a:cubicBezTo>
                  <a:cubicBezTo>
                    <a:pt x="7" y="30"/>
                    <a:pt x="4" y="29"/>
                    <a:pt x="2" y="28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2" y="34"/>
                    <a:pt x="5" y="35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6"/>
                    <a:pt x="9" y="36"/>
                    <a:pt x="9" y="36"/>
                  </a:cubicBezTo>
                  <a:cubicBezTo>
                    <a:pt x="9" y="37"/>
                    <a:pt x="9" y="37"/>
                    <a:pt x="9" y="37"/>
                  </a:cubicBezTo>
                  <a:cubicBezTo>
                    <a:pt x="9" y="38"/>
                    <a:pt x="10" y="39"/>
                    <a:pt x="11" y="39"/>
                  </a:cubicBezTo>
                  <a:cubicBezTo>
                    <a:pt x="12" y="39"/>
                    <a:pt x="14" y="38"/>
                    <a:pt x="14" y="37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6"/>
                    <a:pt x="14" y="36"/>
                    <a:pt x="14" y="36"/>
                  </a:cubicBezTo>
                  <a:cubicBezTo>
                    <a:pt x="14" y="35"/>
                    <a:pt x="14" y="35"/>
                    <a:pt x="14" y="35"/>
                  </a:cubicBezTo>
                  <a:cubicBezTo>
                    <a:pt x="19" y="34"/>
                    <a:pt x="22" y="30"/>
                    <a:pt x="22" y="26"/>
                  </a:cubicBezTo>
                  <a:cubicBezTo>
                    <a:pt x="22" y="21"/>
                    <a:pt x="20" y="19"/>
                    <a:pt x="14" y="16"/>
                  </a:cubicBezTo>
                  <a:cubicBezTo>
                    <a:pt x="10" y="15"/>
                    <a:pt x="8" y="14"/>
                    <a:pt x="8" y="12"/>
                  </a:cubicBezTo>
                  <a:cubicBezTo>
                    <a:pt x="8" y="11"/>
                    <a:pt x="9" y="9"/>
                    <a:pt x="12" y="9"/>
                  </a:cubicBezTo>
                  <a:cubicBezTo>
                    <a:pt x="16" y="9"/>
                    <a:pt x="18" y="11"/>
                    <a:pt x="20" y="11"/>
                  </a:cubicBezTo>
                  <a:cubicBezTo>
                    <a:pt x="21" y="5"/>
                    <a:pt x="21" y="5"/>
                    <a:pt x="21" y="5"/>
                  </a:cubicBezTo>
                  <a:cubicBezTo>
                    <a:pt x="19" y="5"/>
                    <a:pt x="17" y="4"/>
                    <a:pt x="14" y="4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3"/>
                    <a:pt x="14" y="3"/>
                    <a:pt x="14" y="3"/>
                  </a:cubicBezTo>
                  <a:cubicBezTo>
                    <a:pt x="14" y="1"/>
                    <a:pt x="13" y="0"/>
                    <a:pt x="11" y="0"/>
                  </a:cubicBezTo>
                  <a:cubicBezTo>
                    <a:pt x="10" y="0"/>
                    <a:pt x="9" y="1"/>
                    <a:pt x="9" y="3"/>
                  </a:cubicBezTo>
                  <a:cubicBezTo>
                    <a:pt x="9" y="3"/>
                    <a:pt x="9" y="3"/>
                    <a:pt x="9" y="3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4" y="5"/>
                    <a:pt x="0" y="9"/>
                    <a:pt x="0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  <p:sp>
          <p:nvSpPr>
            <p:cNvPr id="22" name="Freeform 39">
              <a:extLst>
                <a:ext uri="{FF2B5EF4-FFF2-40B4-BE49-F238E27FC236}">
                  <a16:creationId xmlns:a16="http://schemas.microsoft.com/office/drawing/2014/main" id="{05D61698-A431-03A6-9964-32BD6CA95C96}"/>
                </a:ext>
              </a:extLst>
            </p:cNvPr>
            <p:cNvSpPr/>
            <p:nvPr/>
          </p:nvSpPr>
          <p:spPr bwMode="auto">
            <a:xfrm>
              <a:off x="8575675" y="4321175"/>
              <a:ext cx="146050" cy="142875"/>
            </a:xfrm>
            <a:custGeom>
              <a:avLst/>
              <a:gdLst>
                <a:gd name="T0" fmla="*/ 33 w 39"/>
                <a:gd name="T1" fmla="*/ 7 h 38"/>
                <a:gd name="T2" fmla="*/ 3 w 39"/>
                <a:gd name="T3" fmla="*/ 0 h 38"/>
                <a:gd name="T4" fmla="*/ 0 w 39"/>
                <a:gd name="T5" fmla="*/ 2 h 38"/>
                <a:gd name="T6" fmla="*/ 7 w 39"/>
                <a:gd name="T7" fmla="*/ 33 h 38"/>
                <a:gd name="T8" fmla="*/ 11 w 39"/>
                <a:gd name="T9" fmla="*/ 34 h 38"/>
                <a:gd name="T10" fmla="*/ 17 w 39"/>
                <a:gd name="T11" fmla="*/ 28 h 38"/>
                <a:gd name="T12" fmla="*/ 28 w 39"/>
                <a:gd name="T13" fmla="*/ 38 h 38"/>
                <a:gd name="T14" fmla="*/ 39 w 39"/>
                <a:gd name="T15" fmla="*/ 28 h 38"/>
                <a:gd name="T16" fmla="*/ 28 w 39"/>
                <a:gd name="T17" fmla="*/ 17 h 38"/>
                <a:gd name="T18" fmla="*/ 34 w 39"/>
                <a:gd name="T19" fmla="*/ 11 h 38"/>
                <a:gd name="T20" fmla="*/ 33 w 39"/>
                <a:gd name="T21" fmla="*/ 7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9" h="38">
                  <a:moveTo>
                    <a:pt x="33" y="7"/>
                  </a:moveTo>
                  <a:cubicBezTo>
                    <a:pt x="3" y="0"/>
                    <a:pt x="3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7" y="33"/>
                    <a:pt x="7" y="33"/>
                    <a:pt x="7" y="33"/>
                  </a:cubicBezTo>
                  <a:cubicBezTo>
                    <a:pt x="7" y="35"/>
                    <a:pt x="9" y="36"/>
                    <a:pt x="11" y="34"/>
                  </a:cubicBezTo>
                  <a:cubicBezTo>
                    <a:pt x="17" y="28"/>
                    <a:pt x="17" y="28"/>
                    <a:pt x="17" y="28"/>
                  </a:cubicBezTo>
                  <a:cubicBezTo>
                    <a:pt x="28" y="38"/>
                    <a:pt x="28" y="38"/>
                    <a:pt x="28" y="38"/>
                  </a:cubicBezTo>
                  <a:cubicBezTo>
                    <a:pt x="39" y="28"/>
                    <a:pt x="39" y="28"/>
                    <a:pt x="39" y="28"/>
                  </a:cubicBezTo>
                  <a:cubicBezTo>
                    <a:pt x="28" y="17"/>
                    <a:pt x="28" y="17"/>
                    <a:pt x="28" y="17"/>
                  </a:cubicBezTo>
                  <a:cubicBezTo>
                    <a:pt x="34" y="11"/>
                    <a:pt x="34" y="11"/>
                    <a:pt x="34" y="11"/>
                  </a:cubicBezTo>
                  <a:cubicBezTo>
                    <a:pt x="36" y="9"/>
                    <a:pt x="35" y="7"/>
                    <a:pt x="33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endParaRPr>
            </a:p>
          </p:txBody>
        </p:sp>
      </p:grpSp>
      <p:sp>
        <p:nvSpPr>
          <p:cNvPr id="17" name="TextBox 40">
            <a:extLst>
              <a:ext uri="{FF2B5EF4-FFF2-40B4-BE49-F238E27FC236}">
                <a16:creationId xmlns:a16="http://schemas.microsoft.com/office/drawing/2014/main" id="{F4B1CBC5-6DC8-9633-DF71-C8703C7F3A01}"/>
              </a:ext>
            </a:extLst>
          </p:cNvPr>
          <p:cNvSpPr txBox="1"/>
          <p:nvPr/>
        </p:nvSpPr>
        <p:spPr>
          <a:xfrm>
            <a:off x="7140532" y="3830017"/>
            <a:ext cx="1315564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zh-CN" altLang="en-US" sz="1600" b="1" dirty="0">
                <a:solidFill>
                  <a:schemeClr val="bg1"/>
                </a:solidFill>
                <a:cs typeface="+mn-ea"/>
                <a:sym typeface="+mn-lt"/>
              </a:rPr>
              <a:t>添加标题</a:t>
            </a:r>
            <a:endParaRPr lang="en-US" altLang="zh-CN" sz="1600" b="1" dirty="0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A8BE27AD-8D71-9AF2-D796-C33FAF53A9D4}"/>
              </a:ext>
            </a:extLst>
          </p:cNvPr>
          <p:cNvGrpSpPr/>
          <p:nvPr/>
        </p:nvGrpSpPr>
        <p:grpSpPr>
          <a:xfrm>
            <a:off x="8138300" y="2377649"/>
            <a:ext cx="2966425" cy="816522"/>
            <a:chOff x="283598" y="1906534"/>
            <a:chExt cx="2966425" cy="816522"/>
          </a:xfrm>
        </p:grpSpPr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25B0D646-5661-380E-ED36-2BFDEC4EEAC7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1" name="文本框 30">
              <a:extLst>
                <a:ext uri="{FF2B5EF4-FFF2-40B4-BE49-F238E27FC236}">
                  <a16:creationId xmlns:a16="http://schemas.microsoft.com/office/drawing/2014/main" id="{AC8ACDDB-59E4-98FC-DCE6-548E32E03FF9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94F41DD6-FD82-BFE9-F2E2-6BB5211B55F5}"/>
              </a:ext>
            </a:extLst>
          </p:cNvPr>
          <p:cNvGrpSpPr/>
          <p:nvPr/>
        </p:nvGrpSpPr>
        <p:grpSpPr>
          <a:xfrm>
            <a:off x="777012" y="1927895"/>
            <a:ext cx="2966425" cy="816522"/>
            <a:chOff x="283598" y="1906534"/>
            <a:chExt cx="2966425" cy="816522"/>
          </a:xfrm>
        </p:grpSpPr>
        <p:sp>
          <p:nvSpPr>
            <p:cNvPr id="33" name="文本框 32">
              <a:extLst>
                <a:ext uri="{FF2B5EF4-FFF2-40B4-BE49-F238E27FC236}">
                  <a16:creationId xmlns:a16="http://schemas.microsoft.com/office/drawing/2014/main" id="{30180837-24A7-6D41-F325-E3A3AE297469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4" name="文本框 33">
              <a:extLst>
                <a:ext uri="{FF2B5EF4-FFF2-40B4-BE49-F238E27FC236}">
                  <a16:creationId xmlns:a16="http://schemas.microsoft.com/office/drawing/2014/main" id="{3B5AF3C1-EE55-D1CA-C1BC-C1D2E487F06A}"/>
                </a:ext>
              </a:extLst>
            </p:cNvPr>
            <p:cNvSpPr txBox="1"/>
            <p:nvPr/>
          </p:nvSpPr>
          <p:spPr>
            <a:xfrm>
              <a:off x="1014456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808572C6-3249-E374-1D8C-C500A5BED5E2}"/>
              </a:ext>
            </a:extLst>
          </p:cNvPr>
          <p:cNvGrpSpPr/>
          <p:nvPr/>
        </p:nvGrpSpPr>
        <p:grpSpPr>
          <a:xfrm>
            <a:off x="8816045" y="3600923"/>
            <a:ext cx="2966425" cy="816522"/>
            <a:chOff x="283598" y="1906534"/>
            <a:chExt cx="2966425" cy="81652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84D59FE4-9B4E-C917-71E4-D61FC5AC162E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7D3DCBFC-BB15-BA46-37B9-9114B6649955}"/>
                </a:ext>
              </a:extLst>
            </p:cNvPr>
            <p:cNvSpPr txBox="1"/>
            <p:nvPr/>
          </p:nvSpPr>
          <p:spPr>
            <a:xfrm>
              <a:off x="283599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64E5D619-3966-4AC7-BF86-4B12C53C403C}"/>
              </a:ext>
            </a:extLst>
          </p:cNvPr>
          <p:cNvGrpSpPr/>
          <p:nvPr/>
        </p:nvGrpSpPr>
        <p:grpSpPr>
          <a:xfrm>
            <a:off x="154102" y="3322414"/>
            <a:ext cx="2966425" cy="816522"/>
            <a:chOff x="283598" y="1906534"/>
            <a:chExt cx="2966425" cy="816522"/>
          </a:xfrm>
        </p:grpSpPr>
        <p:sp>
          <p:nvSpPr>
            <p:cNvPr id="39" name="文本框 38">
              <a:extLst>
                <a:ext uri="{FF2B5EF4-FFF2-40B4-BE49-F238E27FC236}">
                  <a16:creationId xmlns:a16="http://schemas.microsoft.com/office/drawing/2014/main" id="{A0C06A8A-3144-EDD4-B396-EE8AFABC13F8}"/>
                </a:ext>
              </a:extLst>
            </p:cNvPr>
            <p:cNvSpPr txBox="1"/>
            <p:nvPr/>
          </p:nvSpPr>
          <p:spPr>
            <a:xfrm>
              <a:off x="283598" y="2190603"/>
              <a:ext cx="2966425" cy="53245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>
              <a:defPPr>
                <a:defRPr lang="zh-CN"/>
              </a:defPPr>
              <a:lvl1pPr>
                <a:lnSpc>
                  <a:spcPct val="150000"/>
                </a:lnSpc>
                <a:defRPr sz="1050" b="0" i="0">
                  <a:solidFill>
                    <a:schemeClr val="bg1">
                      <a:lumMod val="50000"/>
                    </a:schemeClr>
                  </a:solidFill>
                  <a:effectLst/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根据自己的需要添加适当的文字，此处添加详细文本描述，建议与标题相关尽量简洁</a:t>
              </a:r>
              <a:r>
                <a:rPr lang="en-US" altLang="zh-CN" sz="1000" dirty="0">
                  <a:solidFill>
                    <a:schemeClr val="tx1">
                      <a:lumMod val="95000"/>
                      <a:lumOff val="5000"/>
                    </a:schemeClr>
                  </a:solidFill>
                  <a:sym typeface="HarmonyOS Sans SC Light" panose="00000400000000000000" pitchFamily="2" charset="-122"/>
                </a:rPr>
                <a:t>... ...</a:t>
              </a:r>
            </a:p>
          </p:txBody>
        </p:sp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5F1C674D-FA68-2103-D6B8-06CB0E9654F7}"/>
                </a:ext>
              </a:extLst>
            </p:cNvPr>
            <p:cNvSpPr txBox="1"/>
            <p:nvPr/>
          </p:nvSpPr>
          <p:spPr>
            <a:xfrm>
              <a:off x="1014456" y="1906534"/>
              <a:ext cx="2235567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600" b="1">
                  <a:solidFill>
                    <a:schemeClr val="tx1">
                      <a:lumMod val="95000"/>
                      <a:lumOff val="5000"/>
                    </a:schemeClr>
                  </a:solidFill>
                  <a:latin typeface="HarmonyOS Sans SC Light" panose="00000400000000000000" pitchFamily="2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pPr algn="r"/>
              <a:r>
                <a:rPr lang="zh-CN" altLang="en-US" dirty="0">
                  <a:sym typeface="HarmonyOS Sans SC Light" panose="00000400000000000000" pitchFamily="2" charset="-122"/>
                </a:rPr>
                <a:t>添加标题文本</a:t>
              </a: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id="{5B78E5F1-C1CB-6B34-803A-CE43FA0973AB}"/>
              </a:ext>
            </a:extLst>
          </p:cNvPr>
          <p:cNvSpPr txBox="1"/>
          <p:nvPr/>
        </p:nvSpPr>
        <p:spPr>
          <a:xfrm>
            <a:off x="4604023" y="5185887"/>
            <a:ext cx="3003552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单击此处添加标题文本</a:t>
            </a:r>
          </a:p>
        </p:txBody>
      </p:sp>
    </p:spTree>
    <p:extLst>
      <p:ext uri="{BB962C8B-B14F-4D97-AF65-F5344CB8AC3E}">
        <p14:creationId xmlns:p14="http://schemas.microsoft.com/office/powerpoint/2010/main" val="2399013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FE97A3-AE54-2B7A-6675-D67DD7F00E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C556A2A8-DDE0-80E7-438D-6FDF58B0E253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>
            <a:extLst>
              <a:ext uri="{FF2B5EF4-FFF2-40B4-BE49-F238E27FC236}">
                <a16:creationId xmlns:a16="http://schemas.microsoft.com/office/drawing/2014/main" id="{E63D27FE-7671-EA99-E321-F4BE59E2018A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id="{C9E6FFAC-1A5F-A3DF-CD12-B318291288B6}"/>
              </a:ext>
            </a:extLst>
          </p:cNvPr>
          <p:cNvGrpSpPr/>
          <p:nvPr/>
        </p:nvGrpSpPr>
        <p:grpSpPr>
          <a:xfrm>
            <a:off x="4521176" y="2677889"/>
            <a:ext cx="3149648" cy="538510"/>
            <a:chOff x="2344154" y="2890490"/>
            <a:chExt cx="3149648" cy="538510"/>
          </a:xfrm>
        </p:grpSpPr>
        <p:sp>
          <p:nvSpPr>
            <p:cNvPr id="25" name="缺角矩形 24">
              <a:extLst>
                <a:ext uri="{FF2B5EF4-FFF2-40B4-BE49-F238E27FC236}">
                  <a16:creationId xmlns:a16="http://schemas.microsoft.com/office/drawing/2014/main" id="{3F0F3349-4822-791D-43B5-B30FD8E30BE3}"/>
                </a:ext>
              </a:extLst>
            </p:cNvPr>
            <p:cNvSpPr/>
            <p:nvPr/>
          </p:nvSpPr>
          <p:spPr>
            <a:xfrm>
              <a:off x="2344154" y="2890490"/>
              <a:ext cx="3149648" cy="538510"/>
            </a:xfrm>
            <a:prstGeom prst="plaque">
              <a:avLst>
                <a:gd name="adj" fmla="val 14150"/>
              </a:avLst>
            </a:prstGeom>
            <a:solidFill>
              <a:schemeClr val="bg1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8" name="缺角矩形 27">
              <a:extLst>
                <a:ext uri="{FF2B5EF4-FFF2-40B4-BE49-F238E27FC236}">
                  <a16:creationId xmlns:a16="http://schemas.microsoft.com/office/drawing/2014/main" id="{FEED5FE0-B7ED-F354-34BE-7D9F901AC2DB}"/>
                </a:ext>
              </a:extLst>
            </p:cNvPr>
            <p:cNvSpPr/>
            <p:nvPr/>
          </p:nvSpPr>
          <p:spPr>
            <a:xfrm>
              <a:off x="2550948" y="2890490"/>
              <a:ext cx="675904" cy="538510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solidFill>
                <a:srgbClr val="23499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E3CFD255-E883-CFB0-A4BB-D73C102B7502}"/>
                </a:ext>
              </a:extLst>
            </p:cNvPr>
            <p:cNvSpPr txBox="1"/>
            <p:nvPr/>
          </p:nvSpPr>
          <p:spPr>
            <a:xfrm>
              <a:off x="2607413" y="2928912"/>
              <a:ext cx="562975" cy="46166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zh-CN" sz="2400" dirty="0">
                  <a:solidFill>
                    <a:schemeClr val="bg1"/>
                  </a:solidFill>
                  <a:latin typeface="HarmonyOS Sans SC Black" panose="00000A00000000000000" pitchFamily="2" charset="-122"/>
                  <a:ea typeface="HarmonyOS Sans SC Black" panose="00000A00000000000000" pitchFamily="2" charset="-122"/>
                </a:rPr>
                <a:t>04</a:t>
              </a:r>
              <a:endParaRPr lang="zh-CN" altLang="en-US" sz="2400" dirty="0">
                <a:solidFill>
                  <a:schemeClr val="bg1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endParaRPr>
            </a:p>
          </p:txBody>
        </p:sp>
        <p:sp>
          <p:nvSpPr>
            <p:cNvPr id="27" name="文本框 26">
              <a:extLst>
                <a:ext uri="{FF2B5EF4-FFF2-40B4-BE49-F238E27FC236}">
                  <a16:creationId xmlns:a16="http://schemas.microsoft.com/office/drawing/2014/main" id="{201E3713-1B0C-85BE-B429-D58ACC38D73D}"/>
                </a:ext>
              </a:extLst>
            </p:cNvPr>
            <p:cNvSpPr txBox="1"/>
            <p:nvPr/>
          </p:nvSpPr>
          <p:spPr>
            <a:xfrm>
              <a:off x="3350582" y="2987398"/>
              <a:ext cx="1760251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95000"/>
                      <a:lumOff val="5000"/>
                    </a:schemeClr>
                  </a:solidFill>
                </a:rPr>
                <a:t>添加标题文本</a:t>
              </a:r>
            </a:p>
          </p:txBody>
        </p:sp>
      </p:grpSp>
      <p:sp>
        <p:nvSpPr>
          <p:cNvPr id="2" name="文本框 1">
            <a:extLst>
              <a:ext uri="{FF2B5EF4-FFF2-40B4-BE49-F238E27FC236}">
                <a16:creationId xmlns:a16="http://schemas.microsoft.com/office/drawing/2014/main" id="{A73B9681-A787-094F-B2FA-12E76A7504EA}"/>
              </a:ext>
            </a:extLst>
          </p:cNvPr>
          <p:cNvSpPr txBox="1"/>
          <p:nvPr/>
        </p:nvSpPr>
        <p:spPr>
          <a:xfrm>
            <a:off x="5373692" y="571981"/>
            <a:ext cx="1444626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80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04</a:t>
            </a:r>
            <a:endParaRPr lang="zh-CN" altLang="en-US" sz="80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9F0DED2-2AED-C056-4876-8FE4EBF435D4}"/>
              </a:ext>
            </a:extLst>
          </p:cNvPr>
          <p:cNvSpPr txBox="1"/>
          <p:nvPr/>
        </p:nvSpPr>
        <p:spPr>
          <a:xfrm>
            <a:off x="2902567" y="3713872"/>
            <a:ext cx="6386866" cy="8974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200" b="1" dirty="0">
                <a:solidFill>
                  <a:schemeClr val="tx1">
                    <a:lumMod val="95000"/>
                    <a:lumOff val="5000"/>
                  </a:schemeClr>
                </a:solidFill>
              </a:rPr>
              <a:t>此处添加详细文本描述，建议与标题相关并符合整体语言风格，语言描述尽量简洁生动。尽量将每页幻灯片的字数控制在200字以内，据统计每页幻灯片的最好控制在5分钟之内。此处添加详细文本描述，建议与标题相关并符合整体语言风格，语言描述尽量简洁生动。</a:t>
            </a:r>
          </a:p>
        </p:txBody>
      </p:sp>
    </p:spTree>
    <p:extLst>
      <p:ext uri="{BB962C8B-B14F-4D97-AF65-F5344CB8AC3E}">
        <p14:creationId xmlns:p14="http://schemas.microsoft.com/office/powerpoint/2010/main" val="1903760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C725B1-0015-5F2B-4757-4B582D34FD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511427F-823E-9F33-3FB5-394FF1281F54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04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C2431B72-8213-441D-BAB2-42B776782231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E591EFE9-F9E3-97FA-AD78-396D6930F4D3}"/>
              </a:ext>
            </a:extLst>
          </p:cNvPr>
          <p:cNvGrpSpPr/>
          <p:nvPr/>
        </p:nvGrpSpPr>
        <p:grpSpPr>
          <a:xfrm>
            <a:off x="8422423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46" name="Freeform 11">
              <a:extLst>
                <a:ext uri="{FF2B5EF4-FFF2-40B4-BE49-F238E27FC236}">
                  <a16:creationId xmlns:a16="http://schemas.microsoft.com/office/drawing/2014/main" id="{84B046A4-AF98-BF7B-CD62-B45A8E55C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7" name="Freeform 15">
              <a:extLst>
                <a:ext uri="{FF2B5EF4-FFF2-40B4-BE49-F238E27FC236}">
                  <a16:creationId xmlns:a16="http://schemas.microsoft.com/office/drawing/2014/main" id="{CD1791EC-D956-9D1A-63D4-86E9A0EB58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8" name="Freeform 18">
              <a:extLst>
                <a:ext uri="{FF2B5EF4-FFF2-40B4-BE49-F238E27FC236}">
                  <a16:creationId xmlns:a16="http://schemas.microsoft.com/office/drawing/2014/main" id="{791305C4-77FB-7116-88B1-C92096E66E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9" name="Freeform 19">
              <a:extLst>
                <a:ext uri="{FF2B5EF4-FFF2-40B4-BE49-F238E27FC236}">
                  <a16:creationId xmlns:a16="http://schemas.microsoft.com/office/drawing/2014/main" id="{F94D7272-E635-44F2-B19C-8C91CCC99D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0" name="Freeform 21">
              <a:extLst>
                <a:ext uri="{FF2B5EF4-FFF2-40B4-BE49-F238E27FC236}">
                  <a16:creationId xmlns:a16="http://schemas.microsoft.com/office/drawing/2014/main" id="{911A7C58-9927-9F98-F268-0C5CFD2CC5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1" name="Freeform 22">
              <a:extLst>
                <a:ext uri="{FF2B5EF4-FFF2-40B4-BE49-F238E27FC236}">
                  <a16:creationId xmlns:a16="http://schemas.microsoft.com/office/drawing/2014/main" id="{A8CEFF21-08ED-90DF-448E-5112F7F2F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2" name="Freeform 25">
              <a:extLst>
                <a:ext uri="{FF2B5EF4-FFF2-40B4-BE49-F238E27FC236}">
                  <a16:creationId xmlns:a16="http://schemas.microsoft.com/office/drawing/2014/main" id="{C87FE3B6-6556-01C4-71C2-E840B7094A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3" name="Freeform 27">
              <a:extLst>
                <a:ext uri="{FF2B5EF4-FFF2-40B4-BE49-F238E27FC236}">
                  <a16:creationId xmlns:a16="http://schemas.microsoft.com/office/drawing/2014/main" id="{95508713-3338-EAF4-7764-E8D513AFC8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4" name="Freeform 31">
              <a:extLst>
                <a:ext uri="{FF2B5EF4-FFF2-40B4-BE49-F238E27FC236}">
                  <a16:creationId xmlns:a16="http://schemas.microsoft.com/office/drawing/2014/main" id="{241ABC26-C546-F0E5-9CED-E91A23C25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5" name="Freeform 32">
              <a:extLst>
                <a:ext uri="{FF2B5EF4-FFF2-40B4-BE49-F238E27FC236}">
                  <a16:creationId xmlns:a16="http://schemas.microsoft.com/office/drawing/2014/main" id="{91A53FE6-7F93-9615-265F-A889AD469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6" name="Freeform 33">
              <a:extLst>
                <a:ext uri="{FF2B5EF4-FFF2-40B4-BE49-F238E27FC236}">
                  <a16:creationId xmlns:a16="http://schemas.microsoft.com/office/drawing/2014/main" id="{3D44D4D7-618B-4863-ECDC-1EEA723691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7" name="Freeform 34">
              <a:extLst>
                <a:ext uri="{FF2B5EF4-FFF2-40B4-BE49-F238E27FC236}">
                  <a16:creationId xmlns:a16="http://schemas.microsoft.com/office/drawing/2014/main" id="{5BB9F4E3-1E0A-FED5-5DA4-1BCE828EC5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8" name="Freeform 35">
              <a:extLst>
                <a:ext uri="{FF2B5EF4-FFF2-40B4-BE49-F238E27FC236}">
                  <a16:creationId xmlns:a16="http://schemas.microsoft.com/office/drawing/2014/main" id="{F1E3BA4C-D35F-9E7E-657B-FC44CEEB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59" name="Freeform 36">
              <a:extLst>
                <a:ext uri="{FF2B5EF4-FFF2-40B4-BE49-F238E27FC236}">
                  <a16:creationId xmlns:a16="http://schemas.microsoft.com/office/drawing/2014/main" id="{F3B5AD9C-4226-0F66-DB0D-33CBE3B337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0" name="Freeform 37">
              <a:extLst>
                <a:ext uri="{FF2B5EF4-FFF2-40B4-BE49-F238E27FC236}">
                  <a16:creationId xmlns:a16="http://schemas.microsoft.com/office/drawing/2014/main" id="{2C64FD32-51E4-0FCE-F174-3AA37419E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1" name="Freeform 38">
              <a:extLst>
                <a:ext uri="{FF2B5EF4-FFF2-40B4-BE49-F238E27FC236}">
                  <a16:creationId xmlns:a16="http://schemas.microsoft.com/office/drawing/2014/main" id="{B7CF6010-C265-913A-BFAE-A8126EEF36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2" name="Freeform 41">
              <a:extLst>
                <a:ext uri="{FF2B5EF4-FFF2-40B4-BE49-F238E27FC236}">
                  <a16:creationId xmlns:a16="http://schemas.microsoft.com/office/drawing/2014/main" id="{B7E7DC58-9E1F-5F39-2394-CB77313D15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3" name="Freeform 42">
              <a:extLst>
                <a:ext uri="{FF2B5EF4-FFF2-40B4-BE49-F238E27FC236}">
                  <a16:creationId xmlns:a16="http://schemas.microsoft.com/office/drawing/2014/main" id="{B8E19F05-BF55-8C2A-E909-7BFE10E4F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4" name="Freeform 43">
              <a:extLst>
                <a:ext uri="{FF2B5EF4-FFF2-40B4-BE49-F238E27FC236}">
                  <a16:creationId xmlns:a16="http://schemas.microsoft.com/office/drawing/2014/main" id="{2EC19695-C8BB-2361-4E9C-B63B8D7DF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5" name="Freeform 45">
              <a:extLst>
                <a:ext uri="{FF2B5EF4-FFF2-40B4-BE49-F238E27FC236}">
                  <a16:creationId xmlns:a16="http://schemas.microsoft.com/office/drawing/2014/main" id="{65F12D76-979E-8B93-4652-4F54E8DFC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6" name="Freeform 46">
              <a:extLst>
                <a:ext uri="{FF2B5EF4-FFF2-40B4-BE49-F238E27FC236}">
                  <a16:creationId xmlns:a16="http://schemas.microsoft.com/office/drawing/2014/main" id="{B9078C36-C44C-28F5-5586-D6A20AB320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7" name="Freeform 51">
              <a:extLst>
                <a:ext uri="{FF2B5EF4-FFF2-40B4-BE49-F238E27FC236}">
                  <a16:creationId xmlns:a16="http://schemas.microsoft.com/office/drawing/2014/main" id="{ECE7060A-66B2-5C8B-E237-FC6C1F089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8" name="Freeform 52">
              <a:extLst>
                <a:ext uri="{FF2B5EF4-FFF2-40B4-BE49-F238E27FC236}">
                  <a16:creationId xmlns:a16="http://schemas.microsoft.com/office/drawing/2014/main" id="{F4034163-73F2-17B7-D26D-0FEFF6174A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69" name="Freeform 55">
              <a:extLst>
                <a:ext uri="{FF2B5EF4-FFF2-40B4-BE49-F238E27FC236}">
                  <a16:creationId xmlns:a16="http://schemas.microsoft.com/office/drawing/2014/main" id="{042EFACD-7CDE-25E7-62D8-6D8AAB12A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0" name="Freeform 58">
              <a:extLst>
                <a:ext uri="{FF2B5EF4-FFF2-40B4-BE49-F238E27FC236}">
                  <a16:creationId xmlns:a16="http://schemas.microsoft.com/office/drawing/2014/main" id="{AEB52F97-6DD6-8EB4-208C-A01F8385D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1" name="Freeform 60">
              <a:extLst>
                <a:ext uri="{FF2B5EF4-FFF2-40B4-BE49-F238E27FC236}">
                  <a16:creationId xmlns:a16="http://schemas.microsoft.com/office/drawing/2014/main" id="{69663C81-4870-A02E-80BD-1DF8C2916E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2" name="Freeform 62">
              <a:extLst>
                <a:ext uri="{FF2B5EF4-FFF2-40B4-BE49-F238E27FC236}">
                  <a16:creationId xmlns:a16="http://schemas.microsoft.com/office/drawing/2014/main" id="{DAB7A447-15C6-42FA-443F-56F786D48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3" name="Freeform 64">
              <a:extLst>
                <a:ext uri="{FF2B5EF4-FFF2-40B4-BE49-F238E27FC236}">
                  <a16:creationId xmlns:a16="http://schemas.microsoft.com/office/drawing/2014/main" id="{D2708415-6614-80CF-0058-8BA0880662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4" name="Freeform 69">
              <a:extLst>
                <a:ext uri="{FF2B5EF4-FFF2-40B4-BE49-F238E27FC236}">
                  <a16:creationId xmlns:a16="http://schemas.microsoft.com/office/drawing/2014/main" id="{59151C1E-BC91-515F-35D9-6F225ECE67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5" name="Freeform 70">
              <a:extLst>
                <a:ext uri="{FF2B5EF4-FFF2-40B4-BE49-F238E27FC236}">
                  <a16:creationId xmlns:a16="http://schemas.microsoft.com/office/drawing/2014/main" id="{ACEFA7BA-B24F-79FF-66B2-BE79DBC7E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6" name="Freeform 71">
              <a:extLst>
                <a:ext uri="{FF2B5EF4-FFF2-40B4-BE49-F238E27FC236}">
                  <a16:creationId xmlns:a16="http://schemas.microsoft.com/office/drawing/2014/main" id="{72D61D43-394E-3679-DB96-96447D59A7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7" name="Freeform 72">
              <a:extLst>
                <a:ext uri="{FF2B5EF4-FFF2-40B4-BE49-F238E27FC236}">
                  <a16:creationId xmlns:a16="http://schemas.microsoft.com/office/drawing/2014/main" id="{5627580F-F4B0-2502-1348-961441118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8" name="Freeform 75">
              <a:extLst>
                <a:ext uri="{FF2B5EF4-FFF2-40B4-BE49-F238E27FC236}">
                  <a16:creationId xmlns:a16="http://schemas.microsoft.com/office/drawing/2014/main" id="{05E1FD20-1451-8A5E-862A-B880CFDE9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79" name="Freeform 76">
              <a:extLst>
                <a:ext uri="{FF2B5EF4-FFF2-40B4-BE49-F238E27FC236}">
                  <a16:creationId xmlns:a16="http://schemas.microsoft.com/office/drawing/2014/main" id="{4F69833E-DA7A-FC53-A409-723ECF6C0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0" name="Freeform 78">
              <a:extLst>
                <a:ext uri="{FF2B5EF4-FFF2-40B4-BE49-F238E27FC236}">
                  <a16:creationId xmlns:a16="http://schemas.microsoft.com/office/drawing/2014/main" id="{A82F0D13-3870-C610-FE08-FFF111C0A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1" name="Freeform 79">
              <a:extLst>
                <a:ext uri="{FF2B5EF4-FFF2-40B4-BE49-F238E27FC236}">
                  <a16:creationId xmlns:a16="http://schemas.microsoft.com/office/drawing/2014/main" id="{5624AA84-2177-C242-1EC0-E0A923ED5E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82" name="Freeform 81">
              <a:extLst>
                <a:ext uri="{FF2B5EF4-FFF2-40B4-BE49-F238E27FC236}">
                  <a16:creationId xmlns:a16="http://schemas.microsoft.com/office/drawing/2014/main" id="{F941B281-FF0D-C94D-C303-DF67E3EA6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" name="组合 7">
            <a:extLst>
              <a:ext uri="{FF2B5EF4-FFF2-40B4-BE49-F238E27FC236}">
                <a16:creationId xmlns:a16="http://schemas.microsoft.com/office/drawing/2014/main" id="{3F14DEB2-FCB3-55F2-378D-43E154DDDFFE}"/>
              </a:ext>
            </a:extLst>
          </p:cNvPr>
          <p:cNvGrpSpPr/>
          <p:nvPr/>
        </p:nvGrpSpPr>
        <p:grpSpPr>
          <a:xfrm flipH="1">
            <a:off x="10388383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9" name="Freeform 11">
              <a:extLst>
                <a:ext uri="{FF2B5EF4-FFF2-40B4-BE49-F238E27FC236}">
                  <a16:creationId xmlns:a16="http://schemas.microsoft.com/office/drawing/2014/main" id="{15C20AEB-23EA-6DB2-3A41-A96BCF709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" name="Freeform 15">
              <a:extLst>
                <a:ext uri="{FF2B5EF4-FFF2-40B4-BE49-F238E27FC236}">
                  <a16:creationId xmlns:a16="http://schemas.microsoft.com/office/drawing/2014/main" id="{901B0535-B839-7546-23F6-1BE0BC263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" name="Freeform 18">
              <a:extLst>
                <a:ext uri="{FF2B5EF4-FFF2-40B4-BE49-F238E27FC236}">
                  <a16:creationId xmlns:a16="http://schemas.microsoft.com/office/drawing/2014/main" id="{A0FB87CC-E5BB-1922-0A18-DCE8CA184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" name="Freeform 19">
              <a:extLst>
                <a:ext uri="{FF2B5EF4-FFF2-40B4-BE49-F238E27FC236}">
                  <a16:creationId xmlns:a16="http://schemas.microsoft.com/office/drawing/2014/main" id="{C818A9C6-592C-40E0-BBD4-EFA018DE21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" name="Freeform 21">
              <a:extLst>
                <a:ext uri="{FF2B5EF4-FFF2-40B4-BE49-F238E27FC236}">
                  <a16:creationId xmlns:a16="http://schemas.microsoft.com/office/drawing/2014/main" id="{4CCC4D6A-2E0A-D814-5C3E-653437086A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" name="Freeform 22">
              <a:extLst>
                <a:ext uri="{FF2B5EF4-FFF2-40B4-BE49-F238E27FC236}">
                  <a16:creationId xmlns:a16="http://schemas.microsoft.com/office/drawing/2014/main" id="{CA127BB0-DE84-C3AD-4EFA-D1545016B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" name="Freeform 25">
              <a:extLst>
                <a:ext uri="{FF2B5EF4-FFF2-40B4-BE49-F238E27FC236}">
                  <a16:creationId xmlns:a16="http://schemas.microsoft.com/office/drawing/2014/main" id="{7BEB139A-55A0-A358-A98E-1C1535F91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" name="Freeform 27">
              <a:extLst>
                <a:ext uri="{FF2B5EF4-FFF2-40B4-BE49-F238E27FC236}">
                  <a16:creationId xmlns:a16="http://schemas.microsoft.com/office/drawing/2014/main" id="{BF0E402A-71D3-AB51-CB09-AF5173150F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" name="Freeform 31">
              <a:extLst>
                <a:ext uri="{FF2B5EF4-FFF2-40B4-BE49-F238E27FC236}">
                  <a16:creationId xmlns:a16="http://schemas.microsoft.com/office/drawing/2014/main" id="{BAF81F9A-E6D3-21AF-2433-0516F58092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" name="Freeform 32">
              <a:extLst>
                <a:ext uri="{FF2B5EF4-FFF2-40B4-BE49-F238E27FC236}">
                  <a16:creationId xmlns:a16="http://schemas.microsoft.com/office/drawing/2014/main" id="{47DD758C-58D8-4210-87A1-C03BE0BA2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" name="Freeform 33">
              <a:extLst>
                <a:ext uri="{FF2B5EF4-FFF2-40B4-BE49-F238E27FC236}">
                  <a16:creationId xmlns:a16="http://schemas.microsoft.com/office/drawing/2014/main" id="{8FB03867-CE97-69F6-1FAC-C75DFAAD3B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" name="Freeform 34">
              <a:extLst>
                <a:ext uri="{FF2B5EF4-FFF2-40B4-BE49-F238E27FC236}">
                  <a16:creationId xmlns:a16="http://schemas.microsoft.com/office/drawing/2014/main" id="{C86C3791-4789-88C9-FC63-B010A4200E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" name="Freeform 35">
              <a:extLst>
                <a:ext uri="{FF2B5EF4-FFF2-40B4-BE49-F238E27FC236}">
                  <a16:creationId xmlns:a16="http://schemas.microsoft.com/office/drawing/2014/main" id="{285A6C44-9AA9-3245-0097-DFCBEFC948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" name="Freeform 36">
              <a:extLst>
                <a:ext uri="{FF2B5EF4-FFF2-40B4-BE49-F238E27FC236}">
                  <a16:creationId xmlns:a16="http://schemas.microsoft.com/office/drawing/2014/main" id="{4EAAD189-6966-629E-623F-309C2AB981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" name="Freeform 37">
              <a:extLst>
                <a:ext uri="{FF2B5EF4-FFF2-40B4-BE49-F238E27FC236}">
                  <a16:creationId xmlns:a16="http://schemas.microsoft.com/office/drawing/2014/main" id="{0F0B22D1-83A3-E8C2-94B5-925A53D021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" name="Freeform 38">
              <a:extLst>
                <a:ext uri="{FF2B5EF4-FFF2-40B4-BE49-F238E27FC236}">
                  <a16:creationId xmlns:a16="http://schemas.microsoft.com/office/drawing/2014/main" id="{DECD967C-271A-916F-1618-AA29B1B4AB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5" name="Freeform 41">
              <a:extLst>
                <a:ext uri="{FF2B5EF4-FFF2-40B4-BE49-F238E27FC236}">
                  <a16:creationId xmlns:a16="http://schemas.microsoft.com/office/drawing/2014/main" id="{CBA380AB-1D4D-4B1F-60D5-154DB56AF9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6" name="Freeform 42">
              <a:extLst>
                <a:ext uri="{FF2B5EF4-FFF2-40B4-BE49-F238E27FC236}">
                  <a16:creationId xmlns:a16="http://schemas.microsoft.com/office/drawing/2014/main" id="{83DA7436-9BE0-A117-CE47-60D7D1054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7" name="Freeform 43">
              <a:extLst>
                <a:ext uri="{FF2B5EF4-FFF2-40B4-BE49-F238E27FC236}">
                  <a16:creationId xmlns:a16="http://schemas.microsoft.com/office/drawing/2014/main" id="{E4EA0CB3-006F-062F-F230-7DCB7F7BF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8" name="Freeform 45">
              <a:extLst>
                <a:ext uri="{FF2B5EF4-FFF2-40B4-BE49-F238E27FC236}">
                  <a16:creationId xmlns:a16="http://schemas.microsoft.com/office/drawing/2014/main" id="{AC8C75B8-118B-4AC3-6142-0689CD737D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9" name="Freeform 46">
              <a:extLst>
                <a:ext uri="{FF2B5EF4-FFF2-40B4-BE49-F238E27FC236}">
                  <a16:creationId xmlns:a16="http://schemas.microsoft.com/office/drawing/2014/main" id="{95C77BCF-C570-C3A9-F7E4-5980A0C23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0" name="Freeform 51">
              <a:extLst>
                <a:ext uri="{FF2B5EF4-FFF2-40B4-BE49-F238E27FC236}">
                  <a16:creationId xmlns:a16="http://schemas.microsoft.com/office/drawing/2014/main" id="{7ACE2317-8A8D-8214-2A5C-D9F44A1700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1" name="Freeform 52">
              <a:extLst>
                <a:ext uri="{FF2B5EF4-FFF2-40B4-BE49-F238E27FC236}">
                  <a16:creationId xmlns:a16="http://schemas.microsoft.com/office/drawing/2014/main" id="{F1D78103-EAB8-00E4-79C8-9DA8306C0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2" name="Freeform 55">
              <a:extLst>
                <a:ext uri="{FF2B5EF4-FFF2-40B4-BE49-F238E27FC236}">
                  <a16:creationId xmlns:a16="http://schemas.microsoft.com/office/drawing/2014/main" id="{F3395BBF-2B19-D1F4-0F79-7997BDD7E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3" name="Freeform 58">
              <a:extLst>
                <a:ext uri="{FF2B5EF4-FFF2-40B4-BE49-F238E27FC236}">
                  <a16:creationId xmlns:a16="http://schemas.microsoft.com/office/drawing/2014/main" id="{E75541B7-D397-1673-59FC-A7B664803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4" name="Freeform 60">
              <a:extLst>
                <a:ext uri="{FF2B5EF4-FFF2-40B4-BE49-F238E27FC236}">
                  <a16:creationId xmlns:a16="http://schemas.microsoft.com/office/drawing/2014/main" id="{E8F95BD3-71E1-ADA9-3853-FB7401354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5" name="Freeform 62">
              <a:extLst>
                <a:ext uri="{FF2B5EF4-FFF2-40B4-BE49-F238E27FC236}">
                  <a16:creationId xmlns:a16="http://schemas.microsoft.com/office/drawing/2014/main" id="{1A057FD1-D045-DCE0-5C08-AFC2FBE3D8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6" name="Freeform 64">
              <a:extLst>
                <a:ext uri="{FF2B5EF4-FFF2-40B4-BE49-F238E27FC236}">
                  <a16:creationId xmlns:a16="http://schemas.microsoft.com/office/drawing/2014/main" id="{FB53BD76-0740-0792-112D-3BBBD330B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7" name="Freeform 69">
              <a:extLst>
                <a:ext uri="{FF2B5EF4-FFF2-40B4-BE49-F238E27FC236}">
                  <a16:creationId xmlns:a16="http://schemas.microsoft.com/office/drawing/2014/main" id="{AE2189D0-6A35-1091-AA6C-372A5B03EB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8" name="Freeform 70">
              <a:extLst>
                <a:ext uri="{FF2B5EF4-FFF2-40B4-BE49-F238E27FC236}">
                  <a16:creationId xmlns:a16="http://schemas.microsoft.com/office/drawing/2014/main" id="{5078191E-377A-8CE3-A0F6-665E0BC9B5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39" name="Freeform 71">
              <a:extLst>
                <a:ext uri="{FF2B5EF4-FFF2-40B4-BE49-F238E27FC236}">
                  <a16:creationId xmlns:a16="http://schemas.microsoft.com/office/drawing/2014/main" id="{A29219C2-DC08-196B-9EE0-C31D22803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0" name="Freeform 72">
              <a:extLst>
                <a:ext uri="{FF2B5EF4-FFF2-40B4-BE49-F238E27FC236}">
                  <a16:creationId xmlns:a16="http://schemas.microsoft.com/office/drawing/2014/main" id="{173B3249-E652-0B5B-F0E0-F41C0A458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1" name="Freeform 75">
              <a:extLst>
                <a:ext uri="{FF2B5EF4-FFF2-40B4-BE49-F238E27FC236}">
                  <a16:creationId xmlns:a16="http://schemas.microsoft.com/office/drawing/2014/main" id="{A1381F5B-F9D2-AD42-16DD-13E3C93E50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2" name="Freeform 76">
              <a:extLst>
                <a:ext uri="{FF2B5EF4-FFF2-40B4-BE49-F238E27FC236}">
                  <a16:creationId xmlns:a16="http://schemas.microsoft.com/office/drawing/2014/main" id="{80AB0255-2453-96E1-7387-8E1BAF2F7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3" name="Freeform 78">
              <a:extLst>
                <a:ext uri="{FF2B5EF4-FFF2-40B4-BE49-F238E27FC236}">
                  <a16:creationId xmlns:a16="http://schemas.microsoft.com/office/drawing/2014/main" id="{8045B162-14DA-4C54-8B5C-6BB9CCFCF7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4" name="Freeform 79">
              <a:extLst>
                <a:ext uri="{FF2B5EF4-FFF2-40B4-BE49-F238E27FC236}">
                  <a16:creationId xmlns:a16="http://schemas.microsoft.com/office/drawing/2014/main" id="{6C5DCA5B-4B4F-4AE4-156D-5D1B11EC07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45" name="Freeform 81">
              <a:extLst>
                <a:ext uri="{FF2B5EF4-FFF2-40B4-BE49-F238E27FC236}">
                  <a16:creationId xmlns:a16="http://schemas.microsoft.com/office/drawing/2014/main" id="{498B7121-A685-037D-BCF0-FCA6FECC7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4" name="矩形 3">
            <a:extLst>
              <a:ext uri="{FF2B5EF4-FFF2-40B4-BE49-F238E27FC236}">
                <a16:creationId xmlns:a16="http://schemas.microsoft.com/office/drawing/2014/main" id="{1CCC9368-31C4-D890-8206-41EB78132771}"/>
              </a:ext>
            </a:extLst>
          </p:cNvPr>
          <p:cNvSpPr/>
          <p:nvPr/>
        </p:nvSpPr>
        <p:spPr>
          <a:xfrm>
            <a:off x="8513032" y="2777180"/>
            <a:ext cx="2284941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+mn-ea"/>
                <a:cs typeface="+mn-ea"/>
                <a:sym typeface="+mn-lt"/>
              </a:rPr>
              <a:t>国家创新人才培养示范基地</a:t>
            </a:r>
          </a:p>
        </p:txBody>
      </p:sp>
      <p:grpSp>
        <p:nvGrpSpPr>
          <p:cNvPr id="88" name="组合 87">
            <a:extLst>
              <a:ext uri="{FF2B5EF4-FFF2-40B4-BE49-F238E27FC236}">
                <a16:creationId xmlns:a16="http://schemas.microsoft.com/office/drawing/2014/main" id="{787D9B42-CADB-B778-4B9F-B28630032EDC}"/>
              </a:ext>
            </a:extLst>
          </p:cNvPr>
          <p:cNvGrpSpPr/>
          <p:nvPr/>
        </p:nvGrpSpPr>
        <p:grpSpPr>
          <a:xfrm>
            <a:off x="4894952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127" name="Freeform 11">
              <a:extLst>
                <a:ext uri="{FF2B5EF4-FFF2-40B4-BE49-F238E27FC236}">
                  <a16:creationId xmlns:a16="http://schemas.microsoft.com/office/drawing/2014/main" id="{F97EFF48-9D9F-A1FE-0E49-920B4B7C40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8" name="Freeform 15">
              <a:extLst>
                <a:ext uri="{FF2B5EF4-FFF2-40B4-BE49-F238E27FC236}">
                  <a16:creationId xmlns:a16="http://schemas.microsoft.com/office/drawing/2014/main" id="{9AFA78AE-9358-7DFB-950E-35B217D8B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9" name="Freeform 18">
              <a:extLst>
                <a:ext uri="{FF2B5EF4-FFF2-40B4-BE49-F238E27FC236}">
                  <a16:creationId xmlns:a16="http://schemas.microsoft.com/office/drawing/2014/main" id="{B168ADEB-A34E-3496-9312-D1BB96C3DA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0" name="Freeform 19">
              <a:extLst>
                <a:ext uri="{FF2B5EF4-FFF2-40B4-BE49-F238E27FC236}">
                  <a16:creationId xmlns:a16="http://schemas.microsoft.com/office/drawing/2014/main" id="{73EA53EF-5967-1A17-307C-CFEAB2025B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1" name="Freeform 21">
              <a:extLst>
                <a:ext uri="{FF2B5EF4-FFF2-40B4-BE49-F238E27FC236}">
                  <a16:creationId xmlns:a16="http://schemas.microsoft.com/office/drawing/2014/main" id="{F35AADC6-C963-D8AA-E622-DB1E53B0CC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2" name="Freeform 22">
              <a:extLst>
                <a:ext uri="{FF2B5EF4-FFF2-40B4-BE49-F238E27FC236}">
                  <a16:creationId xmlns:a16="http://schemas.microsoft.com/office/drawing/2014/main" id="{553FEB72-BE28-F843-03E0-680C4E7924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3" name="Freeform 25">
              <a:extLst>
                <a:ext uri="{FF2B5EF4-FFF2-40B4-BE49-F238E27FC236}">
                  <a16:creationId xmlns:a16="http://schemas.microsoft.com/office/drawing/2014/main" id="{664BC214-4B18-3444-2692-A486D06FA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4" name="Freeform 27">
              <a:extLst>
                <a:ext uri="{FF2B5EF4-FFF2-40B4-BE49-F238E27FC236}">
                  <a16:creationId xmlns:a16="http://schemas.microsoft.com/office/drawing/2014/main" id="{50AA64A1-F784-7C18-5E1D-39935F9800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5" name="Freeform 31">
              <a:extLst>
                <a:ext uri="{FF2B5EF4-FFF2-40B4-BE49-F238E27FC236}">
                  <a16:creationId xmlns:a16="http://schemas.microsoft.com/office/drawing/2014/main" id="{8E2349D8-42A0-FA5E-D8F1-C60691F4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6" name="Freeform 32">
              <a:extLst>
                <a:ext uri="{FF2B5EF4-FFF2-40B4-BE49-F238E27FC236}">
                  <a16:creationId xmlns:a16="http://schemas.microsoft.com/office/drawing/2014/main" id="{D2EE5BB6-2B9B-2ABA-8F1D-E1ECB1970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7" name="Freeform 33">
              <a:extLst>
                <a:ext uri="{FF2B5EF4-FFF2-40B4-BE49-F238E27FC236}">
                  <a16:creationId xmlns:a16="http://schemas.microsoft.com/office/drawing/2014/main" id="{B4F3FA78-BD2C-B494-B0F1-5696FE6AF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8" name="Freeform 34">
              <a:extLst>
                <a:ext uri="{FF2B5EF4-FFF2-40B4-BE49-F238E27FC236}">
                  <a16:creationId xmlns:a16="http://schemas.microsoft.com/office/drawing/2014/main" id="{0C3D8583-CA43-4A04-66C8-A60189924B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39" name="Freeform 35">
              <a:extLst>
                <a:ext uri="{FF2B5EF4-FFF2-40B4-BE49-F238E27FC236}">
                  <a16:creationId xmlns:a16="http://schemas.microsoft.com/office/drawing/2014/main" id="{4B2E2A6A-D64D-C7E8-5F71-67BC1CA6B4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0" name="Freeform 36">
              <a:extLst>
                <a:ext uri="{FF2B5EF4-FFF2-40B4-BE49-F238E27FC236}">
                  <a16:creationId xmlns:a16="http://schemas.microsoft.com/office/drawing/2014/main" id="{6FACCD95-2F28-4274-1917-50990E5A9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1" name="Freeform 37">
              <a:extLst>
                <a:ext uri="{FF2B5EF4-FFF2-40B4-BE49-F238E27FC236}">
                  <a16:creationId xmlns:a16="http://schemas.microsoft.com/office/drawing/2014/main" id="{1AB9E2F3-3B94-AB09-A242-AC2DF53AF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2" name="Freeform 38">
              <a:extLst>
                <a:ext uri="{FF2B5EF4-FFF2-40B4-BE49-F238E27FC236}">
                  <a16:creationId xmlns:a16="http://schemas.microsoft.com/office/drawing/2014/main" id="{28902580-0893-0784-9E78-CD27753E18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3" name="Freeform 41">
              <a:extLst>
                <a:ext uri="{FF2B5EF4-FFF2-40B4-BE49-F238E27FC236}">
                  <a16:creationId xmlns:a16="http://schemas.microsoft.com/office/drawing/2014/main" id="{22A1E9EA-F52C-AD4A-41B0-C6DD64FE51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4" name="Freeform 42">
              <a:extLst>
                <a:ext uri="{FF2B5EF4-FFF2-40B4-BE49-F238E27FC236}">
                  <a16:creationId xmlns:a16="http://schemas.microsoft.com/office/drawing/2014/main" id="{AA1F7C59-AA63-23D4-46BC-BD03578DE31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5" name="Freeform 43">
              <a:extLst>
                <a:ext uri="{FF2B5EF4-FFF2-40B4-BE49-F238E27FC236}">
                  <a16:creationId xmlns:a16="http://schemas.microsoft.com/office/drawing/2014/main" id="{4618B0D7-7439-D02E-B0EA-2FA5C65FE7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6" name="Freeform 45">
              <a:extLst>
                <a:ext uri="{FF2B5EF4-FFF2-40B4-BE49-F238E27FC236}">
                  <a16:creationId xmlns:a16="http://schemas.microsoft.com/office/drawing/2014/main" id="{713820D6-63FF-047A-53EC-89DBA5CA5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7" name="Freeform 46">
              <a:extLst>
                <a:ext uri="{FF2B5EF4-FFF2-40B4-BE49-F238E27FC236}">
                  <a16:creationId xmlns:a16="http://schemas.microsoft.com/office/drawing/2014/main" id="{B4614BAE-65BA-4B2D-23CD-E853674A38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8" name="Freeform 51">
              <a:extLst>
                <a:ext uri="{FF2B5EF4-FFF2-40B4-BE49-F238E27FC236}">
                  <a16:creationId xmlns:a16="http://schemas.microsoft.com/office/drawing/2014/main" id="{F425B024-A5AA-FE1B-BD87-8EC787C4F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49" name="Freeform 52">
              <a:extLst>
                <a:ext uri="{FF2B5EF4-FFF2-40B4-BE49-F238E27FC236}">
                  <a16:creationId xmlns:a16="http://schemas.microsoft.com/office/drawing/2014/main" id="{592D9EA8-51C9-A08B-F811-688957614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0" name="Freeform 55">
              <a:extLst>
                <a:ext uri="{FF2B5EF4-FFF2-40B4-BE49-F238E27FC236}">
                  <a16:creationId xmlns:a16="http://schemas.microsoft.com/office/drawing/2014/main" id="{A7361976-9F38-A562-9E08-08F9C88B1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1" name="Freeform 58">
              <a:extLst>
                <a:ext uri="{FF2B5EF4-FFF2-40B4-BE49-F238E27FC236}">
                  <a16:creationId xmlns:a16="http://schemas.microsoft.com/office/drawing/2014/main" id="{969928CB-1D5A-616E-62E3-580EFBC8DA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2" name="Freeform 60">
              <a:extLst>
                <a:ext uri="{FF2B5EF4-FFF2-40B4-BE49-F238E27FC236}">
                  <a16:creationId xmlns:a16="http://schemas.microsoft.com/office/drawing/2014/main" id="{29E676C9-2EC8-B25A-714F-44E659DD9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3" name="Freeform 62">
              <a:extLst>
                <a:ext uri="{FF2B5EF4-FFF2-40B4-BE49-F238E27FC236}">
                  <a16:creationId xmlns:a16="http://schemas.microsoft.com/office/drawing/2014/main" id="{32E3E1D1-2389-9D8D-1889-181B3DE0E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4" name="Freeform 64">
              <a:extLst>
                <a:ext uri="{FF2B5EF4-FFF2-40B4-BE49-F238E27FC236}">
                  <a16:creationId xmlns:a16="http://schemas.microsoft.com/office/drawing/2014/main" id="{27C8EAD7-8636-33E1-D76A-2C7CE26B18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5" name="Freeform 69">
              <a:extLst>
                <a:ext uri="{FF2B5EF4-FFF2-40B4-BE49-F238E27FC236}">
                  <a16:creationId xmlns:a16="http://schemas.microsoft.com/office/drawing/2014/main" id="{1314B0F7-A6B0-D905-4D38-FED3D0AC8E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6" name="Freeform 70">
              <a:extLst>
                <a:ext uri="{FF2B5EF4-FFF2-40B4-BE49-F238E27FC236}">
                  <a16:creationId xmlns:a16="http://schemas.microsoft.com/office/drawing/2014/main" id="{EACBD833-C0DD-7466-B373-4CB268164F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7" name="Freeform 71">
              <a:extLst>
                <a:ext uri="{FF2B5EF4-FFF2-40B4-BE49-F238E27FC236}">
                  <a16:creationId xmlns:a16="http://schemas.microsoft.com/office/drawing/2014/main" id="{5A787DAA-F969-FD57-EFFF-F480508A50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8" name="Freeform 72">
              <a:extLst>
                <a:ext uri="{FF2B5EF4-FFF2-40B4-BE49-F238E27FC236}">
                  <a16:creationId xmlns:a16="http://schemas.microsoft.com/office/drawing/2014/main" id="{FF7E3D2D-323A-A71E-7AB2-9AF4CB2CB1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59" name="Freeform 75">
              <a:extLst>
                <a:ext uri="{FF2B5EF4-FFF2-40B4-BE49-F238E27FC236}">
                  <a16:creationId xmlns:a16="http://schemas.microsoft.com/office/drawing/2014/main" id="{11EBFAF2-245E-A3A0-0A68-36C69B444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0" name="Freeform 76">
              <a:extLst>
                <a:ext uri="{FF2B5EF4-FFF2-40B4-BE49-F238E27FC236}">
                  <a16:creationId xmlns:a16="http://schemas.microsoft.com/office/drawing/2014/main" id="{10DC7779-7A85-33F3-6D9A-9121F0147F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1" name="Freeform 78">
              <a:extLst>
                <a:ext uri="{FF2B5EF4-FFF2-40B4-BE49-F238E27FC236}">
                  <a16:creationId xmlns:a16="http://schemas.microsoft.com/office/drawing/2014/main" id="{03898262-847B-FC77-2B68-108C73E28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2" name="Freeform 79">
              <a:extLst>
                <a:ext uri="{FF2B5EF4-FFF2-40B4-BE49-F238E27FC236}">
                  <a16:creationId xmlns:a16="http://schemas.microsoft.com/office/drawing/2014/main" id="{74A2B168-9D47-9B24-1B52-91E1D8322CF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63" name="Freeform 81">
              <a:extLst>
                <a:ext uri="{FF2B5EF4-FFF2-40B4-BE49-F238E27FC236}">
                  <a16:creationId xmlns:a16="http://schemas.microsoft.com/office/drawing/2014/main" id="{1AF50B16-391A-BCE7-03A2-E1511729CC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89" name="组合 88">
            <a:extLst>
              <a:ext uri="{FF2B5EF4-FFF2-40B4-BE49-F238E27FC236}">
                <a16:creationId xmlns:a16="http://schemas.microsoft.com/office/drawing/2014/main" id="{F8EAD285-C6FC-2E94-8F38-ADC5140FFE56}"/>
              </a:ext>
            </a:extLst>
          </p:cNvPr>
          <p:cNvGrpSpPr/>
          <p:nvPr/>
        </p:nvGrpSpPr>
        <p:grpSpPr>
          <a:xfrm flipH="1">
            <a:off x="6860912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90" name="Freeform 11">
              <a:extLst>
                <a:ext uri="{FF2B5EF4-FFF2-40B4-BE49-F238E27FC236}">
                  <a16:creationId xmlns:a16="http://schemas.microsoft.com/office/drawing/2014/main" id="{0591AB30-2EAC-F4B7-6344-2B50783DF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1" name="Freeform 15">
              <a:extLst>
                <a:ext uri="{FF2B5EF4-FFF2-40B4-BE49-F238E27FC236}">
                  <a16:creationId xmlns:a16="http://schemas.microsoft.com/office/drawing/2014/main" id="{C2FA8CBE-18F5-1655-3F99-48A088C8D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2" name="Freeform 18">
              <a:extLst>
                <a:ext uri="{FF2B5EF4-FFF2-40B4-BE49-F238E27FC236}">
                  <a16:creationId xmlns:a16="http://schemas.microsoft.com/office/drawing/2014/main" id="{A887E5A2-EB5A-FB4E-EE6A-FEF85D6E44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3" name="Freeform 19">
              <a:extLst>
                <a:ext uri="{FF2B5EF4-FFF2-40B4-BE49-F238E27FC236}">
                  <a16:creationId xmlns:a16="http://schemas.microsoft.com/office/drawing/2014/main" id="{8107CBCC-0C96-6C53-5F90-0AFC85F42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4" name="Freeform 21">
              <a:extLst>
                <a:ext uri="{FF2B5EF4-FFF2-40B4-BE49-F238E27FC236}">
                  <a16:creationId xmlns:a16="http://schemas.microsoft.com/office/drawing/2014/main" id="{C080046F-FB9C-7F46-605E-50F83CAE96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5" name="Freeform 22">
              <a:extLst>
                <a:ext uri="{FF2B5EF4-FFF2-40B4-BE49-F238E27FC236}">
                  <a16:creationId xmlns:a16="http://schemas.microsoft.com/office/drawing/2014/main" id="{DE4ED486-2285-9C44-9EAF-80B6C52AF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6" name="Freeform 25">
              <a:extLst>
                <a:ext uri="{FF2B5EF4-FFF2-40B4-BE49-F238E27FC236}">
                  <a16:creationId xmlns:a16="http://schemas.microsoft.com/office/drawing/2014/main" id="{6B016DC4-AB30-E4DE-2A9B-94A0E65D3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7" name="Freeform 27">
              <a:extLst>
                <a:ext uri="{FF2B5EF4-FFF2-40B4-BE49-F238E27FC236}">
                  <a16:creationId xmlns:a16="http://schemas.microsoft.com/office/drawing/2014/main" id="{BC58ABDE-9CEE-28CD-3664-B770F87AF6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8" name="Freeform 31">
              <a:extLst>
                <a:ext uri="{FF2B5EF4-FFF2-40B4-BE49-F238E27FC236}">
                  <a16:creationId xmlns:a16="http://schemas.microsoft.com/office/drawing/2014/main" id="{E48C2042-2C2E-6DF8-EBF0-3E1573D46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99" name="Freeform 32">
              <a:extLst>
                <a:ext uri="{FF2B5EF4-FFF2-40B4-BE49-F238E27FC236}">
                  <a16:creationId xmlns:a16="http://schemas.microsoft.com/office/drawing/2014/main" id="{348910F6-F5F9-697F-804C-033FDA6870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0" name="Freeform 33">
              <a:extLst>
                <a:ext uri="{FF2B5EF4-FFF2-40B4-BE49-F238E27FC236}">
                  <a16:creationId xmlns:a16="http://schemas.microsoft.com/office/drawing/2014/main" id="{EDA14A39-2537-48A7-6EAD-1260F1D5F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1" name="Freeform 34">
              <a:extLst>
                <a:ext uri="{FF2B5EF4-FFF2-40B4-BE49-F238E27FC236}">
                  <a16:creationId xmlns:a16="http://schemas.microsoft.com/office/drawing/2014/main" id="{E2595AAC-2ECE-BF72-C86E-2C05F54A9D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2" name="Freeform 35">
              <a:extLst>
                <a:ext uri="{FF2B5EF4-FFF2-40B4-BE49-F238E27FC236}">
                  <a16:creationId xmlns:a16="http://schemas.microsoft.com/office/drawing/2014/main" id="{C71722AF-A290-9ED8-B95F-98FC0123E6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3" name="Freeform 36">
              <a:extLst>
                <a:ext uri="{FF2B5EF4-FFF2-40B4-BE49-F238E27FC236}">
                  <a16:creationId xmlns:a16="http://schemas.microsoft.com/office/drawing/2014/main" id="{6CDB75CF-1712-B5DC-F534-7A721089E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4" name="Freeform 37">
              <a:extLst>
                <a:ext uri="{FF2B5EF4-FFF2-40B4-BE49-F238E27FC236}">
                  <a16:creationId xmlns:a16="http://schemas.microsoft.com/office/drawing/2014/main" id="{3664D09A-A08D-AE7D-EA3F-70E9CABAA7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5" name="Freeform 38">
              <a:extLst>
                <a:ext uri="{FF2B5EF4-FFF2-40B4-BE49-F238E27FC236}">
                  <a16:creationId xmlns:a16="http://schemas.microsoft.com/office/drawing/2014/main" id="{F9A75EAB-C486-2C68-5DB2-3B80744D43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6" name="Freeform 41">
              <a:extLst>
                <a:ext uri="{FF2B5EF4-FFF2-40B4-BE49-F238E27FC236}">
                  <a16:creationId xmlns:a16="http://schemas.microsoft.com/office/drawing/2014/main" id="{7347F2D2-418E-0BD0-111B-FC8BE7882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7" name="Freeform 42">
              <a:extLst>
                <a:ext uri="{FF2B5EF4-FFF2-40B4-BE49-F238E27FC236}">
                  <a16:creationId xmlns:a16="http://schemas.microsoft.com/office/drawing/2014/main" id="{8653E258-53C9-7EA5-0849-7EC8DDA8C9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8" name="Freeform 43">
              <a:extLst>
                <a:ext uri="{FF2B5EF4-FFF2-40B4-BE49-F238E27FC236}">
                  <a16:creationId xmlns:a16="http://schemas.microsoft.com/office/drawing/2014/main" id="{12E43DDB-A036-5B09-652E-E17AAFD7F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09" name="Freeform 45">
              <a:extLst>
                <a:ext uri="{FF2B5EF4-FFF2-40B4-BE49-F238E27FC236}">
                  <a16:creationId xmlns:a16="http://schemas.microsoft.com/office/drawing/2014/main" id="{2FAC4F83-13A3-B90F-6584-729F3D484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0" name="Freeform 46">
              <a:extLst>
                <a:ext uri="{FF2B5EF4-FFF2-40B4-BE49-F238E27FC236}">
                  <a16:creationId xmlns:a16="http://schemas.microsoft.com/office/drawing/2014/main" id="{6BE54A19-2510-8AD8-3289-BF534A98B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1" name="Freeform 51">
              <a:extLst>
                <a:ext uri="{FF2B5EF4-FFF2-40B4-BE49-F238E27FC236}">
                  <a16:creationId xmlns:a16="http://schemas.microsoft.com/office/drawing/2014/main" id="{E41474AF-1705-5AAC-2EE0-907B73A199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2" name="Freeform 52">
              <a:extLst>
                <a:ext uri="{FF2B5EF4-FFF2-40B4-BE49-F238E27FC236}">
                  <a16:creationId xmlns:a16="http://schemas.microsoft.com/office/drawing/2014/main" id="{8A476B94-37AB-9256-0ED8-53480C8558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3" name="Freeform 55">
              <a:extLst>
                <a:ext uri="{FF2B5EF4-FFF2-40B4-BE49-F238E27FC236}">
                  <a16:creationId xmlns:a16="http://schemas.microsoft.com/office/drawing/2014/main" id="{D7587A2A-DDFD-B4AA-D7D2-C5D3C774F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4" name="Freeform 58">
              <a:extLst>
                <a:ext uri="{FF2B5EF4-FFF2-40B4-BE49-F238E27FC236}">
                  <a16:creationId xmlns:a16="http://schemas.microsoft.com/office/drawing/2014/main" id="{CA986BA1-27E8-4CB5-4426-B96F811649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5" name="Freeform 60">
              <a:extLst>
                <a:ext uri="{FF2B5EF4-FFF2-40B4-BE49-F238E27FC236}">
                  <a16:creationId xmlns:a16="http://schemas.microsoft.com/office/drawing/2014/main" id="{6E4FBE69-DB60-42D0-CE6D-3E2504E9E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6" name="Freeform 62">
              <a:extLst>
                <a:ext uri="{FF2B5EF4-FFF2-40B4-BE49-F238E27FC236}">
                  <a16:creationId xmlns:a16="http://schemas.microsoft.com/office/drawing/2014/main" id="{E635D7F9-6386-60C7-0752-05F4AACC17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7" name="Freeform 64">
              <a:extLst>
                <a:ext uri="{FF2B5EF4-FFF2-40B4-BE49-F238E27FC236}">
                  <a16:creationId xmlns:a16="http://schemas.microsoft.com/office/drawing/2014/main" id="{4FFCD7CF-C172-EDB0-CFCE-B76006900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8" name="Freeform 69">
              <a:extLst>
                <a:ext uri="{FF2B5EF4-FFF2-40B4-BE49-F238E27FC236}">
                  <a16:creationId xmlns:a16="http://schemas.microsoft.com/office/drawing/2014/main" id="{B7D6D3A4-E7FE-4628-9C8D-BA03AE17EC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19" name="Freeform 70">
              <a:extLst>
                <a:ext uri="{FF2B5EF4-FFF2-40B4-BE49-F238E27FC236}">
                  <a16:creationId xmlns:a16="http://schemas.microsoft.com/office/drawing/2014/main" id="{88612E31-CE36-9000-5E39-EA6D17AA6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0" name="Freeform 71">
              <a:extLst>
                <a:ext uri="{FF2B5EF4-FFF2-40B4-BE49-F238E27FC236}">
                  <a16:creationId xmlns:a16="http://schemas.microsoft.com/office/drawing/2014/main" id="{D42BCA26-4063-866E-EF69-E2914E647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1" name="Freeform 72">
              <a:extLst>
                <a:ext uri="{FF2B5EF4-FFF2-40B4-BE49-F238E27FC236}">
                  <a16:creationId xmlns:a16="http://schemas.microsoft.com/office/drawing/2014/main" id="{0AB719D1-C1E2-3AC6-E6FE-83506A5F20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2" name="Freeform 75">
              <a:extLst>
                <a:ext uri="{FF2B5EF4-FFF2-40B4-BE49-F238E27FC236}">
                  <a16:creationId xmlns:a16="http://schemas.microsoft.com/office/drawing/2014/main" id="{51975EAC-13DD-72D3-1524-99A1A67D7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3" name="Freeform 76">
              <a:extLst>
                <a:ext uri="{FF2B5EF4-FFF2-40B4-BE49-F238E27FC236}">
                  <a16:creationId xmlns:a16="http://schemas.microsoft.com/office/drawing/2014/main" id="{D8BB15AF-8BC6-07A2-DE15-5AE4B2A3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4" name="Freeform 78">
              <a:extLst>
                <a:ext uri="{FF2B5EF4-FFF2-40B4-BE49-F238E27FC236}">
                  <a16:creationId xmlns:a16="http://schemas.microsoft.com/office/drawing/2014/main" id="{01F57E1D-AD93-FA62-BA1E-A8E7CE8B27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5" name="Freeform 79">
              <a:extLst>
                <a:ext uri="{FF2B5EF4-FFF2-40B4-BE49-F238E27FC236}">
                  <a16:creationId xmlns:a16="http://schemas.microsoft.com/office/drawing/2014/main" id="{D9D0DAB1-1377-5901-A6E2-FE630BAD0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26" name="Freeform 81">
              <a:extLst>
                <a:ext uri="{FF2B5EF4-FFF2-40B4-BE49-F238E27FC236}">
                  <a16:creationId xmlns:a16="http://schemas.microsoft.com/office/drawing/2014/main" id="{C80D368E-7CB2-F9D0-9905-A16B79548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85" name="矩形 84">
            <a:extLst>
              <a:ext uri="{FF2B5EF4-FFF2-40B4-BE49-F238E27FC236}">
                <a16:creationId xmlns:a16="http://schemas.microsoft.com/office/drawing/2014/main" id="{21165320-B5A9-508B-FEEA-5736D905F03C}"/>
              </a:ext>
            </a:extLst>
          </p:cNvPr>
          <p:cNvSpPr/>
          <p:nvPr/>
        </p:nvSpPr>
        <p:spPr>
          <a:xfrm>
            <a:off x="4990284" y="2756181"/>
            <a:ext cx="2250247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600" b="1" dirty="0">
                <a:latin typeface="+mn-ea"/>
                <a:cs typeface="+mn-ea"/>
                <a:sym typeface="+mn-lt"/>
              </a:rPr>
              <a:t>50</a:t>
            </a:r>
            <a:r>
              <a:rPr lang="zh-CN" altLang="en-US" sz="1600" b="1" dirty="0">
                <a:latin typeface="+mn-ea"/>
                <a:cs typeface="+mn-ea"/>
                <a:sym typeface="+mn-lt"/>
              </a:rPr>
              <a:t>所全国毕业生就业典型经验高校</a:t>
            </a:r>
          </a:p>
        </p:txBody>
      </p:sp>
      <p:grpSp>
        <p:nvGrpSpPr>
          <p:cNvPr id="169" name="组合 168">
            <a:extLst>
              <a:ext uri="{FF2B5EF4-FFF2-40B4-BE49-F238E27FC236}">
                <a16:creationId xmlns:a16="http://schemas.microsoft.com/office/drawing/2014/main" id="{D3BCC5AF-9010-0A8D-952F-592F5869C62C}"/>
              </a:ext>
            </a:extLst>
          </p:cNvPr>
          <p:cNvGrpSpPr/>
          <p:nvPr/>
        </p:nvGrpSpPr>
        <p:grpSpPr>
          <a:xfrm>
            <a:off x="1367481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208" name="Freeform 11">
              <a:extLst>
                <a:ext uri="{FF2B5EF4-FFF2-40B4-BE49-F238E27FC236}">
                  <a16:creationId xmlns:a16="http://schemas.microsoft.com/office/drawing/2014/main" id="{205768F1-CC8D-87DD-44A0-58CBA74145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9" name="Freeform 15">
              <a:extLst>
                <a:ext uri="{FF2B5EF4-FFF2-40B4-BE49-F238E27FC236}">
                  <a16:creationId xmlns:a16="http://schemas.microsoft.com/office/drawing/2014/main" id="{85A003AE-000E-0AE7-A4D9-90010BFA6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0" name="Freeform 18">
              <a:extLst>
                <a:ext uri="{FF2B5EF4-FFF2-40B4-BE49-F238E27FC236}">
                  <a16:creationId xmlns:a16="http://schemas.microsoft.com/office/drawing/2014/main" id="{A9260549-99D2-CF5C-8A7B-614C672CB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1" name="Freeform 19">
              <a:extLst>
                <a:ext uri="{FF2B5EF4-FFF2-40B4-BE49-F238E27FC236}">
                  <a16:creationId xmlns:a16="http://schemas.microsoft.com/office/drawing/2014/main" id="{EB6174B4-D955-AEFC-C33B-1A2AF16215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2" name="Freeform 21">
              <a:extLst>
                <a:ext uri="{FF2B5EF4-FFF2-40B4-BE49-F238E27FC236}">
                  <a16:creationId xmlns:a16="http://schemas.microsoft.com/office/drawing/2014/main" id="{7FD756C2-B7C7-D3FD-7221-581A991242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3" name="Freeform 22">
              <a:extLst>
                <a:ext uri="{FF2B5EF4-FFF2-40B4-BE49-F238E27FC236}">
                  <a16:creationId xmlns:a16="http://schemas.microsoft.com/office/drawing/2014/main" id="{5036BCE8-4C65-5BBA-09F0-E62275749B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4" name="Freeform 25">
              <a:extLst>
                <a:ext uri="{FF2B5EF4-FFF2-40B4-BE49-F238E27FC236}">
                  <a16:creationId xmlns:a16="http://schemas.microsoft.com/office/drawing/2014/main" id="{982CF03B-9A15-EF10-A0C9-2419012F90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5" name="Freeform 27">
              <a:extLst>
                <a:ext uri="{FF2B5EF4-FFF2-40B4-BE49-F238E27FC236}">
                  <a16:creationId xmlns:a16="http://schemas.microsoft.com/office/drawing/2014/main" id="{76032F1A-3D15-9368-710A-E677EC60D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6" name="Freeform 31">
              <a:extLst>
                <a:ext uri="{FF2B5EF4-FFF2-40B4-BE49-F238E27FC236}">
                  <a16:creationId xmlns:a16="http://schemas.microsoft.com/office/drawing/2014/main" id="{AF4767D7-71B6-FF80-CCF1-57E83A4B106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7" name="Freeform 32">
              <a:extLst>
                <a:ext uri="{FF2B5EF4-FFF2-40B4-BE49-F238E27FC236}">
                  <a16:creationId xmlns:a16="http://schemas.microsoft.com/office/drawing/2014/main" id="{6C1B84E2-2086-250D-9AB8-5BA97E4C0F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8" name="Freeform 33">
              <a:extLst>
                <a:ext uri="{FF2B5EF4-FFF2-40B4-BE49-F238E27FC236}">
                  <a16:creationId xmlns:a16="http://schemas.microsoft.com/office/drawing/2014/main" id="{BEB17C86-E92A-0120-F7D0-4299AC03D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19" name="Freeform 34">
              <a:extLst>
                <a:ext uri="{FF2B5EF4-FFF2-40B4-BE49-F238E27FC236}">
                  <a16:creationId xmlns:a16="http://schemas.microsoft.com/office/drawing/2014/main" id="{6F35A67C-7373-CE8F-712A-EE6E7E6D09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0" name="Freeform 35">
              <a:extLst>
                <a:ext uri="{FF2B5EF4-FFF2-40B4-BE49-F238E27FC236}">
                  <a16:creationId xmlns:a16="http://schemas.microsoft.com/office/drawing/2014/main" id="{C794E384-07A5-1F6F-A923-1112B4B04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1" name="Freeform 36">
              <a:extLst>
                <a:ext uri="{FF2B5EF4-FFF2-40B4-BE49-F238E27FC236}">
                  <a16:creationId xmlns:a16="http://schemas.microsoft.com/office/drawing/2014/main" id="{CE5AEEF9-A84A-09F7-8319-19282BEDF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2" name="Freeform 37">
              <a:extLst>
                <a:ext uri="{FF2B5EF4-FFF2-40B4-BE49-F238E27FC236}">
                  <a16:creationId xmlns:a16="http://schemas.microsoft.com/office/drawing/2014/main" id="{10EA0C1E-BF96-280D-6B58-7211397D03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3" name="Freeform 38">
              <a:extLst>
                <a:ext uri="{FF2B5EF4-FFF2-40B4-BE49-F238E27FC236}">
                  <a16:creationId xmlns:a16="http://schemas.microsoft.com/office/drawing/2014/main" id="{01EF0007-E5DE-93F5-2862-14BEFFB546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4" name="Freeform 41">
              <a:extLst>
                <a:ext uri="{FF2B5EF4-FFF2-40B4-BE49-F238E27FC236}">
                  <a16:creationId xmlns:a16="http://schemas.microsoft.com/office/drawing/2014/main" id="{3D0340FD-DDF5-1D2A-A314-03479C041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5" name="Freeform 42">
              <a:extLst>
                <a:ext uri="{FF2B5EF4-FFF2-40B4-BE49-F238E27FC236}">
                  <a16:creationId xmlns:a16="http://schemas.microsoft.com/office/drawing/2014/main" id="{D1B86C16-AF68-628F-5462-CF34C4EFC4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6" name="Freeform 43">
              <a:extLst>
                <a:ext uri="{FF2B5EF4-FFF2-40B4-BE49-F238E27FC236}">
                  <a16:creationId xmlns:a16="http://schemas.microsoft.com/office/drawing/2014/main" id="{1720AE1C-FE8B-70F5-9E33-9F5031D431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7" name="Freeform 45">
              <a:extLst>
                <a:ext uri="{FF2B5EF4-FFF2-40B4-BE49-F238E27FC236}">
                  <a16:creationId xmlns:a16="http://schemas.microsoft.com/office/drawing/2014/main" id="{8200CE92-8781-CAD9-C77A-0784A1B75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8" name="Freeform 46">
              <a:extLst>
                <a:ext uri="{FF2B5EF4-FFF2-40B4-BE49-F238E27FC236}">
                  <a16:creationId xmlns:a16="http://schemas.microsoft.com/office/drawing/2014/main" id="{88E9499A-DF6D-287C-D627-7763A1502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29" name="Freeform 51">
              <a:extLst>
                <a:ext uri="{FF2B5EF4-FFF2-40B4-BE49-F238E27FC236}">
                  <a16:creationId xmlns:a16="http://schemas.microsoft.com/office/drawing/2014/main" id="{FDA36CEB-BFB3-2A84-42AC-4BF7556469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0" name="Freeform 52">
              <a:extLst>
                <a:ext uri="{FF2B5EF4-FFF2-40B4-BE49-F238E27FC236}">
                  <a16:creationId xmlns:a16="http://schemas.microsoft.com/office/drawing/2014/main" id="{D70C6B75-EB6D-2444-8A73-2B4D30F854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1" name="Freeform 55">
              <a:extLst>
                <a:ext uri="{FF2B5EF4-FFF2-40B4-BE49-F238E27FC236}">
                  <a16:creationId xmlns:a16="http://schemas.microsoft.com/office/drawing/2014/main" id="{63A9E230-D38C-BE23-28A7-83FC2D7BD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2" name="Freeform 58">
              <a:extLst>
                <a:ext uri="{FF2B5EF4-FFF2-40B4-BE49-F238E27FC236}">
                  <a16:creationId xmlns:a16="http://schemas.microsoft.com/office/drawing/2014/main" id="{762F8822-B1DD-829A-2CF9-9996E6556D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3" name="Freeform 60">
              <a:extLst>
                <a:ext uri="{FF2B5EF4-FFF2-40B4-BE49-F238E27FC236}">
                  <a16:creationId xmlns:a16="http://schemas.microsoft.com/office/drawing/2014/main" id="{5B21A7F5-CEA0-4531-FBCA-75F3446F3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4" name="Freeform 62">
              <a:extLst>
                <a:ext uri="{FF2B5EF4-FFF2-40B4-BE49-F238E27FC236}">
                  <a16:creationId xmlns:a16="http://schemas.microsoft.com/office/drawing/2014/main" id="{EF992312-B8CD-407D-47B1-BD4558B7D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5" name="Freeform 64">
              <a:extLst>
                <a:ext uri="{FF2B5EF4-FFF2-40B4-BE49-F238E27FC236}">
                  <a16:creationId xmlns:a16="http://schemas.microsoft.com/office/drawing/2014/main" id="{2C8039E7-CC22-D387-28D4-C71E45DFA6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6" name="Freeform 69">
              <a:extLst>
                <a:ext uri="{FF2B5EF4-FFF2-40B4-BE49-F238E27FC236}">
                  <a16:creationId xmlns:a16="http://schemas.microsoft.com/office/drawing/2014/main" id="{FBDA3B2A-E9E0-4E9A-13F4-FAC8868269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7" name="Freeform 70">
              <a:extLst>
                <a:ext uri="{FF2B5EF4-FFF2-40B4-BE49-F238E27FC236}">
                  <a16:creationId xmlns:a16="http://schemas.microsoft.com/office/drawing/2014/main" id="{50C1421F-4374-A6E3-E269-C4604F2DD5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8" name="Freeform 71">
              <a:extLst>
                <a:ext uri="{FF2B5EF4-FFF2-40B4-BE49-F238E27FC236}">
                  <a16:creationId xmlns:a16="http://schemas.microsoft.com/office/drawing/2014/main" id="{B3138342-1312-5E31-8163-7B2AACDEE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39" name="Freeform 72">
              <a:extLst>
                <a:ext uri="{FF2B5EF4-FFF2-40B4-BE49-F238E27FC236}">
                  <a16:creationId xmlns:a16="http://schemas.microsoft.com/office/drawing/2014/main" id="{0E1DEF6C-F7EF-53B3-8448-78A3DC9325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0" name="Freeform 75">
              <a:extLst>
                <a:ext uri="{FF2B5EF4-FFF2-40B4-BE49-F238E27FC236}">
                  <a16:creationId xmlns:a16="http://schemas.microsoft.com/office/drawing/2014/main" id="{A90E568E-BFFF-B1A6-27A9-B5214ED5B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1" name="Freeform 76">
              <a:extLst>
                <a:ext uri="{FF2B5EF4-FFF2-40B4-BE49-F238E27FC236}">
                  <a16:creationId xmlns:a16="http://schemas.microsoft.com/office/drawing/2014/main" id="{EE099B6E-4332-0E0C-7B0E-BBBB47A62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2" name="Freeform 78">
              <a:extLst>
                <a:ext uri="{FF2B5EF4-FFF2-40B4-BE49-F238E27FC236}">
                  <a16:creationId xmlns:a16="http://schemas.microsoft.com/office/drawing/2014/main" id="{C4825888-78DA-A057-8FC1-2CA0FF451E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3" name="Freeform 79">
              <a:extLst>
                <a:ext uri="{FF2B5EF4-FFF2-40B4-BE49-F238E27FC236}">
                  <a16:creationId xmlns:a16="http://schemas.microsoft.com/office/drawing/2014/main" id="{68F3D16A-B584-4634-DBF3-2F9426355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44" name="Freeform 81">
              <a:extLst>
                <a:ext uri="{FF2B5EF4-FFF2-40B4-BE49-F238E27FC236}">
                  <a16:creationId xmlns:a16="http://schemas.microsoft.com/office/drawing/2014/main" id="{A914B077-FDF0-D301-958C-8283052A7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grpSp>
        <p:nvGrpSpPr>
          <p:cNvPr id="170" name="组合 169">
            <a:extLst>
              <a:ext uri="{FF2B5EF4-FFF2-40B4-BE49-F238E27FC236}">
                <a16:creationId xmlns:a16="http://schemas.microsoft.com/office/drawing/2014/main" id="{0DA11D53-8C85-6EEC-E33C-69AC5AF8B7D7}"/>
              </a:ext>
            </a:extLst>
          </p:cNvPr>
          <p:cNvGrpSpPr/>
          <p:nvPr/>
        </p:nvGrpSpPr>
        <p:grpSpPr>
          <a:xfrm flipH="1">
            <a:off x="3333441" y="2562983"/>
            <a:ext cx="478965" cy="1101126"/>
            <a:chOff x="1087980" y="1383907"/>
            <a:chExt cx="478965" cy="1101126"/>
          </a:xfrm>
          <a:gradFill>
            <a:gsLst>
              <a:gs pos="0">
                <a:schemeClr val="accent3"/>
              </a:gs>
              <a:gs pos="99000">
                <a:schemeClr val="accent3">
                  <a:lumMod val="75000"/>
                </a:schemeClr>
              </a:gs>
            </a:gsLst>
            <a:lin ang="5400000" scaled="1"/>
          </a:gradFill>
        </p:grpSpPr>
        <p:sp>
          <p:nvSpPr>
            <p:cNvPr id="171" name="Freeform 11">
              <a:extLst>
                <a:ext uri="{FF2B5EF4-FFF2-40B4-BE49-F238E27FC236}">
                  <a16:creationId xmlns:a16="http://schemas.microsoft.com/office/drawing/2014/main" id="{78389B3F-CBB2-4E42-AA92-3C5792257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2" name="Freeform 15">
              <a:extLst>
                <a:ext uri="{FF2B5EF4-FFF2-40B4-BE49-F238E27FC236}">
                  <a16:creationId xmlns:a16="http://schemas.microsoft.com/office/drawing/2014/main" id="{007B2E9C-4D4E-36A8-CAA9-C28E9DCEA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3" name="Freeform 18">
              <a:extLst>
                <a:ext uri="{FF2B5EF4-FFF2-40B4-BE49-F238E27FC236}">
                  <a16:creationId xmlns:a16="http://schemas.microsoft.com/office/drawing/2014/main" id="{96581687-507D-4671-700B-D6FA7A8F84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4" name="Freeform 19">
              <a:extLst>
                <a:ext uri="{FF2B5EF4-FFF2-40B4-BE49-F238E27FC236}">
                  <a16:creationId xmlns:a16="http://schemas.microsoft.com/office/drawing/2014/main" id="{33802EDE-2E5F-21A8-7FDC-62596E9B68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5" name="Freeform 21">
              <a:extLst>
                <a:ext uri="{FF2B5EF4-FFF2-40B4-BE49-F238E27FC236}">
                  <a16:creationId xmlns:a16="http://schemas.microsoft.com/office/drawing/2014/main" id="{C8ED28C7-32A3-3B96-C6A0-1B5FA2CD6F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6" name="Freeform 22">
              <a:extLst>
                <a:ext uri="{FF2B5EF4-FFF2-40B4-BE49-F238E27FC236}">
                  <a16:creationId xmlns:a16="http://schemas.microsoft.com/office/drawing/2014/main" id="{A900CBF7-6D82-88DB-AD72-EA34FC1D3E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7" name="Freeform 25">
              <a:extLst>
                <a:ext uri="{FF2B5EF4-FFF2-40B4-BE49-F238E27FC236}">
                  <a16:creationId xmlns:a16="http://schemas.microsoft.com/office/drawing/2014/main" id="{B420F1B5-AB1B-E391-CAF4-122A96752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8" name="Freeform 27">
              <a:extLst>
                <a:ext uri="{FF2B5EF4-FFF2-40B4-BE49-F238E27FC236}">
                  <a16:creationId xmlns:a16="http://schemas.microsoft.com/office/drawing/2014/main" id="{12152640-FA25-7010-50F5-36B87A19B6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79" name="Freeform 31">
              <a:extLst>
                <a:ext uri="{FF2B5EF4-FFF2-40B4-BE49-F238E27FC236}">
                  <a16:creationId xmlns:a16="http://schemas.microsoft.com/office/drawing/2014/main" id="{FD2BBA40-1A0A-CA64-6699-89FF3C83250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0" name="Freeform 32">
              <a:extLst>
                <a:ext uri="{FF2B5EF4-FFF2-40B4-BE49-F238E27FC236}">
                  <a16:creationId xmlns:a16="http://schemas.microsoft.com/office/drawing/2014/main" id="{7AD2C8A2-39CF-B49C-A1FB-7E219ADF96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1" name="Freeform 33">
              <a:extLst>
                <a:ext uri="{FF2B5EF4-FFF2-40B4-BE49-F238E27FC236}">
                  <a16:creationId xmlns:a16="http://schemas.microsoft.com/office/drawing/2014/main" id="{9B6A787D-DAB0-DC59-5F52-5FEC19108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2" name="Freeform 34">
              <a:extLst>
                <a:ext uri="{FF2B5EF4-FFF2-40B4-BE49-F238E27FC236}">
                  <a16:creationId xmlns:a16="http://schemas.microsoft.com/office/drawing/2014/main" id="{C58016C8-3526-2CCF-AA88-17E2C29EF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3" name="Freeform 35">
              <a:extLst>
                <a:ext uri="{FF2B5EF4-FFF2-40B4-BE49-F238E27FC236}">
                  <a16:creationId xmlns:a16="http://schemas.microsoft.com/office/drawing/2014/main" id="{D113A3BE-F2EB-5CA2-DAE2-62767B87A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4" name="Freeform 36">
              <a:extLst>
                <a:ext uri="{FF2B5EF4-FFF2-40B4-BE49-F238E27FC236}">
                  <a16:creationId xmlns:a16="http://schemas.microsoft.com/office/drawing/2014/main" id="{9675CD43-B6E8-CF3B-B21D-6196CEDFD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5" name="Freeform 37">
              <a:extLst>
                <a:ext uri="{FF2B5EF4-FFF2-40B4-BE49-F238E27FC236}">
                  <a16:creationId xmlns:a16="http://schemas.microsoft.com/office/drawing/2014/main" id="{680A1399-2465-6284-1D17-48EDC8A80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6" name="Freeform 38">
              <a:extLst>
                <a:ext uri="{FF2B5EF4-FFF2-40B4-BE49-F238E27FC236}">
                  <a16:creationId xmlns:a16="http://schemas.microsoft.com/office/drawing/2014/main" id="{12DEEF5F-AC9F-B878-1BF9-544F46C86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7" name="Freeform 41">
              <a:extLst>
                <a:ext uri="{FF2B5EF4-FFF2-40B4-BE49-F238E27FC236}">
                  <a16:creationId xmlns:a16="http://schemas.microsoft.com/office/drawing/2014/main" id="{ABB6707B-BFAE-BD17-CC01-BD4B65B228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8" name="Freeform 42">
              <a:extLst>
                <a:ext uri="{FF2B5EF4-FFF2-40B4-BE49-F238E27FC236}">
                  <a16:creationId xmlns:a16="http://schemas.microsoft.com/office/drawing/2014/main" id="{FB6D2050-A387-95B1-0C1E-3389D1FA6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89" name="Freeform 43">
              <a:extLst>
                <a:ext uri="{FF2B5EF4-FFF2-40B4-BE49-F238E27FC236}">
                  <a16:creationId xmlns:a16="http://schemas.microsoft.com/office/drawing/2014/main" id="{2880149B-2B6D-08C6-DD0E-5683F01D8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0" name="Freeform 45">
              <a:extLst>
                <a:ext uri="{FF2B5EF4-FFF2-40B4-BE49-F238E27FC236}">
                  <a16:creationId xmlns:a16="http://schemas.microsoft.com/office/drawing/2014/main" id="{DAB1F200-E18C-5B57-39CA-6DB74C1E74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1" name="Freeform 46">
              <a:extLst>
                <a:ext uri="{FF2B5EF4-FFF2-40B4-BE49-F238E27FC236}">
                  <a16:creationId xmlns:a16="http://schemas.microsoft.com/office/drawing/2014/main" id="{7F3F9B7D-78D9-4FFF-6561-5E302A4E5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2" name="Freeform 51">
              <a:extLst>
                <a:ext uri="{FF2B5EF4-FFF2-40B4-BE49-F238E27FC236}">
                  <a16:creationId xmlns:a16="http://schemas.microsoft.com/office/drawing/2014/main" id="{BB11AC07-B3F0-847B-B7FF-80729FEDD8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3" name="Freeform 52">
              <a:extLst>
                <a:ext uri="{FF2B5EF4-FFF2-40B4-BE49-F238E27FC236}">
                  <a16:creationId xmlns:a16="http://schemas.microsoft.com/office/drawing/2014/main" id="{16641395-1F67-B1B1-E4E9-634E3CB25C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4" name="Freeform 55">
              <a:extLst>
                <a:ext uri="{FF2B5EF4-FFF2-40B4-BE49-F238E27FC236}">
                  <a16:creationId xmlns:a16="http://schemas.microsoft.com/office/drawing/2014/main" id="{AFC20996-DD26-96F2-F2FF-EA4AF0B1EF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5" name="Freeform 58">
              <a:extLst>
                <a:ext uri="{FF2B5EF4-FFF2-40B4-BE49-F238E27FC236}">
                  <a16:creationId xmlns:a16="http://schemas.microsoft.com/office/drawing/2014/main" id="{B1DA4BE0-252C-42D6-DBDF-92D472484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6" name="Freeform 60">
              <a:extLst>
                <a:ext uri="{FF2B5EF4-FFF2-40B4-BE49-F238E27FC236}">
                  <a16:creationId xmlns:a16="http://schemas.microsoft.com/office/drawing/2014/main" id="{90211B08-C43E-FBDF-4448-275AA4E29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7" name="Freeform 62">
              <a:extLst>
                <a:ext uri="{FF2B5EF4-FFF2-40B4-BE49-F238E27FC236}">
                  <a16:creationId xmlns:a16="http://schemas.microsoft.com/office/drawing/2014/main" id="{132120D6-9E3C-218C-E573-5C0621E053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8" name="Freeform 64">
              <a:extLst>
                <a:ext uri="{FF2B5EF4-FFF2-40B4-BE49-F238E27FC236}">
                  <a16:creationId xmlns:a16="http://schemas.microsoft.com/office/drawing/2014/main" id="{85319496-86EF-3A50-C8C5-2CC2065C1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199" name="Freeform 69">
              <a:extLst>
                <a:ext uri="{FF2B5EF4-FFF2-40B4-BE49-F238E27FC236}">
                  <a16:creationId xmlns:a16="http://schemas.microsoft.com/office/drawing/2014/main" id="{503B3547-C260-6B6C-0243-FC522FC2D2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0" name="Freeform 70">
              <a:extLst>
                <a:ext uri="{FF2B5EF4-FFF2-40B4-BE49-F238E27FC236}">
                  <a16:creationId xmlns:a16="http://schemas.microsoft.com/office/drawing/2014/main" id="{F3D3ACFE-C611-F745-8B52-64B26F81F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1" name="Freeform 71">
              <a:extLst>
                <a:ext uri="{FF2B5EF4-FFF2-40B4-BE49-F238E27FC236}">
                  <a16:creationId xmlns:a16="http://schemas.microsoft.com/office/drawing/2014/main" id="{6015C26B-549A-FBC6-6EF6-A0F7ED1C8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2" name="Freeform 72">
              <a:extLst>
                <a:ext uri="{FF2B5EF4-FFF2-40B4-BE49-F238E27FC236}">
                  <a16:creationId xmlns:a16="http://schemas.microsoft.com/office/drawing/2014/main" id="{215A2CBB-7582-0A97-915D-34B7B91013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3" name="Freeform 75">
              <a:extLst>
                <a:ext uri="{FF2B5EF4-FFF2-40B4-BE49-F238E27FC236}">
                  <a16:creationId xmlns:a16="http://schemas.microsoft.com/office/drawing/2014/main" id="{FA3DE966-48F7-1F11-E904-1066F93EF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4" name="Freeform 76">
              <a:extLst>
                <a:ext uri="{FF2B5EF4-FFF2-40B4-BE49-F238E27FC236}">
                  <a16:creationId xmlns:a16="http://schemas.microsoft.com/office/drawing/2014/main" id="{6C5392BE-C603-FB2D-6A23-591BFC5707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5" name="Freeform 78">
              <a:extLst>
                <a:ext uri="{FF2B5EF4-FFF2-40B4-BE49-F238E27FC236}">
                  <a16:creationId xmlns:a16="http://schemas.microsoft.com/office/drawing/2014/main" id="{256C7582-3878-EAE2-BE25-4B9FC946BD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6" name="Freeform 79">
              <a:extLst>
                <a:ext uri="{FF2B5EF4-FFF2-40B4-BE49-F238E27FC236}">
                  <a16:creationId xmlns:a16="http://schemas.microsoft.com/office/drawing/2014/main" id="{C9F37999-6E15-5DC1-1C08-63164C7D62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sp>
          <p:nvSpPr>
            <p:cNvPr id="207" name="Freeform 81">
              <a:extLst>
                <a:ext uri="{FF2B5EF4-FFF2-40B4-BE49-F238E27FC236}">
                  <a16:creationId xmlns:a16="http://schemas.microsoft.com/office/drawing/2014/main" id="{0DE725AD-6168-838B-BA53-B88DFDEA89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solidFill>
              <a:srgbClr val="234995"/>
            </a:soli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</p:grpSp>
      <p:sp>
        <p:nvSpPr>
          <p:cNvPr id="166" name="矩形 165">
            <a:extLst>
              <a:ext uri="{FF2B5EF4-FFF2-40B4-BE49-F238E27FC236}">
                <a16:creationId xmlns:a16="http://schemas.microsoft.com/office/drawing/2014/main" id="{A29CF3C7-ED0B-D59A-87EB-6C89C30FC9D4}"/>
              </a:ext>
            </a:extLst>
          </p:cNvPr>
          <p:cNvSpPr/>
          <p:nvPr/>
        </p:nvSpPr>
        <p:spPr>
          <a:xfrm>
            <a:off x="1664150" y="2762416"/>
            <a:ext cx="1857791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+mn-ea"/>
                <a:cs typeface="+mn-ea"/>
                <a:sym typeface="+mn-lt"/>
              </a:rPr>
              <a:t>全国就业先进工作单位</a:t>
            </a:r>
          </a:p>
        </p:txBody>
      </p:sp>
      <p:grpSp>
        <p:nvGrpSpPr>
          <p:cNvPr id="250" name="组合 249">
            <a:extLst>
              <a:ext uri="{FF2B5EF4-FFF2-40B4-BE49-F238E27FC236}">
                <a16:creationId xmlns:a16="http://schemas.microsoft.com/office/drawing/2014/main" id="{8AECB1FF-5D81-837D-A424-98FD9AFCFE81}"/>
              </a:ext>
            </a:extLst>
          </p:cNvPr>
          <p:cNvGrpSpPr/>
          <p:nvPr/>
        </p:nvGrpSpPr>
        <p:grpSpPr>
          <a:xfrm>
            <a:off x="8422423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289" name="Freeform 11">
              <a:extLst>
                <a:ext uri="{FF2B5EF4-FFF2-40B4-BE49-F238E27FC236}">
                  <a16:creationId xmlns:a16="http://schemas.microsoft.com/office/drawing/2014/main" id="{6A29AAE7-AD09-8B3A-DBF0-F85319B55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0" name="Freeform 15">
              <a:extLst>
                <a:ext uri="{FF2B5EF4-FFF2-40B4-BE49-F238E27FC236}">
                  <a16:creationId xmlns:a16="http://schemas.microsoft.com/office/drawing/2014/main" id="{D87E0918-0EA4-74D9-2B3B-44486EDCFD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1" name="Freeform 18">
              <a:extLst>
                <a:ext uri="{FF2B5EF4-FFF2-40B4-BE49-F238E27FC236}">
                  <a16:creationId xmlns:a16="http://schemas.microsoft.com/office/drawing/2014/main" id="{B0339F44-3DB7-C941-C566-E1FBE1AC2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2" name="Freeform 19">
              <a:extLst>
                <a:ext uri="{FF2B5EF4-FFF2-40B4-BE49-F238E27FC236}">
                  <a16:creationId xmlns:a16="http://schemas.microsoft.com/office/drawing/2014/main" id="{55A740E9-478D-E61A-5807-F8EA5B953B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3" name="Freeform 21">
              <a:extLst>
                <a:ext uri="{FF2B5EF4-FFF2-40B4-BE49-F238E27FC236}">
                  <a16:creationId xmlns:a16="http://schemas.microsoft.com/office/drawing/2014/main" id="{ED7D92E9-8634-536E-5EA7-9C98ABD6C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4" name="Freeform 22">
              <a:extLst>
                <a:ext uri="{FF2B5EF4-FFF2-40B4-BE49-F238E27FC236}">
                  <a16:creationId xmlns:a16="http://schemas.microsoft.com/office/drawing/2014/main" id="{7129CA0B-715E-3912-0DB2-84A5A71D9A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5" name="Freeform 25">
              <a:extLst>
                <a:ext uri="{FF2B5EF4-FFF2-40B4-BE49-F238E27FC236}">
                  <a16:creationId xmlns:a16="http://schemas.microsoft.com/office/drawing/2014/main" id="{661B4E13-8000-0758-533C-5D0231F77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6" name="Freeform 27">
              <a:extLst>
                <a:ext uri="{FF2B5EF4-FFF2-40B4-BE49-F238E27FC236}">
                  <a16:creationId xmlns:a16="http://schemas.microsoft.com/office/drawing/2014/main" id="{974E88A7-BD58-FF7E-8C84-D38DE0DBF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7" name="Freeform 31">
              <a:extLst>
                <a:ext uri="{FF2B5EF4-FFF2-40B4-BE49-F238E27FC236}">
                  <a16:creationId xmlns:a16="http://schemas.microsoft.com/office/drawing/2014/main" id="{3B07C53E-B119-6A38-7892-362D77EAD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8" name="Freeform 32">
              <a:extLst>
                <a:ext uri="{FF2B5EF4-FFF2-40B4-BE49-F238E27FC236}">
                  <a16:creationId xmlns:a16="http://schemas.microsoft.com/office/drawing/2014/main" id="{6C5AE917-2EC0-2D33-B5CD-812045420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99" name="Freeform 33">
              <a:extLst>
                <a:ext uri="{FF2B5EF4-FFF2-40B4-BE49-F238E27FC236}">
                  <a16:creationId xmlns:a16="http://schemas.microsoft.com/office/drawing/2014/main" id="{49F3E73D-E6FD-1A64-F3FF-F626AA658A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0" name="Freeform 34">
              <a:extLst>
                <a:ext uri="{FF2B5EF4-FFF2-40B4-BE49-F238E27FC236}">
                  <a16:creationId xmlns:a16="http://schemas.microsoft.com/office/drawing/2014/main" id="{6B30FDD4-3928-3D1A-252F-F93E1DE762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1" name="Freeform 35">
              <a:extLst>
                <a:ext uri="{FF2B5EF4-FFF2-40B4-BE49-F238E27FC236}">
                  <a16:creationId xmlns:a16="http://schemas.microsoft.com/office/drawing/2014/main" id="{94089FD2-4316-71BB-02AF-AB6E33AECC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2" name="Freeform 36">
              <a:extLst>
                <a:ext uri="{FF2B5EF4-FFF2-40B4-BE49-F238E27FC236}">
                  <a16:creationId xmlns:a16="http://schemas.microsoft.com/office/drawing/2014/main" id="{C6075F90-E43F-E5B2-5021-F0E5B99D3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3" name="Freeform 37">
              <a:extLst>
                <a:ext uri="{FF2B5EF4-FFF2-40B4-BE49-F238E27FC236}">
                  <a16:creationId xmlns:a16="http://schemas.microsoft.com/office/drawing/2014/main" id="{3691F92D-0E5B-5DDD-4E8E-B14A87980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4" name="Freeform 38">
              <a:extLst>
                <a:ext uri="{FF2B5EF4-FFF2-40B4-BE49-F238E27FC236}">
                  <a16:creationId xmlns:a16="http://schemas.microsoft.com/office/drawing/2014/main" id="{47CAAE39-32D7-7603-B4FE-D3B586C817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5" name="Freeform 41">
              <a:extLst>
                <a:ext uri="{FF2B5EF4-FFF2-40B4-BE49-F238E27FC236}">
                  <a16:creationId xmlns:a16="http://schemas.microsoft.com/office/drawing/2014/main" id="{B9EA6B65-314F-269E-C1C0-AFEB09096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6" name="Freeform 42">
              <a:extLst>
                <a:ext uri="{FF2B5EF4-FFF2-40B4-BE49-F238E27FC236}">
                  <a16:creationId xmlns:a16="http://schemas.microsoft.com/office/drawing/2014/main" id="{D61EF5E6-91AB-8E83-6D09-6C4FE338D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7" name="Freeform 43">
              <a:extLst>
                <a:ext uri="{FF2B5EF4-FFF2-40B4-BE49-F238E27FC236}">
                  <a16:creationId xmlns:a16="http://schemas.microsoft.com/office/drawing/2014/main" id="{62694708-1A2D-2B28-4E44-7F806CEE3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8" name="Freeform 45">
              <a:extLst>
                <a:ext uri="{FF2B5EF4-FFF2-40B4-BE49-F238E27FC236}">
                  <a16:creationId xmlns:a16="http://schemas.microsoft.com/office/drawing/2014/main" id="{857FC490-F5E6-D62F-3BE5-970684D51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09" name="Freeform 46">
              <a:extLst>
                <a:ext uri="{FF2B5EF4-FFF2-40B4-BE49-F238E27FC236}">
                  <a16:creationId xmlns:a16="http://schemas.microsoft.com/office/drawing/2014/main" id="{46181884-4E9E-FFB9-026E-FD61588B13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0" name="Freeform 51">
              <a:extLst>
                <a:ext uri="{FF2B5EF4-FFF2-40B4-BE49-F238E27FC236}">
                  <a16:creationId xmlns:a16="http://schemas.microsoft.com/office/drawing/2014/main" id="{3EFB7BD2-0FE0-268A-6078-1A348AC963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1" name="Freeform 52">
              <a:extLst>
                <a:ext uri="{FF2B5EF4-FFF2-40B4-BE49-F238E27FC236}">
                  <a16:creationId xmlns:a16="http://schemas.microsoft.com/office/drawing/2014/main" id="{92352EC0-235B-30F4-66F9-7DF220AD6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2" name="Freeform 55">
              <a:extLst>
                <a:ext uri="{FF2B5EF4-FFF2-40B4-BE49-F238E27FC236}">
                  <a16:creationId xmlns:a16="http://schemas.microsoft.com/office/drawing/2014/main" id="{3AC67D56-C172-AB9C-FA20-7AB0DF0717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3" name="Freeform 58">
              <a:extLst>
                <a:ext uri="{FF2B5EF4-FFF2-40B4-BE49-F238E27FC236}">
                  <a16:creationId xmlns:a16="http://schemas.microsoft.com/office/drawing/2014/main" id="{11C0D2CD-BAC6-A2FA-9692-F1EF131BF9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4" name="Freeform 60">
              <a:extLst>
                <a:ext uri="{FF2B5EF4-FFF2-40B4-BE49-F238E27FC236}">
                  <a16:creationId xmlns:a16="http://schemas.microsoft.com/office/drawing/2014/main" id="{B3F0B103-957D-AD9B-C0C7-7CD1427973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5" name="Freeform 62">
              <a:extLst>
                <a:ext uri="{FF2B5EF4-FFF2-40B4-BE49-F238E27FC236}">
                  <a16:creationId xmlns:a16="http://schemas.microsoft.com/office/drawing/2014/main" id="{217CDA94-9495-6A84-B468-3274CE6D4F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6" name="Freeform 64">
              <a:extLst>
                <a:ext uri="{FF2B5EF4-FFF2-40B4-BE49-F238E27FC236}">
                  <a16:creationId xmlns:a16="http://schemas.microsoft.com/office/drawing/2014/main" id="{958FBBBC-8B30-0321-2BA4-1A19832B54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7" name="Freeform 69">
              <a:extLst>
                <a:ext uri="{FF2B5EF4-FFF2-40B4-BE49-F238E27FC236}">
                  <a16:creationId xmlns:a16="http://schemas.microsoft.com/office/drawing/2014/main" id="{75C83304-9C4D-023C-1A57-053DDDDF45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8" name="Freeform 70">
              <a:extLst>
                <a:ext uri="{FF2B5EF4-FFF2-40B4-BE49-F238E27FC236}">
                  <a16:creationId xmlns:a16="http://schemas.microsoft.com/office/drawing/2014/main" id="{048C2F0C-B163-149D-8883-95E7FC1EC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19" name="Freeform 71">
              <a:extLst>
                <a:ext uri="{FF2B5EF4-FFF2-40B4-BE49-F238E27FC236}">
                  <a16:creationId xmlns:a16="http://schemas.microsoft.com/office/drawing/2014/main" id="{C4BB1B82-FA0A-40B4-BC6D-8BEB67DB3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0" name="Freeform 72">
              <a:extLst>
                <a:ext uri="{FF2B5EF4-FFF2-40B4-BE49-F238E27FC236}">
                  <a16:creationId xmlns:a16="http://schemas.microsoft.com/office/drawing/2014/main" id="{254E596E-49C6-576D-F3EE-E727AEAA2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1" name="Freeform 75">
              <a:extLst>
                <a:ext uri="{FF2B5EF4-FFF2-40B4-BE49-F238E27FC236}">
                  <a16:creationId xmlns:a16="http://schemas.microsoft.com/office/drawing/2014/main" id="{201FF1C9-E82C-A1E6-B53E-6CCE28A6B5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2" name="Freeform 76">
              <a:extLst>
                <a:ext uri="{FF2B5EF4-FFF2-40B4-BE49-F238E27FC236}">
                  <a16:creationId xmlns:a16="http://schemas.microsoft.com/office/drawing/2014/main" id="{2398A1EE-545D-47B7-65C3-6EB9020C6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3" name="Freeform 78">
              <a:extLst>
                <a:ext uri="{FF2B5EF4-FFF2-40B4-BE49-F238E27FC236}">
                  <a16:creationId xmlns:a16="http://schemas.microsoft.com/office/drawing/2014/main" id="{DEBF411A-0941-ED36-14D3-A52C16147E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4" name="Freeform 79">
              <a:extLst>
                <a:ext uri="{FF2B5EF4-FFF2-40B4-BE49-F238E27FC236}">
                  <a16:creationId xmlns:a16="http://schemas.microsoft.com/office/drawing/2014/main" id="{BF7FEC39-B2EC-D775-138B-79C5715F4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25" name="Freeform 81">
              <a:extLst>
                <a:ext uri="{FF2B5EF4-FFF2-40B4-BE49-F238E27FC236}">
                  <a16:creationId xmlns:a16="http://schemas.microsoft.com/office/drawing/2014/main" id="{3E78327B-5BE8-D590-292E-B7ACC3DBF0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251" name="组合 250" descr="D:\51PPT模板网\51pptmoban.com\图片.jpg">
            <a:extLst>
              <a:ext uri="{FF2B5EF4-FFF2-40B4-BE49-F238E27FC236}">
                <a16:creationId xmlns:a16="http://schemas.microsoft.com/office/drawing/2014/main" id="{BD12EA35-D7EB-556B-41A0-B8FB666BAACF}"/>
              </a:ext>
            </a:extLst>
          </p:cNvPr>
          <p:cNvGrpSpPr/>
          <p:nvPr/>
        </p:nvGrpSpPr>
        <p:grpSpPr>
          <a:xfrm flipH="1">
            <a:off x="10388383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252" name="Freeform 11">
              <a:extLst>
                <a:ext uri="{FF2B5EF4-FFF2-40B4-BE49-F238E27FC236}">
                  <a16:creationId xmlns:a16="http://schemas.microsoft.com/office/drawing/2014/main" id="{1DE6C338-A9FF-8652-E3B0-42DF8A9A36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3" name="Freeform 15">
              <a:extLst>
                <a:ext uri="{FF2B5EF4-FFF2-40B4-BE49-F238E27FC236}">
                  <a16:creationId xmlns:a16="http://schemas.microsoft.com/office/drawing/2014/main" id="{0A6A0590-EA7F-A080-15FB-ECE96C28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4" name="Freeform 18">
              <a:extLst>
                <a:ext uri="{FF2B5EF4-FFF2-40B4-BE49-F238E27FC236}">
                  <a16:creationId xmlns:a16="http://schemas.microsoft.com/office/drawing/2014/main" id="{E07A0ED6-53B3-8617-67C9-7B0CDF3FF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5" name="Freeform 19">
              <a:extLst>
                <a:ext uri="{FF2B5EF4-FFF2-40B4-BE49-F238E27FC236}">
                  <a16:creationId xmlns:a16="http://schemas.microsoft.com/office/drawing/2014/main" id="{9F6DE5A4-FDDC-D7F8-8A98-D5CCD71F29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6" name="Freeform 21">
              <a:extLst>
                <a:ext uri="{FF2B5EF4-FFF2-40B4-BE49-F238E27FC236}">
                  <a16:creationId xmlns:a16="http://schemas.microsoft.com/office/drawing/2014/main" id="{78EC307F-3ABA-391A-2C48-2E630CA35A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7" name="Freeform 22">
              <a:extLst>
                <a:ext uri="{FF2B5EF4-FFF2-40B4-BE49-F238E27FC236}">
                  <a16:creationId xmlns:a16="http://schemas.microsoft.com/office/drawing/2014/main" id="{65642A05-82C4-5323-38B9-D0C2E06E6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8" name="Freeform 25">
              <a:extLst>
                <a:ext uri="{FF2B5EF4-FFF2-40B4-BE49-F238E27FC236}">
                  <a16:creationId xmlns:a16="http://schemas.microsoft.com/office/drawing/2014/main" id="{4ED09710-6F59-11D9-D0C1-1FD72BDA3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59" name="Freeform 27">
              <a:extLst>
                <a:ext uri="{FF2B5EF4-FFF2-40B4-BE49-F238E27FC236}">
                  <a16:creationId xmlns:a16="http://schemas.microsoft.com/office/drawing/2014/main" id="{B3D0FFB8-8442-4527-D0F9-1BD0E689E4B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0" name="Freeform 31">
              <a:extLst>
                <a:ext uri="{FF2B5EF4-FFF2-40B4-BE49-F238E27FC236}">
                  <a16:creationId xmlns:a16="http://schemas.microsoft.com/office/drawing/2014/main" id="{D0530A76-EAE9-BCBD-539D-F884E69A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1" name="Freeform 32">
              <a:extLst>
                <a:ext uri="{FF2B5EF4-FFF2-40B4-BE49-F238E27FC236}">
                  <a16:creationId xmlns:a16="http://schemas.microsoft.com/office/drawing/2014/main" id="{7BFB9F0C-4296-3099-F640-FC20844AA8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2" name="Freeform 33">
              <a:extLst>
                <a:ext uri="{FF2B5EF4-FFF2-40B4-BE49-F238E27FC236}">
                  <a16:creationId xmlns:a16="http://schemas.microsoft.com/office/drawing/2014/main" id="{0438A739-E7C0-412C-C45C-EF31F6189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3" name="Freeform 34">
              <a:extLst>
                <a:ext uri="{FF2B5EF4-FFF2-40B4-BE49-F238E27FC236}">
                  <a16:creationId xmlns:a16="http://schemas.microsoft.com/office/drawing/2014/main" id="{020E3178-CD54-7D18-FB76-01A89748EDC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4" name="Freeform 35">
              <a:extLst>
                <a:ext uri="{FF2B5EF4-FFF2-40B4-BE49-F238E27FC236}">
                  <a16:creationId xmlns:a16="http://schemas.microsoft.com/office/drawing/2014/main" id="{B293249F-338F-ED17-8AF7-B063ABC1F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5" name="Freeform 36">
              <a:extLst>
                <a:ext uri="{FF2B5EF4-FFF2-40B4-BE49-F238E27FC236}">
                  <a16:creationId xmlns:a16="http://schemas.microsoft.com/office/drawing/2014/main" id="{3C6A5A9A-184E-AEAB-D188-57D3E91FB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6" name="Freeform 37">
              <a:extLst>
                <a:ext uri="{FF2B5EF4-FFF2-40B4-BE49-F238E27FC236}">
                  <a16:creationId xmlns:a16="http://schemas.microsoft.com/office/drawing/2014/main" id="{2C1B849F-75EA-0D45-3668-B011CAA72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7" name="Freeform 38">
              <a:extLst>
                <a:ext uri="{FF2B5EF4-FFF2-40B4-BE49-F238E27FC236}">
                  <a16:creationId xmlns:a16="http://schemas.microsoft.com/office/drawing/2014/main" id="{D9F5C675-7136-082E-7268-BE1BB5C47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8" name="Freeform 41">
              <a:extLst>
                <a:ext uri="{FF2B5EF4-FFF2-40B4-BE49-F238E27FC236}">
                  <a16:creationId xmlns:a16="http://schemas.microsoft.com/office/drawing/2014/main" id="{36363A62-20E9-0704-AD03-43D6765B8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69" name="Freeform 42">
              <a:extLst>
                <a:ext uri="{FF2B5EF4-FFF2-40B4-BE49-F238E27FC236}">
                  <a16:creationId xmlns:a16="http://schemas.microsoft.com/office/drawing/2014/main" id="{2CAA0BDD-B27A-4A1A-81B3-2652E3D46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0" name="Freeform 43">
              <a:extLst>
                <a:ext uri="{FF2B5EF4-FFF2-40B4-BE49-F238E27FC236}">
                  <a16:creationId xmlns:a16="http://schemas.microsoft.com/office/drawing/2014/main" id="{02B089D2-5D5E-0A7C-5298-41DFC22EFE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1" name="Freeform 45">
              <a:extLst>
                <a:ext uri="{FF2B5EF4-FFF2-40B4-BE49-F238E27FC236}">
                  <a16:creationId xmlns:a16="http://schemas.microsoft.com/office/drawing/2014/main" id="{6FEC99D9-5091-E3BC-9C8A-B26197E718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2" name="Freeform 46">
              <a:extLst>
                <a:ext uri="{FF2B5EF4-FFF2-40B4-BE49-F238E27FC236}">
                  <a16:creationId xmlns:a16="http://schemas.microsoft.com/office/drawing/2014/main" id="{7128954C-0DA7-B9FA-8C39-9BB9E2F07B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3" name="Freeform 51">
              <a:extLst>
                <a:ext uri="{FF2B5EF4-FFF2-40B4-BE49-F238E27FC236}">
                  <a16:creationId xmlns:a16="http://schemas.microsoft.com/office/drawing/2014/main" id="{335589D8-44C3-FEFF-D2A1-0A6FEC9B22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4" name="Freeform 52">
              <a:extLst>
                <a:ext uri="{FF2B5EF4-FFF2-40B4-BE49-F238E27FC236}">
                  <a16:creationId xmlns:a16="http://schemas.microsoft.com/office/drawing/2014/main" id="{B52E18BB-4E31-A3AE-A525-054130CFBA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5" name="Freeform 55">
              <a:extLst>
                <a:ext uri="{FF2B5EF4-FFF2-40B4-BE49-F238E27FC236}">
                  <a16:creationId xmlns:a16="http://schemas.microsoft.com/office/drawing/2014/main" id="{25899D7C-4BBD-0E81-DBF2-B85240BA2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6" name="Freeform 58">
              <a:extLst>
                <a:ext uri="{FF2B5EF4-FFF2-40B4-BE49-F238E27FC236}">
                  <a16:creationId xmlns:a16="http://schemas.microsoft.com/office/drawing/2014/main" id="{D0537B32-7DA4-4349-1BB1-AD905B293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7" name="Freeform 60">
              <a:extLst>
                <a:ext uri="{FF2B5EF4-FFF2-40B4-BE49-F238E27FC236}">
                  <a16:creationId xmlns:a16="http://schemas.microsoft.com/office/drawing/2014/main" id="{CD2228AF-7DEA-DF45-510C-AF4E04334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8" name="Freeform 62">
              <a:extLst>
                <a:ext uri="{FF2B5EF4-FFF2-40B4-BE49-F238E27FC236}">
                  <a16:creationId xmlns:a16="http://schemas.microsoft.com/office/drawing/2014/main" id="{70861903-89AF-1CE1-D7C8-27330409E1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79" name="Freeform 64">
              <a:extLst>
                <a:ext uri="{FF2B5EF4-FFF2-40B4-BE49-F238E27FC236}">
                  <a16:creationId xmlns:a16="http://schemas.microsoft.com/office/drawing/2014/main" id="{AB073998-C1EB-E15C-707D-85ECD69E7A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0" name="Freeform 69">
              <a:extLst>
                <a:ext uri="{FF2B5EF4-FFF2-40B4-BE49-F238E27FC236}">
                  <a16:creationId xmlns:a16="http://schemas.microsoft.com/office/drawing/2014/main" id="{C7D3FBD5-F499-3899-3C53-90CAF82C1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1" name="Freeform 70">
              <a:extLst>
                <a:ext uri="{FF2B5EF4-FFF2-40B4-BE49-F238E27FC236}">
                  <a16:creationId xmlns:a16="http://schemas.microsoft.com/office/drawing/2014/main" id="{C7B44A5B-5578-B1CB-6C05-2130C4A94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2" name="Freeform 71">
              <a:extLst>
                <a:ext uri="{FF2B5EF4-FFF2-40B4-BE49-F238E27FC236}">
                  <a16:creationId xmlns:a16="http://schemas.microsoft.com/office/drawing/2014/main" id="{70EF8D9F-4ED7-F6EB-D7FD-A09D08342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3" name="Freeform 72">
              <a:extLst>
                <a:ext uri="{FF2B5EF4-FFF2-40B4-BE49-F238E27FC236}">
                  <a16:creationId xmlns:a16="http://schemas.microsoft.com/office/drawing/2014/main" id="{6FF7C51C-6CB0-1164-6179-6F334F9C24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4" name="Freeform 75">
              <a:extLst>
                <a:ext uri="{FF2B5EF4-FFF2-40B4-BE49-F238E27FC236}">
                  <a16:creationId xmlns:a16="http://schemas.microsoft.com/office/drawing/2014/main" id="{1391B5C8-E706-AF25-5D4E-518834427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5" name="Freeform 76">
              <a:extLst>
                <a:ext uri="{FF2B5EF4-FFF2-40B4-BE49-F238E27FC236}">
                  <a16:creationId xmlns:a16="http://schemas.microsoft.com/office/drawing/2014/main" id="{2A671A92-8203-96BC-3655-599DCEF36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6" name="Freeform 78">
              <a:extLst>
                <a:ext uri="{FF2B5EF4-FFF2-40B4-BE49-F238E27FC236}">
                  <a16:creationId xmlns:a16="http://schemas.microsoft.com/office/drawing/2014/main" id="{3FAB1110-865D-A9F3-12DD-45F77499D87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7" name="Freeform 79">
              <a:extLst>
                <a:ext uri="{FF2B5EF4-FFF2-40B4-BE49-F238E27FC236}">
                  <a16:creationId xmlns:a16="http://schemas.microsoft.com/office/drawing/2014/main" id="{E6861656-7D83-9063-BBA1-18FAAD143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288" name="Freeform 81">
              <a:extLst>
                <a:ext uri="{FF2B5EF4-FFF2-40B4-BE49-F238E27FC236}">
                  <a16:creationId xmlns:a16="http://schemas.microsoft.com/office/drawing/2014/main" id="{D303DB5A-87A9-8588-0EBF-AF19733AF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247" name="矩形 246">
            <a:extLst>
              <a:ext uri="{FF2B5EF4-FFF2-40B4-BE49-F238E27FC236}">
                <a16:creationId xmlns:a16="http://schemas.microsoft.com/office/drawing/2014/main" id="{0D21D075-9984-BBE0-2CBD-C5B741EC799D}"/>
              </a:ext>
            </a:extLst>
          </p:cNvPr>
          <p:cNvSpPr/>
          <p:nvPr/>
        </p:nvSpPr>
        <p:spPr>
          <a:xfrm>
            <a:off x="8719092" y="4576890"/>
            <a:ext cx="1857791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+mn-ea"/>
                <a:cs typeface="+mn-ea"/>
                <a:sym typeface="+mn-lt"/>
              </a:rPr>
              <a:t>国家“双一流”建设高校</a:t>
            </a:r>
          </a:p>
        </p:txBody>
      </p:sp>
      <p:grpSp>
        <p:nvGrpSpPr>
          <p:cNvPr id="331" name="组合 330" descr="D:\51PPT模板网\51pptmoban.com\图片.jpg">
            <a:extLst>
              <a:ext uri="{FF2B5EF4-FFF2-40B4-BE49-F238E27FC236}">
                <a16:creationId xmlns:a16="http://schemas.microsoft.com/office/drawing/2014/main" id="{55E4036D-5EF2-B463-6858-52E1F0499564}"/>
              </a:ext>
            </a:extLst>
          </p:cNvPr>
          <p:cNvGrpSpPr/>
          <p:nvPr/>
        </p:nvGrpSpPr>
        <p:grpSpPr>
          <a:xfrm>
            <a:off x="4894952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370" name="Freeform 11">
              <a:extLst>
                <a:ext uri="{FF2B5EF4-FFF2-40B4-BE49-F238E27FC236}">
                  <a16:creationId xmlns:a16="http://schemas.microsoft.com/office/drawing/2014/main" id="{3A022E90-B66C-AFAF-7999-F5660C27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1" name="Freeform 15">
              <a:extLst>
                <a:ext uri="{FF2B5EF4-FFF2-40B4-BE49-F238E27FC236}">
                  <a16:creationId xmlns:a16="http://schemas.microsoft.com/office/drawing/2014/main" id="{A2FF3994-5036-2710-0E43-0509859149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2" name="Freeform 18">
              <a:extLst>
                <a:ext uri="{FF2B5EF4-FFF2-40B4-BE49-F238E27FC236}">
                  <a16:creationId xmlns:a16="http://schemas.microsoft.com/office/drawing/2014/main" id="{27A034AC-9AE8-0BEC-4BC0-31578F338E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3" name="Freeform 19">
              <a:extLst>
                <a:ext uri="{FF2B5EF4-FFF2-40B4-BE49-F238E27FC236}">
                  <a16:creationId xmlns:a16="http://schemas.microsoft.com/office/drawing/2014/main" id="{6B41E9FB-4133-A69F-F04A-CC4B49648D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4" name="Freeform 21">
              <a:extLst>
                <a:ext uri="{FF2B5EF4-FFF2-40B4-BE49-F238E27FC236}">
                  <a16:creationId xmlns:a16="http://schemas.microsoft.com/office/drawing/2014/main" id="{4AF9D1D6-31B6-5123-FACC-375DE71B9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5" name="Freeform 22">
              <a:extLst>
                <a:ext uri="{FF2B5EF4-FFF2-40B4-BE49-F238E27FC236}">
                  <a16:creationId xmlns:a16="http://schemas.microsoft.com/office/drawing/2014/main" id="{36FEFFC5-8CCF-E32E-DC6C-D82EF110A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6" name="Freeform 25">
              <a:extLst>
                <a:ext uri="{FF2B5EF4-FFF2-40B4-BE49-F238E27FC236}">
                  <a16:creationId xmlns:a16="http://schemas.microsoft.com/office/drawing/2014/main" id="{4B02A564-42A1-ACE9-464C-89182710B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7" name="Freeform 27">
              <a:extLst>
                <a:ext uri="{FF2B5EF4-FFF2-40B4-BE49-F238E27FC236}">
                  <a16:creationId xmlns:a16="http://schemas.microsoft.com/office/drawing/2014/main" id="{D387388D-65F6-5F3E-FA16-5F72008A88C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8" name="Freeform 31">
              <a:extLst>
                <a:ext uri="{FF2B5EF4-FFF2-40B4-BE49-F238E27FC236}">
                  <a16:creationId xmlns:a16="http://schemas.microsoft.com/office/drawing/2014/main" id="{B72A3D2D-C0E9-6DE9-F3FA-FA49A7E8F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79" name="Freeform 32">
              <a:extLst>
                <a:ext uri="{FF2B5EF4-FFF2-40B4-BE49-F238E27FC236}">
                  <a16:creationId xmlns:a16="http://schemas.microsoft.com/office/drawing/2014/main" id="{53F75A26-2284-C5C3-27EA-0066436C50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0" name="Freeform 33">
              <a:extLst>
                <a:ext uri="{FF2B5EF4-FFF2-40B4-BE49-F238E27FC236}">
                  <a16:creationId xmlns:a16="http://schemas.microsoft.com/office/drawing/2014/main" id="{8047F3F2-EADD-28D9-49B8-B9767C117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1" name="Freeform 34">
              <a:extLst>
                <a:ext uri="{FF2B5EF4-FFF2-40B4-BE49-F238E27FC236}">
                  <a16:creationId xmlns:a16="http://schemas.microsoft.com/office/drawing/2014/main" id="{4EF2ED01-9C62-DA23-231F-77F3E6718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2" name="Freeform 35">
              <a:extLst>
                <a:ext uri="{FF2B5EF4-FFF2-40B4-BE49-F238E27FC236}">
                  <a16:creationId xmlns:a16="http://schemas.microsoft.com/office/drawing/2014/main" id="{CFA7E1ED-4C03-E6A3-E1A1-7807C8FC9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3" name="Freeform 36">
              <a:extLst>
                <a:ext uri="{FF2B5EF4-FFF2-40B4-BE49-F238E27FC236}">
                  <a16:creationId xmlns:a16="http://schemas.microsoft.com/office/drawing/2014/main" id="{0BDBE508-1A48-CD90-E03A-53F5FFE86C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4" name="Freeform 37">
              <a:extLst>
                <a:ext uri="{FF2B5EF4-FFF2-40B4-BE49-F238E27FC236}">
                  <a16:creationId xmlns:a16="http://schemas.microsoft.com/office/drawing/2014/main" id="{0810403B-8D93-5976-00B8-B2C923932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5" name="Freeform 38">
              <a:extLst>
                <a:ext uri="{FF2B5EF4-FFF2-40B4-BE49-F238E27FC236}">
                  <a16:creationId xmlns:a16="http://schemas.microsoft.com/office/drawing/2014/main" id="{551A6E29-8096-0F6A-C4FA-17A3D313B2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6" name="Freeform 41">
              <a:extLst>
                <a:ext uri="{FF2B5EF4-FFF2-40B4-BE49-F238E27FC236}">
                  <a16:creationId xmlns:a16="http://schemas.microsoft.com/office/drawing/2014/main" id="{16BF61B4-6A63-087E-9F93-48421A55E3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7" name="Freeform 42">
              <a:extLst>
                <a:ext uri="{FF2B5EF4-FFF2-40B4-BE49-F238E27FC236}">
                  <a16:creationId xmlns:a16="http://schemas.microsoft.com/office/drawing/2014/main" id="{464C9195-7716-6085-8C37-F153E3B96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8" name="Freeform 43">
              <a:extLst>
                <a:ext uri="{FF2B5EF4-FFF2-40B4-BE49-F238E27FC236}">
                  <a16:creationId xmlns:a16="http://schemas.microsoft.com/office/drawing/2014/main" id="{73EF70BC-BDB2-9C4E-2420-543A6AA92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89" name="Freeform 45">
              <a:extLst>
                <a:ext uri="{FF2B5EF4-FFF2-40B4-BE49-F238E27FC236}">
                  <a16:creationId xmlns:a16="http://schemas.microsoft.com/office/drawing/2014/main" id="{833BC967-2465-5A37-5590-0D6C8B3A7F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0" name="Freeform 46">
              <a:extLst>
                <a:ext uri="{FF2B5EF4-FFF2-40B4-BE49-F238E27FC236}">
                  <a16:creationId xmlns:a16="http://schemas.microsoft.com/office/drawing/2014/main" id="{F732CA02-FBA4-FDAD-1065-49E104FB7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1" name="Freeform 51">
              <a:extLst>
                <a:ext uri="{FF2B5EF4-FFF2-40B4-BE49-F238E27FC236}">
                  <a16:creationId xmlns:a16="http://schemas.microsoft.com/office/drawing/2014/main" id="{96B7A499-D971-EECD-00D3-0488EE6304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2" name="Freeform 52">
              <a:extLst>
                <a:ext uri="{FF2B5EF4-FFF2-40B4-BE49-F238E27FC236}">
                  <a16:creationId xmlns:a16="http://schemas.microsoft.com/office/drawing/2014/main" id="{0FF1859E-3B33-9505-359C-B8B8A3A78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3" name="Freeform 55">
              <a:extLst>
                <a:ext uri="{FF2B5EF4-FFF2-40B4-BE49-F238E27FC236}">
                  <a16:creationId xmlns:a16="http://schemas.microsoft.com/office/drawing/2014/main" id="{A5B43631-68E4-E997-F123-0263553943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4" name="Freeform 58">
              <a:extLst>
                <a:ext uri="{FF2B5EF4-FFF2-40B4-BE49-F238E27FC236}">
                  <a16:creationId xmlns:a16="http://schemas.microsoft.com/office/drawing/2014/main" id="{DD88A334-F349-083A-176D-8E3D7BDECB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5" name="Freeform 60">
              <a:extLst>
                <a:ext uri="{FF2B5EF4-FFF2-40B4-BE49-F238E27FC236}">
                  <a16:creationId xmlns:a16="http://schemas.microsoft.com/office/drawing/2014/main" id="{79AB9312-05AC-C54E-2230-D5B45051C1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6" name="Freeform 62">
              <a:extLst>
                <a:ext uri="{FF2B5EF4-FFF2-40B4-BE49-F238E27FC236}">
                  <a16:creationId xmlns:a16="http://schemas.microsoft.com/office/drawing/2014/main" id="{4CD22137-4945-2771-62DF-3AE5EAE91D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7" name="Freeform 64">
              <a:extLst>
                <a:ext uri="{FF2B5EF4-FFF2-40B4-BE49-F238E27FC236}">
                  <a16:creationId xmlns:a16="http://schemas.microsoft.com/office/drawing/2014/main" id="{86BB84EE-93DE-BC33-E574-C21DEF599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8" name="Freeform 69">
              <a:extLst>
                <a:ext uri="{FF2B5EF4-FFF2-40B4-BE49-F238E27FC236}">
                  <a16:creationId xmlns:a16="http://schemas.microsoft.com/office/drawing/2014/main" id="{3C35B7C0-9DBE-C5CA-7816-8CB34B2DDC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99" name="Freeform 70">
              <a:extLst>
                <a:ext uri="{FF2B5EF4-FFF2-40B4-BE49-F238E27FC236}">
                  <a16:creationId xmlns:a16="http://schemas.microsoft.com/office/drawing/2014/main" id="{C44B2DA2-5F83-6E9D-D509-FD4DA6803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0" name="Freeform 71">
              <a:extLst>
                <a:ext uri="{FF2B5EF4-FFF2-40B4-BE49-F238E27FC236}">
                  <a16:creationId xmlns:a16="http://schemas.microsoft.com/office/drawing/2014/main" id="{FC1057B3-CFA1-ACD1-A7AD-558E4792B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1" name="Freeform 72">
              <a:extLst>
                <a:ext uri="{FF2B5EF4-FFF2-40B4-BE49-F238E27FC236}">
                  <a16:creationId xmlns:a16="http://schemas.microsoft.com/office/drawing/2014/main" id="{B7CEC4A6-0879-A047-7735-85F80D359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2" name="Freeform 75">
              <a:extLst>
                <a:ext uri="{FF2B5EF4-FFF2-40B4-BE49-F238E27FC236}">
                  <a16:creationId xmlns:a16="http://schemas.microsoft.com/office/drawing/2014/main" id="{ACCA4B99-E4EE-BEFA-11B6-AEE2B5ED2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3" name="Freeform 76">
              <a:extLst>
                <a:ext uri="{FF2B5EF4-FFF2-40B4-BE49-F238E27FC236}">
                  <a16:creationId xmlns:a16="http://schemas.microsoft.com/office/drawing/2014/main" id="{985DD026-92B3-5D6B-D6B3-8EE237373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4" name="Freeform 78">
              <a:extLst>
                <a:ext uri="{FF2B5EF4-FFF2-40B4-BE49-F238E27FC236}">
                  <a16:creationId xmlns:a16="http://schemas.microsoft.com/office/drawing/2014/main" id="{4E5859E6-8B83-F5B4-B3CB-4C75E3472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5" name="Freeform 79">
              <a:extLst>
                <a:ext uri="{FF2B5EF4-FFF2-40B4-BE49-F238E27FC236}">
                  <a16:creationId xmlns:a16="http://schemas.microsoft.com/office/drawing/2014/main" id="{960E48F5-0865-FC73-BD9F-B0F1D2647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06" name="Freeform 81">
              <a:extLst>
                <a:ext uri="{FF2B5EF4-FFF2-40B4-BE49-F238E27FC236}">
                  <a16:creationId xmlns:a16="http://schemas.microsoft.com/office/drawing/2014/main" id="{F6465CEA-E079-A225-B1C8-B71A348EA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332" name="组合 331">
            <a:extLst>
              <a:ext uri="{FF2B5EF4-FFF2-40B4-BE49-F238E27FC236}">
                <a16:creationId xmlns:a16="http://schemas.microsoft.com/office/drawing/2014/main" id="{54B0F8C6-3D7B-0151-9EB3-D5F4107A79F4}"/>
              </a:ext>
            </a:extLst>
          </p:cNvPr>
          <p:cNvGrpSpPr/>
          <p:nvPr/>
        </p:nvGrpSpPr>
        <p:grpSpPr>
          <a:xfrm flipH="1">
            <a:off x="6860912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333" name="Freeform 11">
              <a:extLst>
                <a:ext uri="{FF2B5EF4-FFF2-40B4-BE49-F238E27FC236}">
                  <a16:creationId xmlns:a16="http://schemas.microsoft.com/office/drawing/2014/main" id="{4263D08D-37A7-D371-098C-504E0339FA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4" name="Freeform 15">
              <a:extLst>
                <a:ext uri="{FF2B5EF4-FFF2-40B4-BE49-F238E27FC236}">
                  <a16:creationId xmlns:a16="http://schemas.microsoft.com/office/drawing/2014/main" id="{58CBDB31-03F8-E937-440A-430A81C793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5" name="Freeform 18">
              <a:extLst>
                <a:ext uri="{FF2B5EF4-FFF2-40B4-BE49-F238E27FC236}">
                  <a16:creationId xmlns:a16="http://schemas.microsoft.com/office/drawing/2014/main" id="{0853C574-876D-9EF4-1210-93BB94910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6" name="Freeform 19">
              <a:extLst>
                <a:ext uri="{FF2B5EF4-FFF2-40B4-BE49-F238E27FC236}">
                  <a16:creationId xmlns:a16="http://schemas.microsoft.com/office/drawing/2014/main" id="{2D333014-EA1A-DE79-997A-FC17050E7C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7" name="Freeform 21">
              <a:extLst>
                <a:ext uri="{FF2B5EF4-FFF2-40B4-BE49-F238E27FC236}">
                  <a16:creationId xmlns:a16="http://schemas.microsoft.com/office/drawing/2014/main" id="{8433EF9A-2C22-F449-19DA-40E35C0F21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8" name="Freeform 22">
              <a:extLst>
                <a:ext uri="{FF2B5EF4-FFF2-40B4-BE49-F238E27FC236}">
                  <a16:creationId xmlns:a16="http://schemas.microsoft.com/office/drawing/2014/main" id="{6A7CCE2F-7587-0227-8E97-78FFF12CD0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39" name="Freeform 25">
              <a:extLst>
                <a:ext uri="{FF2B5EF4-FFF2-40B4-BE49-F238E27FC236}">
                  <a16:creationId xmlns:a16="http://schemas.microsoft.com/office/drawing/2014/main" id="{BAC37BE2-1E02-E928-9A13-33EB2996EF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0" name="Freeform 27">
              <a:extLst>
                <a:ext uri="{FF2B5EF4-FFF2-40B4-BE49-F238E27FC236}">
                  <a16:creationId xmlns:a16="http://schemas.microsoft.com/office/drawing/2014/main" id="{E2B68799-CCD7-717A-8795-E0BA82E82C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1" name="Freeform 31">
              <a:extLst>
                <a:ext uri="{FF2B5EF4-FFF2-40B4-BE49-F238E27FC236}">
                  <a16:creationId xmlns:a16="http://schemas.microsoft.com/office/drawing/2014/main" id="{86980C83-8361-C935-25DB-97111B0D3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2" name="Freeform 32">
              <a:extLst>
                <a:ext uri="{FF2B5EF4-FFF2-40B4-BE49-F238E27FC236}">
                  <a16:creationId xmlns:a16="http://schemas.microsoft.com/office/drawing/2014/main" id="{7783B8B6-958B-3611-8D40-CC7ED967217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3" name="Freeform 33">
              <a:extLst>
                <a:ext uri="{FF2B5EF4-FFF2-40B4-BE49-F238E27FC236}">
                  <a16:creationId xmlns:a16="http://schemas.microsoft.com/office/drawing/2014/main" id="{14DD06C6-749D-BF71-CB8B-CD3F7EF35E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4" name="Freeform 34">
              <a:extLst>
                <a:ext uri="{FF2B5EF4-FFF2-40B4-BE49-F238E27FC236}">
                  <a16:creationId xmlns:a16="http://schemas.microsoft.com/office/drawing/2014/main" id="{9AB15464-B64E-3D2E-8EA7-1A488C735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5" name="Freeform 35">
              <a:extLst>
                <a:ext uri="{FF2B5EF4-FFF2-40B4-BE49-F238E27FC236}">
                  <a16:creationId xmlns:a16="http://schemas.microsoft.com/office/drawing/2014/main" id="{33DFE31C-3055-87BD-38E9-61BB3F061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6" name="Freeform 36">
              <a:extLst>
                <a:ext uri="{FF2B5EF4-FFF2-40B4-BE49-F238E27FC236}">
                  <a16:creationId xmlns:a16="http://schemas.microsoft.com/office/drawing/2014/main" id="{F5CD5E0C-9C54-79B7-F560-E103161C4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7" name="Freeform 37">
              <a:extLst>
                <a:ext uri="{FF2B5EF4-FFF2-40B4-BE49-F238E27FC236}">
                  <a16:creationId xmlns:a16="http://schemas.microsoft.com/office/drawing/2014/main" id="{EA2A47E8-10F2-1F9B-A2B7-4E2368F9DC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8" name="Freeform 38">
              <a:extLst>
                <a:ext uri="{FF2B5EF4-FFF2-40B4-BE49-F238E27FC236}">
                  <a16:creationId xmlns:a16="http://schemas.microsoft.com/office/drawing/2014/main" id="{71BC904E-3D8D-7EF9-5D11-66B26A4C1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49" name="Freeform 41">
              <a:extLst>
                <a:ext uri="{FF2B5EF4-FFF2-40B4-BE49-F238E27FC236}">
                  <a16:creationId xmlns:a16="http://schemas.microsoft.com/office/drawing/2014/main" id="{D9F42255-23B9-0D88-048C-BC1E4E22C9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0" name="Freeform 42">
              <a:extLst>
                <a:ext uri="{FF2B5EF4-FFF2-40B4-BE49-F238E27FC236}">
                  <a16:creationId xmlns:a16="http://schemas.microsoft.com/office/drawing/2014/main" id="{CB720867-6598-A526-08CF-E0E1F539E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1" name="Freeform 43">
              <a:extLst>
                <a:ext uri="{FF2B5EF4-FFF2-40B4-BE49-F238E27FC236}">
                  <a16:creationId xmlns:a16="http://schemas.microsoft.com/office/drawing/2014/main" id="{E933F765-9307-22F4-FDD1-962E5C1F83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2" name="Freeform 45">
              <a:extLst>
                <a:ext uri="{FF2B5EF4-FFF2-40B4-BE49-F238E27FC236}">
                  <a16:creationId xmlns:a16="http://schemas.microsoft.com/office/drawing/2014/main" id="{89610610-56F5-3915-9A8C-43803A046C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3" name="Freeform 46">
              <a:extLst>
                <a:ext uri="{FF2B5EF4-FFF2-40B4-BE49-F238E27FC236}">
                  <a16:creationId xmlns:a16="http://schemas.microsoft.com/office/drawing/2014/main" id="{312683DD-FF0C-0346-C156-F8877387F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4" name="Freeform 51">
              <a:extLst>
                <a:ext uri="{FF2B5EF4-FFF2-40B4-BE49-F238E27FC236}">
                  <a16:creationId xmlns:a16="http://schemas.microsoft.com/office/drawing/2014/main" id="{AFEB7ECA-9702-46A3-5DCF-DEFA61F1E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5" name="Freeform 52">
              <a:extLst>
                <a:ext uri="{FF2B5EF4-FFF2-40B4-BE49-F238E27FC236}">
                  <a16:creationId xmlns:a16="http://schemas.microsoft.com/office/drawing/2014/main" id="{2CFAE498-3B7A-24B3-C91F-BE28774BB4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5E8583CE-20C0-D60C-F35F-F3BF537C65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7" name="Freeform 58">
              <a:extLst>
                <a:ext uri="{FF2B5EF4-FFF2-40B4-BE49-F238E27FC236}">
                  <a16:creationId xmlns:a16="http://schemas.microsoft.com/office/drawing/2014/main" id="{9866A4C6-4C7D-83AC-36BF-E3B5FA364F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8" name="Freeform 60">
              <a:extLst>
                <a:ext uri="{FF2B5EF4-FFF2-40B4-BE49-F238E27FC236}">
                  <a16:creationId xmlns:a16="http://schemas.microsoft.com/office/drawing/2014/main" id="{1B25E679-75C0-0082-DBBA-4177293514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59" name="Freeform 62">
              <a:extLst>
                <a:ext uri="{FF2B5EF4-FFF2-40B4-BE49-F238E27FC236}">
                  <a16:creationId xmlns:a16="http://schemas.microsoft.com/office/drawing/2014/main" id="{7E924105-749B-6006-FC67-C1CF06F78A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0" name="Freeform 64">
              <a:extLst>
                <a:ext uri="{FF2B5EF4-FFF2-40B4-BE49-F238E27FC236}">
                  <a16:creationId xmlns:a16="http://schemas.microsoft.com/office/drawing/2014/main" id="{9658F559-400D-14A2-CEA8-79DA7D35B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1" name="Freeform 69">
              <a:extLst>
                <a:ext uri="{FF2B5EF4-FFF2-40B4-BE49-F238E27FC236}">
                  <a16:creationId xmlns:a16="http://schemas.microsoft.com/office/drawing/2014/main" id="{1E41C065-FD46-37C3-32A1-06D7A8936A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2" name="Freeform 70">
              <a:extLst>
                <a:ext uri="{FF2B5EF4-FFF2-40B4-BE49-F238E27FC236}">
                  <a16:creationId xmlns:a16="http://schemas.microsoft.com/office/drawing/2014/main" id="{56AA1F22-C984-ACEF-553E-482BA208F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3" name="Freeform 71">
              <a:extLst>
                <a:ext uri="{FF2B5EF4-FFF2-40B4-BE49-F238E27FC236}">
                  <a16:creationId xmlns:a16="http://schemas.microsoft.com/office/drawing/2014/main" id="{46D59222-C842-6089-1661-CC56F8B6A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4" name="Freeform 72">
              <a:extLst>
                <a:ext uri="{FF2B5EF4-FFF2-40B4-BE49-F238E27FC236}">
                  <a16:creationId xmlns:a16="http://schemas.microsoft.com/office/drawing/2014/main" id="{1EF1E2D5-C2E8-0925-A220-A06066C923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5" name="Freeform 75">
              <a:extLst>
                <a:ext uri="{FF2B5EF4-FFF2-40B4-BE49-F238E27FC236}">
                  <a16:creationId xmlns:a16="http://schemas.microsoft.com/office/drawing/2014/main" id="{D6BEB6EF-44A0-1E19-6E1A-8BB1A5141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6" name="Freeform 76">
              <a:extLst>
                <a:ext uri="{FF2B5EF4-FFF2-40B4-BE49-F238E27FC236}">
                  <a16:creationId xmlns:a16="http://schemas.microsoft.com/office/drawing/2014/main" id="{D7CADBF0-0F51-9D75-4BAA-03EF74C1D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7" name="Freeform 78">
              <a:extLst>
                <a:ext uri="{FF2B5EF4-FFF2-40B4-BE49-F238E27FC236}">
                  <a16:creationId xmlns:a16="http://schemas.microsoft.com/office/drawing/2014/main" id="{705D097D-824F-3A1F-E1FC-B74FAA479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8" name="Freeform 79">
              <a:extLst>
                <a:ext uri="{FF2B5EF4-FFF2-40B4-BE49-F238E27FC236}">
                  <a16:creationId xmlns:a16="http://schemas.microsoft.com/office/drawing/2014/main" id="{5A83F58B-E2B1-0D2C-B9D4-DC2C0EFDA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369" name="Freeform 81">
              <a:extLst>
                <a:ext uri="{FF2B5EF4-FFF2-40B4-BE49-F238E27FC236}">
                  <a16:creationId xmlns:a16="http://schemas.microsoft.com/office/drawing/2014/main" id="{F4B544A3-3791-9DD6-987E-7D1D0E172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328" name="矩形 327">
            <a:extLst>
              <a:ext uri="{FF2B5EF4-FFF2-40B4-BE49-F238E27FC236}">
                <a16:creationId xmlns:a16="http://schemas.microsoft.com/office/drawing/2014/main" id="{672B0DC0-CA95-0262-4DFA-68FFBB586534}"/>
              </a:ext>
            </a:extLst>
          </p:cNvPr>
          <p:cNvSpPr/>
          <p:nvPr/>
        </p:nvSpPr>
        <p:spPr>
          <a:xfrm>
            <a:off x="5154679" y="4576890"/>
            <a:ext cx="2022786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+mn-ea"/>
                <a:cs typeface="+mn-ea"/>
                <a:sym typeface="+mn-lt"/>
              </a:rPr>
              <a:t>“</a:t>
            </a:r>
            <a:r>
              <a:rPr lang="en-US" altLang="zh-CN" sz="1600" b="1" dirty="0">
                <a:latin typeface="+mn-ea"/>
                <a:cs typeface="+mn-ea"/>
                <a:sym typeface="+mn-lt"/>
              </a:rPr>
              <a:t>985</a:t>
            </a:r>
            <a:r>
              <a:rPr lang="zh-CN" altLang="en-US" sz="1600" b="1" dirty="0">
                <a:latin typeface="+mn-ea"/>
                <a:cs typeface="+mn-ea"/>
                <a:sym typeface="+mn-lt"/>
              </a:rPr>
              <a:t>工程优势学科创新平台”高校</a:t>
            </a:r>
          </a:p>
        </p:txBody>
      </p:sp>
      <p:grpSp>
        <p:nvGrpSpPr>
          <p:cNvPr id="412" name="组合 411">
            <a:extLst>
              <a:ext uri="{FF2B5EF4-FFF2-40B4-BE49-F238E27FC236}">
                <a16:creationId xmlns:a16="http://schemas.microsoft.com/office/drawing/2014/main" id="{6CF2A865-7C37-0338-BE83-C450A7BB5F72}"/>
              </a:ext>
            </a:extLst>
          </p:cNvPr>
          <p:cNvGrpSpPr/>
          <p:nvPr/>
        </p:nvGrpSpPr>
        <p:grpSpPr>
          <a:xfrm>
            <a:off x="1367481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451" name="Freeform 11">
              <a:extLst>
                <a:ext uri="{FF2B5EF4-FFF2-40B4-BE49-F238E27FC236}">
                  <a16:creationId xmlns:a16="http://schemas.microsoft.com/office/drawing/2014/main" id="{9AD2E28F-5008-6952-9D65-1CEDB87BE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2" name="Freeform 15">
              <a:extLst>
                <a:ext uri="{FF2B5EF4-FFF2-40B4-BE49-F238E27FC236}">
                  <a16:creationId xmlns:a16="http://schemas.microsoft.com/office/drawing/2014/main" id="{666D2415-0404-0560-BB9F-224FE8F6CC6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3" name="Freeform 18">
              <a:extLst>
                <a:ext uri="{FF2B5EF4-FFF2-40B4-BE49-F238E27FC236}">
                  <a16:creationId xmlns:a16="http://schemas.microsoft.com/office/drawing/2014/main" id="{4F96F447-2F37-0E7B-1493-9D884755746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4" name="Freeform 19">
              <a:extLst>
                <a:ext uri="{FF2B5EF4-FFF2-40B4-BE49-F238E27FC236}">
                  <a16:creationId xmlns:a16="http://schemas.microsoft.com/office/drawing/2014/main" id="{6E9F2BF3-66A3-D079-E3CC-813F543B94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5" name="Freeform 21">
              <a:extLst>
                <a:ext uri="{FF2B5EF4-FFF2-40B4-BE49-F238E27FC236}">
                  <a16:creationId xmlns:a16="http://schemas.microsoft.com/office/drawing/2014/main" id="{A8892C56-DBD1-496A-898C-27C0D4DCDB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6" name="Freeform 22">
              <a:extLst>
                <a:ext uri="{FF2B5EF4-FFF2-40B4-BE49-F238E27FC236}">
                  <a16:creationId xmlns:a16="http://schemas.microsoft.com/office/drawing/2014/main" id="{34202E5B-76E9-0E3B-7D84-A2F0A8CAD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7" name="Freeform 25">
              <a:extLst>
                <a:ext uri="{FF2B5EF4-FFF2-40B4-BE49-F238E27FC236}">
                  <a16:creationId xmlns:a16="http://schemas.microsoft.com/office/drawing/2014/main" id="{68FAE991-E8D4-13FD-F91C-092C58CE9D3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8" name="Freeform 27">
              <a:extLst>
                <a:ext uri="{FF2B5EF4-FFF2-40B4-BE49-F238E27FC236}">
                  <a16:creationId xmlns:a16="http://schemas.microsoft.com/office/drawing/2014/main" id="{D3DD8825-C4FA-F426-B70E-9F348840D6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9" name="Freeform 31">
              <a:extLst>
                <a:ext uri="{FF2B5EF4-FFF2-40B4-BE49-F238E27FC236}">
                  <a16:creationId xmlns:a16="http://schemas.microsoft.com/office/drawing/2014/main" id="{491BFC38-5158-14F5-E5FB-7CC974AA0B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0" name="Freeform 32">
              <a:extLst>
                <a:ext uri="{FF2B5EF4-FFF2-40B4-BE49-F238E27FC236}">
                  <a16:creationId xmlns:a16="http://schemas.microsoft.com/office/drawing/2014/main" id="{6A3B7AB2-CB2D-4C8E-3691-5125EBD7E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1" name="Freeform 33">
              <a:extLst>
                <a:ext uri="{FF2B5EF4-FFF2-40B4-BE49-F238E27FC236}">
                  <a16:creationId xmlns:a16="http://schemas.microsoft.com/office/drawing/2014/main" id="{4B773328-320F-9D29-7FFE-397A1A466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2" name="Freeform 34">
              <a:extLst>
                <a:ext uri="{FF2B5EF4-FFF2-40B4-BE49-F238E27FC236}">
                  <a16:creationId xmlns:a16="http://schemas.microsoft.com/office/drawing/2014/main" id="{ECD1A359-7930-5C5F-BB3F-2C732D629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3" name="Freeform 35">
              <a:extLst>
                <a:ext uri="{FF2B5EF4-FFF2-40B4-BE49-F238E27FC236}">
                  <a16:creationId xmlns:a16="http://schemas.microsoft.com/office/drawing/2014/main" id="{18D7853C-2FF8-9C67-EC23-57DF3A4A71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4" name="Freeform 36">
              <a:extLst>
                <a:ext uri="{FF2B5EF4-FFF2-40B4-BE49-F238E27FC236}">
                  <a16:creationId xmlns:a16="http://schemas.microsoft.com/office/drawing/2014/main" id="{2BFE1FD4-152B-64ED-042D-D1B3AEF7B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5" name="Freeform 37">
              <a:extLst>
                <a:ext uri="{FF2B5EF4-FFF2-40B4-BE49-F238E27FC236}">
                  <a16:creationId xmlns:a16="http://schemas.microsoft.com/office/drawing/2014/main" id="{3CA32C33-5F7B-5762-FCBF-2AD42C15AD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6" name="Freeform 38">
              <a:extLst>
                <a:ext uri="{FF2B5EF4-FFF2-40B4-BE49-F238E27FC236}">
                  <a16:creationId xmlns:a16="http://schemas.microsoft.com/office/drawing/2014/main" id="{314E611E-677D-E744-8DD7-6EF4415B7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7" name="Freeform 41">
              <a:extLst>
                <a:ext uri="{FF2B5EF4-FFF2-40B4-BE49-F238E27FC236}">
                  <a16:creationId xmlns:a16="http://schemas.microsoft.com/office/drawing/2014/main" id="{D5C1DB59-284B-2880-EDE5-E8CE9603513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8" name="Freeform 42">
              <a:extLst>
                <a:ext uri="{FF2B5EF4-FFF2-40B4-BE49-F238E27FC236}">
                  <a16:creationId xmlns:a16="http://schemas.microsoft.com/office/drawing/2014/main" id="{DDEE7178-571A-BE73-A028-EFC7E927C1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69" name="Freeform 43">
              <a:extLst>
                <a:ext uri="{FF2B5EF4-FFF2-40B4-BE49-F238E27FC236}">
                  <a16:creationId xmlns:a16="http://schemas.microsoft.com/office/drawing/2014/main" id="{091AD2A6-A48E-B454-8498-5602D850DCE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0" name="Freeform 45">
              <a:extLst>
                <a:ext uri="{FF2B5EF4-FFF2-40B4-BE49-F238E27FC236}">
                  <a16:creationId xmlns:a16="http://schemas.microsoft.com/office/drawing/2014/main" id="{B13144F3-8997-8150-AC71-7FB1E1023B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1" name="Freeform 46">
              <a:extLst>
                <a:ext uri="{FF2B5EF4-FFF2-40B4-BE49-F238E27FC236}">
                  <a16:creationId xmlns:a16="http://schemas.microsoft.com/office/drawing/2014/main" id="{63524231-599F-2697-7B32-67185B3E2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2" name="Freeform 51">
              <a:extLst>
                <a:ext uri="{FF2B5EF4-FFF2-40B4-BE49-F238E27FC236}">
                  <a16:creationId xmlns:a16="http://schemas.microsoft.com/office/drawing/2014/main" id="{B02CE013-8CEF-3516-101B-7213CDECF3F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3" name="Freeform 52">
              <a:extLst>
                <a:ext uri="{FF2B5EF4-FFF2-40B4-BE49-F238E27FC236}">
                  <a16:creationId xmlns:a16="http://schemas.microsoft.com/office/drawing/2014/main" id="{1F516CFE-D8B9-023F-4B76-F6AC79FC7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4" name="Freeform 55">
              <a:extLst>
                <a:ext uri="{FF2B5EF4-FFF2-40B4-BE49-F238E27FC236}">
                  <a16:creationId xmlns:a16="http://schemas.microsoft.com/office/drawing/2014/main" id="{1B177AD2-D17D-4549-0EB6-1E65605F09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5" name="Freeform 58">
              <a:extLst>
                <a:ext uri="{FF2B5EF4-FFF2-40B4-BE49-F238E27FC236}">
                  <a16:creationId xmlns:a16="http://schemas.microsoft.com/office/drawing/2014/main" id="{5DD76ED6-8CFD-EFF0-BF06-B9FC1E12CA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6" name="Freeform 60">
              <a:extLst>
                <a:ext uri="{FF2B5EF4-FFF2-40B4-BE49-F238E27FC236}">
                  <a16:creationId xmlns:a16="http://schemas.microsoft.com/office/drawing/2014/main" id="{B36883EC-3AC7-9B19-8DE6-E01F60A3F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7" name="Freeform 62">
              <a:extLst>
                <a:ext uri="{FF2B5EF4-FFF2-40B4-BE49-F238E27FC236}">
                  <a16:creationId xmlns:a16="http://schemas.microsoft.com/office/drawing/2014/main" id="{1360059D-800F-513C-2492-B0E5EC278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8" name="Freeform 64">
              <a:extLst>
                <a:ext uri="{FF2B5EF4-FFF2-40B4-BE49-F238E27FC236}">
                  <a16:creationId xmlns:a16="http://schemas.microsoft.com/office/drawing/2014/main" id="{3D882B11-D246-E8F4-2719-C923EECE8C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79" name="Freeform 69">
              <a:extLst>
                <a:ext uri="{FF2B5EF4-FFF2-40B4-BE49-F238E27FC236}">
                  <a16:creationId xmlns:a16="http://schemas.microsoft.com/office/drawing/2014/main" id="{F362C933-60EC-142A-B431-02EEB1502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0" name="Freeform 70">
              <a:extLst>
                <a:ext uri="{FF2B5EF4-FFF2-40B4-BE49-F238E27FC236}">
                  <a16:creationId xmlns:a16="http://schemas.microsoft.com/office/drawing/2014/main" id="{09165592-AAF4-70A8-1D17-71D03F5C0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1" name="Freeform 71">
              <a:extLst>
                <a:ext uri="{FF2B5EF4-FFF2-40B4-BE49-F238E27FC236}">
                  <a16:creationId xmlns:a16="http://schemas.microsoft.com/office/drawing/2014/main" id="{A8B1DE9A-9402-1F37-A033-3457B6BE71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2" name="Freeform 72">
              <a:extLst>
                <a:ext uri="{FF2B5EF4-FFF2-40B4-BE49-F238E27FC236}">
                  <a16:creationId xmlns:a16="http://schemas.microsoft.com/office/drawing/2014/main" id="{68682E41-4110-F3AB-2315-634AA1A1A8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3" name="Freeform 75">
              <a:extLst>
                <a:ext uri="{FF2B5EF4-FFF2-40B4-BE49-F238E27FC236}">
                  <a16:creationId xmlns:a16="http://schemas.microsoft.com/office/drawing/2014/main" id="{6ED0155D-47A5-CBF9-997D-AD289ACD8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4" name="Freeform 76">
              <a:extLst>
                <a:ext uri="{FF2B5EF4-FFF2-40B4-BE49-F238E27FC236}">
                  <a16:creationId xmlns:a16="http://schemas.microsoft.com/office/drawing/2014/main" id="{825E47F3-867D-C176-BDB9-E73DE1D61D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5" name="Freeform 78">
              <a:extLst>
                <a:ext uri="{FF2B5EF4-FFF2-40B4-BE49-F238E27FC236}">
                  <a16:creationId xmlns:a16="http://schemas.microsoft.com/office/drawing/2014/main" id="{C9311DD9-52A8-33BA-CBED-C3BFB1B82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6" name="Freeform 79">
              <a:extLst>
                <a:ext uri="{FF2B5EF4-FFF2-40B4-BE49-F238E27FC236}">
                  <a16:creationId xmlns:a16="http://schemas.microsoft.com/office/drawing/2014/main" id="{C267438A-24CC-CFD7-988D-1167E17698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87" name="Freeform 81">
              <a:extLst>
                <a:ext uri="{FF2B5EF4-FFF2-40B4-BE49-F238E27FC236}">
                  <a16:creationId xmlns:a16="http://schemas.microsoft.com/office/drawing/2014/main" id="{1AC08B03-B1C2-C866-862C-AABDB6A9275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grpSp>
        <p:nvGrpSpPr>
          <p:cNvPr id="413" name="组合 412">
            <a:extLst>
              <a:ext uri="{FF2B5EF4-FFF2-40B4-BE49-F238E27FC236}">
                <a16:creationId xmlns:a16="http://schemas.microsoft.com/office/drawing/2014/main" id="{A870B7BA-70DD-ACD9-EDA6-40E18211025A}"/>
              </a:ext>
            </a:extLst>
          </p:cNvPr>
          <p:cNvGrpSpPr/>
          <p:nvPr/>
        </p:nvGrpSpPr>
        <p:grpSpPr>
          <a:xfrm flipH="1">
            <a:off x="3333441" y="4418877"/>
            <a:ext cx="478965" cy="1101126"/>
            <a:chOff x="1087980" y="1383907"/>
            <a:chExt cx="478965" cy="1101126"/>
          </a:xfrm>
          <a:solidFill>
            <a:srgbClr val="234995"/>
          </a:solidFill>
        </p:grpSpPr>
        <p:sp>
          <p:nvSpPr>
            <p:cNvPr id="414" name="Freeform 11">
              <a:extLst>
                <a:ext uri="{FF2B5EF4-FFF2-40B4-BE49-F238E27FC236}">
                  <a16:creationId xmlns:a16="http://schemas.microsoft.com/office/drawing/2014/main" id="{7EA5D6D2-47F9-807C-222E-D9491AFB0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1902" y="1383907"/>
              <a:ext cx="85423" cy="54316"/>
            </a:xfrm>
            <a:custGeom>
              <a:avLst/>
              <a:gdLst>
                <a:gd name="T0" fmla="*/ 0 w 111"/>
                <a:gd name="T1" fmla="*/ 69 h 71"/>
                <a:gd name="T2" fmla="*/ 111 w 111"/>
                <a:gd name="T3" fmla="*/ 2 h 71"/>
                <a:gd name="T4" fmla="*/ 0 w 111"/>
                <a:gd name="T5" fmla="*/ 69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1" h="71">
                  <a:moveTo>
                    <a:pt x="0" y="69"/>
                  </a:moveTo>
                  <a:cubicBezTo>
                    <a:pt x="23" y="23"/>
                    <a:pt x="58" y="0"/>
                    <a:pt x="111" y="2"/>
                  </a:cubicBezTo>
                  <a:cubicBezTo>
                    <a:pt x="87" y="47"/>
                    <a:pt x="52" y="71"/>
                    <a:pt x="0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15" name="Freeform 15">
              <a:extLst>
                <a:ext uri="{FF2B5EF4-FFF2-40B4-BE49-F238E27FC236}">
                  <a16:creationId xmlns:a16="http://schemas.microsoft.com/office/drawing/2014/main" id="{E93D9EA7-0651-57D4-5AF2-7EF52AB45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624" y="2363563"/>
              <a:ext cx="65179" cy="69623"/>
            </a:xfrm>
            <a:custGeom>
              <a:avLst/>
              <a:gdLst>
                <a:gd name="T0" fmla="*/ 43 w 85"/>
                <a:gd name="T1" fmla="*/ 74 h 91"/>
                <a:gd name="T2" fmla="*/ 0 w 85"/>
                <a:gd name="T3" fmla="*/ 0 h 91"/>
                <a:gd name="T4" fmla="*/ 85 w 85"/>
                <a:gd name="T5" fmla="*/ 79 h 91"/>
                <a:gd name="T6" fmla="*/ 76 w 85"/>
                <a:gd name="T7" fmla="*/ 91 h 91"/>
                <a:gd name="T8" fmla="*/ 43 w 85"/>
                <a:gd name="T9" fmla="*/ 74 h 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5" h="91">
                  <a:moveTo>
                    <a:pt x="43" y="74"/>
                  </a:moveTo>
                  <a:cubicBezTo>
                    <a:pt x="29" y="51"/>
                    <a:pt x="16" y="28"/>
                    <a:pt x="0" y="0"/>
                  </a:cubicBezTo>
                  <a:cubicBezTo>
                    <a:pt x="53" y="7"/>
                    <a:pt x="73" y="40"/>
                    <a:pt x="85" y="79"/>
                  </a:cubicBezTo>
                  <a:cubicBezTo>
                    <a:pt x="85" y="82"/>
                    <a:pt x="79" y="87"/>
                    <a:pt x="76" y="91"/>
                  </a:cubicBezTo>
                  <a:cubicBezTo>
                    <a:pt x="65" y="85"/>
                    <a:pt x="54" y="80"/>
                    <a:pt x="43" y="7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16" name="Freeform 18">
              <a:extLst>
                <a:ext uri="{FF2B5EF4-FFF2-40B4-BE49-F238E27FC236}">
                  <a16:creationId xmlns:a16="http://schemas.microsoft.com/office/drawing/2014/main" id="{04155675-827F-A2D9-DC65-C882C2475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5246" y="1440692"/>
              <a:ext cx="49378" cy="80980"/>
            </a:xfrm>
            <a:custGeom>
              <a:avLst/>
              <a:gdLst>
                <a:gd name="T0" fmla="*/ 16 w 64"/>
                <a:gd name="T1" fmla="*/ 105 h 105"/>
                <a:gd name="T2" fmla="*/ 21 w 64"/>
                <a:gd name="T3" fmla="*/ 28 h 105"/>
                <a:gd name="T4" fmla="*/ 64 w 64"/>
                <a:gd name="T5" fmla="*/ 0 h 105"/>
                <a:gd name="T6" fmla="*/ 41 w 64"/>
                <a:gd name="T7" fmla="*/ 79 h 105"/>
                <a:gd name="T8" fmla="*/ 16 w 64"/>
                <a:gd name="T9" fmla="*/ 105 h 1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4" h="105">
                  <a:moveTo>
                    <a:pt x="16" y="105"/>
                  </a:moveTo>
                  <a:cubicBezTo>
                    <a:pt x="0" y="89"/>
                    <a:pt x="2" y="48"/>
                    <a:pt x="21" y="28"/>
                  </a:cubicBezTo>
                  <a:cubicBezTo>
                    <a:pt x="31" y="17"/>
                    <a:pt x="43" y="7"/>
                    <a:pt x="64" y="0"/>
                  </a:cubicBezTo>
                  <a:cubicBezTo>
                    <a:pt x="56" y="27"/>
                    <a:pt x="48" y="53"/>
                    <a:pt x="41" y="79"/>
                  </a:cubicBezTo>
                  <a:cubicBezTo>
                    <a:pt x="32" y="87"/>
                    <a:pt x="24" y="96"/>
                    <a:pt x="16" y="10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17" name="Freeform 19">
              <a:extLst>
                <a:ext uri="{FF2B5EF4-FFF2-40B4-BE49-F238E27FC236}">
                  <a16:creationId xmlns:a16="http://schemas.microsoft.com/office/drawing/2014/main" id="{BA3CF7F7-9637-2267-3AF9-3640E58E4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462" y="1451555"/>
              <a:ext cx="87399" cy="39008"/>
            </a:xfrm>
            <a:custGeom>
              <a:avLst/>
              <a:gdLst>
                <a:gd name="T0" fmla="*/ 31 w 114"/>
                <a:gd name="T1" fmla="*/ 0 h 51"/>
                <a:gd name="T2" fmla="*/ 114 w 114"/>
                <a:gd name="T3" fmla="*/ 0 h 51"/>
                <a:gd name="T4" fmla="*/ 0 w 114"/>
                <a:gd name="T5" fmla="*/ 24 h 51"/>
                <a:gd name="T6" fmla="*/ 31 w 114"/>
                <a:gd name="T7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4" h="51">
                  <a:moveTo>
                    <a:pt x="31" y="0"/>
                  </a:moveTo>
                  <a:cubicBezTo>
                    <a:pt x="58" y="0"/>
                    <a:pt x="85" y="0"/>
                    <a:pt x="114" y="0"/>
                  </a:cubicBezTo>
                  <a:cubicBezTo>
                    <a:pt x="72" y="44"/>
                    <a:pt x="36" y="51"/>
                    <a:pt x="0" y="24"/>
                  </a:cubicBezTo>
                  <a:cubicBezTo>
                    <a:pt x="11" y="16"/>
                    <a:pt x="21" y="8"/>
                    <a:pt x="31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18" name="Freeform 21">
              <a:extLst>
                <a:ext uri="{FF2B5EF4-FFF2-40B4-BE49-F238E27FC236}">
                  <a16:creationId xmlns:a16="http://schemas.microsoft.com/office/drawing/2014/main" id="{28529E5D-0296-2731-DAB4-883C3ACA1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6238" y="2274190"/>
              <a:ext cx="82955" cy="56291"/>
            </a:xfrm>
            <a:custGeom>
              <a:avLst/>
              <a:gdLst>
                <a:gd name="T0" fmla="*/ 108 w 108"/>
                <a:gd name="T1" fmla="*/ 56 h 73"/>
                <a:gd name="T2" fmla="*/ 0 w 108"/>
                <a:gd name="T3" fmla="*/ 0 h 73"/>
                <a:gd name="T4" fmla="*/ 77 w 108"/>
                <a:gd name="T5" fmla="*/ 18 h 73"/>
                <a:gd name="T6" fmla="*/ 108 w 108"/>
                <a:gd name="T7" fmla="*/ 56 h 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8" h="73">
                  <a:moveTo>
                    <a:pt x="108" y="56"/>
                  </a:moveTo>
                  <a:cubicBezTo>
                    <a:pt x="66" y="73"/>
                    <a:pt x="35" y="58"/>
                    <a:pt x="0" y="0"/>
                  </a:cubicBezTo>
                  <a:cubicBezTo>
                    <a:pt x="28" y="6"/>
                    <a:pt x="53" y="12"/>
                    <a:pt x="77" y="18"/>
                  </a:cubicBezTo>
                  <a:cubicBezTo>
                    <a:pt x="88" y="31"/>
                    <a:pt x="98" y="43"/>
                    <a:pt x="108" y="56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19" name="Freeform 22">
              <a:extLst>
                <a:ext uri="{FF2B5EF4-FFF2-40B4-BE49-F238E27FC236}">
                  <a16:creationId xmlns:a16="http://schemas.microsoft.com/office/drawing/2014/main" id="{47470C31-8B50-7289-083E-168D6EE26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682" y="1537472"/>
              <a:ext cx="80980" cy="48390"/>
            </a:xfrm>
            <a:custGeom>
              <a:avLst/>
              <a:gdLst>
                <a:gd name="T0" fmla="*/ 31 w 105"/>
                <a:gd name="T1" fmla="*/ 15 h 63"/>
                <a:gd name="T2" fmla="*/ 105 w 105"/>
                <a:gd name="T3" fmla="*/ 0 h 63"/>
                <a:gd name="T4" fmla="*/ 16 w 105"/>
                <a:gd name="T5" fmla="*/ 63 h 63"/>
                <a:gd name="T6" fmla="*/ 0 w 105"/>
                <a:gd name="T7" fmla="*/ 53 h 63"/>
                <a:gd name="T8" fmla="*/ 31 w 105"/>
                <a:gd name="T9" fmla="*/ 15 h 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05" h="63">
                  <a:moveTo>
                    <a:pt x="31" y="15"/>
                  </a:moveTo>
                  <a:cubicBezTo>
                    <a:pt x="55" y="11"/>
                    <a:pt x="79" y="6"/>
                    <a:pt x="105" y="0"/>
                  </a:cubicBezTo>
                  <a:cubicBezTo>
                    <a:pt x="88" y="43"/>
                    <a:pt x="57" y="60"/>
                    <a:pt x="16" y="63"/>
                  </a:cubicBezTo>
                  <a:cubicBezTo>
                    <a:pt x="11" y="63"/>
                    <a:pt x="5" y="56"/>
                    <a:pt x="0" y="53"/>
                  </a:cubicBezTo>
                  <a:cubicBezTo>
                    <a:pt x="10" y="40"/>
                    <a:pt x="20" y="28"/>
                    <a:pt x="31" y="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0" name="Freeform 25">
              <a:extLst>
                <a:ext uri="{FF2B5EF4-FFF2-40B4-BE49-F238E27FC236}">
                  <a16:creationId xmlns:a16="http://schemas.microsoft.com/office/drawing/2014/main" id="{1B154B61-292F-7B0D-F6EC-DF1B6595C0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0903" y="2392696"/>
              <a:ext cx="76042" cy="65179"/>
            </a:xfrm>
            <a:custGeom>
              <a:avLst/>
              <a:gdLst>
                <a:gd name="T0" fmla="*/ 63 w 99"/>
                <a:gd name="T1" fmla="*/ 72 h 85"/>
                <a:gd name="T2" fmla="*/ 0 w 99"/>
                <a:gd name="T3" fmla="*/ 0 h 85"/>
                <a:gd name="T4" fmla="*/ 97 w 99"/>
                <a:gd name="T5" fmla="*/ 85 h 85"/>
                <a:gd name="T6" fmla="*/ 63 w 99"/>
                <a:gd name="T7" fmla="*/ 72 h 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9" h="85">
                  <a:moveTo>
                    <a:pt x="63" y="72"/>
                  </a:moveTo>
                  <a:cubicBezTo>
                    <a:pt x="44" y="50"/>
                    <a:pt x="26" y="29"/>
                    <a:pt x="0" y="0"/>
                  </a:cubicBezTo>
                  <a:cubicBezTo>
                    <a:pt x="72" y="15"/>
                    <a:pt x="99" y="42"/>
                    <a:pt x="97" y="85"/>
                  </a:cubicBezTo>
                  <a:cubicBezTo>
                    <a:pt x="86" y="81"/>
                    <a:pt x="75" y="76"/>
                    <a:pt x="63" y="7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1" name="Freeform 27">
              <a:extLst>
                <a:ext uri="{FF2B5EF4-FFF2-40B4-BE49-F238E27FC236}">
                  <a16:creationId xmlns:a16="http://schemas.microsoft.com/office/drawing/2014/main" id="{70CC94F0-E3EC-0ECF-075E-718485622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5387" y="1767573"/>
              <a:ext cx="46909" cy="92336"/>
            </a:xfrm>
            <a:custGeom>
              <a:avLst/>
              <a:gdLst>
                <a:gd name="T0" fmla="*/ 45 w 61"/>
                <a:gd name="T1" fmla="*/ 119 h 120"/>
                <a:gd name="T2" fmla="*/ 20 w 61"/>
                <a:gd name="T3" fmla="*/ 0 h 120"/>
                <a:gd name="T4" fmla="*/ 45 w 61"/>
                <a:gd name="T5" fmla="*/ 120 h 120"/>
                <a:gd name="T6" fmla="*/ 45 w 61"/>
                <a:gd name="T7" fmla="*/ 119 h 12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1" h="120">
                  <a:moveTo>
                    <a:pt x="45" y="119"/>
                  </a:moveTo>
                  <a:cubicBezTo>
                    <a:pt x="10" y="85"/>
                    <a:pt x="0" y="45"/>
                    <a:pt x="20" y="0"/>
                  </a:cubicBezTo>
                  <a:cubicBezTo>
                    <a:pt x="61" y="33"/>
                    <a:pt x="53" y="76"/>
                    <a:pt x="45" y="120"/>
                  </a:cubicBezTo>
                  <a:lnTo>
                    <a:pt x="45" y="11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2" name="Freeform 31">
              <a:extLst>
                <a:ext uri="{FF2B5EF4-FFF2-40B4-BE49-F238E27FC236}">
                  <a16:creationId xmlns:a16="http://schemas.microsoft.com/office/drawing/2014/main" id="{26D9E2D6-0870-803C-65B0-996BDFD14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229" y="2209505"/>
              <a:ext cx="73573" cy="62216"/>
            </a:xfrm>
            <a:custGeom>
              <a:avLst/>
              <a:gdLst>
                <a:gd name="T0" fmla="*/ 96 w 96"/>
                <a:gd name="T1" fmla="*/ 69 h 81"/>
                <a:gd name="T2" fmla="*/ 0 w 96"/>
                <a:gd name="T3" fmla="*/ 0 h 81"/>
                <a:gd name="T4" fmla="*/ 85 w 96"/>
                <a:gd name="T5" fmla="*/ 48 h 81"/>
                <a:gd name="T6" fmla="*/ 96 w 96"/>
                <a:gd name="T7" fmla="*/ 69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6" h="81">
                  <a:moveTo>
                    <a:pt x="96" y="69"/>
                  </a:moveTo>
                  <a:cubicBezTo>
                    <a:pt x="55" y="81"/>
                    <a:pt x="25" y="63"/>
                    <a:pt x="0" y="0"/>
                  </a:cubicBezTo>
                  <a:cubicBezTo>
                    <a:pt x="28" y="16"/>
                    <a:pt x="57" y="32"/>
                    <a:pt x="85" y="48"/>
                  </a:cubicBezTo>
                  <a:cubicBezTo>
                    <a:pt x="89" y="55"/>
                    <a:pt x="92" y="62"/>
                    <a:pt x="96" y="6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3" name="Freeform 32">
              <a:extLst>
                <a:ext uri="{FF2B5EF4-FFF2-40B4-BE49-F238E27FC236}">
                  <a16:creationId xmlns:a16="http://schemas.microsoft.com/office/drawing/2014/main" id="{1A1D5CD3-C782-45A8-87B4-FAFE35B4AC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4985" y="2420348"/>
              <a:ext cx="86905" cy="38515"/>
            </a:xfrm>
            <a:custGeom>
              <a:avLst/>
              <a:gdLst>
                <a:gd name="T0" fmla="*/ 80 w 113"/>
                <a:gd name="T1" fmla="*/ 0 h 50"/>
                <a:gd name="T2" fmla="*/ 113 w 113"/>
                <a:gd name="T3" fmla="*/ 17 h 50"/>
                <a:gd name="T4" fmla="*/ 42 w 113"/>
                <a:gd name="T5" fmla="*/ 37 h 50"/>
                <a:gd name="T6" fmla="*/ 0 w 113"/>
                <a:gd name="T7" fmla="*/ 5 h 50"/>
                <a:gd name="T8" fmla="*/ 80 w 113"/>
                <a:gd name="T9" fmla="*/ 0 h 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3" h="50">
                  <a:moveTo>
                    <a:pt x="80" y="0"/>
                  </a:moveTo>
                  <a:cubicBezTo>
                    <a:pt x="91" y="6"/>
                    <a:pt x="102" y="11"/>
                    <a:pt x="113" y="17"/>
                  </a:cubicBezTo>
                  <a:cubicBezTo>
                    <a:pt x="98" y="50"/>
                    <a:pt x="67" y="40"/>
                    <a:pt x="42" y="37"/>
                  </a:cubicBezTo>
                  <a:cubicBezTo>
                    <a:pt x="27" y="35"/>
                    <a:pt x="13" y="22"/>
                    <a:pt x="0" y="5"/>
                  </a:cubicBezTo>
                  <a:cubicBezTo>
                    <a:pt x="26" y="3"/>
                    <a:pt x="53" y="2"/>
                    <a:pt x="8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4" name="Freeform 33">
              <a:extLst>
                <a:ext uri="{FF2B5EF4-FFF2-40B4-BE49-F238E27FC236}">
                  <a16:creationId xmlns:a16="http://schemas.microsoft.com/office/drawing/2014/main" id="{98D7CEF5-82B5-C457-A635-1CEE6E813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3287" y="1992242"/>
              <a:ext cx="52340" cy="79005"/>
            </a:xfrm>
            <a:custGeom>
              <a:avLst/>
              <a:gdLst>
                <a:gd name="T0" fmla="*/ 63 w 68"/>
                <a:gd name="T1" fmla="*/ 103 h 103"/>
                <a:gd name="T2" fmla="*/ 0 w 68"/>
                <a:gd name="T3" fmla="*/ 0 h 103"/>
                <a:gd name="T4" fmla="*/ 68 w 68"/>
                <a:gd name="T5" fmla="*/ 70 h 103"/>
                <a:gd name="T6" fmla="*/ 63 w 68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8" h="103">
                  <a:moveTo>
                    <a:pt x="63" y="103"/>
                  </a:moveTo>
                  <a:cubicBezTo>
                    <a:pt x="17" y="87"/>
                    <a:pt x="8" y="73"/>
                    <a:pt x="0" y="0"/>
                  </a:cubicBezTo>
                  <a:cubicBezTo>
                    <a:pt x="26" y="27"/>
                    <a:pt x="47" y="49"/>
                    <a:pt x="68" y="70"/>
                  </a:cubicBezTo>
                  <a:cubicBezTo>
                    <a:pt x="66" y="81"/>
                    <a:pt x="65" y="92"/>
                    <a:pt x="63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5" name="Freeform 34">
              <a:extLst>
                <a:ext uri="{FF2B5EF4-FFF2-40B4-BE49-F238E27FC236}">
                  <a16:creationId xmlns:a16="http://schemas.microsoft.com/office/drawing/2014/main" id="{C4E8713C-9D71-B905-83E4-49B60EA1D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5856" y="2385784"/>
              <a:ext cx="95299" cy="37527"/>
            </a:xfrm>
            <a:custGeom>
              <a:avLst/>
              <a:gdLst>
                <a:gd name="T0" fmla="*/ 124 w 124"/>
                <a:gd name="T1" fmla="*/ 22 h 49"/>
                <a:gd name="T2" fmla="*/ 0 w 124"/>
                <a:gd name="T3" fmla="*/ 0 h 49"/>
                <a:gd name="T4" fmla="*/ 87 w 124"/>
                <a:gd name="T5" fmla="*/ 0 h 49"/>
                <a:gd name="T6" fmla="*/ 124 w 124"/>
                <a:gd name="T7" fmla="*/ 22 h 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4" h="49">
                  <a:moveTo>
                    <a:pt x="124" y="22"/>
                  </a:moveTo>
                  <a:cubicBezTo>
                    <a:pt x="86" y="49"/>
                    <a:pt x="56" y="45"/>
                    <a:pt x="0" y="0"/>
                  </a:cubicBezTo>
                  <a:cubicBezTo>
                    <a:pt x="33" y="0"/>
                    <a:pt x="60" y="0"/>
                    <a:pt x="87" y="0"/>
                  </a:cubicBezTo>
                  <a:cubicBezTo>
                    <a:pt x="99" y="7"/>
                    <a:pt x="112" y="15"/>
                    <a:pt x="124" y="2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6" name="Freeform 35">
              <a:extLst>
                <a:ext uri="{FF2B5EF4-FFF2-40B4-BE49-F238E27FC236}">
                  <a16:creationId xmlns:a16="http://schemas.microsoft.com/office/drawing/2014/main" id="{0BB0283C-4BE9-6815-0FBC-86F7082F29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853" y="2325543"/>
              <a:ext cx="59747" cy="77029"/>
            </a:xfrm>
            <a:custGeom>
              <a:avLst/>
              <a:gdLst>
                <a:gd name="T0" fmla="*/ 72 w 78"/>
                <a:gd name="T1" fmla="*/ 100 h 100"/>
                <a:gd name="T2" fmla="*/ 35 w 78"/>
                <a:gd name="T3" fmla="*/ 78 h 100"/>
                <a:gd name="T4" fmla="*/ 0 w 78"/>
                <a:gd name="T5" fmla="*/ 0 h 100"/>
                <a:gd name="T6" fmla="*/ 72 w 78"/>
                <a:gd name="T7" fmla="*/ 100 h 1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100">
                  <a:moveTo>
                    <a:pt x="72" y="100"/>
                  </a:moveTo>
                  <a:cubicBezTo>
                    <a:pt x="60" y="93"/>
                    <a:pt x="47" y="85"/>
                    <a:pt x="35" y="78"/>
                  </a:cubicBezTo>
                  <a:cubicBezTo>
                    <a:pt x="24" y="53"/>
                    <a:pt x="13" y="29"/>
                    <a:pt x="0" y="0"/>
                  </a:cubicBezTo>
                  <a:cubicBezTo>
                    <a:pt x="60" y="23"/>
                    <a:pt x="78" y="51"/>
                    <a:pt x="7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7" name="Freeform 36">
              <a:extLst>
                <a:ext uri="{FF2B5EF4-FFF2-40B4-BE49-F238E27FC236}">
                  <a16:creationId xmlns:a16="http://schemas.microsoft.com/office/drawing/2014/main" id="{DDEFA210-6C2B-BE8C-A85D-DB65E97BCB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3143" y="1393783"/>
              <a:ext cx="64191" cy="76042"/>
            </a:xfrm>
            <a:custGeom>
              <a:avLst/>
              <a:gdLst>
                <a:gd name="T0" fmla="*/ 50 w 84"/>
                <a:gd name="T1" fmla="*/ 75 h 99"/>
                <a:gd name="T2" fmla="*/ 19 w 84"/>
                <a:gd name="T3" fmla="*/ 99 h 99"/>
                <a:gd name="T4" fmla="*/ 38 w 84"/>
                <a:gd name="T5" fmla="*/ 22 h 99"/>
                <a:gd name="T6" fmla="*/ 84 w 84"/>
                <a:gd name="T7" fmla="*/ 0 h 99"/>
                <a:gd name="T8" fmla="*/ 50 w 84"/>
                <a:gd name="T9" fmla="*/ 75 h 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4" h="99">
                  <a:moveTo>
                    <a:pt x="50" y="75"/>
                  </a:moveTo>
                  <a:cubicBezTo>
                    <a:pt x="40" y="83"/>
                    <a:pt x="30" y="91"/>
                    <a:pt x="19" y="99"/>
                  </a:cubicBezTo>
                  <a:cubicBezTo>
                    <a:pt x="0" y="67"/>
                    <a:pt x="20" y="44"/>
                    <a:pt x="38" y="22"/>
                  </a:cubicBezTo>
                  <a:cubicBezTo>
                    <a:pt x="48" y="11"/>
                    <a:pt x="64" y="4"/>
                    <a:pt x="84" y="0"/>
                  </a:cubicBezTo>
                  <a:cubicBezTo>
                    <a:pt x="73" y="25"/>
                    <a:pt x="62" y="50"/>
                    <a:pt x="50" y="7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8" name="Freeform 37">
              <a:extLst>
                <a:ext uri="{FF2B5EF4-FFF2-40B4-BE49-F238E27FC236}">
                  <a16:creationId xmlns:a16="http://schemas.microsoft.com/office/drawing/2014/main" id="{1A769B76-C6CF-D55A-B885-54EF24E62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8470" y="1917682"/>
              <a:ext cx="54809" cy="84930"/>
            </a:xfrm>
            <a:custGeom>
              <a:avLst/>
              <a:gdLst>
                <a:gd name="T0" fmla="*/ 23 w 71"/>
                <a:gd name="T1" fmla="*/ 111 h 111"/>
                <a:gd name="T2" fmla="*/ 52 w 71"/>
                <a:gd name="T3" fmla="*/ 0 h 111"/>
                <a:gd name="T4" fmla="*/ 23 w 71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1" h="111">
                  <a:moveTo>
                    <a:pt x="23" y="111"/>
                  </a:moveTo>
                  <a:cubicBezTo>
                    <a:pt x="0" y="63"/>
                    <a:pt x="24" y="31"/>
                    <a:pt x="52" y="0"/>
                  </a:cubicBezTo>
                  <a:cubicBezTo>
                    <a:pt x="71" y="46"/>
                    <a:pt x="68" y="57"/>
                    <a:pt x="23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29" name="Freeform 38">
              <a:extLst>
                <a:ext uri="{FF2B5EF4-FFF2-40B4-BE49-F238E27FC236}">
                  <a16:creationId xmlns:a16="http://schemas.microsoft.com/office/drawing/2014/main" id="{459E90C5-7B50-AC8B-28A6-160F9F523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591" y="1488588"/>
              <a:ext cx="85423" cy="44440"/>
            </a:xfrm>
            <a:custGeom>
              <a:avLst/>
              <a:gdLst>
                <a:gd name="T0" fmla="*/ 0 w 111"/>
                <a:gd name="T1" fmla="*/ 43 h 58"/>
                <a:gd name="T2" fmla="*/ 25 w 111"/>
                <a:gd name="T3" fmla="*/ 17 h 58"/>
                <a:gd name="T4" fmla="*/ 111 w 111"/>
                <a:gd name="T5" fmla="*/ 0 h 58"/>
                <a:gd name="T6" fmla="*/ 5 w 111"/>
                <a:gd name="T7" fmla="*/ 53 h 58"/>
                <a:gd name="T8" fmla="*/ 0 w 111"/>
                <a:gd name="T9" fmla="*/ 43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1" h="58">
                  <a:moveTo>
                    <a:pt x="0" y="43"/>
                  </a:moveTo>
                  <a:cubicBezTo>
                    <a:pt x="8" y="34"/>
                    <a:pt x="16" y="25"/>
                    <a:pt x="25" y="17"/>
                  </a:cubicBezTo>
                  <a:cubicBezTo>
                    <a:pt x="51" y="12"/>
                    <a:pt x="77" y="6"/>
                    <a:pt x="111" y="0"/>
                  </a:cubicBezTo>
                  <a:cubicBezTo>
                    <a:pt x="83" y="47"/>
                    <a:pt x="47" y="58"/>
                    <a:pt x="5" y="53"/>
                  </a:cubicBezTo>
                  <a:cubicBezTo>
                    <a:pt x="3" y="53"/>
                    <a:pt x="2" y="46"/>
                    <a:pt x="0" y="4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0" name="Freeform 41">
              <a:extLst>
                <a:ext uri="{FF2B5EF4-FFF2-40B4-BE49-F238E27FC236}">
                  <a16:creationId xmlns:a16="http://schemas.microsoft.com/office/drawing/2014/main" id="{0FEAE724-3B4B-E8B0-7AF3-45E2247AB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379" y="1556236"/>
              <a:ext cx="34071" cy="86905"/>
            </a:xfrm>
            <a:custGeom>
              <a:avLst/>
              <a:gdLst>
                <a:gd name="T0" fmla="*/ 32 w 44"/>
                <a:gd name="T1" fmla="*/ 100 h 113"/>
                <a:gd name="T2" fmla="*/ 14 w 44"/>
                <a:gd name="T3" fmla="*/ 113 h 113"/>
                <a:gd name="T4" fmla="*/ 44 w 44"/>
                <a:gd name="T5" fmla="*/ 0 h 113"/>
                <a:gd name="T6" fmla="*/ 39 w 44"/>
                <a:gd name="T7" fmla="*/ 88 h 113"/>
                <a:gd name="T8" fmla="*/ 32 w 44"/>
                <a:gd name="T9" fmla="*/ 10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4" h="113">
                  <a:moveTo>
                    <a:pt x="32" y="100"/>
                  </a:moveTo>
                  <a:cubicBezTo>
                    <a:pt x="26" y="104"/>
                    <a:pt x="20" y="108"/>
                    <a:pt x="14" y="113"/>
                  </a:cubicBezTo>
                  <a:cubicBezTo>
                    <a:pt x="0" y="47"/>
                    <a:pt x="0" y="47"/>
                    <a:pt x="44" y="0"/>
                  </a:cubicBezTo>
                  <a:cubicBezTo>
                    <a:pt x="43" y="29"/>
                    <a:pt x="41" y="59"/>
                    <a:pt x="39" y="88"/>
                  </a:cubicBezTo>
                  <a:cubicBezTo>
                    <a:pt x="36" y="92"/>
                    <a:pt x="34" y="96"/>
                    <a:pt x="32" y="10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1" name="Freeform 42">
              <a:extLst>
                <a:ext uri="{FF2B5EF4-FFF2-40B4-BE49-F238E27FC236}">
                  <a16:creationId xmlns:a16="http://schemas.microsoft.com/office/drawing/2014/main" id="{C87055BF-3851-E466-2AE7-644CB6DA2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8189" y="2448000"/>
              <a:ext cx="97274" cy="37033"/>
            </a:xfrm>
            <a:custGeom>
              <a:avLst/>
              <a:gdLst>
                <a:gd name="T0" fmla="*/ 93 w 127"/>
                <a:gd name="T1" fmla="*/ 0 h 48"/>
                <a:gd name="T2" fmla="*/ 127 w 127"/>
                <a:gd name="T3" fmla="*/ 13 h 48"/>
                <a:gd name="T4" fmla="*/ 0 w 127"/>
                <a:gd name="T5" fmla="*/ 14 h 48"/>
                <a:gd name="T6" fmla="*/ 93 w 127"/>
                <a:gd name="T7" fmla="*/ 0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27" h="48">
                  <a:moveTo>
                    <a:pt x="93" y="0"/>
                  </a:moveTo>
                  <a:cubicBezTo>
                    <a:pt x="105" y="4"/>
                    <a:pt x="116" y="9"/>
                    <a:pt x="127" y="13"/>
                  </a:cubicBezTo>
                  <a:cubicBezTo>
                    <a:pt x="94" y="46"/>
                    <a:pt x="61" y="48"/>
                    <a:pt x="0" y="14"/>
                  </a:cubicBezTo>
                  <a:cubicBezTo>
                    <a:pt x="38" y="8"/>
                    <a:pt x="65" y="4"/>
                    <a:pt x="93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2" name="Freeform 43">
              <a:extLst>
                <a:ext uri="{FF2B5EF4-FFF2-40B4-BE49-F238E27FC236}">
                  <a16:creationId xmlns:a16="http://schemas.microsoft.com/office/drawing/2014/main" id="{82CC212A-ED87-9604-03B3-24621C516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0071" y="1653017"/>
              <a:ext cx="73079" cy="64685"/>
            </a:xfrm>
            <a:custGeom>
              <a:avLst/>
              <a:gdLst>
                <a:gd name="T0" fmla="*/ 0 w 95"/>
                <a:gd name="T1" fmla="*/ 84 h 84"/>
                <a:gd name="T2" fmla="*/ 95 w 95"/>
                <a:gd name="T3" fmla="*/ 0 h 84"/>
                <a:gd name="T4" fmla="*/ 1 w 95"/>
                <a:gd name="T5" fmla="*/ 83 h 84"/>
                <a:gd name="T6" fmla="*/ 0 w 95"/>
                <a:gd name="T7" fmla="*/ 84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" h="84">
                  <a:moveTo>
                    <a:pt x="0" y="84"/>
                  </a:moveTo>
                  <a:cubicBezTo>
                    <a:pt x="50" y="13"/>
                    <a:pt x="50" y="13"/>
                    <a:pt x="95" y="0"/>
                  </a:cubicBezTo>
                  <a:cubicBezTo>
                    <a:pt x="83" y="52"/>
                    <a:pt x="50" y="76"/>
                    <a:pt x="1" y="83"/>
                  </a:cubicBezTo>
                  <a:lnTo>
                    <a:pt x="0" y="84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3" name="Freeform 45">
              <a:extLst>
                <a:ext uri="{FF2B5EF4-FFF2-40B4-BE49-F238E27FC236}">
                  <a16:creationId xmlns:a16="http://schemas.microsoft.com/office/drawing/2014/main" id="{18803332-7B43-83D0-DC95-5F672D4638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031" y="2281103"/>
              <a:ext cx="52340" cy="87893"/>
            </a:xfrm>
            <a:custGeom>
              <a:avLst/>
              <a:gdLst>
                <a:gd name="T0" fmla="*/ 68 w 68"/>
                <a:gd name="T1" fmla="*/ 114 h 114"/>
                <a:gd name="T2" fmla="*/ 11 w 68"/>
                <a:gd name="T3" fmla="*/ 0 h 114"/>
                <a:gd name="T4" fmla="*/ 68 w 68"/>
                <a:gd name="T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14">
                  <a:moveTo>
                    <a:pt x="68" y="114"/>
                  </a:moveTo>
                  <a:cubicBezTo>
                    <a:pt x="35" y="84"/>
                    <a:pt x="0" y="53"/>
                    <a:pt x="11" y="0"/>
                  </a:cubicBezTo>
                  <a:cubicBezTo>
                    <a:pt x="62" y="23"/>
                    <a:pt x="66" y="68"/>
                    <a:pt x="68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4" name="Freeform 46">
              <a:extLst>
                <a:ext uri="{FF2B5EF4-FFF2-40B4-BE49-F238E27FC236}">
                  <a16:creationId xmlns:a16="http://schemas.microsoft.com/office/drawing/2014/main" id="{E6C647E7-604C-FA41-1201-071D17B94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8594" y="1691531"/>
              <a:ext cx="38515" cy="91349"/>
            </a:xfrm>
            <a:custGeom>
              <a:avLst/>
              <a:gdLst>
                <a:gd name="T0" fmla="*/ 33 w 50"/>
                <a:gd name="T1" fmla="*/ 118 h 119"/>
                <a:gd name="T2" fmla="*/ 3 w 50"/>
                <a:gd name="T3" fmla="*/ 43 h 119"/>
                <a:gd name="T4" fmla="*/ 16 w 50"/>
                <a:gd name="T5" fmla="*/ 0 h 119"/>
                <a:gd name="T6" fmla="*/ 32 w 50"/>
                <a:gd name="T7" fmla="*/ 119 h 119"/>
                <a:gd name="T8" fmla="*/ 33 w 50"/>
                <a:gd name="T9" fmla="*/ 118 h 1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0" h="119">
                  <a:moveTo>
                    <a:pt x="33" y="118"/>
                  </a:moveTo>
                  <a:cubicBezTo>
                    <a:pt x="23" y="93"/>
                    <a:pt x="10" y="69"/>
                    <a:pt x="3" y="43"/>
                  </a:cubicBezTo>
                  <a:cubicBezTo>
                    <a:pt x="0" y="31"/>
                    <a:pt x="11" y="16"/>
                    <a:pt x="16" y="0"/>
                  </a:cubicBezTo>
                  <a:cubicBezTo>
                    <a:pt x="50" y="38"/>
                    <a:pt x="43" y="79"/>
                    <a:pt x="32" y="119"/>
                  </a:cubicBezTo>
                  <a:lnTo>
                    <a:pt x="33" y="118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5" name="Freeform 51">
              <a:extLst>
                <a:ext uri="{FF2B5EF4-FFF2-40B4-BE49-F238E27FC236}">
                  <a16:creationId xmlns:a16="http://schemas.microsoft.com/office/drawing/2014/main" id="{14EAB12A-7B3E-A51E-9554-7742AF192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1677" y="1983848"/>
              <a:ext cx="40490" cy="87399"/>
            </a:xfrm>
            <a:custGeom>
              <a:avLst/>
              <a:gdLst>
                <a:gd name="T0" fmla="*/ 0 w 53"/>
                <a:gd name="T1" fmla="*/ 114 h 114"/>
                <a:gd name="T2" fmla="*/ 5 w 53"/>
                <a:gd name="T3" fmla="*/ 81 h 114"/>
                <a:gd name="T4" fmla="*/ 24 w 53"/>
                <a:gd name="T5" fmla="*/ 0 h 114"/>
                <a:gd name="T6" fmla="*/ 0 w 53"/>
                <a:gd name="T7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3" h="114">
                  <a:moveTo>
                    <a:pt x="0" y="114"/>
                  </a:moveTo>
                  <a:cubicBezTo>
                    <a:pt x="2" y="103"/>
                    <a:pt x="3" y="92"/>
                    <a:pt x="5" y="81"/>
                  </a:cubicBezTo>
                  <a:cubicBezTo>
                    <a:pt x="11" y="54"/>
                    <a:pt x="18" y="27"/>
                    <a:pt x="24" y="0"/>
                  </a:cubicBezTo>
                  <a:cubicBezTo>
                    <a:pt x="53" y="67"/>
                    <a:pt x="40" y="110"/>
                    <a:pt x="0" y="114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6" name="Freeform 52">
              <a:extLst>
                <a:ext uri="{FF2B5EF4-FFF2-40B4-BE49-F238E27FC236}">
                  <a16:creationId xmlns:a16="http://schemas.microsoft.com/office/drawing/2014/main" id="{480D2132-093F-CB6A-8CFD-6854700CB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0553" y="2332455"/>
              <a:ext cx="93818" cy="43452"/>
            </a:xfrm>
            <a:custGeom>
              <a:avLst/>
              <a:gdLst>
                <a:gd name="T0" fmla="*/ 122 w 122"/>
                <a:gd name="T1" fmla="*/ 47 h 56"/>
                <a:gd name="T2" fmla="*/ 0 w 122"/>
                <a:gd name="T3" fmla="*/ 5 h 56"/>
                <a:gd name="T4" fmla="*/ 96 w 122"/>
                <a:gd name="T5" fmla="*/ 32 h 56"/>
                <a:gd name="T6" fmla="*/ 122 w 122"/>
                <a:gd name="T7" fmla="*/ 47 h 56"/>
                <a:gd name="T8" fmla="*/ 122 w 122"/>
                <a:gd name="T9" fmla="*/ 47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22" h="56">
                  <a:moveTo>
                    <a:pt x="122" y="47"/>
                  </a:moveTo>
                  <a:cubicBezTo>
                    <a:pt x="75" y="56"/>
                    <a:pt x="31" y="54"/>
                    <a:pt x="0" y="5"/>
                  </a:cubicBezTo>
                  <a:cubicBezTo>
                    <a:pt x="38" y="1"/>
                    <a:pt x="71" y="0"/>
                    <a:pt x="96" y="32"/>
                  </a:cubicBezTo>
                  <a:cubicBezTo>
                    <a:pt x="102" y="39"/>
                    <a:pt x="113" y="42"/>
                    <a:pt x="122" y="47"/>
                  </a:cubicBezTo>
                  <a:cubicBezTo>
                    <a:pt x="122" y="47"/>
                    <a:pt x="122" y="47"/>
                    <a:pt x="122" y="47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7" name="Freeform 55">
              <a:extLst>
                <a:ext uri="{FF2B5EF4-FFF2-40B4-BE49-F238E27FC236}">
                  <a16:creationId xmlns:a16="http://schemas.microsoft.com/office/drawing/2014/main" id="{B5B475A3-88A5-08DE-DF67-597C902D2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6117" y="1585369"/>
              <a:ext cx="70117" cy="64685"/>
            </a:xfrm>
            <a:custGeom>
              <a:avLst/>
              <a:gdLst>
                <a:gd name="T0" fmla="*/ 5 w 91"/>
                <a:gd name="T1" fmla="*/ 62 h 84"/>
                <a:gd name="T2" fmla="*/ 12 w 91"/>
                <a:gd name="T3" fmla="*/ 50 h 84"/>
                <a:gd name="T4" fmla="*/ 91 w 91"/>
                <a:gd name="T5" fmla="*/ 0 h 84"/>
                <a:gd name="T6" fmla="*/ 0 w 91"/>
                <a:gd name="T7" fmla="*/ 84 h 84"/>
                <a:gd name="T8" fmla="*/ 5 w 91"/>
                <a:gd name="T9" fmla="*/ 62 h 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1" h="84">
                  <a:moveTo>
                    <a:pt x="5" y="62"/>
                  </a:moveTo>
                  <a:cubicBezTo>
                    <a:pt x="7" y="58"/>
                    <a:pt x="9" y="54"/>
                    <a:pt x="12" y="50"/>
                  </a:cubicBezTo>
                  <a:cubicBezTo>
                    <a:pt x="36" y="35"/>
                    <a:pt x="61" y="19"/>
                    <a:pt x="91" y="0"/>
                  </a:cubicBezTo>
                  <a:cubicBezTo>
                    <a:pt x="76" y="60"/>
                    <a:pt x="68" y="67"/>
                    <a:pt x="0" y="84"/>
                  </a:cubicBezTo>
                  <a:cubicBezTo>
                    <a:pt x="2" y="77"/>
                    <a:pt x="3" y="70"/>
                    <a:pt x="5" y="62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8" name="Freeform 58">
              <a:extLst>
                <a:ext uri="{FF2B5EF4-FFF2-40B4-BE49-F238E27FC236}">
                  <a16:creationId xmlns:a16="http://schemas.microsoft.com/office/drawing/2014/main" id="{87DC97E8-8FA5-F851-2A70-B577105C7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581" y="2068284"/>
              <a:ext cx="61229" cy="74560"/>
            </a:xfrm>
            <a:custGeom>
              <a:avLst/>
              <a:gdLst>
                <a:gd name="T0" fmla="*/ 71 w 80"/>
                <a:gd name="T1" fmla="*/ 59 h 97"/>
                <a:gd name="T2" fmla="*/ 80 w 80"/>
                <a:gd name="T3" fmla="*/ 97 h 97"/>
                <a:gd name="T4" fmla="*/ 0 w 80"/>
                <a:gd name="T5" fmla="*/ 0 h 97"/>
                <a:gd name="T6" fmla="*/ 72 w 80"/>
                <a:gd name="T7" fmla="*/ 61 h 97"/>
                <a:gd name="T8" fmla="*/ 71 w 80"/>
                <a:gd name="T9" fmla="*/ 59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80" h="97">
                  <a:moveTo>
                    <a:pt x="71" y="59"/>
                  </a:moveTo>
                  <a:cubicBezTo>
                    <a:pt x="74" y="72"/>
                    <a:pt x="77" y="84"/>
                    <a:pt x="80" y="97"/>
                  </a:cubicBezTo>
                  <a:cubicBezTo>
                    <a:pt x="26" y="83"/>
                    <a:pt x="16" y="71"/>
                    <a:pt x="0" y="0"/>
                  </a:cubicBezTo>
                  <a:cubicBezTo>
                    <a:pt x="29" y="24"/>
                    <a:pt x="51" y="43"/>
                    <a:pt x="72" y="61"/>
                  </a:cubicBezTo>
                  <a:lnTo>
                    <a:pt x="71" y="59"/>
                  </a:ln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39" name="Freeform 60">
              <a:extLst>
                <a:ext uri="{FF2B5EF4-FFF2-40B4-BE49-F238E27FC236}">
                  <a16:creationId xmlns:a16="http://schemas.microsoft.com/office/drawing/2014/main" id="{CA2482AD-4A51-1634-8C2F-08A4972BC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8582" y="2178890"/>
              <a:ext cx="36540" cy="83942"/>
            </a:xfrm>
            <a:custGeom>
              <a:avLst/>
              <a:gdLst>
                <a:gd name="T0" fmla="*/ 29 w 48"/>
                <a:gd name="T1" fmla="*/ 109 h 109"/>
                <a:gd name="T2" fmla="*/ 18 w 48"/>
                <a:gd name="T3" fmla="*/ 88 h 109"/>
                <a:gd name="T4" fmla="*/ 0 w 48"/>
                <a:gd name="T5" fmla="*/ 0 h 109"/>
                <a:gd name="T6" fmla="*/ 43 w 48"/>
                <a:gd name="T7" fmla="*/ 102 h 109"/>
                <a:gd name="T8" fmla="*/ 29 w 48"/>
                <a:gd name="T9" fmla="*/ 109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09">
                  <a:moveTo>
                    <a:pt x="29" y="109"/>
                  </a:moveTo>
                  <a:cubicBezTo>
                    <a:pt x="25" y="102"/>
                    <a:pt x="22" y="95"/>
                    <a:pt x="18" y="88"/>
                  </a:cubicBezTo>
                  <a:cubicBezTo>
                    <a:pt x="12" y="59"/>
                    <a:pt x="6" y="29"/>
                    <a:pt x="0" y="0"/>
                  </a:cubicBezTo>
                  <a:cubicBezTo>
                    <a:pt x="48" y="24"/>
                    <a:pt x="48" y="62"/>
                    <a:pt x="43" y="102"/>
                  </a:cubicBezTo>
                  <a:cubicBezTo>
                    <a:pt x="43" y="105"/>
                    <a:pt x="34" y="107"/>
                    <a:pt x="29" y="10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0" name="Freeform 62">
              <a:extLst>
                <a:ext uri="{FF2B5EF4-FFF2-40B4-BE49-F238E27FC236}">
                  <a16:creationId xmlns:a16="http://schemas.microsoft.com/office/drawing/2014/main" id="{D2EEC342-2F39-34A9-1564-138522FD5A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420" y="1849046"/>
              <a:ext cx="49871" cy="83942"/>
            </a:xfrm>
            <a:custGeom>
              <a:avLst/>
              <a:gdLst>
                <a:gd name="T0" fmla="*/ 65 w 65"/>
                <a:gd name="T1" fmla="*/ 5 h 109"/>
                <a:gd name="T2" fmla="*/ 20 w 65"/>
                <a:gd name="T3" fmla="*/ 109 h 109"/>
                <a:gd name="T4" fmla="*/ 54 w 65"/>
                <a:gd name="T5" fmla="*/ 0 h 109"/>
                <a:gd name="T6" fmla="*/ 65 w 65"/>
                <a:gd name="T7" fmla="*/ 5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5" h="109">
                  <a:moveTo>
                    <a:pt x="65" y="5"/>
                  </a:moveTo>
                  <a:cubicBezTo>
                    <a:pt x="50" y="40"/>
                    <a:pt x="35" y="74"/>
                    <a:pt x="20" y="109"/>
                  </a:cubicBezTo>
                  <a:cubicBezTo>
                    <a:pt x="0" y="51"/>
                    <a:pt x="8" y="31"/>
                    <a:pt x="54" y="0"/>
                  </a:cubicBezTo>
                  <a:cubicBezTo>
                    <a:pt x="58" y="2"/>
                    <a:pt x="61" y="3"/>
                    <a:pt x="65" y="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1" name="Freeform 64">
              <a:extLst>
                <a:ext uri="{FF2B5EF4-FFF2-40B4-BE49-F238E27FC236}">
                  <a16:creationId xmlns:a16="http://schemas.microsoft.com/office/drawing/2014/main" id="{2B518DFA-841A-6A8F-BEB4-84A194077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3283" y="1714245"/>
              <a:ext cx="59747" cy="69623"/>
            </a:xfrm>
            <a:custGeom>
              <a:avLst/>
              <a:gdLst>
                <a:gd name="T0" fmla="*/ 0 w 78"/>
                <a:gd name="T1" fmla="*/ 89 h 90"/>
                <a:gd name="T2" fmla="*/ 78 w 78"/>
                <a:gd name="T3" fmla="*/ 0 h 90"/>
                <a:gd name="T4" fmla="*/ 1 w 78"/>
                <a:gd name="T5" fmla="*/ 88 h 90"/>
                <a:gd name="T6" fmla="*/ 0 w 78"/>
                <a:gd name="T7" fmla="*/ 89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" h="90">
                  <a:moveTo>
                    <a:pt x="0" y="89"/>
                  </a:moveTo>
                  <a:cubicBezTo>
                    <a:pt x="17" y="51"/>
                    <a:pt x="31" y="11"/>
                    <a:pt x="78" y="0"/>
                  </a:cubicBezTo>
                  <a:cubicBezTo>
                    <a:pt x="70" y="59"/>
                    <a:pt x="43" y="90"/>
                    <a:pt x="1" y="88"/>
                  </a:cubicBezTo>
                  <a:cubicBezTo>
                    <a:pt x="1" y="88"/>
                    <a:pt x="0" y="89"/>
                    <a:pt x="0" y="89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2" name="Freeform 69">
              <a:extLst>
                <a:ext uri="{FF2B5EF4-FFF2-40B4-BE49-F238E27FC236}">
                  <a16:creationId xmlns:a16="http://schemas.microsoft.com/office/drawing/2014/main" id="{4220CA48-45D3-1C3C-0454-EA7AC3F0E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8839" y="1620921"/>
              <a:ext cx="47403" cy="96781"/>
            </a:xfrm>
            <a:custGeom>
              <a:avLst/>
              <a:gdLst>
                <a:gd name="T0" fmla="*/ 29 w 62"/>
                <a:gd name="T1" fmla="*/ 125 h 126"/>
                <a:gd name="T2" fmla="*/ 35 w 62"/>
                <a:gd name="T3" fmla="*/ 0 h 126"/>
                <a:gd name="T4" fmla="*/ 28 w 62"/>
                <a:gd name="T5" fmla="*/ 126 h 126"/>
                <a:gd name="T6" fmla="*/ 29 w 62"/>
                <a:gd name="T7" fmla="*/ 125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2" h="126">
                  <a:moveTo>
                    <a:pt x="29" y="125"/>
                  </a:moveTo>
                  <a:cubicBezTo>
                    <a:pt x="3" y="82"/>
                    <a:pt x="0" y="41"/>
                    <a:pt x="35" y="0"/>
                  </a:cubicBezTo>
                  <a:cubicBezTo>
                    <a:pt x="62" y="44"/>
                    <a:pt x="44" y="85"/>
                    <a:pt x="28" y="126"/>
                  </a:cubicBezTo>
                  <a:cubicBezTo>
                    <a:pt x="28" y="126"/>
                    <a:pt x="29" y="125"/>
                    <a:pt x="29" y="12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3" name="Freeform 70">
              <a:extLst>
                <a:ext uri="{FF2B5EF4-FFF2-40B4-BE49-F238E27FC236}">
                  <a16:creationId xmlns:a16="http://schemas.microsoft.com/office/drawing/2014/main" id="{093FE0F8-10A6-A164-8CCA-92866FE79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844" y="1489082"/>
              <a:ext cx="36540" cy="89374"/>
            </a:xfrm>
            <a:custGeom>
              <a:avLst/>
              <a:gdLst>
                <a:gd name="T0" fmla="*/ 48 w 48"/>
                <a:gd name="T1" fmla="*/ 78 h 116"/>
                <a:gd name="T2" fmla="*/ 17 w 48"/>
                <a:gd name="T3" fmla="*/ 116 h 116"/>
                <a:gd name="T4" fmla="*/ 16 w 48"/>
                <a:gd name="T5" fmla="*/ 38 h 116"/>
                <a:gd name="T6" fmla="*/ 48 w 48"/>
                <a:gd name="T7" fmla="*/ 0 h 116"/>
                <a:gd name="T8" fmla="*/ 48 w 48"/>
                <a:gd name="T9" fmla="*/ 7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" h="116">
                  <a:moveTo>
                    <a:pt x="48" y="78"/>
                  </a:moveTo>
                  <a:cubicBezTo>
                    <a:pt x="37" y="91"/>
                    <a:pt x="27" y="103"/>
                    <a:pt x="17" y="116"/>
                  </a:cubicBezTo>
                  <a:cubicBezTo>
                    <a:pt x="1" y="98"/>
                    <a:pt x="0" y="60"/>
                    <a:pt x="16" y="38"/>
                  </a:cubicBezTo>
                  <a:cubicBezTo>
                    <a:pt x="23" y="27"/>
                    <a:pt x="32" y="18"/>
                    <a:pt x="48" y="0"/>
                  </a:cubicBezTo>
                  <a:cubicBezTo>
                    <a:pt x="48" y="32"/>
                    <a:pt x="48" y="55"/>
                    <a:pt x="48" y="78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4" name="Freeform 71">
              <a:extLst>
                <a:ext uri="{FF2B5EF4-FFF2-40B4-BE49-F238E27FC236}">
                  <a16:creationId xmlns:a16="http://schemas.microsoft.com/office/drawing/2014/main" id="{90E2D663-BFF2-BE73-2AE8-FA20B757E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951" y="1780411"/>
              <a:ext cx="56291" cy="79498"/>
            </a:xfrm>
            <a:custGeom>
              <a:avLst/>
              <a:gdLst>
                <a:gd name="T0" fmla="*/ 0 w 73"/>
                <a:gd name="T1" fmla="*/ 103 h 103"/>
                <a:gd name="T2" fmla="*/ 73 w 73"/>
                <a:gd name="T3" fmla="*/ 0 h 103"/>
                <a:gd name="T4" fmla="*/ 0 w 73"/>
                <a:gd name="T5" fmla="*/ 102 h 103"/>
                <a:gd name="T6" fmla="*/ 0 w 73"/>
                <a:gd name="T7" fmla="*/ 103 h 1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3" h="103">
                  <a:moveTo>
                    <a:pt x="0" y="103"/>
                  </a:moveTo>
                  <a:cubicBezTo>
                    <a:pt x="15" y="62"/>
                    <a:pt x="23" y="17"/>
                    <a:pt x="73" y="0"/>
                  </a:cubicBezTo>
                  <a:cubicBezTo>
                    <a:pt x="71" y="51"/>
                    <a:pt x="52" y="88"/>
                    <a:pt x="0" y="102"/>
                  </a:cubicBezTo>
                  <a:cubicBezTo>
                    <a:pt x="0" y="102"/>
                    <a:pt x="0" y="103"/>
                    <a:pt x="0" y="103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5" name="Freeform 72">
              <a:extLst>
                <a:ext uri="{FF2B5EF4-FFF2-40B4-BE49-F238E27FC236}">
                  <a16:creationId xmlns:a16="http://schemas.microsoft.com/office/drawing/2014/main" id="{A09A7268-06FF-5DD1-49DD-063E50CD8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727" y="2146795"/>
              <a:ext cx="64685" cy="61229"/>
            </a:xfrm>
            <a:custGeom>
              <a:avLst/>
              <a:gdLst>
                <a:gd name="T0" fmla="*/ 0 w 84"/>
                <a:gd name="T1" fmla="*/ 0 h 80"/>
                <a:gd name="T2" fmla="*/ 84 w 84"/>
                <a:gd name="T3" fmla="*/ 80 h 80"/>
                <a:gd name="T4" fmla="*/ 0 w 84"/>
                <a:gd name="T5" fmla="*/ 0 h 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4" h="80">
                  <a:moveTo>
                    <a:pt x="0" y="0"/>
                  </a:moveTo>
                  <a:cubicBezTo>
                    <a:pt x="43" y="13"/>
                    <a:pt x="78" y="30"/>
                    <a:pt x="84" y="80"/>
                  </a:cubicBezTo>
                  <a:cubicBezTo>
                    <a:pt x="36" y="74"/>
                    <a:pt x="12" y="46"/>
                    <a:pt x="0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6" name="Freeform 75">
              <a:extLst>
                <a:ext uri="{FF2B5EF4-FFF2-40B4-BE49-F238E27FC236}">
                  <a16:creationId xmlns:a16="http://schemas.microsoft.com/office/drawing/2014/main" id="{7BF91106-20E6-050E-D7CC-514674CDC5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2035" y="2228762"/>
              <a:ext cx="43946" cy="88386"/>
            </a:xfrm>
            <a:custGeom>
              <a:avLst/>
              <a:gdLst>
                <a:gd name="T0" fmla="*/ 35 w 57"/>
                <a:gd name="T1" fmla="*/ 115 h 115"/>
                <a:gd name="T2" fmla="*/ 4 w 57"/>
                <a:gd name="T3" fmla="*/ 77 h 115"/>
                <a:gd name="T4" fmla="*/ 0 w 57"/>
                <a:gd name="T5" fmla="*/ 0 h 115"/>
                <a:gd name="T6" fmla="*/ 35 w 57"/>
                <a:gd name="T7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7" h="115">
                  <a:moveTo>
                    <a:pt x="35" y="115"/>
                  </a:moveTo>
                  <a:cubicBezTo>
                    <a:pt x="25" y="102"/>
                    <a:pt x="15" y="90"/>
                    <a:pt x="4" y="77"/>
                  </a:cubicBezTo>
                  <a:cubicBezTo>
                    <a:pt x="3" y="53"/>
                    <a:pt x="2" y="28"/>
                    <a:pt x="0" y="0"/>
                  </a:cubicBezTo>
                  <a:cubicBezTo>
                    <a:pt x="49" y="42"/>
                    <a:pt x="57" y="73"/>
                    <a:pt x="35" y="115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7" name="Freeform 76">
              <a:extLst>
                <a:ext uri="{FF2B5EF4-FFF2-40B4-BE49-F238E27FC236}">
                  <a16:creationId xmlns:a16="http://schemas.microsoft.com/office/drawing/2014/main" id="{F8CEE0F6-7992-5CA6-96B5-D1387A4EBF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0942" y="1843615"/>
              <a:ext cx="49871" cy="85423"/>
            </a:xfrm>
            <a:custGeom>
              <a:avLst/>
              <a:gdLst>
                <a:gd name="T0" fmla="*/ 45 w 65"/>
                <a:gd name="T1" fmla="*/ 111 h 111"/>
                <a:gd name="T2" fmla="*/ 10 w 65"/>
                <a:gd name="T3" fmla="*/ 0 h 111"/>
                <a:gd name="T4" fmla="*/ 45 w 65"/>
                <a:gd name="T5" fmla="*/ 111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" h="111">
                  <a:moveTo>
                    <a:pt x="45" y="111"/>
                  </a:moveTo>
                  <a:cubicBezTo>
                    <a:pt x="9" y="82"/>
                    <a:pt x="0" y="46"/>
                    <a:pt x="10" y="0"/>
                  </a:cubicBezTo>
                  <a:cubicBezTo>
                    <a:pt x="44" y="31"/>
                    <a:pt x="65" y="64"/>
                    <a:pt x="45" y="11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8" name="Freeform 78">
              <a:extLst>
                <a:ext uri="{FF2B5EF4-FFF2-40B4-BE49-F238E27FC236}">
                  <a16:creationId xmlns:a16="http://schemas.microsoft.com/office/drawing/2014/main" id="{F9C90889-F4C0-D670-9C38-B8A6A25FE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3897" y="2045077"/>
              <a:ext cx="39996" cy="96781"/>
            </a:xfrm>
            <a:custGeom>
              <a:avLst/>
              <a:gdLst>
                <a:gd name="T0" fmla="*/ 1 w 52"/>
                <a:gd name="T1" fmla="*/ 91 h 126"/>
                <a:gd name="T2" fmla="*/ 16 w 52"/>
                <a:gd name="T3" fmla="*/ 0 h 126"/>
                <a:gd name="T4" fmla="*/ 23 w 52"/>
                <a:gd name="T5" fmla="*/ 126 h 126"/>
                <a:gd name="T6" fmla="*/ 0 w 52"/>
                <a:gd name="T7" fmla="*/ 90 h 126"/>
                <a:gd name="T8" fmla="*/ 1 w 52"/>
                <a:gd name="T9" fmla="*/ 91 h 1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2" h="126">
                  <a:moveTo>
                    <a:pt x="1" y="91"/>
                  </a:moveTo>
                  <a:cubicBezTo>
                    <a:pt x="5" y="63"/>
                    <a:pt x="10" y="35"/>
                    <a:pt x="16" y="0"/>
                  </a:cubicBezTo>
                  <a:cubicBezTo>
                    <a:pt x="52" y="47"/>
                    <a:pt x="45" y="86"/>
                    <a:pt x="23" y="126"/>
                  </a:cubicBezTo>
                  <a:cubicBezTo>
                    <a:pt x="15" y="113"/>
                    <a:pt x="7" y="101"/>
                    <a:pt x="0" y="90"/>
                  </a:cubicBezTo>
                  <a:cubicBezTo>
                    <a:pt x="0" y="89"/>
                    <a:pt x="1" y="91"/>
                    <a:pt x="1" y="91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49" name="Freeform 79">
              <a:extLst>
                <a:ext uri="{FF2B5EF4-FFF2-40B4-BE49-F238E27FC236}">
                  <a16:creationId xmlns:a16="http://schemas.microsoft.com/office/drawing/2014/main" id="{F11D1310-215D-BF57-B7B2-74A0C75D9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598" y="2114205"/>
              <a:ext cx="43946" cy="90855"/>
            </a:xfrm>
            <a:custGeom>
              <a:avLst/>
              <a:gdLst>
                <a:gd name="T0" fmla="*/ 22 w 57"/>
                <a:gd name="T1" fmla="*/ 0 h 118"/>
                <a:gd name="T2" fmla="*/ 36 w 57"/>
                <a:gd name="T3" fmla="*/ 118 h 118"/>
                <a:gd name="T4" fmla="*/ 22 w 57"/>
                <a:gd name="T5" fmla="*/ 0 h 1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" h="118">
                  <a:moveTo>
                    <a:pt x="22" y="0"/>
                  </a:moveTo>
                  <a:cubicBezTo>
                    <a:pt x="57" y="37"/>
                    <a:pt x="54" y="76"/>
                    <a:pt x="36" y="118"/>
                  </a:cubicBezTo>
                  <a:cubicBezTo>
                    <a:pt x="0" y="82"/>
                    <a:pt x="6" y="43"/>
                    <a:pt x="22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  <p:sp>
          <p:nvSpPr>
            <p:cNvPr id="450" name="Freeform 81">
              <a:extLst>
                <a:ext uri="{FF2B5EF4-FFF2-40B4-BE49-F238E27FC236}">
                  <a16:creationId xmlns:a16="http://schemas.microsoft.com/office/drawing/2014/main" id="{F0677BF4-AE34-FFF8-F495-E4496D09A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7980" y="1922126"/>
              <a:ext cx="52340" cy="82461"/>
            </a:xfrm>
            <a:custGeom>
              <a:avLst/>
              <a:gdLst>
                <a:gd name="T0" fmla="*/ 14 w 68"/>
                <a:gd name="T1" fmla="*/ 0 h 107"/>
                <a:gd name="T2" fmla="*/ 58 w 68"/>
                <a:gd name="T3" fmla="*/ 107 h 107"/>
                <a:gd name="T4" fmla="*/ 14 w 68"/>
                <a:gd name="T5" fmla="*/ 0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8" h="107">
                  <a:moveTo>
                    <a:pt x="14" y="0"/>
                  </a:moveTo>
                  <a:cubicBezTo>
                    <a:pt x="53" y="26"/>
                    <a:pt x="68" y="60"/>
                    <a:pt x="58" y="107"/>
                  </a:cubicBezTo>
                  <a:cubicBezTo>
                    <a:pt x="25" y="79"/>
                    <a:pt x="0" y="50"/>
                    <a:pt x="14" y="0"/>
                  </a:cubicBezTo>
                  <a:close/>
                </a:path>
              </a:pathLst>
            </a:custGeom>
            <a:grpFill/>
            <a:ln w="9525">
              <a:noFill/>
            </a:ln>
            <a:effectLst>
              <a:outerShdw blurRad="127000" dist="63500" dir="5400000" sx="95000" sy="95000" algn="ctr" rotWithShape="0">
                <a:schemeClr val="accent1">
                  <a:alpha val="15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ea"/>
                <a:cs typeface="+mn-ea"/>
                <a:sym typeface="+mn-lt"/>
              </a:endParaRPr>
            </a:p>
          </p:txBody>
        </p:sp>
      </p:grpSp>
      <p:sp>
        <p:nvSpPr>
          <p:cNvPr id="409" name="矩形 408">
            <a:extLst>
              <a:ext uri="{FF2B5EF4-FFF2-40B4-BE49-F238E27FC236}">
                <a16:creationId xmlns:a16="http://schemas.microsoft.com/office/drawing/2014/main" id="{E39FD007-4334-1D89-CCEC-1C34F76BD310}"/>
              </a:ext>
            </a:extLst>
          </p:cNvPr>
          <p:cNvSpPr/>
          <p:nvPr/>
        </p:nvSpPr>
        <p:spPr>
          <a:xfrm>
            <a:off x="1671100" y="4576890"/>
            <a:ext cx="1857791" cy="6692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1600" b="1" dirty="0">
                <a:latin typeface="+mn-ea"/>
                <a:cs typeface="+mn-ea"/>
                <a:sym typeface="+mn-lt"/>
              </a:rPr>
              <a:t>首批国家“</a:t>
            </a:r>
            <a:r>
              <a:rPr lang="en-US" altLang="zh-CN" sz="1600" b="1" dirty="0">
                <a:latin typeface="+mn-ea"/>
                <a:cs typeface="+mn-ea"/>
                <a:sym typeface="+mn-lt"/>
              </a:rPr>
              <a:t>211</a:t>
            </a:r>
            <a:r>
              <a:rPr lang="zh-CN" altLang="en-US" sz="1600" b="1" dirty="0">
                <a:latin typeface="+mn-ea"/>
                <a:cs typeface="+mn-ea"/>
                <a:sym typeface="+mn-lt"/>
              </a:rPr>
              <a:t>工程”重点建设高校</a:t>
            </a:r>
          </a:p>
        </p:txBody>
      </p:sp>
      <p:sp>
        <p:nvSpPr>
          <p:cNvPr id="490" name="任意多边形: 形状 489" descr="D:\51PPT模板网\51pptmoban.com\图片.jpg">
            <a:extLst>
              <a:ext uri="{FF2B5EF4-FFF2-40B4-BE49-F238E27FC236}">
                <a16:creationId xmlns:a16="http://schemas.microsoft.com/office/drawing/2014/main" id="{E45009D3-8305-AE5C-03D3-6038EEDC6F2F}"/>
              </a:ext>
            </a:extLst>
          </p:cNvPr>
          <p:cNvSpPr/>
          <p:nvPr/>
        </p:nvSpPr>
        <p:spPr>
          <a:xfrm>
            <a:off x="1497940" y="3769099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2" name="任意多边形: 形状 491">
            <a:extLst>
              <a:ext uri="{FF2B5EF4-FFF2-40B4-BE49-F238E27FC236}">
                <a16:creationId xmlns:a16="http://schemas.microsoft.com/office/drawing/2014/main" id="{031D01DA-74A7-F8B4-329C-3A17740F65C7}"/>
              </a:ext>
            </a:extLst>
          </p:cNvPr>
          <p:cNvSpPr/>
          <p:nvPr/>
        </p:nvSpPr>
        <p:spPr>
          <a:xfrm>
            <a:off x="5012112" y="3769099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3" name="任意多边形: 形状 492" descr="D:\51PPT模板网\51pptmoban.com\图片.jpg">
            <a:extLst>
              <a:ext uri="{FF2B5EF4-FFF2-40B4-BE49-F238E27FC236}">
                <a16:creationId xmlns:a16="http://schemas.microsoft.com/office/drawing/2014/main" id="{27F75DAC-C53E-9E2E-864F-EC3488E7B7EB}"/>
              </a:ext>
            </a:extLst>
          </p:cNvPr>
          <p:cNvSpPr/>
          <p:nvPr/>
        </p:nvSpPr>
        <p:spPr>
          <a:xfrm>
            <a:off x="8526284" y="3769099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4" name="任意多边形: 形状 493">
            <a:extLst>
              <a:ext uri="{FF2B5EF4-FFF2-40B4-BE49-F238E27FC236}">
                <a16:creationId xmlns:a16="http://schemas.microsoft.com/office/drawing/2014/main" id="{631CE4BC-D625-AA21-9E0E-15647F2B5835}"/>
              </a:ext>
            </a:extLst>
          </p:cNvPr>
          <p:cNvSpPr/>
          <p:nvPr/>
        </p:nvSpPr>
        <p:spPr>
          <a:xfrm>
            <a:off x="1497940" y="5643135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5" name="任意多边形: 形状 494">
            <a:extLst>
              <a:ext uri="{FF2B5EF4-FFF2-40B4-BE49-F238E27FC236}">
                <a16:creationId xmlns:a16="http://schemas.microsoft.com/office/drawing/2014/main" id="{9572C59B-4320-BE50-D3BF-D3AAC9279337}"/>
              </a:ext>
            </a:extLst>
          </p:cNvPr>
          <p:cNvSpPr/>
          <p:nvPr/>
        </p:nvSpPr>
        <p:spPr>
          <a:xfrm>
            <a:off x="5012112" y="5643135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6" name="任意多边形: 形状 495" descr="D:\51PPT模板网\51pptmoban.com\图片.jpg">
            <a:extLst>
              <a:ext uri="{FF2B5EF4-FFF2-40B4-BE49-F238E27FC236}">
                <a16:creationId xmlns:a16="http://schemas.microsoft.com/office/drawing/2014/main" id="{19E926C8-CD2A-7134-3164-0E324F952528}"/>
              </a:ext>
            </a:extLst>
          </p:cNvPr>
          <p:cNvSpPr/>
          <p:nvPr/>
        </p:nvSpPr>
        <p:spPr>
          <a:xfrm>
            <a:off x="8526284" y="5643135"/>
            <a:ext cx="2204110" cy="262534"/>
          </a:xfrm>
          <a:custGeom>
            <a:avLst/>
            <a:gdLst>
              <a:gd name="connsiteX0" fmla="*/ 1102055 w 2204110"/>
              <a:gd name="connsiteY0" fmla="*/ 0 h 262534"/>
              <a:gd name="connsiteX1" fmla="*/ 2204110 w 2204110"/>
              <a:gd name="connsiteY1" fmla="*/ 131267 h 262534"/>
              <a:gd name="connsiteX2" fmla="*/ 1102055 w 2204110"/>
              <a:gd name="connsiteY2" fmla="*/ 262534 h 262534"/>
              <a:gd name="connsiteX3" fmla="*/ 0 w 2204110"/>
              <a:gd name="connsiteY3" fmla="*/ 131267 h 262534"/>
              <a:gd name="connsiteX4" fmla="*/ 1102055 w 2204110"/>
              <a:gd name="connsiteY4" fmla="*/ 0 h 262534"/>
              <a:gd name="connsiteX5" fmla="*/ 270669 w 2204110"/>
              <a:gd name="connsiteY5" fmla="*/ 108548 h 262534"/>
              <a:gd name="connsiteX6" fmla="*/ 1102055 w 2204110"/>
              <a:gd name="connsiteY6" fmla="*/ 217096 h 262534"/>
              <a:gd name="connsiteX7" fmla="*/ 1933441 w 2204110"/>
              <a:gd name="connsiteY7" fmla="*/ 108548 h 262534"/>
              <a:gd name="connsiteX8" fmla="*/ 1102055 w 2204110"/>
              <a:gd name="connsiteY8" fmla="*/ 0 h 262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204110" h="262534">
                <a:moveTo>
                  <a:pt x="1102055" y="0"/>
                </a:moveTo>
                <a:cubicBezTo>
                  <a:pt x="1710703" y="0"/>
                  <a:pt x="2204110" y="58770"/>
                  <a:pt x="2204110" y="131267"/>
                </a:cubicBezTo>
                <a:cubicBezTo>
                  <a:pt x="2204110" y="203764"/>
                  <a:pt x="1710703" y="262534"/>
                  <a:pt x="1102055" y="262534"/>
                </a:cubicBezTo>
                <a:cubicBezTo>
                  <a:pt x="493407" y="262534"/>
                  <a:pt x="0" y="203764"/>
                  <a:pt x="0" y="131267"/>
                </a:cubicBezTo>
                <a:cubicBezTo>
                  <a:pt x="0" y="58770"/>
                  <a:pt x="493407" y="0"/>
                  <a:pt x="1102055" y="0"/>
                </a:cubicBezTo>
                <a:cubicBezTo>
                  <a:pt x="642893" y="0"/>
                  <a:pt x="270669" y="48599"/>
                  <a:pt x="270669" y="108548"/>
                </a:cubicBezTo>
                <a:cubicBezTo>
                  <a:pt x="270669" y="168497"/>
                  <a:pt x="642893" y="217096"/>
                  <a:pt x="1102055" y="217096"/>
                </a:cubicBezTo>
                <a:cubicBezTo>
                  <a:pt x="1561217" y="217096"/>
                  <a:pt x="1933441" y="168497"/>
                  <a:pt x="1933441" y="108548"/>
                </a:cubicBezTo>
                <a:cubicBezTo>
                  <a:pt x="1933441" y="48599"/>
                  <a:pt x="1561217" y="0"/>
                  <a:pt x="1102055" y="0"/>
                </a:cubicBezTo>
                <a:close/>
              </a:path>
            </a:pathLst>
          </a:custGeom>
          <a:solidFill>
            <a:schemeClr val="accent1">
              <a:lumMod val="75000"/>
              <a:alpha val="31000"/>
            </a:schemeClr>
          </a:solidFill>
          <a:ln w="9525">
            <a:noFill/>
          </a:ln>
          <a:effectLst>
            <a:outerShdw blurRad="127000" dist="63500" dir="5400000" sx="95000" sy="95000" algn="ctr" rotWithShape="0">
              <a:schemeClr val="accent1">
                <a:alpha val="15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solidFill>
                <a:schemeClr val="tx1"/>
              </a:solidFill>
              <a:latin typeface="+mn-ea"/>
              <a:cs typeface="+mn-ea"/>
            </a:endParaRPr>
          </a:p>
        </p:txBody>
      </p:sp>
      <p:sp>
        <p:nvSpPr>
          <p:cNvPr id="497" name="矩形 496">
            <a:extLst>
              <a:ext uri="{FF2B5EF4-FFF2-40B4-BE49-F238E27FC236}">
                <a16:creationId xmlns:a16="http://schemas.microsoft.com/office/drawing/2014/main" id="{098606E1-F1DA-44D3-8E12-1DAD09B9CDB8}"/>
              </a:ext>
            </a:extLst>
          </p:cNvPr>
          <p:cNvSpPr/>
          <p:nvPr/>
        </p:nvSpPr>
        <p:spPr>
          <a:xfrm>
            <a:off x="4745309" y="1195771"/>
            <a:ext cx="2701381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/>
            <a:r>
              <a:rPr lang="zh-CN" altLang="en-US" sz="2000" b="1" noProof="1">
                <a:cs typeface="+mn-ea"/>
                <a:sym typeface="+mn-lt"/>
              </a:rPr>
              <a:t>单击此处添加标题文本</a:t>
            </a:r>
          </a:p>
        </p:txBody>
      </p:sp>
      <p:sp>
        <p:nvSpPr>
          <p:cNvPr id="498" name="文本框 497">
            <a:extLst>
              <a:ext uri="{FF2B5EF4-FFF2-40B4-BE49-F238E27FC236}">
                <a16:creationId xmlns:a16="http://schemas.microsoft.com/office/drawing/2014/main" id="{6FACC87D-238F-BD32-9FF2-3B80D0204959}"/>
              </a:ext>
            </a:extLst>
          </p:cNvPr>
          <p:cNvSpPr txBox="1"/>
          <p:nvPr/>
        </p:nvSpPr>
        <p:spPr>
          <a:xfrm>
            <a:off x="2065038" y="1621936"/>
            <a:ext cx="8336262" cy="554383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zh-CN"/>
            </a:defPPr>
            <a:lvl1pPr>
              <a:lnSpc>
                <a:spcPct val="150000"/>
              </a:lnSpc>
              <a:defRPr sz="1050" b="0" i="0">
                <a:solidFill>
                  <a:schemeClr val="bg1">
                    <a:lumMod val="50000"/>
                  </a:schemeClr>
                </a:solidFill>
                <a:effectLst/>
                <a:latin typeface="HarmonyOS Sans SC Light" panose="00000400000000000000" pitchFamily="2" charset="-122"/>
                <a:ea typeface="阿里巴巴普惠体 2.0 55 Regular" panose="00020600040101010101" pitchFamily="18" charset="-122"/>
                <a:cs typeface="阿里巴巴普惠体 2.0 55 Regular" panose="00020600040101010101" pitchFamily="18" charset="-122"/>
              </a:defRPr>
            </a:lvl1pPr>
          </a:lstStyle>
          <a:p>
            <a:pPr algn="ctr"/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此处添加详细文本描述，建议与标题相关并符合整体语言风格，语言描述尽量简洁生动。尽量将每页幻灯片的字数控制在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200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字以内，据统计每页幻灯片的最好控制在</a:t>
            </a:r>
            <a:r>
              <a:rPr lang="en-US" altLang="zh-CN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5</a:t>
            </a:r>
            <a:r>
              <a:rPr lang="zh-CN" altLang="en-US" dirty="0">
                <a:solidFill>
                  <a:schemeClr val="tx1"/>
                </a:solidFill>
                <a:latin typeface="+mn-lt"/>
                <a:ea typeface="+mn-ea"/>
                <a:cs typeface="+mn-ea"/>
                <a:sym typeface="+mn-lt"/>
              </a:rPr>
              <a:t>分钟之内。</a:t>
            </a:r>
            <a:endParaRPr lang="en-US" altLang="zh-CN" dirty="0">
              <a:solidFill>
                <a:schemeClr val="tx1"/>
              </a:solidFill>
              <a:latin typeface="+mn-lt"/>
              <a:ea typeface="+mn-ea"/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8902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39696-05AF-58F5-F8B4-885E0903D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E295A0EB-9C19-AD0C-1C8C-EACB2D22A1B9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04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8B95AE7-14EA-2696-836B-D20ACB5B80DA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矩形 20">
            <a:extLst>
              <a:ext uri="{FF2B5EF4-FFF2-40B4-BE49-F238E27FC236}">
                <a16:creationId xmlns:a16="http://schemas.microsoft.com/office/drawing/2014/main" id="{882571EE-B6E3-705F-BF4A-B34D81AB288A}"/>
              </a:ext>
            </a:extLst>
          </p:cNvPr>
          <p:cNvSpPr/>
          <p:nvPr/>
        </p:nvSpPr>
        <p:spPr>
          <a:xfrm>
            <a:off x="663614" y="4828144"/>
            <a:ext cx="10855286" cy="1229756"/>
          </a:xfrm>
          <a:custGeom>
            <a:avLst/>
            <a:gdLst>
              <a:gd name="connsiteX0" fmla="*/ 0 w 4926618"/>
              <a:gd name="connsiteY0" fmla="*/ 0 h 1335249"/>
              <a:gd name="connsiteX1" fmla="*/ 4926618 w 4926618"/>
              <a:gd name="connsiteY1" fmla="*/ 0 h 1335249"/>
              <a:gd name="connsiteX2" fmla="*/ 4926618 w 4926618"/>
              <a:gd name="connsiteY2" fmla="*/ 1335249 h 1335249"/>
              <a:gd name="connsiteX3" fmla="*/ 0 w 4926618"/>
              <a:gd name="connsiteY3" fmla="*/ 1335249 h 1335249"/>
              <a:gd name="connsiteX4" fmla="*/ 0 w 4926618"/>
              <a:gd name="connsiteY4" fmla="*/ 0 h 1335249"/>
              <a:gd name="connsiteX0" fmla="*/ 0 w 4926618"/>
              <a:gd name="connsiteY0" fmla="*/ 0 h 1338437"/>
              <a:gd name="connsiteX1" fmla="*/ 4926618 w 4926618"/>
              <a:gd name="connsiteY1" fmla="*/ 0 h 1338437"/>
              <a:gd name="connsiteX2" fmla="*/ 4926618 w 4926618"/>
              <a:gd name="connsiteY2" fmla="*/ 1335249 h 1338437"/>
              <a:gd name="connsiteX3" fmla="*/ 2463309 w 4926618"/>
              <a:gd name="connsiteY3" fmla="*/ 1338437 h 1338437"/>
              <a:gd name="connsiteX4" fmla="*/ 0 w 4926618"/>
              <a:gd name="connsiteY4" fmla="*/ 1335249 h 1338437"/>
              <a:gd name="connsiteX5" fmla="*/ 0 w 4926618"/>
              <a:gd name="connsiteY5" fmla="*/ 0 h 133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6618" h="1338437">
                <a:moveTo>
                  <a:pt x="0" y="0"/>
                </a:moveTo>
                <a:lnTo>
                  <a:pt x="4926618" y="0"/>
                </a:lnTo>
                <a:lnTo>
                  <a:pt x="4926618" y="1335249"/>
                </a:lnTo>
                <a:lnTo>
                  <a:pt x="2463309" y="1338437"/>
                </a:lnTo>
                <a:lnTo>
                  <a:pt x="0" y="13352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6350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3" name="矩形 20">
            <a:extLst>
              <a:ext uri="{FF2B5EF4-FFF2-40B4-BE49-F238E27FC236}">
                <a16:creationId xmlns:a16="http://schemas.microsoft.com/office/drawing/2014/main" id="{EFD115FD-B880-FEE0-A539-D0067E1F50C7}"/>
              </a:ext>
            </a:extLst>
          </p:cNvPr>
          <p:cNvSpPr/>
          <p:nvPr/>
        </p:nvSpPr>
        <p:spPr>
          <a:xfrm>
            <a:off x="1723160" y="3292812"/>
            <a:ext cx="8738142" cy="1044706"/>
          </a:xfrm>
          <a:custGeom>
            <a:avLst/>
            <a:gdLst>
              <a:gd name="connsiteX0" fmla="*/ 0 w 4926618"/>
              <a:gd name="connsiteY0" fmla="*/ 0 h 1335249"/>
              <a:gd name="connsiteX1" fmla="*/ 4926618 w 4926618"/>
              <a:gd name="connsiteY1" fmla="*/ 0 h 1335249"/>
              <a:gd name="connsiteX2" fmla="*/ 4926618 w 4926618"/>
              <a:gd name="connsiteY2" fmla="*/ 1335249 h 1335249"/>
              <a:gd name="connsiteX3" fmla="*/ 0 w 4926618"/>
              <a:gd name="connsiteY3" fmla="*/ 1335249 h 1335249"/>
              <a:gd name="connsiteX4" fmla="*/ 0 w 4926618"/>
              <a:gd name="connsiteY4" fmla="*/ 0 h 1335249"/>
              <a:gd name="connsiteX0" fmla="*/ 0 w 4926618"/>
              <a:gd name="connsiteY0" fmla="*/ 0 h 1338437"/>
              <a:gd name="connsiteX1" fmla="*/ 4926618 w 4926618"/>
              <a:gd name="connsiteY1" fmla="*/ 0 h 1338437"/>
              <a:gd name="connsiteX2" fmla="*/ 4926618 w 4926618"/>
              <a:gd name="connsiteY2" fmla="*/ 1335249 h 1338437"/>
              <a:gd name="connsiteX3" fmla="*/ 2463309 w 4926618"/>
              <a:gd name="connsiteY3" fmla="*/ 1338437 h 1338437"/>
              <a:gd name="connsiteX4" fmla="*/ 0 w 4926618"/>
              <a:gd name="connsiteY4" fmla="*/ 1335249 h 1338437"/>
              <a:gd name="connsiteX5" fmla="*/ 0 w 4926618"/>
              <a:gd name="connsiteY5" fmla="*/ 0 h 133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6618" h="1338437">
                <a:moveTo>
                  <a:pt x="0" y="0"/>
                </a:moveTo>
                <a:lnTo>
                  <a:pt x="4926618" y="0"/>
                </a:lnTo>
                <a:lnTo>
                  <a:pt x="4926618" y="1335249"/>
                </a:lnTo>
                <a:lnTo>
                  <a:pt x="2463309" y="1338437"/>
                </a:lnTo>
                <a:lnTo>
                  <a:pt x="0" y="13352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6350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4" name="矩形 20">
            <a:extLst>
              <a:ext uri="{FF2B5EF4-FFF2-40B4-BE49-F238E27FC236}">
                <a16:creationId xmlns:a16="http://schemas.microsoft.com/office/drawing/2014/main" id="{8E5A8FF6-2AC2-BE2F-C601-A08884867930}"/>
              </a:ext>
            </a:extLst>
          </p:cNvPr>
          <p:cNvSpPr/>
          <p:nvPr/>
        </p:nvSpPr>
        <p:spPr>
          <a:xfrm>
            <a:off x="2587441" y="1905724"/>
            <a:ext cx="7032924" cy="893497"/>
          </a:xfrm>
          <a:custGeom>
            <a:avLst/>
            <a:gdLst>
              <a:gd name="connsiteX0" fmla="*/ 0 w 4926618"/>
              <a:gd name="connsiteY0" fmla="*/ 0 h 1335249"/>
              <a:gd name="connsiteX1" fmla="*/ 4926618 w 4926618"/>
              <a:gd name="connsiteY1" fmla="*/ 0 h 1335249"/>
              <a:gd name="connsiteX2" fmla="*/ 4926618 w 4926618"/>
              <a:gd name="connsiteY2" fmla="*/ 1335249 h 1335249"/>
              <a:gd name="connsiteX3" fmla="*/ 0 w 4926618"/>
              <a:gd name="connsiteY3" fmla="*/ 1335249 h 1335249"/>
              <a:gd name="connsiteX4" fmla="*/ 0 w 4926618"/>
              <a:gd name="connsiteY4" fmla="*/ 0 h 1335249"/>
              <a:gd name="connsiteX0" fmla="*/ 0 w 4926618"/>
              <a:gd name="connsiteY0" fmla="*/ 0 h 1338437"/>
              <a:gd name="connsiteX1" fmla="*/ 4926618 w 4926618"/>
              <a:gd name="connsiteY1" fmla="*/ 0 h 1338437"/>
              <a:gd name="connsiteX2" fmla="*/ 4926618 w 4926618"/>
              <a:gd name="connsiteY2" fmla="*/ 1335249 h 1338437"/>
              <a:gd name="connsiteX3" fmla="*/ 2463309 w 4926618"/>
              <a:gd name="connsiteY3" fmla="*/ 1338437 h 1338437"/>
              <a:gd name="connsiteX4" fmla="*/ 0 w 4926618"/>
              <a:gd name="connsiteY4" fmla="*/ 1335249 h 1338437"/>
              <a:gd name="connsiteX5" fmla="*/ 0 w 4926618"/>
              <a:gd name="connsiteY5" fmla="*/ 0 h 1338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26618" h="1338437">
                <a:moveTo>
                  <a:pt x="0" y="0"/>
                </a:moveTo>
                <a:lnTo>
                  <a:pt x="4926618" y="0"/>
                </a:lnTo>
                <a:lnTo>
                  <a:pt x="4926618" y="1335249"/>
                </a:lnTo>
                <a:lnTo>
                  <a:pt x="2463309" y="1338437"/>
                </a:lnTo>
                <a:lnTo>
                  <a:pt x="0" y="1335249"/>
                </a:lnTo>
                <a:lnTo>
                  <a:pt x="0" y="0"/>
                </a:lnTo>
                <a:close/>
              </a:path>
            </a:pathLst>
          </a:custGeom>
          <a:solidFill>
            <a:schemeClr val="bg1">
              <a:alpha val="50000"/>
            </a:schemeClr>
          </a:solidFill>
          <a:ln w="6350">
            <a:solidFill>
              <a:schemeClr val="accent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5" name="梯形 21">
            <a:extLst>
              <a:ext uri="{FF2B5EF4-FFF2-40B4-BE49-F238E27FC236}">
                <a16:creationId xmlns:a16="http://schemas.microsoft.com/office/drawing/2014/main" id="{4C386039-AC1E-5140-186A-A2F05447B034}"/>
              </a:ext>
            </a:extLst>
          </p:cNvPr>
          <p:cNvSpPr/>
          <p:nvPr/>
        </p:nvSpPr>
        <p:spPr>
          <a:xfrm>
            <a:off x="1723161" y="2796918"/>
            <a:ext cx="8738142" cy="495893"/>
          </a:xfrm>
          <a:custGeom>
            <a:avLst/>
            <a:gdLst>
              <a:gd name="connsiteX0" fmla="*/ 0 w 4926619"/>
              <a:gd name="connsiteY0" fmla="*/ 79295 h 79295"/>
              <a:gd name="connsiteX1" fmla="*/ 8809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16607 w 4926619"/>
              <a:gd name="connsiteY2" fmla="*/ 381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4708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747087 w 4926619"/>
              <a:gd name="connsiteY2" fmla="*/ 27528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3705 h 113705"/>
              <a:gd name="connsiteX1" fmla="*/ 484333 w 4926619"/>
              <a:gd name="connsiteY1" fmla="*/ 6882 h 113705"/>
              <a:gd name="connsiteX2" fmla="*/ 4481928 w 4926619"/>
              <a:gd name="connsiteY2" fmla="*/ 0 h 113705"/>
              <a:gd name="connsiteX3" fmla="*/ 4926619 w 4926619"/>
              <a:gd name="connsiteY3" fmla="*/ 113705 h 113705"/>
              <a:gd name="connsiteX4" fmla="*/ 0 w 4926619"/>
              <a:gd name="connsiteY4" fmla="*/ 113705 h 113705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74761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10263 w 4926619"/>
              <a:gd name="connsiteY2" fmla="*/ 0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6882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46095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3441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55006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7970 h 107970"/>
              <a:gd name="connsiteX1" fmla="*/ 484333 w 4926619"/>
              <a:gd name="connsiteY1" fmla="*/ 1147 h 107970"/>
              <a:gd name="connsiteX2" fmla="*/ 4452036 w 4926619"/>
              <a:gd name="connsiteY2" fmla="*/ 0 h 107970"/>
              <a:gd name="connsiteX3" fmla="*/ 4926619 w 4926619"/>
              <a:gd name="connsiteY3" fmla="*/ 107970 h 107970"/>
              <a:gd name="connsiteX4" fmla="*/ 0 w 4926619"/>
              <a:gd name="connsiteY4" fmla="*/ 107970 h 1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6619" h="107970">
                <a:moveTo>
                  <a:pt x="0" y="107970"/>
                </a:moveTo>
                <a:lnTo>
                  <a:pt x="484333" y="1147"/>
                </a:lnTo>
                <a:lnTo>
                  <a:pt x="4452036" y="0"/>
                </a:lnTo>
                <a:lnTo>
                  <a:pt x="4926619" y="107970"/>
                </a:lnTo>
                <a:lnTo>
                  <a:pt x="0" y="10797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6" name="梯形 21">
            <a:extLst>
              <a:ext uri="{FF2B5EF4-FFF2-40B4-BE49-F238E27FC236}">
                <a16:creationId xmlns:a16="http://schemas.microsoft.com/office/drawing/2014/main" id="{42564947-3BD7-61D8-16B8-22E235368518}"/>
              </a:ext>
            </a:extLst>
          </p:cNvPr>
          <p:cNvSpPr/>
          <p:nvPr/>
        </p:nvSpPr>
        <p:spPr>
          <a:xfrm>
            <a:off x="663612" y="4334553"/>
            <a:ext cx="10864774" cy="495893"/>
          </a:xfrm>
          <a:custGeom>
            <a:avLst/>
            <a:gdLst>
              <a:gd name="connsiteX0" fmla="*/ 0 w 4926619"/>
              <a:gd name="connsiteY0" fmla="*/ 79295 h 79295"/>
              <a:gd name="connsiteX1" fmla="*/ 8809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16607 w 4926619"/>
              <a:gd name="connsiteY2" fmla="*/ 381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4708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747087 w 4926619"/>
              <a:gd name="connsiteY2" fmla="*/ 27528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3705 h 113705"/>
              <a:gd name="connsiteX1" fmla="*/ 484333 w 4926619"/>
              <a:gd name="connsiteY1" fmla="*/ 6882 h 113705"/>
              <a:gd name="connsiteX2" fmla="*/ 4481928 w 4926619"/>
              <a:gd name="connsiteY2" fmla="*/ 0 h 113705"/>
              <a:gd name="connsiteX3" fmla="*/ 4926619 w 4926619"/>
              <a:gd name="connsiteY3" fmla="*/ 113705 h 113705"/>
              <a:gd name="connsiteX4" fmla="*/ 0 w 4926619"/>
              <a:gd name="connsiteY4" fmla="*/ 113705 h 113705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74761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10263 w 4926619"/>
              <a:gd name="connsiteY2" fmla="*/ 0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6882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46095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3441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55006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7970 h 107970"/>
              <a:gd name="connsiteX1" fmla="*/ 484333 w 4926619"/>
              <a:gd name="connsiteY1" fmla="*/ 1147 h 107970"/>
              <a:gd name="connsiteX2" fmla="*/ 4452036 w 4926619"/>
              <a:gd name="connsiteY2" fmla="*/ 0 h 107970"/>
              <a:gd name="connsiteX3" fmla="*/ 4926619 w 4926619"/>
              <a:gd name="connsiteY3" fmla="*/ 107970 h 107970"/>
              <a:gd name="connsiteX4" fmla="*/ 0 w 4926619"/>
              <a:gd name="connsiteY4" fmla="*/ 107970 h 1079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6619" h="107970">
                <a:moveTo>
                  <a:pt x="0" y="107970"/>
                </a:moveTo>
                <a:lnTo>
                  <a:pt x="484333" y="1147"/>
                </a:lnTo>
                <a:lnTo>
                  <a:pt x="4452036" y="0"/>
                </a:lnTo>
                <a:lnTo>
                  <a:pt x="4926619" y="107970"/>
                </a:lnTo>
                <a:lnTo>
                  <a:pt x="0" y="107970"/>
                </a:lnTo>
                <a:close/>
              </a:path>
            </a:pathLst>
          </a:custGeom>
          <a:solidFill>
            <a:schemeClr val="accent1">
              <a:alpha val="15000"/>
            </a:schemeClr>
          </a:solidFill>
          <a:ln w="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7" name="梯形 21">
            <a:extLst>
              <a:ext uri="{FF2B5EF4-FFF2-40B4-BE49-F238E27FC236}">
                <a16:creationId xmlns:a16="http://schemas.microsoft.com/office/drawing/2014/main" id="{A2693154-2FEE-DD4F-4A58-F709BE0CFB7F}"/>
              </a:ext>
            </a:extLst>
          </p:cNvPr>
          <p:cNvSpPr/>
          <p:nvPr/>
        </p:nvSpPr>
        <p:spPr>
          <a:xfrm>
            <a:off x="2587441" y="1403524"/>
            <a:ext cx="7032924" cy="502199"/>
          </a:xfrm>
          <a:custGeom>
            <a:avLst/>
            <a:gdLst>
              <a:gd name="connsiteX0" fmla="*/ 0 w 4926619"/>
              <a:gd name="connsiteY0" fmla="*/ 79295 h 79295"/>
              <a:gd name="connsiteX1" fmla="*/ 8809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83852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16607 w 4926619"/>
              <a:gd name="connsiteY2" fmla="*/ 381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79295 h 79295"/>
              <a:gd name="connsiteX1" fmla="*/ 183342 w 4926619"/>
              <a:gd name="connsiteY1" fmla="*/ 0 h 79295"/>
              <a:gd name="connsiteX2" fmla="*/ 4747087 w 4926619"/>
              <a:gd name="connsiteY2" fmla="*/ 0 h 79295"/>
              <a:gd name="connsiteX3" fmla="*/ 4926619 w 4926619"/>
              <a:gd name="connsiteY3" fmla="*/ 79295 h 79295"/>
              <a:gd name="connsiteX4" fmla="*/ 0 w 4926619"/>
              <a:gd name="connsiteY4" fmla="*/ 79295 h 79295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747087 w 4926619"/>
              <a:gd name="connsiteY2" fmla="*/ 27528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3705 h 113705"/>
              <a:gd name="connsiteX1" fmla="*/ 484333 w 4926619"/>
              <a:gd name="connsiteY1" fmla="*/ 6882 h 113705"/>
              <a:gd name="connsiteX2" fmla="*/ 4481928 w 4926619"/>
              <a:gd name="connsiteY2" fmla="*/ 0 h 113705"/>
              <a:gd name="connsiteX3" fmla="*/ 4926619 w 4926619"/>
              <a:gd name="connsiteY3" fmla="*/ 113705 h 113705"/>
              <a:gd name="connsiteX4" fmla="*/ 0 w 4926619"/>
              <a:gd name="connsiteY4" fmla="*/ 113705 h 113705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74761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10263 w 4926619"/>
              <a:gd name="connsiteY2" fmla="*/ 0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6882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10264 h 110264"/>
              <a:gd name="connsiteX1" fmla="*/ 484333 w 4926619"/>
              <a:gd name="connsiteY1" fmla="*/ 3441 h 110264"/>
              <a:gd name="connsiteX2" fmla="*/ 4446095 w 4926619"/>
              <a:gd name="connsiteY2" fmla="*/ 0 h 110264"/>
              <a:gd name="connsiteX3" fmla="*/ 4926619 w 4926619"/>
              <a:gd name="connsiteY3" fmla="*/ 110264 h 110264"/>
              <a:gd name="connsiteX4" fmla="*/ 0 w 4926619"/>
              <a:gd name="connsiteY4" fmla="*/ 110264 h 110264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3441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46095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6823 h 106823"/>
              <a:gd name="connsiteX1" fmla="*/ 484333 w 4926619"/>
              <a:gd name="connsiteY1" fmla="*/ 0 h 106823"/>
              <a:gd name="connsiteX2" fmla="*/ 4455006 w 4926619"/>
              <a:gd name="connsiteY2" fmla="*/ 1147 h 106823"/>
              <a:gd name="connsiteX3" fmla="*/ 4926619 w 4926619"/>
              <a:gd name="connsiteY3" fmla="*/ 106823 h 106823"/>
              <a:gd name="connsiteX4" fmla="*/ 0 w 4926619"/>
              <a:gd name="connsiteY4" fmla="*/ 106823 h 106823"/>
              <a:gd name="connsiteX0" fmla="*/ 0 w 4926619"/>
              <a:gd name="connsiteY0" fmla="*/ 107970 h 107970"/>
              <a:gd name="connsiteX1" fmla="*/ 484333 w 4926619"/>
              <a:gd name="connsiteY1" fmla="*/ 1147 h 107970"/>
              <a:gd name="connsiteX2" fmla="*/ 4452036 w 4926619"/>
              <a:gd name="connsiteY2" fmla="*/ 0 h 107970"/>
              <a:gd name="connsiteX3" fmla="*/ 4926619 w 4926619"/>
              <a:gd name="connsiteY3" fmla="*/ 107970 h 107970"/>
              <a:gd name="connsiteX4" fmla="*/ 0 w 4926619"/>
              <a:gd name="connsiteY4" fmla="*/ 107970 h 107970"/>
              <a:gd name="connsiteX0" fmla="*/ 0 w 4926619"/>
              <a:gd name="connsiteY0" fmla="*/ 109343 h 109343"/>
              <a:gd name="connsiteX1" fmla="*/ 638388 w 4926619"/>
              <a:gd name="connsiteY1" fmla="*/ 0 h 109343"/>
              <a:gd name="connsiteX2" fmla="*/ 4452036 w 4926619"/>
              <a:gd name="connsiteY2" fmla="*/ 1373 h 109343"/>
              <a:gd name="connsiteX3" fmla="*/ 4926619 w 4926619"/>
              <a:gd name="connsiteY3" fmla="*/ 109343 h 109343"/>
              <a:gd name="connsiteX4" fmla="*/ 0 w 4926619"/>
              <a:gd name="connsiteY4" fmla="*/ 109343 h 109343"/>
              <a:gd name="connsiteX0" fmla="*/ 0 w 4926619"/>
              <a:gd name="connsiteY0" fmla="*/ 109343 h 109343"/>
              <a:gd name="connsiteX1" fmla="*/ 638388 w 4926619"/>
              <a:gd name="connsiteY1" fmla="*/ 0 h 109343"/>
              <a:gd name="connsiteX2" fmla="*/ 4216899 w 4926619"/>
              <a:gd name="connsiteY2" fmla="*/ 1373 h 109343"/>
              <a:gd name="connsiteX3" fmla="*/ 4926619 w 4926619"/>
              <a:gd name="connsiteY3" fmla="*/ 109343 h 109343"/>
              <a:gd name="connsiteX4" fmla="*/ 0 w 4926619"/>
              <a:gd name="connsiteY4" fmla="*/ 109343 h 109343"/>
              <a:gd name="connsiteX0" fmla="*/ 0 w 4926619"/>
              <a:gd name="connsiteY0" fmla="*/ 109343 h 109343"/>
              <a:gd name="connsiteX1" fmla="*/ 638388 w 4926619"/>
              <a:gd name="connsiteY1" fmla="*/ 0 h 109343"/>
              <a:gd name="connsiteX2" fmla="*/ 4297981 w 4926619"/>
              <a:gd name="connsiteY2" fmla="*/ 1373 h 109343"/>
              <a:gd name="connsiteX3" fmla="*/ 4926619 w 4926619"/>
              <a:gd name="connsiteY3" fmla="*/ 109343 h 109343"/>
              <a:gd name="connsiteX4" fmla="*/ 0 w 4926619"/>
              <a:gd name="connsiteY4" fmla="*/ 109343 h 1093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926619" h="109343">
                <a:moveTo>
                  <a:pt x="0" y="109343"/>
                </a:moveTo>
                <a:lnTo>
                  <a:pt x="638388" y="0"/>
                </a:lnTo>
                <a:lnTo>
                  <a:pt x="4297981" y="1373"/>
                </a:lnTo>
                <a:lnTo>
                  <a:pt x="4926619" y="109343"/>
                </a:lnTo>
                <a:lnTo>
                  <a:pt x="0" y="109343"/>
                </a:lnTo>
                <a:close/>
              </a:path>
            </a:pathLst>
          </a:custGeom>
          <a:gradFill>
            <a:gsLst>
              <a:gs pos="0">
                <a:schemeClr val="accent1">
                  <a:alpha val="0"/>
                </a:schemeClr>
              </a:gs>
              <a:gs pos="100000">
                <a:schemeClr val="accent1">
                  <a:alpha val="15000"/>
                </a:schemeClr>
              </a:gs>
            </a:gsLst>
            <a:lin ang="5400000" scaled="0"/>
          </a:gradFill>
          <a:ln w="0"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spAutoFit/>
          </a:bodyPr>
          <a:lstStyle/>
          <a:p>
            <a:pPr algn="l"/>
            <a:endParaRPr lang="zh-CN" altLang="en-US" sz="2000" dirty="0">
              <a:solidFill>
                <a:schemeClr val="tx1">
                  <a:lumMod val="85000"/>
                  <a:lumOff val="15000"/>
                </a:schemeClr>
              </a:solidFill>
              <a:latin typeface="思源黑体 CN Normal" panose="020B0400000000000000" pitchFamily="34" charset="-122"/>
              <a:ea typeface="思源黑体 CN Normal" panose="020B0400000000000000" pitchFamily="34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1767BBA7-AAFD-3756-13E0-FFAC07EBF5FF}"/>
              </a:ext>
            </a:extLst>
          </p:cNvPr>
          <p:cNvSpPr/>
          <p:nvPr/>
        </p:nvSpPr>
        <p:spPr>
          <a:xfrm>
            <a:off x="4235621" y="1126578"/>
            <a:ext cx="371127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2800" b="1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reflection blurRad="38100" stA="20000" endPos="58000" dist="38100" dir="5400000" sy="-100000" algn="bl" rotWithShape="0"/>
                </a:effectLst>
                <a:latin typeface="+mj-ea"/>
                <a:ea typeface="+mj-ea"/>
              </a:rPr>
              <a:t>单击此处添加标题文本</a:t>
            </a:r>
          </a:p>
        </p:txBody>
      </p:sp>
      <p:cxnSp>
        <p:nvCxnSpPr>
          <p:cNvPr id="9" name="直接连接符 8" descr="D:\51PPT模板网\51pptmoban.com\图片.jpg">
            <a:extLst>
              <a:ext uri="{FF2B5EF4-FFF2-40B4-BE49-F238E27FC236}">
                <a16:creationId xmlns:a16="http://schemas.microsoft.com/office/drawing/2014/main" id="{9E62E983-215C-21C1-EBF3-C8B8ED06BF99}"/>
              </a:ext>
            </a:extLst>
          </p:cNvPr>
          <p:cNvCxnSpPr/>
          <p:nvPr/>
        </p:nvCxnSpPr>
        <p:spPr>
          <a:xfrm>
            <a:off x="4761047" y="3603804"/>
            <a:ext cx="0" cy="441772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4831A18-8FDD-AF6D-46D3-EEE7B503D951}"/>
              </a:ext>
            </a:extLst>
          </p:cNvPr>
          <p:cNvCxnSpPr/>
          <p:nvPr/>
        </p:nvCxnSpPr>
        <p:spPr>
          <a:xfrm>
            <a:off x="7526821" y="3602684"/>
            <a:ext cx="0" cy="441772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 descr="D:\51PPT模板网\51pptmoban.com\图片.jpg">
            <a:extLst>
              <a:ext uri="{FF2B5EF4-FFF2-40B4-BE49-F238E27FC236}">
                <a16:creationId xmlns:a16="http://schemas.microsoft.com/office/drawing/2014/main" id="{1B835D88-16D3-11C9-ADCE-B987EDD56049}"/>
              </a:ext>
            </a:extLst>
          </p:cNvPr>
          <p:cNvCxnSpPr/>
          <p:nvPr/>
        </p:nvCxnSpPr>
        <p:spPr>
          <a:xfrm>
            <a:off x="3382586" y="5269953"/>
            <a:ext cx="0" cy="441772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01A80C8E-A4E6-D007-7847-FA9DF30D0FD5}"/>
              </a:ext>
            </a:extLst>
          </p:cNvPr>
          <p:cNvCxnSpPr/>
          <p:nvPr/>
        </p:nvCxnSpPr>
        <p:spPr>
          <a:xfrm>
            <a:off x="6115787" y="5269953"/>
            <a:ext cx="0" cy="441772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 descr="D:\51PPT模板网\51pptmoban.com\图片.jpg">
            <a:extLst>
              <a:ext uri="{FF2B5EF4-FFF2-40B4-BE49-F238E27FC236}">
                <a16:creationId xmlns:a16="http://schemas.microsoft.com/office/drawing/2014/main" id="{65EB0441-AC05-23E4-15F1-BE05ED134D7E}"/>
              </a:ext>
            </a:extLst>
          </p:cNvPr>
          <p:cNvCxnSpPr/>
          <p:nvPr/>
        </p:nvCxnSpPr>
        <p:spPr>
          <a:xfrm>
            <a:off x="8848988" y="5269953"/>
            <a:ext cx="0" cy="441772"/>
          </a:xfrm>
          <a:prstGeom prst="line">
            <a:avLst/>
          </a:prstGeom>
          <a:ln w="1270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文本框 15">
            <a:extLst>
              <a:ext uri="{FF2B5EF4-FFF2-40B4-BE49-F238E27FC236}">
                <a16:creationId xmlns:a16="http://schemas.microsoft.com/office/drawing/2014/main" id="{470A3F32-1303-E7BA-0AF3-6144B2068A03}"/>
              </a:ext>
            </a:extLst>
          </p:cNvPr>
          <p:cNvSpPr txBox="1"/>
          <p:nvPr/>
        </p:nvSpPr>
        <p:spPr>
          <a:xfrm>
            <a:off x="2060499" y="3523763"/>
            <a:ext cx="192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添加标题文本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E9EE3B0-F768-5B7E-105B-FFD4E5B46577}"/>
              </a:ext>
            </a:extLst>
          </p:cNvPr>
          <p:cNvSpPr txBox="1"/>
          <p:nvPr/>
        </p:nvSpPr>
        <p:spPr>
          <a:xfrm>
            <a:off x="2060500" y="3851703"/>
            <a:ext cx="2531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单击此处添加描述文本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3178C02-8A8B-E70C-B25B-BF98BF74F761}"/>
              </a:ext>
            </a:extLst>
          </p:cNvPr>
          <p:cNvSpPr txBox="1"/>
          <p:nvPr/>
        </p:nvSpPr>
        <p:spPr>
          <a:xfrm>
            <a:off x="5046968" y="3523763"/>
            <a:ext cx="192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添加标题文本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41959FC-8CCB-672E-8729-C8004B5ED27A}"/>
              </a:ext>
            </a:extLst>
          </p:cNvPr>
          <p:cNvSpPr txBox="1"/>
          <p:nvPr/>
        </p:nvSpPr>
        <p:spPr>
          <a:xfrm>
            <a:off x="5046969" y="3851703"/>
            <a:ext cx="2531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单击此处添加描述文本</a:t>
            </a: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D6C85DD-89C5-7E49-17EA-5A25782CAA76}"/>
              </a:ext>
            </a:extLst>
          </p:cNvPr>
          <p:cNvSpPr txBox="1"/>
          <p:nvPr/>
        </p:nvSpPr>
        <p:spPr>
          <a:xfrm>
            <a:off x="7781350" y="3526239"/>
            <a:ext cx="192139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添加标题文本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A1FC5D3-32F4-0E20-C9C8-F1F9D4FC80F6}"/>
              </a:ext>
            </a:extLst>
          </p:cNvPr>
          <p:cNvSpPr txBox="1"/>
          <p:nvPr/>
        </p:nvSpPr>
        <p:spPr>
          <a:xfrm>
            <a:off x="7781351" y="3854179"/>
            <a:ext cx="253184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单击此处添加描述文本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9C48AF8-0BD5-6819-9FD5-55559C6A8834}"/>
              </a:ext>
            </a:extLst>
          </p:cNvPr>
          <p:cNvSpPr txBox="1"/>
          <p:nvPr/>
        </p:nvSpPr>
        <p:spPr>
          <a:xfrm>
            <a:off x="4771083" y="2040358"/>
            <a:ext cx="2649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solidFill>
                  <a:schemeClr val="accent1"/>
                </a:solidFill>
              </a:rPr>
              <a:t>单击此处添加标题文本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0128492-9F56-2E6F-C9A2-ED1442CBF252}"/>
              </a:ext>
            </a:extLst>
          </p:cNvPr>
          <p:cNvSpPr txBox="1"/>
          <p:nvPr/>
        </p:nvSpPr>
        <p:spPr>
          <a:xfrm>
            <a:off x="2975429" y="2371522"/>
            <a:ext cx="62411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此处添加详细文本描述，文字内容建议与标题相关尽量简洁生动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……</a:t>
            </a:r>
            <a:endParaRPr lang="zh-CN" altLang="en-US" sz="1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5FB01EE9-8028-ED83-D53A-F70A3D434C00}"/>
              </a:ext>
            </a:extLst>
          </p:cNvPr>
          <p:cNvGrpSpPr/>
          <p:nvPr/>
        </p:nvGrpSpPr>
        <p:grpSpPr>
          <a:xfrm>
            <a:off x="1352613" y="5086372"/>
            <a:ext cx="1415772" cy="739154"/>
            <a:chOff x="4488200" y="2706685"/>
            <a:chExt cx="1415772" cy="739154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09298D5C-B889-314A-E1AF-FA87DC2FD02F}"/>
                </a:ext>
              </a:extLst>
            </p:cNvPr>
            <p:cNvSpPr/>
            <p:nvPr/>
          </p:nvSpPr>
          <p:spPr>
            <a:xfrm>
              <a:off x="4488200" y="2706685"/>
              <a:ext cx="10935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j-ea"/>
                  <a:ea typeface="+mj-ea"/>
                </a:rPr>
                <a:t>关键词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id="{7DE242B6-6C1F-67D5-77D1-D129DED2C49B}"/>
                </a:ext>
              </a:extLst>
            </p:cNvPr>
            <p:cNvSpPr/>
            <p:nvPr/>
          </p:nvSpPr>
          <p:spPr>
            <a:xfrm>
              <a:off x="4488200" y="3107285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添加描述文本</a:t>
              </a:r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36535055-54E1-D9F6-E6D8-EDF3F7133F0A}"/>
              </a:ext>
            </a:extLst>
          </p:cNvPr>
          <p:cNvGrpSpPr/>
          <p:nvPr/>
        </p:nvGrpSpPr>
        <p:grpSpPr>
          <a:xfrm>
            <a:off x="4085813" y="5086372"/>
            <a:ext cx="1415772" cy="739154"/>
            <a:chOff x="4488200" y="2706685"/>
            <a:chExt cx="1415772" cy="739154"/>
          </a:xfrm>
        </p:grpSpPr>
        <p:sp>
          <p:nvSpPr>
            <p:cNvPr id="28" name="矩形 27">
              <a:extLst>
                <a:ext uri="{FF2B5EF4-FFF2-40B4-BE49-F238E27FC236}">
                  <a16:creationId xmlns:a16="http://schemas.microsoft.com/office/drawing/2014/main" id="{E971A8F9-B643-4EAB-8A08-E4309FA3E257}"/>
                </a:ext>
              </a:extLst>
            </p:cNvPr>
            <p:cNvSpPr/>
            <p:nvPr/>
          </p:nvSpPr>
          <p:spPr>
            <a:xfrm>
              <a:off x="4488200" y="2706685"/>
              <a:ext cx="10935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j-ea"/>
                  <a:ea typeface="+mj-ea"/>
                </a:rPr>
                <a:t>关键词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id="{C13FBAEE-1212-74DF-8F39-BF9CB067BE11}"/>
                </a:ext>
              </a:extLst>
            </p:cNvPr>
            <p:cNvSpPr/>
            <p:nvPr/>
          </p:nvSpPr>
          <p:spPr>
            <a:xfrm>
              <a:off x="4488200" y="3107285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添加描述文本</a:t>
              </a:r>
            </a:p>
          </p:txBody>
        </p:sp>
      </p:grpSp>
      <p:grpSp>
        <p:nvGrpSpPr>
          <p:cNvPr id="30" name="组合 29">
            <a:extLst>
              <a:ext uri="{FF2B5EF4-FFF2-40B4-BE49-F238E27FC236}">
                <a16:creationId xmlns:a16="http://schemas.microsoft.com/office/drawing/2014/main" id="{4341A626-2DE3-D909-233D-04602CBFF2AD}"/>
              </a:ext>
            </a:extLst>
          </p:cNvPr>
          <p:cNvGrpSpPr/>
          <p:nvPr/>
        </p:nvGrpSpPr>
        <p:grpSpPr>
          <a:xfrm>
            <a:off x="6819013" y="5086372"/>
            <a:ext cx="1415772" cy="739154"/>
            <a:chOff x="4488200" y="2706685"/>
            <a:chExt cx="1415772" cy="739154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id="{07504BD9-70B3-60AD-0398-D4272786B6DD}"/>
                </a:ext>
              </a:extLst>
            </p:cNvPr>
            <p:cNvSpPr/>
            <p:nvPr/>
          </p:nvSpPr>
          <p:spPr>
            <a:xfrm>
              <a:off x="4488200" y="2706685"/>
              <a:ext cx="10935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j-ea"/>
                  <a:ea typeface="+mj-ea"/>
                </a:rPr>
                <a:t>关键词</a:t>
              </a: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id="{29F07EC0-1FA8-D7D8-16D9-00239E9830FB}"/>
                </a:ext>
              </a:extLst>
            </p:cNvPr>
            <p:cNvSpPr/>
            <p:nvPr/>
          </p:nvSpPr>
          <p:spPr>
            <a:xfrm>
              <a:off x="4488200" y="3107285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添加描述文本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A11F8E6-8FAD-39FF-05AD-88419EC9EA33}"/>
              </a:ext>
            </a:extLst>
          </p:cNvPr>
          <p:cNvGrpSpPr/>
          <p:nvPr/>
        </p:nvGrpSpPr>
        <p:grpSpPr>
          <a:xfrm>
            <a:off x="9552213" y="5086372"/>
            <a:ext cx="1415772" cy="739154"/>
            <a:chOff x="4488200" y="2706685"/>
            <a:chExt cx="1415772" cy="739154"/>
          </a:xfrm>
        </p:grpSpPr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D6B73CBB-27A4-7DB9-AF95-74DB05AC548D}"/>
                </a:ext>
              </a:extLst>
            </p:cNvPr>
            <p:cNvSpPr/>
            <p:nvPr/>
          </p:nvSpPr>
          <p:spPr>
            <a:xfrm>
              <a:off x="4488200" y="2706685"/>
              <a:ext cx="1093569" cy="4616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400" b="1" dirty="0">
                  <a:solidFill>
                    <a:schemeClr val="accent1"/>
                  </a:solidFill>
                  <a:latin typeface="+mj-ea"/>
                  <a:ea typeface="+mj-ea"/>
                </a:rPr>
                <a:t>关键词</a:t>
              </a:r>
            </a:p>
          </p:txBody>
        </p:sp>
        <p:sp>
          <p:nvSpPr>
            <p:cNvPr id="35" name="矩形 34">
              <a:extLst>
                <a:ext uri="{FF2B5EF4-FFF2-40B4-BE49-F238E27FC236}">
                  <a16:creationId xmlns:a16="http://schemas.microsoft.com/office/drawing/2014/main" id="{B678DC76-C3A8-02D7-DE2C-0A210A7D77F7}"/>
                </a:ext>
              </a:extLst>
            </p:cNvPr>
            <p:cNvSpPr/>
            <p:nvPr/>
          </p:nvSpPr>
          <p:spPr>
            <a:xfrm>
              <a:off x="4488200" y="3107285"/>
              <a:ext cx="1415772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+mn-ea"/>
                </a:rPr>
                <a:t>添加描述文本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9429557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85C626-3985-7B38-636F-27FF2F262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8889533B-06CD-422F-481F-42DC31590F8D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04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F27876-C14E-D433-4CA6-F48B699E041A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sp>
        <p:nvSpPr>
          <p:cNvPr id="2" name="矩形 1" descr="D:\51PPT模板网\51pptmoban.com\图片.jpg">
            <a:extLst>
              <a:ext uri="{FF2B5EF4-FFF2-40B4-BE49-F238E27FC236}">
                <a16:creationId xmlns:a16="http://schemas.microsoft.com/office/drawing/2014/main" id="{AED92C99-DA22-EAC3-5E49-7B1D7F72B7FF}"/>
              </a:ext>
            </a:extLst>
          </p:cNvPr>
          <p:cNvSpPr/>
          <p:nvPr/>
        </p:nvSpPr>
        <p:spPr>
          <a:xfrm>
            <a:off x="-16043" y="3272588"/>
            <a:ext cx="12204000" cy="1241212"/>
          </a:xfrm>
          <a:prstGeom prst="rect">
            <a:avLst/>
          </a:prstGeom>
          <a:solidFill>
            <a:srgbClr val="D5AC59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3FE1A496-ADDD-EBEA-1D22-EE4BFB31FC44}"/>
              </a:ext>
            </a:extLst>
          </p:cNvPr>
          <p:cNvSpPr/>
          <p:nvPr/>
        </p:nvSpPr>
        <p:spPr>
          <a:xfrm>
            <a:off x="0" y="3429000"/>
            <a:ext cx="12192000" cy="3152890"/>
          </a:xfrm>
          <a:custGeom>
            <a:avLst/>
            <a:gdLst>
              <a:gd name="connsiteX0" fmla="*/ 0 w 12192000"/>
              <a:gd name="connsiteY0" fmla="*/ 0 h 3152890"/>
              <a:gd name="connsiteX1" fmla="*/ 12192000 w 12192000"/>
              <a:gd name="connsiteY1" fmla="*/ 0 h 3152890"/>
              <a:gd name="connsiteX2" fmla="*/ 12192000 w 12192000"/>
              <a:gd name="connsiteY2" fmla="*/ 3152890 h 3152890"/>
              <a:gd name="connsiteX3" fmla="*/ 0 w 12192000"/>
              <a:gd name="connsiteY3" fmla="*/ 3152890 h 3152890"/>
              <a:gd name="connsiteX4" fmla="*/ 0 w 12192000"/>
              <a:gd name="connsiteY4" fmla="*/ 0 h 3152890"/>
              <a:gd name="connsiteX0" fmla="*/ 0 w 12192000"/>
              <a:gd name="connsiteY0" fmla="*/ 0 h 3152890"/>
              <a:gd name="connsiteX1" fmla="*/ 12192000 w 12192000"/>
              <a:gd name="connsiteY1" fmla="*/ 0 h 3152890"/>
              <a:gd name="connsiteX2" fmla="*/ 12192000 w 12192000"/>
              <a:gd name="connsiteY2" fmla="*/ 3152890 h 3152890"/>
              <a:gd name="connsiteX3" fmla="*/ 0 w 12192000"/>
              <a:gd name="connsiteY3" fmla="*/ 3152890 h 3152890"/>
              <a:gd name="connsiteX4" fmla="*/ 0 w 12192000"/>
              <a:gd name="connsiteY4" fmla="*/ 0 h 3152890"/>
              <a:gd name="connsiteX0" fmla="*/ 0 w 12192000"/>
              <a:gd name="connsiteY0" fmla="*/ 0 h 3152890"/>
              <a:gd name="connsiteX1" fmla="*/ 12192000 w 12192000"/>
              <a:gd name="connsiteY1" fmla="*/ 0 h 3152890"/>
              <a:gd name="connsiteX2" fmla="*/ 12192000 w 12192000"/>
              <a:gd name="connsiteY2" fmla="*/ 3152890 h 3152890"/>
              <a:gd name="connsiteX3" fmla="*/ 0 w 12192000"/>
              <a:gd name="connsiteY3" fmla="*/ 3152890 h 3152890"/>
              <a:gd name="connsiteX4" fmla="*/ 0 w 12192000"/>
              <a:gd name="connsiteY4" fmla="*/ 0 h 31528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192000" h="3152890">
                <a:moveTo>
                  <a:pt x="0" y="0"/>
                </a:moveTo>
                <a:lnTo>
                  <a:pt x="12192000" y="0"/>
                </a:lnTo>
                <a:lnTo>
                  <a:pt x="12192000" y="3152890"/>
                </a:lnTo>
                <a:cubicBezTo>
                  <a:pt x="9475537" y="2174322"/>
                  <a:pt x="2299368" y="2174322"/>
                  <a:pt x="0" y="3152890"/>
                </a:cubicBezTo>
                <a:lnTo>
                  <a:pt x="0" y="0"/>
                </a:lnTo>
                <a:close/>
              </a:path>
            </a:pathLst>
          </a:custGeom>
          <a:solidFill>
            <a:srgbClr val="234995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35645D4C-FEF9-9EA1-4A86-64F227CF891D}"/>
              </a:ext>
            </a:extLst>
          </p:cNvPr>
          <p:cNvSpPr/>
          <p:nvPr/>
        </p:nvSpPr>
        <p:spPr>
          <a:xfrm>
            <a:off x="1484284" y="5371568"/>
            <a:ext cx="2260296" cy="36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获奖名称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1C37CCB-C27D-17AB-109C-9822C43BDA71}"/>
              </a:ext>
            </a:extLst>
          </p:cNvPr>
          <p:cNvSpPr/>
          <p:nvPr/>
        </p:nvSpPr>
        <p:spPr>
          <a:xfrm>
            <a:off x="2613413" y="1509058"/>
            <a:ext cx="696517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根据自己的需要添加适当的文字，此处添加详细文本描述，建议与标题相关尽量简洁</a:t>
            </a:r>
            <a:r>
              <a:rPr kumimoji="0" lang="en-US" altLang="zh-CN" sz="140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cs typeface="+mn-ea"/>
                <a:sym typeface="+mn-lt"/>
              </a:rPr>
              <a:t>... ...</a:t>
            </a:r>
            <a:endParaRPr kumimoji="0" lang="zh-CN" altLang="en-US" sz="1400" i="0" u="none" strike="noStrike" kern="1200" cap="none" spc="0" normalizeH="0" baseline="0" noProof="0" dirty="0">
              <a:ln>
                <a:noFill/>
              </a:ln>
              <a:solidFill>
                <a:schemeClr val="accent1"/>
              </a:solidFill>
              <a:effectLst/>
              <a:uLnTx/>
              <a:uFillTx/>
              <a:cs typeface="+mn-ea"/>
              <a:sym typeface="+mn-lt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4E4684B-ECDF-AFCB-B0DB-8BD58FAAD5CA}"/>
              </a:ext>
            </a:extLst>
          </p:cNvPr>
          <p:cNvSpPr/>
          <p:nvPr/>
        </p:nvSpPr>
        <p:spPr>
          <a:xfrm>
            <a:off x="8675947" y="5371568"/>
            <a:ext cx="2260296" cy="36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获奖名称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77A00B-6B28-76BD-8942-E4BD4424C70F}"/>
              </a:ext>
            </a:extLst>
          </p:cNvPr>
          <p:cNvSpPr/>
          <p:nvPr/>
        </p:nvSpPr>
        <p:spPr>
          <a:xfrm>
            <a:off x="6278726" y="5371568"/>
            <a:ext cx="2260296" cy="36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获奖名称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1A65189-1162-847E-322E-8653273FE2DD}"/>
              </a:ext>
            </a:extLst>
          </p:cNvPr>
          <p:cNvSpPr/>
          <p:nvPr/>
        </p:nvSpPr>
        <p:spPr>
          <a:xfrm>
            <a:off x="3881505" y="5371568"/>
            <a:ext cx="2260296" cy="364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cs typeface="+mn-ea"/>
                <a:sym typeface="+mn-lt"/>
              </a:rPr>
              <a:t>获奖名称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8EBAF29F-7991-7EA4-4C75-A4D1D7AD0AA6}"/>
              </a:ext>
            </a:extLst>
          </p:cNvPr>
          <p:cNvSpPr txBox="1"/>
          <p:nvPr/>
        </p:nvSpPr>
        <p:spPr>
          <a:xfrm>
            <a:off x="5371169" y="870652"/>
            <a:ext cx="162668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377">
              <a:defRPr/>
            </a:pPr>
            <a:r>
              <a:rPr lang="zh-CN" altLang="en-US" sz="2800" b="1" dirty="0">
                <a:solidFill>
                  <a:schemeClr val="accent1"/>
                </a:solidFill>
                <a:cs typeface="+mn-ea"/>
                <a:sym typeface="+mn-lt"/>
              </a:rPr>
              <a:t>所获荣誉</a:t>
            </a:r>
          </a:p>
        </p:txBody>
      </p:sp>
      <p:pic>
        <p:nvPicPr>
          <p:cNvPr id="12" name="图片占位符 26">
            <a:extLst>
              <a:ext uri="{FF2B5EF4-FFF2-40B4-BE49-F238E27FC236}">
                <a16:creationId xmlns:a16="http://schemas.microsoft.com/office/drawing/2014/main" id="{89AC3258-71C2-D1C3-27D7-7F16BFD54587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55737" y="2263820"/>
            <a:ext cx="2102400" cy="2973600"/>
          </a:xfrm>
          <a:prstGeom prst="rect">
            <a:avLst/>
          </a:prstGeom>
        </p:spPr>
      </p:pic>
      <p:pic>
        <p:nvPicPr>
          <p:cNvPr id="13" name="图片占位符 39">
            <a:extLst>
              <a:ext uri="{FF2B5EF4-FFF2-40B4-BE49-F238E27FC236}">
                <a16:creationId xmlns:a16="http://schemas.microsoft.com/office/drawing/2014/main" id="{D99D40EF-10EA-5CDE-12E1-FA22BD9910BC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3874032" y="2263820"/>
            <a:ext cx="2102400" cy="2973600"/>
          </a:xfrm>
          <a:prstGeom prst="rect">
            <a:avLst/>
          </a:prstGeom>
        </p:spPr>
      </p:pic>
      <p:pic>
        <p:nvPicPr>
          <p:cNvPr id="14" name="图片占位符 41">
            <a:extLst>
              <a:ext uri="{FF2B5EF4-FFF2-40B4-BE49-F238E27FC236}">
                <a16:creationId xmlns:a16="http://schemas.microsoft.com/office/drawing/2014/main" id="{BBDC39ED-9E56-5416-663B-25819CF80F7F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6292327" y="2263820"/>
            <a:ext cx="2102400" cy="2973600"/>
          </a:xfrm>
          <a:prstGeom prst="rect">
            <a:avLst/>
          </a:prstGeom>
        </p:spPr>
      </p:pic>
      <p:pic>
        <p:nvPicPr>
          <p:cNvPr id="15" name="图片占位符 43">
            <a:extLst>
              <a:ext uri="{FF2B5EF4-FFF2-40B4-BE49-F238E27FC236}">
                <a16:creationId xmlns:a16="http://schemas.microsoft.com/office/drawing/2014/main" id="{8E8B0B53-7E8F-4E0C-B441-B64E9D8858D4}"/>
              </a:ext>
            </a:extLst>
          </p:cNvPr>
          <p:cNvPicPr>
            <a:picLocks noChangeAspect="1"/>
          </p:cNvPicPr>
          <p:nvPr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710623" y="2263820"/>
            <a:ext cx="2102400" cy="297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27408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04F50-0542-E969-AD13-A32EAA649B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 9">
            <a:extLst>
              <a:ext uri="{FF2B5EF4-FFF2-40B4-BE49-F238E27FC236}">
                <a16:creationId xmlns:a16="http://schemas.microsoft.com/office/drawing/2014/main" id="{BCF85510-DEA2-849E-DB0D-3C10163AD2AD}"/>
              </a:ext>
            </a:extLst>
          </p:cNvPr>
          <p:cNvSpPr txBox="1"/>
          <p:nvPr/>
        </p:nvSpPr>
        <p:spPr>
          <a:xfrm>
            <a:off x="4962921" y="82101"/>
            <a:ext cx="5629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2400" dirty="0">
                <a:solidFill>
                  <a:srgbClr val="D5AC59"/>
                </a:solidFill>
                <a:latin typeface="HarmonyOS Sans SC Black" panose="00000A00000000000000" pitchFamily="2" charset="-122"/>
                <a:ea typeface="HarmonyOS Sans SC Black" panose="00000A00000000000000" pitchFamily="2" charset="-122"/>
              </a:rPr>
              <a:t>04</a:t>
            </a:r>
            <a:endParaRPr lang="zh-CN" altLang="en-US" sz="2400" dirty="0">
              <a:solidFill>
                <a:srgbClr val="D5AC59"/>
              </a:solidFill>
              <a:latin typeface="HarmonyOS Sans SC Black" panose="00000A00000000000000" pitchFamily="2" charset="-122"/>
              <a:ea typeface="HarmonyOS Sans SC Black" panose="00000A00000000000000" pitchFamily="2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450B95E0-2162-839B-5FDA-FF0BF91657A0}"/>
              </a:ext>
            </a:extLst>
          </p:cNvPr>
          <p:cNvSpPr txBox="1"/>
          <p:nvPr/>
        </p:nvSpPr>
        <p:spPr>
          <a:xfrm>
            <a:off x="5706090" y="140587"/>
            <a:ext cx="176025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>
                <a:solidFill>
                  <a:srgbClr val="D5AC59"/>
                </a:solidFill>
              </a:rPr>
              <a:t>添加标题文本</a:t>
            </a:r>
          </a:p>
        </p:txBody>
      </p:sp>
      <p:grpSp>
        <p:nvGrpSpPr>
          <p:cNvPr id="2" name="组 10">
            <a:extLst>
              <a:ext uri="{FF2B5EF4-FFF2-40B4-BE49-F238E27FC236}">
                <a16:creationId xmlns:a16="http://schemas.microsoft.com/office/drawing/2014/main" id="{96A153C4-1A0D-BDFC-2948-F984367E7710}"/>
              </a:ext>
            </a:extLst>
          </p:cNvPr>
          <p:cNvGrpSpPr/>
          <p:nvPr/>
        </p:nvGrpSpPr>
        <p:grpSpPr>
          <a:xfrm>
            <a:off x="1329668" y="1755426"/>
            <a:ext cx="1937168" cy="2519583"/>
            <a:chOff x="1497998" y="1405645"/>
            <a:chExt cx="1937168" cy="2519583"/>
          </a:xfrm>
        </p:grpSpPr>
        <p:grpSp>
          <p:nvGrpSpPr>
            <p:cNvPr id="3" name="组 4">
              <a:extLst>
                <a:ext uri="{FF2B5EF4-FFF2-40B4-BE49-F238E27FC236}">
                  <a16:creationId xmlns:a16="http://schemas.microsoft.com/office/drawing/2014/main" id="{698BEE6F-BAA6-941E-E6CE-AB2533618EF4}"/>
                </a:ext>
              </a:extLst>
            </p:cNvPr>
            <p:cNvGrpSpPr/>
            <p:nvPr/>
          </p:nvGrpSpPr>
          <p:grpSpPr>
            <a:xfrm>
              <a:off x="1497998" y="1405645"/>
              <a:ext cx="1937168" cy="2519583"/>
              <a:chOff x="3206186" y="1347566"/>
              <a:chExt cx="1770929" cy="2303363"/>
            </a:xfrm>
          </p:grpSpPr>
          <p:sp>
            <p:nvSpPr>
              <p:cNvPr id="6" name="矩形 5">
                <a:extLst>
                  <a:ext uri="{FF2B5EF4-FFF2-40B4-BE49-F238E27FC236}">
                    <a16:creationId xmlns:a16="http://schemas.microsoft.com/office/drawing/2014/main" id="{57E4E307-41E8-31AE-774D-2E9BD9FE6A13}"/>
                  </a:ext>
                </a:extLst>
              </p:cNvPr>
              <p:cNvSpPr/>
              <p:nvPr/>
            </p:nvSpPr>
            <p:spPr>
              <a:xfrm>
                <a:off x="3206186" y="1411876"/>
                <a:ext cx="1666755" cy="22390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7" name="矩形 6">
                <a:extLst>
                  <a:ext uri="{FF2B5EF4-FFF2-40B4-BE49-F238E27FC236}">
                    <a16:creationId xmlns:a16="http://schemas.microsoft.com/office/drawing/2014/main" id="{93126D3B-4198-9F18-6738-5E38AA728CAB}"/>
                  </a:ext>
                </a:extLst>
              </p:cNvPr>
              <p:cNvSpPr/>
              <p:nvPr/>
            </p:nvSpPr>
            <p:spPr>
              <a:xfrm>
                <a:off x="3310360" y="1347566"/>
                <a:ext cx="1666755" cy="2239053"/>
              </a:xfrm>
              <a:prstGeom prst="rect">
                <a:avLst/>
              </a:prstGeom>
              <a:solidFill>
                <a:srgbClr val="D5AC5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8" name="平行四边形 7">
                <a:extLst>
                  <a:ext uri="{FF2B5EF4-FFF2-40B4-BE49-F238E27FC236}">
                    <a16:creationId xmlns:a16="http://schemas.microsoft.com/office/drawing/2014/main" id="{BB43DBDB-D45F-AA74-477D-CAB42A9D2FA8}"/>
                  </a:ext>
                </a:extLst>
              </p:cNvPr>
              <p:cNvSpPr/>
              <p:nvPr/>
            </p:nvSpPr>
            <p:spPr>
              <a:xfrm rot="16200000" flipH="1">
                <a:off x="2106594" y="2447160"/>
                <a:ext cx="2303362" cy="104176"/>
              </a:xfrm>
              <a:prstGeom prst="parallelogram">
                <a:avLst>
                  <a:gd name="adj" fmla="val 61072"/>
                </a:avLst>
              </a:prstGeom>
              <a:solidFill>
                <a:srgbClr val="D5AC5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</p:grpSp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D14BAEB-3A05-77CC-2E23-67C4710197DA}"/>
                </a:ext>
              </a:extLst>
            </p:cNvPr>
            <p:cNvSpPr/>
            <p:nvPr/>
          </p:nvSpPr>
          <p:spPr>
            <a:xfrm>
              <a:off x="1611950" y="1694985"/>
              <a:ext cx="1823215" cy="313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《</a:t>
              </a:r>
              <a:r>
                <a:rPr lang="zh-CN" altLang="en-US" sz="1200" b="1" dirty="0">
                  <a:solidFill>
                    <a:schemeClr val="bg1"/>
                  </a:solidFill>
                  <a:cs typeface="+mn-ea"/>
                  <a:sym typeface="+mn-lt"/>
                </a:rPr>
                <a:t>添加书籍名称</a:t>
              </a: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》</a:t>
              </a:r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C83B073A-5617-27D3-9C3A-073EAC33EA1C}"/>
                </a:ext>
              </a:extLst>
            </p:cNvPr>
            <p:cNvSpPr/>
            <p:nvPr/>
          </p:nvSpPr>
          <p:spPr>
            <a:xfrm>
              <a:off x="1611949" y="3229150"/>
              <a:ext cx="1823215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XXX</a:t>
              </a:r>
            </a:p>
          </p:txBody>
        </p:sp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F743E9D5-F790-1671-1BF4-8945FCC469B0}"/>
              </a:ext>
            </a:extLst>
          </p:cNvPr>
          <p:cNvSpPr txBox="1"/>
          <p:nvPr/>
        </p:nvSpPr>
        <p:spPr>
          <a:xfrm>
            <a:off x="1125346" y="4931592"/>
            <a:ext cx="2459760" cy="496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此处添加详细文本描述，文字内容建议与标题相关尽量简洁生动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F12773CA-648B-4623-BC61-419695F0D40F}"/>
              </a:ext>
            </a:extLst>
          </p:cNvPr>
          <p:cNvSpPr/>
          <p:nvPr/>
        </p:nvSpPr>
        <p:spPr>
          <a:xfrm>
            <a:off x="1352386" y="4423655"/>
            <a:ext cx="2005677" cy="4246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点击此处添加标题</a:t>
            </a:r>
            <a:endParaRPr lang="en-US" altLang="zh-CN" b="1" dirty="0">
              <a:cs typeface="+mn-ea"/>
              <a:sym typeface="+mn-lt"/>
            </a:endParaRPr>
          </a:p>
        </p:txBody>
      </p:sp>
      <p:grpSp>
        <p:nvGrpSpPr>
          <p:cNvPr id="13" name="组 46">
            <a:extLst>
              <a:ext uri="{FF2B5EF4-FFF2-40B4-BE49-F238E27FC236}">
                <a16:creationId xmlns:a16="http://schemas.microsoft.com/office/drawing/2014/main" id="{D997273B-0ABD-D233-A99E-B5B0AB53C823}"/>
              </a:ext>
            </a:extLst>
          </p:cNvPr>
          <p:cNvGrpSpPr/>
          <p:nvPr/>
        </p:nvGrpSpPr>
        <p:grpSpPr>
          <a:xfrm>
            <a:off x="3850728" y="1755426"/>
            <a:ext cx="1937168" cy="2519583"/>
            <a:chOff x="1497998" y="1405645"/>
            <a:chExt cx="1937168" cy="2519583"/>
          </a:xfrm>
        </p:grpSpPr>
        <p:grpSp>
          <p:nvGrpSpPr>
            <p:cNvPr id="14" name="组 73">
              <a:extLst>
                <a:ext uri="{FF2B5EF4-FFF2-40B4-BE49-F238E27FC236}">
                  <a16:creationId xmlns:a16="http://schemas.microsoft.com/office/drawing/2014/main" id="{E09E6888-FB7C-49F1-6ED9-C28CB64611C1}"/>
                </a:ext>
              </a:extLst>
            </p:cNvPr>
            <p:cNvGrpSpPr/>
            <p:nvPr/>
          </p:nvGrpSpPr>
          <p:grpSpPr>
            <a:xfrm>
              <a:off x="1497998" y="1405645"/>
              <a:ext cx="1937168" cy="2519583"/>
              <a:chOff x="3206186" y="1347566"/>
              <a:chExt cx="1770929" cy="2303363"/>
            </a:xfrm>
          </p:grpSpPr>
          <p:sp>
            <p:nvSpPr>
              <p:cNvPr id="17" name="矩形 16">
                <a:extLst>
                  <a:ext uri="{FF2B5EF4-FFF2-40B4-BE49-F238E27FC236}">
                    <a16:creationId xmlns:a16="http://schemas.microsoft.com/office/drawing/2014/main" id="{D20FA1F8-E035-B555-24F4-D76D05B1620A}"/>
                  </a:ext>
                </a:extLst>
              </p:cNvPr>
              <p:cNvSpPr/>
              <p:nvPr/>
            </p:nvSpPr>
            <p:spPr>
              <a:xfrm>
                <a:off x="3206186" y="1411876"/>
                <a:ext cx="1666755" cy="22390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18" name="矩形 17">
                <a:extLst>
                  <a:ext uri="{FF2B5EF4-FFF2-40B4-BE49-F238E27FC236}">
                    <a16:creationId xmlns:a16="http://schemas.microsoft.com/office/drawing/2014/main" id="{3BDAC520-C264-E11B-5D16-D7C8C04B3608}"/>
                  </a:ext>
                </a:extLst>
              </p:cNvPr>
              <p:cNvSpPr/>
              <p:nvPr/>
            </p:nvSpPr>
            <p:spPr>
              <a:xfrm>
                <a:off x="3310360" y="1347566"/>
                <a:ext cx="1666755" cy="2239053"/>
              </a:xfrm>
              <a:prstGeom prst="rect">
                <a:avLst/>
              </a:prstGeom>
              <a:solidFill>
                <a:srgbClr val="23499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19" name="平行四边形 18">
                <a:extLst>
                  <a:ext uri="{FF2B5EF4-FFF2-40B4-BE49-F238E27FC236}">
                    <a16:creationId xmlns:a16="http://schemas.microsoft.com/office/drawing/2014/main" id="{8E77A1E4-E048-37D8-B357-D856A164EFD9}"/>
                  </a:ext>
                </a:extLst>
              </p:cNvPr>
              <p:cNvSpPr/>
              <p:nvPr/>
            </p:nvSpPr>
            <p:spPr>
              <a:xfrm rot="16200000" flipH="1">
                <a:off x="2106594" y="2447160"/>
                <a:ext cx="2303362" cy="104176"/>
              </a:xfrm>
              <a:prstGeom prst="parallelogram">
                <a:avLst>
                  <a:gd name="adj" fmla="val 61072"/>
                </a:avLst>
              </a:prstGeom>
              <a:solidFill>
                <a:srgbClr val="23499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</p:grp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B7B81204-BA20-4525-9CCD-778D915995A4}"/>
                </a:ext>
              </a:extLst>
            </p:cNvPr>
            <p:cNvSpPr/>
            <p:nvPr/>
          </p:nvSpPr>
          <p:spPr>
            <a:xfrm>
              <a:off x="1611950" y="1694985"/>
              <a:ext cx="1823215" cy="313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《</a:t>
              </a:r>
              <a:r>
                <a:rPr lang="zh-CN" altLang="en-US" sz="1200" b="1" dirty="0">
                  <a:solidFill>
                    <a:schemeClr val="bg1"/>
                  </a:solidFill>
                  <a:cs typeface="+mn-ea"/>
                  <a:sym typeface="+mn-lt"/>
                </a:rPr>
                <a:t>添加书籍名称</a:t>
              </a: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》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2DD68618-24E7-55F0-F40A-4B0B390C46B0}"/>
                </a:ext>
              </a:extLst>
            </p:cNvPr>
            <p:cNvSpPr/>
            <p:nvPr/>
          </p:nvSpPr>
          <p:spPr>
            <a:xfrm>
              <a:off x="1611949" y="3229150"/>
              <a:ext cx="1823215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XXX</a:t>
              </a:r>
            </a:p>
          </p:txBody>
        </p:sp>
      </p:grpSp>
      <p:sp>
        <p:nvSpPr>
          <p:cNvPr id="20" name="文本框 8">
            <a:extLst>
              <a:ext uri="{FF2B5EF4-FFF2-40B4-BE49-F238E27FC236}">
                <a16:creationId xmlns:a16="http://schemas.microsoft.com/office/drawing/2014/main" id="{E1E45703-EB68-B18E-E5B8-52264D890B04}"/>
              </a:ext>
            </a:extLst>
          </p:cNvPr>
          <p:cNvSpPr txBox="1"/>
          <p:nvPr/>
        </p:nvSpPr>
        <p:spPr>
          <a:xfrm>
            <a:off x="3646406" y="4931592"/>
            <a:ext cx="2459760" cy="496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此处添加详细文本描述，文字内容建议与标题相关尽量简洁生动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7645682-E89F-B6BF-EC3C-950B416BC34B}"/>
              </a:ext>
            </a:extLst>
          </p:cNvPr>
          <p:cNvSpPr/>
          <p:nvPr/>
        </p:nvSpPr>
        <p:spPr>
          <a:xfrm>
            <a:off x="3873446" y="4423655"/>
            <a:ext cx="2005677" cy="4246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点击此处添加标题</a:t>
            </a:r>
            <a:endParaRPr lang="en-US" altLang="zh-CN" b="1" dirty="0">
              <a:cs typeface="+mn-ea"/>
              <a:sym typeface="+mn-lt"/>
            </a:endParaRPr>
          </a:p>
        </p:txBody>
      </p:sp>
      <p:grpSp>
        <p:nvGrpSpPr>
          <p:cNvPr id="22" name="组 10" descr="D:\51PPT模板网\51pptmoban.com\图片.jpg">
            <a:extLst>
              <a:ext uri="{FF2B5EF4-FFF2-40B4-BE49-F238E27FC236}">
                <a16:creationId xmlns:a16="http://schemas.microsoft.com/office/drawing/2014/main" id="{91E0F6AF-CF26-A509-3C16-CD54CA5EC862}"/>
              </a:ext>
            </a:extLst>
          </p:cNvPr>
          <p:cNvGrpSpPr/>
          <p:nvPr/>
        </p:nvGrpSpPr>
        <p:grpSpPr>
          <a:xfrm>
            <a:off x="6371788" y="1755426"/>
            <a:ext cx="1937168" cy="2519583"/>
            <a:chOff x="1497998" y="1405645"/>
            <a:chExt cx="1937168" cy="2519583"/>
          </a:xfrm>
        </p:grpSpPr>
        <p:grpSp>
          <p:nvGrpSpPr>
            <p:cNvPr id="23" name="组 4">
              <a:extLst>
                <a:ext uri="{FF2B5EF4-FFF2-40B4-BE49-F238E27FC236}">
                  <a16:creationId xmlns:a16="http://schemas.microsoft.com/office/drawing/2014/main" id="{DA070E93-6863-6D0F-27F1-3D82B21262F7}"/>
                </a:ext>
              </a:extLst>
            </p:cNvPr>
            <p:cNvGrpSpPr/>
            <p:nvPr/>
          </p:nvGrpSpPr>
          <p:grpSpPr>
            <a:xfrm>
              <a:off x="1497998" y="1405645"/>
              <a:ext cx="1937168" cy="2519583"/>
              <a:chOff x="3206186" y="1347566"/>
              <a:chExt cx="1770929" cy="2303363"/>
            </a:xfrm>
          </p:grpSpPr>
          <p:sp>
            <p:nvSpPr>
              <p:cNvPr id="26" name="矩形 25">
                <a:extLst>
                  <a:ext uri="{FF2B5EF4-FFF2-40B4-BE49-F238E27FC236}">
                    <a16:creationId xmlns:a16="http://schemas.microsoft.com/office/drawing/2014/main" id="{D1AD6EA0-1563-6336-F892-27FCF45B37C5}"/>
                  </a:ext>
                </a:extLst>
              </p:cNvPr>
              <p:cNvSpPr/>
              <p:nvPr/>
            </p:nvSpPr>
            <p:spPr>
              <a:xfrm>
                <a:off x="3206186" y="1411876"/>
                <a:ext cx="1666755" cy="22390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13CAE15D-0071-5A44-A8B5-4E8ED9194A11}"/>
                  </a:ext>
                </a:extLst>
              </p:cNvPr>
              <p:cNvSpPr/>
              <p:nvPr/>
            </p:nvSpPr>
            <p:spPr>
              <a:xfrm>
                <a:off x="3310360" y="1347566"/>
                <a:ext cx="1666755" cy="2239053"/>
              </a:xfrm>
              <a:prstGeom prst="rect">
                <a:avLst/>
              </a:prstGeom>
              <a:solidFill>
                <a:srgbClr val="D5AC5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28" name="平行四边形 27">
                <a:extLst>
                  <a:ext uri="{FF2B5EF4-FFF2-40B4-BE49-F238E27FC236}">
                    <a16:creationId xmlns:a16="http://schemas.microsoft.com/office/drawing/2014/main" id="{39BC662D-72DB-EE4F-A751-20FE1ED572F3}"/>
                  </a:ext>
                </a:extLst>
              </p:cNvPr>
              <p:cNvSpPr/>
              <p:nvPr/>
            </p:nvSpPr>
            <p:spPr>
              <a:xfrm rot="16200000" flipH="1">
                <a:off x="2106594" y="2447160"/>
                <a:ext cx="2303362" cy="104176"/>
              </a:xfrm>
              <a:prstGeom prst="parallelogram">
                <a:avLst>
                  <a:gd name="adj" fmla="val 61072"/>
                </a:avLst>
              </a:prstGeom>
              <a:solidFill>
                <a:srgbClr val="D5AC59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</p:grp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id="{8533154C-2AF9-DFD4-69E8-D8B62C4393EE}"/>
                </a:ext>
              </a:extLst>
            </p:cNvPr>
            <p:cNvSpPr/>
            <p:nvPr/>
          </p:nvSpPr>
          <p:spPr>
            <a:xfrm>
              <a:off x="1611950" y="1694985"/>
              <a:ext cx="1823215" cy="313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《</a:t>
              </a:r>
              <a:r>
                <a:rPr lang="zh-CN" altLang="en-US" sz="1200" b="1" dirty="0">
                  <a:solidFill>
                    <a:schemeClr val="bg1"/>
                  </a:solidFill>
                  <a:cs typeface="+mn-ea"/>
                  <a:sym typeface="+mn-lt"/>
                </a:rPr>
                <a:t>添加书籍名称</a:t>
              </a: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》</a:t>
              </a:r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7D53BF45-87EC-B2ED-D5C4-2DE94FDB1040}"/>
                </a:ext>
              </a:extLst>
            </p:cNvPr>
            <p:cNvSpPr/>
            <p:nvPr/>
          </p:nvSpPr>
          <p:spPr>
            <a:xfrm>
              <a:off x="1611949" y="3229150"/>
              <a:ext cx="1823215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XXX</a:t>
              </a:r>
            </a:p>
          </p:txBody>
        </p:sp>
      </p:grpSp>
      <p:sp>
        <p:nvSpPr>
          <p:cNvPr id="29" name="文本框 8">
            <a:extLst>
              <a:ext uri="{FF2B5EF4-FFF2-40B4-BE49-F238E27FC236}">
                <a16:creationId xmlns:a16="http://schemas.microsoft.com/office/drawing/2014/main" id="{4014D61A-D011-D969-3A51-C3DDA02BAD45}"/>
              </a:ext>
            </a:extLst>
          </p:cNvPr>
          <p:cNvSpPr txBox="1"/>
          <p:nvPr/>
        </p:nvSpPr>
        <p:spPr>
          <a:xfrm>
            <a:off x="6167466" y="4931592"/>
            <a:ext cx="2459760" cy="496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此处添加详细文本描述，文字内容建议与标题相关尽量简洁生动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DC8019F5-ABF2-0904-3DE6-DDAEEFF4CCE0}"/>
              </a:ext>
            </a:extLst>
          </p:cNvPr>
          <p:cNvSpPr/>
          <p:nvPr/>
        </p:nvSpPr>
        <p:spPr>
          <a:xfrm>
            <a:off x="6394506" y="4423655"/>
            <a:ext cx="2005677" cy="4246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点击此处添加标题</a:t>
            </a:r>
            <a:endParaRPr lang="en-US" altLang="zh-CN" b="1" dirty="0">
              <a:cs typeface="+mn-ea"/>
              <a:sym typeface="+mn-lt"/>
            </a:endParaRPr>
          </a:p>
        </p:txBody>
      </p:sp>
      <p:grpSp>
        <p:nvGrpSpPr>
          <p:cNvPr id="31" name="组 46">
            <a:extLst>
              <a:ext uri="{FF2B5EF4-FFF2-40B4-BE49-F238E27FC236}">
                <a16:creationId xmlns:a16="http://schemas.microsoft.com/office/drawing/2014/main" id="{1A8A03EC-1AA1-D98D-14F0-94C27DBE3374}"/>
              </a:ext>
            </a:extLst>
          </p:cNvPr>
          <p:cNvGrpSpPr/>
          <p:nvPr/>
        </p:nvGrpSpPr>
        <p:grpSpPr>
          <a:xfrm>
            <a:off x="8892848" y="1755426"/>
            <a:ext cx="1937168" cy="2519583"/>
            <a:chOff x="1497998" y="1405645"/>
            <a:chExt cx="1937168" cy="2519583"/>
          </a:xfrm>
        </p:grpSpPr>
        <p:grpSp>
          <p:nvGrpSpPr>
            <p:cNvPr id="32" name="组 73">
              <a:extLst>
                <a:ext uri="{FF2B5EF4-FFF2-40B4-BE49-F238E27FC236}">
                  <a16:creationId xmlns:a16="http://schemas.microsoft.com/office/drawing/2014/main" id="{AEDE3944-9F82-D61A-B800-F27426AF3E1A}"/>
                </a:ext>
              </a:extLst>
            </p:cNvPr>
            <p:cNvGrpSpPr/>
            <p:nvPr/>
          </p:nvGrpSpPr>
          <p:grpSpPr>
            <a:xfrm>
              <a:off x="1497998" y="1405645"/>
              <a:ext cx="1937168" cy="2519583"/>
              <a:chOff x="3206186" y="1347566"/>
              <a:chExt cx="1770929" cy="2303363"/>
            </a:xfrm>
          </p:grpSpPr>
          <p:sp>
            <p:nvSpPr>
              <p:cNvPr id="35" name="矩形 34">
                <a:extLst>
                  <a:ext uri="{FF2B5EF4-FFF2-40B4-BE49-F238E27FC236}">
                    <a16:creationId xmlns:a16="http://schemas.microsoft.com/office/drawing/2014/main" id="{F8897B29-F1EE-B542-FFD0-584912880DF7}"/>
                  </a:ext>
                </a:extLst>
              </p:cNvPr>
              <p:cNvSpPr/>
              <p:nvPr/>
            </p:nvSpPr>
            <p:spPr>
              <a:xfrm>
                <a:off x="3206186" y="1411876"/>
                <a:ext cx="1666755" cy="2239053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kumimoji="1"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36" name="矩形 35">
                <a:extLst>
                  <a:ext uri="{FF2B5EF4-FFF2-40B4-BE49-F238E27FC236}">
                    <a16:creationId xmlns:a16="http://schemas.microsoft.com/office/drawing/2014/main" id="{D2596F2B-1DEF-EE42-8CF6-3A91897181A5}"/>
                  </a:ext>
                </a:extLst>
              </p:cNvPr>
              <p:cNvSpPr/>
              <p:nvPr/>
            </p:nvSpPr>
            <p:spPr>
              <a:xfrm>
                <a:off x="3310360" y="1347566"/>
                <a:ext cx="1666755" cy="2239053"/>
              </a:xfrm>
              <a:prstGeom prst="rect">
                <a:avLst/>
              </a:prstGeom>
              <a:solidFill>
                <a:srgbClr val="23499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  <p:sp>
            <p:nvSpPr>
              <p:cNvPr id="37" name="平行四边形 36">
                <a:extLst>
                  <a:ext uri="{FF2B5EF4-FFF2-40B4-BE49-F238E27FC236}">
                    <a16:creationId xmlns:a16="http://schemas.microsoft.com/office/drawing/2014/main" id="{95D096C7-11A3-1CEB-B8EE-6958F780312A}"/>
                  </a:ext>
                </a:extLst>
              </p:cNvPr>
              <p:cNvSpPr/>
              <p:nvPr/>
            </p:nvSpPr>
            <p:spPr>
              <a:xfrm rot="16200000" flipH="1">
                <a:off x="2106594" y="2447160"/>
                <a:ext cx="2303362" cy="104176"/>
              </a:xfrm>
              <a:prstGeom prst="parallelogram">
                <a:avLst>
                  <a:gd name="adj" fmla="val 61072"/>
                </a:avLst>
              </a:prstGeom>
              <a:solidFill>
                <a:srgbClr val="234995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latin typeface="+mj-ea"/>
                  <a:ea typeface="+mj-ea"/>
                  <a:sym typeface="+mn-lt"/>
                </a:endParaRPr>
              </a:p>
            </p:txBody>
          </p:sp>
        </p:grp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id="{705AA0BF-7590-1BED-C10B-020A6A988DF3}"/>
                </a:ext>
              </a:extLst>
            </p:cNvPr>
            <p:cNvSpPr/>
            <p:nvPr/>
          </p:nvSpPr>
          <p:spPr>
            <a:xfrm>
              <a:off x="1611950" y="1694985"/>
              <a:ext cx="1823215" cy="31386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《</a:t>
              </a:r>
              <a:r>
                <a:rPr lang="zh-CN" altLang="en-US" sz="1200" b="1" dirty="0">
                  <a:solidFill>
                    <a:schemeClr val="bg1"/>
                  </a:solidFill>
                  <a:cs typeface="+mn-ea"/>
                  <a:sym typeface="+mn-lt"/>
                </a:rPr>
                <a:t>添加书籍名称</a:t>
              </a:r>
              <a:r>
                <a:rPr lang="en-US" altLang="zh-CN" sz="1200" b="1" dirty="0">
                  <a:solidFill>
                    <a:schemeClr val="bg1"/>
                  </a:solidFill>
                  <a:cs typeface="+mn-ea"/>
                  <a:sym typeface="+mn-lt"/>
                </a:rPr>
                <a:t>》</a:t>
              </a:r>
            </a:p>
          </p:txBody>
        </p:sp>
        <p:sp>
          <p:nvSpPr>
            <p:cNvPr id="34" name="矩形 33">
              <a:extLst>
                <a:ext uri="{FF2B5EF4-FFF2-40B4-BE49-F238E27FC236}">
                  <a16:creationId xmlns:a16="http://schemas.microsoft.com/office/drawing/2014/main" id="{5790B5EA-58DE-E48E-5FE7-9F5F207585D3}"/>
                </a:ext>
              </a:extLst>
            </p:cNvPr>
            <p:cNvSpPr/>
            <p:nvPr/>
          </p:nvSpPr>
          <p:spPr>
            <a:xfrm>
              <a:off x="1611949" y="3229150"/>
              <a:ext cx="1823215" cy="292388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609585">
                <a:lnSpc>
                  <a:spcPct val="130000"/>
                </a:lnSpc>
              </a:pPr>
              <a:r>
                <a:rPr lang="zh-CN" altLang="en-US" sz="1000" dirty="0">
                  <a:solidFill>
                    <a:schemeClr val="bg1"/>
                  </a:solidFill>
                  <a:cs typeface="+mn-ea"/>
                  <a:sym typeface="+mn-lt"/>
                </a:rPr>
                <a:t>作者：</a:t>
              </a:r>
              <a:r>
                <a:rPr lang="en-US" altLang="zh-CN" sz="1000" dirty="0">
                  <a:solidFill>
                    <a:schemeClr val="bg1"/>
                  </a:solidFill>
                  <a:cs typeface="+mn-ea"/>
                  <a:sym typeface="+mn-lt"/>
                </a:rPr>
                <a:t>XXX</a:t>
              </a:r>
            </a:p>
          </p:txBody>
        </p:sp>
      </p:grpSp>
      <p:sp>
        <p:nvSpPr>
          <p:cNvPr id="38" name="文本框 8">
            <a:extLst>
              <a:ext uri="{FF2B5EF4-FFF2-40B4-BE49-F238E27FC236}">
                <a16:creationId xmlns:a16="http://schemas.microsoft.com/office/drawing/2014/main" id="{6CC081B2-12A6-0B01-A6B5-1923D02EE0C3}"/>
              </a:ext>
            </a:extLst>
          </p:cNvPr>
          <p:cNvSpPr txBox="1"/>
          <p:nvPr/>
        </p:nvSpPr>
        <p:spPr>
          <a:xfrm>
            <a:off x="8688526" y="4931592"/>
            <a:ext cx="2459760" cy="4962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30000"/>
              </a:lnSpc>
            </a:pPr>
            <a:r>
              <a:rPr lang="zh-CN" altLang="en-US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此处添加详细文本描述，文字内容建议与标题相关尽量简洁生动</a:t>
            </a:r>
            <a:r>
              <a:rPr lang="en-US" altLang="zh-CN" sz="105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……</a:t>
            </a:r>
            <a:endParaRPr lang="zh-CN" altLang="en-US" sz="105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F61CF3BE-4134-BC3A-A6E3-7911888D3DA3}"/>
              </a:ext>
            </a:extLst>
          </p:cNvPr>
          <p:cNvSpPr/>
          <p:nvPr/>
        </p:nvSpPr>
        <p:spPr>
          <a:xfrm>
            <a:off x="8915566" y="4423655"/>
            <a:ext cx="2005677" cy="42460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609585">
              <a:lnSpc>
                <a:spcPct val="130000"/>
              </a:lnSpc>
            </a:pPr>
            <a:r>
              <a:rPr lang="zh-CN" altLang="en-US" b="1" dirty="0">
                <a:cs typeface="+mn-ea"/>
                <a:sym typeface="+mn-lt"/>
              </a:rPr>
              <a:t>点击此处添加标题</a:t>
            </a:r>
            <a:endParaRPr lang="en-US" altLang="zh-CN" b="1" dirty="0">
              <a:cs typeface="+mn-ea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495671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65C85-14CD-7897-A3E5-75D05E2C5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任意多边形: 形状 82">
            <a:extLst>
              <a:ext uri="{FF2B5EF4-FFF2-40B4-BE49-F238E27FC236}">
                <a16:creationId xmlns:a16="http://schemas.microsoft.com/office/drawing/2014/main" id="{315B3BB3-0FC2-17E1-E910-0A5C469057C1}"/>
              </a:ext>
            </a:extLst>
          </p:cNvPr>
          <p:cNvSpPr/>
          <p:nvPr/>
        </p:nvSpPr>
        <p:spPr>
          <a:xfrm flipH="1">
            <a:off x="1618" y="0"/>
            <a:ext cx="12190382" cy="2021756"/>
          </a:xfrm>
          <a:custGeom>
            <a:avLst/>
            <a:gdLst>
              <a:gd name="csX0" fmla="*/ 12190382 w 12190382"/>
              <a:gd name="csY0" fmla="*/ 0 h 2021756"/>
              <a:gd name="csX1" fmla="*/ 6096001 w 12190382"/>
              <a:gd name="csY1" fmla="*/ 0 h 2021756"/>
              <a:gd name="csX2" fmla="*/ 6094381 w 12190382"/>
              <a:gd name="csY2" fmla="*/ 0 h 2021756"/>
              <a:gd name="csX3" fmla="*/ 0 w 12190382"/>
              <a:gd name="csY3" fmla="*/ 0 h 2021756"/>
              <a:gd name="csX4" fmla="*/ 0 w 12190382"/>
              <a:gd name="csY4" fmla="*/ 700529 h 2021756"/>
              <a:gd name="csX5" fmla="*/ 5177130 w 12190382"/>
              <a:gd name="csY5" fmla="*/ 1897501 h 2021756"/>
              <a:gd name="csX6" fmla="*/ 6094381 w 12190382"/>
              <a:gd name="csY6" fmla="*/ 2021537 h 2021756"/>
              <a:gd name="csX7" fmla="*/ 6094381 w 12190382"/>
              <a:gd name="csY7" fmla="*/ 2021756 h 2021756"/>
              <a:gd name="csX8" fmla="*/ 6095191 w 12190382"/>
              <a:gd name="csY8" fmla="*/ 2021647 h 2021756"/>
              <a:gd name="csX9" fmla="*/ 6096001 w 12190382"/>
              <a:gd name="csY9" fmla="*/ 2021756 h 2021756"/>
              <a:gd name="csX10" fmla="*/ 6096001 w 12190382"/>
              <a:gd name="csY10" fmla="*/ 2021537 h 2021756"/>
              <a:gd name="csX11" fmla="*/ 7013251 w 12190382"/>
              <a:gd name="csY11" fmla="*/ 1897501 h 2021756"/>
              <a:gd name="csX12" fmla="*/ 12190382 w 12190382"/>
              <a:gd name="csY12" fmla="*/ 700529 h 20217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2190382" h="2021756">
                <a:moveTo>
                  <a:pt x="12190382" y="0"/>
                </a:moveTo>
                <a:lnTo>
                  <a:pt x="6096001" y="0"/>
                </a:lnTo>
                <a:lnTo>
                  <a:pt x="6094381" y="0"/>
                </a:lnTo>
                <a:lnTo>
                  <a:pt x="0" y="0"/>
                </a:lnTo>
                <a:lnTo>
                  <a:pt x="0" y="700529"/>
                </a:lnTo>
                <a:cubicBezTo>
                  <a:pt x="1260753" y="1197829"/>
                  <a:pt x="3071763" y="1594130"/>
                  <a:pt x="5177130" y="1897501"/>
                </a:cubicBezTo>
                <a:lnTo>
                  <a:pt x="6094381" y="2021537"/>
                </a:lnTo>
                <a:lnTo>
                  <a:pt x="6094381" y="2021756"/>
                </a:lnTo>
                <a:lnTo>
                  <a:pt x="6095191" y="2021647"/>
                </a:lnTo>
                <a:lnTo>
                  <a:pt x="6096001" y="2021756"/>
                </a:lnTo>
                <a:lnTo>
                  <a:pt x="6096001" y="2021537"/>
                </a:lnTo>
                <a:lnTo>
                  <a:pt x="7013251" y="1897501"/>
                </a:lnTo>
                <a:cubicBezTo>
                  <a:pt x="9118619" y="1594130"/>
                  <a:pt x="10929629" y="1197829"/>
                  <a:pt x="12190382" y="700529"/>
                </a:cubicBezTo>
                <a:close/>
              </a:path>
            </a:pathLst>
          </a:custGeom>
          <a:solidFill>
            <a:srgbClr val="23499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>
            <a:noAutofit/>
          </a:bodyPr>
          <a:lstStyle/>
          <a:p>
            <a:endParaRPr lang="zh-CN" altLang="en-US">
              <a:cs typeface="+mn-ea"/>
              <a:sym typeface="+mn-lt"/>
            </a:endParaRPr>
          </a:p>
        </p:txBody>
      </p:sp>
      <p:sp>
        <p:nvSpPr>
          <p:cNvPr id="9" name="缺角矩形 8" descr="D:\51PPT模板网\51pptmoban.com\图片.jpg">
            <a:extLst>
              <a:ext uri="{FF2B5EF4-FFF2-40B4-BE49-F238E27FC236}">
                <a16:creationId xmlns:a16="http://schemas.microsoft.com/office/drawing/2014/main" id="{E5A3D8A2-32BF-A82B-5A3F-4C7F4C6CC3ED}"/>
              </a:ext>
            </a:extLst>
          </p:cNvPr>
          <p:cNvSpPr/>
          <p:nvPr/>
        </p:nvSpPr>
        <p:spPr>
          <a:xfrm>
            <a:off x="264707" y="241499"/>
            <a:ext cx="11691611" cy="6400400"/>
          </a:xfrm>
          <a:prstGeom prst="plaque">
            <a:avLst>
              <a:gd name="adj" fmla="val 6108"/>
            </a:avLst>
          </a:prstGeom>
          <a:noFill/>
          <a:ln w="25400">
            <a:solidFill>
              <a:srgbClr val="D5AC5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6C23302A-076D-ADF9-941C-C2113C346489}"/>
              </a:ext>
            </a:extLst>
          </p:cNvPr>
          <p:cNvSpPr txBox="1"/>
          <p:nvPr/>
        </p:nvSpPr>
        <p:spPr>
          <a:xfrm>
            <a:off x="1494372" y="2441585"/>
            <a:ext cx="9212778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88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感谢老师聆听指导</a:t>
            </a:r>
          </a:p>
        </p:txBody>
      </p:sp>
      <p:grpSp>
        <p:nvGrpSpPr>
          <p:cNvPr id="12" name="组合 11">
            <a:extLst>
              <a:ext uri="{FF2B5EF4-FFF2-40B4-BE49-F238E27FC236}">
                <a16:creationId xmlns:a16="http://schemas.microsoft.com/office/drawing/2014/main" id="{25FE3759-B7CF-9F01-B9A0-A2976F407E34}"/>
              </a:ext>
            </a:extLst>
          </p:cNvPr>
          <p:cNvGrpSpPr/>
          <p:nvPr/>
        </p:nvGrpSpPr>
        <p:grpSpPr>
          <a:xfrm>
            <a:off x="3086965" y="5904640"/>
            <a:ext cx="6018070" cy="317242"/>
            <a:chOff x="3086965" y="5746019"/>
            <a:chExt cx="6018070" cy="317242"/>
          </a:xfrm>
        </p:grpSpPr>
        <p:sp>
          <p:nvSpPr>
            <p:cNvPr id="42" name="文本框 41">
              <a:extLst>
                <a:ext uri="{FF2B5EF4-FFF2-40B4-BE49-F238E27FC236}">
                  <a16:creationId xmlns:a16="http://schemas.microsoft.com/office/drawing/2014/main" id="{27FB3FAF-57C6-D010-D884-EC0D9D757D81}"/>
                </a:ext>
              </a:extLst>
            </p:cNvPr>
            <p:cNvSpPr txBox="1"/>
            <p:nvPr/>
          </p:nvSpPr>
          <p:spPr>
            <a:xfrm>
              <a:off x="3289732" y="5755484"/>
              <a:ext cx="160075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答辩学生：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3" name="graduate_57239">
              <a:extLst>
                <a:ext uri="{FF2B5EF4-FFF2-40B4-BE49-F238E27FC236}">
                  <a16:creationId xmlns:a16="http://schemas.microsoft.com/office/drawing/2014/main" id="{60DF3F55-EBDD-70CC-22DC-F96ACF7060E6}"/>
                </a:ext>
              </a:extLst>
            </p:cNvPr>
            <p:cNvSpPr/>
            <p:nvPr/>
          </p:nvSpPr>
          <p:spPr>
            <a:xfrm>
              <a:off x="3086965" y="5748954"/>
              <a:ext cx="211529" cy="307777"/>
            </a:xfrm>
            <a:custGeom>
              <a:avLst/>
              <a:gdLst>
                <a:gd name="connsiteX0" fmla="*/ 142468 w 412043"/>
                <a:gd name="connsiteY0" fmla="*/ 396851 h 599527"/>
                <a:gd name="connsiteX1" fmla="*/ 153964 w 412043"/>
                <a:gd name="connsiteY1" fmla="*/ 405753 h 599527"/>
                <a:gd name="connsiteX2" fmla="*/ 144814 w 412043"/>
                <a:gd name="connsiteY2" fmla="*/ 585910 h 599527"/>
                <a:gd name="connsiteX3" fmla="*/ 135898 w 412043"/>
                <a:gd name="connsiteY3" fmla="*/ 595046 h 599527"/>
                <a:gd name="connsiteX4" fmla="*/ 15768 w 412043"/>
                <a:gd name="connsiteY4" fmla="*/ 599498 h 599527"/>
                <a:gd name="connsiteX5" fmla="*/ 6383 w 412043"/>
                <a:gd name="connsiteY5" fmla="*/ 590127 h 599527"/>
                <a:gd name="connsiteX6" fmla="*/ 142468 w 412043"/>
                <a:gd name="connsiteY6" fmla="*/ 396851 h 599527"/>
                <a:gd name="connsiteX7" fmla="*/ 275305 w 412043"/>
                <a:gd name="connsiteY7" fmla="*/ 271238 h 599527"/>
                <a:gd name="connsiteX8" fmla="*/ 222034 w 412043"/>
                <a:gd name="connsiteY8" fmla="*/ 284828 h 599527"/>
                <a:gd name="connsiteX9" fmla="*/ 158437 w 412043"/>
                <a:gd name="connsiteY9" fmla="*/ 287640 h 599527"/>
                <a:gd name="connsiteX10" fmla="*/ 99299 w 412043"/>
                <a:gd name="connsiteY10" fmla="*/ 277096 h 599527"/>
                <a:gd name="connsiteX11" fmla="*/ 205137 w 412043"/>
                <a:gd name="connsiteY11" fmla="*/ 392382 h 599527"/>
                <a:gd name="connsiteX12" fmla="*/ 312148 w 412043"/>
                <a:gd name="connsiteY12" fmla="*/ 309432 h 599527"/>
                <a:gd name="connsiteX13" fmla="*/ 305108 w 412043"/>
                <a:gd name="connsiteY13" fmla="*/ 310604 h 599527"/>
                <a:gd name="connsiteX14" fmla="*/ 275305 w 412043"/>
                <a:gd name="connsiteY14" fmla="*/ 271238 h 599527"/>
                <a:gd name="connsiteX15" fmla="*/ 93667 w 412043"/>
                <a:gd name="connsiteY15" fmla="*/ 210314 h 599527"/>
                <a:gd name="connsiteX16" fmla="*/ 93667 w 412043"/>
                <a:gd name="connsiteY16" fmla="*/ 212892 h 599527"/>
                <a:gd name="connsiteX17" fmla="*/ 100003 w 412043"/>
                <a:gd name="connsiteY17" fmla="*/ 213595 h 599527"/>
                <a:gd name="connsiteX18" fmla="*/ 93667 w 412043"/>
                <a:gd name="connsiteY18" fmla="*/ 210314 h 599527"/>
                <a:gd name="connsiteX19" fmla="*/ 80202 w 412043"/>
                <a:gd name="connsiteY19" fmla="*/ 186355 h 599527"/>
                <a:gd name="connsiteX20" fmla="*/ 89443 w 412043"/>
                <a:gd name="connsiteY20" fmla="*/ 186413 h 599527"/>
                <a:gd name="connsiteX21" fmla="*/ 269203 w 412043"/>
                <a:gd name="connsiteY21" fmla="*/ 193209 h 599527"/>
                <a:gd name="connsiteX22" fmla="*/ 279059 w 412043"/>
                <a:gd name="connsiteY22" fmla="*/ 193209 h 599527"/>
                <a:gd name="connsiteX23" fmla="*/ 284222 w 412043"/>
                <a:gd name="connsiteY23" fmla="*/ 197661 h 599527"/>
                <a:gd name="connsiteX24" fmla="*/ 288681 w 412043"/>
                <a:gd name="connsiteY24" fmla="*/ 255304 h 599527"/>
                <a:gd name="connsiteX25" fmla="*/ 312383 w 412043"/>
                <a:gd name="connsiteY25" fmla="*/ 289280 h 599527"/>
                <a:gd name="connsiteX26" fmla="*/ 314965 w 412043"/>
                <a:gd name="connsiteY26" fmla="*/ 201175 h 599527"/>
                <a:gd name="connsiteX27" fmla="*/ 330688 w 412043"/>
                <a:gd name="connsiteY27" fmla="*/ 199067 h 599527"/>
                <a:gd name="connsiteX28" fmla="*/ 260051 w 412043"/>
                <a:gd name="connsiteY28" fmla="*/ 401287 h 599527"/>
                <a:gd name="connsiteX29" fmla="*/ 263102 w 412043"/>
                <a:gd name="connsiteY29" fmla="*/ 401990 h 599527"/>
                <a:gd name="connsiteX30" fmla="*/ 401325 w 412043"/>
                <a:gd name="connsiteY30" fmla="*/ 590150 h 599527"/>
                <a:gd name="connsiteX31" fmla="*/ 389591 w 412043"/>
                <a:gd name="connsiteY31" fmla="*/ 599289 h 599527"/>
                <a:gd name="connsiteX32" fmla="*/ 262867 w 412043"/>
                <a:gd name="connsiteY32" fmla="*/ 595071 h 599527"/>
                <a:gd name="connsiteX33" fmla="*/ 253480 w 412043"/>
                <a:gd name="connsiteY33" fmla="*/ 585698 h 599527"/>
                <a:gd name="connsiteX34" fmla="*/ 247144 w 412043"/>
                <a:gd name="connsiteY34" fmla="*/ 414643 h 599527"/>
                <a:gd name="connsiteX35" fmla="*/ 248786 w 412043"/>
                <a:gd name="connsiteY35" fmla="*/ 410660 h 599527"/>
                <a:gd name="connsiteX36" fmla="*/ 251603 w 412043"/>
                <a:gd name="connsiteY36" fmla="*/ 404802 h 599527"/>
                <a:gd name="connsiteX37" fmla="*/ 205137 w 412043"/>
                <a:gd name="connsiteY37" fmla="*/ 410894 h 599527"/>
                <a:gd name="connsiteX38" fmla="*/ 75362 w 412043"/>
                <a:gd name="connsiteY38" fmla="*/ 194380 h 599527"/>
                <a:gd name="connsiteX39" fmla="*/ 80202 w 412043"/>
                <a:gd name="connsiteY39" fmla="*/ 186355 h 599527"/>
                <a:gd name="connsiteX40" fmla="*/ 204675 w 412043"/>
                <a:gd name="connsiteY40" fmla="*/ 1071 h 599527"/>
                <a:gd name="connsiteX41" fmla="*/ 297143 w 412043"/>
                <a:gd name="connsiteY41" fmla="*/ 36212 h 599527"/>
                <a:gd name="connsiteX42" fmla="*/ 407917 w 412043"/>
                <a:gd name="connsiteY42" fmla="*/ 88689 h 599527"/>
                <a:gd name="connsiteX43" fmla="*/ 405335 w 412043"/>
                <a:gd name="connsiteY43" fmla="*/ 105790 h 599527"/>
                <a:gd name="connsiteX44" fmla="*/ 367785 w 412043"/>
                <a:gd name="connsiteY44" fmla="*/ 126172 h 599527"/>
                <a:gd name="connsiteX45" fmla="*/ 313102 w 412043"/>
                <a:gd name="connsiteY45" fmla="*/ 136948 h 599527"/>
                <a:gd name="connsiteX46" fmla="*/ 200216 w 412043"/>
                <a:gd name="connsiteY46" fmla="*/ 93608 h 599527"/>
                <a:gd name="connsiteX47" fmla="*/ 282123 w 412043"/>
                <a:gd name="connsiteY47" fmla="*/ 147256 h 599527"/>
                <a:gd name="connsiteX48" fmla="*/ 285643 w 412043"/>
                <a:gd name="connsiteY48" fmla="*/ 153347 h 599527"/>
                <a:gd name="connsiteX49" fmla="*/ 285174 w 412043"/>
                <a:gd name="connsiteY49" fmla="*/ 165530 h 599527"/>
                <a:gd name="connsiteX50" fmla="*/ 172757 w 412043"/>
                <a:gd name="connsiteY50" fmla="*/ 198328 h 599527"/>
                <a:gd name="connsiteX51" fmla="*/ 8474 w 412043"/>
                <a:gd name="connsiteY51" fmla="*/ 110242 h 599527"/>
                <a:gd name="connsiteX52" fmla="*/ 3310 w 412043"/>
                <a:gd name="connsiteY52" fmla="*/ 97122 h 599527"/>
                <a:gd name="connsiteX53" fmla="*/ 113146 w 412043"/>
                <a:gd name="connsiteY53" fmla="*/ 45114 h 599527"/>
                <a:gd name="connsiteX54" fmla="*/ 204675 w 412043"/>
                <a:gd name="connsiteY54" fmla="*/ 1071 h 5995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412043" h="599527">
                  <a:moveTo>
                    <a:pt x="142468" y="396851"/>
                  </a:moveTo>
                  <a:cubicBezTo>
                    <a:pt x="148333" y="395679"/>
                    <a:pt x="153730" y="399662"/>
                    <a:pt x="153964" y="405753"/>
                  </a:cubicBezTo>
                  <a:cubicBezTo>
                    <a:pt x="156545" y="464556"/>
                    <a:pt x="165461" y="529215"/>
                    <a:pt x="144814" y="585910"/>
                  </a:cubicBezTo>
                  <a:cubicBezTo>
                    <a:pt x="145048" y="590595"/>
                    <a:pt x="142233" y="595515"/>
                    <a:pt x="135898" y="595046"/>
                  </a:cubicBezTo>
                  <a:cubicBezTo>
                    <a:pt x="95776" y="591532"/>
                    <a:pt x="55889" y="595046"/>
                    <a:pt x="15768" y="599498"/>
                  </a:cubicBezTo>
                  <a:cubicBezTo>
                    <a:pt x="10606" y="599966"/>
                    <a:pt x="6383" y="594812"/>
                    <a:pt x="6383" y="590127"/>
                  </a:cubicBezTo>
                  <a:cubicBezTo>
                    <a:pt x="5913" y="512348"/>
                    <a:pt x="62224" y="414655"/>
                    <a:pt x="142468" y="396851"/>
                  </a:cubicBezTo>
                  <a:close/>
                  <a:moveTo>
                    <a:pt x="275305" y="271238"/>
                  </a:moveTo>
                  <a:cubicBezTo>
                    <a:pt x="260285" y="280845"/>
                    <a:pt x="239165" y="282251"/>
                    <a:pt x="222034" y="284828"/>
                  </a:cubicBezTo>
                  <a:cubicBezTo>
                    <a:pt x="201148" y="287875"/>
                    <a:pt x="179557" y="289280"/>
                    <a:pt x="158437" y="287640"/>
                  </a:cubicBezTo>
                  <a:cubicBezTo>
                    <a:pt x="143887" y="286469"/>
                    <a:pt x="116899" y="285531"/>
                    <a:pt x="99299" y="277096"/>
                  </a:cubicBezTo>
                  <a:cubicBezTo>
                    <a:pt x="110329" y="336145"/>
                    <a:pt x="139663" y="391679"/>
                    <a:pt x="205137" y="392382"/>
                  </a:cubicBezTo>
                  <a:cubicBezTo>
                    <a:pt x="262163" y="392851"/>
                    <a:pt x="296895" y="356062"/>
                    <a:pt x="312148" y="309432"/>
                  </a:cubicBezTo>
                  <a:cubicBezTo>
                    <a:pt x="310036" y="310135"/>
                    <a:pt x="307690" y="310604"/>
                    <a:pt x="305108" y="310604"/>
                  </a:cubicBezTo>
                  <a:cubicBezTo>
                    <a:pt x="287977" y="310604"/>
                    <a:pt x="279294" y="293030"/>
                    <a:pt x="275305" y="271238"/>
                  </a:cubicBezTo>
                  <a:close/>
                  <a:moveTo>
                    <a:pt x="93667" y="210314"/>
                  </a:moveTo>
                  <a:cubicBezTo>
                    <a:pt x="93667" y="211251"/>
                    <a:pt x="93667" y="212189"/>
                    <a:pt x="93667" y="212892"/>
                  </a:cubicBezTo>
                  <a:cubicBezTo>
                    <a:pt x="95779" y="213126"/>
                    <a:pt x="97891" y="213360"/>
                    <a:pt x="100003" y="213595"/>
                  </a:cubicBezTo>
                  <a:cubicBezTo>
                    <a:pt x="97891" y="212423"/>
                    <a:pt x="95779" y="211486"/>
                    <a:pt x="93667" y="210314"/>
                  </a:cubicBezTo>
                  <a:close/>
                  <a:moveTo>
                    <a:pt x="80202" y="186355"/>
                  </a:moveTo>
                  <a:cubicBezTo>
                    <a:pt x="82872" y="184714"/>
                    <a:pt x="86275" y="184422"/>
                    <a:pt x="89443" y="186413"/>
                  </a:cubicBezTo>
                  <a:cubicBezTo>
                    <a:pt x="144356" y="220156"/>
                    <a:pt x="213820" y="232340"/>
                    <a:pt x="269203" y="193209"/>
                  </a:cubicBezTo>
                  <a:cubicBezTo>
                    <a:pt x="272958" y="190397"/>
                    <a:pt x="276713" y="191100"/>
                    <a:pt x="279059" y="193209"/>
                  </a:cubicBezTo>
                  <a:cubicBezTo>
                    <a:pt x="281641" y="192271"/>
                    <a:pt x="284692" y="194380"/>
                    <a:pt x="284222" y="197661"/>
                  </a:cubicBezTo>
                  <a:cubicBezTo>
                    <a:pt x="281876" y="216172"/>
                    <a:pt x="285630" y="237261"/>
                    <a:pt x="288681" y="255304"/>
                  </a:cubicBezTo>
                  <a:cubicBezTo>
                    <a:pt x="289620" y="261162"/>
                    <a:pt x="304404" y="314587"/>
                    <a:pt x="312383" y="289280"/>
                  </a:cubicBezTo>
                  <a:cubicBezTo>
                    <a:pt x="321301" y="261162"/>
                    <a:pt x="315434" y="229997"/>
                    <a:pt x="314965" y="201175"/>
                  </a:cubicBezTo>
                  <a:cubicBezTo>
                    <a:pt x="314730" y="192037"/>
                    <a:pt x="328341" y="190397"/>
                    <a:pt x="330688" y="199067"/>
                  </a:cubicBezTo>
                  <a:cubicBezTo>
                    <a:pt x="349227" y="270300"/>
                    <a:pt x="328576" y="369887"/>
                    <a:pt x="260051" y="401287"/>
                  </a:cubicBezTo>
                  <a:cubicBezTo>
                    <a:pt x="261224" y="401287"/>
                    <a:pt x="262163" y="401521"/>
                    <a:pt x="263102" y="401990"/>
                  </a:cubicBezTo>
                  <a:cubicBezTo>
                    <a:pt x="332330" y="431983"/>
                    <a:pt x="406018" y="510481"/>
                    <a:pt x="401325" y="590150"/>
                  </a:cubicBezTo>
                  <a:cubicBezTo>
                    <a:pt x="401090" y="596711"/>
                    <a:pt x="395693" y="600226"/>
                    <a:pt x="389591" y="599289"/>
                  </a:cubicBezTo>
                  <a:cubicBezTo>
                    <a:pt x="347584" y="591790"/>
                    <a:pt x="305108" y="600460"/>
                    <a:pt x="262867" y="595071"/>
                  </a:cubicBezTo>
                  <a:cubicBezTo>
                    <a:pt x="257704" y="594368"/>
                    <a:pt x="253480" y="591322"/>
                    <a:pt x="253480" y="585698"/>
                  </a:cubicBezTo>
                  <a:cubicBezTo>
                    <a:pt x="252776" y="529226"/>
                    <a:pt x="239634" y="471115"/>
                    <a:pt x="247144" y="414643"/>
                  </a:cubicBezTo>
                  <a:cubicBezTo>
                    <a:pt x="247378" y="413003"/>
                    <a:pt x="248082" y="411831"/>
                    <a:pt x="248786" y="410660"/>
                  </a:cubicBezTo>
                  <a:cubicBezTo>
                    <a:pt x="249021" y="408551"/>
                    <a:pt x="249960" y="406442"/>
                    <a:pt x="251603" y="404802"/>
                  </a:cubicBezTo>
                  <a:cubicBezTo>
                    <a:pt x="237757" y="409722"/>
                    <a:pt x="222268" y="411831"/>
                    <a:pt x="205137" y="410894"/>
                  </a:cubicBezTo>
                  <a:cubicBezTo>
                    <a:pt x="96248" y="404802"/>
                    <a:pt x="70903" y="284360"/>
                    <a:pt x="75362" y="194380"/>
                  </a:cubicBezTo>
                  <a:cubicBezTo>
                    <a:pt x="75597" y="190983"/>
                    <a:pt x="77533" y="187995"/>
                    <a:pt x="80202" y="186355"/>
                  </a:cubicBezTo>
                  <a:close/>
                  <a:moveTo>
                    <a:pt x="204675" y="1071"/>
                  </a:moveTo>
                  <a:cubicBezTo>
                    <a:pt x="234481" y="-6191"/>
                    <a:pt x="272031" y="25435"/>
                    <a:pt x="297143" y="36212"/>
                  </a:cubicBezTo>
                  <a:cubicBezTo>
                    <a:pt x="334459" y="52142"/>
                    <a:pt x="374121" y="65730"/>
                    <a:pt x="407917" y="88689"/>
                  </a:cubicBezTo>
                  <a:cubicBezTo>
                    <a:pt x="415192" y="93843"/>
                    <a:pt x="411907" y="104150"/>
                    <a:pt x="405335" y="105790"/>
                  </a:cubicBezTo>
                  <a:cubicBezTo>
                    <a:pt x="398295" y="117035"/>
                    <a:pt x="379519" y="122189"/>
                    <a:pt x="367785" y="126172"/>
                  </a:cubicBezTo>
                  <a:cubicBezTo>
                    <a:pt x="351122" y="132029"/>
                    <a:pt x="331173" y="139291"/>
                    <a:pt x="313102" y="136948"/>
                  </a:cubicBezTo>
                  <a:cubicBezTo>
                    <a:pt x="271562" y="131092"/>
                    <a:pt x="243164" y="83769"/>
                    <a:pt x="200216" y="93608"/>
                  </a:cubicBezTo>
                  <a:cubicBezTo>
                    <a:pt x="211481" y="122658"/>
                    <a:pt x="255368" y="139760"/>
                    <a:pt x="282123" y="147256"/>
                  </a:cubicBezTo>
                  <a:cubicBezTo>
                    <a:pt x="285174" y="148193"/>
                    <a:pt x="286113" y="150770"/>
                    <a:pt x="285643" y="153347"/>
                  </a:cubicBezTo>
                  <a:cubicBezTo>
                    <a:pt x="288459" y="156627"/>
                    <a:pt x="289398" y="161547"/>
                    <a:pt x="285174" y="165530"/>
                  </a:cubicBezTo>
                  <a:cubicBezTo>
                    <a:pt x="254899" y="193408"/>
                    <a:pt x="213358" y="214961"/>
                    <a:pt x="172757" y="198328"/>
                  </a:cubicBezTo>
                  <a:cubicBezTo>
                    <a:pt x="115493" y="174666"/>
                    <a:pt x="65738" y="134840"/>
                    <a:pt x="8474" y="110242"/>
                  </a:cubicBezTo>
                  <a:cubicBezTo>
                    <a:pt x="728" y="112584"/>
                    <a:pt x="-3261" y="101339"/>
                    <a:pt x="3310" y="97122"/>
                  </a:cubicBezTo>
                  <a:cubicBezTo>
                    <a:pt x="37341" y="75569"/>
                    <a:pt x="76769" y="61982"/>
                    <a:pt x="113146" y="45114"/>
                  </a:cubicBezTo>
                  <a:cubicBezTo>
                    <a:pt x="142482" y="31526"/>
                    <a:pt x="173226" y="8568"/>
                    <a:pt x="204675" y="1071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4" name="university-teacher_65684">
              <a:extLst>
                <a:ext uri="{FF2B5EF4-FFF2-40B4-BE49-F238E27FC236}">
                  <a16:creationId xmlns:a16="http://schemas.microsoft.com/office/drawing/2014/main" id="{B8251D8E-7A1F-698F-A950-9FDEB4F6EC22}"/>
                </a:ext>
              </a:extLst>
            </p:cNvPr>
            <p:cNvSpPr/>
            <p:nvPr/>
          </p:nvSpPr>
          <p:spPr>
            <a:xfrm>
              <a:off x="5172715" y="5746019"/>
              <a:ext cx="138508" cy="307777"/>
            </a:xfrm>
            <a:custGeom>
              <a:avLst/>
              <a:gdLst>
                <a:gd name="T0" fmla="*/ 215 w 257"/>
                <a:gd name="T1" fmla="*/ 163 h 572"/>
                <a:gd name="T2" fmla="*/ 201 w 257"/>
                <a:gd name="T3" fmla="*/ 163 h 572"/>
                <a:gd name="T4" fmla="*/ 226 w 257"/>
                <a:gd name="T5" fmla="*/ 97 h 572"/>
                <a:gd name="T6" fmla="*/ 129 w 257"/>
                <a:gd name="T7" fmla="*/ 0 h 572"/>
                <a:gd name="T8" fmla="*/ 31 w 257"/>
                <a:gd name="T9" fmla="*/ 97 h 572"/>
                <a:gd name="T10" fmla="*/ 56 w 257"/>
                <a:gd name="T11" fmla="*/ 163 h 572"/>
                <a:gd name="T12" fmla="*/ 42 w 257"/>
                <a:gd name="T13" fmla="*/ 163 h 572"/>
                <a:gd name="T14" fmla="*/ 0 w 257"/>
                <a:gd name="T15" fmla="*/ 205 h 572"/>
                <a:gd name="T16" fmla="*/ 0 w 257"/>
                <a:gd name="T17" fmla="*/ 323 h 572"/>
                <a:gd name="T18" fmla="*/ 39 w 257"/>
                <a:gd name="T19" fmla="*/ 365 h 572"/>
                <a:gd name="T20" fmla="*/ 39 w 257"/>
                <a:gd name="T21" fmla="*/ 522 h 572"/>
                <a:gd name="T22" fmla="*/ 89 w 257"/>
                <a:gd name="T23" fmla="*/ 572 h 572"/>
                <a:gd name="T24" fmla="*/ 128 w 257"/>
                <a:gd name="T25" fmla="*/ 554 h 572"/>
                <a:gd name="T26" fmla="*/ 167 w 257"/>
                <a:gd name="T27" fmla="*/ 572 h 572"/>
                <a:gd name="T28" fmla="*/ 218 w 257"/>
                <a:gd name="T29" fmla="*/ 522 h 572"/>
                <a:gd name="T30" fmla="*/ 218 w 257"/>
                <a:gd name="T31" fmla="*/ 365 h 572"/>
                <a:gd name="T32" fmla="*/ 257 w 257"/>
                <a:gd name="T33" fmla="*/ 323 h 572"/>
                <a:gd name="T34" fmla="*/ 257 w 257"/>
                <a:gd name="T35" fmla="*/ 205 h 572"/>
                <a:gd name="T36" fmla="*/ 215 w 257"/>
                <a:gd name="T37" fmla="*/ 163 h 572"/>
                <a:gd name="T38" fmla="*/ 160 w 257"/>
                <a:gd name="T39" fmla="*/ 289 h 572"/>
                <a:gd name="T40" fmla="*/ 133 w 257"/>
                <a:gd name="T41" fmla="*/ 316 h 572"/>
                <a:gd name="T42" fmla="*/ 128 w 257"/>
                <a:gd name="T43" fmla="*/ 318 h 572"/>
                <a:gd name="T44" fmla="*/ 124 w 257"/>
                <a:gd name="T45" fmla="*/ 316 h 572"/>
                <a:gd name="T46" fmla="*/ 96 w 257"/>
                <a:gd name="T47" fmla="*/ 289 h 572"/>
                <a:gd name="T48" fmla="*/ 95 w 257"/>
                <a:gd name="T49" fmla="*/ 283 h 572"/>
                <a:gd name="T50" fmla="*/ 112 w 257"/>
                <a:gd name="T51" fmla="*/ 213 h 572"/>
                <a:gd name="T52" fmla="*/ 97 w 257"/>
                <a:gd name="T53" fmla="*/ 199 h 572"/>
                <a:gd name="T54" fmla="*/ 96 w 257"/>
                <a:gd name="T55" fmla="*/ 192 h 572"/>
                <a:gd name="T56" fmla="*/ 101 w 257"/>
                <a:gd name="T57" fmla="*/ 188 h 572"/>
                <a:gd name="T58" fmla="*/ 155 w 257"/>
                <a:gd name="T59" fmla="*/ 188 h 572"/>
                <a:gd name="T60" fmla="*/ 161 w 257"/>
                <a:gd name="T61" fmla="*/ 192 h 572"/>
                <a:gd name="T62" fmla="*/ 159 w 257"/>
                <a:gd name="T63" fmla="*/ 199 h 572"/>
                <a:gd name="T64" fmla="*/ 145 w 257"/>
                <a:gd name="T65" fmla="*/ 213 h 572"/>
                <a:gd name="T66" fmla="*/ 162 w 257"/>
                <a:gd name="T67" fmla="*/ 283 h 572"/>
                <a:gd name="T68" fmla="*/ 160 w 257"/>
                <a:gd name="T69" fmla="*/ 289 h 5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57" h="572">
                  <a:moveTo>
                    <a:pt x="215" y="163"/>
                  </a:moveTo>
                  <a:lnTo>
                    <a:pt x="201" y="163"/>
                  </a:lnTo>
                  <a:cubicBezTo>
                    <a:pt x="216" y="145"/>
                    <a:pt x="226" y="123"/>
                    <a:pt x="226" y="97"/>
                  </a:cubicBezTo>
                  <a:cubicBezTo>
                    <a:pt x="226" y="44"/>
                    <a:pt x="182" y="0"/>
                    <a:pt x="129" y="0"/>
                  </a:cubicBezTo>
                  <a:cubicBezTo>
                    <a:pt x="75" y="0"/>
                    <a:pt x="31" y="44"/>
                    <a:pt x="31" y="97"/>
                  </a:cubicBezTo>
                  <a:cubicBezTo>
                    <a:pt x="31" y="123"/>
                    <a:pt x="41" y="145"/>
                    <a:pt x="56" y="163"/>
                  </a:cubicBezTo>
                  <a:lnTo>
                    <a:pt x="42" y="163"/>
                  </a:lnTo>
                  <a:cubicBezTo>
                    <a:pt x="19" y="163"/>
                    <a:pt x="0" y="181"/>
                    <a:pt x="0" y="205"/>
                  </a:cubicBezTo>
                  <a:lnTo>
                    <a:pt x="0" y="323"/>
                  </a:lnTo>
                  <a:cubicBezTo>
                    <a:pt x="0" y="345"/>
                    <a:pt x="17" y="363"/>
                    <a:pt x="39" y="365"/>
                  </a:cubicBezTo>
                  <a:lnTo>
                    <a:pt x="39" y="522"/>
                  </a:lnTo>
                  <a:cubicBezTo>
                    <a:pt x="39" y="550"/>
                    <a:pt x="61" y="572"/>
                    <a:pt x="89" y="572"/>
                  </a:cubicBezTo>
                  <a:cubicBezTo>
                    <a:pt x="105" y="572"/>
                    <a:pt x="119" y="565"/>
                    <a:pt x="128" y="554"/>
                  </a:cubicBezTo>
                  <a:cubicBezTo>
                    <a:pt x="137" y="565"/>
                    <a:pt x="151" y="572"/>
                    <a:pt x="167" y="572"/>
                  </a:cubicBezTo>
                  <a:cubicBezTo>
                    <a:pt x="195" y="572"/>
                    <a:pt x="218" y="550"/>
                    <a:pt x="218" y="522"/>
                  </a:cubicBezTo>
                  <a:lnTo>
                    <a:pt x="218" y="365"/>
                  </a:lnTo>
                  <a:cubicBezTo>
                    <a:pt x="239" y="363"/>
                    <a:pt x="257" y="345"/>
                    <a:pt x="257" y="323"/>
                  </a:cubicBezTo>
                  <a:lnTo>
                    <a:pt x="257" y="205"/>
                  </a:lnTo>
                  <a:cubicBezTo>
                    <a:pt x="257" y="181"/>
                    <a:pt x="238" y="163"/>
                    <a:pt x="215" y="163"/>
                  </a:cubicBezTo>
                  <a:close/>
                  <a:moveTo>
                    <a:pt x="160" y="289"/>
                  </a:moveTo>
                  <a:lnTo>
                    <a:pt x="133" y="316"/>
                  </a:lnTo>
                  <a:cubicBezTo>
                    <a:pt x="131" y="318"/>
                    <a:pt x="130" y="318"/>
                    <a:pt x="128" y="318"/>
                  </a:cubicBezTo>
                  <a:cubicBezTo>
                    <a:pt x="127" y="318"/>
                    <a:pt x="125" y="318"/>
                    <a:pt x="124" y="316"/>
                  </a:cubicBezTo>
                  <a:lnTo>
                    <a:pt x="96" y="289"/>
                  </a:lnTo>
                  <a:cubicBezTo>
                    <a:pt x="95" y="287"/>
                    <a:pt x="94" y="285"/>
                    <a:pt x="95" y="283"/>
                  </a:cubicBezTo>
                  <a:lnTo>
                    <a:pt x="112" y="213"/>
                  </a:lnTo>
                  <a:lnTo>
                    <a:pt x="97" y="199"/>
                  </a:lnTo>
                  <a:cubicBezTo>
                    <a:pt x="95" y="197"/>
                    <a:pt x="95" y="194"/>
                    <a:pt x="96" y="192"/>
                  </a:cubicBezTo>
                  <a:cubicBezTo>
                    <a:pt x="97" y="189"/>
                    <a:pt x="99" y="188"/>
                    <a:pt x="101" y="188"/>
                  </a:cubicBezTo>
                  <a:lnTo>
                    <a:pt x="155" y="188"/>
                  </a:lnTo>
                  <a:cubicBezTo>
                    <a:pt x="157" y="188"/>
                    <a:pt x="160" y="189"/>
                    <a:pt x="161" y="192"/>
                  </a:cubicBezTo>
                  <a:cubicBezTo>
                    <a:pt x="162" y="194"/>
                    <a:pt x="161" y="197"/>
                    <a:pt x="159" y="199"/>
                  </a:cubicBezTo>
                  <a:lnTo>
                    <a:pt x="145" y="213"/>
                  </a:lnTo>
                  <a:lnTo>
                    <a:pt x="162" y="283"/>
                  </a:lnTo>
                  <a:cubicBezTo>
                    <a:pt x="162" y="285"/>
                    <a:pt x="162" y="287"/>
                    <a:pt x="160" y="289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en-US">
                <a:cs typeface="+mn-ea"/>
                <a:sym typeface="+mn-lt"/>
              </a:endParaRPr>
            </a:p>
          </p:txBody>
        </p: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F79A437E-E769-01AB-60F4-84DBA0532552}"/>
                </a:ext>
              </a:extLst>
            </p:cNvPr>
            <p:cNvSpPr txBox="1"/>
            <p:nvPr/>
          </p:nvSpPr>
          <p:spPr>
            <a:xfrm>
              <a:off x="5350829" y="5755484"/>
              <a:ext cx="177743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tx1">
                      <a:lumMod val="65000"/>
                      <a:lumOff val="35000"/>
                    </a:schemeClr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指导老师：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51PPT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15E1036B-6739-ADC5-EB5A-E963B0EBD8FE}"/>
                </a:ext>
              </a:extLst>
            </p:cNvPr>
            <p:cNvSpPr txBox="1"/>
            <p:nvPr/>
          </p:nvSpPr>
          <p:spPr>
            <a:xfrm>
              <a:off x="7436830" y="5748954"/>
              <a:ext cx="166820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>
                <a:defRPr sz="1000" b="1">
                  <a:solidFill>
                    <a:schemeClr val="bg1"/>
                  </a:solidFill>
                  <a:latin typeface="阿里巴巴普惠体 2.0 55 Regular" panose="00020600040101010101" pitchFamily="18" charset="-122"/>
                  <a:ea typeface="阿里巴巴普惠体 2.0 55 Regular" panose="00020600040101010101" pitchFamily="18" charset="-122"/>
                  <a:cs typeface="阿里巴巴普惠体 2.0 55 Regular" panose="00020600040101010101" pitchFamily="18" charset="-122"/>
                </a:defRPr>
              </a:lvl1pPr>
            </a:lstStyle>
            <a:p>
              <a:r>
                <a:rPr lang="zh-CN" altLang="en-US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时间：</a:t>
              </a:r>
              <a:r>
                <a:rPr lang="en-US" altLang="zh-CN" sz="1400" dirty="0">
                  <a:solidFill>
                    <a:schemeClr val="tx1">
                      <a:lumMod val="75000"/>
                      <a:lumOff val="25000"/>
                    </a:schemeClr>
                  </a:solidFill>
                  <a:latin typeface="+mn-lt"/>
                  <a:ea typeface="+mn-ea"/>
                  <a:cs typeface="+mn-ea"/>
                  <a:sym typeface="+mn-lt"/>
                </a:rPr>
                <a:t>2026.04.07</a:t>
              </a:r>
              <a:endParaRPr lang="zh-CN" altLang="en-US" sz="1400" dirty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ea"/>
                <a:sym typeface="+mn-lt"/>
              </a:endParaRPr>
            </a:p>
          </p:txBody>
        </p:sp>
        <p:grpSp>
          <p:nvGrpSpPr>
            <p:cNvPr id="47" name="组合 46">
              <a:extLst>
                <a:ext uri="{FF2B5EF4-FFF2-40B4-BE49-F238E27FC236}">
                  <a16:creationId xmlns:a16="http://schemas.microsoft.com/office/drawing/2014/main" id="{794F446B-DB1E-495D-10F5-E906D1C655F5}"/>
                </a:ext>
              </a:extLst>
            </p:cNvPr>
            <p:cNvGrpSpPr/>
            <p:nvPr/>
          </p:nvGrpSpPr>
          <p:grpSpPr>
            <a:xfrm>
              <a:off x="7194542" y="5764188"/>
              <a:ext cx="261152" cy="261152"/>
              <a:chOff x="8223250" y="6921890"/>
              <a:chExt cx="723900" cy="723900"/>
            </a:xfrm>
            <a:solidFill>
              <a:srgbClr val="397DF9"/>
            </a:solidFill>
          </p:grpSpPr>
          <p:sp>
            <p:nvSpPr>
              <p:cNvPr id="48" name="任意多边形: 形状 47">
                <a:extLst>
                  <a:ext uri="{FF2B5EF4-FFF2-40B4-BE49-F238E27FC236}">
                    <a16:creationId xmlns:a16="http://schemas.microsoft.com/office/drawing/2014/main" id="{AD7D7CAC-75BC-B264-ABFC-9D557B39290D}"/>
                  </a:ext>
                </a:extLst>
              </p:cNvPr>
              <p:cNvSpPr/>
              <p:nvPr/>
            </p:nvSpPr>
            <p:spPr>
              <a:xfrm>
                <a:off x="8223250" y="6921890"/>
                <a:ext cx="723900" cy="723900"/>
              </a:xfrm>
              <a:custGeom>
                <a:avLst/>
                <a:gdLst>
                  <a:gd name="connsiteX0" fmla="*/ 361950 w 723900"/>
                  <a:gd name="connsiteY0" fmla="*/ 666750 h 723900"/>
                  <a:gd name="connsiteX1" fmla="*/ 57150 w 723900"/>
                  <a:gd name="connsiteY1" fmla="*/ 361950 h 723900"/>
                  <a:gd name="connsiteX2" fmla="*/ 361950 w 723900"/>
                  <a:gd name="connsiteY2" fmla="*/ 57150 h 723900"/>
                  <a:gd name="connsiteX3" fmla="*/ 666750 w 723900"/>
                  <a:gd name="connsiteY3" fmla="*/ 361950 h 723900"/>
                  <a:gd name="connsiteX4" fmla="*/ 361950 w 723900"/>
                  <a:gd name="connsiteY4" fmla="*/ 666750 h 723900"/>
                  <a:gd name="connsiteX5" fmla="*/ 361950 w 723900"/>
                  <a:gd name="connsiteY5" fmla="*/ 0 h 723900"/>
                  <a:gd name="connsiteX6" fmla="*/ 0 w 723900"/>
                  <a:gd name="connsiteY6" fmla="*/ 361950 h 723900"/>
                  <a:gd name="connsiteX7" fmla="*/ 361950 w 723900"/>
                  <a:gd name="connsiteY7" fmla="*/ 723900 h 723900"/>
                  <a:gd name="connsiteX8" fmla="*/ 723900 w 723900"/>
                  <a:gd name="connsiteY8" fmla="*/ 361950 h 723900"/>
                  <a:gd name="connsiteX9" fmla="*/ 361950 w 723900"/>
                  <a:gd name="connsiteY9" fmla="*/ 0 h 7239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</a:cxnLst>
                <a:rect l="l" t="t" r="r" b="b"/>
                <a:pathLst>
                  <a:path w="723900" h="723900">
                    <a:moveTo>
                      <a:pt x="361950" y="666750"/>
                    </a:moveTo>
                    <a:cubicBezTo>
                      <a:pt x="194310" y="666750"/>
                      <a:pt x="57150" y="529590"/>
                      <a:pt x="57150" y="361950"/>
                    </a:cubicBezTo>
                    <a:cubicBezTo>
                      <a:pt x="57150" y="194310"/>
                      <a:pt x="194310" y="57150"/>
                      <a:pt x="361950" y="57150"/>
                    </a:cubicBezTo>
                    <a:cubicBezTo>
                      <a:pt x="529590" y="57150"/>
                      <a:pt x="666750" y="194310"/>
                      <a:pt x="666750" y="361950"/>
                    </a:cubicBezTo>
                    <a:cubicBezTo>
                      <a:pt x="666750" y="529590"/>
                      <a:pt x="529590" y="666750"/>
                      <a:pt x="361950" y="666750"/>
                    </a:cubicBezTo>
                    <a:close/>
                    <a:moveTo>
                      <a:pt x="361950" y="0"/>
                    </a:moveTo>
                    <a:cubicBezTo>
                      <a:pt x="161925" y="0"/>
                      <a:pt x="0" y="161925"/>
                      <a:pt x="0" y="361950"/>
                    </a:cubicBezTo>
                    <a:cubicBezTo>
                      <a:pt x="0" y="561975"/>
                      <a:pt x="161925" y="723900"/>
                      <a:pt x="361950" y="723900"/>
                    </a:cubicBezTo>
                    <a:cubicBezTo>
                      <a:pt x="561975" y="723900"/>
                      <a:pt x="723900" y="561975"/>
                      <a:pt x="723900" y="361950"/>
                    </a:cubicBezTo>
                    <a:cubicBezTo>
                      <a:pt x="723900" y="161925"/>
                      <a:pt x="561975" y="0"/>
                      <a:pt x="361950" y="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49" name="任意多边形: 形状 48">
                <a:extLst>
                  <a:ext uri="{FF2B5EF4-FFF2-40B4-BE49-F238E27FC236}">
                    <a16:creationId xmlns:a16="http://schemas.microsoft.com/office/drawing/2014/main" id="{D9A689F3-6C68-A4EA-682C-0055A26DCE66}"/>
                  </a:ext>
                </a:extLst>
              </p:cNvPr>
              <p:cNvSpPr/>
              <p:nvPr/>
            </p:nvSpPr>
            <p:spPr>
              <a:xfrm>
                <a:off x="8566150" y="7093340"/>
                <a:ext cx="166687" cy="338137"/>
              </a:xfrm>
              <a:custGeom>
                <a:avLst/>
                <a:gdLst>
                  <a:gd name="connsiteX0" fmla="*/ 38100 w 166687"/>
                  <a:gd name="connsiteY0" fmla="*/ 0 h 338137"/>
                  <a:gd name="connsiteX1" fmla="*/ 0 w 166687"/>
                  <a:gd name="connsiteY1" fmla="*/ 0 h 338137"/>
                  <a:gd name="connsiteX2" fmla="*/ 0 w 166687"/>
                  <a:gd name="connsiteY2" fmla="*/ 190500 h 338137"/>
                  <a:gd name="connsiteX3" fmla="*/ 5715 w 166687"/>
                  <a:gd name="connsiteY3" fmla="*/ 203835 h 338137"/>
                  <a:gd name="connsiteX4" fmla="*/ 140018 w 166687"/>
                  <a:gd name="connsiteY4" fmla="*/ 338138 h 338137"/>
                  <a:gd name="connsiteX5" fmla="*/ 166688 w 166687"/>
                  <a:gd name="connsiteY5" fmla="*/ 311468 h 338137"/>
                  <a:gd name="connsiteX6" fmla="*/ 38100 w 166687"/>
                  <a:gd name="connsiteY6" fmla="*/ 182880 h 338137"/>
                  <a:gd name="connsiteX7" fmla="*/ 38100 w 166687"/>
                  <a:gd name="connsiteY7" fmla="*/ 0 h 3381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166687" h="338137">
                    <a:moveTo>
                      <a:pt x="38100" y="0"/>
                    </a:moveTo>
                    <a:lnTo>
                      <a:pt x="0" y="0"/>
                    </a:lnTo>
                    <a:lnTo>
                      <a:pt x="0" y="190500"/>
                    </a:lnTo>
                    <a:cubicBezTo>
                      <a:pt x="0" y="196215"/>
                      <a:pt x="1905" y="200977"/>
                      <a:pt x="5715" y="203835"/>
                    </a:cubicBezTo>
                    <a:lnTo>
                      <a:pt x="140018" y="338138"/>
                    </a:lnTo>
                    <a:lnTo>
                      <a:pt x="166688" y="311468"/>
                    </a:lnTo>
                    <a:lnTo>
                      <a:pt x="38100" y="182880"/>
                    </a:lnTo>
                    <a:lnTo>
                      <a:pt x="38100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0" name="任意多边形: 形状 49">
                <a:extLst>
                  <a:ext uri="{FF2B5EF4-FFF2-40B4-BE49-F238E27FC236}">
                    <a16:creationId xmlns:a16="http://schemas.microsoft.com/office/drawing/2014/main" id="{263BE636-A881-0BC9-8372-B221C308C10D}"/>
                  </a:ext>
                </a:extLst>
              </p:cNvPr>
              <p:cNvSpPr/>
              <p:nvPr/>
            </p:nvSpPr>
            <p:spPr>
              <a:xfrm>
                <a:off x="8566150" y="70171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1" name="任意多边形: 形状 50">
                <a:extLst>
                  <a:ext uri="{FF2B5EF4-FFF2-40B4-BE49-F238E27FC236}">
                    <a16:creationId xmlns:a16="http://schemas.microsoft.com/office/drawing/2014/main" id="{5EE01FA8-EA5F-CAB2-B494-02B9F6700342}"/>
                  </a:ext>
                </a:extLst>
              </p:cNvPr>
              <p:cNvSpPr/>
              <p:nvPr/>
            </p:nvSpPr>
            <p:spPr>
              <a:xfrm>
                <a:off x="8566150" y="751244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2" name="任意多边形: 形状 51">
                <a:extLst>
                  <a:ext uri="{FF2B5EF4-FFF2-40B4-BE49-F238E27FC236}">
                    <a16:creationId xmlns:a16="http://schemas.microsoft.com/office/drawing/2014/main" id="{A2FD559A-686A-5A73-2D91-6B936EC612D4}"/>
                  </a:ext>
                </a:extLst>
              </p:cNvPr>
              <p:cNvSpPr/>
              <p:nvPr/>
            </p:nvSpPr>
            <p:spPr>
              <a:xfrm>
                <a:off x="83185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3" name="任意多边形: 形状 52">
                <a:extLst>
                  <a:ext uri="{FF2B5EF4-FFF2-40B4-BE49-F238E27FC236}">
                    <a16:creationId xmlns:a16="http://schemas.microsoft.com/office/drawing/2014/main" id="{CD5B9257-4281-B33B-A5B3-0D102F510740}"/>
                  </a:ext>
                </a:extLst>
              </p:cNvPr>
              <p:cNvSpPr/>
              <p:nvPr/>
            </p:nvSpPr>
            <p:spPr>
              <a:xfrm>
                <a:off x="8813800" y="7264790"/>
                <a:ext cx="38100" cy="38100"/>
              </a:xfrm>
              <a:custGeom>
                <a:avLst/>
                <a:gdLst>
                  <a:gd name="connsiteX0" fmla="*/ 38100 w 38100"/>
                  <a:gd name="connsiteY0" fmla="*/ 19050 h 38100"/>
                  <a:gd name="connsiteX1" fmla="*/ 19050 w 38100"/>
                  <a:gd name="connsiteY1" fmla="*/ 38100 h 38100"/>
                  <a:gd name="connsiteX2" fmla="*/ 0 w 38100"/>
                  <a:gd name="connsiteY2" fmla="*/ 19050 h 38100"/>
                  <a:gd name="connsiteX3" fmla="*/ 19050 w 38100"/>
                  <a:gd name="connsiteY3" fmla="*/ 0 h 38100"/>
                  <a:gd name="connsiteX4" fmla="*/ 38100 w 38100"/>
                  <a:gd name="connsiteY4" fmla="*/ 19050 h 3810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38100" h="38100">
                    <a:moveTo>
                      <a:pt x="38100" y="19050"/>
                    </a:moveTo>
                    <a:cubicBezTo>
                      <a:pt x="38100" y="29571"/>
                      <a:pt x="29571" y="38100"/>
                      <a:pt x="19050" y="38100"/>
                    </a:cubicBezTo>
                    <a:cubicBezTo>
                      <a:pt x="8529" y="38100"/>
                      <a:pt x="0" y="29571"/>
                      <a:pt x="0" y="19050"/>
                    </a:cubicBezTo>
                    <a:cubicBezTo>
                      <a:pt x="0" y="8529"/>
                      <a:pt x="8529" y="0"/>
                      <a:pt x="19050" y="0"/>
                    </a:cubicBezTo>
                    <a:cubicBezTo>
                      <a:pt x="29571" y="0"/>
                      <a:pt x="38100" y="8529"/>
                      <a:pt x="38100" y="19050"/>
                    </a:cubicBez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cs typeface="+mn-ea"/>
                  <a:sym typeface="+mn-lt"/>
                </a:endParaRPr>
              </a:p>
            </p:txBody>
          </p:sp>
        </p:grpSp>
      </p:grpSp>
      <p:sp>
        <p:nvSpPr>
          <p:cNvPr id="54" name="文本框 53">
            <a:extLst>
              <a:ext uri="{FF2B5EF4-FFF2-40B4-BE49-F238E27FC236}">
                <a16:creationId xmlns:a16="http://schemas.microsoft.com/office/drawing/2014/main" id="{E70554C7-B902-311E-3D46-62EB47A69B97}"/>
              </a:ext>
            </a:extLst>
          </p:cNvPr>
          <p:cNvSpPr txBox="1"/>
          <p:nvPr/>
        </p:nvSpPr>
        <p:spPr>
          <a:xfrm>
            <a:off x="4124740" y="4837119"/>
            <a:ext cx="3971546" cy="5719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100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Your content to play here, or through paste in this box, and select only the text. Your content to play here</a:t>
            </a:r>
            <a:endParaRPr lang="zh-CN" altLang="en-US" sz="1100" dirty="0">
              <a:solidFill>
                <a:schemeClr val="tx1">
                  <a:lumMod val="75000"/>
                  <a:lumOff val="2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id="{49FF7726-6A41-487E-47E6-77AA85F0326A}"/>
              </a:ext>
            </a:extLst>
          </p:cNvPr>
          <p:cNvGrpSpPr/>
          <p:nvPr/>
        </p:nvGrpSpPr>
        <p:grpSpPr>
          <a:xfrm>
            <a:off x="5425435" y="768557"/>
            <a:ext cx="1341129" cy="616044"/>
            <a:chOff x="5425435" y="613045"/>
            <a:chExt cx="1341129" cy="616044"/>
          </a:xfrm>
          <a:solidFill>
            <a:srgbClr val="D5AC59"/>
          </a:solidFill>
        </p:grpSpPr>
        <p:grpSp>
          <p:nvGrpSpPr>
            <p:cNvPr id="56" name="文本框-159_矢量">
              <a:extLst>
                <a:ext uri="{FF2B5EF4-FFF2-40B4-BE49-F238E27FC236}">
                  <a16:creationId xmlns:a16="http://schemas.microsoft.com/office/drawing/2014/main" id="{641A9616-BE99-496A-6CCF-F16327E23DB5}"/>
                </a:ext>
              </a:extLst>
            </p:cNvPr>
            <p:cNvGrpSpPr/>
            <p:nvPr/>
          </p:nvGrpSpPr>
          <p:grpSpPr>
            <a:xfrm>
              <a:off x="6094201" y="1028312"/>
              <a:ext cx="650884" cy="123350"/>
              <a:chOff x="6094201" y="1028312"/>
              <a:chExt cx="650884" cy="123350"/>
            </a:xfrm>
            <a:grpFill/>
          </p:grpSpPr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id="{86FDDE12-B0DD-9ADC-FBA8-F884B927C0DF}"/>
                  </a:ext>
                </a:extLst>
              </p:cNvPr>
              <p:cNvSpPr txBox="1"/>
              <p:nvPr/>
            </p:nvSpPr>
            <p:spPr>
              <a:xfrm>
                <a:off x="6094201" y="1030979"/>
                <a:ext cx="116414" cy="120682"/>
              </a:xfrm>
              <a:custGeom>
                <a:avLst/>
                <a:gdLst/>
                <a:ahLst/>
                <a:cxnLst/>
                <a:rect l="l" t="t" r="r" b="b"/>
                <a:pathLst>
                  <a:path w="116414" h="120682">
                    <a:moveTo>
                      <a:pt x="89744" y="1200"/>
                    </a:moveTo>
                    <a:cubicBezTo>
                      <a:pt x="93567" y="4400"/>
                      <a:pt x="97501" y="7956"/>
                      <a:pt x="101546" y="11868"/>
                    </a:cubicBezTo>
                    <a:cubicBezTo>
                      <a:pt x="105591" y="15779"/>
                      <a:pt x="108858" y="19202"/>
                      <a:pt x="111347" y="22136"/>
                    </a:cubicBezTo>
                    <a:lnTo>
                      <a:pt x="102413" y="32937"/>
                    </a:lnTo>
                    <a:cubicBezTo>
                      <a:pt x="99479" y="29470"/>
                      <a:pt x="95967" y="25581"/>
                      <a:pt x="91878" y="21269"/>
                    </a:cubicBezTo>
                    <a:cubicBezTo>
                      <a:pt x="87788" y="16957"/>
                      <a:pt x="84099" y="13290"/>
                      <a:pt x="80810" y="10268"/>
                    </a:cubicBezTo>
                    <a:close/>
                    <a:moveTo>
                      <a:pt x="60407" y="0"/>
                    </a:moveTo>
                    <a:lnTo>
                      <a:pt x="75209" y="533"/>
                    </a:lnTo>
                    <a:cubicBezTo>
                      <a:pt x="75209" y="4267"/>
                      <a:pt x="75565" y="12801"/>
                      <a:pt x="76276" y="26136"/>
                    </a:cubicBezTo>
                    <a:cubicBezTo>
                      <a:pt x="76454" y="29870"/>
                      <a:pt x="76632" y="32759"/>
                      <a:pt x="76809" y="34804"/>
                    </a:cubicBezTo>
                    <a:lnTo>
                      <a:pt x="116014" y="34804"/>
                    </a:lnTo>
                    <a:lnTo>
                      <a:pt x="116014" y="48139"/>
                    </a:lnTo>
                    <a:lnTo>
                      <a:pt x="77609" y="48139"/>
                    </a:lnTo>
                    <a:cubicBezTo>
                      <a:pt x="78498" y="59074"/>
                      <a:pt x="79387" y="67342"/>
                      <a:pt x="80276" y="72942"/>
                    </a:cubicBezTo>
                    <a:cubicBezTo>
                      <a:pt x="87744" y="66097"/>
                      <a:pt x="94234" y="58318"/>
                      <a:pt x="99746" y="49606"/>
                    </a:cubicBezTo>
                    <a:lnTo>
                      <a:pt x="111080" y="57740"/>
                    </a:lnTo>
                    <a:cubicBezTo>
                      <a:pt x="103168" y="69208"/>
                      <a:pt x="94145" y="79521"/>
                      <a:pt x="84010" y="88678"/>
                    </a:cubicBezTo>
                    <a:cubicBezTo>
                      <a:pt x="84544" y="90544"/>
                      <a:pt x="85210" y="92234"/>
                      <a:pt x="86010" y="93745"/>
                    </a:cubicBezTo>
                    <a:cubicBezTo>
                      <a:pt x="89300" y="100857"/>
                      <a:pt x="92678" y="104413"/>
                      <a:pt x="96145" y="104413"/>
                    </a:cubicBezTo>
                    <a:cubicBezTo>
                      <a:pt x="97745" y="104413"/>
                      <a:pt x="98945" y="103946"/>
                      <a:pt x="99746" y="103013"/>
                    </a:cubicBezTo>
                    <a:cubicBezTo>
                      <a:pt x="100546" y="102079"/>
                      <a:pt x="101301" y="100101"/>
                      <a:pt x="102012" y="97079"/>
                    </a:cubicBezTo>
                    <a:cubicBezTo>
                      <a:pt x="102813" y="93523"/>
                      <a:pt x="103702" y="88944"/>
                      <a:pt x="104680" y="83344"/>
                    </a:cubicBezTo>
                    <a:lnTo>
                      <a:pt x="116414" y="90544"/>
                    </a:lnTo>
                    <a:cubicBezTo>
                      <a:pt x="115436" y="94901"/>
                      <a:pt x="114547" y="98479"/>
                      <a:pt x="113747" y="101279"/>
                    </a:cubicBezTo>
                    <a:cubicBezTo>
                      <a:pt x="112947" y="104079"/>
                      <a:pt x="111969" y="107080"/>
                      <a:pt x="110814" y="110280"/>
                    </a:cubicBezTo>
                    <a:cubicBezTo>
                      <a:pt x="108235" y="117214"/>
                      <a:pt x="103435" y="120682"/>
                      <a:pt x="96412" y="120682"/>
                    </a:cubicBezTo>
                    <a:cubicBezTo>
                      <a:pt x="92678" y="120682"/>
                      <a:pt x="88944" y="119459"/>
                      <a:pt x="85210" y="117014"/>
                    </a:cubicBezTo>
                    <a:cubicBezTo>
                      <a:pt x="81477" y="114570"/>
                      <a:pt x="78321" y="111036"/>
                      <a:pt x="75743" y="106413"/>
                    </a:cubicBezTo>
                    <a:cubicBezTo>
                      <a:pt x="74053" y="103302"/>
                      <a:pt x="72809" y="100635"/>
                      <a:pt x="72009" y="98412"/>
                    </a:cubicBezTo>
                    <a:cubicBezTo>
                      <a:pt x="65252" y="103479"/>
                      <a:pt x="57918" y="108147"/>
                      <a:pt x="50006" y="112414"/>
                    </a:cubicBezTo>
                    <a:lnTo>
                      <a:pt x="42672" y="98279"/>
                    </a:lnTo>
                    <a:cubicBezTo>
                      <a:pt x="52451" y="93300"/>
                      <a:pt x="60718" y="88366"/>
                      <a:pt x="67475" y="83477"/>
                    </a:cubicBezTo>
                    <a:cubicBezTo>
                      <a:pt x="65430" y="74498"/>
                      <a:pt x="63874" y="62719"/>
                      <a:pt x="62808" y="48139"/>
                    </a:cubicBezTo>
                    <a:lnTo>
                      <a:pt x="38538" y="48139"/>
                    </a:lnTo>
                    <a:lnTo>
                      <a:pt x="38538" y="63741"/>
                    </a:lnTo>
                    <a:cubicBezTo>
                      <a:pt x="43694" y="62763"/>
                      <a:pt x="49695" y="61474"/>
                      <a:pt x="56540" y="59874"/>
                    </a:cubicBezTo>
                    <a:lnTo>
                      <a:pt x="57607" y="67075"/>
                    </a:lnTo>
                    <a:lnTo>
                      <a:pt x="58274" y="73876"/>
                    </a:lnTo>
                    <a:lnTo>
                      <a:pt x="38538" y="78143"/>
                    </a:lnTo>
                    <a:lnTo>
                      <a:pt x="38538" y="102946"/>
                    </a:lnTo>
                    <a:cubicBezTo>
                      <a:pt x="38538" y="106858"/>
                      <a:pt x="37960" y="109836"/>
                      <a:pt x="36804" y="111880"/>
                    </a:cubicBezTo>
                    <a:cubicBezTo>
                      <a:pt x="35649" y="113925"/>
                      <a:pt x="33848" y="115436"/>
                      <a:pt x="31404" y="116414"/>
                    </a:cubicBezTo>
                    <a:cubicBezTo>
                      <a:pt x="28959" y="117392"/>
                      <a:pt x="25470" y="118148"/>
                      <a:pt x="20936" y="118681"/>
                    </a:cubicBezTo>
                    <a:lnTo>
                      <a:pt x="13735" y="119481"/>
                    </a:lnTo>
                    <a:lnTo>
                      <a:pt x="9201" y="104946"/>
                    </a:lnTo>
                    <a:lnTo>
                      <a:pt x="18269" y="104146"/>
                    </a:lnTo>
                    <a:cubicBezTo>
                      <a:pt x="20402" y="103968"/>
                      <a:pt x="21869" y="103702"/>
                      <a:pt x="22669" y="103346"/>
                    </a:cubicBezTo>
                    <a:cubicBezTo>
                      <a:pt x="23469" y="102990"/>
                      <a:pt x="23958" y="102457"/>
                      <a:pt x="24136" y="101746"/>
                    </a:cubicBezTo>
                    <a:cubicBezTo>
                      <a:pt x="24314" y="101035"/>
                      <a:pt x="24403" y="99701"/>
                      <a:pt x="24403" y="97745"/>
                    </a:cubicBezTo>
                    <a:lnTo>
                      <a:pt x="24403" y="80943"/>
                    </a:lnTo>
                    <a:cubicBezTo>
                      <a:pt x="19602" y="82010"/>
                      <a:pt x="12268" y="83432"/>
                      <a:pt x="2400" y="85210"/>
                    </a:cubicBezTo>
                    <a:lnTo>
                      <a:pt x="0" y="70809"/>
                    </a:lnTo>
                    <a:cubicBezTo>
                      <a:pt x="7467" y="69564"/>
                      <a:pt x="15602" y="68142"/>
                      <a:pt x="24403" y="66541"/>
                    </a:cubicBezTo>
                    <a:lnTo>
                      <a:pt x="24403" y="48139"/>
                    </a:lnTo>
                    <a:lnTo>
                      <a:pt x="1467" y="48139"/>
                    </a:lnTo>
                    <a:lnTo>
                      <a:pt x="1467" y="34804"/>
                    </a:lnTo>
                    <a:lnTo>
                      <a:pt x="24403" y="34804"/>
                    </a:lnTo>
                    <a:lnTo>
                      <a:pt x="24403" y="21869"/>
                    </a:lnTo>
                    <a:cubicBezTo>
                      <a:pt x="18091" y="22669"/>
                      <a:pt x="11823" y="23336"/>
                      <a:pt x="5600" y="23869"/>
                    </a:cubicBezTo>
                    <a:lnTo>
                      <a:pt x="4534" y="10801"/>
                    </a:lnTo>
                    <a:cubicBezTo>
                      <a:pt x="21069" y="9556"/>
                      <a:pt x="37249" y="7023"/>
                      <a:pt x="53073" y="3200"/>
                    </a:cubicBezTo>
                    <a:lnTo>
                      <a:pt x="55340" y="16268"/>
                    </a:lnTo>
                    <a:cubicBezTo>
                      <a:pt x="51606" y="17246"/>
                      <a:pt x="46006" y="18402"/>
                      <a:pt x="38538" y="19736"/>
                    </a:cubicBezTo>
                    <a:lnTo>
                      <a:pt x="38538" y="34804"/>
                    </a:lnTo>
                    <a:lnTo>
                      <a:pt x="62008" y="34804"/>
                    </a:lnTo>
                    <a:lnTo>
                      <a:pt x="61607" y="26670"/>
                    </a:lnTo>
                    <a:cubicBezTo>
                      <a:pt x="60985" y="12001"/>
                      <a:pt x="60585" y="3111"/>
                      <a:pt x="60407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5" name="文本框 64">
                <a:extLst>
                  <a:ext uri="{FF2B5EF4-FFF2-40B4-BE49-F238E27FC236}">
                    <a16:creationId xmlns:a16="http://schemas.microsoft.com/office/drawing/2014/main" id="{954C41D5-80BF-EE56-2ABA-D6566F3BC662}"/>
                  </a:ext>
                </a:extLst>
              </p:cNvPr>
              <p:cNvSpPr txBox="1"/>
              <p:nvPr/>
            </p:nvSpPr>
            <p:spPr>
              <a:xfrm>
                <a:off x="6277627" y="1028312"/>
                <a:ext cx="108814" cy="121082"/>
              </a:xfrm>
              <a:custGeom>
                <a:avLst/>
                <a:gdLst/>
                <a:ahLst/>
                <a:cxnLst/>
                <a:rect l="l" t="t" r="r" b="b"/>
                <a:pathLst>
                  <a:path w="108814" h="121082">
                    <a:moveTo>
                      <a:pt x="14002" y="75876"/>
                    </a:moveTo>
                    <a:lnTo>
                      <a:pt x="14002" y="104546"/>
                    </a:lnTo>
                    <a:lnTo>
                      <a:pt x="35471" y="104546"/>
                    </a:lnTo>
                    <a:lnTo>
                      <a:pt x="35471" y="75876"/>
                    </a:lnTo>
                    <a:close/>
                    <a:moveTo>
                      <a:pt x="69342" y="51206"/>
                    </a:moveTo>
                    <a:cubicBezTo>
                      <a:pt x="72454" y="55207"/>
                      <a:pt x="75677" y="59785"/>
                      <a:pt x="79010" y="64941"/>
                    </a:cubicBezTo>
                    <a:cubicBezTo>
                      <a:pt x="82344" y="70097"/>
                      <a:pt x="85122" y="74854"/>
                      <a:pt x="87345" y="79210"/>
                    </a:cubicBezTo>
                    <a:lnTo>
                      <a:pt x="74410" y="87877"/>
                    </a:lnTo>
                    <a:cubicBezTo>
                      <a:pt x="72454" y="83521"/>
                      <a:pt x="69942" y="78587"/>
                      <a:pt x="66875" y="73076"/>
                    </a:cubicBezTo>
                    <a:cubicBezTo>
                      <a:pt x="63808" y="67564"/>
                      <a:pt x="60986" y="62941"/>
                      <a:pt x="58408" y="59207"/>
                    </a:cubicBezTo>
                    <a:close/>
                    <a:moveTo>
                      <a:pt x="14002" y="35604"/>
                    </a:moveTo>
                    <a:lnTo>
                      <a:pt x="14002" y="61074"/>
                    </a:lnTo>
                    <a:lnTo>
                      <a:pt x="35471" y="61074"/>
                    </a:lnTo>
                    <a:lnTo>
                      <a:pt x="35471" y="35604"/>
                    </a:lnTo>
                    <a:close/>
                    <a:moveTo>
                      <a:pt x="65875" y="0"/>
                    </a:moveTo>
                    <a:lnTo>
                      <a:pt x="80277" y="3333"/>
                    </a:lnTo>
                    <a:cubicBezTo>
                      <a:pt x="78766" y="9201"/>
                      <a:pt x="77032" y="14890"/>
                      <a:pt x="75076" y="20402"/>
                    </a:cubicBezTo>
                    <a:lnTo>
                      <a:pt x="108814" y="20402"/>
                    </a:lnTo>
                    <a:cubicBezTo>
                      <a:pt x="108814" y="22714"/>
                      <a:pt x="108769" y="24981"/>
                      <a:pt x="108681" y="27203"/>
                    </a:cubicBezTo>
                    <a:cubicBezTo>
                      <a:pt x="108592" y="33337"/>
                      <a:pt x="108325" y="46983"/>
                      <a:pt x="107880" y="68142"/>
                    </a:cubicBezTo>
                    <a:cubicBezTo>
                      <a:pt x="107436" y="89300"/>
                      <a:pt x="107169" y="100901"/>
                      <a:pt x="107080" y="102946"/>
                    </a:cubicBezTo>
                    <a:cubicBezTo>
                      <a:pt x="106814" y="107302"/>
                      <a:pt x="106014" y="110658"/>
                      <a:pt x="104680" y="113014"/>
                    </a:cubicBezTo>
                    <a:cubicBezTo>
                      <a:pt x="103347" y="115370"/>
                      <a:pt x="101235" y="117081"/>
                      <a:pt x="98346" y="118148"/>
                    </a:cubicBezTo>
                    <a:cubicBezTo>
                      <a:pt x="95457" y="119215"/>
                      <a:pt x="91434" y="119926"/>
                      <a:pt x="86278" y="120281"/>
                    </a:cubicBezTo>
                    <a:lnTo>
                      <a:pt x="74943" y="121082"/>
                    </a:lnTo>
                    <a:lnTo>
                      <a:pt x="70409" y="106680"/>
                    </a:lnTo>
                    <a:lnTo>
                      <a:pt x="81611" y="105880"/>
                    </a:lnTo>
                    <a:cubicBezTo>
                      <a:pt x="84900" y="105613"/>
                      <a:pt x="87300" y="105235"/>
                      <a:pt x="88811" y="104746"/>
                    </a:cubicBezTo>
                    <a:cubicBezTo>
                      <a:pt x="90323" y="104257"/>
                      <a:pt x="91390" y="103324"/>
                      <a:pt x="92012" y="101946"/>
                    </a:cubicBezTo>
                    <a:cubicBezTo>
                      <a:pt x="92634" y="100568"/>
                      <a:pt x="92990" y="98368"/>
                      <a:pt x="93079" y="95345"/>
                    </a:cubicBezTo>
                    <a:lnTo>
                      <a:pt x="94145" y="34671"/>
                    </a:lnTo>
                    <a:lnTo>
                      <a:pt x="69209" y="34671"/>
                    </a:lnTo>
                    <a:cubicBezTo>
                      <a:pt x="66987" y="39560"/>
                      <a:pt x="64364" y="44761"/>
                      <a:pt x="61341" y="50273"/>
                    </a:cubicBezTo>
                    <a:lnTo>
                      <a:pt x="49473" y="42538"/>
                    </a:lnTo>
                    <a:lnTo>
                      <a:pt x="49473" y="118815"/>
                    </a:lnTo>
                    <a:lnTo>
                      <a:pt x="0" y="118815"/>
                    </a:lnTo>
                    <a:lnTo>
                      <a:pt x="0" y="21736"/>
                    </a:lnTo>
                    <a:lnTo>
                      <a:pt x="13602" y="21736"/>
                    </a:lnTo>
                    <a:cubicBezTo>
                      <a:pt x="15736" y="15424"/>
                      <a:pt x="17514" y="8490"/>
                      <a:pt x="18936" y="933"/>
                    </a:cubicBezTo>
                    <a:lnTo>
                      <a:pt x="34138" y="3467"/>
                    </a:lnTo>
                    <a:cubicBezTo>
                      <a:pt x="33160" y="8179"/>
                      <a:pt x="31560" y="14268"/>
                      <a:pt x="29337" y="21736"/>
                    </a:cubicBezTo>
                    <a:lnTo>
                      <a:pt x="49473" y="21736"/>
                    </a:lnTo>
                    <a:lnTo>
                      <a:pt x="49473" y="40672"/>
                    </a:lnTo>
                    <a:cubicBezTo>
                      <a:pt x="53207" y="34449"/>
                      <a:pt x="56541" y="27714"/>
                      <a:pt x="59474" y="20469"/>
                    </a:cubicBezTo>
                    <a:cubicBezTo>
                      <a:pt x="62408" y="13224"/>
                      <a:pt x="64542" y="6401"/>
                      <a:pt x="65875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E57AD5C0-CC22-8162-A6A5-BEB6D85F89AF}"/>
                  </a:ext>
                </a:extLst>
              </p:cNvPr>
              <p:cNvSpPr txBox="1"/>
              <p:nvPr/>
            </p:nvSpPr>
            <p:spPr>
              <a:xfrm>
                <a:off x="6448348" y="1030180"/>
                <a:ext cx="119748" cy="120281"/>
              </a:xfrm>
              <a:custGeom>
                <a:avLst/>
                <a:gdLst/>
                <a:ahLst/>
                <a:cxnLst/>
                <a:rect l="l" t="t" r="r" b="b"/>
                <a:pathLst>
                  <a:path w="119748" h="120281">
                    <a:moveTo>
                      <a:pt x="51206" y="0"/>
                    </a:moveTo>
                    <a:lnTo>
                      <a:pt x="67208" y="533"/>
                    </a:lnTo>
                    <a:lnTo>
                      <a:pt x="67208" y="29870"/>
                    </a:lnTo>
                    <a:lnTo>
                      <a:pt x="114148" y="29870"/>
                    </a:lnTo>
                    <a:lnTo>
                      <a:pt x="114148" y="44672"/>
                    </a:lnTo>
                    <a:lnTo>
                      <a:pt x="66942" y="44672"/>
                    </a:lnTo>
                    <a:cubicBezTo>
                      <a:pt x="66853" y="44939"/>
                      <a:pt x="66808" y="45383"/>
                      <a:pt x="66808" y="46005"/>
                    </a:cubicBezTo>
                    <a:cubicBezTo>
                      <a:pt x="70098" y="59252"/>
                      <a:pt x="75921" y="70475"/>
                      <a:pt x="84277" y="79676"/>
                    </a:cubicBezTo>
                    <a:cubicBezTo>
                      <a:pt x="92634" y="88877"/>
                      <a:pt x="104457" y="97567"/>
                      <a:pt x="119748" y="105746"/>
                    </a:cubicBezTo>
                    <a:lnTo>
                      <a:pt x="110280" y="120281"/>
                    </a:lnTo>
                    <a:cubicBezTo>
                      <a:pt x="86011" y="105435"/>
                      <a:pt x="69342" y="88500"/>
                      <a:pt x="60274" y="69475"/>
                    </a:cubicBezTo>
                    <a:cubicBezTo>
                      <a:pt x="55740" y="79432"/>
                      <a:pt x="49206" y="88500"/>
                      <a:pt x="40672" y="96678"/>
                    </a:cubicBezTo>
                    <a:cubicBezTo>
                      <a:pt x="32137" y="104857"/>
                      <a:pt x="22003" y="112725"/>
                      <a:pt x="10268" y="120281"/>
                    </a:cubicBezTo>
                    <a:lnTo>
                      <a:pt x="0" y="105880"/>
                    </a:lnTo>
                    <a:cubicBezTo>
                      <a:pt x="14135" y="98234"/>
                      <a:pt x="25759" y="89344"/>
                      <a:pt x="34871" y="79210"/>
                    </a:cubicBezTo>
                    <a:cubicBezTo>
                      <a:pt x="43983" y="69075"/>
                      <a:pt x="49295" y="57562"/>
                      <a:pt x="50806" y="44672"/>
                    </a:cubicBezTo>
                    <a:lnTo>
                      <a:pt x="4801" y="44672"/>
                    </a:lnTo>
                    <a:lnTo>
                      <a:pt x="4801" y="29870"/>
                    </a:lnTo>
                    <a:lnTo>
                      <a:pt x="51206" y="2987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id="{7CAABE87-CE61-CBA3-854A-29C3E26C538B}"/>
                  </a:ext>
                </a:extLst>
              </p:cNvPr>
              <p:cNvSpPr txBox="1"/>
              <p:nvPr/>
            </p:nvSpPr>
            <p:spPr>
              <a:xfrm>
                <a:off x="6630004" y="1028713"/>
                <a:ext cx="115081" cy="122949"/>
              </a:xfrm>
              <a:custGeom>
                <a:avLst/>
                <a:gdLst/>
                <a:ahLst/>
                <a:cxnLst/>
                <a:rect l="l" t="t" r="r" b="b"/>
                <a:pathLst>
                  <a:path w="115081" h="122949">
                    <a:moveTo>
                      <a:pt x="21736" y="46272"/>
                    </a:moveTo>
                    <a:lnTo>
                      <a:pt x="94012" y="46272"/>
                    </a:lnTo>
                    <a:lnTo>
                      <a:pt x="94012" y="59741"/>
                    </a:lnTo>
                    <a:lnTo>
                      <a:pt x="67742" y="75876"/>
                    </a:lnTo>
                    <a:lnTo>
                      <a:pt x="115081" y="75876"/>
                    </a:lnTo>
                    <a:lnTo>
                      <a:pt x="115081" y="89744"/>
                    </a:lnTo>
                    <a:lnTo>
                      <a:pt x="67342" y="89744"/>
                    </a:lnTo>
                    <a:lnTo>
                      <a:pt x="67342" y="104813"/>
                    </a:lnTo>
                    <a:cubicBezTo>
                      <a:pt x="67342" y="109347"/>
                      <a:pt x="66742" y="112725"/>
                      <a:pt x="65541" y="114948"/>
                    </a:cubicBezTo>
                    <a:cubicBezTo>
                      <a:pt x="64341" y="117170"/>
                      <a:pt x="62430" y="118748"/>
                      <a:pt x="59807" y="119681"/>
                    </a:cubicBezTo>
                    <a:cubicBezTo>
                      <a:pt x="57185" y="120615"/>
                      <a:pt x="53162" y="121393"/>
                      <a:pt x="47739" y="122015"/>
                    </a:cubicBezTo>
                    <a:lnTo>
                      <a:pt x="38538" y="122949"/>
                    </a:lnTo>
                    <a:lnTo>
                      <a:pt x="34004" y="108013"/>
                    </a:lnTo>
                    <a:lnTo>
                      <a:pt x="44539" y="107347"/>
                    </a:lnTo>
                    <a:cubicBezTo>
                      <a:pt x="46939" y="107169"/>
                      <a:pt x="48584" y="106924"/>
                      <a:pt x="49473" y="106613"/>
                    </a:cubicBezTo>
                    <a:cubicBezTo>
                      <a:pt x="50362" y="106302"/>
                      <a:pt x="50962" y="105724"/>
                      <a:pt x="51273" y="104880"/>
                    </a:cubicBezTo>
                    <a:cubicBezTo>
                      <a:pt x="51584" y="104035"/>
                      <a:pt x="51740" y="102502"/>
                      <a:pt x="51740" y="100279"/>
                    </a:cubicBezTo>
                    <a:lnTo>
                      <a:pt x="51740" y="89744"/>
                    </a:lnTo>
                    <a:lnTo>
                      <a:pt x="0" y="89744"/>
                    </a:lnTo>
                    <a:lnTo>
                      <a:pt x="0" y="75876"/>
                    </a:lnTo>
                    <a:lnTo>
                      <a:pt x="51740" y="75876"/>
                    </a:lnTo>
                    <a:lnTo>
                      <a:pt x="51740" y="70275"/>
                    </a:lnTo>
                    <a:lnTo>
                      <a:pt x="69742" y="59741"/>
                    </a:lnTo>
                    <a:lnTo>
                      <a:pt x="21736" y="59741"/>
                    </a:lnTo>
                    <a:close/>
                    <a:moveTo>
                      <a:pt x="56940" y="0"/>
                    </a:moveTo>
                    <a:cubicBezTo>
                      <a:pt x="60585" y="6223"/>
                      <a:pt x="63741" y="11957"/>
                      <a:pt x="66408" y="17202"/>
                    </a:cubicBezTo>
                    <a:lnTo>
                      <a:pt x="58407" y="22003"/>
                    </a:lnTo>
                    <a:lnTo>
                      <a:pt x="75743" y="22003"/>
                    </a:lnTo>
                    <a:cubicBezTo>
                      <a:pt x="76632" y="20758"/>
                      <a:pt x="77254" y="19824"/>
                      <a:pt x="77610" y="19202"/>
                    </a:cubicBezTo>
                    <a:cubicBezTo>
                      <a:pt x="83032" y="11112"/>
                      <a:pt x="86900" y="5067"/>
                      <a:pt x="89211" y="1067"/>
                    </a:cubicBezTo>
                    <a:lnTo>
                      <a:pt x="102813" y="8001"/>
                    </a:lnTo>
                    <a:cubicBezTo>
                      <a:pt x="100235" y="12001"/>
                      <a:pt x="97034" y="16669"/>
                      <a:pt x="93211" y="22003"/>
                    </a:cubicBezTo>
                    <a:lnTo>
                      <a:pt x="112414" y="22003"/>
                    </a:lnTo>
                    <a:lnTo>
                      <a:pt x="112414" y="50806"/>
                    </a:lnTo>
                    <a:lnTo>
                      <a:pt x="98412" y="50806"/>
                    </a:lnTo>
                    <a:lnTo>
                      <a:pt x="98412" y="35604"/>
                    </a:lnTo>
                    <a:lnTo>
                      <a:pt x="16802" y="35604"/>
                    </a:lnTo>
                    <a:lnTo>
                      <a:pt x="16802" y="50806"/>
                    </a:lnTo>
                    <a:lnTo>
                      <a:pt x="2534" y="50806"/>
                    </a:lnTo>
                    <a:lnTo>
                      <a:pt x="2534" y="22003"/>
                    </a:lnTo>
                    <a:lnTo>
                      <a:pt x="21203" y="22003"/>
                    </a:lnTo>
                    <a:cubicBezTo>
                      <a:pt x="19069" y="18269"/>
                      <a:pt x="16046" y="13468"/>
                      <a:pt x="12135" y="7601"/>
                    </a:cubicBezTo>
                    <a:lnTo>
                      <a:pt x="25070" y="1067"/>
                    </a:lnTo>
                    <a:lnTo>
                      <a:pt x="26803" y="3600"/>
                    </a:lnTo>
                    <a:cubicBezTo>
                      <a:pt x="30270" y="8668"/>
                      <a:pt x="33204" y="13246"/>
                      <a:pt x="35604" y="17335"/>
                    </a:cubicBezTo>
                    <a:lnTo>
                      <a:pt x="28537" y="22003"/>
                    </a:lnTo>
                    <a:lnTo>
                      <a:pt x="52673" y="22003"/>
                    </a:lnTo>
                    <a:cubicBezTo>
                      <a:pt x="50273" y="16846"/>
                      <a:pt x="47517" y="11423"/>
                      <a:pt x="44405" y="5734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>
                <a:defPPr>
                  <a:defRPr lang="zh-CN"/>
                </a:defPPr>
                <a:lvl1pPr algn="ctr"/>
                <a:lvl2pPr>
                  <a:defRPr>
                    <a:solidFill>
                      <a:schemeClr val="lt1"/>
                    </a:solidFill>
                  </a:defRPr>
                </a:lvl2pPr>
                <a:lvl3pPr>
                  <a:defRPr>
                    <a:solidFill>
                      <a:schemeClr val="lt1"/>
                    </a:solidFill>
                  </a:defRPr>
                </a:lvl3pPr>
                <a:lvl4pPr>
                  <a:defRPr>
                    <a:solidFill>
                      <a:schemeClr val="lt1"/>
                    </a:solidFill>
                  </a:defRPr>
                </a:lvl4pPr>
                <a:lvl5pPr>
                  <a:defRPr>
                    <a:solidFill>
                      <a:schemeClr val="lt1"/>
                    </a:solidFill>
                  </a:defRPr>
                </a:lvl5pPr>
                <a:lvl6pPr>
                  <a:defRPr>
                    <a:solidFill>
                      <a:schemeClr val="lt1"/>
                    </a:solidFill>
                  </a:defRPr>
                </a:lvl6pPr>
                <a:lvl7pPr>
                  <a:defRPr>
                    <a:solidFill>
                      <a:schemeClr val="lt1"/>
                    </a:solidFill>
                  </a:defRPr>
                </a:lvl7pPr>
                <a:lvl8pPr>
                  <a:defRPr>
                    <a:solidFill>
                      <a:schemeClr val="lt1"/>
                    </a:solidFill>
                  </a:defRPr>
                </a:lvl8pPr>
                <a:lvl9pPr>
                  <a:defRPr>
                    <a:solidFill>
                      <a:schemeClr val="lt1"/>
                    </a:solidFill>
                  </a:defRPr>
                </a:lvl9pPr>
              </a:lstStyle>
              <a:p>
                <a:endParaRPr lang="zh-CN" altLang="en-US" dirty="0">
                  <a:cs typeface="+mn-ea"/>
                  <a:sym typeface="+mn-lt"/>
                </a:endParaRPr>
              </a:p>
            </p:txBody>
          </p:sp>
        </p:grpSp>
        <p:grpSp>
          <p:nvGrpSpPr>
            <p:cNvPr id="57" name="组合 56" descr="51PPT模板网，幻灯片演示模板及素材免费下载！&#10;51PPT模板网 唯一访问网址：www.51pptmoban.com">
              <a:extLst>
                <a:ext uri="{FF2B5EF4-FFF2-40B4-BE49-F238E27FC236}">
                  <a16:creationId xmlns:a16="http://schemas.microsoft.com/office/drawing/2014/main" id="{24159264-5251-EBAD-2236-F077D07363F1}"/>
                </a:ext>
              </a:extLst>
            </p:cNvPr>
            <p:cNvGrpSpPr/>
            <p:nvPr/>
          </p:nvGrpSpPr>
          <p:grpSpPr>
            <a:xfrm>
              <a:off x="5425435" y="613045"/>
              <a:ext cx="1341129" cy="616044"/>
              <a:chOff x="8154814" y="263825"/>
              <a:chExt cx="665390" cy="305645"/>
            </a:xfrm>
            <a:grpFill/>
          </p:grpSpPr>
          <p:sp>
            <p:nvSpPr>
              <p:cNvPr id="58" name="椭圆 57">
                <a:extLst>
                  <a:ext uri="{FF2B5EF4-FFF2-40B4-BE49-F238E27FC236}">
                    <a16:creationId xmlns:a16="http://schemas.microsoft.com/office/drawing/2014/main" id="{8CA65259-CDDF-DAC7-BF8C-1A19DBF74037}"/>
                  </a:ext>
                </a:extLst>
              </p:cNvPr>
              <p:cNvSpPr/>
              <p:nvPr/>
            </p:nvSpPr>
            <p:spPr bwMode="auto">
              <a:xfrm>
                <a:off x="8465454" y="276815"/>
                <a:ext cx="45719" cy="45719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cs typeface="+mn-ea"/>
                  <a:sym typeface="+mn-lt"/>
                </a:endParaRPr>
              </a:p>
            </p:txBody>
          </p:sp>
          <p:sp>
            <p:nvSpPr>
              <p:cNvPr id="59" name="任意多边形: 形状 58">
                <a:extLst>
                  <a:ext uri="{FF2B5EF4-FFF2-40B4-BE49-F238E27FC236}">
                    <a16:creationId xmlns:a16="http://schemas.microsoft.com/office/drawing/2014/main" id="{CF3457CF-17B9-F13C-C0D4-35FDFAADAB0F}"/>
                  </a:ext>
                </a:extLst>
              </p:cNvPr>
              <p:cNvSpPr/>
              <p:nvPr/>
            </p:nvSpPr>
            <p:spPr>
              <a:xfrm>
                <a:off x="8154814" y="263825"/>
                <a:ext cx="306598" cy="305645"/>
              </a:xfrm>
              <a:custGeom>
                <a:avLst/>
                <a:gdLst>
                  <a:gd name="connsiteX0" fmla="*/ 518470 w 1105104"/>
                  <a:gd name="connsiteY0" fmla="*/ 0 h 1101666"/>
                  <a:gd name="connsiteX1" fmla="*/ 408380 w 1105104"/>
                  <a:gd name="connsiteY1" fmla="*/ 792005 h 1101666"/>
                  <a:gd name="connsiteX2" fmla="*/ 419555 w 1105104"/>
                  <a:gd name="connsiteY2" fmla="*/ 845398 h 1101666"/>
                  <a:gd name="connsiteX3" fmla="*/ 464254 w 1105104"/>
                  <a:gd name="connsiteY3" fmla="*/ 862782 h 1101666"/>
                  <a:gd name="connsiteX4" fmla="*/ 907150 w 1105104"/>
                  <a:gd name="connsiteY4" fmla="*/ 862782 h 1101666"/>
                  <a:gd name="connsiteX5" fmla="*/ 907149 w 1105104"/>
                  <a:gd name="connsiteY5" fmla="*/ 862783 h 1101666"/>
                  <a:gd name="connsiteX6" fmla="*/ 958696 w 1105104"/>
                  <a:gd name="connsiteY6" fmla="*/ 811236 h 1101666"/>
                  <a:gd name="connsiteX7" fmla="*/ 958697 w 1105104"/>
                  <a:gd name="connsiteY7" fmla="*/ 729857 h 1101666"/>
                  <a:gd name="connsiteX8" fmla="*/ 907150 w 1105104"/>
                  <a:gd name="connsiteY8" fmla="*/ 678311 h 1101666"/>
                  <a:gd name="connsiteX9" fmla="*/ 905456 w 1105104"/>
                  <a:gd name="connsiteY9" fmla="*/ 679013 h 1101666"/>
                  <a:gd name="connsiteX10" fmla="*/ 645541 w 1105104"/>
                  <a:gd name="connsiteY10" fmla="*/ 679013 h 1101666"/>
                  <a:gd name="connsiteX11" fmla="*/ 735555 w 1105104"/>
                  <a:gd name="connsiteY11" fmla="*/ 30029 h 1101666"/>
                  <a:gd name="connsiteX12" fmla="*/ 767630 w 1105104"/>
                  <a:gd name="connsiteY12" fmla="*/ 39986 h 1101666"/>
                  <a:gd name="connsiteX13" fmla="*/ 1105104 w 1105104"/>
                  <a:gd name="connsiteY13" fmla="*/ 549115 h 1101666"/>
                  <a:gd name="connsiteX14" fmla="*/ 552552 w 1105104"/>
                  <a:gd name="connsiteY14" fmla="*/ 1101666 h 1101666"/>
                  <a:gd name="connsiteX15" fmla="*/ 0 w 1105104"/>
                  <a:gd name="connsiteY15" fmla="*/ 549115 h 1101666"/>
                  <a:gd name="connsiteX16" fmla="*/ 441194 w 1105104"/>
                  <a:gd name="connsiteY16" fmla="*/ 7790 h 1101666"/>
                  <a:gd name="connsiteX17" fmla="*/ 518470 w 1105104"/>
                  <a:gd name="connsiteY17" fmla="*/ 0 h 11016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</a:cxnLst>
                <a:rect l="l" t="t" r="r" b="b"/>
                <a:pathLst>
                  <a:path w="1105104" h="1101666">
                    <a:moveTo>
                      <a:pt x="518470" y="0"/>
                    </a:moveTo>
                    <a:lnTo>
                      <a:pt x="408380" y="792005"/>
                    </a:lnTo>
                    <a:cubicBezTo>
                      <a:pt x="405066" y="816840"/>
                      <a:pt x="408792" y="834636"/>
                      <a:pt x="419555" y="845398"/>
                    </a:cubicBezTo>
                    <a:cubicBezTo>
                      <a:pt x="430314" y="856989"/>
                      <a:pt x="445215" y="862782"/>
                      <a:pt x="464254" y="862782"/>
                    </a:cubicBezTo>
                    <a:lnTo>
                      <a:pt x="907150" y="862782"/>
                    </a:lnTo>
                    <a:lnTo>
                      <a:pt x="907149" y="862783"/>
                    </a:lnTo>
                    <a:cubicBezTo>
                      <a:pt x="935618" y="862783"/>
                      <a:pt x="958696" y="839705"/>
                      <a:pt x="958696" y="811236"/>
                    </a:cubicBezTo>
                    <a:cubicBezTo>
                      <a:pt x="958696" y="784110"/>
                      <a:pt x="958697" y="756984"/>
                      <a:pt x="958697" y="729857"/>
                    </a:cubicBezTo>
                    <a:cubicBezTo>
                      <a:pt x="958697" y="701389"/>
                      <a:pt x="935619" y="678311"/>
                      <a:pt x="907150" y="678311"/>
                    </a:cubicBezTo>
                    <a:lnTo>
                      <a:pt x="905456" y="679013"/>
                    </a:lnTo>
                    <a:lnTo>
                      <a:pt x="645541" y="679013"/>
                    </a:lnTo>
                    <a:lnTo>
                      <a:pt x="735555" y="30029"/>
                    </a:lnTo>
                    <a:lnTo>
                      <a:pt x="767630" y="39986"/>
                    </a:lnTo>
                    <a:cubicBezTo>
                      <a:pt x="965950" y="123868"/>
                      <a:pt x="1105104" y="320241"/>
                      <a:pt x="1105104" y="549115"/>
                    </a:cubicBezTo>
                    <a:cubicBezTo>
                      <a:pt x="1105104" y="854280"/>
                      <a:pt x="857718" y="1101666"/>
                      <a:pt x="552552" y="1101666"/>
                    </a:cubicBezTo>
                    <a:cubicBezTo>
                      <a:pt x="247386" y="1101666"/>
                      <a:pt x="0" y="854280"/>
                      <a:pt x="0" y="549115"/>
                    </a:cubicBezTo>
                    <a:cubicBezTo>
                      <a:pt x="0" y="282096"/>
                      <a:pt x="189405" y="59313"/>
                      <a:pt x="441194" y="7790"/>
                    </a:cubicBezTo>
                    <a:lnTo>
                      <a:pt x="51847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cs typeface="+mn-ea"/>
                  <a:sym typeface="+mn-lt"/>
                </a:endParaRPr>
              </a:p>
            </p:txBody>
          </p:sp>
          <p:grpSp>
            <p:nvGrpSpPr>
              <p:cNvPr id="60" name="文本框-2_矢量">
                <a:extLst>
                  <a:ext uri="{FF2B5EF4-FFF2-40B4-BE49-F238E27FC236}">
                    <a16:creationId xmlns:a16="http://schemas.microsoft.com/office/drawing/2014/main" id="{614CB08F-993C-2D63-1287-9ED100F8F009}"/>
                  </a:ext>
                </a:extLst>
              </p:cNvPr>
              <p:cNvGrpSpPr/>
              <p:nvPr/>
            </p:nvGrpSpPr>
            <p:grpSpPr>
              <a:xfrm>
                <a:off x="8478585" y="337599"/>
                <a:ext cx="341619" cy="106745"/>
                <a:chOff x="8501988" y="300619"/>
                <a:chExt cx="396430" cy="123872"/>
              </a:xfrm>
              <a:grpFill/>
            </p:grpSpPr>
            <p:sp>
              <p:nvSpPr>
                <p:cNvPr id="61" name="文本框 60">
                  <a:extLst>
                    <a:ext uri="{FF2B5EF4-FFF2-40B4-BE49-F238E27FC236}">
                      <a16:creationId xmlns:a16="http://schemas.microsoft.com/office/drawing/2014/main" id="{9D0F58DB-0725-C4BF-33DC-BD031E34B381}"/>
                    </a:ext>
                  </a:extLst>
                </p:cNvPr>
                <p:cNvSpPr txBox="1"/>
                <p:nvPr/>
              </p:nvSpPr>
              <p:spPr>
                <a:xfrm>
                  <a:off x="85019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7" y="26479"/>
                        <a:pt x="39004" y="35147"/>
                      </a:cubicBezTo>
                      <a:cubicBezTo>
                        <a:pt x="30623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1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2" name="文本框 61">
                  <a:extLst>
                    <a:ext uri="{FF2B5EF4-FFF2-40B4-BE49-F238E27FC236}">
                      <a16:creationId xmlns:a16="http://schemas.microsoft.com/office/drawing/2014/main" id="{1D360B1F-8620-A36D-3FFB-26F3B576A55A}"/>
                    </a:ext>
                  </a:extLst>
                </p:cNvPr>
                <p:cNvSpPr txBox="1"/>
                <p:nvPr/>
              </p:nvSpPr>
              <p:spPr>
                <a:xfrm>
                  <a:off x="8644844" y="300619"/>
                  <a:ext cx="108746" cy="1238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746" h="123872">
                      <a:moveTo>
                        <a:pt x="70027" y="0"/>
                      </a:moveTo>
                      <a:cubicBezTo>
                        <a:pt x="72694" y="0"/>
                        <a:pt x="75838" y="119"/>
                        <a:pt x="79457" y="357"/>
                      </a:cubicBezTo>
                      <a:cubicBezTo>
                        <a:pt x="83077" y="595"/>
                        <a:pt x="86268" y="1047"/>
                        <a:pt x="89030" y="1714"/>
                      </a:cubicBezTo>
                      <a:cubicBezTo>
                        <a:pt x="94840" y="3429"/>
                        <a:pt x="99579" y="5310"/>
                        <a:pt x="103246" y="7358"/>
                      </a:cubicBezTo>
                      <a:cubicBezTo>
                        <a:pt x="106913" y="9406"/>
                        <a:pt x="108746" y="10430"/>
                        <a:pt x="108746" y="10430"/>
                      </a:cubicBezTo>
                      <a:lnTo>
                        <a:pt x="106175" y="16859"/>
                      </a:lnTo>
                      <a:cubicBezTo>
                        <a:pt x="104746" y="20097"/>
                        <a:pt x="102508" y="22336"/>
                        <a:pt x="99460" y="23574"/>
                      </a:cubicBezTo>
                      <a:cubicBezTo>
                        <a:pt x="96412" y="24812"/>
                        <a:pt x="93268" y="24812"/>
                        <a:pt x="90030" y="23574"/>
                      </a:cubicBezTo>
                      <a:cubicBezTo>
                        <a:pt x="87934" y="22717"/>
                        <a:pt x="85982" y="22050"/>
                        <a:pt x="84172" y="21574"/>
                      </a:cubicBezTo>
                      <a:cubicBezTo>
                        <a:pt x="80172" y="20431"/>
                        <a:pt x="75457" y="19859"/>
                        <a:pt x="70027" y="19859"/>
                      </a:cubicBezTo>
                      <a:cubicBezTo>
                        <a:pt x="64217" y="19859"/>
                        <a:pt x="58836" y="20859"/>
                        <a:pt x="53882" y="22860"/>
                      </a:cubicBezTo>
                      <a:cubicBezTo>
                        <a:pt x="48930" y="24860"/>
                        <a:pt x="44548" y="27717"/>
                        <a:pt x="40738" y="31432"/>
                      </a:cubicBezTo>
                      <a:cubicBezTo>
                        <a:pt x="36833" y="35052"/>
                        <a:pt x="33642" y="39481"/>
                        <a:pt x="31165" y="44720"/>
                      </a:cubicBezTo>
                      <a:cubicBezTo>
                        <a:pt x="28594" y="49863"/>
                        <a:pt x="26879" y="55530"/>
                        <a:pt x="26022" y="61722"/>
                      </a:cubicBezTo>
                      <a:cubicBezTo>
                        <a:pt x="25069" y="68580"/>
                        <a:pt x="25117" y="74628"/>
                        <a:pt x="26165" y="79867"/>
                      </a:cubicBezTo>
                      <a:cubicBezTo>
                        <a:pt x="27308" y="85106"/>
                        <a:pt x="29260" y="89487"/>
                        <a:pt x="32023" y="93011"/>
                      </a:cubicBezTo>
                      <a:cubicBezTo>
                        <a:pt x="34785" y="96536"/>
                        <a:pt x="38357" y="99155"/>
                        <a:pt x="42738" y="100869"/>
                      </a:cubicBezTo>
                      <a:cubicBezTo>
                        <a:pt x="47120" y="102679"/>
                        <a:pt x="52073" y="103584"/>
                        <a:pt x="57597" y="103584"/>
                      </a:cubicBezTo>
                      <a:cubicBezTo>
                        <a:pt x="60264" y="103584"/>
                        <a:pt x="62979" y="103298"/>
                        <a:pt x="65741" y="102727"/>
                      </a:cubicBezTo>
                      <a:cubicBezTo>
                        <a:pt x="68503" y="102060"/>
                        <a:pt x="71123" y="101108"/>
                        <a:pt x="73599" y="99869"/>
                      </a:cubicBezTo>
                      <a:lnTo>
                        <a:pt x="78457" y="72152"/>
                      </a:lnTo>
                      <a:lnTo>
                        <a:pt x="55740" y="72152"/>
                      </a:lnTo>
                      <a:lnTo>
                        <a:pt x="58026" y="61293"/>
                      </a:lnTo>
                      <a:cubicBezTo>
                        <a:pt x="58502" y="59102"/>
                        <a:pt x="59621" y="57293"/>
                        <a:pt x="61383" y="55864"/>
                      </a:cubicBezTo>
                      <a:cubicBezTo>
                        <a:pt x="63146" y="54435"/>
                        <a:pt x="65170" y="53721"/>
                        <a:pt x="67456" y="53721"/>
                      </a:cubicBezTo>
                      <a:lnTo>
                        <a:pt x="98745" y="53721"/>
                      </a:lnTo>
                      <a:cubicBezTo>
                        <a:pt x="99698" y="53721"/>
                        <a:pt x="100555" y="53864"/>
                        <a:pt x="101317" y="54149"/>
                      </a:cubicBezTo>
                      <a:cubicBezTo>
                        <a:pt x="102079" y="54530"/>
                        <a:pt x="102698" y="55054"/>
                        <a:pt x="103174" y="55721"/>
                      </a:cubicBezTo>
                      <a:cubicBezTo>
                        <a:pt x="103651" y="56388"/>
                        <a:pt x="103984" y="57197"/>
                        <a:pt x="104174" y="58150"/>
                      </a:cubicBezTo>
                      <a:cubicBezTo>
                        <a:pt x="104365" y="59102"/>
                        <a:pt x="104365" y="60198"/>
                        <a:pt x="104174" y="61436"/>
                      </a:cubicBezTo>
                      <a:lnTo>
                        <a:pt x="96031" y="114871"/>
                      </a:lnTo>
                      <a:cubicBezTo>
                        <a:pt x="96031" y="114871"/>
                        <a:pt x="95483" y="115085"/>
                        <a:pt x="94388" y="115514"/>
                      </a:cubicBezTo>
                      <a:cubicBezTo>
                        <a:pt x="93292" y="115943"/>
                        <a:pt x="91887" y="116467"/>
                        <a:pt x="90173" y="117086"/>
                      </a:cubicBezTo>
                      <a:cubicBezTo>
                        <a:pt x="88458" y="117705"/>
                        <a:pt x="86696" y="118348"/>
                        <a:pt x="84886" y="119015"/>
                      </a:cubicBezTo>
                      <a:cubicBezTo>
                        <a:pt x="83267" y="119586"/>
                        <a:pt x="81338" y="120158"/>
                        <a:pt x="79100" y="120729"/>
                      </a:cubicBezTo>
                      <a:cubicBezTo>
                        <a:pt x="76862" y="121301"/>
                        <a:pt x="74838" y="121729"/>
                        <a:pt x="73028" y="122015"/>
                      </a:cubicBezTo>
                      <a:cubicBezTo>
                        <a:pt x="69789" y="122682"/>
                        <a:pt x="66551" y="123158"/>
                        <a:pt x="63312" y="123444"/>
                      </a:cubicBezTo>
                      <a:cubicBezTo>
                        <a:pt x="59978" y="123729"/>
                        <a:pt x="56692" y="123872"/>
                        <a:pt x="53454" y="123872"/>
                      </a:cubicBezTo>
                      <a:cubicBezTo>
                        <a:pt x="43834" y="123872"/>
                        <a:pt x="35452" y="122491"/>
                        <a:pt x="28308" y="119729"/>
                      </a:cubicBezTo>
                      <a:cubicBezTo>
                        <a:pt x="21164" y="116967"/>
                        <a:pt x="15306" y="113014"/>
                        <a:pt x="10734" y="107870"/>
                      </a:cubicBezTo>
                      <a:cubicBezTo>
                        <a:pt x="6258" y="102632"/>
                        <a:pt x="3162" y="96250"/>
                        <a:pt x="1447" y="88725"/>
                      </a:cubicBezTo>
                      <a:cubicBezTo>
                        <a:pt x="-267" y="81200"/>
                        <a:pt x="-458" y="72675"/>
                        <a:pt x="876" y="63150"/>
                      </a:cubicBezTo>
                      <a:cubicBezTo>
                        <a:pt x="2209" y="53340"/>
                        <a:pt x="4924" y="44529"/>
                        <a:pt x="9020" y="36719"/>
                      </a:cubicBezTo>
                      <a:cubicBezTo>
                        <a:pt x="13020" y="28908"/>
                        <a:pt x="18164" y="22288"/>
                        <a:pt x="24450" y="16859"/>
                      </a:cubicBezTo>
                      <a:cubicBezTo>
                        <a:pt x="30070" y="11906"/>
                        <a:pt x="36499" y="8001"/>
                        <a:pt x="43738" y="5143"/>
                      </a:cubicBezTo>
                      <a:cubicBezTo>
                        <a:pt x="43929" y="5048"/>
                        <a:pt x="44072" y="5000"/>
                        <a:pt x="44167" y="5000"/>
                      </a:cubicBezTo>
                      <a:cubicBezTo>
                        <a:pt x="44738" y="4715"/>
                        <a:pt x="45310" y="4476"/>
                        <a:pt x="45882" y="4286"/>
                      </a:cubicBezTo>
                      <a:cubicBezTo>
                        <a:pt x="52549" y="1428"/>
                        <a:pt x="60598" y="0"/>
                        <a:pt x="70027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  <p:sp>
              <p:nvSpPr>
                <p:cNvPr id="63" name="文本框 62">
                  <a:extLst>
                    <a:ext uri="{FF2B5EF4-FFF2-40B4-BE49-F238E27FC236}">
                      <a16:creationId xmlns:a16="http://schemas.microsoft.com/office/drawing/2014/main" id="{BB96182B-97AF-79C6-DBD7-AEF851B1091F}"/>
                    </a:ext>
                  </a:extLst>
                </p:cNvPr>
                <p:cNvSpPr txBox="1"/>
                <p:nvPr/>
              </p:nvSpPr>
              <p:spPr>
                <a:xfrm>
                  <a:off x="8768688" y="300763"/>
                  <a:ext cx="129730" cy="1233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9730" h="123301">
                      <a:moveTo>
                        <a:pt x="68865" y="22145"/>
                      </a:moveTo>
                      <a:cubicBezTo>
                        <a:pt x="57340" y="22145"/>
                        <a:pt x="47386" y="26479"/>
                        <a:pt x="39004" y="35147"/>
                      </a:cubicBezTo>
                      <a:cubicBezTo>
                        <a:pt x="30622" y="43815"/>
                        <a:pt x="26432" y="54197"/>
                        <a:pt x="26432" y="66294"/>
                      </a:cubicBezTo>
                      <a:cubicBezTo>
                        <a:pt x="26432" y="76485"/>
                        <a:pt x="29622" y="84820"/>
                        <a:pt x="36004" y="91297"/>
                      </a:cubicBezTo>
                      <a:cubicBezTo>
                        <a:pt x="42386" y="97774"/>
                        <a:pt x="50625" y="101012"/>
                        <a:pt x="60722" y="101012"/>
                      </a:cubicBezTo>
                      <a:cubicBezTo>
                        <a:pt x="72628" y="101012"/>
                        <a:pt x="82724" y="96726"/>
                        <a:pt x="91011" y="88153"/>
                      </a:cubicBezTo>
                      <a:cubicBezTo>
                        <a:pt x="99298" y="79486"/>
                        <a:pt x="103441" y="68961"/>
                        <a:pt x="103441" y="56578"/>
                      </a:cubicBezTo>
                      <a:cubicBezTo>
                        <a:pt x="103441" y="46577"/>
                        <a:pt x="100155" y="38338"/>
                        <a:pt x="93583" y="31861"/>
                      </a:cubicBezTo>
                      <a:cubicBezTo>
                        <a:pt x="87106" y="25384"/>
                        <a:pt x="78867" y="22145"/>
                        <a:pt x="68865" y="22145"/>
                      </a:cubicBezTo>
                      <a:close/>
                      <a:moveTo>
                        <a:pt x="70580" y="0"/>
                      </a:moveTo>
                      <a:cubicBezTo>
                        <a:pt x="88011" y="0"/>
                        <a:pt x="102250" y="5095"/>
                        <a:pt x="113300" y="15287"/>
                      </a:cubicBezTo>
                      <a:cubicBezTo>
                        <a:pt x="124253" y="25479"/>
                        <a:pt x="129730" y="38671"/>
                        <a:pt x="129730" y="54864"/>
                      </a:cubicBezTo>
                      <a:cubicBezTo>
                        <a:pt x="129730" y="75057"/>
                        <a:pt x="123253" y="91487"/>
                        <a:pt x="110299" y="104155"/>
                      </a:cubicBezTo>
                      <a:cubicBezTo>
                        <a:pt x="97345" y="116919"/>
                        <a:pt x="80772" y="123301"/>
                        <a:pt x="60579" y="123301"/>
                      </a:cubicBezTo>
                      <a:cubicBezTo>
                        <a:pt x="43053" y="123301"/>
                        <a:pt x="28575" y="118062"/>
                        <a:pt x="17145" y="107584"/>
                      </a:cubicBezTo>
                      <a:cubicBezTo>
                        <a:pt x="5715" y="97012"/>
                        <a:pt x="0" y="83629"/>
                        <a:pt x="0" y="67437"/>
                      </a:cubicBezTo>
                      <a:cubicBezTo>
                        <a:pt x="0" y="48101"/>
                        <a:pt x="6715" y="32051"/>
                        <a:pt x="20145" y="19288"/>
                      </a:cubicBezTo>
                      <a:cubicBezTo>
                        <a:pt x="33480" y="6429"/>
                        <a:pt x="50292" y="0"/>
                        <a:pt x="70580" y="0"/>
                      </a:cubicBezTo>
                      <a:close/>
                    </a:path>
                  </a:pathLst>
                </a:custGeom>
                <a:grpFill/>
                <a:ln>
                  <a:noFill/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>
                  <a:defPPr>
                    <a:defRPr lang="zh-CN"/>
                  </a:defPPr>
                  <a:lvl1pPr algn="ctr"/>
                  <a:lvl2pPr>
                    <a:defRPr>
                      <a:solidFill>
                        <a:schemeClr val="lt1"/>
                      </a:solidFill>
                    </a:defRPr>
                  </a:lvl2pPr>
                  <a:lvl3pPr>
                    <a:defRPr>
                      <a:solidFill>
                        <a:schemeClr val="lt1"/>
                      </a:solidFill>
                    </a:defRPr>
                  </a:lvl3pPr>
                  <a:lvl4pPr>
                    <a:defRPr>
                      <a:solidFill>
                        <a:schemeClr val="lt1"/>
                      </a:solidFill>
                    </a:defRPr>
                  </a:lvl4pPr>
                  <a:lvl5pPr>
                    <a:defRPr>
                      <a:solidFill>
                        <a:schemeClr val="lt1"/>
                      </a:solidFill>
                    </a:defRPr>
                  </a:lvl5pPr>
                  <a:lvl6pPr>
                    <a:defRPr>
                      <a:solidFill>
                        <a:schemeClr val="lt1"/>
                      </a:solidFill>
                    </a:defRPr>
                  </a:lvl6pPr>
                  <a:lvl7pPr>
                    <a:defRPr>
                      <a:solidFill>
                        <a:schemeClr val="lt1"/>
                      </a:solidFill>
                    </a:defRPr>
                  </a:lvl7pPr>
                  <a:lvl8pPr>
                    <a:defRPr>
                      <a:solidFill>
                        <a:schemeClr val="lt1"/>
                      </a:solidFill>
                    </a:defRPr>
                  </a:lvl8pPr>
                  <a:lvl9pPr>
                    <a:defRPr>
                      <a:solidFill>
                        <a:schemeClr val="lt1"/>
                      </a:solidFill>
                    </a:defRPr>
                  </a:lvl9pPr>
                </a:lstStyle>
                <a:p>
                  <a:endParaRPr lang="zh-CN" altLang="en-US" dirty="0">
                    <a:cs typeface="+mn-ea"/>
                    <a:sym typeface="+mn-lt"/>
                  </a:endParaRPr>
                </a:p>
              </p:txBody>
            </p:sp>
          </p:grpSp>
        </p:grpSp>
      </p:grpSp>
      <p:sp>
        <p:nvSpPr>
          <p:cNvPr id="68" name="文本框 67">
            <a:extLst>
              <a:ext uri="{FF2B5EF4-FFF2-40B4-BE49-F238E27FC236}">
                <a16:creationId xmlns:a16="http://schemas.microsoft.com/office/drawing/2014/main" id="{F44EBA5E-2431-8DB4-77DB-87411767EBBB}"/>
              </a:ext>
            </a:extLst>
          </p:cNvPr>
          <p:cNvSpPr txBox="1"/>
          <p:nvPr/>
        </p:nvSpPr>
        <p:spPr>
          <a:xfrm>
            <a:off x="3865560" y="4269278"/>
            <a:ext cx="44704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论文答辩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开题报告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学术汇报  </a:t>
            </a:r>
            <a:r>
              <a:rPr lang="en-US" altLang="zh-CN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/  </a:t>
            </a:r>
            <a:r>
              <a:rPr lang="zh-CN" alt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cs typeface="+mn-ea"/>
                <a:sym typeface="+mn-lt"/>
              </a:rPr>
              <a:t>毕业总结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6486351C-62B4-C857-77B7-750A3FDCAA65}"/>
              </a:ext>
            </a:extLst>
          </p:cNvPr>
          <p:cNvGrpSpPr/>
          <p:nvPr/>
        </p:nvGrpSpPr>
        <p:grpSpPr>
          <a:xfrm>
            <a:off x="3534726" y="4315027"/>
            <a:ext cx="5132070" cy="213042"/>
            <a:chOff x="2790647" y="4013247"/>
            <a:chExt cx="6765223" cy="511807"/>
          </a:xfrm>
        </p:grpSpPr>
        <p:sp>
          <p:nvSpPr>
            <p:cNvPr id="19" name="缺角矩形 18">
              <a:extLst>
                <a:ext uri="{FF2B5EF4-FFF2-40B4-BE49-F238E27FC236}">
                  <a16:creationId xmlns:a16="http://schemas.microsoft.com/office/drawing/2014/main" id="{1D9CCBDE-5A12-C962-A526-BA04B99A79C7}"/>
                </a:ext>
              </a:extLst>
            </p:cNvPr>
            <p:cNvSpPr/>
            <p:nvPr/>
          </p:nvSpPr>
          <p:spPr>
            <a:xfrm>
              <a:off x="2790647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  <p:sp>
          <p:nvSpPr>
            <p:cNvPr id="21" name="缺角矩形 20">
              <a:extLst>
                <a:ext uri="{FF2B5EF4-FFF2-40B4-BE49-F238E27FC236}">
                  <a16:creationId xmlns:a16="http://schemas.microsoft.com/office/drawing/2014/main" id="{886D3B81-5B96-2460-5D75-260A07FAEED0}"/>
                </a:ext>
              </a:extLst>
            </p:cNvPr>
            <p:cNvSpPr/>
            <p:nvPr/>
          </p:nvSpPr>
          <p:spPr>
            <a:xfrm>
              <a:off x="9356548" y="4013247"/>
              <a:ext cx="199322" cy="511807"/>
            </a:xfrm>
            <a:prstGeom prst="plaque">
              <a:avLst>
                <a:gd name="adj" fmla="val 0"/>
              </a:avLst>
            </a:pr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cs typeface="+mn-ea"/>
              </a:endParaRPr>
            </a:p>
          </p:txBody>
        </p:sp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F233E79F-5EFD-21BA-2C79-5418065CAF65}"/>
              </a:ext>
            </a:extLst>
          </p:cNvPr>
          <p:cNvGrpSpPr/>
          <p:nvPr/>
        </p:nvGrpSpPr>
        <p:grpSpPr>
          <a:xfrm flipV="1">
            <a:off x="2472431" y="3974246"/>
            <a:ext cx="7256659" cy="397789"/>
            <a:chOff x="2908962" y="4569447"/>
            <a:chExt cx="7256659" cy="397789"/>
          </a:xfrm>
        </p:grpSpPr>
        <p:sp>
          <p:nvSpPr>
            <p:cNvPr id="33" name="Freeform 10">
              <a:extLst>
                <a:ext uri="{FF2B5EF4-FFF2-40B4-BE49-F238E27FC236}">
                  <a16:creationId xmlns:a16="http://schemas.microsoft.com/office/drawing/2014/main" id="{B696B0DD-0DEC-C74C-01C1-817A211BE2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8208" y="4809876"/>
              <a:ext cx="6341541" cy="127644"/>
            </a:xfrm>
            <a:custGeom>
              <a:avLst/>
              <a:gdLst>
                <a:gd name="T0" fmla="*/ 32 w 4179"/>
                <a:gd name="T1" fmla="*/ 0 h 195"/>
                <a:gd name="T2" fmla="*/ 3682 w 4179"/>
                <a:gd name="T3" fmla="*/ 74 h 195"/>
                <a:gd name="T4" fmla="*/ 4168 w 4179"/>
                <a:gd name="T5" fmla="*/ 0 h 195"/>
                <a:gd name="T6" fmla="*/ 4175 w 4179"/>
                <a:gd name="T7" fmla="*/ 5 h 195"/>
                <a:gd name="T8" fmla="*/ 4156 w 4179"/>
                <a:gd name="T9" fmla="*/ 32 h 195"/>
                <a:gd name="T10" fmla="*/ 1797 w 4179"/>
                <a:gd name="T11" fmla="*/ 177 h 195"/>
                <a:gd name="T12" fmla="*/ 25 w 4179"/>
                <a:gd name="T13" fmla="*/ 18 h 195"/>
                <a:gd name="T14" fmla="*/ 26 w 4179"/>
                <a:gd name="T15" fmla="*/ 5 h 195"/>
                <a:gd name="T16" fmla="*/ 32 w 4179"/>
                <a:gd name="T17" fmla="*/ 0 h 1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179" h="195">
                  <a:moveTo>
                    <a:pt x="32" y="0"/>
                  </a:moveTo>
                  <a:cubicBezTo>
                    <a:pt x="1257" y="166"/>
                    <a:pt x="2440" y="161"/>
                    <a:pt x="3682" y="74"/>
                  </a:cubicBezTo>
                  <a:cubicBezTo>
                    <a:pt x="3848" y="63"/>
                    <a:pt x="4004" y="22"/>
                    <a:pt x="4168" y="0"/>
                  </a:cubicBezTo>
                  <a:cubicBezTo>
                    <a:pt x="4175" y="5"/>
                    <a:pt x="4175" y="5"/>
                    <a:pt x="4175" y="5"/>
                  </a:cubicBezTo>
                  <a:cubicBezTo>
                    <a:pt x="4179" y="11"/>
                    <a:pt x="4157" y="23"/>
                    <a:pt x="4156" y="32"/>
                  </a:cubicBezTo>
                  <a:cubicBezTo>
                    <a:pt x="4137" y="137"/>
                    <a:pt x="2907" y="195"/>
                    <a:pt x="1797" y="177"/>
                  </a:cubicBezTo>
                  <a:cubicBezTo>
                    <a:pt x="854" y="161"/>
                    <a:pt x="0" y="82"/>
                    <a:pt x="25" y="18"/>
                  </a:cubicBezTo>
                  <a:cubicBezTo>
                    <a:pt x="26" y="15"/>
                    <a:pt x="26" y="5"/>
                    <a:pt x="26" y="5"/>
                  </a:cubicBezTo>
                  <a:cubicBezTo>
                    <a:pt x="32" y="0"/>
                    <a:pt x="32" y="0"/>
                    <a:pt x="32" y="0"/>
                  </a:cubicBezTo>
                  <a:close/>
                </a:path>
              </a:pathLst>
            </a:custGeom>
            <a:solidFill>
              <a:srgbClr val="23499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>
              <a:noAutofit/>
            </a:bodyPr>
            <a:lstStyle/>
            <a:p>
              <a:endParaRPr lang="zh-CN" altLang="en-US">
                <a:solidFill>
                  <a:schemeClr val="lt1"/>
                </a:solidFill>
                <a:cs typeface="+mn-ea"/>
              </a:endParaRP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5F829CDD-38AA-2761-64B4-21019C53C446}"/>
                </a:ext>
              </a:extLst>
            </p:cNvPr>
            <p:cNvGrpSpPr/>
            <p:nvPr/>
          </p:nvGrpSpPr>
          <p:grpSpPr>
            <a:xfrm>
              <a:off x="2908962" y="4569447"/>
              <a:ext cx="850957" cy="397789"/>
              <a:chOff x="10354675" y="4505947"/>
              <a:chExt cx="850957" cy="397789"/>
            </a:xfrm>
          </p:grpSpPr>
          <p:sp>
            <p:nvSpPr>
              <p:cNvPr id="70" name="Freeform 11">
                <a:extLst>
                  <a:ext uri="{FF2B5EF4-FFF2-40B4-BE49-F238E27FC236}">
                    <a16:creationId xmlns:a16="http://schemas.microsoft.com/office/drawing/2014/main" id="{EAE4B6F1-94E1-BDD0-AF9F-D294CECCEBF2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354675" y="4742324"/>
                <a:ext cx="709807" cy="84421"/>
              </a:xfrm>
              <a:custGeom>
                <a:avLst/>
                <a:gdLst>
                  <a:gd name="T0" fmla="*/ 1013 w 1051"/>
                  <a:gd name="T1" fmla="*/ 92 h 125"/>
                  <a:gd name="T2" fmla="*/ 932 w 1051"/>
                  <a:gd name="T3" fmla="*/ 97 h 125"/>
                  <a:gd name="T4" fmla="*/ 843 w 1051"/>
                  <a:gd name="T5" fmla="*/ 105 h 125"/>
                  <a:gd name="T6" fmla="*/ 713 w 1051"/>
                  <a:gd name="T7" fmla="*/ 119 h 125"/>
                  <a:gd name="T8" fmla="*/ 624 w 1051"/>
                  <a:gd name="T9" fmla="*/ 123 h 125"/>
                  <a:gd name="T10" fmla="*/ 553 w 1051"/>
                  <a:gd name="T11" fmla="*/ 125 h 125"/>
                  <a:gd name="T12" fmla="*/ 508 w 1051"/>
                  <a:gd name="T13" fmla="*/ 125 h 125"/>
                  <a:gd name="T14" fmla="*/ 460 w 1051"/>
                  <a:gd name="T15" fmla="*/ 123 h 125"/>
                  <a:gd name="T16" fmla="*/ 413 w 1051"/>
                  <a:gd name="T17" fmla="*/ 121 h 125"/>
                  <a:gd name="T18" fmla="*/ 339 w 1051"/>
                  <a:gd name="T19" fmla="*/ 114 h 125"/>
                  <a:gd name="T20" fmla="*/ 286 w 1051"/>
                  <a:gd name="T21" fmla="*/ 108 h 125"/>
                  <a:gd name="T22" fmla="*/ 256 w 1051"/>
                  <a:gd name="T23" fmla="*/ 103 h 125"/>
                  <a:gd name="T24" fmla="*/ 223 w 1051"/>
                  <a:gd name="T25" fmla="*/ 96 h 125"/>
                  <a:gd name="T26" fmla="*/ 193 w 1051"/>
                  <a:gd name="T27" fmla="*/ 99 h 125"/>
                  <a:gd name="T28" fmla="*/ 163 w 1051"/>
                  <a:gd name="T29" fmla="*/ 110 h 125"/>
                  <a:gd name="T30" fmla="*/ 123 w 1051"/>
                  <a:gd name="T31" fmla="*/ 115 h 125"/>
                  <a:gd name="T32" fmla="*/ 101 w 1051"/>
                  <a:gd name="T33" fmla="*/ 116 h 125"/>
                  <a:gd name="T34" fmla="*/ 81 w 1051"/>
                  <a:gd name="T35" fmla="*/ 115 h 125"/>
                  <a:gd name="T36" fmla="*/ 62 w 1051"/>
                  <a:gd name="T37" fmla="*/ 113 h 125"/>
                  <a:gd name="T38" fmla="*/ 44 w 1051"/>
                  <a:gd name="T39" fmla="*/ 108 h 125"/>
                  <a:gd name="T40" fmla="*/ 27 w 1051"/>
                  <a:gd name="T41" fmla="*/ 100 h 125"/>
                  <a:gd name="T42" fmla="*/ 13 w 1051"/>
                  <a:gd name="T43" fmla="*/ 89 h 125"/>
                  <a:gd name="T44" fmla="*/ 4 w 1051"/>
                  <a:gd name="T45" fmla="*/ 77 h 125"/>
                  <a:gd name="T46" fmla="*/ 1 w 1051"/>
                  <a:gd name="T47" fmla="*/ 65 h 125"/>
                  <a:gd name="T48" fmla="*/ 1 w 1051"/>
                  <a:gd name="T49" fmla="*/ 54 h 125"/>
                  <a:gd name="T50" fmla="*/ 5 w 1051"/>
                  <a:gd name="T51" fmla="*/ 43 h 125"/>
                  <a:gd name="T52" fmla="*/ 12 w 1051"/>
                  <a:gd name="T53" fmla="*/ 34 h 125"/>
                  <a:gd name="T54" fmla="*/ 25 w 1051"/>
                  <a:gd name="T55" fmla="*/ 25 h 125"/>
                  <a:gd name="T56" fmla="*/ 40 w 1051"/>
                  <a:gd name="T57" fmla="*/ 18 h 125"/>
                  <a:gd name="T58" fmla="*/ 61 w 1051"/>
                  <a:gd name="T59" fmla="*/ 11 h 125"/>
                  <a:gd name="T60" fmla="*/ 83 w 1051"/>
                  <a:gd name="T61" fmla="*/ 3 h 125"/>
                  <a:gd name="T62" fmla="*/ 109 w 1051"/>
                  <a:gd name="T63" fmla="*/ 4 h 125"/>
                  <a:gd name="T64" fmla="*/ 135 w 1051"/>
                  <a:gd name="T65" fmla="*/ 18 h 125"/>
                  <a:gd name="T66" fmla="*/ 152 w 1051"/>
                  <a:gd name="T67" fmla="*/ 27 h 125"/>
                  <a:gd name="T68" fmla="*/ 169 w 1051"/>
                  <a:gd name="T69" fmla="*/ 34 h 125"/>
                  <a:gd name="T70" fmla="*/ 204 w 1051"/>
                  <a:gd name="T71" fmla="*/ 47 h 125"/>
                  <a:gd name="T72" fmla="*/ 233 w 1051"/>
                  <a:gd name="T73" fmla="*/ 55 h 125"/>
                  <a:gd name="T74" fmla="*/ 263 w 1051"/>
                  <a:gd name="T75" fmla="*/ 62 h 125"/>
                  <a:gd name="T76" fmla="*/ 292 w 1051"/>
                  <a:gd name="T77" fmla="*/ 65 h 125"/>
                  <a:gd name="T78" fmla="*/ 342 w 1051"/>
                  <a:gd name="T79" fmla="*/ 71 h 125"/>
                  <a:gd name="T80" fmla="*/ 417 w 1051"/>
                  <a:gd name="T81" fmla="*/ 78 h 125"/>
                  <a:gd name="T82" fmla="*/ 462 w 1051"/>
                  <a:gd name="T83" fmla="*/ 81 h 125"/>
                  <a:gd name="T84" fmla="*/ 509 w 1051"/>
                  <a:gd name="T85" fmla="*/ 83 h 125"/>
                  <a:gd name="T86" fmla="*/ 553 w 1051"/>
                  <a:gd name="T87" fmla="*/ 83 h 125"/>
                  <a:gd name="T88" fmla="*/ 622 w 1051"/>
                  <a:gd name="T89" fmla="*/ 82 h 125"/>
                  <a:gd name="T90" fmla="*/ 711 w 1051"/>
                  <a:gd name="T91" fmla="*/ 77 h 125"/>
                  <a:gd name="T92" fmla="*/ 846 w 1051"/>
                  <a:gd name="T93" fmla="*/ 74 h 125"/>
                  <a:gd name="T94" fmla="*/ 936 w 1051"/>
                  <a:gd name="T95" fmla="*/ 71 h 125"/>
                  <a:gd name="T96" fmla="*/ 1015 w 1051"/>
                  <a:gd name="T97" fmla="*/ 71 h 125"/>
                  <a:gd name="T98" fmla="*/ 85 w 1051"/>
                  <a:gd name="T99" fmla="*/ 48 h 125"/>
                  <a:gd name="T100" fmla="*/ 63 w 1051"/>
                  <a:gd name="T101" fmla="*/ 55 h 125"/>
                  <a:gd name="T102" fmla="*/ 50 w 1051"/>
                  <a:gd name="T103" fmla="*/ 60 h 125"/>
                  <a:gd name="T104" fmla="*/ 47 w 1051"/>
                  <a:gd name="T105" fmla="*/ 63 h 125"/>
                  <a:gd name="T106" fmla="*/ 55 w 1051"/>
                  <a:gd name="T107" fmla="*/ 67 h 125"/>
                  <a:gd name="T108" fmla="*/ 67 w 1051"/>
                  <a:gd name="T109" fmla="*/ 70 h 125"/>
                  <a:gd name="T110" fmla="*/ 80 w 1051"/>
                  <a:gd name="T111" fmla="*/ 72 h 125"/>
                  <a:gd name="T112" fmla="*/ 97 w 1051"/>
                  <a:gd name="T113" fmla="*/ 73 h 125"/>
                  <a:gd name="T114" fmla="*/ 114 w 1051"/>
                  <a:gd name="T115" fmla="*/ 73 h 125"/>
                  <a:gd name="T116" fmla="*/ 143 w 1051"/>
                  <a:gd name="T117" fmla="*/ 69 h 125"/>
                  <a:gd name="T118" fmla="*/ 124 w 1051"/>
                  <a:gd name="T119" fmla="*/ 60 h 125"/>
                  <a:gd name="T120" fmla="*/ 109 w 1051"/>
                  <a:gd name="T121" fmla="*/ 53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039" y="70"/>
                    </a:moveTo>
                    <a:lnTo>
                      <a:pt x="1047" y="74"/>
                    </a:lnTo>
                    <a:lnTo>
                      <a:pt x="1051" y="82"/>
                    </a:lnTo>
                    <a:lnTo>
                      <a:pt x="1051" y="82"/>
                    </a:lnTo>
                    <a:lnTo>
                      <a:pt x="1047" y="90"/>
                    </a:lnTo>
                    <a:lnTo>
                      <a:pt x="1039" y="92"/>
                    </a:lnTo>
                    <a:lnTo>
                      <a:pt x="1039" y="92"/>
                    </a:lnTo>
                    <a:lnTo>
                      <a:pt x="1037" y="92"/>
                    </a:lnTo>
                    <a:lnTo>
                      <a:pt x="1034" y="92"/>
                    </a:lnTo>
                    <a:lnTo>
                      <a:pt x="1032" y="92"/>
                    </a:lnTo>
                    <a:lnTo>
                      <a:pt x="1029" y="92"/>
                    </a:lnTo>
                    <a:lnTo>
                      <a:pt x="1028" y="92"/>
                    </a:lnTo>
                    <a:lnTo>
                      <a:pt x="1025" y="92"/>
                    </a:lnTo>
                    <a:lnTo>
                      <a:pt x="1023" y="92"/>
                    </a:lnTo>
                    <a:lnTo>
                      <a:pt x="1020" y="92"/>
                    </a:lnTo>
                    <a:lnTo>
                      <a:pt x="1019" y="92"/>
                    </a:lnTo>
                    <a:lnTo>
                      <a:pt x="1018" y="92"/>
                    </a:lnTo>
                    <a:lnTo>
                      <a:pt x="1015" y="92"/>
                    </a:lnTo>
                    <a:lnTo>
                      <a:pt x="1013" y="92"/>
                    </a:lnTo>
                    <a:lnTo>
                      <a:pt x="1010" y="92"/>
                    </a:lnTo>
                    <a:lnTo>
                      <a:pt x="1008" y="92"/>
                    </a:lnTo>
                    <a:lnTo>
                      <a:pt x="1005" y="93"/>
                    </a:lnTo>
                    <a:lnTo>
                      <a:pt x="1001" y="93"/>
                    </a:lnTo>
                    <a:lnTo>
                      <a:pt x="996" y="93"/>
                    </a:lnTo>
                    <a:lnTo>
                      <a:pt x="991" y="93"/>
                    </a:lnTo>
                    <a:lnTo>
                      <a:pt x="986" y="93"/>
                    </a:lnTo>
                    <a:lnTo>
                      <a:pt x="981" y="94"/>
                    </a:lnTo>
                    <a:lnTo>
                      <a:pt x="976" y="94"/>
                    </a:lnTo>
                    <a:lnTo>
                      <a:pt x="972" y="94"/>
                    </a:lnTo>
                    <a:lnTo>
                      <a:pt x="967" y="95"/>
                    </a:lnTo>
                    <a:lnTo>
                      <a:pt x="962" y="95"/>
                    </a:lnTo>
                    <a:lnTo>
                      <a:pt x="960" y="95"/>
                    </a:lnTo>
                    <a:lnTo>
                      <a:pt x="957" y="95"/>
                    </a:lnTo>
                    <a:lnTo>
                      <a:pt x="951" y="96"/>
                    </a:lnTo>
                    <a:lnTo>
                      <a:pt x="946" y="96"/>
                    </a:lnTo>
                    <a:lnTo>
                      <a:pt x="942" y="96"/>
                    </a:lnTo>
                    <a:lnTo>
                      <a:pt x="937" y="97"/>
                    </a:lnTo>
                    <a:lnTo>
                      <a:pt x="932" y="97"/>
                    </a:lnTo>
                    <a:lnTo>
                      <a:pt x="927" y="97"/>
                    </a:lnTo>
                    <a:lnTo>
                      <a:pt x="922" y="98"/>
                    </a:lnTo>
                    <a:lnTo>
                      <a:pt x="917" y="98"/>
                    </a:lnTo>
                    <a:lnTo>
                      <a:pt x="913" y="99"/>
                    </a:lnTo>
                    <a:lnTo>
                      <a:pt x="908" y="99"/>
                    </a:lnTo>
                    <a:lnTo>
                      <a:pt x="903" y="99"/>
                    </a:lnTo>
                    <a:lnTo>
                      <a:pt x="902" y="100"/>
                    </a:lnTo>
                    <a:lnTo>
                      <a:pt x="897" y="100"/>
                    </a:lnTo>
                    <a:lnTo>
                      <a:pt x="892" y="100"/>
                    </a:lnTo>
                    <a:lnTo>
                      <a:pt x="887" y="101"/>
                    </a:lnTo>
                    <a:lnTo>
                      <a:pt x="883" y="101"/>
                    </a:lnTo>
                    <a:lnTo>
                      <a:pt x="878" y="101"/>
                    </a:lnTo>
                    <a:lnTo>
                      <a:pt x="873" y="102"/>
                    </a:lnTo>
                    <a:lnTo>
                      <a:pt x="868" y="102"/>
                    </a:lnTo>
                    <a:lnTo>
                      <a:pt x="863" y="103"/>
                    </a:lnTo>
                    <a:lnTo>
                      <a:pt x="858" y="103"/>
                    </a:lnTo>
                    <a:lnTo>
                      <a:pt x="853" y="104"/>
                    </a:lnTo>
                    <a:lnTo>
                      <a:pt x="848" y="104"/>
                    </a:lnTo>
                    <a:lnTo>
                      <a:pt x="843" y="105"/>
                    </a:lnTo>
                    <a:lnTo>
                      <a:pt x="833" y="105"/>
                    </a:lnTo>
                    <a:lnTo>
                      <a:pt x="824" y="106"/>
                    </a:lnTo>
                    <a:lnTo>
                      <a:pt x="813" y="107"/>
                    </a:lnTo>
                    <a:lnTo>
                      <a:pt x="807" y="108"/>
                    </a:lnTo>
                    <a:lnTo>
                      <a:pt x="803" y="108"/>
                    </a:lnTo>
                    <a:lnTo>
                      <a:pt x="784" y="111"/>
                    </a:lnTo>
                    <a:lnTo>
                      <a:pt x="773" y="113"/>
                    </a:lnTo>
                    <a:lnTo>
                      <a:pt x="773" y="113"/>
                    </a:lnTo>
                    <a:lnTo>
                      <a:pt x="764" y="114"/>
                    </a:lnTo>
                    <a:lnTo>
                      <a:pt x="754" y="115"/>
                    </a:lnTo>
                    <a:lnTo>
                      <a:pt x="749" y="116"/>
                    </a:lnTo>
                    <a:lnTo>
                      <a:pt x="743" y="117"/>
                    </a:lnTo>
                    <a:lnTo>
                      <a:pt x="739" y="117"/>
                    </a:lnTo>
                    <a:lnTo>
                      <a:pt x="734" y="118"/>
                    </a:lnTo>
                    <a:lnTo>
                      <a:pt x="729" y="118"/>
                    </a:lnTo>
                    <a:lnTo>
                      <a:pt x="729" y="118"/>
                    </a:lnTo>
                    <a:lnTo>
                      <a:pt x="724" y="119"/>
                    </a:lnTo>
                    <a:lnTo>
                      <a:pt x="719" y="119"/>
                    </a:lnTo>
                    <a:lnTo>
                      <a:pt x="713" y="119"/>
                    </a:lnTo>
                    <a:lnTo>
                      <a:pt x="709" y="120"/>
                    </a:lnTo>
                    <a:lnTo>
                      <a:pt x="704" y="120"/>
                    </a:lnTo>
                    <a:lnTo>
                      <a:pt x="699" y="120"/>
                    </a:lnTo>
                    <a:lnTo>
                      <a:pt x="694" y="121"/>
                    </a:lnTo>
                    <a:lnTo>
                      <a:pt x="688" y="121"/>
                    </a:lnTo>
                    <a:lnTo>
                      <a:pt x="683" y="121"/>
                    </a:lnTo>
                    <a:lnTo>
                      <a:pt x="679" y="121"/>
                    </a:lnTo>
                    <a:lnTo>
                      <a:pt x="674" y="121"/>
                    </a:lnTo>
                    <a:lnTo>
                      <a:pt x="669" y="121"/>
                    </a:lnTo>
                    <a:lnTo>
                      <a:pt x="663" y="121"/>
                    </a:lnTo>
                    <a:lnTo>
                      <a:pt x="658" y="122"/>
                    </a:lnTo>
                    <a:lnTo>
                      <a:pt x="653" y="122"/>
                    </a:lnTo>
                    <a:lnTo>
                      <a:pt x="649" y="122"/>
                    </a:lnTo>
                    <a:lnTo>
                      <a:pt x="649" y="122"/>
                    </a:lnTo>
                    <a:lnTo>
                      <a:pt x="644" y="122"/>
                    </a:lnTo>
                    <a:lnTo>
                      <a:pt x="639" y="123"/>
                    </a:lnTo>
                    <a:lnTo>
                      <a:pt x="633" y="123"/>
                    </a:lnTo>
                    <a:lnTo>
                      <a:pt x="628" y="123"/>
                    </a:lnTo>
                    <a:lnTo>
                      <a:pt x="624" y="123"/>
                    </a:lnTo>
                    <a:lnTo>
                      <a:pt x="619" y="123"/>
                    </a:lnTo>
                    <a:lnTo>
                      <a:pt x="614" y="124"/>
                    </a:lnTo>
                    <a:lnTo>
                      <a:pt x="608" y="124"/>
                    </a:lnTo>
                    <a:lnTo>
                      <a:pt x="603" y="124"/>
                    </a:lnTo>
                    <a:lnTo>
                      <a:pt x="598" y="124"/>
                    </a:lnTo>
                    <a:lnTo>
                      <a:pt x="594" y="124"/>
                    </a:lnTo>
                    <a:lnTo>
                      <a:pt x="589" y="124"/>
                    </a:lnTo>
                    <a:lnTo>
                      <a:pt x="583" y="124"/>
                    </a:lnTo>
                    <a:lnTo>
                      <a:pt x="578" y="125"/>
                    </a:lnTo>
                    <a:lnTo>
                      <a:pt x="576" y="125"/>
                    </a:lnTo>
                    <a:lnTo>
                      <a:pt x="573" y="125"/>
                    </a:lnTo>
                    <a:lnTo>
                      <a:pt x="570" y="125"/>
                    </a:lnTo>
                    <a:lnTo>
                      <a:pt x="568" y="125"/>
                    </a:lnTo>
                    <a:lnTo>
                      <a:pt x="566" y="125"/>
                    </a:lnTo>
                    <a:lnTo>
                      <a:pt x="564" y="125"/>
                    </a:lnTo>
                    <a:lnTo>
                      <a:pt x="561" y="125"/>
                    </a:lnTo>
                    <a:lnTo>
                      <a:pt x="558" y="125"/>
                    </a:lnTo>
                    <a:lnTo>
                      <a:pt x="556" y="125"/>
                    </a:lnTo>
                    <a:lnTo>
                      <a:pt x="553" y="125"/>
                    </a:lnTo>
                    <a:lnTo>
                      <a:pt x="551" y="125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3" y="125"/>
                    </a:lnTo>
                    <a:lnTo>
                      <a:pt x="540" y="125"/>
                    </a:lnTo>
                    <a:lnTo>
                      <a:pt x="538" y="125"/>
                    </a:lnTo>
                    <a:lnTo>
                      <a:pt x="537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6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5" y="125"/>
                    </a:lnTo>
                    <a:lnTo>
                      <a:pt x="513" y="125"/>
                    </a:lnTo>
                    <a:lnTo>
                      <a:pt x="510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1" y="124"/>
                    </a:lnTo>
                    <a:lnTo>
                      <a:pt x="498" y="124"/>
                    </a:lnTo>
                    <a:lnTo>
                      <a:pt x="495" y="124"/>
                    </a:lnTo>
                    <a:lnTo>
                      <a:pt x="493" y="124"/>
                    </a:lnTo>
                    <a:lnTo>
                      <a:pt x="490" y="124"/>
                    </a:lnTo>
                    <a:lnTo>
                      <a:pt x="488" y="124"/>
                    </a:lnTo>
                    <a:lnTo>
                      <a:pt x="485" y="124"/>
                    </a:lnTo>
                    <a:lnTo>
                      <a:pt x="482" y="124"/>
                    </a:lnTo>
                    <a:lnTo>
                      <a:pt x="480" y="124"/>
                    </a:lnTo>
                    <a:lnTo>
                      <a:pt x="478" y="124"/>
                    </a:lnTo>
                    <a:lnTo>
                      <a:pt x="476" y="124"/>
                    </a:lnTo>
                    <a:lnTo>
                      <a:pt x="473" y="124"/>
                    </a:lnTo>
                    <a:lnTo>
                      <a:pt x="470" y="123"/>
                    </a:lnTo>
                    <a:lnTo>
                      <a:pt x="468" y="123"/>
                    </a:lnTo>
                    <a:lnTo>
                      <a:pt x="465" y="123"/>
                    </a:lnTo>
                    <a:lnTo>
                      <a:pt x="463" y="123"/>
                    </a:lnTo>
                    <a:lnTo>
                      <a:pt x="460" y="123"/>
                    </a:lnTo>
                    <a:lnTo>
                      <a:pt x="457" y="123"/>
                    </a:lnTo>
                    <a:lnTo>
                      <a:pt x="455" y="123"/>
                    </a:lnTo>
                    <a:lnTo>
                      <a:pt x="452" y="122"/>
                    </a:lnTo>
                    <a:lnTo>
                      <a:pt x="451" y="122"/>
                    </a:lnTo>
                    <a:lnTo>
                      <a:pt x="448" y="122"/>
                    </a:lnTo>
                    <a:lnTo>
                      <a:pt x="446" y="122"/>
                    </a:lnTo>
                    <a:lnTo>
                      <a:pt x="443" y="122"/>
                    </a:lnTo>
                    <a:lnTo>
                      <a:pt x="440" y="122"/>
                    </a:lnTo>
                    <a:lnTo>
                      <a:pt x="438" y="122"/>
                    </a:lnTo>
                    <a:lnTo>
                      <a:pt x="435" y="121"/>
                    </a:lnTo>
                    <a:lnTo>
                      <a:pt x="433" y="121"/>
                    </a:lnTo>
                    <a:lnTo>
                      <a:pt x="430" y="121"/>
                    </a:lnTo>
                    <a:lnTo>
                      <a:pt x="427" y="121"/>
                    </a:lnTo>
                    <a:lnTo>
                      <a:pt x="425" y="121"/>
                    </a:lnTo>
                    <a:lnTo>
                      <a:pt x="422" y="121"/>
                    </a:lnTo>
                    <a:lnTo>
                      <a:pt x="421" y="121"/>
                    </a:lnTo>
                    <a:lnTo>
                      <a:pt x="418" y="121"/>
                    </a:lnTo>
                    <a:lnTo>
                      <a:pt x="415" y="121"/>
                    </a:lnTo>
                    <a:lnTo>
                      <a:pt x="413" y="121"/>
                    </a:lnTo>
                    <a:lnTo>
                      <a:pt x="410" y="120"/>
                    </a:lnTo>
                    <a:lnTo>
                      <a:pt x="408" y="120"/>
                    </a:lnTo>
                    <a:lnTo>
                      <a:pt x="405" y="120"/>
                    </a:lnTo>
                    <a:lnTo>
                      <a:pt x="403" y="120"/>
                    </a:lnTo>
                    <a:lnTo>
                      <a:pt x="399" y="119"/>
                    </a:lnTo>
                    <a:lnTo>
                      <a:pt x="396" y="119"/>
                    </a:lnTo>
                    <a:lnTo>
                      <a:pt x="393" y="119"/>
                    </a:lnTo>
                    <a:lnTo>
                      <a:pt x="390" y="118"/>
                    </a:lnTo>
                    <a:lnTo>
                      <a:pt x="386" y="118"/>
                    </a:lnTo>
                    <a:lnTo>
                      <a:pt x="383" y="118"/>
                    </a:lnTo>
                    <a:lnTo>
                      <a:pt x="379" y="117"/>
                    </a:lnTo>
                    <a:lnTo>
                      <a:pt x="376" y="117"/>
                    </a:lnTo>
                    <a:lnTo>
                      <a:pt x="369" y="116"/>
                    </a:lnTo>
                    <a:lnTo>
                      <a:pt x="363" y="116"/>
                    </a:lnTo>
                    <a:lnTo>
                      <a:pt x="356" y="115"/>
                    </a:lnTo>
                    <a:lnTo>
                      <a:pt x="349" y="115"/>
                    </a:lnTo>
                    <a:lnTo>
                      <a:pt x="346" y="114"/>
                    </a:lnTo>
                    <a:lnTo>
                      <a:pt x="342" y="114"/>
                    </a:lnTo>
                    <a:lnTo>
                      <a:pt x="339" y="114"/>
                    </a:lnTo>
                    <a:lnTo>
                      <a:pt x="335" y="113"/>
                    </a:lnTo>
                    <a:lnTo>
                      <a:pt x="333" y="113"/>
                    </a:lnTo>
                    <a:lnTo>
                      <a:pt x="329" y="113"/>
                    </a:lnTo>
                    <a:lnTo>
                      <a:pt x="326" y="112"/>
                    </a:lnTo>
                    <a:lnTo>
                      <a:pt x="322" y="112"/>
                    </a:lnTo>
                    <a:lnTo>
                      <a:pt x="319" y="112"/>
                    </a:lnTo>
                    <a:lnTo>
                      <a:pt x="315" y="111"/>
                    </a:lnTo>
                    <a:lnTo>
                      <a:pt x="312" y="111"/>
                    </a:lnTo>
                    <a:lnTo>
                      <a:pt x="308" y="111"/>
                    </a:lnTo>
                    <a:lnTo>
                      <a:pt x="306" y="110"/>
                    </a:lnTo>
                    <a:lnTo>
                      <a:pt x="302" y="110"/>
                    </a:lnTo>
                    <a:lnTo>
                      <a:pt x="299" y="109"/>
                    </a:lnTo>
                    <a:lnTo>
                      <a:pt x="297" y="109"/>
                    </a:lnTo>
                    <a:lnTo>
                      <a:pt x="295" y="109"/>
                    </a:lnTo>
                    <a:lnTo>
                      <a:pt x="293" y="109"/>
                    </a:lnTo>
                    <a:lnTo>
                      <a:pt x="292" y="109"/>
                    </a:lnTo>
                    <a:lnTo>
                      <a:pt x="290" y="108"/>
                    </a:lnTo>
                    <a:lnTo>
                      <a:pt x="288" y="108"/>
                    </a:lnTo>
                    <a:lnTo>
                      <a:pt x="286" y="108"/>
                    </a:lnTo>
                    <a:lnTo>
                      <a:pt x="284" y="108"/>
                    </a:lnTo>
                    <a:lnTo>
                      <a:pt x="283" y="107"/>
                    </a:lnTo>
                    <a:lnTo>
                      <a:pt x="281" y="107"/>
                    </a:lnTo>
                    <a:lnTo>
                      <a:pt x="279" y="107"/>
                    </a:lnTo>
                    <a:lnTo>
                      <a:pt x="277" y="107"/>
                    </a:lnTo>
                    <a:lnTo>
                      <a:pt x="277" y="106"/>
                    </a:lnTo>
                    <a:lnTo>
                      <a:pt x="275" y="106"/>
                    </a:lnTo>
                    <a:lnTo>
                      <a:pt x="273" y="106"/>
                    </a:lnTo>
                    <a:lnTo>
                      <a:pt x="271" y="106"/>
                    </a:lnTo>
                    <a:lnTo>
                      <a:pt x="270" y="105"/>
                    </a:lnTo>
                    <a:lnTo>
                      <a:pt x="268" y="105"/>
                    </a:lnTo>
                    <a:lnTo>
                      <a:pt x="266" y="105"/>
                    </a:lnTo>
                    <a:lnTo>
                      <a:pt x="266" y="105"/>
                    </a:lnTo>
                    <a:lnTo>
                      <a:pt x="264" y="105"/>
                    </a:lnTo>
                    <a:lnTo>
                      <a:pt x="263" y="104"/>
                    </a:lnTo>
                    <a:lnTo>
                      <a:pt x="261" y="104"/>
                    </a:lnTo>
                    <a:lnTo>
                      <a:pt x="259" y="104"/>
                    </a:lnTo>
                    <a:lnTo>
                      <a:pt x="257" y="103"/>
                    </a:lnTo>
                    <a:lnTo>
                      <a:pt x="256" y="103"/>
                    </a:lnTo>
                    <a:lnTo>
                      <a:pt x="254" y="103"/>
                    </a:lnTo>
                    <a:lnTo>
                      <a:pt x="252" y="102"/>
                    </a:lnTo>
                    <a:lnTo>
                      <a:pt x="250" y="102"/>
                    </a:lnTo>
                    <a:lnTo>
                      <a:pt x="248" y="102"/>
                    </a:lnTo>
                    <a:lnTo>
                      <a:pt x="248" y="101"/>
                    </a:lnTo>
                    <a:lnTo>
                      <a:pt x="246" y="101"/>
                    </a:lnTo>
                    <a:lnTo>
                      <a:pt x="244" y="101"/>
                    </a:lnTo>
                    <a:lnTo>
                      <a:pt x="242" y="100"/>
                    </a:lnTo>
                    <a:lnTo>
                      <a:pt x="241" y="100"/>
                    </a:lnTo>
                    <a:lnTo>
                      <a:pt x="239" y="100"/>
                    </a:lnTo>
                    <a:lnTo>
                      <a:pt x="237" y="99"/>
                    </a:lnTo>
                    <a:lnTo>
                      <a:pt x="235" y="99"/>
                    </a:lnTo>
                    <a:lnTo>
                      <a:pt x="234" y="99"/>
                    </a:lnTo>
                    <a:lnTo>
                      <a:pt x="232" y="98"/>
                    </a:lnTo>
                    <a:lnTo>
                      <a:pt x="230" y="98"/>
                    </a:lnTo>
                    <a:lnTo>
                      <a:pt x="228" y="97"/>
                    </a:lnTo>
                    <a:lnTo>
                      <a:pt x="226" y="97"/>
                    </a:lnTo>
                    <a:lnTo>
                      <a:pt x="225" y="97"/>
                    </a:lnTo>
                    <a:lnTo>
                      <a:pt x="223" y="96"/>
                    </a:lnTo>
                    <a:lnTo>
                      <a:pt x="221" y="96"/>
                    </a:lnTo>
                    <a:lnTo>
                      <a:pt x="219" y="95"/>
                    </a:lnTo>
                    <a:lnTo>
                      <a:pt x="219" y="95"/>
                    </a:lnTo>
                    <a:lnTo>
                      <a:pt x="217" y="94"/>
                    </a:lnTo>
                    <a:lnTo>
                      <a:pt x="215" y="94"/>
                    </a:lnTo>
                    <a:lnTo>
                      <a:pt x="213" y="93"/>
                    </a:lnTo>
                    <a:lnTo>
                      <a:pt x="212" y="93"/>
                    </a:lnTo>
                    <a:lnTo>
                      <a:pt x="210" y="92"/>
                    </a:lnTo>
                    <a:lnTo>
                      <a:pt x="210" y="92"/>
                    </a:lnTo>
                    <a:lnTo>
                      <a:pt x="209" y="93"/>
                    </a:lnTo>
                    <a:lnTo>
                      <a:pt x="208" y="93"/>
                    </a:lnTo>
                    <a:lnTo>
                      <a:pt x="206" y="94"/>
                    </a:lnTo>
                    <a:lnTo>
                      <a:pt x="204" y="95"/>
                    </a:lnTo>
                    <a:lnTo>
                      <a:pt x="202" y="95"/>
                    </a:lnTo>
                    <a:lnTo>
                      <a:pt x="201" y="96"/>
                    </a:lnTo>
                    <a:lnTo>
                      <a:pt x="199" y="97"/>
                    </a:lnTo>
                    <a:lnTo>
                      <a:pt x="197" y="97"/>
                    </a:lnTo>
                    <a:lnTo>
                      <a:pt x="195" y="98"/>
                    </a:lnTo>
                    <a:lnTo>
                      <a:pt x="193" y="99"/>
                    </a:lnTo>
                    <a:lnTo>
                      <a:pt x="192" y="99"/>
                    </a:lnTo>
                    <a:lnTo>
                      <a:pt x="191" y="100"/>
                    </a:lnTo>
                    <a:lnTo>
                      <a:pt x="190" y="101"/>
                    </a:lnTo>
                    <a:lnTo>
                      <a:pt x="189" y="102"/>
                    </a:lnTo>
                    <a:lnTo>
                      <a:pt x="187" y="104"/>
                    </a:lnTo>
                    <a:lnTo>
                      <a:pt x="186" y="106"/>
                    </a:lnTo>
                    <a:lnTo>
                      <a:pt x="185" y="106"/>
                    </a:lnTo>
                    <a:lnTo>
                      <a:pt x="184" y="107"/>
                    </a:lnTo>
                    <a:lnTo>
                      <a:pt x="183" y="107"/>
                    </a:lnTo>
                    <a:lnTo>
                      <a:pt x="182" y="107"/>
                    </a:lnTo>
                    <a:lnTo>
                      <a:pt x="180" y="107"/>
                    </a:lnTo>
                    <a:lnTo>
                      <a:pt x="177" y="108"/>
                    </a:lnTo>
                    <a:lnTo>
                      <a:pt x="175" y="108"/>
                    </a:lnTo>
                    <a:lnTo>
                      <a:pt x="173" y="108"/>
                    </a:lnTo>
                    <a:lnTo>
                      <a:pt x="171" y="109"/>
                    </a:lnTo>
                    <a:lnTo>
                      <a:pt x="169" y="109"/>
                    </a:lnTo>
                    <a:lnTo>
                      <a:pt x="167" y="110"/>
                    </a:lnTo>
                    <a:lnTo>
                      <a:pt x="165" y="110"/>
                    </a:lnTo>
                    <a:lnTo>
                      <a:pt x="163" y="110"/>
                    </a:lnTo>
                    <a:lnTo>
                      <a:pt x="161" y="111"/>
                    </a:lnTo>
                    <a:lnTo>
                      <a:pt x="159" y="111"/>
                    </a:lnTo>
                    <a:lnTo>
                      <a:pt x="157" y="111"/>
                    </a:lnTo>
                    <a:lnTo>
                      <a:pt x="155" y="111"/>
                    </a:lnTo>
                    <a:lnTo>
                      <a:pt x="153" y="112"/>
                    </a:lnTo>
                    <a:lnTo>
                      <a:pt x="151" y="112"/>
                    </a:lnTo>
                    <a:lnTo>
                      <a:pt x="149" y="112"/>
                    </a:lnTo>
                    <a:lnTo>
                      <a:pt x="146" y="113"/>
                    </a:lnTo>
                    <a:lnTo>
                      <a:pt x="144" y="113"/>
                    </a:lnTo>
                    <a:lnTo>
                      <a:pt x="142" y="113"/>
                    </a:lnTo>
                    <a:lnTo>
                      <a:pt x="140" y="113"/>
                    </a:lnTo>
                    <a:lnTo>
                      <a:pt x="138" y="114"/>
                    </a:lnTo>
                    <a:lnTo>
                      <a:pt x="135" y="114"/>
                    </a:lnTo>
                    <a:lnTo>
                      <a:pt x="133" y="114"/>
                    </a:lnTo>
                    <a:lnTo>
                      <a:pt x="132" y="114"/>
                    </a:lnTo>
                    <a:lnTo>
                      <a:pt x="130" y="114"/>
                    </a:lnTo>
                    <a:lnTo>
                      <a:pt x="127" y="115"/>
                    </a:lnTo>
                    <a:lnTo>
                      <a:pt x="125" y="115"/>
                    </a:lnTo>
                    <a:lnTo>
                      <a:pt x="123" y="115"/>
                    </a:lnTo>
                    <a:lnTo>
                      <a:pt x="121" y="115"/>
                    </a:lnTo>
                    <a:lnTo>
                      <a:pt x="119" y="115"/>
                    </a:lnTo>
                    <a:lnTo>
                      <a:pt x="118" y="115"/>
                    </a:lnTo>
                    <a:lnTo>
                      <a:pt x="116" y="115"/>
                    </a:lnTo>
                    <a:lnTo>
                      <a:pt x="115" y="115"/>
                    </a:lnTo>
                    <a:lnTo>
                      <a:pt x="114" y="115"/>
                    </a:lnTo>
                    <a:lnTo>
                      <a:pt x="113" y="116"/>
                    </a:lnTo>
                    <a:lnTo>
                      <a:pt x="112" y="116"/>
                    </a:lnTo>
                    <a:lnTo>
                      <a:pt x="111" y="116"/>
                    </a:lnTo>
                    <a:lnTo>
                      <a:pt x="110" y="116"/>
                    </a:lnTo>
                    <a:lnTo>
                      <a:pt x="109" y="116"/>
                    </a:lnTo>
                    <a:lnTo>
                      <a:pt x="108" y="116"/>
                    </a:lnTo>
                    <a:lnTo>
                      <a:pt x="107" y="116"/>
                    </a:lnTo>
                    <a:lnTo>
                      <a:pt x="105" y="116"/>
                    </a:lnTo>
                    <a:lnTo>
                      <a:pt x="104" y="116"/>
                    </a:lnTo>
                    <a:lnTo>
                      <a:pt x="103" y="116"/>
                    </a:lnTo>
                    <a:lnTo>
                      <a:pt x="103" y="116"/>
                    </a:lnTo>
                    <a:lnTo>
                      <a:pt x="102" y="116"/>
                    </a:lnTo>
                    <a:lnTo>
                      <a:pt x="101" y="116"/>
                    </a:lnTo>
                    <a:lnTo>
                      <a:pt x="100" y="116"/>
                    </a:lnTo>
                    <a:lnTo>
                      <a:pt x="99" y="116"/>
                    </a:lnTo>
                    <a:lnTo>
                      <a:pt x="98" y="116"/>
                    </a:lnTo>
                    <a:lnTo>
                      <a:pt x="97" y="116"/>
                    </a:lnTo>
                    <a:lnTo>
                      <a:pt x="96" y="116"/>
                    </a:lnTo>
                    <a:lnTo>
                      <a:pt x="94" y="116"/>
                    </a:lnTo>
                    <a:lnTo>
                      <a:pt x="93" y="116"/>
                    </a:lnTo>
                    <a:lnTo>
                      <a:pt x="92" y="116"/>
                    </a:lnTo>
                    <a:lnTo>
                      <a:pt x="91" y="116"/>
                    </a:lnTo>
                    <a:lnTo>
                      <a:pt x="90" y="116"/>
                    </a:lnTo>
                    <a:lnTo>
                      <a:pt x="89" y="116"/>
                    </a:lnTo>
                    <a:lnTo>
                      <a:pt x="88" y="116"/>
                    </a:lnTo>
                    <a:lnTo>
                      <a:pt x="87" y="116"/>
                    </a:lnTo>
                    <a:lnTo>
                      <a:pt x="86" y="116"/>
                    </a:lnTo>
                    <a:lnTo>
                      <a:pt x="85" y="115"/>
                    </a:lnTo>
                    <a:lnTo>
                      <a:pt x="84" y="115"/>
                    </a:lnTo>
                    <a:lnTo>
                      <a:pt x="83" y="115"/>
                    </a:lnTo>
                    <a:lnTo>
                      <a:pt x="82" y="115"/>
                    </a:lnTo>
                    <a:lnTo>
                      <a:pt x="81" y="115"/>
                    </a:lnTo>
                    <a:lnTo>
                      <a:pt x="79" y="115"/>
                    </a:lnTo>
                    <a:lnTo>
                      <a:pt x="78" y="115"/>
                    </a:lnTo>
                    <a:lnTo>
                      <a:pt x="77" y="115"/>
                    </a:lnTo>
                    <a:lnTo>
                      <a:pt x="76" y="115"/>
                    </a:lnTo>
                    <a:lnTo>
                      <a:pt x="75" y="115"/>
                    </a:lnTo>
                    <a:lnTo>
                      <a:pt x="74" y="115"/>
                    </a:lnTo>
                    <a:lnTo>
                      <a:pt x="74" y="115"/>
                    </a:lnTo>
                    <a:lnTo>
                      <a:pt x="73" y="114"/>
                    </a:lnTo>
                    <a:lnTo>
                      <a:pt x="72" y="114"/>
                    </a:lnTo>
                    <a:lnTo>
                      <a:pt x="71" y="114"/>
                    </a:lnTo>
                    <a:lnTo>
                      <a:pt x="70" y="114"/>
                    </a:lnTo>
                    <a:lnTo>
                      <a:pt x="69" y="114"/>
                    </a:lnTo>
                    <a:lnTo>
                      <a:pt x="68" y="114"/>
                    </a:lnTo>
                    <a:lnTo>
                      <a:pt x="67" y="114"/>
                    </a:lnTo>
                    <a:lnTo>
                      <a:pt x="66" y="113"/>
                    </a:lnTo>
                    <a:lnTo>
                      <a:pt x="65" y="113"/>
                    </a:lnTo>
                    <a:lnTo>
                      <a:pt x="64" y="113"/>
                    </a:lnTo>
                    <a:lnTo>
                      <a:pt x="63" y="113"/>
                    </a:lnTo>
                    <a:lnTo>
                      <a:pt x="62" y="113"/>
                    </a:lnTo>
                    <a:lnTo>
                      <a:pt x="61" y="113"/>
                    </a:lnTo>
                    <a:lnTo>
                      <a:pt x="60" y="112"/>
                    </a:lnTo>
                    <a:lnTo>
                      <a:pt x="59" y="112"/>
                    </a:lnTo>
                    <a:lnTo>
                      <a:pt x="58" y="112"/>
                    </a:lnTo>
                    <a:lnTo>
                      <a:pt x="57" y="112"/>
                    </a:lnTo>
                    <a:lnTo>
                      <a:pt x="56" y="112"/>
                    </a:lnTo>
                    <a:lnTo>
                      <a:pt x="55" y="111"/>
                    </a:lnTo>
                    <a:lnTo>
                      <a:pt x="54" y="111"/>
                    </a:lnTo>
                    <a:lnTo>
                      <a:pt x="53" y="111"/>
                    </a:lnTo>
                    <a:lnTo>
                      <a:pt x="52" y="111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0"/>
                    </a:lnTo>
                    <a:lnTo>
                      <a:pt x="47" y="109"/>
                    </a:lnTo>
                    <a:lnTo>
                      <a:pt x="46" y="109"/>
                    </a:lnTo>
                    <a:lnTo>
                      <a:pt x="45" y="109"/>
                    </a:lnTo>
                    <a:lnTo>
                      <a:pt x="45" y="108"/>
                    </a:lnTo>
                    <a:lnTo>
                      <a:pt x="44" y="108"/>
                    </a:lnTo>
                    <a:lnTo>
                      <a:pt x="43" y="108"/>
                    </a:lnTo>
                    <a:lnTo>
                      <a:pt x="42" y="107"/>
                    </a:lnTo>
                    <a:lnTo>
                      <a:pt x="41" y="107"/>
                    </a:lnTo>
                    <a:lnTo>
                      <a:pt x="40" y="107"/>
                    </a:lnTo>
                    <a:lnTo>
                      <a:pt x="40" y="106"/>
                    </a:lnTo>
                    <a:lnTo>
                      <a:pt x="39" y="106"/>
                    </a:lnTo>
                    <a:lnTo>
                      <a:pt x="38" y="106"/>
                    </a:lnTo>
                    <a:lnTo>
                      <a:pt x="37" y="105"/>
                    </a:lnTo>
                    <a:lnTo>
                      <a:pt x="36" y="105"/>
                    </a:lnTo>
                    <a:lnTo>
                      <a:pt x="35" y="104"/>
                    </a:lnTo>
                    <a:lnTo>
                      <a:pt x="34" y="104"/>
                    </a:lnTo>
                    <a:lnTo>
                      <a:pt x="33" y="103"/>
                    </a:lnTo>
                    <a:lnTo>
                      <a:pt x="32" y="103"/>
                    </a:lnTo>
                    <a:lnTo>
                      <a:pt x="31" y="103"/>
                    </a:lnTo>
                    <a:lnTo>
                      <a:pt x="30" y="102"/>
                    </a:lnTo>
                    <a:lnTo>
                      <a:pt x="30" y="102"/>
                    </a:lnTo>
                    <a:lnTo>
                      <a:pt x="29" y="101"/>
                    </a:lnTo>
                    <a:lnTo>
                      <a:pt x="28" y="101"/>
                    </a:lnTo>
                    <a:lnTo>
                      <a:pt x="27" y="100"/>
                    </a:lnTo>
                    <a:lnTo>
                      <a:pt x="26" y="100"/>
                    </a:lnTo>
                    <a:lnTo>
                      <a:pt x="25" y="99"/>
                    </a:lnTo>
                    <a:lnTo>
                      <a:pt x="24" y="99"/>
                    </a:lnTo>
                    <a:lnTo>
                      <a:pt x="24" y="98"/>
                    </a:lnTo>
                    <a:lnTo>
                      <a:pt x="23" y="97"/>
                    </a:lnTo>
                    <a:lnTo>
                      <a:pt x="22" y="97"/>
                    </a:lnTo>
                    <a:lnTo>
                      <a:pt x="21" y="96"/>
                    </a:lnTo>
                    <a:lnTo>
                      <a:pt x="20" y="96"/>
                    </a:lnTo>
                    <a:lnTo>
                      <a:pt x="19" y="95"/>
                    </a:lnTo>
                    <a:lnTo>
                      <a:pt x="19" y="94"/>
                    </a:lnTo>
                    <a:lnTo>
                      <a:pt x="18" y="94"/>
                    </a:lnTo>
                    <a:lnTo>
                      <a:pt x="17" y="93"/>
                    </a:lnTo>
                    <a:lnTo>
                      <a:pt x="17" y="92"/>
                    </a:lnTo>
                    <a:lnTo>
                      <a:pt x="17" y="92"/>
                    </a:lnTo>
                    <a:lnTo>
                      <a:pt x="16" y="92"/>
                    </a:lnTo>
                    <a:lnTo>
                      <a:pt x="15" y="91"/>
                    </a:lnTo>
                    <a:lnTo>
                      <a:pt x="14" y="90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2" y="88"/>
                    </a:lnTo>
                    <a:lnTo>
                      <a:pt x="11" y="87"/>
                    </a:lnTo>
                    <a:lnTo>
                      <a:pt x="11" y="87"/>
                    </a:lnTo>
                    <a:lnTo>
                      <a:pt x="10" y="86"/>
                    </a:lnTo>
                    <a:lnTo>
                      <a:pt x="9" y="85"/>
                    </a:lnTo>
                    <a:lnTo>
                      <a:pt x="9" y="84"/>
                    </a:lnTo>
                    <a:lnTo>
                      <a:pt x="8" y="84"/>
                    </a:lnTo>
                    <a:lnTo>
                      <a:pt x="8" y="83"/>
                    </a:lnTo>
                    <a:lnTo>
                      <a:pt x="8" y="83"/>
                    </a:lnTo>
                    <a:lnTo>
                      <a:pt x="7" y="82"/>
                    </a:lnTo>
                    <a:lnTo>
                      <a:pt x="7" y="82"/>
                    </a:lnTo>
                    <a:lnTo>
                      <a:pt x="7" y="81"/>
                    </a:lnTo>
                    <a:lnTo>
                      <a:pt x="6" y="80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5" y="79"/>
                    </a:lnTo>
                    <a:lnTo>
                      <a:pt x="5" y="78"/>
                    </a:lnTo>
                    <a:lnTo>
                      <a:pt x="5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4" y="76"/>
                    </a:lnTo>
                    <a:lnTo>
                      <a:pt x="4" y="75"/>
                    </a:lnTo>
                    <a:lnTo>
                      <a:pt x="3" y="75"/>
                    </a:lnTo>
                    <a:lnTo>
                      <a:pt x="3" y="74"/>
                    </a:lnTo>
                    <a:lnTo>
                      <a:pt x="3" y="74"/>
                    </a:lnTo>
                    <a:lnTo>
                      <a:pt x="3" y="73"/>
                    </a:lnTo>
                    <a:lnTo>
                      <a:pt x="2" y="72"/>
                    </a:lnTo>
                    <a:lnTo>
                      <a:pt x="2" y="72"/>
                    </a:lnTo>
                    <a:lnTo>
                      <a:pt x="2" y="71"/>
                    </a:lnTo>
                    <a:lnTo>
                      <a:pt x="2" y="71"/>
                    </a:lnTo>
                    <a:lnTo>
                      <a:pt x="2" y="70"/>
                    </a:lnTo>
                    <a:lnTo>
                      <a:pt x="1" y="69"/>
                    </a:lnTo>
                    <a:lnTo>
                      <a:pt x="1" y="69"/>
                    </a:lnTo>
                    <a:lnTo>
                      <a:pt x="1" y="68"/>
                    </a:lnTo>
                    <a:lnTo>
                      <a:pt x="1" y="67"/>
                    </a:lnTo>
                    <a:lnTo>
                      <a:pt x="1" y="67"/>
                    </a:lnTo>
                    <a:lnTo>
                      <a:pt x="1" y="66"/>
                    </a:lnTo>
                    <a:lnTo>
                      <a:pt x="1" y="65"/>
                    </a:lnTo>
                    <a:lnTo>
                      <a:pt x="0" y="65"/>
                    </a:lnTo>
                    <a:lnTo>
                      <a:pt x="0" y="64"/>
                    </a:lnTo>
                    <a:lnTo>
                      <a:pt x="0" y="63"/>
                    </a:lnTo>
                    <a:lnTo>
                      <a:pt x="0" y="63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2"/>
                    </a:lnTo>
                    <a:lnTo>
                      <a:pt x="0" y="61"/>
                    </a:lnTo>
                    <a:lnTo>
                      <a:pt x="0" y="60"/>
                    </a:lnTo>
                    <a:lnTo>
                      <a:pt x="0" y="60"/>
                    </a:lnTo>
                    <a:lnTo>
                      <a:pt x="0" y="59"/>
                    </a:lnTo>
                    <a:lnTo>
                      <a:pt x="0" y="58"/>
                    </a:lnTo>
                    <a:lnTo>
                      <a:pt x="0" y="58"/>
                    </a:lnTo>
                    <a:lnTo>
                      <a:pt x="0" y="57"/>
                    </a:lnTo>
                    <a:lnTo>
                      <a:pt x="0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2"/>
                    </a:lnTo>
                    <a:lnTo>
                      <a:pt x="2" y="51"/>
                    </a:lnTo>
                    <a:lnTo>
                      <a:pt x="2" y="50"/>
                    </a:lnTo>
                    <a:lnTo>
                      <a:pt x="2" y="50"/>
                    </a:lnTo>
                    <a:lnTo>
                      <a:pt x="2" y="49"/>
                    </a:lnTo>
                    <a:lnTo>
                      <a:pt x="2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3" y="47"/>
                    </a:lnTo>
                    <a:lnTo>
                      <a:pt x="3" y="46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4" y="45"/>
                    </a:lnTo>
                    <a:lnTo>
                      <a:pt x="4" y="44"/>
                    </a:lnTo>
                    <a:lnTo>
                      <a:pt x="5" y="44"/>
                    </a:lnTo>
                    <a:lnTo>
                      <a:pt x="5" y="43"/>
                    </a:lnTo>
                    <a:lnTo>
                      <a:pt x="5" y="43"/>
                    </a:lnTo>
                    <a:lnTo>
                      <a:pt x="6" y="42"/>
                    </a:lnTo>
                    <a:lnTo>
                      <a:pt x="6" y="42"/>
                    </a:lnTo>
                    <a:lnTo>
                      <a:pt x="6" y="41"/>
                    </a:lnTo>
                    <a:lnTo>
                      <a:pt x="6" y="41"/>
                    </a:lnTo>
                    <a:lnTo>
                      <a:pt x="7" y="40"/>
                    </a:lnTo>
                    <a:lnTo>
                      <a:pt x="7" y="40"/>
                    </a:lnTo>
                    <a:lnTo>
                      <a:pt x="7" y="39"/>
                    </a:lnTo>
                    <a:lnTo>
                      <a:pt x="8" y="39"/>
                    </a:lnTo>
                    <a:lnTo>
                      <a:pt x="8" y="38"/>
                    </a:lnTo>
                    <a:lnTo>
                      <a:pt x="8" y="38"/>
                    </a:lnTo>
                    <a:lnTo>
                      <a:pt x="9" y="38"/>
                    </a:lnTo>
                    <a:lnTo>
                      <a:pt x="9" y="37"/>
                    </a:lnTo>
                    <a:lnTo>
                      <a:pt x="9" y="37"/>
                    </a:lnTo>
                    <a:lnTo>
                      <a:pt x="10" y="36"/>
                    </a:lnTo>
                    <a:lnTo>
                      <a:pt x="10" y="36"/>
                    </a:lnTo>
                    <a:lnTo>
                      <a:pt x="11" y="36"/>
                    </a:lnTo>
                    <a:lnTo>
                      <a:pt x="11" y="35"/>
                    </a:lnTo>
                    <a:lnTo>
                      <a:pt x="11" y="35"/>
                    </a:lnTo>
                    <a:lnTo>
                      <a:pt x="12" y="34"/>
                    </a:lnTo>
                    <a:lnTo>
                      <a:pt x="13" y="33"/>
                    </a:lnTo>
                    <a:lnTo>
                      <a:pt x="13" y="33"/>
                    </a:lnTo>
                    <a:lnTo>
                      <a:pt x="14" y="33"/>
                    </a:lnTo>
                    <a:lnTo>
                      <a:pt x="15" y="32"/>
                    </a:lnTo>
                    <a:lnTo>
                      <a:pt x="16" y="32"/>
                    </a:lnTo>
                    <a:lnTo>
                      <a:pt x="16" y="31"/>
                    </a:lnTo>
                    <a:lnTo>
                      <a:pt x="17" y="31"/>
                    </a:lnTo>
                    <a:lnTo>
                      <a:pt x="17" y="30"/>
                    </a:lnTo>
                    <a:lnTo>
                      <a:pt x="18" y="29"/>
                    </a:lnTo>
                    <a:lnTo>
                      <a:pt x="18" y="29"/>
                    </a:lnTo>
                    <a:lnTo>
                      <a:pt x="19" y="28"/>
                    </a:lnTo>
                    <a:lnTo>
                      <a:pt x="20" y="28"/>
                    </a:lnTo>
                    <a:lnTo>
                      <a:pt x="21" y="27"/>
                    </a:lnTo>
                    <a:lnTo>
                      <a:pt x="21" y="27"/>
                    </a:lnTo>
                    <a:lnTo>
                      <a:pt x="22" y="26"/>
                    </a:lnTo>
                    <a:lnTo>
                      <a:pt x="23" y="26"/>
                    </a:lnTo>
                    <a:lnTo>
                      <a:pt x="24" y="25"/>
                    </a:lnTo>
                    <a:lnTo>
                      <a:pt x="25" y="25"/>
                    </a:lnTo>
                    <a:lnTo>
                      <a:pt x="25" y="25"/>
                    </a:lnTo>
                    <a:lnTo>
                      <a:pt x="26" y="24"/>
                    </a:lnTo>
                    <a:lnTo>
                      <a:pt x="27" y="24"/>
                    </a:lnTo>
                    <a:lnTo>
                      <a:pt x="28" y="23"/>
                    </a:lnTo>
                    <a:lnTo>
                      <a:pt x="28" y="23"/>
                    </a:lnTo>
                    <a:lnTo>
                      <a:pt x="29" y="22"/>
                    </a:lnTo>
                    <a:lnTo>
                      <a:pt x="30" y="22"/>
                    </a:lnTo>
                    <a:lnTo>
                      <a:pt x="31" y="22"/>
                    </a:lnTo>
                    <a:lnTo>
                      <a:pt x="32" y="21"/>
                    </a:lnTo>
                    <a:lnTo>
                      <a:pt x="32" y="21"/>
                    </a:lnTo>
                    <a:lnTo>
                      <a:pt x="33" y="21"/>
                    </a:lnTo>
                    <a:lnTo>
                      <a:pt x="34" y="20"/>
                    </a:lnTo>
                    <a:lnTo>
                      <a:pt x="35" y="20"/>
                    </a:lnTo>
                    <a:lnTo>
                      <a:pt x="36" y="20"/>
                    </a:lnTo>
                    <a:lnTo>
                      <a:pt x="36" y="19"/>
                    </a:lnTo>
                    <a:lnTo>
                      <a:pt x="37" y="19"/>
                    </a:lnTo>
                    <a:lnTo>
                      <a:pt x="38" y="19"/>
                    </a:lnTo>
                    <a:lnTo>
                      <a:pt x="39" y="18"/>
                    </a:lnTo>
                    <a:lnTo>
                      <a:pt x="39" y="18"/>
                    </a:lnTo>
                    <a:lnTo>
                      <a:pt x="40" y="18"/>
                    </a:lnTo>
                    <a:lnTo>
                      <a:pt x="41" y="17"/>
                    </a:lnTo>
                    <a:lnTo>
                      <a:pt x="42" y="17"/>
                    </a:lnTo>
                    <a:lnTo>
                      <a:pt x="43" y="17"/>
                    </a:lnTo>
                    <a:lnTo>
                      <a:pt x="43" y="17"/>
                    </a:lnTo>
                    <a:lnTo>
                      <a:pt x="44" y="16"/>
                    </a:lnTo>
                    <a:lnTo>
                      <a:pt x="45" y="16"/>
                    </a:lnTo>
                    <a:lnTo>
                      <a:pt x="45" y="16"/>
                    </a:lnTo>
                    <a:lnTo>
                      <a:pt x="46" y="15"/>
                    </a:lnTo>
                    <a:lnTo>
                      <a:pt x="48" y="15"/>
                    </a:lnTo>
                    <a:lnTo>
                      <a:pt x="49" y="14"/>
                    </a:lnTo>
                    <a:lnTo>
                      <a:pt x="51" y="14"/>
                    </a:lnTo>
                    <a:lnTo>
                      <a:pt x="52" y="13"/>
                    </a:lnTo>
                    <a:lnTo>
                      <a:pt x="53" y="13"/>
                    </a:lnTo>
                    <a:lnTo>
                      <a:pt x="55" y="12"/>
                    </a:lnTo>
                    <a:lnTo>
                      <a:pt x="56" y="12"/>
                    </a:lnTo>
                    <a:lnTo>
                      <a:pt x="58" y="12"/>
                    </a:lnTo>
                    <a:lnTo>
                      <a:pt x="59" y="11"/>
                    </a:lnTo>
                    <a:lnTo>
                      <a:pt x="60" y="11"/>
                    </a:lnTo>
                    <a:lnTo>
                      <a:pt x="61" y="11"/>
                    </a:lnTo>
                    <a:lnTo>
                      <a:pt x="63" y="10"/>
                    </a:lnTo>
                    <a:lnTo>
                      <a:pt x="65" y="10"/>
                    </a:lnTo>
                    <a:lnTo>
                      <a:pt x="67" y="9"/>
                    </a:lnTo>
                    <a:lnTo>
                      <a:pt x="69" y="9"/>
                    </a:lnTo>
                    <a:lnTo>
                      <a:pt x="69" y="9"/>
                    </a:lnTo>
                    <a:lnTo>
                      <a:pt x="69" y="8"/>
                    </a:lnTo>
                    <a:lnTo>
                      <a:pt x="70" y="8"/>
                    </a:lnTo>
                    <a:lnTo>
                      <a:pt x="71" y="8"/>
                    </a:lnTo>
                    <a:lnTo>
                      <a:pt x="71" y="8"/>
                    </a:lnTo>
                    <a:lnTo>
                      <a:pt x="72" y="8"/>
                    </a:lnTo>
                    <a:lnTo>
                      <a:pt x="73" y="7"/>
                    </a:lnTo>
                    <a:lnTo>
                      <a:pt x="74" y="7"/>
                    </a:lnTo>
                    <a:lnTo>
                      <a:pt x="74" y="7"/>
                    </a:lnTo>
                    <a:lnTo>
                      <a:pt x="74" y="6"/>
                    </a:lnTo>
                    <a:lnTo>
                      <a:pt x="76" y="6"/>
                    </a:lnTo>
                    <a:lnTo>
                      <a:pt x="78" y="5"/>
                    </a:lnTo>
                    <a:lnTo>
                      <a:pt x="80" y="4"/>
                    </a:lnTo>
                    <a:lnTo>
                      <a:pt x="82" y="4"/>
                    </a:lnTo>
                    <a:lnTo>
                      <a:pt x="83" y="3"/>
                    </a:lnTo>
                    <a:lnTo>
                      <a:pt x="85" y="3"/>
                    </a:lnTo>
                    <a:lnTo>
                      <a:pt x="87" y="2"/>
                    </a:lnTo>
                    <a:lnTo>
                      <a:pt x="88" y="2"/>
                    </a:lnTo>
                    <a:lnTo>
                      <a:pt x="90" y="1"/>
                    </a:lnTo>
                    <a:lnTo>
                      <a:pt x="91" y="1"/>
                    </a:lnTo>
                    <a:lnTo>
                      <a:pt x="92" y="1"/>
                    </a:lnTo>
                    <a:lnTo>
                      <a:pt x="93" y="1"/>
                    </a:lnTo>
                    <a:lnTo>
                      <a:pt x="93" y="1"/>
                    </a:lnTo>
                    <a:lnTo>
                      <a:pt x="94" y="0"/>
                    </a:lnTo>
                    <a:lnTo>
                      <a:pt x="95" y="0"/>
                    </a:lnTo>
                    <a:lnTo>
                      <a:pt x="96" y="0"/>
                    </a:lnTo>
                    <a:lnTo>
                      <a:pt x="96" y="0"/>
                    </a:lnTo>
                    <a:lnTo>
                      <a:pt x="98" y="0"/>
                    </a:lnTo>
                    <a:lnTo>
                      <a:pt x="99" y="0"/>
                    </a:lnTo>
                    <a:lnTo>
                      <a:pt x="102" y="1"/>
                    </a:lnTo>
                    <a:lnTo>
                      <a:pt x="104" y="2"/>
                    </a:lnTo>
                    <a:lnTo>
                      <a:pt x="106" y="3"/>
                    </a:lnTo>
                    <a:lnTo>
                      <a:pt x="106" y="3"/>
                    </a:lnTo>
                    <a:lnTo>
                      <a:pt x="109" y="4"/>
                    </a:lnTo>
                    <a:lnTo>
                      <a:pt x="112" y="6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7" y="10"/>
                    </a:lnTo>
                    <a:lnTo>
                      <a:pt x="119" y="11"/>
                    </a:lnTo>
                    <a:lnTo>
                      <a:pt x="123" y="12"/>
                    </a:lnTo>
                    <a:lnTo>
                      <a:pt x="125" y="13"/>
                    </a:lnTo>
                    <a:lnTo>
                      <a:pt x="126" y="14"/>
                    </a:lnTo>
                    <a:lnTo>
                      <a:pt x="128" y="15"/>
                    </a:lnTo>
                    <a:lnTo>
                      <a:pt x="130" y="15"/>
                    </a:lnTo>
                    <a:lnTo>
                      <a:pt x="131" y="16"/>
                    </a:lnTo>
                    <a:lnTo>
                      <a:pt x="132" y="16"/>
                    </a:lnTo>
                    <a:lnTo>
                      <a:pt x="132" y="17"/>
                    </a:lnTo>
                    <a:lnTo>
                      <a:pt x="132" y="17"/>
                    </a:lnTo>
                    <a:lnTo>
                      <a:pt x="133" y="17"/>
                    </a:lnTo>
                    <a:lnTo>
                      <a:pt x="134" y="18"/>
                    </a:lnTo>
                    <a:lnTo>
                      <a:pt x="135" y="18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9"/>
                    </a:lnTo>
                    <a:lnTo>
                      <a:pt x="138" y="20"/>
                    </a:lnTo>
                    <a:lnTo>
                      <a:pt x="139" y="20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2"/>
                    </a:lnTo>
                    <a:lnTo>
                      <a:pt x="143" y="22"/>
                    </a:lnTo>
                    <a:lnTo>
                      <a:pt x="144" y="23"/>
                    </a:lnTo>
                    <a:lnTo>
                      <a:pt x="144" y="23"/>
                    </a:lnTo>
                    <a:lnTo>
                      <a:pt x="145" y="24"/>
                    </a:lnTo>
                    <a:lnTo>
                      <a:pt x="146" y="24"/>
                    </a:lnTo>
                    <a:lnTo>
                      <a:pt x="147" y="24"/>
                    </a:lnTo>
                    <a:lnTo>
                      <a:pt x="148" y="25"/>
                    </a:lnTo>
                    <a:lnTo>
                      <a:pt x="149" y="25"/>
                    </a:lnTo>
                    <a:lnTo>
                      <a:pt x="150" y="26"/>
                    </a:lnTo>
                    <a:lnTo>
                      <a:pt x="151" y="26"/>
                    </a:lnTo>
                    <a:lnTo>
                      <a:pt x="152" y="27"/>
                    </a:lnTo>
                    <a:lnTo>
                      <a:pt x="153" y="27"/>
                    </a:lnTo>
                    <a:lnTo>
                      <a:pt x="154" y="28"/>
                    </a:lnTo>
                    <a:lnTo>
                      <a:pt x="155" y="28"/>
                    </a:lnTo>
                    <a:lnTo>
                      <a:pt x="155" y="28"/>
                    </a:lnTo>
                    <a:lnTo>
                      <a:pt x="156" y="29"/>
                    </a:lnTo>
                    <a:lnTo>
                      <a:pt x="157" y="29"/>
                    </a:lnTo>
                    <a:lnTo>
                      <a:pt x="158" y="30"/>
                    </a:lnTo>
                    <a:lnTo>
                      <a:pt x="159" y="30"/>
                    </a:lnTo>
                    <a:lnTo>
                      <a:pt x="160" y="31"/>
                    </a:lnTo>
                    <a:lnTo>
                      <a:pt x="161" y="31"/>
                    </a:lnTo>
                    <a:lnTo>
                      <a:pt x="161" y="32"/>
                    </a:lnTo>
                    <a:lnTo>
                      <a:pt x="162" y="32"/>
                    </a:lnTo>
                    <a:lnTo>
                      <a:pt x="163" y="32"/>
                    </a:lnTo>
                    <a:lnTo>
                      <a:pt x="164" y="33"/>
                    </a:lnTo>
                    <a:lnTo>
                      <a:pt x="165" y="33"/>
                    </a:lnTo>
                    <a:lnTo>
                      <a:pt x="166" y="33"/>
                    </a:lnTo>
                    <a:lnTo>
                      <a:pt x="167" y="33"/>
                    </a:lnTo>
                    <a:lnTo>
                      <a:pt x="168" y="33"/>
                    </a:lnTo>
                    <a:lnTo>
                      <a:pt x="169" y="34"/>
                    </a:lnTo>
                    <a:lnTo>
                      <a:pt x="170" y="34"/>
                    </a:lnTo>
                    <a:lnTo>
                      <a:pt x="172" y="35"/>
                    </a:lnTo>
                    <a:lnTo>
                      <a:pt x="174" y="36"/>
                    </a:lnTo>
                    <a:lnTo>
                      <a:pt x="176" y="37"/>
                    </a:lnTo>
                    <a:lnTo>
                      <a:pt x="178" y="37"/>
                    </a:lnTo>
                    <a:lnTo>
                      <a:pt x="180" y="38"/>
                    </a:lnTo>
                    <a:lnTo>
                      <a:pt x="182" y="39"/>
                    </a:lnTo>
                    <a:lnTo>
                      <a:pt x="184" y="40"/>
                    </a:lnTo>
                    <a:lnTo>
                      <a:pt x="186" y="40"/>
                    </a:lnTo>
                    <a:lnTo>
                      <a:pt x="188" y="41"/>
                    </a:lnTo>
                    <a:lnTo>
                      <a:pt x="190" y="42"/>
                    </a:lnTo>
                    <a:lnTo>
                      <a:pt x="191" y="43"/>
                    </a:lnTo>
                    <a:lnTo>
                      <a:pt x="193" y="43"/>
                    </a:lnTo>
                    <a:lnTo>
                      <a:pt x="195" y="44"/>
                    </a:lnTo>
                    <a:lnTo>
                      <a:pt x="197" y="45"/>
                    </a:lnTo>
                    <a:lnTo>
                      <a:pt x="199" y="45"/>
                    </a:lnTo>
                    <a:lnTo>
                      <a:pt x="200" y="46"/>
                    </a:lnTo>
                    <a:lnTo>
                      <a:pt x="202" y="46"/>
                    </a:lnTo>
                    <a:lnTo>
                      <a:pt x="204" y="47"/>
                    </a:lnTo>
                    <a:lnTo>
                      <a:pt x="205" y="47"/>
                    </a:lnTo>
                    <a:lnTo>
                      <a:pt x="207" y="48"/>
                    </a:lnTo>
                    <a:lnTo>
                      <a:pt x="208" y="48"/>
                    </a:lnTo>
                    <a:lnTo>
                      <a:pt x="210" y="49"/>
                    </a:lnTo>
                    <a:lnTo>
                      <a:pt x="212" y="49"/>
                    </a:lnTo>
                    <a:lnTo>
                      <a:pt x="213" y="50"/>
                    </a:lnTo>
                    <a:lnTo>
                      <a:pt x="215" y="50"/>
                    </a:lnTo>
                    <a:lnTo>
                      <a:pt x="216" y="51"/>
                    </a:lnTo>
                    <a:lnTo>
                      <a:pt x="218" y="51"/>
                    </a:lnTo>
                    <a:lnTo>
                      <a:pt x="219" y="52"/>
                    </a:lnTo>
                    <a:lnTo>
                      <a:pt x="220" y="52"/>
                    </a:lnTo>
                    <a:lnTo>
                      <a:pt x="222" y="53"/>
                    </a:lnTo>
                    <a:lnTo>
                      <a:pt x="224" y="53"/>
                    </a:lnTo>
                    <a:lnTo>
                      <a:pt x="225" y="53"/>
                    </a:lnTo>
                    <a:lnTo>
                      <a:pt x="227" y="54"/>
                    </a:lnTo>
                    <a:lnTo>
                      <a:pt x="228" y="54"/>
                    </a:lnTo>
                    <a:lnTo>
                      <a:pt x="230" y="55"/>
                    </a:lnTo>
                    <a:lnTo>
                      <a:pt x="232" y="55"/>
                    </a:lnTo>
                    <a:lnTo>
                      <a:pt x="233" y="55"/>
                    </a:lnTo>
                    <a:lnTo>
                      <a:pt x="235" y="56"/>
                    </a:lnTo>
                    <a:lnTo>
                      <a:pt x="236" y="56"/>
                    </a:lnTo>
                    <a:lnTo>
                      <a:pt x="238" y="57"/>
                    </a:lnTo>
                    <a:lnTo>
                      <a:pt x="240" y="57"/>
                    </a:lnTo>
                    <a:lnTo>
                      <a:pt x="241" y="57"/>
                    </a:lnTo>
                    <a:lnTo>
                      <a:pt x="243" y="58"/>
                    </a:lnTo>
                    <a:lnTo>
                      <a:pt x="245" y="58"/>
                    </a:lnTo>
                    <a:lnTo>
                      <a:pt x="246" y="58"/>
                    </a:lnTo>
                    <a:lnTo>
                      <a:pt x="248" y="59"/>
                    </a:lnTo>
                    <a:lnTo>
                      <a:pt x="248" y="59"/>
                    </a:lnTo>
                    <a:lnTo>
                      <a:pt x="250" y="59"/>
                    </a:lnTo>
                    <a:lnTo>
                      <a:pt x="252" y="60"/>
                    </a:lnTo>
                    <a:lnTo>
                      <a:pt x="253" y="60"/>
                    </a:lnTo>
                    <a:lnTo>
                      <a:pt x="255" y="60"/>
                    </a:lnTo>
                    <a:lnTo>
                      <a:pt x="257" y="61"/>
                    </a:lnTo>
                    <a:lnTo>
                      <a:pt x="258" y="61"/>
                    </a:lnTo>
                    <a:lnTo>
                      <a:pt x="260" y="61"/>
                    </a:lnTo>
                    <a:lnTo>
                      <a:pt x="262" y="61"/>
                    </a:lnTo>
                    <a:lnTo>
                      <a:pt x="263" y="62"/>
                    </a:lnTo>
                    <a:lnTo>
                      <a:pt x="265" y="62"/>
                    </a:lnTo>
                    <a:lnTo>
                      <a:pt x="266" y="62"/>
                    </a:lnTo>
                    <a:lnTo>
                      <a:pt x="268" y="62"/>
                    </a:lnTo>
                    <a:lnTo>
                      <a:pt x="270" y="62"/>
                    </a:lnTo>
                    <a:lnTo>
                      <a:pt x="271" y="62"/>
                    </a:lnTo>
                    <a:lnTo>
                      <a:pt x="273" y="62"/>
                    </a:lnTo>
                    <a:lnTo>
                      <a:pt x="273" y="62"/>
                    </a:lnTo>
                    <a:lnTo>
                      <a:pt x="275" y="63"/>
                    </a:lnTo>
                    <a:lnTo>
                      <a:pt x="276" y="63"/>
                    </a:lnTo>
                    <a:lnTo>
                      <a:pt x="277" y="63"/>
                    </a:lnTo>
                    <a:lnTo>
                      <a:pt x="279" y="63"/>
                    </a:lnTo>
                    <a:lnTo>
                      <a:pt x="280" y="64"/>
                    </a:lnTo>
                    <a:lnTo>
                      <a:pt x="282" y="64"/>
                    </a:lnTo>
                    <a:lnTo>
                      <a:pt x="284" y="64"/>
                    </a:lnTo>
                    <a:lnTo>
                      <a:pt x="285" y="64"/>
                    </a:lnTo>
                    <a:lnTo>
                      <a:pt x="287" y="65"/>
                    </a:lnTo>
                    <a:lnTo>
                      <a:pt x="289" y="65"/>
                    </a:lnTo>
                    <a:lnTo>
                      <a:pt x="290" y="65"/>
                    </a:lnTo>
                    <a:lnTo>
                      <a:pt x="292" y="65"/>
                    </a:lnTo>
                    <a:lnTo>
                      <a:pt x="294" y="66"/>
                    </a:lnTo>
                    <a:lnTo>
                      <a:pt x="295" y="66"/>
                    </a:lnTo>
                    <a:lnTo>
                      <a:pt x="297" y="66"/>
                    </a:lnTo>
                    <a:lnTo>
                      <a:pt x="299" y="66"/>
                    </a:lnTo>
                    <a:lnTo>
                      <a:pt x="300" y="66"/>
                    </a:lnTo>
                    <a:lnTo>
                      <a:pt x="302" y="67"/>
                    </a:lnTo>
                    <a:lnTo>
                      <a:pt x="304" y="67"/>
                    </a:lnTo>
                    <a:lnTo>
                      <a:pt x="306" y="67"/>
                    </a:lnTo>
                    <a:lnTo>
                      <a:pt x="309" y="68"/>
                    </a:lnTo>
                    <a:lnTo>
                      <a:pt x="313" y="68"/>
                    </a:lnTo>
                    <a:lnTo>
                      <a:pt x="316" y="68"/>
                    </a:lnTo>
                    <a:lnTo>
                      <a:pt x="320" y="69"/>
                    </a:lnTo>
                    <a:lnTo>
                      <a:pt x="323" y="69"/>
                    </a:lnTo>
                    <a:lnTo>
                      <a:pt x="326" y="69"/>
                    </a:lnTo>
                    <a:lnTo>
                      <a:pt x="330" y="70"/>
                    </a:lnTo>
                    <a:lnTo>
                      <a:pt x="333" y="70"/>
                    </a:lnTo>
                    <a:lnTo>
                      <a:pt x="336" y="70"/>
                    </a:lnTo>
                    <a:lnTo>
                      <a:pt x="339" y="71"/>
                    </a:lnTo>
                    <a:lnTo>
                      <a:pt x="342" y="71"/>
                    </a:lnTo>
                    <a:lnTo>
                      <a:pt x="346" y="71"/>
                    </a:lnTo>
                    <a:lnTo>
                      <a:pt x="349" y="72"/>
                    </a:lnTo>
                    <a:lnTo>
                      <a:pt x="353" y="72"/>
                    </a:lnTo>
                    <a:lnTo>
                      <a:pt x="360" y="72"/>
                    </a:lnTo>
                    <a:lnTo>
                      <a:pt x="366" y="73"/>
                    </a:lnTo>
                    <a:lnTo>
                      <a:pt x="373" y="74"/>
                    </a:lnTo>
                    <a:lnTo>
                      <a:pt x="380" y="74"/>
                    </a:lnTo>
                    <a:lnTo>
                      <a:pt x="383" y="75"/>
                    </a:lnTo>
                    <a:lnTo>
                      <a:pt x="387" y="75"/>
                    </a:lnTo>
                    <a:lnTo>
                      <a:pt x="390" y="75"/>
                    </a:lnTo>
                    <a:lnTo>
                      <a:pt x="393" y="75"/>
                    </a:lnTo>
                    <a:lnTo>
                      <a:pt x="396" y="76"/>
                    </a:lnTo>
                    <a:lnTo>
                      <a:pt x="400" y="76"/>
                    </a:lnTo>
                    <a:lnTo>
                      <a:pt x="403" y="76"/>
                    </a:lnTo>
                    <a:lnTo>
                      <a:pt x="407" y="77"/>
                    </a:lnTo>
                    <a:lnTo>
                      <a:pt x="409" y="77"/>
                    </a:lnTo>
                    <a:lnTo>
                      <a:pt x="412" y="77"/>
                    </a:lnTo>
                    <a:lnTo>
                      <a:pt x="414" y="77"/>
                    </a:lnTo>
                    <a:lnTo>
                      <a:pt x="417" y="78"/>
                    </a:lnTo>
                    <a:lnTo>
                      <a:pt x="419" y="78"/>
                    </a:lnTo>
                    <a:lnTo>
                      <a:pt x="422" y="78"/>
                    </a:lnTo>
                    <a:lnTo>
                      <a:pt x="423" y="78"/>
                    </a:lnTo>
                    <a:lnTo>
                      <a:pt x="426" y="79"/>
                    </a:lnTo>
                    <a:lnTo>
                      <a:pt x="428" y="79"/>
                    </a:lnTo>
                    <a:lnTo>
                      <a:pt x="431" y="79"/>
                    </a:lnTo>
                    <a:lnTo>
                      <a:pt x="433" y="79"/>
                    </a:lnTo>
                    <a:lnTo>
                      <a:pt x="436" y="79"/>
                    </a:lnTo>
                    <a:lnTo>
                      <a:pt x="438" y="79"/>
                    </a:lnTo>
                    <a:lnTo>
                      <a:pt x="441" y="80"/>
                    </a:lnTo>
                    <a:lnTo>
                      <a:pt x="443" y="80"/>
                    </a:lnTo>
                    <a:lnTo>
                      <a:pt x="446" y="80"/>
                    </a:lnTo>
                    <a:lnTo>
                      <a:pt x="448" y="80"/>
                    </a:lnTo>
                    <a:lnTo>
                      <a:pt x="451" y="80"/>
                    </a:lnTo>
                    <a:lnTo>
                      <a:pt x="452" y="80"/>
                    </a:lnTo>
                    <a:lnTo>
                      <a:pt x="455" y="81"/>
                    </a:lnTo>
                    <a:lnTo>
                      <a:pt x="457" y="81"/>
                    </a:lnTo>
                    <a:lnTo>
                      <a:pt x="460" y="81"/>
                    </a:lnTo>
                    <a:lnTo>
                      <a:pt x="462" y="81"/>
                    </a:lnTo>
                    <a:lnTo>
                      <a:pt x="465" y="81"/>
                    </a:lnTo>
                    <a:lnTo>
                      <a:pt x="467" y="81"/>
                    </a:lnTo>
                    <a:lnTo>
                      <a:pt x="470" y="81"/>
                    </a:lnTo>
                    <a:lnTo>
                      <a:pt x="472" y="81"/>
                    </a:lnTo>
                    <a:lnTo>
                      <a:pt x="475" y="82"/>
                    </a:lnTo>
                    <a:lnTo>
                      <a:pt x="477" y="82"/>
                    </a:lnTo>
                    <a:lnTo>
                      <a:pt x="480" y="82"/>
                    </a:lnTo>
                    <a:lnTo>
                      <a:pt x="481" y="82"/>
                    </a:lnTo>
                    <a:lnTo>
                      <a:pt x="484" y="82"/>
                    </a:lnTo>
                    <a:lnTo>
                      <a:pt x="487" y="82"/>
                    </a:lnTo>
                    <a:lnTo>
                      <a:pt x="489" y="82"/>
                    </a:lnTo>
                    <a:lnTo>
                      <a:pt x="492" y="82"/>
                    </a:lnTo>
                    <a:lnTo>
                      <a:pt x="494" y="82"/>
                    </a:lnTo>
                    <a:lnTo>
                      <a:pt x="497" y="82"/>
                    </a:lnTo>
                    <a:lnTo>
                      <a:pt x="499" y="82"/>
                    </a:lnTo>
                    <a:lnTo>
                      <a:pt x="502" y="83"/>
                    </a:lnTo>
                    <a:lnTo>
                      <a:pt x="504" y="83"/>
                    </a:lnTo>
                    <a:lnTo>
                      <a:pt x="507" y="83"/>
                    </a:lnTo>
                    <a:lnTo>
                      <a:pt x="509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6" y="83"/>
                    </a:lnTo>
                    <a:lnTo>
                      <a:pt x="518" y="83"/>
                    </a:lnTo>
                    <a:lnTo>
                      <a:pt x="521" y="83"/>
                    </a:lnTo>
                    <a:lnTo>
                      <a:pt x="523" y="83"/>
                    </a:lnTo>
                    <a:lnTo>
                      <a:pt x="526" y="83"/>
                    </a:lnTo>
                    <a:lnTo>
                      <a:pt x="528" y="83"/>
                    </a:lnTo>
                    <a:lnTo>
                      <a:pt x="531" y="83"/>
                    </a:lnTo>
                    <a:lnTo>
                      <a:pt x="534" y="83"/>
                    </a:lnTo>
                    <a:lnTo>
                      <a:pt x="536" y="83"/>
                    </a:lnTo>
                    <a:lnTo>
                      <a:pt x="537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8" y="83"/>
                    </a:lnTo>
                    <a:lnTo>
                      <a:pt x="550" y="83"/>
                    </a:lnTo>
                    <a:lnTo>
                      <a:pt x="553" y="83"/>
                    </a:lnTo>
                    <a:lnTo>
                      <a:pt x="555" y="83"/>
                    </a:lnTo>
                    <a:lnTo>
                      <a:pt x="558" y="83"/>
                    </a:lnTo>
                    <a:lnTo>
                      <a:pt x="561" y="83"/>
                    </a:lnTo>
                    <a:lnTo>
                      <a:pt x="563" y="83"/>
                    </a:lnTo>
                    <a:lnTo>
                      <a:pt x="566" y="83"/>
                    </a:lnTo>
                    <a:lnTo>
                      <a:pt x="567" y="83"/>
                    </a:lnTo>
                    <a:lnTo>
                      <a:pt x="570" y="83"/>
                    </a:lnTo>
                    <a:lnTo>
                      <a:pt x="572" y="83"/>
                    </a:lnTo>
                    <a:lnTo>
                      <a:pt x="575" y="83"/>
                    </a:lnTo>
                    <a:lnTo>
                      <a:pt x="577" y="83"/>
                    </a:lnTo>
                    <a:lnTo>
                      <a:pt x="582" y="83"/>
                    </a:lnTo>
                    <a:lnTo>
                      <a:pt x="588" y="83"/>
                    </a:lnTo>
                    <a:lnTo>
                      <a:pt x="593" y="82"/>
                    </a:lnTo>
                    <a:lnTo>
                      <a:pt x="597" y="82"/>
                    </a:lnTo>
                    <a:lnTo>
                      <a:pt x="602" y="82"/>
                    </a:lnTo>
                    <a:lnTo>
                      <a:pt x="607" y="82"/>
                    </a:lnTo>
                    <a:lnTo>
                      <a:pt x="612" y="82"/>
                    </a:lnTo>
                    <a:lnTo>
                      <a:pt x="617" y="82"/>
                    </a:lnTo>
                    <a:lnTo>
                      <a:pt x="622" y="82"/>
                    </a:lnTo>
                    <a:lnTo>
                      <a:pt x="626" y="81"/>
                    </a:lnTo>
                    <a:lnTo>
                      <a:pt x="632" y="81"/>
                    </a:lnTo>
                    <a:lnTo>
                      <a:pt x="637" y="81"/>
                    </a:lnTo>
                    <a:lnTo>
                      <a:pt x="642" y="81"/>
                    </a:lnTo>
                    <a:lnTo>
                      <a:pt x="647" y="81"/>
                    </a:lnTo>
                    <a:lnTo>
                      <a:pt x="647" y="81"/>
                    </a:lnTo>
                    <a:lnTo>
                      <a:pt x="652" y="80"/>
                    </a:lnTo>
                    <a:lnTo>
                      <a:pt x="656" y="80"/>
                    </a:lnTo>
                    <a:lnTo>
                      <a:pt x="661" y="80"/>
                    </a:lnTo>
                    <a:lnTo>
                      <a:pt x="666" y="80"/>
                    </a:lnTo>
                    <a:lnTo>
                      <a:pt x="672" y="79"/>
                    </a:lnTo>
                    <a:lnTo>
                      <a:pt x="677" y="79"/>
                    </a:lnTo>
                    <a:lnTo>
                      <a:pt x="682" y="79"/>
                    </a:lnTo>
                    <a:lnTo>
                      <a:pt x="686" y="79"/>
                    </a:lnTo>
                    <a:lnTo>
                      <a:pt x="691" y="78"/>
                    </a:lnTo>
                    <a:lnTo>
                      <a:pt x="696" y="78"/>
                    </a:lnTo>
                    <a:lnTo>
                      <a:pt x="701" y="78"/>
                    </a:lnTo>
                    <a:lnTo>
                      <a:pt x="707" y="77"/>
                    </a:lnTo>
                    <a:lnTo>
                      <a:pt x="711" y="77"/>
                    </a:lnTo>
                    <a:lnTo>
                      <a:pt x="716" y="77"/>
                    </a:lnTo>
                    <a:lnTo>
                      <a:pt x="721" y="77"/>
                    </a:lnTo>
                    <a:lnTo>
                      <a:pt x="726" y="76"/>
                    </a:lnTo>
                    <a:lnTo>
                      <a:pt x="731" y="76"/>
                    </a:lnTo>
                    <a:lnTo>
                      <a:pt x="737" y="76"/>
                    </a:lnTo>
                    <a:lnTo>
                      <a:pt x="741" y="76"/>
                    </a:lnTo>
                    <a:lnTo>
                      <a:pt x="746" y="76"/>
                    </a:lnTo>
                    <a:lnTo>
                      <a:pt x="751" y="76"/>
                    </a:lnTo>
                    <a:lnTo>
                      <a:pt x="761" y="76"/>
                    </a:lnTo>
                    <a:lnTo>
                      <a:pt x="771" y="76"/>
                    </a:lnTo>
                    <a:lnTo>
                      <a:pt x="771" y="76"/>
                    </a:lnTo>
                    <a:lnTo>
                      <a:pt x="781" y="76"/>
                    </a:lnTo>
                    <a:lnTo>
                      <a:pt x="801" y="76"/>
                    </a:lnTo>
                    <a:lnTo>
                      <a:pt x="805" y="76"/>
                    </a:lnTo>
                    <a:lnTo>
                      <a:pt x="811" y="76"/>
                    </a:lnTo>
                    <a:lnTo>
                      <a:pt x="821" y="75"/>
                    </a:lnTo>
                    <a:lnTo>
                      <a:pt x="831" y="75"/>
                    </a:lnTo>
                    <a:lnTo>
                      <a:pt x="841" y="74"/>
                    </a:lnTo>
                    <a:lnTo>
                      <a:pt x="846" y="74"/>
                    </a:lnTo>
                    <a:lnTo>
                      <a:pt x="851" y="74"/>
                    </a:lnTo>
                    <a:lnTo>
                      <a:pt x="856" y="74"/>
                    </a:lnTo>
                    <a:lnTo>
                      <a:pt x="861" y="73"/>
                    </a:lnTo>
                    <a:lnTo>
                      <a:pt x="866" y="73"/>
                    </a:lnTo>
                    <a:lnTo>
                      <a:pt x="871" y="73"/>
                    </a:lnTo>
                    <a:lnTo>
                      <a:pt x="876" y="73"/>
                    </a:lnTo>
                    <a:lnTo>
                      <a:pt x="881" y="73"/>
                    </a:lnTo>
                    <a:lnTo>
                      <a:pt x="886" y="72"/>
                    </a:lnTo>
                    <a:lnTo>
                      <a:pt x="891" y="72"/>
                    </a:lnTo>
                    <a:lnTo>
                      <a:pt x="896" y="72"/>
                    </a:lnTo>
                    <a:lnTo>
                      <a:pt x="900" y="72"/>
                    </a:lnTo>
                    <a:lnTo>
                      <a:pt x="901" y="72"/>
                    </a:lnTo>
                    <a:lnTo>
                      <a:pt x="906" y="72"/>
                    </a:lnTo>
                    <a:lnTo>
                      <a:pt x="911" y="72"/>
                    </a:lnTo>
                    <a:lnTo>
                      <a:pt x="915" y="72"/>
                    </a:lnTo>
                    <a:lnTo>
                      <a:pt x="921" y="71"/>
                    </a:lnTo>
                    <a:lnTo>
                      <a:pt x="926" y="71"/>
                    </a:lnTo>
                    <a:lnTo>
                      <a:pt x="931" y="71"/>
                    </a:lnTo>
                    <a:lnTo>
                      <a:pt x="936" y="71"/>
                    </a:lnTo>
                    <a:lnTo>
                      <a:pt x="941" y="71"/>
                    </a:lnTo>
                    <a:lnTo>
                      <a:pt x="945" y="71"/>
                    </a:lnTo>
                    <a:lnTo>
                      <a:pt x="950" y="71"/>
                    </a:lnTo>
                    <a:lnTo>
                      <a:pt x="956" y="71"/>
                    </a:lnTo>
                    <a:lnTo>
                      <a:pt x="959" y="71"/>
                    </a:lnTo>
                    <a:lnTo>
                      <a:pt x="961" y="71"/>
                    </a:lnTo>
                    <a:lnTo>
                      <a:pt x="966" y="71"/>
                    </a:lnTo>
                    <a:lnTo>
                      <a:pt x="971" y="71"/>
                    </a:lnTo>
                    <a:lnTo>
                      <a:pt x="975" y="71"/>
                    </a:lnTo>
                    <a:lnTo>
                      <a:pt x="980" y="71"/>
                    </a:lnTo>
                    <a:lnTo>
                      <a:pt x="985" y="71"/>
                    </a:lnTo>
                    <a:lnTo>
                      <a:pt x="990" y="71"/>
                    </a:lnTo>
                    <a:lnTo>
                      <a:pt x="996" y="71"/>
                    </a:lnTo>
                    <a:lnTo>
                      <a:pt x="1001" y="71"/>
                    </a:lnTo>
                    <a:lnTo>
                      <a:pt x="1005" y="71"/>
                    </a:lnTo>
                    <a:lnTo>
                      <a:pt x="1007" y="71"/>
                    </a:lnTo>
                    <a:lnTo>
                      <a:pt x="1010" y="71"/>
                    </a:lnTo>
                    <a:lnTo>
                      <a:pt x="1012" y="71"/>
                    </a:lnTo>
                    <a:lnTo>
                      <a:pt x="1015" y="71"/>
                    </a:lnTo>
                    <a:lnTo>
                      <a:pt x="1017" y="71"/>
                    </a:lnTo>
                    <a:lnTo>
                      <a:pt x="1018" y="71"/>
                    </a:lnTo>
                    <a:lnTo>
                      <a:pt x="1020" y="71"/>
                    </a:lnTo>
                    <a:lnTo>
                      <a:pt x="1023" y="71"/>
                    </a:lnTo>
                    <a:lnTo>
                      <a:pt x="1025" y="71"/>
                    </a:lnTo>
                    <a:lnTo>
                      <a:pt x="1028" y="70"/>
                    </a:lnTo>
                    <a:lnTo>
                      <a:pt x="1029" y="70"/>
                    </a:lnTo>
                    <a:lnTo>
                      <a:pt x="1032" y="70"/>
                    </a:lnTo>
                    <a:lnTo>
                      <a:pt x="1034" y="70"/>
                    </a:lnTo>
                    <a:lnTo>
                      <a:pt x="1037" y="70"/>
                    </a:lnTo>
                    <a:lnTo>
                      <a:pt x="1039" y="70"/>
                    </a:lnTo>
                    <a:lnTo>
                      <a:pt x="1039" y="70"/>
                    </a:lnTo>
                    <a:lnTo>
                      <a:pt x="1039" y="70"/>
                    </a:lnTo>
                    <a:close/>
                    <a:moveTo>
                      <a:pt x="91" y="46"/>
                    </a:moveTo>
                    <a:lnTo>
                      <a:pt x="89" y="47"/>
                    </a:lnTo>
                    <a:lnTo>
                      <a:pt x="88" y="47"/>
                    </a:lnTo>
                    <a:lnTo>
                      <a:pt x="87" y="48"/>
                    </a:lnTo>
                    <a:lnTo>
                      <a:pt x="86" y="48"/>
                    </a:lnTo>
                    <a:lnTo>
                      <a:pt x="85" y="48"/>
                    </a:lnTo>
                    <a:lnTo>
                      <a:pt x="84" y="49"/>
                    </a:lnTo>
                    <a:lnTo>
                      <a:pt x="83" y="49"/>
                    </a:lnTo>
                    <a:lnTo>
                      <a:pt x="82" y="49"/>
                    </a:lnTo>
                    <a:lnTo>
                      <a:pt x="81" y="49"/>
                    </a:lnTo>
                    <a:lnTo>
                      <a:pt x="80" y="50"/>
                    </a:lnTo>
                    <a:lnTo>
                      <a:pt x="79" y="50"/>
                    </a:lnTo>
                    <a:lnTo>
                      <a:pt x="77" y="50"/>
                    </a:lnTo>
                    <a:lnTo>
                      <a:pt x="75" y="51"/>
                    </a:lnTo>
                    <a:lnTo>
                      <a:pt x="74" y="52"/>
                    </a:lnTo>
                    <a:lnTo>
                      <a:pt x="73" y="52"/>
                    </a:lnTo>
                    <a:lnTo>
                      <a:pt x="72" y="52"/>
                    </a:lnTo>
                    <a:lnTo>
                      <a:pt x="71" y="52"/>
                    </a:lnTo>
                    <a:lnTo>
                      <a:pt x="70" y="53"/>
                    </a:lnTo>
                    <a:lnTo>
                      <a:pt x="68" y="53"/>
                    </a:lnTo>
                    <a:lnTo>
                      <a:pt x="67" y="53"/>
                    </a:lnTo>
                    <a:lnTo>
                      <a:pt x="66" y="54"/>
                    </a:lnTo>
                    <a:lnTo>
                      <a:pt x="65" y="54"/>
                    </a:lnTo>
                    <a:lnTo>
                      <a:pt x="64" y="55"/>
                    </a:lnTo>
                    <a:lnTo>
                      <a:pt x="63" y="55"/>
                    </a:lnTo>
                    <a:lnTo>
                      <a:pt x="61" y="55"/>
                    </a:lnTo>
                    <a:lnTo>
                      <a:pt x="60" y="56"/>
                    </a:lnTo>
                    <a:lnTo>
                      <a:pt x="59" y="56"/>
                    </a:lnTo>
                    <a:lnTo>
                      <a:pt x="58" y="56"/>
                    </a:lnTo>
                    <a:lnTo>
                      <a:pt x="58" y="57"/>
                    </a:lnTo>
                    <a:lnTo>
                      <a:pt x="57" y="57"/>
                    </a:lnTo>
                    <a:lnTo>
                      <a:pt x="57" y="57"/>
                    </a:lnTo>
                    <a:lnTo>
                      <a:pt x="56" y="57"/>
                    </a:lnTo>
                    <a:lnTo>
                      <a:pt x="56" y="57"/>
                    </a:lnTo>
                    <a:lnTo>
                      <a:pt x="55" y="58"/>
                    </a:lnTo>
                    <a:lnTo>
                      <a:pt x="54" y="58"/>
                    </a:lnTo>
                    <a:lnTo>
                      <a:pt x="54" y="58"/>
                    </a:lnTo>
                    <a:lnTo>
                      <a:pt x="53" y="58"/>
                    </a:lnTo>
                    <a:lnTo>
                      <a:pt x="53" y="58"/>
                    </a:lnTo>
                    <a:lnTo>
                      <a:pt x="52" y="59"/>
                    </a:lnTo>
                    <a:lnTo>
                      <a:pt x="52" y="59"/>
                    </a:lnTo>
                    <a:lnTo>
                      <a:pt x="51" y="59"/>
                    </a:lnTo>
                    <a:lnTo>
                      <a:pt x="51" y="59"/>
                    </a:lnTo>
                    <a:lnTo>
                      <a:pt x="50" y="60"/>
                    </a:lnTo>
                    <a:lnTo>
                      <a:pt x="50" y="60"/>
                    </a:lnTo>
                    <a:lnTo>
                      <a:pt x="49" y="60"/>
                    </a:lnTo>
                    <a:lnTo>
                      <a:pt x="49" y="60"/>
                    </a:lnTo>
                    <a:lnTo>
                      <a:pt x="48" y="61"/>
                    </a:lnTo>
                    <a:lnTo>
                      <a:pt x="48" y="61"/>
                    </a:lnTo>
                    <a:lnTo>
                      <a:pt x="47" y="61"/>
                    </a:lnTo>
                    <a:lnTo>
                      <a:pt x="47" y="61"/>
                    </a:lnTo>
                    <a:lnTo>
                      <a:pt x="46" y="61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5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6" y="62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lnTo>
                      <a:pt x="48" y="63"/>
                    </a:lnTo>
                    <a:lnTo>
                      <a:pt x="48" y="63"/>
                    </a:lnTo>
                    <a:lnTo>
                      <a:pt x="48" y="64"/>
                    </a:lnTo>
                    <a:lnTo>
                      <a:pt x="49" y="64"/>
                    </a:lnTo>
                    <a:lnTo>
                      <a:pt x="49" y="64"/>
                    </a:lnTo>
                    <a:lnTo>
                      <a:pt x="50" y="64"/>
                    </a:lnTo>
                    <a:lnTo>
                      <a:pt x="50" y="64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2" y="66"/>
                    </a:lnTo>
                    <a:lnTo>
                      <a:pt x="53" y="66"/>
                    </a:lnTo>
                    <a:lnTo>
                      <a:pt x="53" y="66"/>
                    </a:lnTo>
                    <a:lnTo>
                      <a:pt x="54" y="66"/>
                    </a:lnTo>
                    <a:lnTo>
                      <a:pt x="54" y="66"/>
                    </a:lnTo>
                    <a:lnTo>
                      <a:pt x="55" y="67"/>
                    </a:lnTo>
                    <a:lnTo>
                      <a:pt x="55" y="67"/>
                    </a:lnTo>
                    <a:lnTo>
                      <a:pt x="56" y="67"/>
                    </a:lnTo>
                    <a:lnTo>
                      <a:pt x="56" y="67"/>
                    </a:lnTo>
                    <a:lnTo>
                      <a:pt x="57" y="67"/>
                    </a:lnTo>
                    <a:lnTo>
                      <a:pt x="57" y="68"/>
                    </a:lnTo>
                    <a:lnTo>
                      <a:pt x="58" y="68"/>
                    </a:lnTo>
                    <a:lnTo>
                      <a:pt x="59" y="68"/>
                    </a:lnTo>
                    <a:lnTo>
                      <a:pt x="59" y="68"/>
                    </a:lnTo>
                    <a:lnTo>
                      <a:pt x="60" y="68"/>
                    </a:lnTo>
                    <a:lnTo>
                      <a:pt x="60" y="69"/>
                    </a:lnTo>
                    <a:lnTo>
                      <a:pt x="61" y="69"/>
                    </a:lnTo>
                    <a:lnTo>
                      <a:pt x="62" y="69"/>
                    </a:lnTo>
                    <a:lnTo>
                      <a:pt x="62" y="69"/>
                    </a:lnTo>
                    <a:lnTo>
                      <a:pt x="63" y="69"/>
                    </a:lnTo>
                    <a:lnTo>
                      <a:pt x="63" y="69"/>
                    </a:lnTo>
                    <a:lnTo>
                      <a:pt x="64" y="70"/>
                    </a:lnTo>
                    <a:lnTo>
                      <a:pt x="65" y="70"/>
                    </a:lnTo>
                    <a:lnTo>
                      <a:pt x="65" y="70"/>
                    </a:lnTo>
                    <a:lnTo>
                      <a:pt x="66" y="70"/>
                    </a:lnTo>
                    <a:lnTo>
                      <a:pt x="67" y="70"/>
                    </a:lnTo>
                    <a:lnTo>
                      <a:pt x="68" y="70"/>
                    </a:lnTo>
                    <a:lnTo>
                      <a:pt x="68" y="70"/>
                    </a:lnTo>
                    <a:lnTo>
                      <a:pt x="69" y="71"/>
                    </a:lnTo>
                    <a:lnTo>
                      <a:pt x="70" y="71"/>
                    </a:lnTo>
                    <a:lnTo>
                      <a:pt x="70" y="71"/>
                    </a:lnTo>
                    <a:lnTo>
                      <a:pt x="71" y="71"/>
                    </a:lnTo>
                    <a:lnTo>
                      <a:pt x="72" y="71"/>
                    </a:lnTo>
                    <a:lnTo>
                      <a:pt x="73" y="71"/>
                    </a:lnTo>
                    <a:lnTo>
                      <a:pt x="73" y="71"/>
                    </a:lnTo>
                    <a:lnTo>
                      <a:pt x="74" y="71"/>
                    </a:lnTo>
                    <a:lnTo>
                      <a:pt x="74" y="72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2"/>
                    </a:lnTo>
                    <a:lnTo>
                      <a:pt x="79" y="72"/>
                    </a:lnTo>
                    <a:lnTo>
                      <a:pt x="80" y="72"/>
                    </a:lnTo>
                    <a:lnTo>
                      <a:pt x="80" y="72"/>
                    </a:lnTo>
                    <a:lnTo>
                      <a:pt x="81" y="72"/>
                    </a:lnTo>
                    <a:lnTo>
                      <a:pt x="82" y="72"/>
                    </a:lnTo>
                    <a:lnTo>
                      <a:pt x="83" y="73"/>
                    </a:lnTo>
                    <a:lnTo>
                      <a:pt x="84" y="73"/>
                    </a:lnTo>
                    <a:lnTo>
                      <a:pt x="85" y="73"/>
                    </a:lnTo>
                    <a:lnTo>
                      <a:pt x="85" y="73"/>
                    </a:lnTo>
                    <a:lnTo>
                      <a:pt x="86" y="73"/>
                    </a:lnTo>
                    <a:lnTo>
                      <a:pt x="87" y="73"/>
                    </a:lnTo>
                    <a:lnTo>
                      <a:pt x="88" y="73"/>
                    </a:lnTo>
                    <a:lnTo>
                      <a:pt x="89" y="73"/>
                    </a:lnTo>
                    <a:lnTo>
                      <a:pt x="90" y="73"/>
                    </a:lnTo>
                    <a:lnTo>
                      <a:pt x="91" y="73"/>
                    </a:lnTo>
                    <a:lnTo>
                      <a:pt x="92" y="73"/>
                    </a:lnTo>
                    <a:lnTo>
                      <a:pt x="93" y="73"/>
                    </a:lnTo>
                    <a:lnTo>
                      <a:pt x="93" y="73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6" y="73"/>
                    </a:lnTo>
                    <a:lnTo>
                      <a:pt x="97" y="73"/>
                    </a:lnTo>
                    <a:lnTo>
                      <a:pt x="98" y="73"/>
                    </a:lnTo>
                    <a:lnTo>
                      <a:pt x="99" y="73"/>
                    </a:lnTo>
                    <a:lnTo>
                      <a:pt x="100" y="73"/>
                    </a:lnTo>
                    <a:lnTo>
                      <a:pt x="101" y="73"/>
                    </a:lnTo>
                    <a:lnTo>
                      <a:pt x="102" y="73"/>
                    </a:lnTo>
                    <a:lnTo>
                      <a:pt x="103" y="73"/>
                    </a:lnTo>
                    <a:lnTo>
                      <a:pt x="103" y="73"/>
                    </a:lnTo>
                    <a:lnTo>
                      <a:pt x="104" y="73"/>
                    </a:lnTo>
                    <a:lnTo>
                      <a:pt x="104" y="73"/>
                    </a:lnTo>
                    <a:lnTo>
                      <a:pt x="105" y="73"/>
                    </a:lnTo>
                    <a:lnTo>
                      <a:pt x="106" y="73"/>
                    </a:lnTo>
                    <a:lnTo>
                      <a:pt x="107" y="73"/>
                    </a:lnTo>
                    <a:lnTo>
                      <a:pt x="108" y="73"/>
                    </a:lnTo>
                    <a:lnTo>
                      <a:pt x="109" y="73"/>
                    </a:lnTo>
                    <a:lnTo>
                      <a:pt x="110" y="73"/>
                    </a:lnTo>
                    <a:lnTo>
                      <a:pt x="111" y="73"/>
                    </a:lnTo>
                    <a:lnTo>
                      <a:pt x="112" y="73"/>
                    </a:lnTo>
                    <a:lnTo>
                      <a:pt x="113" y="73"/>
                    </a:lnTo>
                    <a:lnTo>
                      <a:pt x="114" y="73"/>
                    </a:lnTo>
                    <a:lnTo>
                      <a:pt x="115" y="73"/>
                    </a:lnTo>
                    <a:lnTo>
                      <a:pt x="116" y="73"/>
                    </a:lnTo>
                    <a:lnTo>
                      <a:pt x="118" y="72"/>
                    </a:lnTo>
                    <a:lnTo>
                      <a:pt x="120" y="72"/>
                    </a:lnTo>
                    <a:lnTo>
                      <a:pt x="122" y="72"/>
                    </a:lnTo>
                    <a:lnTo>
                      <a:pt x="124" y="72"/>
                    </a:lnTo>
                    <a:lnTo>
                      <a:pt x="126" y="72"/>
                    </a:lnTo>
                    <a:lnTo>
                      <a:pt x="128" y="72"/>
                    </a:lnTo>
                    <a:lnTo>
                      <a:pt x="130" y="72"/>
                    </a:lnTo>
                    <a:lnTo>
                      <a:pt x="132" y="71"/>
                    </a:lnTo>
                    <a:lnTo>
                      <a:pt x="133" y="71"/>
                    </a:lnTo>
                    <a:lnTo>
                      <a:pt x="135" y="71"/>
                    </a:lnTo>
                    <a:lnTo>
                      <a:pt x="137" y="71"/>
                    </a:lnTo>
                    <a:lnTo>
                      <a:pt x="139" y="70"/>
                    </a:lnTo>
                    <a:lnTo>
                      <a:pt x="141" y="70"/>
                    </a:lnTo>
                    <a:lnTo>
                      <a:pt x="143" y="70"/>
                    </a:lnTo>
                    <a:lnTo>
                      <a:pt x="145" y="70"/>
                    </a:lnTo>
                    <a:lnTo>
                      <a:pt x="145" y="70"/>
                    </a:lnTo>
                    <a:lnTo>
                      <a:pt x="143" y="69"/>
                    </a:lnTo>
                    <a:lnTo>
                      <a:pt x="142" y="69"/>
                    </a:lnTo>
                    <a:lnTo>
                      <a:pt x="141" y="68"/>
                    </a:lnTo>
                    <a:lnTo>
                      <a:pt x="140" y="68"/>
                    </a:lnTo>
                    <a:lnTo>
                      <a:pt x="139" y="67"/>
                    </a:lnTo>
                    <a:lnTo>
                      <a:pt x="138" y="67"/>
                    </a:lnTo>
                    <a:lnTo>
                      <a:pt x="137" y="66"/>
                    </a:lnTo>
                    <a:lnTo>
                      <a:pt x="136" y="66"/>
                    </a:lnTo>
                    <a:lnTo>
                      <a:pt x="135" y="65"/>
                    </a:lnTo>
                    <a:lnTo>
                      <a:pt x="134" y="65"/>
                    </a:lnTo>
                    <a:lnTo>
                      <a:pt x="133" y="64"/>
                    </a:lnTo>
                    <a:lnTo>
                      <a:pt x="132" y="64"/>
                    </a:lnTo>
                    <a:lnTo>
                      <a:pt x="132" y="63"/>
                    </a:lnTo>
                    <a:lnTo>
                      <a:pt x="130" y="63"/>
                    </a:lnTo>
                    <a:lnTo>
                      <a:pt x="129" y="62"/>
                    </a:lnTo>
                    <a:lnTo>
                      <a:pt x="128" y="62"/>
                    </a:lnTo>
                    <a:lnTo>
                      <a:pt x="127" y="62"/>
                    </a:lnTo>
                    <a:lnTo>
                      <a:pt x="126" y="62"/>
                    </a:lnTo>
                    <a:lnTo>
                      <a:pt x="125" y="61"/>
                    </a:lnTo>
                    <a:lnTo>
                      <a:pt x="124" y="60"/>
                    </a:lnTo>
                    <a:lnTo>
                      <a:pt x="123" y="60"/>
                    </a:lnTo>
                    <a:lnTo>
                      <a:pt x="122" y="59"/>
                    </a:lnTo>
                    <a:lnTo>
                      <a:pt x="121" y="59"/>
                    </a:lnTo>
                    <a:lnTo>
                      <a:pt x="120" y="58"/>
                    </a:lnTo>
                    <a:lnTo>
                      <a:pt x="119" y="58"/>
                    </a:lnTo>
                    <a:lnTo>
                      <a:pt x="119" y="58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8" y="57"/>
                    </a:lnTo>
                    <a:lnTo>
                      <a:pt x="117" y="57"/>
                    </a:lnTo>
                    <a:lnTo>
                      <a:pt x="117" y="56"/>
                    </a:lnTo>
                    <a:lnTo>
                      <a:pt x="116" y="56"/>
                    </a:lnTo>
                    <a:lnTo>
                      <a:pt x="115" y="56"/>
                    </a:lnTo>
                    <a:lnTo>
                      <a:pt x="115" y="56"/>
                    </a:lnTo>
                    <a:lnTo>
                      <a:pt x="114" y="55"/>
                    </a:lnTo>
                    <a:lnTo>
                      <a:pt x="113" y="55"/>
                    </a:lnTo>
                    <a:lnTo>
                      <a:pt x="112" y="55"/>
                    </a:lnTo>
                    <a:lnTo>
                      <a:pt x="111" y="54"/>
                    </a:lnTo>
                    <a:lnTo>
                      <a:pt x="109" y="53"/>
                    </a:lnTo>
                    <a:lnTo>
                      <a:pt x="107" y="53"/>
                    </a:lnTo>
                    <a:lnTo>
                      <a:pt x="106" y="52"/>
                    </a:lnTo>
                    <a:lnTo>
                      <a:pt x="103" y="50"/>
                    </a:lnTo>
                    <a:lnTo>
                      <a:pt x="101" y="49"/>
                    </a:lnTo>
                    <a:lnTo>
                      <a:pt x="99" y="49"/>
                    </a:lnTo>
                    <a:lnTo>
                      <a:pt x="98" y="48"/>
                    </a:lnTo>
                    <a:lnTo>
                      <a:pt x="96" y="47"/>
                    </a:lnTo>
                    <a:lnTo>
                      <a:pt x="95" y="47"/>
                    </a:lnTo>
                    <a:lnTo>
                      <a:pt x="94" y="46"/>
                    </a:lnTo>
                    <a:lnTo>
                      <a:pt x="93" y="46"/>
                    </a:lnTo>
                    <a:lnTo>
                      <a:pt x="92" y="46"/>
                    </a:lnTo>
                    <a:lnTo>
                      <a:pt x="92" y="46"/>
                    </a:lnTo>
                    <a:lnTo>
                      <a:pt x="91" y="46"/>
                    </a:lnTo>
                    <a:lnTo>
                      <a:pt x="91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1" name="Freeform 12">
                <a:extLst>
                  <a:ext uri="{FF2B5EF4-FFF2-40B4-BE49-F238E27FC236}">
                    <a16:creationId xmlns:a16="http://schemas.microsoft.com/office/drawing/2014/main" id="{93171678-26C3-EFFB-4C51-87FBCD50CB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624145" y="4715985"/>
                <a:ext cx="135748" cy="92525"/>
              </a:xfrm>
              <a:custGeom>
                <a:avLst/>
                <a:gdLst>
                  <a:gd name="T0" fmla="*/ 37 w 201"/>
                  <a:gd name="T1" fmla="*/ 2 h 137"/>
                  <a:gd name="T2" fmla="*/ 43 w 201"/>
                  <a:gd name="T3" fmla="*/ 5 h 137"/>
                  <a:gd name="T4" fmla="*/ 48 w 201"/>
                  <a:gd name="T5" fmla="*/ 9 h 137"/>
                  <a:gd name="T6" fmla="*/ 52 w 201"/>
                  <a:gd name="T7" fmla="*/ 13 h 137"/>
                  <a:gd name="T8" fmla="*/ 55 w 201"/>
                  <a:gd name="T9" fmla="*/ 18 h 137"/>
                  <a:gd name="T10" fmla="*/ 61 w 201"/>
                  <a:gd name="T11" fmla="*/ 21 h 137"/>
                  <a:gd name="T12" fmla="*/ 71 w 201"/>
                  <a:gd name="T13" fmla="*/ 28 h 137"/>
                  <a:gd name="T14" fmla="*/ 81 w 201"/>
                  <a:gd name="T15" fmla="*/ 36 h 137"/>
                  <a:gd name="T16" fmla="*/ 92 w 201"/>
                  <a:gd name="T17" fmla="*/ 44 h 137"/>
                  <a:gd name="T18" fmla="*/ 110 w 201"/>
                  <a:gd name="T19" fmla="*/ 59 h 137"/>
                  <a:gd name="T20" fmla="*/ 124 w 201"/>
                  <a:gd name="T21" fmla="*/ 72 h 137"/>
                  <a:gd name="T22" fmla="*/ 134 w 201"/>
                  <a:gd name="T23" fmla="*/ 79 h 137"/>
                  <a:gd name="T24" fmla="*/ 142 w 201"/>
                  <a:gd name="T25" fmla="*/ 85 h 137"/>
                  <a:gd name="T26" fmla="*/ 151 w 201"/>
                  <a:gd name="T27" fmla="*/ 91 h 137"/>
                  <a:gd name="T28" fmla="*/ 158 w 201"/>
                  <a:gd name="T29" fmla="*/ 95 h 137"/>
                  <a:gd name="T30" fmla="*/ 161 w 201"/>
                  <a:gd name="T31" fmla="*/ 98 h 137"/>
                  <a:gd name="T32" fmla="*/ 165 w 201"/>
                  <a:gd name="T33" fmla="*/ 101 h 137"/>
                  <a:gd name="T34" fmla="*/ 167 w 201"/>
                  <a:gd name="T35" fmla="*/ 104 h 137"/>
                  <a:gd name="T36" fmla="*/ 171 w 201"/>
                  <a:gd name="T37" fmla="*/ 108 h 137"/>
                  <a:gd name="T38" fmla="*/ 176 w 201"/>
                  <a:gd name="T39" fmla="*/ 111 h 137"/>
                  <a:gd name="T40" fmla="*/ 179 w 201"/>
                  <a:gd name="T41" fmla="*/ 113 h 137"/>
                  <a:gd name="T42" fmla="*/ 184 w 201"/>
                  <a:gd name="T43" fmla="*/ 115 h 137"/>
                  <a:gd name="T44" fmla="*/ 189 w 201"/>
                  <a:gd name="T45" fmla="*/ 116 h 137"/>
                  <a:gd name="T46" fmla="*/ 197 w 201"/>
                  <a:gd name="T47" fmla="*/ 134 h 137"/>
                  <a:gd name="T48" fmla="*/ 186 w 201"/>
                  <a:gd name="T49" fmla="*/ 137 h 137"/>
                  <a:gd name="T50" fmla="*/ 179 w 201"/>
                  <a:gd name="T51" fmla="*/ 137 h 137"/>
                  <a:gd name="T52" fmla="*/ 172 w 201"/>
                  <a:gd name="T53" fmla="*/ 137 h 137"/>
                  <a:gd name="T54" fmla="*/ 167 w 201"/>
                  <a:gd name="T55" fmla="*/ 137 h 137"/>
                  <a:gd name="T56" fmla="*/ 160 w 201"/>
                  <a:gd name="T57" fmla="*/ 137 h 137"/>
                  <a:gd name="T58" fmla="*/ 153 w 201"/>
                  <a:gd name="T59" fmla="*/ 136 h 137"/>
                  <a:gd name="T60" fmla="*/ 146 w 201"/>
                  <a:gd name="T61" fmla="*/ 135 h 137"/>
                  <a:gd name="T62" fmla="*/ 140 w 201"/>
                  <a:gd name="T63" fmla="*/ 133 h 137"/>
                  <a:gd name="T64" fmla="*/ 135 w 201"/>
                  <a:gd name="T65" fmla="*/ 131 h 137"/>
                  <a:gd name="T66" fmla="*/ 129 w 201"/>
                  <a:gd name="T67" fmla="*/ 129 h 137"/>
                  <a:gd name="T68" fmla="*/ 121 w 201"/>
                  <a:gd name="T69" fmla="*/ 127 h 137"/>
                  <a:gd name="T70" fmla="*/ 113 w 201"/>
                  <a:gd name="T71" fmla="*/ 125 h 137"/>
                  <a:gd name="T72" fmla="*/ 106 w 201"/>
                  <a:gd name="T73" fmla="*/ 123 h 137"/>
                  <a:gd name="T74" fmla="*/ 98 w 201"/>
                  <a:gd name="T75" fmla="*/ 120 h 137"/>
                  <a:gd name="T76" fmla="*/ 87 w 201"/>
                  <a:gd name="T77" fmla="*/ 117 h 137"/>
                  <a:gd name="T78" fmla="*/ 74 w 201"/>
                  <a:gd name="T79" fmla="*/ 111 h 137"/>
                  <a:gd name="T80" fmla="*/ 59 w 201"/>
                  <a:gd name="T81" fmla="*/ 104 h 137"/>
                  <a:gd name="T82" fmla="*/ 52 w 201"/>
                  <a:gd name="T83" fmla="*/ 100 h 137"/>
                  <a:gd name="T84" fmla="*/ 46 w 201"/>
                  <a:gd name="T85" fmla="*/ 96 h 137"/>
                  <a:gd name="T86" fmla="*/ 39 w 201"/>
                  <a:gd name="T87" fmla="*/ 90 h 137"/>
                  <a:gd name="T88" fmla="*/ 33 w 201"/>
                  <a:gd name="T89" fmla="*/ 85 h 137"/>
                  <a:gd name="T90" fmla="*/ 27 w 201"/>
                  <a:gd name="T91" fmla="*/ 80 h 137"/>
                  <a:gd name="T92" fmla="*/ 22 w 201"/>
                  <a:gd name="T93" fmla="*/ 74 h 137"/>
                  <a:gd name="T94" fmla="*/ 17 w 201"/>
                  <a:gd name="T95" fmla="*/ 70 h 137"/>
                  <a:gd name="T96" fmla="*/ 12 w 201"/>
                  <a:gd name="T97" fmla="*/ 64 h 137"/>
                  <a:gd name="T98" fmla="*/ 8 w 201"/>
                  <a:gd name="T99" fmla="*/ 58 h 137"/>
                  <a:gd name="T100" fmla="*/ 4 w 201"/>
                  <a:gd name="T101" fmla="*/ 51 h 137"/>
                  <a:gd name="T102" fmla="*/ 2 w 201"/>
                  <a:gd name="T103" fmla="*/ 44 h 137"/>
                  <a:gd name="T104" fmla="*/ 0 w 201"/>
                  <a:gd name="T105" fmla="*/ 37 h 137"/>
                  <a:gd name="T106" fmla="*/ 0 w 201"/>
                  <a:gd name="T107" fmla="*/ 28 h 137"/>
                  <a:gd name="T108" fmla="*/ 1 w 201"/>
                  <a:gd name="T109" fmla="*/ 23 h 137"/>
                  <a:gd name="T110" fmla="*/ 3 w 201"/>
                  <a:gd name="T111" fmla="*/ 18 h 137"/>
                  <a:gd name="T112" fmla="*/ 5 w 201"/>
                  <a:gd name="T113" fmla="*/ 14 h 137"/>
                  <a:gd name="T114" fmla="*/ 8 w 201"/>
                  <a:gd name="T115" fmla="*/ 11 h 137"/>
                  <a:gd name="T116" fmla="*/ 11 w 201"/>
                  <a:gd name="T117" fmla="*/ 8 h 137"/>
                  <a:gd name="T118" fmla="*/ 18 w 201"/>
                  <a:gd name="T119" fmla="*/ 3 h 137"/>
                  <a:gd name="T120" fmla="*/ 27 w 201"/>
                  <a:gd name="T121" fmla="*/ 0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201" h="137">
                    <a:moveTo>
                      <a:pt x="29" y="0"/>
                    </a:moveTo>
                    <a:lnTo>
                      <a:pt x="30" y="0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5" y="1"/>
                    </a:lnTo>
                    <a:lnTo>
                      <a:pt x="36" y="2"/>
                    </a:lnTo>
                    <a:lnTo>
                      <a:pt x="37" y="2"/>
                    </a:lnTo>
                    <a:lnTo>
                      <a:pt x="38" y="2"/>
                    </a:lnTo>
                    <a:lnTo>
                      <a:pt x="38" y="3"/>
                    </a:lnTo>
                    <a:lnTo>
                      <a:pt x="39" y="3"/>
                    </a:lnTo>
                    <a:lnTo>
                      <a:pt x="40" y="3"/>
                    </a:lnTo>
                    <a:lnTo>
                      <a:pt x="40" y="4"/>
                    </a:lnTo>
                    <a:lnTo>
                      <a:pt x="41" y="4"/>
                    </a:lnTo>
                    <a:lnTo>
                      <a:pt x="42" y="4"/>
                    </a:lnTo>
                    <a:lnTo>
                      <a:pt x="42" y="5"/>
                    </a:lnTo>
                    <a:lnTo>
                      <a:pt x="43" y="5"/>
                    </a:lnTo>
                    <a:lnTo>
                      <a:pt x="43" y="5"/>
                    </a:lnTo>
                    <a:lnTo>
                      <a:pt x="44" y="6"/>
                    </a:lnTo>
                    <a:lnTo>
                      <a:pt x="44" y="6"/>
                    </a:lnTo>
                    <a:lnTo>
                      <a:pt x="45" y="6"/>
                    </a:lnTo>
                    <a:lnTo>
                      <a:pt x="45" y="7"/>
                    </a:lnTo>
                    <a:lnTo>
                      <a:pt x="46" y="8"/>
                    </a:lnTo>
                    <a:lnTo>
                      <a:pt x="47" y="8"/>
                    </a:lnTo>
                    <a:lnTo>
                      <a:pt x="47" y="9"/>
                    </a:lnTo>
                    <a:lnTo>
                      <a:pt x="48" y="9"/>
                    </a:lnTo>
                    <a:lnTo>
                      <a:pt x="49" y="10"/>
                    </a:lnTo>
                    <a:lnTo>
                      <a:pt x="49" y="11"/>
                    </a:lnTo>
                    <a:lnTo>
                      <a:pt x="50" y="11"/>
                    </a:lnTo>
                    <a:lnTo>
                      <a:pt x="50" y="12"/>
                    </a:lnTo>
                    <a:lnTo>
                      <a:pt x="51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3"/>
                    </a:lnTo>
                    <a:lnTo>
                      <a:pt x="52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4" y="17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5" y="18"/>
                    </a:lnTo>
                    <a:lnTo>
                      <a:pt x="56" y="18"/>
                    </a:lnTo>
                    <a:lnTo>
                      <a:pt x="57" y="19"/>
                    </a:lnTo>
                    <a:lnTo>
                      <a:pt x="57" y="19"/>
                    </a:lnTo>
                    <a:lnTo>
                      <a:pt x="58" y="20"/>
                    </a:lnTo>
                    <a:lnTo>
                      <a:pt x="59" y="20"/>
                    </a:lnTo>
                    <a:lnTo>
                      <a:pt x="59" y="20"/>
                    </a:lnTo>
                    <a:lnTo>
                      <a:pt x="60" y="21"/>
                    </a:lnTo>
                    <a:lnTo>
                      <a:pt x="61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5" y="24"/>
                    </a:lnTo>
                    <a:lnTo>
                      <a:pt x="66" y="25"/>
                    </a:lnTo>
                    <a:lnTo>
                      <a:pt x="67" y="25"/>
                    </a:lnTo>
                    <a:lnTo>
                      <a:pt x="67" y="25"/>
                    </a:lnTo>
                    <a:lnTo>
                      <a:pt x="69" y="26"/>
                    </a:lnTo>
                    <a:lnTo>
                      <a:pt x="70" y="27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4" y="30"/>
                    </a:lnTo>
                    <a:lnTo>
                      <a:pt x="75" y="31"/>
                    </a:lnTo>
                    <a:lnTo>
                      <a:pt x="76" y="31"/>
                    </a:lnTo>
                    <a:lnTo>
                      <a:pt x="77" y="32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1" y="35"/>
                    </a:lnTo>
                    <a:lnTo>
                      <a:pt x="81" y="36"/>
                    </a:lnTo>
                    <a:lnTo>
                      <a:pt x="82" y="37"/>
                    </a:lnTo>
                    <a:lnTo>
                      <a:pt x="83" y="38"/>
                    </a:lnTo>
                    <a:lnTo>
                      <a:pt x="85" y="39"/>
                    </a:lnTo>
                    <a:lnTo>
                      <a:pt x="86" y="40"/>
                    </a:lnTo>
                    <a:lnTo>
                      <a:pt x="87" y="41"/>
                    </a:lnTo>
                    <a:lnTo>
                      <a:pt x="88" y="42"/>
                    </a:lnTo>
                    <a:lnTo>
                      <a:pt x="89" y="42"/>
                    </a:lnTo>
                    <a:lnTo>
                      <a:pt x="90" y="43"/>
                    </a:lnTo>
                    <a:lnTo>
                      <a:pt x="92" y="44"/>
                    </a:lnTo>
                    <a:lnTo>
                      <a:pt x="93" y="45"/>
                    </a:lnTo>
                    <a:lnTo>
                      <a:pt x="94" y="45"/>
                    </a:lnTo>
                    <a:lnTo>
                      <a:pt x="96" y="47"/>
                    </a:lnTo>
                    <a:lnTo>
                      <a:pt x="96" y="47"/>
                    </a:lnTo>
                    <a:lnTo>
                      <a:pt x="99" y="49"/>
                    </a:lnTo>
                    <a:lnTo>
                      <a:pt x="101" y="51"/>
                    </a:lnTo>
                    <a:lnTo>
                      <a:pt x="103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2" y="61"/>
                    </a:lnTo>
                    <a:lnTo>
                      <a:pt x="114" y="63"/>
                    </a:lnTo>
                    <a:lnTo>
                      <a:pt x="116" y="65"/>
                    </a:lnTo>
                    <a:lnTo>
                      <a:pt x="118" y="67"/>
                    </a:lnTo>
                    <a:lnTo>
                      <a:pt x="121" y="69"/>
                    </a:lnTo>
                    <a:lnTo>
                      <a:pt x="121" y="69"/>
                    </a:lnTo>
                    <a:lnTo>
                      <a:pt x="122" y="70"/>
                    </a:lnTo>
                    <a:lnTo>
                      <a:pt x="123" y="71"/>
                    </a:lnTo>
                    <a:lnTo>
                      <a:pt x="124" y="72"/>
                    </a:lnTo>
                    <a:lnTo>
                      <a:pt x="125" y="72"/>
                    </a:lnTo>
                    <a:lnTo>
                      <a:pt x="126" y="72"/>
                    </a:lnTo>
                    <a:lnTo>
                      <a:pt x="127" y="73"/>
                    </a:lnTo>
                    <a:lnTo>
                      <a:pt x="129" y="74"/>
                    </a:lnTo>
                    <a:lnTo>
                      <a:pt x="130" y="75"/>
                    </a:lnTo>
                    <a:lnTo>
                      <a:pt x="131" y="76"/>
                    </a:lnTo>
                    <a:lnTo>
                      <a:pt x="132" y="77"/>
                    </a:lnTo>
                    <a:lnTo>
                      <a:pt x="133" y="78"/>
                    </a:lnTo>
                    <a:lnTo>
                      <a:pt x="134" y="79"/>
                    </a:lnTo>
                    <a:lnTo>
                      <a:pt x="135" y="80"/>
                    </a:lnTo>
                    <a:lnTo>
                      <a:pt x="136" y="80"/>
                    </a:lnTo>
                    <a:lnTo>
                      <a:pt x="137" y="81"/>
                    </a:lnTo>
                    <a:lnTo>
                      <a:pt x="138" y="82"/>
                    </a:lnTo>
                    <a:lnTo>
                      <a:pt x="139" y="83"/>
                    </a:lnTo>
                    <a:lnTo>
                      <a:pt x="140" y="84"/>
                    </a:lnTo>
                    <a:lnTo>
                      <a:pt x="141" y="84"/>
                    </a:lnTo>
                    <a:lnTo>
                      <a:pt x="142" y="85"/>
                    </a:lnTo>
                    <a:lnTo>
                      <a:pt x="142" y="85"/>
                    </a:lnTo>
                    <a:lnTo>
                      <a:pt x="143" y="86"/>
                    </a:lnTo>
                    <a:lnTo>
                      <a:pt x="144" y="87"/>
                    </a:lnTo>
                    <a:lnTo>
                      <a:pt x="145" y="88"/>
                    </a:lnTo>
                    <a:lnTo>
                      <a:pt x="146" y="88"/>
                    </a:lnTo>
                    <a:lnTo>
                      <a:pt x="147" y="89"/>
                    </a:lnTo>
                    <a:lnTo>
                      <a:pt x="149" y="90"/>
                    </a:lnTo>
                    <a:lnTo>
                      <a:pt x="150" y="90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2" y="92"/>
                    </a:lnTo>
                    <a:lnTo>
                      <a:pt x="153" y="93"/>
                    </a:lnTo>
                    <a:lnTo>
                      <a:pt x="154" y="93"/>
                    </a:lnTo>
                    <a:lnTo>
                      <a:pt x="155" y="94"/>
                    </a:lnTo>
                    <a:lnTo>
                      <a:pt x="155" y="94"/>
                    </a:lnTo>
                    <a:lnTo>
                      <a:pt x="156" y="95"/>
                    </a:lnTo>
                    <a:lnTo>
                      <a:pt x="156" y="95"/>
                    </a:lnTo>
                    <a:lnTo>
                      <a:pt x="157" y="95"/>
                    </a:lnTo>
                    <a:lnTo>
                      <a:pt x="158" y="95"/>
                    </a:lnTo>
                    <a:lnTo>
                      <a:pt x="158" y="96"/>
                    </a:lnTo>
                    <a:lnTo>
                      <a:pt x="158" y="96"/>
                    </a:lnTo>
                    <a:lnTo>
                      <a:pt x="159" y="96"/>
                    </a:lnTo>
                    <a:lnTo>
                      <a:pt x="159" y="97"/>
                    </a:lnTo>
                    <a:lnTo>
                      <a:pt x="159" y="97"/>
                    </a:lnTo>
                    <a:lnTo>
                      <a:pt x="160" y="97"/>
                    </a:lnTo>
                    <a:lnTo>
                      <a:pt x="160" y="98"/>
                    </a:lnTo>
                    <a:lnTo>
                      <a:pt x="161" y="98"/>
                    </a:lnTo>
                    <a:lnTo>
                      <a:pt x="161" y="98"/>
                    </a:lnTo>
                    <a:lnTo>
                      <a:pt x="162" y="99"/>
                    </a:lnTo>
                    <a:lnTo>
                      <a:pt x="162" y="99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3" y="100"/>
                    </a:lnTo>
                    <a:lnTo>
                      <a:pt x="164" y="100"/>
                    </a:lnTo>
                    <a:lnTo>
                      <a:pt x="164" y="101"/>
                    </a:lnTo>
                    <a:lnTo>
                      <a:pt x="164" y="101"/>
                    </a:lnTo>
                    <a:lnTo>
                      <a:pt x="165" y="101"/>
                    </a:lnTo>
                    <a:lnTo>
                      <a:pt x="165" y="101"/>
                    </a:lnTo>
                    <a:lnTo>
                      <a:pt x="166" y="102"/>
                    </a:lnTo>
                    <a:lnTo>
                      <a:pt x="166" y="102"/>
                    </a:lnTo>
                    <a:lnTo>
                      <a:pt x="167" y="102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3"/>
                    </a:lnTo>
                    <a:lnTo>
                      <a:pt x="167" y="104"/>
                    </a:lnTo>
                    <a:lnTo>
                      <a:pt x="167" y="104"/>
                    </a:lnTo>
                    <a:lnTo>
                      <a:pt x="168" y="104"/>
                    </a:lnTo>
                    <a:lnTo>
                      <a:pt x="168" y="105"/>
                    </a:lnTo>
                    <a:lnTo>
                      <a:pt x="169" y="105"/>
                    </a:lnTo>
                    <a:lnTo>
                      <a:pt x="169" y="106"/>
                    </a:lnTo>
                    <a:lnTo>
                      <a:pt x="169" y="106"/>
                    </a:lnTo>
                    <a:lnTo>
                      <a:pt x="170" y="107"/>
                    </a:lnTo>
                    <a:lnTo>
                      <a:pt x="170" y="107"/>
                    </a:lnTo>
                    <a:lnTo>
                      <a:pt x="171" y="107"/>
                    </a:lnTo>
                    <a:lnTo>
                      <a:pt x="171" y="108"/>
                    </a:lnTo>
                    <a:lnTo>
                      <a:pt x="172" y="108"/>
                    </a:lnTo>
                    <a:lnTo>
                      <a:pt x="172" y="108"/>
                    </a:lnTo>
                    <a:lnTo>
                      <a:pt x="173" y="109"/>
                    </a:lnTo>
                    <a:lnTo>
                      <a:pt x="173" y="109"/>
                    </a:lnTo>
                    <a:lnTo>
                      <a:pt x="174" y="109"/>
                    </a:lnTo>
                    <a:lnTo>
                      <a:pt x="174" y="110"/>
                    </a:lnTo>
                    <a:lnTo>
                      <a:pt x="175" y="110"/>
                    </a:lnTo>
                    <a:lnTo>
                      <a:pt x="175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7" y="112"/>
                    </a:lnTo>
                    <a:lnTo>
                      <a:pt x="178" y="112"/>
                    </a:lnTo>
                    <a:lnTo>
                      <a:pt x="178" y="112"/>
                    </a:lnTo>
                    <a:lnTo>
                      <a:pt x="179" y="113"/>
                    </a:lnTo>
                    <a:lnTo>
                      <a:pt x="179" y="113"/>
                    </a:lnTo>
                    <a:lnTo>
                      <a:pt x="180" y="113"/>
                    </a:lnTo>
                    <a:lnTo>
                      <a:pt x="180" y="113"/>
                    </a:lnTo>
                    <a:lnTo>
                      <a:pt x="181" y="114"/>
                    </a:lnTo>
                    <a:lnTo>
                      <a:pt x="181" y="114"/>
                    </a:lnTo>
                    <a:lnTo>
                      <a:pt x="182" y="114"/>
                    </a:lnTo>
                    <a:lnTo>
                      <a:pt x="182" y="114"/>
                    </a:lnTo>
                    <a:lnTo>
                      <a:pt x="183" y="114"/>
                    </a:lnTo>
                    <a:lnTo>
                      <a:pt x="184" y="115"/>
                    </a:lnTo>
                    <a:lnTo>
                      <a:pt x="184" y="115"/>
                    </a:lnTo>
                    <a:lnTo>
                      <a:pt x="185" y="115"/>
                    </a:lnTo>
                    <a:lnTo>
                      <a:pt x="185" y="115"/>
                    </a:lnTo>
                    <a:lnTo>
                      <a:pt x="186" y="115"/>
                    </a:lnTo>
                    <a:lnTo>
                      <a:pt x="186" y="115"/>
                    </a:lnTo>
                    <a:lnTo>
                      <a:pt x="187" y="115"/>
                    </a:lnTo>
                    <a:lnTo>
                      <a:pt x="187" y="115"/>
                    </a:lnTo>
                    <a:lnTo>
                      <a:pt x="188" y="115"/>
                    </a:lnTo>
                    <a:lnTo>
                      <a:pt x="188" y="116"/>
                    </a:lnTo>
                    <a:lnTo>
                      <a:pt x="189" y="116"/>
                    </a:lnTo>
                    <a:lnTo>
                      <a:pt x="189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0" y="116"/>
                    </a:lnTo>
                    <a:lnTo>
                      <a:pt x="191" y="116"/>
                    </a:lnTo>
                    <a:lnTo>
                      <a:pt x="197" y="119"/>
                    </a:lnTo>
                    <a:lnTo>
                      <a:pt x="201" y="127"/>
                    </a:lnTo>
                    <a:lnTo>
                      <a:pt x="201" y="127"/>
                    </a:lnTo>
                    <a:lnTo>
                      <a:pt x="197" y="134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90" y="137"/>
                    </a:lnTo>
                    <a:lnTo>
                      <a:pt x="189" y="137"/>
                    </a:lnTo>
                    <a:lnTo>
                      <a:pt x="188" y="137"/>
                    </a:lnTo>
                    <a:lnTo>
                      <a:pt x="187" y="137"/>
                    </a:lnTo>
                    <a:lnTo>
                      <a:pt x="187" y="137"/>
                    </a:lnTo>
                    <a:lnTo>
                      <a:pt x="186" y="137"/>
                    </a:lnTo>
                    <a:lnTo>
                      <a:pt x="185" y="137"/>
                    </a:lnTo>
                    <a:lnTo>
                      <a:pt x="184" y="137"/>
                    </a:lnTo>
                    <a:lnTo>
                      <a:pt x="184" y="137"/>
                    </a:lnTo>
                    <a:lnTo>
                      <a:pt x="183" y="137"/>
                    </a:lnTo>
                    <a:lnTo>
                      <a:pt x="182" y="137"/>
                    </a:lnTo>
                    <a:lnTo>
                      <a:pt x="181" y="137"/>
                    </a:lnTo>
                    <a:lnTo>
                      <a:pt x="181" y="137"/>
                    </a:lnTo>
                    <a:lnTo>
                      <a:pt x="180" y="137"/>
                    </a:lnTo>
                    <a:lnTo>
                      <a:pt x="179" y="137"/>
                    </a:lnTo>
                    <a:lnTo>
                      <a:pt x="178" y="137"/>
                    </a:lnTo>
                    <a:lnTo>
                      <a:pt x="178" y="137"/>
                    </a:lnTo>
                    <a:lnTo>
                      <a:pt x="177" y="137"/>
                    </a:lnTo>
                    <a:lnTo>
                      <a:pt x="176" y="137"/>
                    </a:lnTo>
                    <a:lnTo>
                      <a:pt x="175" y="137"/>
                    </a:lnTo>
                    <a:lnTo>
                      <a:pt x="175" y="137"/>
                    </a:lnTo>
                    <a:lnTo>
                      <a:pt x="174" y="137"/>
                    </a:lnTo>
                    <a:lnTo>
                      <a:pt x="173" y="137"/>
                    </a:lnTo>
                    <a:lnTo>
                      <a:pt x="172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1" y="137"/>
                    </a:lnTo>
                    <a:lnTo>
                      <a:pt x="170" y="137"/>
                    </a:lnTo>
                    <a:lnTo>
                      <a:pt x="169" y="137"/>
                    </a:lnTo>
                    <a:lnTo>
                      <a:pt x="168" y="137"/>
                    </a:lnTo>
                    <a:lnTo>
                      <a:pt x="168" y="137"/>
                    </a:lnTo>
                    <a:lnTo>
                      <a:pt x="167" y="137"/>
                    </a:lnTo>
                    <a:lnTo>
                      <a:pt x="167" y="137"/>
                    </a:lnTo>
                    <a:lnTo>
                      <a:pt x="166" y="137"/>
                    </a:lnTo>
                    <a:lnTo>
                      <a:pt x="165" y="137"/>
                    </a:lnTo>
                    <a:lnTo>
                      <a:pt x="165" y="137"/>
                    </a:lnTo>
                    <a:lnTo>
                      <a:pt x="164" y="137"/>
                    </a:lnTo>
                    <a:lnTo>
                      <a:pt x="163" y="137"/>
                    </a:lnTo>
                    <a:lnTo>
                      <a:pt x="162" y="137"/>
                    </a:lnTo>
                    <a:lnTo>
                      <a:pt x="161" y="137"/>
                    </a:lnTo>
                    <a:lnTo>
                      <a:pt x="161" y="137"/>
                    </a:lnTo>
                    <a:lnTo>
                      <a:pt x="160" y="137"/>
                    </a:lnTo>
                    <a:lnTo>
                      <a:pt x="159" y="137"/>
                    </a:lnTo>
                    <a:lnTo>
                      <a:pt x="158" y="137"/>
                    </a:lnTo>
                    <a:lnTo>
                      <a:pt x="157" y="136"/>
                    </a:lnTo>
                    <a:lnTo>
                      <a:pt x="157" y="136"/>
                    </a:lnTo>
                    <a:lnTo>
                      <a:pt x="156" y="136"/>
                    </a:lnTo>
                    <a:lnTo>
                      <a:pt x="155" y="136"/>
                    </a:lnTo>
                    <a:lnTo>
                      <a:pt x="154" y="136"/>
                    </a:lnTo>
                    <a:lnTo>
                      <a:pt x="153" y="136"/>
                    </a:lnTo>
                    <a:lnTo>
                      <a:pt x="153" y="136"/>
                    </a:lnTo>
                    <a:lnTo>
                      <a:pt x="152" y="136"/>
                    </a:lnTo>
                    <a:lnTo>
                      <a:pt x="152" y="136"/>
                    </a:lnTo>
                    <a:lnTo>
                      <a:pt x="151" y="136"/>
                    </a:lnTo>
                    <a:lnTo>
                      <a:pt x="150" y="136"/>
                    </a:lnTo>
                    <a:lnTo>
                      <a:pt x="149" y="135"/>
                    </a:lnTo>
                    <a:lnTo>
                      <a:pt x="148" y="135"/>
                    </a:lnTo>
                    <a:lnTo>
                      <a:pt x="148" y="135"/>
                    </a:lnTo>
                    <a:lnTo>
                      <a:pt x="147" y="135"/>
                    </a:lnTo>
                    <a:lnTo>
                      <a:pt x="146" y="135"/>
                    </a:lnTo>
                    <a:lnTo>
                      <a:pt x="145" y="135"/>
                    </a:lnTo>
                    <a:lnTo>
                      <a:pt x="145" y="135"/>
                    </a:lnTo>
                    <a:lnTo>
                      <a:pt x="144" y="135"/>
                    </a:lnTo>
                    <a:lnTo>
                      <a:pt x="144" y="134"/>
                    </a:lnTo>
                    <a:lnTo>
                      <a:pt x="143" y="134"/>
                    </a:lnTo>
                    <a:lnTo>
                      <a:pt x="142" y="134"/>
                    </a:lnTo>
                    <a:lnTo>
                      <a:pt x="141" y="134"/>
                    </a:lnTo>
                    <a:lnTo>
                      <a:pt x="141" y="133"/>
                    </a:lnTo>
                    <a:lnTo>
                      <a:pt x="140" y="133"/>
                    </a:lnTo>
                    <a:lnTo>
                      <a:pt x="139" y="133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8" y="132"/>
                    </a:lnTo>
                    <a:lnTo>
                      <a:pt x="137" y="132"/>
                    </a:lnTo>
                    <a:lnTo>
                      <a:pt x="136" y="131"/>
                    </a:lnTo>
                    <a:lnTo>
                      <a:pt x="136" y="131"/>
                    </a:lnTo>
                    <a:lnTo>
                      <a:pt x="135" y="131"/>
                    </a:lnTo>
                    <a:lnTo>
                      <a:pt x="134" y="131"/>
                    </a:lnTo>
                    <a:lnTo>
                      <a:pt x="134" y="131"/>
                    </a:lnTo>
                    <a:lnTo>
                      <a:pt x="133" y="130"/>
                    </a:lnTo>
                    <a:lnTo>
                      <a:pt x="133" y="130"/>
                    </a:lnTo>
                    <a:lnTo>
                      <a:pt x="132" y="130"/>
                    </a:lnTo>
                    <a:lnTo>
                      <a:pt x="131" y="130"/>
                    </a:lnTo>
                    <a:lnTo>
                      <a:pt x="130" y="130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9"/>
                    </a:lnTo>
                    <a:lnTo>
                      <a:pt x="127" y="129"/>
                    </a:lnTo>
                    <a:lnTo>
                      <a:pt x="126" y="129"/>
                    </a:lnTo>
                    <a:lnTo>
                      <a:pt x="125" y="128"/>
                    </a:lnTo>
                    <a:lnTo>
                      <a:pt x="124" y="128"/>
                    </a:lnTo>
                    <a:lnTo>
                      <a:pt x="124" y="128"/>
                    </a:lnTo>
                    <a:lnTo>
                      <a:pt x="123" y="128"/>
                    </a:lnTo>
                    <a:lnTo>
                      <a:pt x="122" y="127"/>
                    </a:lnTo>
                    <a:lnTo>
                      <a:pt x="121" y="127"/>
                    </a:lnTo>
                    <a:lnTo>
                      <a:pt x="120" y="127"/>
                    </a:lnTo>
                    <a:lnTo>
                      <a:pt x="119" y="127"/>
                    </a:lnTo>
                    <a:lnTo>
                      <a:pt x="118" y="126"/>
                    </a:lnTo>
                    <a:lnTo>
                      <a:pt x="117" y="126"/>
                    </a:lnTo>
                    <a:lnTo>
                      <a:pt x="117" y="126"/>
                    </a:lnTo>
                    <a:lnTo>
                      <a:pt x="116" y="126"/>
                    </a:lnTo>
                    <a:lnTo>
                      <a:pt x="115" y="126"/>
                    </a:lnTo>
                    <a:lnTo>
                      <a:pt x="114" y="125"/>
                    </a:lnTo>
                    <a:lnTo>
                      <a:pt x="113" y="125"/>
                    </a:lnTo>
                    <a:lnTo>
                      <a:pt x="112" y="125"/>
                    </a:lnTo>
                    <a:lnTo>
                      <a:pt x="111" y="125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10" y="124"/>
                    </a:lnTo>
                    <a:lnTo>
                      <a:pt x="109" y="123"/>
                    </a:lnTo>
                    <a:lnTo>
                      <a:pt x="108" y="123"/>
                    </a:lnTo>
                    <a:lnTo>
                      <a:pt x="107" y="123"/>
                    </a:lnTo>
                    <a:lnTo>
                      <a:pt x="106" y="123"/>
                    </a:lnTo>
                    <a:lnTo>
                      <a:pt x="105" y="122"/>
                    </a:lnTo>
                    <a:lnTo>
                      <a:pt x="104" y="122"/>
                    </a:lnTo>
                    <a:lnTo>
                      <a:pt x="103" y="122"/>
                    </a:lnTo>
                    <a:lnTo>
                      <a:pt x="102" y="122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100" y="121"/>
                    </a:lnTo>
                    <a:lnTo>
                      <a:pt x="99" y="120"/>
                    </a:lnTo>
                    <a:lnTo>
                      <a:pt x="98" y="120"/>
                    </a:lnTo>
                    <a:lnTo>
                      <a:pt x="97" y="120"/>
                    </a:lnTo>
                    <a:lnTo>
                      <a:pt x="96" y="120"/>
                    </a:lnTo>
                    <a:lnTo>
                      <a:pt x="95" y="119"/>
                    </a:lnTo>
                    <a:lnTo>
                      <a:pt x="94" y="119"/>
                    </a:lnTo>
                    <a:lnTo>
                      <a:pt x="93" y="119"/>
                    </a:lnTo>
                    <a:lnTo>
                      <a:pt x="91" y="118"/>
                    </a:lnTo>
                    <a:lnTo>
                      <a:pt x="90" y="118"/>
                    </a:lnTo>
                    <a:lnTo>
                      <a:pt x="89" y="118"/>
                    </a:lnTo>
                    <a:lnTo>
                      <a:pt x="87" y="117"/>
                    </a:lnTo>
                    <a:lnTo>
                      <a:pt x="85" y="116"/>
                    </a:lnTo>
                    <a:lnTo>
                      <a:pt x="84" y="115"/>
                    </a:lnTo>
                    <a:lnTo>
                      <a:pt x="82" y="115"/>
                    </a:lnTo>
                    <a:lnTo>
                      <a:pt x="81" y="114"/>
                    </a:lnTo>
                    <a:lnTo>
                      <a:pt x="79" y="113"/>
                    </a:lnTo>
                    <a:lnTo>
                      <a:pt x="77" y="112"/>
                    </a:lnTo>
                    <a:lnTo>
                      <a:pt x="75" y="111"/>
                    </a:lnTo>
                    <a:lnTo>
                      <a:pt x="74" y="111"/>
                    </a:lnTo>
                    <a:lnTo>
                      <a:pt x="74" y="111"/>
                    </a:lnTo>
                    <a:lnTo>
                      <a:pt x="72" y="110"/>
                    </a:lnTo>
                    <a:lnTo>
                      <a:pt x="70" y="109"/>
                    </a:lnTo>
                    <a:lnTo>
                      <a:pt x="68" y="108"/>
                    </a:lnTo>
                    <a:lnTo>
                      <a:pt x="66" y="107"/>
                    </a:lnTo>
                    <a:lnTo>
                      <a:pt x="65" y="106"/>
                    </a:lnTo>
                    <a:lnTo>
                      <a:pt x="63" y="105"/>
                    </a:lnTo>
                    <a:lnTo>
                      <a:pt x="61" y="105"/>
                    </a:lnTo>
                    <a:lnTo>
                      <a:pt x="61" y="104"/>
                    </a:lnTo>
                    <a:lnTo>
                      <a:pt x="59" y="104"/>
                    </a:lnTo>
                    <a:lnTo>
                      <a:pt x="58" y="103"/>
                    </a:lnTo>
                    <a:lnTo>
                      <a:pt x="58" y="103"/>
                    </a:lnTo>
                    <a:lnTo>
                      <a:pt x="57" y="102"/>
                    </a:lnTo>
                    <a:lnTo>
                      <a:pt x="56" y="102"/>
                    </a:lnTo>
                    <a:lnTo>
                      <a:pt x="55" y="101"/>
                    </a:lnTo>
                    <a:lnTo>
                      <a:pt x="54" y="101"/>
                    </a:lnTo>
                    <a:lnTo>
                      <a:pt x="53" y="101"/>
                    </a:lnTo>
                    <a:lnTo>
                      <a:pt x="52" y="101"/>
                    </a:lnTo>
                    <a:lnTo>
                      <a:pt x="52" y="100"/>
                    </a:lnTo>
                    <a:lnTo>
                      <a:pt x="52" y="100"/>
                    </a:lnTo>
                    <a:lnTo>
                      <a:pt x="52" y="99"/>
                    </a:lnTo>
                    <a:lnTo>
                      <a:pt x="51" y="99"/>
                    </a:lnTo>
                    <a:lnTo>
                      <a:pt x="50" y="98"/>
                    </a:lnTo>
                    <a:lnTo>
                      <a:pt x="49" y="98"/>
                    </a:lnTo>
                    <a:lnTo>
                      <a:pt x="49" y="97"/>
                    </a:lnTo>
                    <a:lnTo>
                      <a:pt x="48" y="97"/>
                    </a:lnTo>
                    <a:lnTo>
                      <a:pt x="47" y="96"/>
                    </a:lnTo>
                    <a:lnTo>
                      <a:pt x="46" y="96"/>
                    </a:lnTo>
                    <a:lnTo>
                      <a:pt x="45" y="95"/>
                    </a:lnTo>
                    <a:lnTo>
                      <a:pt x="45" y="94"/>
                    </a:lnTo>
                    <a:lnTo>
                      <a:pt x="44" y="94"/>
                    </a:lnTo>
                    <a:lnTo>
                      <a:pt x="43" y="93"/>
                    </a:lnTo>
                    <a:lnTo>
                      <a:pt x="42" y="93"/>
                    </a:lnTo>
                    <a:lnTo>
                      <a:pt x="42" y="92"/>
                    </a:lnTo>
                    <a:lnTo>
                      <a:pt x="41" y="92"/>
                    </a:lnTo>
                    <a:lnTo>
                      <a:pt x="40" y="91"/>
                    </a:lnTo>
                    <a:lnTo>
                      <a:pt x="39" y="90"/>
                    </a:lnTo>
                    <a:lnTo>
                      <a:pt x="39" y="90"/>
                    </a:lnTo>
                    <a:lnTo>
                      <a:pt x="38" y="89"/>
                    </a:lnTo>
                    <a:lnTo>
                      <a:pt x="37" y="89"/>
                    </a:lnTo>
                    <a:lnTo>
                      <a:pt x="36" y="88"/>
                    </a:lnTo>
                    <a:lnTo>
                      <a:pt x="36" y="88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0" y="83"/>
                    </a:lnTo>
                    <a:lnTo>
                      <a:pt x="29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7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5" y="79"/>
                    </a:lnTo>
                    <a:lnTo>
                      <a:pt x="25" y="78"/>
                    </a:lnTo>
                    <a:lnTo>
                      <a:pt x="24" y="77"/>
                    </a:lnTo>
                    <a:lnTo>
                      <a:pt x="23" y="77"/>
                    </a:lnTo>
                    <a:lnTo>
                      <a:pt x="23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4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19" y="72"/>
                    </a:lnTo>
                    <a:lnTo>
                      <a:pt x="19" y="72"/>
                    </a:lnTo>
                    <a:lnTo>
                      <a:pt x="18" y="71"/>
                    </a:lnTo>
                    <a:lnTo>
                      <a:pt x="18" y="71"/>
                    </a:lnTo>
                    <a:lnTo>
                      <a:pt x="17" y="70"/>
                    </a:lnTo>
                    <a:lnTo>
                      <a:pt x="17" y="70"/>
                    </a:lnTo>
                    <a:lnTo>
                      <a:pt x="16" y="69"/>
                    </a:lnTo>
                    <a:lnTo>
                      <a:pt x="15" y="68"/>
                    </a:lnTo>
                    <a:lnTo>
                      <a:pt x="15" y="68"/>
                    </a:lnTo>
                    <a:lnTo>
                      <a:pt x="14" y="67"/>
                    </a:lnTo>
                    <a:lnTo>
                      <a:pt x="14" y="66"/>
                    </a:lnTo>
                    <a:lnTo>
                      <a:pt x="13" y="66"/>
                    </a:lnTo>
                    <a:lnTo>
                      <a:pt x="13" y="65"/>
                    </a:lnTo>
                    <a:lnTo>
                      <a:pt x="12" y="64"/>
                    </a:lnTo>
                    <a:lnTo>
                      <a:pt x="12" y="64"/>
                    </a:lnTo>
                    <a:lnTo>
                      <a:pt x="11" y="63"/>
                    </a:lnTo>
                    <a:lnTo>
                      <a:pt x="11" y="62"/>
                    </a:lnTo>
                    <a:lnTo>
                      <a:pt x="11" y="62"/>
                    </a:lnTo>
                    <a:lnTo>
                      <a:pt x="10" y="62"/>
                    </a:lnTo>
                    <a:lnTo>
                      <a:pt x="10" y="61"/>
                    </a:lnTo>
                    <a:lnTo>
                      <a:pt x="9" y="60"/>
                    </a:lnTo>
                    <a:lnTo>
                      <a:pt x="9" y="59"/>
                    </a:lnTo>
                    <a:lnTo>
                      <a:pt x="8" y="59"/>
                    </a:lnTo>
                    <a:lnTo>
                      <a:pt x="8" y="58"/>
                    </a:lnTo>
                    <a:lnTo>
                      <a:pt x="8" y="57"/>
                    </a:lnTo>
                    <a:lnTo>
                      <a:pt x="7" y="57"/>
                    </a:lnTo>
                    <a:lnTo>
                      <a:pt x="7" y="56"/>
                    </a:lnTo>
                    <a:lnTo>
                      <a:pt x="6" y="55"/>
                    </a:lnTo>
                    <a:lnTo>
                      <a:pt x="6" y="54"/>
                    </a:lnTo>
                    <a:lnTo>
                      <a:pt x="5" y="54"/>
                    </a:lnTo>
                    <a:lnTo>
                      <a:pt x="5" y="53"/>
                    </a:lnTo>
                    <a:lnTo>
                      <a:pt x="5" y="52"/>
                    </a:lnTo>
                    <a:lnTo>
                      <a:pt x="4" y="51"/>
                    </a:lnTo>
                    <a:lnTo>
                      <a:pt x="4" y="51"/>
                    </a:lnTo>
                    <a:lnTo>
                      <a:pt x="4" y="50"/>
                    </a:lnTo>
                    <a:lnTo>
                      <a:pt x="3" y="49"/>
                    </a:lnTo>
                    <a:lnTo>
                      <a:pt x="3" y="48"/>
                    </a:lnTo>
                    <a:lnTo>
                      <a:pt x="3" y="47"/>
                    </a:lnTo>
                    <a:lnTo>
                      <a:pt x="2" y="47"/>
                    </a:lnTo>
                    <a:lnTo>
                      <a:pt x="2" y="46"/>
                    </a:lnTo>
                    <a:lnTo>
                      <a:pt x="2" y="45"/>
                    </a:lnTo>
                    <a:lnTo>
                      <a:pt x="2" y="44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2"/>
                    </a:lnTo>
                    <a:lnTo>
                      <a:pt x="1" y="41"/>
                    </a:lnTo>
                    <a:lnTo>
                      <a:pt x="1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1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3"/>
                    </a:lnTo>
                    <a:lnTo>
                      <a:pt x="2" y="22"/>
                    </a:lnTo>
                    <a:lnTo>
                      <a:pt x="2" y="21"/>
                    </a:lnTo>
                    <a:lnTo>
                      <a:pt x="2" y="21"/>
                    </a:lnTo>
                    <a:lnTo>
                      <a:pt x="2" y="20"/>
                    </a:lnTo>
                    <a:lnTo>
                      <a:pt x="2" y="20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3" y="18"/>
                    </a:lnTo>
                    <a:lnTo>
                      <a:pt x="3" y="18"/>
                    </a:lnTo>
                    <a:lnTo>
                      <a:pt x="3" y="17"/>
                    </a:lnTo>
                    <a:lnTo>
                      <a:pt x="4" y="17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4" y="16"/>
                    </a:lnTo>
                    <a:lnTo>
                      <a:pt x="5" y="15"/>
                    </a:lnTo>
                    <a:lnTo>
                      <a:pt x="5" y="15"/>
                    </a:lnTo>
                    <a:lnTo>
                      <a:pt x="5" y="14"/>
                    </a:lnTo>
                    <a:lnTo>
                      <a:pt x="6" y="14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6" y="13"/>
                    </a:lnTo>
                    <a:lnTo>
                      <a:pt x="7" y="13"/>
                    </a:lnTo>
                    <a:lnTo>
                      <a:pt x="7" y="12"/>
                    </a:lnTo>
                    <a:lnTo>
                      <a:pt x="7" y="12"/>
                    </a:lnTo>
                    <a:lnTo>
                      <a:pt x="8" y="12"/>
                    </a:lnTo>
                    <a:lnTo>
                      <a:pt x="8" y="11"/>
                    </a:lnTo>
                    <a:lnTo>
                      <a:pt x="8" y="11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9" y="10"/>
                    </a:lnTo>
                    <a:lnTo>
                      <a:pt x="10" y="9"/>
                    </a:lnTo>
                    <a:lnTo>
                      <a:pt x="10" y="9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1" y="8"/>
                    </a:lnTo>
                    <a:lnTo>
                      <a:pt x="12" y="7"/>
                    </a:lnTo>
                    <a:lnTo>
                      <a:pt x="12" y="7"/>
                    </a:lnTo>
                    <a:lnTo>
                      <a:pt x="13" y="6"/>
                    </a:lnTo>
                    <a:lnTo>
                      <a:pt x="14" y="6"/>
                    </a:lnTo>
                    <a:lnTo>
                      <a:pt x="15" y="5"/>
                    </a:lnTo>
                    <a:lnTo>
                      <a:pt x="15" y="4"/>
                    </a:lnTo>
                    <a:lnTo>
                      <a:pt x="16" y="4"/>
                    </a:lnTo>
                    <a:lnTo>
                      <a:pt x="17" y="3"/>
                    </a:lnTo>
                    <a:lnTo>
                      <a:pt x="18" y="3"/>
                    </a:lnTo>
                    <a:lnTo>
                      <a:pt x="19" y="2"/>
                    </a:lnTo>
                    <a:lnTo>
                      <a:pt x="20" y="2"/>
                    </a:lnTo>
                    <a:lnTo>
                      <a:pt x="21" y="2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5" y="1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29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2" name="Freeform 13">
                <a:extLst>
                  <a:ext uri="{FF2B5EF4-FFF2-40B4-BE49-F238E27FC236}">
                    <a16:creationId xmlns:a16="http://schemas.microsoft.com/office/drawing/2014/main" id="{E975E21A-6091-4245-ADA2-244F693F29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755165" y="4700452"/>
                <a:ext cx="131020" cy="75641"/>
              </a:xfrm>
              <a:custGeom>
                <a:avLst/>
                <a:gdLst>
                  <a:gd name="T0" fmla="*/ 30 w 194"/>
                  <a:gd name="T1" fmla="*/ 1 h 112"/>
                  <a:gd name="T2" fmla="*/ 34 w 194"/>
                  <a:gd name="T3" fmla="*/ 3 h 112"/>
                  <a:gd name="T4" fmla="*/ 38 w 194"/>
                  <a:gd name="T5" fmla="*/ 5 h 112"/>
                  <a:gd name="T6" fmla="*/ 42 w 194"/>
                  <a:gd name="T7" fmla="*/ 7 h 112"/>
                  <a:gd name="T8" fmla="*/ 48 w 194"/>
                  <a:gd name="T9" fmla="*/ 11 h 112"/>
                  <a:gd name="T10" fmla="*/ 53 w 194"/>
                  <a:gd name="T11" fmla="*/ 15 h 112"/>
                  <a:gd name="T12" fmla="*/ 59 w 194"/>
                  <a:gd name="T13" fmla="*/ 19 h 112"/>
                  <a:gd name="T14" fmla="*/ 64 w 194"/>
                  <a:gd name="T15" fmla="*/ 24 h 112"/>
                  <a:gd name="T16" fmla="*/ 72 w 194"/>
                  <a:gd name="T17" fmla="*/ 29 h 112"/>
                  <a:gd name="T18" fmla="*/ 79 w 194"/>
                  <a:gd name="T19" fmla="*/ 34 h 112"/>
                  <a:gd name="T20" fmla="*/ 87 w 194"/>
                  <a:gd name="T21" fmla="*/ 37 h 112"/>
                  <a:gd name="T22" fmla="*/ 94 w 194"/>
                  <a:gd name="T23" fmla="*/ 42 h 112"/>
                  <a:gd name="T24" fmla="*/ 103 w 194"/>
                  <a:gd name="T25" fmla="*/ 47 h 112"/>
                  <a:gd name="T26" fmla="*/ 112 w 194"/>
                  <a:gd name="T27" fmla="*/ 51 h 112"/>
                  <a:gd name="T28" fmla="*/ 119 w 194"/>
                  <a:gd name="T29" fmla="*/ 55 h 112"/>
                  <a:gd name="T30" fmla="*/ 128 w 194"/>
                  <a:gd name="T31" fmla="*/ 59 h 112"/>
                  <a:gd name="T32" fmla="*/ 136 w 194"/>
                  <a:gd name="T33" fmla="*/ 63 h 112"/>
                  <a:gd name="T34" fmla="*/ 144 w 194"/>
                  <a:gd name="T35" fmla="*/ 65 h 112"/>
                  <a:gd name="T36" fmla="*/ 151 w 194"/>
                  <a:gd name="T37" fmla="*/ 67 h 112"/>
                  <a:gd name="T38" fmla="*/ 158 w 194"/>
                  <a:gd name="T39" fmla="*/ 69 h 112"/>
                  <a:gd name="T40" fmla="*/ 164 w 194"/>
                  <a:gd name="T41" fmla="*/ 73 h 112"/>
                  <a:gd name="T42" fmla="*/ 167 w 194"/>
                  <a:gd name="T43" fmla="*/ 75 h 112"/>
                  <a:gd name="T44" fmla="*/ 171 w 194"/>
                  <a:gd name="T45" fmla="*/ 76 h 112"/>
                  <a:gd name="T46" fmla="*/ 175 w 194"/>
                  <a:gd name="T47" fmla="*/ 78 h 112"/>
                  <a:gd name="T48" fmla="*/ 178 w 194"/>
                  <a:gd name="T49" fmla="*/ 80 h 112"/>
                  <a:gd name="T50" fmla="*/ 182 w 194"/>
                  <a:gd name="T51" fmla="*/ 82 h 112"/>
                  <a:gd name="T52" fmla="*/ 183 w 194"/>
                  <a:gd name="T53" fmla="*/ 104 h 112"/>
                  <a:gd name="T54" fmla="*/ 178 w 194"/>
                  <a:gd name="T55" fmla="*/ 104 h 112"/>
                  <a:gd name="T56" fmla="*/ 176 w 194"/>
                  <a:gd name="T57" fmla="*/ 103 h 112"/>
                  <a:gd name="T58" fmla="*/ 173 w 194"/>
                  <a:gd name="T59" fmla="*/ 102 h 112"/>
                  <a:gd name="T60" fmla="*/ 161 w 194"/>
                  <a:gd name="T61" fmla="*/ 106 h 112"/>
                  <a:gd name="T62" fmla="*/ 153 w 194"/>
                  <a:gd name="T63" fmla="*/ 111 h 112"/>
                  <a:gd name="T64" fmla="*/ 145 w 194"/>
                  <a:gd name="T65" fmla="*/ 110 h 112"/>
                  <a:gd name="T66" fmla="*/ 136 w 194"/>
                  <a:gd name="T67" fmla="*/ 107 h 112"/>
                  <a:gd name="T68" fmla="*/ 127 w 194"/>
                  <a:gd name="T69" fmla="*/ 104 h 112"/>
                  <a:gd name="T70" fmla="*/ 118 w 194"/>
                  <a:gd name="T71" fmla="*/ 101 h 112"/>
                  <a:gd name="T72" fmla="*/ 104 w 194"/>
                  <a:gd name="T73" fmla="*/ 101 h 112"/>
                  <a:gd name="T74" fmla="*/ 95 w 194"/>
                  <a:gd name="T75" fmla="*/ 101 h 112"/>
                  <a:gd name="T76" fmla="*/ 86 w 194"/>
                  <a:gd name="T77" fmla="*/ 101 h 112"/>
                  <a:gd name="T78" fmla="*/ 76 w 194"/>
                  <a:gd name="T79" fmla="*/ 100 h 112"/>
                  <a:gd name="T80" fmla="*/ 66 w 194"/>
                  <a:gd name="T81" fmla="*/ 98 h 112"/>
                  <a:gd name="T82" fmla="*/ 60 w 194"/>
                  <a:gd name="T83" fmla="*/ 96 h 112"/>
                  <a:gd name="T84" fmla="*/ 54 w 194"/>
                  <a:gd name="T85" fmla="*/ 95 h 112"/>
                  <a:gd name="T86" fmla="*/ 49 w 194"/>
                  <a:gd name="T87" fmla="*/ 94 h 112"/>
                  <a:gd name="T88" fmla="*/ 45 w 194"/>
                  <a:gd name="T89" fmla="*/ 92 h 112"/>
                  <a:gd name="T90" fmla="*/ 40 w 194"/>
                  <a:gd name="T91" fmla="*/ 89 h 112"/>
                  <a:gd name="T92" fmla="*/ 35 w 194"/>
                  <a:gd name="T93" fmla="*/ 87 h 112"/>
                  <a:gd name="T94" fmla="*/ 31 w 194"/>
                  <a:gd name="T95" fmla="*/ 84 h 112"/>
                  <a:gd name="T96" fmla="*/ 26 w 194"/>
                  <a:gd name="T97" fmla="*/ 79 h 112"/>
                  <a:gd name="T98" fmla="*/ 21 w 194"/>
                  <a:gd name="T99" fmla="*/ 73 h 112"/>
                  <a:gd name="T100" fmla="*/ 17 w 194"/>
                  <a:gd name="T101" fmla="*/ 67 h 112"/>
                  <a:gd name="T102" fmla="*/ 13 w 194"/>
                  <a:gd name="T103" fmla="*/ 62 h 112"/>
                  <a:gd name="T104" fmla="*/ 9 w 194"/>
                  <a:gd name="T105" fmla="*/ 56 h 112"/>
                  <a:gd name="T106" fmla="*/ 6 w 194"/>
                  <a:gd name="T107" fmla="*/ 49 h 112"/>
                  <a:gd name="T108" fmla="*/ 3 w 194"/>
                  <a:gd name="T109" fmla="*/ 43 h 112"/>
                  <a:gd name="T110" fmla="*/ 2 w 194"/>
                  <a:gd name="T111" fmla="*/ 36 h 112"/>
                  <a:gd name="T112" fmla="*/ 0 w 194"/>
                  <a:gd name="T113" fmla="*/ 30 h 112"/>
                  <a:gd name="T114" fmla="*/ 0 w 194"/>
                  <a:gd name="T115" fmla="*/ 25 h 112"/>
                  <a:gd name="T116" fmla="*/ 0 w 194"/>
                  <a:gd name="T117" fmla="*/ 19 h 112"/>
                  <a:gd name="T118" fmla="*/ 2 w 194"/>
                  <a:gd name="T119" fmla="*/ 13 h 112"/>
                  <a:gd name="T120" fmla="*/ 6 w 194"/>
                  <a:gd name="T121" fmla="*/ 7 h 112"/>
                  <a:gd name="T122" fmla="*/ 15 w 194"/>
                  <a:gd name="T123" fmla="*/ 1 h 112"/>
                  <a:gd name="T124" fmla="*/ 24 w 194"/>
                  <a:gd name="T125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  <a:cxn ang="0">
                    <a:pos x="T124" y="T125"/>
                  </a:cxn>
                </a:cxnLst>
                <a:rect l="0" t="0" r="r" b="b"/>
                <a:pathLst>
                  <a:path w="194" h="112">
                    <a:moveTo>
                      <a:pt x="25" y="0"/>
                    </a:moveTo>
                    <a:lnTo>
                      <a:pt x="25" y="0"/>
                    </a:lnTo>
                    <a:lnTo>
                      <a:pt x="26" y="0"/>
                    </a:lnTo>
                    <a:lnTo>
                      <a:pt x="27" y="0"/>
                    </a:lnTo>
                    <a:lnTo>
                      <a:pt x="28" y="0"/>
                    </a:lnTo>
                    <a:lnTo>
                      <a:pt x="29" y="0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8" y="4"/>
                    </a:lnTo>
                    <a:lnTo>
                      <a:pt x="38" y="4"/>
                    </a:lnTo>
                    <a:lnTo>
                      <a:pt x="38" y="5"/>
                    </a:lnTo>
                    <a:lnTo>
                      <a:pt x="39" y="5"/>
                    </a:lnTo>
                    <a:lnTo>
                      <a:pt x="39" y="5"/>
                    </a:lnTo>
                    <a:lnTo>
                      <a:pt x="40" y="5"/>
                    </a:lnTo>
                    <a:lnTo>
                      <a:pt x="40" y="6"/>
                    </a:lnTo>
                    <a:lnTo>
                      <a:pt x="41" y="6"/>
                    </a:lnTo>
                    <a:lnTo>
                      <a:pt x="41" y="6"/>
                    </a:lnTo>
                    <a:lnTo>
                      <a:pt x="42" y="7"/>
                    </a:lnTo>
                    <a:lnTo>
                      <a:pt x="42" y="7"/>
                    </a:lnTo>
                    <a:lnTo>
                      <a:pt x="43" y="7"/>
                    </a:lnTo>
                    <a:lnTo>
                      <a:pt x="43" y="7"/>
                    </a:lnTo>
                    <a:lnTo>
                      <a:pt x="44" y="7"/>
                    </a:lnTo>
                    <a:lnTo>
                      <a:pt x="44" y="8"/>
                    </a:lnTo>
                    <a:lnTo>
                      <a:pt x="45" y="8"/>
                    </a:lnTo>
                    <a:lnTo>
                      <a:pt x="46" y="9"/>
                    </a:lnTo>
                    <a:lnTo>
                      <a:pt x="47" y="10"/>
                    </a:lnTo>
                    <a:lnTo>
                      <a:pt x="48" y="11"/>
                    </a:lnTo>
                    <a:lnTo>
                      <a:pt x="49" y="11"/>
                    </a:lnTo>
                    <a:lnTo>
                      <a:pt x="49" y="12"/>
                    </a:lnTo>
                    <a:lnTo>
                      <a:pt x="50" y="12"/>
                    </a:lnTo>
                    <a:lnTo>
                      <a:pt x="51" y="13"/>
                    </a:lnTo>
                    <a:lnTo>
                      <a:pt x="51" y="13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5"/>
                    </a:lnTo>
                    <a:lnTo>
                      <a:pt x="55" y="16"/>
                    </a:lnTo>
                    <a:lnTo>
                      <a:pt x="55" y="17"/>
                    </a:lnTo>
                    <a:lnTo>
                      <a:pt x="56" y="17"/>
                    </a:lnTo>
                    <a:lnTo>
                      <a:pt x="57" y="18"/>
                    </a:lnTo>
                    <a:lnTo>
                      <a:pt x="57" y="18"/>
                    </a:lnTo>
                    <a:lnTo>
                      <a:pt x="58" y="19"/>
                    </a:lnTo>
                    <a:lnTo>
                      <a:pt x="59" y="19"/>
                    </a:lnTo>
                    <a:lnTo>
                      <a:pt x="60" y="20"/>
                    </a:lnTo>
                    <a:lnTo>
                      <a:pt x="60" y="21"/>
                    </a:lnTo>
                    <a:lnTo>
                      <a:pt x="60" y="21"/>
                    </a:lnTo>
                    <a:lnTo>
                      <a:pt x="61" y="22"/>
                    </a:lnTo>
                    <a:lnTo>
                      <a:pt x="62" y="22"/>
                    </a:lnTo>
                    <a:lnTo>
                      <a:pt x="63" y="23"/>
                    </a:lnTo>
                    <a:lnTo>
                      <a:pt x="64" y="24"/>
                    </a:lnTo>
                    <a:lnTo>
                      <a:pt x="64" y="24"/>
                    </a:lnTo>
                    <a:lnTo>
                      <a:pt x="65" y="25"/>
                    </a:lnTo>
                    <a:lnTo>
                      <a:pt x="66" y="25"/>
                    </a:lnTo>
                    <a:lnTo>
                      <a:pt x="67" y="26"/>
                    </a:lnTo>
                    <a:lnTo>
                      <a:pt x="68" y="27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1" y="28"/>
                    </a:lnTo>
                    <a:lnTo>
                      <a:pt x="72" y="29"/>
                    </a:lnTo>
                    <a:lnTo>
                      <a:pt x="73" y="30"/>
                    </a:lnTo>
                    <a:lnTo>
                      <a:pt x="73" y="30"/>
                    </a:lnTo>
                    <a:lnTo>
                      <a:pt x="74" y="31"/>
                    </a:lnTo>
                    <a:lnTo>
                      <a:pt x="75" y="31"/>
                    </a:lnTo>
                    <a:lnTo>
                      <a:pt x="76" y="32"/>
                    </a:lnTo>
                    <a:lnTo>
                      <a:pt x="77" y="33"/>
                    </a:lnTo>
                    <a:lnTo>
                      <a:pt x="78" y="33"/>
                    </a:lnTo>
                    <a:lnTo>
                      <a:pt x="79" y="34"/>
                    </a:lnTo>
                    <a:lnTo>
                      <a:pt x="80" y="35"/>
                    </a:lnTo>
                    <a:lnTo>
                      <a:pt x="81" y="35"/>
                    </a:lnTo>
                    <a:lnTo>
                      <a:pt x="81" y="35"/>
                    </a:lnTo>
                    <a:lnTo>
                      <a:pt x="82" y="36"/>
                    </a:lnTo>
                    <a:lnTo>
                      <a:pt x="83" y="36"/>
                    </a:lnTo>
                    <a:lnTo>
                      <a:pt x="84" y="36"/>
                    </a:lnTo>
                    <a:lnTo>
                      <a:pt x="85" y="37"/>
                    </a:lnTo>
                    <a:lnTo>
                      <a:pt x="87" y="37"/>
                    </a:lnTo>
                    <a:lnTo>
                      <a:pt x="88" y="38"/>
                    </a:lnTo>
                    <a:lnTo>
                      <a:pt x="89" y="38"/>
                    </a:lnTo>
                    <a:lnTo>
                      <a:pt x="89" y="39"/>
                    </a:lnTo>
                    <a:lnTo>
                      <a:pt x="90" y="40"/>
                    </a:lnTo>
                    <a:lnTo>
                      <a:pt x="91" y="40"/>
                    </a:lnTo>
                    <a:lnTo>
                      <a:pt x="92" y="41"/>
                    </a:lnTo>
                    <a:lnTo>
                      <a:pt x="93" y="41"/>
                    </a:lnTo>
                    <a:lnTo>
                      <a:pt x="94" y="42"/>
                    </a:lnTo>
                    <a:lnTo>
                      <a:pt x="95" y="43"/>
                    </a:lnTo>
                    <a:lnTo>
                      <a:pt x="96" y="43"/>
                    </a:lnTo>
                    <a:lnTo>
                      <a:pt x="97" y="44"/>
                    </a:lnTo>
                    <a:lnTo>
                      <a:pt x="98" y="44"/>
                    </a:lnTo>
                    <a:lnTo>
                      <a:pt x="99" y="45"/>
                    </a:lnTo>
                    <a:lnTo>
                      <a:pt x="101" y="46"/>
                    </a:lnTo>
                    <a:lnTo>
                      <a:pt x="102" y="46"/>
                    </a:lnTo>
                    <a:lnTo>
                      <a:pt x="103" y="47"/>
                    </a:lnTo>
                    <a:lnTo>
                      <a:pt x="104" y="47"/>
                    </a:lnTo>
                    <a:lnTo>
                      <a:pt x="105" y="48"/>
                    </a:lnTo>
                    <a:lnTo>
                      <a:pt x="106" y="48"/>
                    </a:lnTo>
                    <a:lnTo>
                      <a:pt x="107" y="49"/>
                    </a:lnTo>
                    <a:lnTo>
                      <a:pt x="108" y="50"/>
                    </a:lnTo>
                    <a:lnTo>
                      <a:pt x="109" y="50"/>
                    </a:lnTo>
                    <a:lnTo>
                      <a:pt x="111" y="51"/>
                    </a:lnTo>
                    <a:lnTo>
                      <a:pt x="112" y="51"/>
                    </a:lnTo>
                    <a:lnTo>
                      <a:pt x="113" y="52"/>
                    </a:lnTo>
                    <a:lnTo>
                      <a:pt x="114" y="52"/>
                    </a:lnTo>
                    <a:lnTo>
                      <a:pt x="114" y="52"/>
                    </a:lnTo>
                    <a:lnTo>
                      <a:pt x="115" y="53"/>
                    </a:lnTo>
                    <a:lnTo>
                      <a:pt x="116" y="53"/>
                    </a:lnTo>
                    <a:lnTo>
                      <a:pt x="117" y="54"/>
                    </a:lnTo>
                    <a:lnTo>
                      <a:pt x="118" y="55"/>
                    </a:lnTo>
                    <a:lnTo>
                      <a:pt x="119" y="55"/>
                    </a:lnTo>
                    <a:lnTo>
                      <a:pt x="120" y="56"/>
                    </a:lnTo>
                    <a:lnTo>
                      <a:pt x="121" y="56"/>
                    </a:lnTo>
                    <a:lnTo>
                      <a:pt x="122" y="57"/>
                    </a:lnTo>
                    <a:lnTo>
                      <a:pt x="123" y="57"/>
                    </a:lnTo>
                    <a:lnTo>
                      <a:pt x="124" y="58"/>
                    </a:lnTo>
                    <a:lnTo>
                      <a:pt x="125" y="58"/>
                    </a:lnTo>
                    <a:lnTo>
                      <a:pt x="126" y="59"/>
                    </a:lnTo>
                    <a:lnTo>
                      <a:pt x="128" y="59"/>
                    </a:lnTo>
                    <a:lnTo>
                      <a:pt x="129" y="59"/>
                    </a:lnTo>
                    <a:lnTo>
                      <a:pt x="130" y="60"/>
                    </a:lnTo>
                    <a:lnTo>
                      <a:pt x="131" y="60"/>
                    </a:lnTo>
                    <a:lnTo>
                      <a:pt x="132" y="61"/>
                    </a:lnTo>
                    <a:lnTo>
                      <a:pt x="133" y="61"/>
                    </a:lnTo>
                    <a:lnTo>
                      <a:pt x="134" y="62"/>
                    </a:lnTo>
                    <a:lnTo>
                      <a:pt x="135" y="62"/>
                    </a:lnTo>
                    <a:lnTo>
                      <a:pt x="136" y="63"/>
                    </a:lnTo>
                    <a:lnTo>
                      <a:pt x="137" y="63"/>
                    </a:lnTo>
                    <a:lnTo>
                      <a:pt x="139" y="63"/>
                    </a:lnTo>
                    <a:lnTo>
                      <a:pt x="140" y="64"/>
                    </a:lnTo>
                    <a:lnTo>
                      <a:pt x="141" y="64"/>
                    </a:lnTo>
                    <a:lnTo>
                      <a:pt x="142" y="65"/>
                    </a:lnTo>
                    <a:lnTo>
                      <a:pt x="142" y="65"/>
                    </a:lnTo>
                    <a:lnTo>
                      <a:pt x="143" y="65"/>
                    </a:lnTo>
                    <a:lnTo>
                      <a:pt x="144" y="65"/>
                    </a:lnTo>
                    <a:lnTo>
                      <a:pt x="145" y="65"/>
                    </a:lnTo>
                    <a:lnTo>
                      <a:pt x="146" y="65"/>
                    </a:lnTo>
                    <a:lnTo>
                      <a:pt x="147" y="66"/>
                    </a:lnTo>
                    <a:lnTo>
                      <a:pt x="147" y="66"/>
                    </a:lnTo>
                    <a:lnTo>
                      <a:pt x="148" y="66"/>
                    </a:lnTo>
                    <a:lnTo>
                      <a:pt x="149" y="67"/>
                    </a:lnTo>
                    <a:lnTo>
                      <a:pt x="150" y="67"/>
                    </a:lnTo>
                    <a:lnTo>
                      <a:pt x="151" y="67"/>
                    </a:lnTo>
                    <a:lnTo>
                      <a:pt x="152" y="68"/>
                    </a:lnTo>
                    <a:lnTo>
                      <a:pt x="153" y="68"/>
                    </a:lnTo>
                    <a:lnTo>
                      <a:pt x="153" y="68"/>
                    </a:lnTo>
                    <a:lnTo>
                      <a:pt x="154" y="68"/>
                    </a:lnTo>
                    <a:lnTo>
                      <a:pt x="155" y="68"/>
                    </a:lnTo>
                    <a:lnTo>
                      <a:pt x="156" y="69"/>
                    </a:lnTo>
                    <a:lnTo>
                      <a:pt x="157" y="69"/>
                    </a:lnTo>
                    <a:lnTo>
                      <a:pt x="158" y="69"/>
                    </a:lnTo>
                    <a:lnTo>
                      <a:pt x="159" y="70"/>
                    </a:lnTo>
                    <a:lnTo>
                      <a:pt x="160" y="70"/>
                    </a:lnTo>
                    <a:lnTo>
                      <a:pt x="161" y="70"/>
                    </a:lnTo>
                    <a:lnTo>
                      <a:pt x="162" y="70"/>
                    </a:lnTo>
                    <a:lnTo>
                      <a:pt x="162" y="70"/>
                    </a:lnTo>
                    <a:lnTo>
                      <a:pt x="162" y="71"/>
                    </a:lnTo>
                    <a:lnTo>
                      <a:pt x="163" y="72"/>
                    </a:lnTo>
                    <a:lnTo>
                      <a:pt x="164" y="73"/>
                    </a:lnTo>
                    <a:lnTo>
                      <a:pt x="164" y="73"/>
                    </a:lnTo>
                    <a:lnTo>
                      <a:pt x="164" y="74"/>
                    </a:lnTo>
                    <a:lnTo>
                      <a:pt x="164" y="74"/>
                    </a:lnTo>
                    <a:lnTo>
                      <a:pt x="165" y="74"/>
                    </a:lnTo>
                    <a:lnTo>
                      <a:pt x="165" y="74"/>
                    </a:lnTo>
                    <a:lnTo>
                      <a:pt x="166" y="74"/>
                    </a:lnTo>
                    <a:lnTo>
                      <a:pt x="167" y="74"/>
                    </a:lnTo>
                    <a:lnTo>
                      <a:pt x="167" y="75"/>
                    </a:lnTo>
                    <a:lnTo>
                      <a:pt x="168" y="75"/>
                    </a:lnTo>
                    <a:lnTo>
                      <a:pt x="168" y="75"/>
                    </a:lnTo>
                    <a:lnTo>
                      <a:pt x="169" y="75"/>
                    </a:lnTo>
                    <a:lnTo>
                      <a:pt x="169" y="75"/>
                    </a:lnTo>
                    <a:lnTo>
                      <a:pt x="170" y="75"/>
                    </a:lnTo>
                    <a:lnTo>
                      <a:pt x="170" y="76"/>
                    </a:lnTo>
                    <a:lnTo>
                      <a:pt x="171" y="76"/>
                    </a:lnTo>
                    <a:lnTo>
                      <a:pt x="171" y="76"/>
                    </a:lnTo>
                    <a:lnTo>
                      <a:pt x="172" y="76"/>
                    </a:lnTo>
                    <a:lnTo>
                      <a:pt x="172" y="77"/>
                    </a:lnTo>
                    <a:lnTo>
                      <a:pt x="173" y="77"/>
                    </a:lnTo>
                    <a:lnTo>
                      <a:pt x="173" y="77"/>
                    </a:lnTo>
                    <a:lnTo>
                      <a:pt x="174" y="77"/>
                    </a:lnTo>
                    <a:lnTo>
                      <a:pt x="174" y="77"/>
                    </a:lnTo>
                    <a:lnTo>
                      <a:pt x="175" y="78"/>
                    </a:lnTo>
                    <a:lnTo>
                      <a:pt x="175" y="78"/>
                    </a:lnTo>
                    <a:lnTo>
                      <a:pt x="176" y="78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6" y="79"/>
                    </a:lnTo>
                    <a:lnTo>
                      <a:pt x="177" y="79"/>
                    </a:lnTo>
                    <a:lnTo>
                      <a:pt x="177" y="79"/>
                    </a:lnTo>
                    <a:lnTo>
                      <a:pt x="178" y="80"/>
                    </a:lnTo>
                    <a:lnTo>
                      <a:pt x="178" y="80"/>
                    </a:lnTo>
                    <a:lnTo>
                      <a:pt x="179" y="80"/>
                    </a:lnTo>
                    <a:lnTo>
                      <a:pt x="179" y="81"/>
                    </a:lnTo>
                    <a:lnTo>
                      <a:pt x="180" y="81"/>
                    </a:lnTo>
                    <a:lnTo>
                      <a:pt x="180" y="81"/>
                    </a:lnTo>
                    <a:lnTo>
                      <a:pt x="181" y="81"/>
                    </a:lnTo>
                    <a:lnTo>
                      <a:pt x="181" y="82"/>
                    </a:lnTo>
                    <a:lnTo>
                      <a:pt x="182" y="82"/>
                    </a:lnTo>
                    <a:lnTo>
                      <a:pt x="182" y="82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83" y="83"/>
                    </a:lnTo>
                    <a:lnTo>
                      <a:pt x="190" y="86"/>
                    </a:lnTo>
                    <a:lnTo>
                      <a:pt x="194" y="94"/>
                    </a:lnTo>
                    <a:lnTo>
                      <a:pt x="194" y="94"/>
                    </a:lnTo>
                    <a:lnTo>
                      <a:pt x="190" y="101"/>
                    </a:lnTo>
                    <a:lnTo>
                      <a:pt x="183" y="104"/>
                    </a:lnTo>
                    <a:lnTo>
                      <a:pt x="183" y="104"/>
                    </a:lnTo>
                    <a:lnTo>
                      <a:pt x="182" y="104"/>
                    </a:lnTo>
                    <a:lnTo>
                      <a:pt x="181" y="104"/>
                    </a:lnTo>
                    <a:lnTo>
                      <a:pt x="181" y="104"/>
                    </a:lnTo>
                    <a:lnTo>
                      <a:pt x="180" y="104"/>
                    </a:lnTo>
                    <a:lnTo>
                      <a:pt x="179" y="104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7" y="104"/>
                    </a:lnTo>
                    <a:lnTo>
                      <a:pt x="176" y="104"/>
                    </a:lnTo>
                    <a:lnTo>
                      <a:pt x="176" y="104"/>
                    </a:lnTo>
                    <a:lnTo>
                      <a:pt x="176" y="103"/>
                    </a:lnTo>
                    <a:lnTo>
                      <a:pt x="176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5" y="103"/>
                    </a:lnTo>
                    <a:lnTo>
                      <a:pt x="174" y="103"/>
                    </a:lnTo>
                    <a:lnTo>
                      <a:pt x="174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73" y="102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6" y="104"/>
                    </a:lnTo>
                    <a:lnTo>
                      <a:pt x="165" y="104"/>
                    </a:lnTo>
                    <a:lnTo>
                      <a:pt x="163" y="105"/>
                    </a:lnTo>
                    <a:lnTo>
                      <a:pt x="162" y="105"/>
                    </a:lnTo>
                    <a:lnTo>
                      <a:pt x="161" y="106"/>
                    </a:lnTo>
                    <a:lnTo>
                      <a:pt x="161" y="106"/>
                    </a:lnTo>
                    <a:lnTo>
                      <a:pt x="159" y="107"/>
                    </a:lnTo>
                    <a:lnTo>
                      <a:pt x="158" y="108"/>
                    </a:lnTo>
                    <a:lnTo>
                      <a:pt x="157" y="109"/>
                    </a:lnTo>
                    <a:lnTo>
                      <a:pt x="156" y="110"/>
                    </a:lnTo>
                    <a:lnTo>
                      <a:pt x="155" y="110"/>
                    </a:lnTo>
                    <a:lnTo>
                      <a:pt x="154" y="111"/>
                    </a:lnTo>
                    <a:lnTo>
                      <a:pt x="153" y="111"/>
                    </a:lnTo>
                    <a:lnTo>
                      <a:pt x="151" y="112"/>
                    </a:lnTo>
                    <a:lnTo>
                      <a:pt x="151" y="112"/>
                    </a:lnTo>
                    <a:lnTo>
                      <a:pt x="150" y="112"/>
                    </a:lnTo>
                    <a:lnTo>
                      <a:pt x="149" y="111"/>
                    </a:lnTo>
                    <a:lnTo>
                      <a:pt x="148" y="111"/>
                    </a:lnTo>
                    <a:lnTo>
                      <a:pt x="147" y="111"/>
                    </a:lnTo>
                    <a:lnTo>
                      <a:pt x="146" y="110"/>
                    </a:lnTo>
                    <a:lnTo>
                      <a:pt x="145" y="110"/>
                    </a:lnTo>
                    <a:lnTo>
                      <a:pt x="144" y="110"/>
                    </a:lnTo>
                    <a:lnTo>
                      <a:pt x="143" y="109"/>
                    </a:lnTo>
                    <a:lnTo>
                      <a:pt x="141" y="109"/>
                    </a:lnTo>
                    <a:lnTo>
                      <a:pt x="141" y="109"/>
                    </a:lnTo>
                    <a:lnTo>
                      <a:pt x="140" y="109"/>
                    </a:lnTo>
                    <a:lnTo>
                      <a:pt x="139" y="108"/>
                    </a:lnTo>
                    <a:lnTo>
                      <a:pt x="138" y="108"/>
                    </a:lnTo>
                    <a:lnTo>
                      <a:pt x="136" y="107"/>
                    </a:lnTo>
                    <a:lnTo>
                      <a:pt x="135" y="107"/>
                    </a:lnTo>
                    <a:lnTo>
                      <a:pt x="134" y="107"/>
                    </a:lnTo>
                    <a:lnTo>
                      <a:pt x="133" y="106"/>
                    </a:lnTo>
                    <a:lnTo>
                      <a:pt x="131" y="106"/>
                    </a:lnTo>
                    <a:lnTo>
                      <a:pt x="130" y="105"/>
                    </a:lnTo>
                    <a:lnTo>
                      <a:pt x="129" y="105"/>
                    </a:lnTo>
                    <a:lnTo>
                      <a:pt x="128" y="104"/>
                    </a:lnTo>
                    <a:lnTo>
                      <a:pt x="127" y="104"/>
                    </a:lnTo>
                    <a:lnTo>
                      <a:pt x="127" y="104"/>
                    </a:lnTo>
                    <a:lnTo>
                      <a:pt x="125" y="104"/>
                    </a:lnTo>
                    <a:lnTo>
                      <a:pt x="124" y="103"/>
                    </a:lnTo>
                    <a:lnTo>
                      <a:pt x="123" y="103"/>
                    </a:lnTo>
                    <a:lnTo>
                      <a:pt x="122" y="102"/>
                    </a:lnTo>
                    <a:lnTo>
                      <a:pt x="120" y="102"/>
                    </a:lnTo>
                    <a:lnTo>
                      <a:pt x="119" y="101"/>
                    </a:lnTo>
                    <a:lnTo>
                      <a:pt x="118" y="101"/>
                    </a:lnTo>
                    <a:lnTo>
                      <a:pt x="117" y="100"/>
                    </a:lnTo>
                    <a:lnTo>
                      <a:pt x="116" y="100"/>
                    </a:lnTo>
                    <a:lnTo>
                      <a:pt x="113" y="100"/>
                    </a:lnTo>
                    <a:lnTo>
                      <a:pt x="111" y="101"/>
                    </a:lnTo>
                    <a:lnTo>
                      <a:pt x="111" y="101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2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5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9" y="101"/>
                    </a:lnTo>
                    <a:lnTo>
                      <a:pt x="89" y="101"/>
                    </a:lnTo>
                    <a:lnTo>
                      <a:pt x="88" y="101"/>
                    </a:lnTo>
                    <a:lnTo>
                      <a:pt x="86" y="101"/>
                    </a:lnTo>
                    <a:lnTo>
                      <a:pt x="85" y="100"/>
                    </a:lnTo>
                    <a:lnTo>
                      <a:pt x="84" y="100"/>
                    </a:lnTo>
                    <a:lnTo>
                      <a:pt x="83" y="100"/>
                    </a:lnTo>
                    <a:lnTo>
                      <a:pt x="81" y="100"/>
                    </a:lnTo>
                    <a:lnTo>
                      <a:pt x="80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0"/>
                    </a:lnTo>
                    <a:lnTo>
                      <a:pt x="75" y="99"/>
                    </a:lnTo>
                    <a:lnTo>
                      <a:pt x="74" y="99"/>
                    </a:lnTo>
                    <a:lnTo>
                      <a:pt x="73" y="99"/>
                    </a:lnTo>
                    <a:lnTo>
                      <a:pt x="71" y="99"/>
                    </a:lnTo>
                    <a:lnTo>
                      <a:pt x="70" y="99"/>
                    </a:lnTo>
                    <a:lnTo>
                      <a:pt x="69" y="98"/>
                    </a:lnTo>
                    <a:lnTo>
                      <a:pt x="68" y="98"/>
                    </a:lnTo>
                    <a:lnTo>
                      <a:pt x="66" y="98"/>
                    </a:lnTo>
                    <a:lnTo>
                      <a:pt x="65" y="98"/>
                    </a:lnTo>
                    <a:lnTo>
                      <a:pt x="64" y="97"/>
                    </a:lnTo>
                    <a:lnTo>
                      <a:pt x="62" y="97"/>
                    </a:lnTo>
                    <a:lnTo>
                      <a:pt x="61" y="97"/>
                    </a:lnTo>
                    <a:lnTo>
                      <a:pt x="60" y="97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60" y="96"/>
                    </a:lnTo>
                    <a:lnTo>
                      <a:pt x="59" y="96"/>
                    </a:lnTo>
                    <a:lnTo>
                      <a:pt x="58" y="96"/>
                    </a:lnTo>
                    <a:lnTo>
                      <a:pt x="58" y="96"/>
                    </a:lnTo>
                    <a:lnTo>
                      <a:pt x="57" y="95"/>
                    </a:lnTo>
                    <a:lnTo>
                      <a:pt x="56" y="95"/>
                    </a:lnTo>
                    <a:lnTo>
                      <a:pt x="56" y="95"/>
                    </a:lnTo>
                    <a:lnTo>
                      <a:pt x="55" y="95"/>
                    </a:lnTo>
                    <a:lnTo>
                      <a:pt x="54" y="95"/>
                    </a:lnTo>
                    <a:lnTo>
                      <a:pt x="54" y="95"/>
                    </a:lnTo>
                    <a:lnTo>
                      <a:pt x="53" y="95"/>
                    </a:lnTo>
                    <a:lnTo>
                      <a:pt x="52" y="95"/>
                    </a:lnTo>
                    <a:lnTo>
                      <a:pt x="52" y="95"/>
                    </a:lnTo>
                    <a:lnTo>
                      <a:pt x="51" y="94"/>
                    </a:lnTo>
                    <a:lnTo>
                      <a:pt x="51" y="94"/>
                    </a:lnTo>
                    <a:lnTo>
                      <a:pt x="50" y="94"/>
                    </a:lnTo>
                    <a:lnTo>
                      <a:pt x="49" y="94"/>
                    </a:lnTo>
                    <a:lnTo>
                      <a:pt x="49" y="93"/>
                    </a:lnTo>
                    <a:lnTo>
                      <a:pt x="48" y="93"/>
                    </a:lnTo>
                    <a:lnTo>
                      <a:pt x="47" y="93"/>
                    </a:lnTo>
                    <a:lnTo>
                      <a:pt x="47" y="93"/>
                    </a:lnTo>
                    <a:lnTo>
                      <a:pt x="46" y="93"/>
                    </a:lnTo>
                    <a:lnTo>
                      <a:pt x="46" y="92"/>
                    </a:lnTo>
                    <a:lnTo>
                      <a:pt x="45" y="92"/>
                    </a:lnTo>
                    <a:lnTo>
                      <a:pt x="45" y="92"/>
                    </a:lnTo>
                    <a:lnTo>
                      <a:pt x="44" y="92"/>
                    </a:lnTo>
                    <a:lnTo>
                      <a:pt x="43" y="91"/>
                    </a:lnTo>
                    <a:lnTo>
                      <a:pt x="43" y="91"/>
                    </a:lnTo>
                    <a:lnTo>
                      <a:pt x="42" y="91"/>
                    </a:lnTo>
                    <a:lnTo>
                      <a:pt x="42" y="90"/>
                    </a:lnTo>
                    <a:lnTo>
                      <a:pt x="41" y="90"/>
                    </a:lnTo>
                    <a:lnTo>
                      <a:pt x="40" y="90"/>
                    </a:lnTo>
                    <a:lnTo>
                      <a:pt x="40" y="89"/>
                    </a:lnTo>
                    <a:lnTo>
                      <a:pt x="39" y="89"/>
                    </a:lnTo>
                    <a:lnTo>
                      <a:pt x="38" y="89"/>
                    </a:lnTo>
                    <a:lnTo>
                      <a:pt x="38" y="88"/>
                    </a:lnTo>
                    <a:lnTo>
                      <a:pt x="37" y="88"/>
                    </a:lnTo>
                    <a:lnTo>
                      <a:pt x="36" y="88"/>
                    </a:lnTo>
                    <a:lnTo>
                      <a:pt x="36" y="87"/>
                    </a:lnTo>
                    <a:lnTo>
                      <a:pt x="36" y="87"/>
                    </a:lnTo>
                    <a:lnTo>
                      <a:pt x="35" y="87"/>
                    </a:lnTo>
                    <a:lnTo>
                      <a:pt x="35" y="87"/>
                    </a:lnTo>
                    <a:lnTo>
                      <a:pt x="34" y="86"/>
                    </a:lnTo>
                    <a:lnTo>
                      <a:pt x="34" y="86"/>
                    </a:lnTo>
                    <a:lnTo>
                      <a:pt x="33" y="86"/>
                    </a:lnTo>
                    <a:lnTo>
                      <a:pt x="33" y="85"/>
                    </a:lnTo>
                    <a:lnTo>
                      <a:pt x="32" y="85"/>
                    </a:lnTo>
                    <a:lnTo>
                      <a:pt x="32" y="85"/>
                    </a:lnTo>
                    <a:lnTo>
                      <a:pt x="31" y="84"/>
                    </a:lnTo>
                    <a:lnTo>
                      <a:pt x="31" y="83"/>
                    </a:lnTo>
                    <a:lnTo>
                      <a:pt x="31" y="83"/>
                    </a:lnTo>
                    <a:lnTo>
                      <a:pt x="30" y="82"/>
                    </a:lnTo>
                    <a:lnTo>
                      <a:pt x="29" y="82"/>
                    </a:lnTo>
                    <a:lnTo>
                      <a:pt x="28" y="81"/>
                    </a:lnTo>
                    <a:lnTo>
                      <a:pt x="28" y="80"/>
                    </a:lnTo>
                    <a:lnTo>
                      <a:pt x="27" y="80"/>
                    </a:lnTo>
                    <a:lnTo>
                      <a:pt x="26" y="79"/>
                    </a:lnTo>
                    <a:lnTo>
                      <a:pt x="26" y="78"/>
                    </a:lnTo>
                    <a:lnTo>
                      <a:pt x="25" y="77"/>
                    </a:lnTo>
                    <a:lnTo>
                      <a:pt x="24" y="77"/>
                    </a:lnTo>
                    <a:lnTo>
                      <a:pt x="24" y="76"/>
                    </a:lnTo>
                    <a:lnTo>
                      <a:pt x="23" y="75"/>
                    </a:lnTo>
                    <a:lnTo>
                      <a:pt x="22" y="75"/>
                    </a:lnTo>
                    <a:lnTo>
                      <a:pt x="22" y="74"/>
                    </a:lnTo>
                    <a:lnTo>
                      <a:pt x="21" y="73"/>
                    </a:lnTo>
                    <a:lnTo>
                      <a:pt x="21" y="73"/>
                    </a:lnTo>
                    <a:lnTo>
                      <a:pt x="20" y="72"/>
                    </a:lnTo>
                    <a:lnTo>
                      <a:pt x="20" y="71"/>
                    </a:lnTo>
                    <a:lnTo>
                      <a:pt x="19" y="70"/>
                    </a:lnTo>
                    <a:lnTo>
                      <a:pt x="18" y="70"/>
                    </a:lnTo>
                    <a:lnTo>
                      <a:pt x="18" y="69"/>
                    </a:lnTo>
                    <a:lnTo>
                      <a:pt x="17" y="68"/>
                    </a:lnTo>
                    <a:lnTo>
                      <a:pt x="17" y="67"/>
                    </a:lnTo>
                    <a:lnTo>
                      <a:pt x="16" y="66"/>
                    </a:lnTo>
                    <a:lnTo>
                      <a:pt x="16" y="66"/>
                    </a:lnTo>
                    <a:lnTo>
                      <a:pt x="15" y="65"/>
                    </a:lnTo>
                    <a:lnTo>
                      <a:pt x="15" y="65"/>
                    </a:lnTo>
                    <a:lnTo>
                      <a:pt x="14" y="64"/>
                    </a:lnTo>
                    <a:lnTo>
                      <a:pt x="14" y="64"/>
                    </a:lnTo>
                    <a:lnTo>
                      <a:pt x="13" y="63"/>
                    </a:lnTo>
                    <a:lnTo>
                      <a:pt x="13" y="62"/>
                    </a:lnTo>
                    <a:lnTo>
                      <a:pt x="12" y="61"/>
                    </a:lnTo>
                    <a:lnTo>
                      <a:pt x="12" y="60"/>
                    </a:lnTo>
                    <a:lnTo>
                      <a:pt x="11" y="60"/>
                    </a:lnTo>
                    <a:lnTo>
                      <a:pt x="11" y="59"/>
                    </a:lnTo>
                    <a:lnTo>
                      <a:pt x="10" y="58"/>
                    </a:lnTo>
                    <a:lnTo>
                      <a:pt x="10" y="57"/>
                    </a:lnTo>
                    <a:lnTo>
                      <a:pt x="9" y="56"/>
                    </a:lnTo>
                    <a:lnTo>
                      <a:pt x="9" y="56"/>
                    </a:lnTo>
                    <a:lnTo>
                      <a:pt x="8" y="55"/>
                    </a:lnTo>
                    <a:lnTo>
                      <a:pt x="8" y="54"/>
                    </a:lnTo>
                    <a:lnTo>
                      <a:pt x="8" y="53"/>
                    </a:lnTo>
                    <a:lnTo>
                      <a:pt x="7" y="52"/>
                    </a:lnTo>
                    <a:lnTo>
                      <a:pt x="7" y="52"/>
                    </a:lnTo>
                    <a:lnTo>
                      <a:pt x="6" y="51"/>
                    </a:lnTo>
                    <a:lnTo>
                      <a:pt x="6" y="50"/>
                    </a:lnTo>
                    <a:lnTo>
                      <a:pt x="6" y="49"/>
                    </a:lnTo>
                    <a:lnTo>
                      <a:pt x="5" y="48"/>
                    </a:lnTo>
                    <a:lnTo>
                      <a:pt x="5" y="48"/>
                    </a:lnTo>
                    <a:lnTo>
                      <a:pt x="4" y="47"/>
                    </a:lnTo>
                    <a:lnTo>
                      <a:pt x="4" y="46"/>
                    </a:lnTo>
                    <a:lnTo>
                      <a:pt x="4" y="45"/>
                    </a:lnTo>
                    <a:lnTo>
                      <a:pt x="3" y="44"/>
                    </a:lnTo>
                    <a:lnTo>
                      <a:pt x="3" y="44"/>
                    </a:lnTo>
                    <a:lnTo>
                      <a:pt x="3" y="43"/>
                    </a:lnTo>
                    <a:lnTo>
                      <a:pt x="2" y="42"/>
                    </a:lnTo>
                    <a:lnTo>
                      <a:pt x="2" y="41"/>
                    </a:lnTo>
                    <a:lnTo>
                      <a:pt x="2" y="40"/>
                    </a:lnTo>
                    <a:lnTo>
                      <a:pt x="2" y="40"/>
                    </a:lnTo>
                    <a:lnTo>
                      <a:pt x="2" y="39"/>
                    </a:lnTo>
                    <a:lnTo>
                      <a:pt x="2" y="38"/>
                    </a:lnTo>
                    <a:lnTo>
                      <a:pt x="2" y="37"/>
                    </a:lnTo>
                    <a:lnTo>
                      <a:pt x="2" y="36"/>
                    </a:lnTo>
                    <a:lnTo>
                      <a:pt x="1" y="36"/>
                    </a:lnTo>
                    <a:lnTo>
                      <a:pt x="1" y="36"/>
                    </a:lnTo>
                    <a:lnTo>
                      <a:pt x="1" y="35"/>
                    </a:lnTo>
                    <a:lnTo>
                      <a:pt x="1" y="34"/>
                    </a:lnTo>
                    <a:lnTo>
                      <a:pt x="0" y="33"/>
                    </a:lnTo>
                    <a:lnTo>
                      <a:pt x="0" y="32"/>
                    </a:lnTo>
                    <a:lnTo>
                      <a:pt x="0" y="31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0" y="26"/>
                    </a:lnTo>
                    <a:lnTo>
                      <a:pt x="0" y="25"/>
                    </a:lnTo>
                    <a:lnTo>
                      <a:pt x="0" y="25"/>
                    </a:lnTo>
                    <a:lnTo>
                      <a:pt x="0" y="24"/>
                    </a:lnTo>
                    <a:lnTo>
                      <a:pt x="0" y="23"/>
                    </a:lnTo>
                    <a:lnTo>
                      <a:pt x="0" y="23"/>
                    </a:lnTo>
                    <a:lnTo>
                      <a:pt x="0" y="22"/>
                    </a:lnTo>
                    <a:lnTo>
                      <a:pt x="0" y="22"/>
                    </a:lnTo>
                    <a:lnTo>
                      <a:pt x="0" y="21"/>
                    </a:lnTo>
                    <a:lnTo>
                      <a:pt x="0" y="20"/>
                    </a:lnTo>
                    <a:lnTo>
                      <a:pt x="0" y="19"/>
                    </a:lnTo>
                    <a:lnTo>
                      <a:pt x="0" y="19"/>
                    </a:lnTo>
                    <a:lnTo>
                      <a:pt x="0" y="18"/>
                    </a:lnTo>
                    <a:lnTo>
                      <a:pt x="1" y="17"/>
                    </a:lnTo>
                    <a:lnTo>
                      <a:pt x="1" y="16"/>
                    </a:lnTo>
                    <a:lnTo>
                      <a:pt x="1" y="16"/>
                    </a:lnTo>
                    <a:lnTo>
                      <a:pt x="1" y="15"/>
                    </a:lnTo>
                    <a:lnTo>
                      <a:pt x="2" y="14"/>
                    </a:lnTo>
                    <a:lnTo>
                      <a:pt x="2" y="13"/>
                    </a:lnTo>
                    <a:lnTo>
                      <a:pt x="2" y="12"/>
                    </a:lnTo>
                    <a:lnTo>
                      <a:pt x="2" y="11"/>
                    </a:lnTo>
                    <a:lnTo>
                      <a:pt x="3" y="10"/>
                    </a:lnTo>
                    <a:lnTo>
                      <a:pt x="3" y="9"/>
                    </a:lnTo>
                    <a:lnTo>
                      <a:pt x="4" y="8"/>
                    </a:lnTo>
                    <a:lnTo>
                      <a:pt x="5" y="7"/>
                    </a:lnTo>
                    <a:lnTo>
                      <a:pt x="5" y="7"/>
                    </a:lnTo>
                    <a:lnTo>
                      <a:pt x="6" y="7"/>
                    </a:lnTo>
                    <a:lnTo>
                      <a:pt x="7" y="6"/>
                    </a:lnTo>
                    <a:lnTo>
                      <a:pt x="8" y="5"/>
                    </a:lnTo>
                    <a:lnTo>
                      <a:pt x="9" y="4"/>
                    </a:lnTo>
                    <a:lnTo>
                      <a:pt x="10" y="4"/>
                    </a:lnTo>
                    <a:lnTo>
                      <a:pt x="11" y="3"/>
                    </a:lnTo>
                    <a:lnTo>
                      <a:pt x="13" y="2"/>
                    </a:lnTo>
                    <a:lnTo>
                      <a:pt x="14" y="2"/>
                    </a:lnTo>
                    <a:lnTo>
                      <a:pt x="15" y="1"/>
                    </a:lnTo>
                    <a:lnTo>
                      <a:pt x="16" y="1"/>
                    </a:lnTo>
                    <a:lnTo>
                      <a:pt x="17" y="1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21" y="0"/>
                    </a:lnTo>
                    <a:lnTo>
                      <a:pt x="22" y="0"/>
                    </a:lnTo>
                    <a:lnTo>
                      <a:pt x="23" y="0"/>
                    </a:lnTo>
                    <a:lnTo>
                      <a:pt x="24" y="0"/>
                    </a:lnTo>
                    <a:lnTo>
                      <a:pt x="25" y="0"/>
                    </a:lnTo>
                    <a:lnTo>
                      <a:pt x="25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3" name="Freeform 14">
                <a:extLst>
                  <a:ext uri="{FF2B5EF4-FFF2-40B4-BE49-F238E27FC236}">
                    <a16:creationId xmlns:a16="http://schemas.microsoft.com/office/drawing/2014/main" id="{872E379D-21D3-66AF-7B60-6F18C1CFBD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0510684" y="4815263"/>
                <a:ext cx="121565" cy="88473"/>
              </a:xfrm>
              <a:custGeom>
                <a:avLst/>
                <a:gdLst>
                  <a:gd name="T0" fmla="*/ 161 w 180"/>
                  <a:gd name="T1" fmla="*/ 25 h 131"/>
                  <a:gd name="T2" fmla="*/ 158 w 180"/>
                  <a:gd name="T3" fmla="*/ 27 h 131"/>
                  <a:gd name="T4" fmla="*/ 155 w 180"/>
                  <a:gd name="T5" fmla="*/ 30 h 131"/>
                  <a:gd name="T6" fmla="*/ 153 w 180"/>
                  <a:gd name="T7" fmla="*/ 34 h 131"/>
                  <a:gd name="T8" fmla="*/ 152 w 180"/>
                  <a:gd name="T9" fmla="*/ 39 h 131"/>
                  <a:gd name="T10" fmla="*/ 150 w 180"/>
                  <a:gd name="T11" fmla="*/ 43 h 131"/>
                  <a:gd name="T12" fmla="*/ 143 w 180"/>
                  <a:gd name="T13" fmla="*/ 50 h 131"/>
                  <a:gd name="T14" fmla="*/ 133 w 180"/>
                  <a:gd name="T15" fmla="*/ 59 h 131"/>
                  <a:gd name="T16" fmla="*/ 116 w 180"/>
                  <a:gd name="T17" fmla="*/ 75 h 131"/>
                  <a:gd name="T18" fmla="*/ 102 w 180"/>
                  <a:gd name="T19" fmla="*/ 91 h 131"/>
                  <a:gd name="T20" fmla="*/ 91 w 180"/>
                  <a:gd name="T21" fmla="*/ 101 h 131"/>
                  <a:gd name="T22" fmla="*/ 81 w 180"/>
                  <a:gd name="T23" fmla="*/ 108 h 131"/>
                  <a:gd name="T24" fmla="*/ 76 w 180"/>
                  <a:gd name="T25" fmla="*/ 113 h 131"/>
                  <a:gd name="T26" fmla="*/ 71 w 180"/>
                  <a:gd name="T27" fmla="*/ 117 h 131"/>
                  <a:gd name="T28" fmla="*/ 65 w 180"/>
                  <a:gd name="T29" fmla="*/ 121 h 131"/>
                  <a:gd name="T30" fmla="*/ 59 w 180"/>
                  <a:gd name="T31" fmla="*/ 124 h 131"/>
                  <a:gd name="T32" fmla="*/ 54 w 180"/>
                  <a:gd name="T33" fmla="*/ 127 h 131"/>
                  <a:gd name="T34" fmla="*/ 47 w 180"/>
                  <a:gd name="T35" fmla="*/ 129 h 131"/>
                  <a:gd name="T36" fmla="*/ 40 w 180"/>
                  <a:gd name="T37" fmla="*/ 131 h 131"/>
                  <a:gd name="T38" fmla="*/ 35 w 180"/>
                  <a:gd name="T39" fmla="*/ 131 h 131"/>
                  <a:gd name="T40" fmla="*/ 30 w 180"/>
                  <a:gd name="T41" fmla="*/ 131 h 131"/>
                  <a:gd name="T42" fmla="*/ 26 w 180"/>
                  <a:gd name="T43" fmla="*/ 130 h 131"/>
                  <a:gd name="T44" fmla="*/ 21 w 180"/>
                  <a:gd name="T45" fmla="*/ 128 h 131"/>
                  <a:gd name="T46" fmla="*/ 17 w 180"/>
                  <a:gd name="T47" fmla="*/ 126 h 131"/>
                  <a:gd name="T48" fmla="*/ 14 w 180"/>
                  <a:gd name="T49" fmla="*/ 123 h 131"/>
                  <a:gd name="T50" fmla="*/ 11 w 180"/>
                  <a:gd name="T51" fmla="*/ 120 h 131"/>
                  <a:gd name="T52" fmla="*/ 8 w 180"/>
                  <a:gd name="T53" fmla="*/ 117 h 131"/>
                  <a:gd name="T54" fmla="*/ 6 w 180"/>
                  <a:gd name="T55" fmla="*/ 113 h 131"/>
                  <a:gd name="T56" fmla="*/ 3 w 180"/>
                  <a:gd name="T57" fmla="*/ 109 h 131"/>
                  <a:gd name="T58" fmla="*/ 2 w 180"/>
                  <a:gd name="T59" fmla="*/ 104 h 131"/>
                  <a:gd name="T60" fmla="*/ 1 w 180"/>
                  <a:gd name="T61" fmla="*/ 101 h 131"/>
                  <a:gd name="T62" fmla="*/ 0 w 180"/>
                  <a:gd name="T63" fmla="*/ 96 h 131"/>
                  <a:gd name="T64" fmla="*/ 0 w 180"/>
                  <a:gd name="T65" fmla="*/ 91 h 131"/>
                  <a:gd name="T66" fmla="*/ 1 w 180"/>
                  <a:gd name="T67" fmla="*/ 87 h 131"/>
                  <a:gd name="T68" fmla="*/ 2 w 180"/>
                  <a:gd name="T69" fmla="*/ 83 h 131"/>
                  <a:gd name="T70" fmla="*/ 4 w 180"/>
                  <a:gd name="T71" fmla="*/ 77 h 131"/>
                  <a:gd name="T72" fmla="*/ 8 w 180"/>
                  <a:gd name="T73" fmla="*/ 72 h 131"/>
                  <a:gd name="T74" fmla="*/ 12 w 180"/>
                  <a:gd name="T75" fmla="*/ 66 h 131"/>
                  <a:gd name="T76" fmla="*/ 17 w 180"/>
                  <a:gd name="T77" fmla="*/ 60 h 131"/>
                  <a:gd name="T78" fmla="*/ 22 w 180"/>
                  <a:gd name="T79" fmla="*/ 55 h 131"/>
                  <a:gd name="T80" fmla="*/ 28 w 180"/>
                  <a:gd name="T81" fmla="*/ 50 h 131"/>
                  <a:gd name="T82" fmla="*/ 34 w 180"/>
                  <a:gd name="T83" fmla="*/ 45 h 131"/>
                  <a:gd name="T84" fmla="*/ 41 w 180"/>
                  <a:gd name="T85" fmla="*/ 41 h 131"/>
                  <a:gd name="T86" fmla="*/ 47 w 180"/>
                  <a:gd name="T87" fmla="*/ 37 h 131"/>
                  <a:gd name="T88" fmla="*/ 54 w 180"/>
                  <a:gd name="T89" fmla="*/ 33 h 131"/>
                  <a:gd name="T90" fmla="*/ 60 w 180"/>
                  <a:gd name="T91" fmla="*/ 29 h 131"/>
                  <a:gd name="T92" fmla="*/ 75 w 180"/>
                  <a:gd name="T93" fmla="*/ 21 h 131"/>
                  <a:gd name="T94" fmla="*/ 89 w 180"/>
                  <a:gd name="T95" fmla="*/ 15 h 131"/>
                  <a:gd name="T96" fmla="*/ 101 w 180"/>
                  <a:gd name="T97" fmla="*/ 12 h 131"/>
                  <a:gd name="T98" fmla="*/ 116 w 180"/>
                  <a:gd name="T99" fmla="*/ 9 h 131"/>
                  <a:gd name="T100" fmla="*/ 129 w 180"/>
                  <a:gd name="T101" fmla="*/ 6 h 131"/>
                  <a:gd name="T102" fmla="*/ 141 w 180"/>
                  <a:gd name="T103" fmla="*/ 3 h 131"/>
                  <a:gd name="T104" fmla="*/ 151 w 180"/>
                  <a:gd name="T105" fmla="*/ 2 h 131"/>
                  <a:gd name="T106" fmla="*/ 158 w 180"/>
                  <a:gd name="T107" fmla="*/ 1 h 131"/>
                  <a:gd name="T108" fmla="*/ 162 w 180"/>
                  <a:gd name="T109" fmla="*/ 0 h 131"/>
                  <a:gd name="T110" fmla="*/ 165 w 180"/>
                  <a:gd name="T111" fmla="*/ 0 h 131"/>
                  <a:gd name="T112" fmla="*/ 169 w 180"/>
                  <a:gd name="T113" fmla="*/ 0 h 131"/>
                  <a:gd name="T114" fmla="*/ 175 w 180"/>
                  <a:gd name="T115" fmla="*/ 2 h 131"/>
                  <a:gd name="T116" fmla="*/ 177 w 180"/>
                  <a:gd name="T117" fmla="*/ 19 h 131"/>
                  <a:gd name="T118" fmla="*/ 163 w 180"/>
                  <a:gd name="T119" fmla="*/ 23 h 131"/>
                  <a:gd name="T120" fmla="*/ 163 w 180"/>
                  <a:gd name="T121" fmla="*/ 24 h 131"/>
                  <a:gd name="T122" fmla="*/ 162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62" y="24"/>
                    </a:move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1" y="25"/>
                    </a:lnTo>
                    <a:lnTo>
                      <a:pt x="160" y="25"/>
                    </a:lnTo>
                    <a:lnTo>
                      <a:pt x="160" y="25"/>
                    </a:lnTo>
                    <a:lnTo>
                      <a:pt x="160" y="26"/>
                    </a:lnTo>
                    <a:lnTo>
                      <a:pt x="160" y="26"/>
                    </a:lnTo>
                    <a:lnTo>
                      <a:pt x="159" y="26"/>
                    </a:lnTo>
                    <a:lnTo>
                      <a:pt x="159" y="26"/>
                    </a:lnTo>
                    <a:lnTo>
                      <a:pt x="159" y="27"/>
                    </a:lnTo>
                    <a:lnTo>
                      <a:pt x="158" y="27"/>
                    </a:lnTo>
                    <a:lnTo>
                      <a:pt x="158" y="27"/>
                    </a:lnTo>
                    <a:lnTo>
                      <a:pt x="157" y="27"/>
                    </a:lnTo>
                    <a:lnTo>
                      <a:pt x="157" y="28"/>
                    </a:lnTo>
                    <a:lnTo>
                      <a:pt x="157" y="28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6" y="29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0"/>
                    </a:lnTo>
                    <a:lnTo>
                      <a:pt x="155" y="31"/>
                    </a:lnTo>
                    <a:lnTo>
                      <a:pt x="154" y="31"/>
                    </a:lnTo>
                    <a:lnTo>
                      <a:pt x="154" y="32"/>
                    </a:lnTo>
                    <a:lnTo>
                      <a:pt x="154" y="32"/>
                    </a:lnTo>
                    <a:lnTo>
                      <a:pt x="154" y="33"/>
                    </a:lnTo>
                    <a:lnTo>
                      <a:pt x="153" y="34"/>
                    </a:lnTo>
                    <a:lnTo>
                      <a:pt x="153" y="34"/>
                    </a:lnTo>
                    <a:lnTo>
                      <a:pt x="153" y="35"/>
                    </a:lnTo>
                    <a:lnTo>
                      <a:pt x="153" y="36"/>
                    </a:lnTo>
                    <a:lnTo>
                      <a:pt x="152" y="37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8"/>
                    </a:lnTo>
                    <a:lnTo>
                      <a:pt x="152" y="39"/>
                    </a:lnTo>
                    <a:lnTo>
                      <a:pt x="151" y="40"/>
                    </a:lnTo>
                    <a:lnTo>
                      <a:pt x="151" y="40"/>
                    </a:lnTo>
                    <a:lnTo>
                      <a:pt x="151" y="41"/>
                    </a:lnTo>
                    <a:lnTo>
                      <a:pt x="151" y="42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50" y="43"/>
                    </a:lnTo>
                    <a:lnTo>
                      <a:pt x="149" y="43"/>
                    </a:lnTo>
                    <a:lnTo>
                      <a:pt x="148" y="45"/>
                    </a:lnTo>
                    <a:lnTo>
                      <a:pt x="148" y="45"/>
                    </a:lnTo>
                    <a:lnTo>
                      <a:pt x="147" y="46"/>
                    </a:lnTo>
                    <a:lnTo>
                      <a:pt x="146" y="47"/>
                    </a:lnTo>
                    <a:lnTo>
                      <a:pt x="145" y="48"/>
                    </a:lnTo>
                    <a:lnTo>
                      <a:pt x="144" y="49"/>
                    </a:lnTo>
                    <a:lnTo>
                      <a:pt x="143" y="50"/>
                    </a:lnTo>
                    <a:lnTo>
                      <a:pt x="141" y="51"/>
                    </a:lnTo>
                    <a:lnTo>
                      <a:pt x="140" y="52"/>
                    </a:lnTo>
                    <a:lnTo>
                      <a:pt x="139" y="53"/>
                    </a:lnTo>
                    <a:lnTo>
                      <a:pt x="138" y="54"/>
                    </a:lnTo>
                    <a:lnTo>
                      <a:pt x="136" y="56"/>
                    </a:lnTo>
                    <a:lnTo>
                      <a:pt x="135" y="57"/>
                    </a:lnTo>
                    <a:lnTo>
                      <a:pt x="134" y="58"/>
                    </a:lnTo>
                    <a:lnTo>
                      <a:pt x="133" y="59"/>
                    </a:lnTo>
                    <a:lnTo>
                      <a:pt x="132" y="60"/>
                    </a:lnTo>
                    <a:lnTo>
                      <a:pt x="131" y="62"/>
                    </a:lnTo>
                    <a:lnTo>
                      <a:pt x="130" y="63"/>
                    </a:lnTo>
                    <a:lnTo>
                      <a:pt x="128" y="64"/>
                    </a:lnTo>
                    <a:lnTo>
                      <a:pt x="127" y="66"/>
                    </a:lnTo>
                    <a:lnTo>
                      <a:pt x="124" y="68"/>
                    </a:lnTo>
                    <a:lnTo>
                      <a:pt x="122" y="71"/>
                    </a:lnTo>
                    <a:lnTo>
                      <a:pt x="116" y="75"/>
                    </a:lnTo>
                    <a:lnTo>
                      <a:pt x="113" y="78"/>
                    </a:lnTo>
                    <a:lnTo>
                      <a:pt x="111" y="81"/>
                    </a:lnTo>
                    <a:lnTo>
                      <a:pt x="108" y="84"/>
                    </a:lnTo>
                    <a:lnTo>
                      <a:pt x="106" y="85"/>
                    </a:lnTo>
                    <a:lnTo>
                      <a:pt x="105" y="86"/>
                    </a:lnTo>
                    <a:lnTo>
                      <a:pt x="104" y="88"/>
                    </a:lnTo>
                    <a:lnTo>
                      <a:pt x="103" y="89"/>
                    </a:lnTo>
                    <a:lnTo>
                      <a:pt x="102" y="91"/>
                    </a:lnTo>
                    <a:lnTo>
                      <a:pt x="100" y="92"/>
                    </a:lnTo>
                    <a:lnTo>
                      <a:pt x="99" y="93"/>
                    </a:lnTo>
                    <a:lnTo>
                      <a:pt x="98" y="95"/>
                    </a:lnTo>
                    <a:lnTo>
                      <a:pt x="96" y="96"/>
                    </a:lnTo>
                    <a:lnTo>
                      <a:pt x="95" y="97"/>
                    </a:lnTo>
                    <a:lnTo>
                      <a:pt x="93" y="98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89" y="102"/>
                    </a:lnTo>
                    <a:lnTo>
                      <a:pt x="88" y="103"/>
                    </a:lnTo>
                    <a:lnTo>
                      <a:pt x="86" y="104"/>
                    </a:lnTo>
                    <a:lnTo>
                      <a:pt x="85" y="105"/>
                    </a:lnTo>
                    <a:lnTo>
                      <a:pt x="84" y="106"/>
                    </a:lnTo>
                    <a:lnTo>
                      <a:pt x="83" y="107"/>
                    </a:lnTo>
                    <a:lnTo>
                      <a:pt x="82" y="108"/>
                    </a:lnTo>
                    <a:lnTo>
                      <a:pt x="81" y="108"/>
                    </a:lnTo>
                    <a:lnTo>
                      <a:pt x="81" y="109"/>
                    </a:lnTo>
                    <a:lnTo>
                      <a:pt x="80" y="109"/>
                    </a:lnTo>
                    <a:lnTo>
                      <a:pt x="79" y="110"/>
                    </a:lnTo>
                    <a:lnTo>
                      <a:pt x="79" y="110"/>
                    </a:lnTo>
                    <a:lnTo>
                      <a:pt x="78" y="111"/>
                    </a:lnTo>
                    <a:lnTo>
                      <a:pt x="77" y="112"/>
                    </a:lnTo>
                    <a:lnTo>
                      <a:pt x="76" y="112"/>
                    </a:lnTo>
                    <a:lnTo>
                      <a:pt x="76" y="113"/>
                    </a:lnTo>
                    <a:lnTo>
                      <a:pt x="75" y="113"/>
                    </a:lnTo>
                    <a:lnTo>
                      <a:pt x="75" y="114"/>
                    </a:lnTo>
                    <a:lnTo>
                      <a:pt x="75" y="114"/>
                    </a:lnTo>
                    <a:lnTo>
                      <a:pt x="74" y="115"/>
                    </a:lnTo>
                    <a:lnTo>
                      <a:pt x="73" y="115"/>
                    </a:lnTo>
                    <a:lnTo>
                      <a:pt x="72" y="116"/>
                    </a:lnTo>
                    <a:lnTo>
                      <a:pt x="72" y="116"/>
                    </a:lnTo>
                    <a:lnTo>
                      <a:pt x="71" y="117"/>
                    </a:lnTo>
                    <a:lnTo>
                      <a:pt x="70" y="117"/>
                    </a:lnTo>
                    <a:lnTo>
                      <a:pt x="70" y="118"/>
                    </a:lnTo>
                    <a:lnTo>
                      <a:pt x="69" y="118"/>
                    </a:lnTo>
                    <a:lnTo>
                      <a:pt x="68" y="119"/>
                    </a:lnTo>
                    <a:lnTo>
                      <a:pt x="67" y="119"/>
                    </a:lnTo>
                    <a:lnTo>
                      <a:pt x="67" y="120"/>
                    </a:lnTo>
                    <a:lnTo>
                      <a:pt x="66" y="120"/>
                    </a:lnTo>
                    <a:lnTo>
                      <a:pt x="65" y="121"/>
                    </a:lnTo>
                    <a:lnTo>
                      <a:pt x="64" y="121"/>
                    </a:lnTo>
                    <a:lnTo>
                      <a:pt x="64" y="122"/>
                    </a:lnTo>
                    <a:lnTo>
                      <a:pt x="63" y="122"/>
                    </a:lnTo>
                    <a:lnTo>
                      <a:pt x="62" y="123"/>
                    </a:lnTo>
                    <a:lnTo>
                      <a:pt x="61" y="123"/>
                    </a:lnTo>
                    <a:lnTo>
                      <a:pt x="61" y="124"/>
                    </a:lnTo>
                    <a:lnTo>
                      <a:pt x="60" y="124"/>
                    </a:lnTo>
                    <a:lnTo>
                      <a:pt x="59" y="124"/>
                    </a:lnTo>
                    <a:lnTo>
                      <a:pt x="58" y="125"/>
                    </a:lnTo>
                    <a:lnTo>
                      <a:pt x="58" y="125"/>
                    </a:lnTo>
                    <a:lnTo>
                      <a:pt x="57" y="126"/>
                    </a:lnTo>
                    <a:lnTo>
                      <a:pt x="56" y="126"/>
                    </a:lnTo>
                    <a:lnTo>
                      <a:pt x="55" y="126"/>
                    </a:lnTo>
                    <a:lnTo>
                      <a:pt x="55" y="126"/>
                    </a:lnTo>
                    <a:lnTo>
                      <a:pt x="54" y="127"/>
                    </a:lnTo>
                    <a:lnTo>
                      <a:pt x="54" y="127"/>
                    </a:lnTo>
                    <a:lnTo>
                      <a:pt x="53" y="127"/>
                    </a:lnTo>
                    <a:lnTo>
                      <a:pt x="52" y="128"/>
                    </a:lnTo>
                    <a:lnTo>
                      <a:pt x="51" y="128"/>
                    </a:lnTo>
                    <a:lnTo>
                      <a:pt x="50" y="128"/>
                    </a:lnTo>
                    <a:lnTo>
                      <a:pt x="49" y="129"/>
                    </a:lnTo>
                    <a:lnTo>
                      <a:pt x="49" y="129"/>
                    </a:lnTo>
                    <a:lnTo>
                      <a:pt x="48" y="129"/>
                    </a:lnTo>
                    <a:lnTo>
                      <a:pt x="47" y="129"/>
                    </a:lnTo>
                    <a:lnTo>
                      <a:pt x="46" y="130"/>
                    </a:lnTo>
                    <a:lnTo>
                      <a:pt x="46" y="130"/>
                    </a:lnTo>
                    <a:lnTo>
                      <a:pt x="45" y="130"/>
                    </a:lnTo>
                    <a:lnTo>
                      <a:pt x="44" y="130"/>
                    </a:lnTo>
                    <a:lnTo>
                      <a:pt x="43" y="130"/>
                    </a:lnTo>
                    <a:lnTo>
                      <a:pt x="42" y="131"/>
                    </a:lnTo>
                    <a:lnTo>
                      <a:pt x="41" y="131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1"/>
                    </a:lnTo>
                    <a:lnTo>
                      <a:pt x="37" y="131"/>
                    </a:lnTo>
                    <a:lnTo>
                      <a:pt x="37" y="131"/>
                    </a:lnTo>
                    <a:lnTo>
                      <a:pt x="36" y="131"/>
                    </a:lnTo>
                    <a:lnTo>
                      <a:pt x="36" y="131"/>
                    </a:lnTo>
                    <a:lnTo>
                      <a:pt x="35" y="131"/>
                    </a:lnTo>
                    <a:lnTo>
                      <a:pt x="35" y="131"/>
                    </a:lnTo>
                    <a:lnTo>
                      <a:pt x="34" y="131"/>
                    </a:lnTo>
                    <a:lnTo>
                      <a:pt x="34" y="131"/>
                    </a:lnTo>
                    <a:lnTo>
                      <a:pt x="33" y="131"/>
                    </a:lnTo>
                    <a:lnTo>
                      <a:pt x="32" y="131"/>
                    </a:lnTo>
                    <a:lnTo>
                      <a:pt x="32" y="131"/>
                    </a:lnTo>
                    <a:lnTo>
                      <a:pt x="31" y="131"/>
                    </a:lnTo>
                    <a:lnTo>
                      <a:pt x="31" y="131"/>
                    </a:lnTo>
                    <a:lnTo>
                      <a:pt x="30" y="131"/>
                    </a:lnTo>
                    <a:lnTo>
                      <a:pt x="30" y="131"/>
                    </a:lnTo>
                    <a:lnTo>
                      <a:pt x="29" y="131"/>
                    </a:lnTo>
                    <a:lnTo>
                      <a:pt x="29" y="130"/>
                    </a:lnTo>
                    <a:lnTo>
                      <a:pt x="28" y="130"/>
                    </a:lnTo>
                    <a:lnTo>
                      <a:pt x="28" y="130"/>
                    </a:lnTo>
                    <a:lnTo>
                      <a:pt x="27" y="130"/>
                    </a:lnTo>
                    <a:lnTo>
                      <a:pt x="26" y="130"/>
                    </a:lnTo>
                    <a:lnTo>
                      <a:pt x="26" y="130"/>
                    </a:lnTo>
                    <a:lnTo>
                      <a:pt x="25" y="130"/>
                    </a:lnTo>
                    <a:lnTo>
                      <a:pt x="25" y="129"/>
                    </a:lnTo>
                    <a:lnTo>
                      <a:pt x="24" y="129"/>
                    </a:lnTo>
                    <a:lnTo>
                      <a:pt x="24" y="129"/>
                    </a:lnTo>
                    <a:lnTo>
                      <a:pt x="23" y="129"/>
                    </a:lnTo>
                    <a:lnTo>
                      <a:pt x="23" y="129"/>
                    </a:lnTo>
                    <a:lnTo>
                      <a:pt x="22" y="128"/>
                    </a:lnTo>
                    <a:lnTo>
                      <a:pt x="21" y="128"/>
                    </a:lnTo>
                    <a:lnTo>
                      <a:pt x="21" y="128"/>
                    </a:lnTo>
                    <a:lnTo>
                      <a:pt x="20" y="128"/>
                    </a:lnTo>
                    <a:lnTo>
                      <a:pt x="20" y="127"/>
                    </a:lnTo>
                    <a:lnTo>
                      <a:pt x="19" y="127"/>
                    </a:lnTo>
                    <a:lnTo>
                      <a:pt x="19" y="127"/>
                    </a:lnTo>
                    <a:lnTo>
                      <a:pt x="18" y="127"/>
                    </a:lnTo>
                    <a:lnTo>
                      <a:pt x="18" y="126"/>
                    </a:lnTo>
                    <a:lnTo>
                      <a:pt x="17" y="126"/>
                    </a:lnTo>
                    <a:lnTo>
                      <a:pt x="17" y="126"/>
                    </a:lnTo>
                    <a:lnTo>
                      <a:pt x="17" y="125"/>
                    </a:lnTo>
                    <a:lnTo>
                      <a:pt x="17" y="125"/>
                    </a:lnTo>
                    <a:lnTo>
                      <a:pt x="16" y="125"/>
                    </a:lnTo>
                    <a:lnTo>
                      <a:pt x="16" y="124"/>
                    </a:lnTo>
                    <a:lnTo>
                      <a:pt x="15" y="124"/>
                    </a:lnTo>
                    <a:lnTo>
                      <a:pt x="15" y="124"/>
                    </a:lnTo>
                    <a:lnTo>
                      <a:pt x="14" y="123"/>
                    </a:lnTo>
                    <a:lnTo>
                      <a:pt x="14" y="123"/>
                    </a:lnTo>
                    <a:lnTo>
                      <a:pt x="13" y="123"/>
                    </a:lnTo>
                    <a:lnTo>
                      <a:pt x="13" y="122"/>
                    </a:lnTo>
                    <a:lnTo>
                      <a:pt x="13" y="122"/>
                    </a:lnTo>
                    <a:lnTo>
                      <a:pt x="12" y="121"/>
                    </a:lnTo>
                    <a:lnTo>
                      <a:pt x="12" y="121"/>
                    </a:lnTo>
                    <a:lnTo>
                      <a:pt x="11" y="121"/>
                    </a:lnTo>
                    <a:lnTo>
                      <a:pt x="11" y="120"/>
                    </a:lnTo>
                    <a:lnTo>
                      <a:pt x="11" y="120"/>
                    </a:lnTo>
                    <a:lnTo>
                      <a:pt x="10" y="119"/>
                    </a:lnTo>
                    <a:lnTo>
                      <a:pt x="10" y="119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9" y="118"/>
                    </a:lnTo>
                    <a:lnTo>
                      <a:pt x="8" y="117"/>
                    </a:lnTo>
                    <a:lnTo>
                      <a:pt x="8" y="117"/>
                    </a:lnTo>
                    <a:lnTo>
                      <a:pt x="8" y="116"/>
                    </a:lnTo>
                    <a:lnTo>
                      <a:pt x="7" y="116"/>
                    </a:lnTo>
                    <a:lnTo>
                      <a:pt x="7" y="115"/>
                    </a:lnTo>
                    <a:lnTo>
                      <a:pt x="7" y="115"/>
                    </a:lnTo>
                    <a:lnTo>
                      <a:pt x="6" y="115"/>
                    </a:lnTo>
                    <a:lnTo>
                      <a:pt x="6" y="114"/>
                    </a:lnTo>
                    <a:lnTo>
                      <a:pt x="6" y="114"/>
                    </a:lnTo>
                    <a:lnTo>
                      <a:pt x="6" y="113"/>
                    </a:lnTo>
                    <a:lnTo>
                      <a:pt x="5" y="113"/>
                    </a:lnTo>
                    <a:lnTo>
                      <a:pt x="5" y="112"/>
                    </a:lnTo>
                    <a:lnTo>
                      <a:pt x="5" y="112"/>
                    </a:lnTo>
                    <a:lnTo>
                      <a:pt x="4" y="111"/>
                    </a:lnTo>
                    <a:lnTo>
                      <a:pt x="4" y="111"/>
                    </a:lnTo>
                    <a:lnTo>
                      <a:pt x="4" y="110"/>
                    </a:lnTo>
                    <a:lnTo>
                      <a:pt x="4" y="109"/>
                    </a:lnTo>
                    <a:lnTo>
                      <a:pt x="3" y="109"/>
                    </a:lnTo>
                    <a:lnTo>
                      <a:pt x="3" y="108"/>
                    </a:lnTo>
                    <a:lnTo>
                      <a:pt x="3" y="108"/>
                    </a:lnTo>
                    <a:lnTo>
                      <a:pt x="3" y="107"/>
                    </a:lnTo>
                    <a:lnTo>
                      <a:pt x="2" y="107"/>
                    </a:lnTo>
                    <a:lnTo>
                      <a:pt x="2" y="106"/>
                    </a:lnTo>
                    <a:lnTo>
                      <a:pt x="2" y="106"/>
                    </a:lnTo>
                    <a:lnTo>
                      <a:pt x="2" y="105"/>
                    </a:lnTo>
                    <a:lnTo>
                      <a:pt x="2" y="104"/>
                    </a:lnTo>
                    <a:lnTo>
                      <a:pt x="1" y="104"/>
                    </a:lnTo>
                    <a:lnTo>
                      <a:pt x="1" y="103"/>
                    </a:lnTo>
                    <a:lnTo>
                      <a:pt x="1" y="103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2"/>
                    </a:lnTo>
                    <a:lnTo>
                      <a:pt x="1" y="101"/>
                    </a:lnTo>
                    <a:lnTo>
                      <a:pt x="1" y="101"/>
                    </a:lnTo>
                    <a:lnTo>
                      <a:pt x="0" y="100"/>
                    </a:lnTo>
                    <a:lnTo>
                      <a:pt x="0" y="99"/>
                    </a:lnTo>
                    <a:lnTo>
                      <a:pt x="0" y="99"/>
                    </a:lnTo>
                    <a:lnTo>
                      <a:pt x="0" y="98"/>
                    </a:lnTo>
                    <a:lnTo>
                      <a:pt x="0" y="98"/>
                    </a:lnTo>
                    <a:lnTo>
                      <a:pt x="0" y="97"/>
                    </a:lnTo>
                    <a:lnTo>
                      <a:pt x="0" y="97"/>
                    </a:lnTo>
                    <a:lnTo>
                      <a:pt x="0" y="96"/>
                    </a:lnTo>
                    <a:lnTo>
                      <a:pt x="0" y="95"/>
                    </a:lnTo>
                    <a:lnTo>
                      <a:pt x="0" y="95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0" y="93"/>
                    </a:lnTo>
                    <a:lnTo>
                      <a:pt x="0" y="92"/>
                    </a:lnTo>
                    <a:lnTo>
                      <a:pt x="0" y="92"/>
                    </a:lnTo>
                    <a:lnTo>
                      <a:pt x="0" y="91"/>
                    </a:lnTo>
                    <a:lnTo>
                      <a:pt x="0" y="91"/>
                    </a:lnTo>
                    <a:lnTo>
                      <a:pt x="0" y="90"/>
                    </a:lnTo>
                    <a:lnTo>
                      <a:pt x="0" y="90"/>
                    </a:lnTo>
                    <a:lnTo>
                      <a:pt x="0" y="89"/>
                    </a:lnTo>
                    <a:lnTo>
                      <a:pt x="1" y="88"/>
                    </a:lnTo>
                    <a:lnTo>
                      <a:pt x="1" y="88"/>
                    </a:lnTo>
                    <a:lnTo>
                      <a:pt x="1" y="87"/>
                    </a:lnTo>
                    <a:lnTo>
                      <a:pt x="1" y="87"/>
                    </a:lnTo>
                    <a:lnTo>
                      <a:pt x="1" y="86"/>
                    </a:lnTo>
                    <a:lnTo>
                      <a:pt x="1" y="86"/>
                    </a:lnTo>
                    <a:lnTo>
                      <a:pt x="1" y="85"/>
                    </a:lnTo>
                    <a:lnTo>
                      <a:pt x="1" y="85"/>
                    </a:lnTo>
                    <a:lnTo>
                      <a:pt x="2" y="84"/>
                    </a:lnTo>
                    <a:lnTo>
                      <a:pt x="2" y="84"/>
                    </a:lnTo>
                    <a:lnTo>
                      <a:pt x="2" y="83"/>
                    </a:lnTo>
                    <a:lnTo>
                      <a:pt x="2" y="83"/>
                    </a:lnTo>
                    <a:lnTo>
                      <a:pt x="2" y="82"/>
                    </a:lnTo>
                    <a:lnTo>
                      <a:pt x="2" y="82"/>
                    </a:lnTo>
                    <a:lnTo>
                      <a:pt x="3" y="81"/>
                    </a:lnTo>
                    <a:lnTo>
                      <a:pt x="3" y="81"/>
                    </a:lnTo>
                    <a:lnTo>
                      <a:pt x="3" y="80"/>
                    </a:lnTo>
                    <a:lnTo>
                      <a:pt x="3" y="79"/>
                    </a:lnTo>
                    <a:lnTo>
                      <a:pt x="4" y="78"/>
                    </a:lnTo>
                    <a:lnTo>
                      <a:pt x="4" y="77"/>
                    </a:lnTo>
                    <a:lnTo>
                      <a:pt x="4" y="77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6" y="74"/>
                    </a:lnTo>
                    <a:lnTo>
                      <a:pt x="6" y="73"/>
                    </a:lnTo>
                    <a:lnTo>
                      <a:pt x="7" y="72"/>
                    </a:lnTo>
                    <a:lnTo>
                      <a:pt x="7" y="72"/>
                    </a:lnTo>
                    <a:lnTo>
                      <a:pt x="8" y="72"/>
                    </a:lnTo>
                    <a:lnTo>
                      <a:pt x="8" y="71"/>
                    </a:lnTo>
                    <a:lnTo>
                      <a:pt x="9" y="70"/>
                    </a:lnTo>
                    <a:lnTo>
                      <a:pt x="9" y="69"/>
                    </a:lnTo>
                    <a:lnTo>
                      <a:pt x="10" y="69"/>
                    </a:lnTo>
                    <a:lnTo>
                      <a:pt x="11" y="68"/>
                    </a:lnTo>
                    <a:lnTo>
                      <a:pt x="11" y="67"/>
                    </a:lnTo>
                    <a:lnTo>
                      <a:pt x="12" y="66"/>
                    </a:lnTo>
                    <a:lnTo>
                      <a:pt x="12" y="66"/>
                    </a:lnTo>
                    <a:lnTo>
                      <a:pt x="13" y="65"/>
                    </a:lnTo>
                    <a:lnTo>
                      <a:pt x="14" y="64"/>
                    </a:lnTo>
                    <a:lnTo>
                      <a:pt x="14" y="63"/>
                    </a:lnTo>
                    <a:lnTo>
                      <a:pt x="15" y="63"/>
                    </a:lnTo>
                    <a:lnTo>
                      <a:pt x="15" y="62"/>
                    </a:lnTo>
                    <a:lnTo>
                      <a:pt x="16" y="61"/>
                    </a:lnTo>
                    <a:lnTo>
                      <a:pt x="17" y="61"/>
                    </a:lnTo>
                    <a:lnTo>
                      <a:pt x="17" y="60"/>
                    </a:lnTo>
                    <a:lnTo>
                      <a:pt x="17" y="59"/>
                    </a:lnTo>
                    <a:lnTo>
                      <a:pt x="18" y="59"/>
                    </a:lnTo>
                    <a:lnTo>
                      <a:pt x="18" y="58"/>
                    </a:lnTo>
                    <a:lnTo>
                      <a:pt x="19" y="57"/>
                    </a:lnTo>
                    <a:lnTo>
                      <a:pt x="20" y="57"/>
                    </a:lnTo>
                    <a:lnTo>
                      <a:pt x="20" y="56"/>
                    </a:lnTo>
                    <a:lnTo>
                      <a:pt x="21" y="55"/>
                    </a:lnTo>
                    <a:lnTo>
                      <a:pt x="22" y="55"/>
                    </a:lnTo>
                    <a:lnTo>
                      <a:pt x="23" y="54"/>
                    </a:lnTo>
                    <a:lnTo>
                      <a:pt x="23" y="54"/>
                    </a:lnTo>
                    <a:lnTo>
                      <a:pt x="24" y="53"/>
                    </a:lnTo>
                    <a:lnTo>
                      <a:pt x="25" y="52"/>
                    </a:lnTo>
                    <a:lnTo>
                      <a:pt x="26" y="52"/>
                    </a:lnTo>
                    <a:lnTo>
                      <a:pt x="26" y="51"/>
                    </a:lnTo>
                    <a:lnTo>
                      <a:pt x="27" y="50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29" y="49"/>
                    </a:lnTo>
                    <a:lnTo>
                      <a:pt x="30" y="48"/>
                    </a:lnTo>
                    <a:lnTo>
                      <a:pt x="31" y="47"/>
                    </a:lnTo>
                    <a:lnTo>
                      <a:pt x="32" y="47"/>
                    </a:lnTo>
                    <a:lnTo>
                      <a:pt x="32" y="46"/>
                    </a:lnTo>
                    <a:lnTo>
                      <a:pt x="33" y="46"/>
                    </a:lnTo>
                    <a:lnTo>
                      <a:pt x="34" y="45"/>
                    </a:lnTo>
                    <a:lnTo>
                      <a:pt x="35" y="44"/>
                    </a:lnTo>
                    <a:lnTo>
                      <a:pt x="36" y="44"/>
                    </a:lnTo>
                    <a:lnTo>
                      <a:pt x="37" y="43"/>
                    </a:lnTo>
                    <a:lnTo>
                      <a:pt x="37" y="43"/>
                    </a:lnTo>
                    <a:lnTo>
                      <a:pt x="38" y="43"/>
                    </a:lnTo>
                    <a:lnTo>
                      <a:pt x="39" y="43"/>
                    </a:lnTo>
                    <a:lnTo>
                      <a:pt x="40" y="42"/>
                    </a:lnTo>
                    <a:lnTo>
                      <a:pt x="41" y="41"/>
                    </a:lnTo>
                    <a:lnTo>
                      <a:pt x="42" y="41"/>
                    </a:lnTo>
                    <a:lnTo>
                      <a:pt x="42" y="40"/>
                    </a:lnTo>
                    <a:lnTo>
                      <a:pt x="43" y="40"/>
                    </a:lnTo>
                    <a:lnTo>
                      <a:pt x="44" y="39"/>
                    </a:lnTo>
                    <a:lnTo>
                      <a:pt x="45" y="39"/>
                    </a:lnTo>
                    <a:lnTo>
                      <a:pt x="46" y="38"/>
                    </a:lnTo>
                    <a:lnTo>
                      <a:pt x="46" y="37"/>
                    </a:lnTo>
                    <a:lnTo>
                      <a:pt x="47" y="37"/>
                    </a:lnTo>
                    <a:lnTo>
                      <a:pt x="48" y="36"/>
                    </a:lnTo>
                    <a:lnTo>
                      <a:pt x="49" y="36"/>
                    </a:lnTo>
                    <a:lnTo>
                      <a:pt x="49" y="35"/>
                    </a:lnTo>
                    <a:lnTo>
                      <a:pt x="50" y="35"/>
                    </a:lnTo>
                    <a:lnTo>
                      <a:pt x="51" y="34"/>
                    </a:lnTo>
                    <a:lnTo>
                      <a:pt x="52" y="34"/>
                    </a:lnTo>
                    <a:lnTo>
                      <a:pt x="53" y="33"/>
                    </a:lnTo>
                    <a:lnTo>
                      <a:pt x="54" y="33"/>
                    </a:lnTo>
                    <a:lnTo>
                      <a:pt x="55" y="32"/>
                    </a:lnTo>
                    <a:lnTo>
                      <a:pt x="56" y="32"/>
                    </a:lnTo>
                    <a:lnTo>
                      <a:pt x="57" y="31"/>
                    </a:lnTo>
                    <a:lnTo>
                      <a:pt x="57" y="31"/>
                    </a:lnTo>
                    <a:lnTo>
                      <a:pt x="58" y="30"/>
                    </a:lnTo>
                    <a:lnTo>
                      <a:pt x="59" y="30"/>
                    </a:lnTo>
                    <a:lnTo>
                      <a:pt x="60" y="29"/>
                    </a:lnTo>
                    <a:lnTo>
                      <a:pt x="60" y="29"/>
                    </a:lnTo>
                    <a:lnTo>
                      <a:pt x="62" y="28"/>
                    </a:lnTo>
                    <a:lnTo>
                      <a:pt x="64" y="27"/>
                    </a:lnTo>
                    <a:lnTo>
                      <a:pt x="66" y="26"/>
                    </a:lnTo>
                    <a:lnTo>
                      <a:pt x="68" y="25"/>
                    </a:lnTo>
                    <a:lnTo>
                      <a:pt x="70" y="24"/>
                    </a:lnTo>
                    <a:lnTo>
                      <a:pt x="72" y="23"/>
                    </a:lnTo>
                    <a:lnTo>
                      <a:pt x="74" y="22"/>
                    </a:lnTo>
                    <a:lnTo>
                      <a:pt x="75" y="21"/>
                    </a:lnTo>
                    <a:lnTo>
                      <a:pt x="77" y="20"/>
                    </a:lnTo>
                    <a:lnTo>
                      <a:pt x="79" y="19"/>
                    </a:lnTo>
                    <a:lnTo>
                      <a:pt x="79" y="19"/>
                    </a:lnTo>
                    <a:lnTo>
                      <a:pt x="81" y="18"/>
                    </a:lnTo>
                    <a:lnTo>
                      <a:pt x="83" y="18"/>
                    </a:lnTo>
                    <a:lnTo>
                      <a:pt x="85" y="17"/>
                    </a:lnTo>
                    <a:lnTo>
                      <a:pt x="87" y="16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4"/>
                    </a:lnTo>
                    <a:lnTo>
                      <a:pt x="95" y="13"/>
                    </a:lnTo>
                    <a:lnTo>
                      <a:pt x="97" y="13"/>
                    </a:lnTo>
                    <a:lnTo>
                      <a:pt x="99" y="13"/>
                    </a:lnTo>
                    <a:lnTo>
                      <a:pt x="100" y="13"/>
                    </a:lnTo>
                    <a:lnTo>
                      <a:pt x="101" y="12"/>
                    </a:lnTo>
                    <a:lnTo>
                      <a:pt x="103" y="12"/>
                    </a:lnTo>
                    <a:lnTo>
                      <a:pt x="104" y="11"/>
                    </a:lnTo>
                    <a:lnTo>
                      <a:pt x="106" y="11"/>
                    </a:lnTo>
                    <a:lnTo>
                      <a:pt x="108" y="10"/>
                    </a:lnTo>
                    <a:lnTo>
                      <a:pt x="110" y="10"/>
                    </a:lnTo>
                    <a:lnTo>
                      <a:pt x="112" y="10"/>
                    </a:lnTo>
                    <a:lnTo>
                      <a:pt x="114" y="9"/>
                    </a:lnTo>
                    <a:lnTo>
                      <a:pt x="116" y="9"/>
                    </a:lnTo>
                    <a:lnTo>
                      <a:pt x="118" y="8"/>
                    </a:lnTo>
                    <a:lnTo>
                      <a:pt x="119" y="8"/>
                    </a:lnTo>
                    <a:lnTo>
                      <a:pt x="120" y="8"/>
                    </a:lnTo>
                    <a:lnTo>
                      <a:pt x="122" y="7"/>
                    </a:lnTo>
                    <a:lnTo>
                      <a:pt x="123" y="7"/>
                    </a:lnTo>
                    <a:lnTo>
                      <a:pt x="125" y="7"/>
                    </a:lnTo>
                    <a:lnTo>
                      <a:pt x="127" y="6"/>
                    </a:lnTo>
                    <a:lnTo>
                      <a:pt x="129" y="6"/>
                    </a:lnTo>
                    <a:lnTo>
                      <a:pt x="131" y="6"/>
                    </a:lnTo>
                    <a:lnTo>
                      <a:pt x="132" y="5"/>
                    </a:lnTo>
                    <a:lnTo>
                      <a:pt x="133" y="5"/>
                    </a:lnTo>
                    <a:lnTo>
                      <a:pt x="135" y="5"/>
                    </a:lnTo>
                    <a:lnTo>
                      <a:pt x="136" y="4"/>
                    </a:lnTo>
                    <a:lnTo>
                      <a:pt x="138" y="4"/>
                    </a:lnTo>
                    <a:lnTo>
                      <a:pt x="140" y="4"/>
                    </a:lnTo>
                    <a:lnTo>
                      <a:pt x="141" y="3"/>
                    </a:lnTo>
                    <a:lnTo>
                      <a:pt x="143" y="3"/>
                    </a:lnTo>
                    <a:lnTo>
                      <a:pt x="144" y="3"/>
                    </a:lnTo>
                    <a:lnTo>
                      <a:pt x="145" y="3"/>
                    </a:lnTo>
                    <a:lnTo>
                      <a:pt x="146" y="2"/>
                    </a:lnTo>
                    <a:lnTo>
                      <a:pt x="147" y="2"/>
                    </a:lnTo>
                    <a:lnTo>
                      <a:pt x="149" y="2"/>
                    </a:lnTo>
                    <a:lnTo>
                      <a:pt x="150" y="2"/>
                    </a:lnTo>
                    <a:lnTo>
                      <a:pt x="151" y="2"/>
                    </a:lnTo>
                    <a:lnTo>
                      <a:pt x="153" y="2"/>
                    </a:lnTo>
                    <a:lnTo>
                      <a:pt x="154" y="1"/>
                    </a:lnTo>
                    <a:lnTo>
                      <a:pt x="155" y="1"/>
                    </a:lnTo>
                    <a:lnTo>
                      <a:pt x="155" y="1"/>
                    </a:lnTo>
                    <a:lnTo>
                      <a:pt x="156" y="1"/>
                    </a:lnTo>
                    <a:lnTo>
                      <a:pt x="156" y="1"/>
                    </a:lnTo>
                    <a:lnTo>
                      <a:pt x="157" y="1"/>
                    </a:lnTo>
                    <a:lnTo>
                      <a:pt x="158" y="1"/>
                    </a:lnTo>
                    <a:lnTo>
                      <a:pt x="158" y="1"/>
                    </a:lnTo>
                    <a:lnTo>
                      <a:pt x="159" y="1"/>
                    </a:lnTo>
                    <a:lnTo>
                      <a:pt x="159" y="1"/>
                    </a:lnTo>
                    <a:lnTo>
                      <a:pt x="160" y="1"/>
                    </a:lnTo>
                    <a:lnTo>
                      <a:pt x="160" y="1"/>
                    </a:lnTo>
                    <a:lnTo>
                      <a:pt x="161" y="0"/>
                    </a:lnTo>
                    <a:lnTo>
                      <a:pt x="161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2" y="0"/>
                    </a:lnTo>
                    <a:lnTo>
                      <a:pt x="163" y="0"/>
                    </a:lnTo>
                    <a:lnTo>
                      <a:pt x="163" y="0"/>
                    </a:lnTo>
                    <a:lnTo>
                      <a:pt x="164" y="0"/>
                    </a:lnTo>
                    <a:lnTo>
                      <a:pt x="164" y="0"/>
                    </a:lnTo>
                    <a:lnTo>
                      <a:pt x="165" y="0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1"/>
                    </a:lnTo>
                    <a:lnTo>
                      <a:pt x="170" y="1"/>
                    </a:lnTo>
                    <a:lnTo>
                      <a:pt x="171" y="1"/>
                    </a:lnTo>
                    <a:lnTo>
                      <a:pt x="172" y="1"/>
                    </a:lnTo>
                    <a:lnTo>
                      <a:pt x="173" y="2"/>
                    </a:lnTo>
                    <a:lnTo>
                      <a:pt x="174" y="2"/>
                    </a:lnTo>
                    <a:lnTo>
                      <a:pt x="174" y="2"/>
                    </a:lnTo>
                    <a:lnTo>
                      <a:pt x="175" y="2"/>
                    </a:lnTo>
                    <a:lnTo>
                      <a:pt x="175" y="3"/>
                    </a:lnTo>
                    <a:lnTo>
                      <a:pt x="175" y="3"/>
                    </a:lnTo>
                    <a:lnTo>
                      <a:pt x="176" y="3"/>
                    </a:lnTo>
                    <a:lnTo>
                      <a:pt x="176" y="4"/>
                    </a:lnTo>
                    <a:lnTo>
                      <a:pt x="176" y="4"/>
                    </a:lnTo>
                    <a:lnTo>
                      <a:pt x="180" y="12"/>
                    </a:lnTo>
                    <a:lnTo>
                      <a:pt x="177" y="19"/>
                    </a:lnTo>
                    <a:lnTo>
                      <a:pt x="177" y="19"/>
                    </a:lnTo>
                    <a:lnTo>
                      <a:pt x="169" y="22"/>
                    </a:lnTo>
                    <a:lnTo>
                      <a:pt x="168" y="22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3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3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lnTo>
                      <a:pt x="162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4" name="Freeform 15">
                <a:extLst>
                  <a:ext uri="{FF2B5EF4-FFF2-40B4-BE49-F238E27FC236}">
                    <a16:creationId xmlns:a16="http://schemas.microsoft.com/office/drawing/2014/main" id="{20C78331-35FC-F728-4A13-C3793BC5CBB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985464" y="4616031"/>
                <a:ext cx="75641" cy="110760"/>
              </a:xfrm>
              <a:custGeom>
                <a:avLst/>
                <a:gdLst>
                  <a:gd name="T0" fmla="*/ 45 w 112"/>
                  <a:gd name="T1" fmla="*/ 3 h 164"/>
                  <a:gd name="T2" fmla="*/ 52 w 112"/>
                  <a:gd name="T3" fmla="*/ 7 h 164"/>
                  <a:gd name="T4" fmla="*/ 59 w 112"/>
                  <a:gd name="T5" fmla="*/ 13 h 164"/>
                  <a:gd name="T6" fmla="*/ 64 w 112"/>
                  <a:gd name="T7" fmla="*/ 19 h 164"/>
                  <a:gd name="T8" fmla="*/ 69 w 112"/>
                  <a:gd name="T9" fmla="*/ 26 h 164"/>
                  <a:gd name="T10" fmla="*/ 78 w 112"/>
                  <a:gd name="T11" fmla="*/ 41 h 164"/>
                  <a:gd name="T12" fmla="*/ 88 w 112"/>
                  <a:gd name="T13" fmla="*/ 58 h 164"/>
                  <a:gd name="T14" fmla="*/ 95 w 112"/>
                  <a:gd name="T15" fmla="*/ 77 h 164"/>
                  <a:gd name="T16" fmla="*/ 110 w 112"/>
                  <a:gd name="T17" fmla="*/ 119 h 164"/>
                  <a:gd name="T18" fmla="*/ 109 w 112"/>
                  <a:gd name="T19" fmla="*/ 138 h 164"/>
                  <a:gd name="T20" fmla="*/ 111 w 112"/>
                  <a:gd name="T21" fmla="*/ 147 h 164"/>
                  <a:gd name="T22" fmla="*/ 93 w 112"/>
                  <a:gd name="T23" fmla="*/ 160 h 164"/>
                  <a:gd name="T24" fmla="*/ 89 w 112"/>
                  <a:gd name="T25" fmla="*/ 156 h 164"/>
                  <a:gd name="T26" fmla="*/ 82 w 112"/>
                  <a:gd name="T27" fmla="*/ 158 h 164"/>
                  <a:gd name="T28" fmla="*/ 75 w 112"/>
                  <a:gd name="T29" fmla="*/ 157 h 164"/>
                  <a:gd name="T30" fmla="*/ 68 w 112"/>
                  <a:gd name="T31" fmla="*/ 153 h 164"/>
                  <a:gd name="T32" fmla="*/ 63 w 112"/>
                  <a:gd name="T33" fmla="*/ 149 h 164"/>
                  <a:gd name="T34" fmla="*/ 56 w 112"/>
                  <a:gd name="T35" fmla="*/ 143 h 164"/>
                  <a:gd name="T36" fmla="*/ 49 w 112"/>
                  <a:gd name="T37" fmla="*/ 136 h 164"/>
                  <a:gd name="T38" fmla="*/ 42 w 112"/>
                  <a:gd name="T39" fmla="*/ 129 h 164"/>
                  <a:gd name="T40" fmla="*/ 35 w 112"/>
                  <a:gd name="T41" fmla="*/ 120 h 164"/>
                  <a:gd name="T42" fmla="*/ 28 w 112"/>
                  <a:gd name="T43" fmla="*/ 110 h 164"/>
                  <a:gd name="T44" fmla="*/ 21 w 112"/>
                  <a:gd name="T45" fmla="*/ 102 h 164"/>
                  <a:gd name="T46" fmla="*/ 14 w 112"/>
                  <a:gd name="T47" fmla="*/ 91 h 164"/>
                  <a:gd name="T48" fmla="*/ 9 w 112"/>
                  <a:gd name="T49" fmla="*/ 80 h 164"/>
                  <a:gd name="T50" fmla="*/ 5 w 112"/>
                  <a:gd name="T51" fmla="*/ 70 h 164"/>
                  <a:gd name="T52" fmla="*/ 2 w 112"/>
                  <a:gd name="T53" fmla="*/ 58 h 164"/>
                  <a:gd name="T54" fmla="*/ 0 w 112"/>
                  <a:gd name="T55" fmla="*/ 47 h 164"/>
                  <a:gd name="T56" fmla="*/ 0 w 112"/>
                  <a:gd name="T57" fmla="*/ 36 h 164"/>
                  <a:gd name="T58" fmla="*/ 1 w 112"/>
                  <a:gd name="T59" fmla="*/ 30 h 164"/>
                  <a:gd name="T60" fmla="*/ 3 w 112"/>
                  <a:gd name="T61" fmla="*/ 24 h 164"/>
                  <a:gd name="T62" fmla="*/ 6 w 112"/>
                  <a:gd name="T63" fmla="*/ 18 h 164"/>
                  <a:gd name="T64" fmla="*/ 9 w 112"/>
                  <a:gd name="T65" fmla="*/ 14 h 164"/>
                  <a:gd name="T66" fmla="*/ 14 w 112"/>
                  <a:gd name="T67" fmla="*/ 9 h 164"/>
                  <a:gd name="T68" fmla="*/ 20 w 112"/>
                  <a:gd name="T69" fmla="*/ 6 h 164"/>
                  <a:gd name="T70" fmla="*/ 26 w 112"/>
                  <a:gd name="T71" fmla="*/ 3 h 164"/>
                  <a:gd name="T72" fmla="*/ 32 w 112"/>
                  <a:gd name="T73" fmla="*/ 1 h 164"/>
                  <a:gd name="T74" fmla="*/ 74 w 112"/>
                  <a:gd name="T75" fmla="*/ 140 h 164"/>
                  <a:gd name="T76" fmla="*/ 73 w 112"/>
                  <a:gd name="T77" fmla="*/ 142 h 164"/>
                  <a:gd name="T78" fmla="*/ 34 w 112"/>
                  <a:gd name="T79" fmla="*/ 34 h 164"/>
                  <a:gd name="T80" fmla="*/ 33 w 112"/>
                  <a:gd name="T81" fmla="*/ 35 h 164"/>
                  <a:gd name="T82" fmla="*/ 32 w 112"/>
                  <a:gd name="T83" fmla="*/ 36 h 164"/>
                  <a:gd name="T84" fmla="*/ 32 w 112"/>
                  <a:gd name="T85" fmla="*/ 38 h 164"/>
                  <a:gd name="T86" fmla="*/ 31 w 112"/>
                  <a:gd name="T87" fmla="*/ 40 h 164"/>
                  <a:gd name="T88" fmla="*/ 31 w 112"/>
                  <a:gd name="T89" fmla="*/ 43 h 164"/>
                  <a:gd name="T90" fmla="*/ 31 w 112"/>
                  <a:gd name="T91" fmla="*/ 49 h 164"/>
                  <a:gd name="T92" fmla="*/ 33 w 112"/>
                  <a:gd name="T93" fmla="*/ 56 h 164"/>
                  <a:gd name="T94" fmla="*/ 35 w 112"/>
                  <a:gd name="T95" fmla="*/ 65 h 164"/>
                  <a:gd name="T96" fmla="*/ 38 w 112"/>
                  <a:gd name="T97" fmla="*/ 73 h 164"/>
                  <a:gd name="T98" fmla="*/ 42 w 112"/>
                  <a:gd name="T99" fmla="*/ 83 h 164"/>
                  <a:gd name="T100" fmla="*/ 48 w 112"/>
                  <a:gd name="T101" fmla="*/ 93 h 164"/>
                  <a:gd name="T102" fmla="*/ 53 w 112"/>
                  <a:gd name="T103" fmla="*/ 102 h 164"/>
                  <a:gd name="T104" fmla="*/ 59 w 112"/>
                  <a:gd name="T105" fmla="*/ 110 h 164"/>
                  <a:gd name="T106" fmla="*/ 65 w 112"/>
                  <a:gd name="T107" fmla="*/ 118 h 164"/>
                  <a:gd name="T108" fmla="*/ 56 w 112"/>
                  <a:gd name="T109" fmla="*/ 92 h 164"/>
                  <a:gd name="T110" fmla="*/ 49 w 112"/>
                  <a:gd name="T111" fmla="*/ 73 h 164"/>
                  <a:gd name="T112" fmla="*/ 44 w 112"/>
                  <a:gd name="T113" fmla="*/ 56 h 164"/>
                  <a:gd name="T114" fmla="*/ 39 w 112"/>
                  <a:gd name="T115" fmla="*/ 43 h 164"/>
                  <a:gd name="T116" fmla="*/ 37 w 112"/>
                  <a:gd name="T117" fmla="*/ 38 h 164"/>
                  <a:gd name="T118" fmla="*/ 35 w 112"/>
                  <a:gd name="T119" fmla="*/ 33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36" y="0"/>
                    </a:moveTo>
                    <a:lnTo>
                      <a:pt x="37" y="0"/>
                    </a:lnTo>
                    <a:lnTo>
                      <a:pt x="37" y="1"/>
                    </a:lnTo>
                    <a:lnTo>
                      <a:pt x="38" y="1"/>
                    </a:lnTo>
                    <a:lnTo>
                      <a:pt x="38" y="1"/>
                    </a:lnTo>
                    <a:lnTo>
                      <a:pt x="39" y="1"/>
                    </a:lnTo>
                    <a:lnTo>
                      <a:pt x="40" y="1"/>
                    </a:lnTo>
                    <a:lnTo>
                      <a:pt x="41" y="1"/>
                    </a:lnTo>
                    <a:lnTo>
                      <a:pt x="42" y="1"/>
                    </a:lnTo>
                    <a:lnTo>
                      <a:pt x="42" y="2"/>
                    </a:lnTo>
                    <a:lnTo>
                      <a:pt x="43" y="2"/>
                    </a:lnTo>
                    <a:lnTo>
                      <a:pt x="44" y="2"/>
                    </a:lnTo>
                    <a:lnTo>
                      <a:pt x="45" y="3"/>
                    </a:lnTo>
                    <a:lnTo>
                      <a:pt x="45" y="3"/>
                    </a:lnTo>
                    <a:lnTo>
                      <a:pt x="46" y="3"/>
                    </a:lnTo>
                    <a:lnTo>
                      <a:pt x="47" y="4"/>
                    </a:lnTo>
                    <a:lnTo>
                      <a:pt x="48" y="4"/>
                    </a:lnTo>
                    <a:lnTo>
                      <a:pt x="48" y="4"/>
                    </a:lnTo>
                    <a:lnTo>
                      <a:pt x="48" y="5"/>
                    </a:lnTo>
                    <a:lnTo>
                      <a:pt x="49" y="5"/>
                    </a:lnTo>
                    <a:lnTo>
                      <a:pt x="49" y="5"/>
                    </a:lnTo>
                    <a:lnTo>
                      <a:pt x="50" y="6"/>
                    </a:lnTo>
                    <a:lnTo>
                      <a:pt x="51" y="6"/>
                    </a:lnTo>
                    <a:lnTo>
                      <a:pt x="51" y="6"/>
                    </a:lnTo>
                    <a:lnTo>
                      <a:pt x="52" y="7"/>
                    </a:lnTo>
                    <a:lnTo>
                      <a:pt x="52" y="7"/>
                    </a:lnTo>
                    <a:lnTo>
                      <a:pt x="53" y="8"/>
                    </a:lnTo>
                    <a:lnTo>
                      <a:pt x="53" y="8"/>
                    </a:lnTo>
                    <a:lnTo>
                      <a:pt x="54" y="9"/>
                    </a:lnTo>
                    <a:lnTo>
                      <a:pt x="55" y="9"/>
                    </a:lnTo>
                    <a:lnTo>
                      <a:pt x="55" y="9"/>
                    </a:lnTo>
                    <a:lnTo>
                      <a:pt x="56" y="10"/>
                    </a:lnTo>
                    <a:lnTo>
                      <a:pt x="56" y="10"/>
                    </a:lnTo>
                    <a:lnTo>
                      <a:pt x="57" y="11"/>
                    </a:lnTo>
                    <a:lnTo>
                      <a:pt x="57" y="11"/>
                    </a:lnTo>
                    <a:lnTo>
                      <a:pt x="57" y="12"/>
                    </a:lnTo>
                    <a:lnTo>
                      <a:pt x="58" y="12"/>
                    </a:lnTo>
                    <a:lnTo>
                      <a:pt x="58" y="13"/>
                    </a:lnTo>
                    <a:lnTo>
                      <a:pt x="59" y="13"/>
                    </a:lnTo>
                    <a:lnTo>
                      <a:pt x="59" y="14"/>
                    </a:lnTo>
                    <a:lnTo>
                      <a:pt x="60" y="14"/>
                    </a:lnTo>
                    <a:lnTo>
                      <a:pt x="60" y="14"/>
                    </a:lnTo>
                    <a:lnTo>
                      <a:pt x="61" y="14"/>
                    </a:lnTo>
                    <a:lnTo>
                      <a:pt x="61" y="15"/>
                    </a:lnTo>
                    <a:lnTo>
                      <a:pt x="62" y="15"/>
                    </a:lnTo>
                    <a:lnTo>
                      <a:pt x="62" y="16"/>
                    </a:lnTo>
                    <a:lnTo>
                      <a:pt x="62" y="17"/>
                    </a:lnTo>
                    <a:lnTo>
                      <a:pt x="63" y="17"/>
                    </a:lnTo>
                    <a:lnTo>
                      <a:pt x="63" y="18"/>
                    </a:lnTo>
                    <a:lnTo>
                      <a:pt x="64" y="18"/>
                    </a:lnTo>
                    <a:lnTo>
                      <a:pt x="64" y="19"/>
                    </a:lnTo>
                    <a:lnTo>
                      <a:pt x="64" y="19"/>
                    </a:lnTo>
                    <a:lnTo>
                      <a:pt x="65" y="20"/>
                    </a:lnTo>
                    <a:lnTo>
                      <a:pt x="65" y="20"/>
                    </a:lnTo>
                    <a:lnTo>
                      <a:pt x="66" y="21"/>
                    </a:lnTo>
                    <a:lnTo>
                      <a:pt x="66" y="21"/>
                    </a:lnTo>
                    <a:lnTo>
                      <a:pt x="66" y="22"/>
                    </a:lnTo>
                    <a:lnTo>
                      <a:pt x="67" y="22"/>
                    </a:lnTo>
                    <a:lnTo>
                      <a:pt x="67" y="23"/>
                    </a:lnTo>
                    <a:lnTo>
                      <a:pt x="67" y="23"/>
                    </a:lnTo>
                    <a:lnTo>
                      <a:pt x="67" y="24"/>
                    </a:lnTo>
                    <a:lnTo>
                      <a:pt x="67" y="25"/>
                    </a:lnTo>
                    <a:lnTo>
                      <a:pt x="68" y="25"/>
                    </a:lnTo>
                    <a:lnTo>
                      <a:pt x="68" y="26"/>
                    </a:lnTo>
                    <a:lnTo>
                      <a:pt x="69" y="26"/>
                    </a:lnTo>
                    <a:lnTo>
                      <a:pt x="69" y="27"/>
                    </a:lnTo>
                    <a:lnTo>
                      <a:pt x="70" y="28"/>
                    </a:lnTo>
                    <a:lnTo>
                      <a:pt x="70" y="29"/>
                    </a:lnTo>
                    <a:lnTo>
                      <a:pt x="71" y="30"/>
                    </a:lnTo>
                    <a:lnTo>
                      <a:pt x="72" y="31"/>
                    </a:lnTo>
                    <a:lnTo>
                      <a:pt x="73" y="33"/>
                    </a:lnTo>
                    <a:lnTo>
                      <a:pt x="74" y="34"/>
                    </a:lnTo>
                    <a:lnTo>
                      <a:pt x="75" y="35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7" y="39"/>
                    </a:lnTo>
                    <a:lnTo>
                      <a:pt x="78" y="41"/>
                    </a:lnTo>
                    <a:lnTo>
                      <a:pt x="79" y="42"/>
                    </a:lnTo>
                    <a:lnTo>
                      <a:pt x="80" y="43"/>
                    </a:lnTo>
                    <a:lnTo>
                      <a:pt x="81" y="44"/>
                    </a:lnTo>
                    <a:lnTo>
                      <a:pt x="82" y="46"/>
                    </a:lnTo>
                    <a:lnTo>
                      <a:pt x="83" y="47"/>
                    </a:lnTo>
                    <a:lnTo>
                      <a:pt x="83" y="49"/>
                    </a:lnTo>
                    <a:lnTo>
                      <a:pt x="84" y="50"/>
                    </a:lnTo>
                    <a:lnTo>
                      <a:pt x="85" y="52"/>
                    </a:lnTo>
                    <a:lnTo>
                      <a:pt x="86" y="53"/>
                    </a:lnTo>
                    <a:lnTo>
                      <a:pt x="87" y="55"/>
                    </a:lnTo>
                    <a:lnTo>
                      <a:pt x="87" y="55"/>
                    </a:lnTo>
                    <a:lnTo>
                      <a:pt x="88" y="56"/>
                    </a:lnTo>
                    <a:lnTo>
                      <a:pt x="88" y="58"/>
                    </a:lnTo>
                    <a:lnTo>
                      <a:pt x="89" y="60"/>
                    </a:lnTo>
                    <a:lnTo>
                      <a:pt x="90" y="61"/>
                    </a:lnTo>
                    <a:lnTo>
                      <a:pt x="90" y="63"/>
                    </a:lnTo>
                    <a:lnTo>
                      <a:pt x="91" y="64"/>
                    </a:lnTo>
                    <a:lnTo>
                      <a:pt x="92" y="66"/>
                    </a:lnTo>
                    <a:lnTo>
                      <a:pt x="92" y="68"/>
                    </a:lnTo>
                    <a:lnTo>
                      <a:pt x="93" y="69"/>
                    </a:lnTo>
                    <a:lnTo>
                      <a:pt x="93" y="69"/>
                    </a:lnTo>
                    <a:lnTo>
                      <a:pt x="94" y="71"/>
                    </a:lnTo>
                    <a:lnTo>
                      <a:pt x="94" y="73"/>
                    </a:lnTo>
                    <a:lnTo>
                      <a:pt x="95" y="73"/>
                    </a:lnTo>
                    <a:lnTo>
                      <a:pt x="95" y="75"/>
                    </a:lnTo>
                    <a:lnTo>
                      <a:pt x="95" y="77"/>
                    </a:lnTo>
                    <a:lnTo>
                      <a:pt x="96" y="80"/>
                    </a:lnTo>
                    <a:lnTo>
                      <a:pt x="98" y="83"/>
                    </a:lnTo>
                    <a:lnTo>
                      <a:pt x="99" y="87"/>
                    </a:lnTo>
                    <a:lnTo>
                      <a:pt x="99" y="88"/>
                    </a:lnTo>
                    <a:lnTo>
                      <a:pt x="100" y="90"/>
                    </a:lnTo>
                    <a:lnTo>
                      <a:pt x="101" y="93"/>
                    </a:lnTo>
                    <a:lnTo>
                      <a:pt x="102" y="96"/>
                    </a:lnTo>
                    <a:lnTo>
                      <a:pt x="103" y="99"/>
                    </a:lnTo>
                    <a:lnTo>
                      <a:pt x="105" y="105"/>
                    </a:lnTo>
                    <a:lnTo>
                      <a:pt x="108" y="111"/>
                    </a:lnTo>
                    <a:lnTo>
                      <a:pt x="109" y="114"/>
                    </a:lnTo>
                    <a:lnTo>
                      <a:pt x="110" y="116"/>
                    </a:lnTo>
                    <a:lnTo>
                      <a:pt x="110" y="119"/>
                    </a:lnTo>
                    <a:lnTo>
                      <a:pt x="111" y="119"/>
                    </a:lnTo>
                    <a:lnTo>
                      <a:pt x="111" y="122"/>
                    </a:lnTo>
                    <a:lnTo>
                      <a:pt x="111" y="123"/>
                    </a:lnTo>
                    <a:lnTo>
                      <a:pt x="111" y="125"/>
                    </a:lnTo>
                    <a:lnTo>
                      <a:pt x="110" y="128"/>
                    </a:lnTo>
                    <a:lnTo>
                      <a:pt x="109" y="131"/>
                    </a:lnTo>
                    <a:lnTo>
                      <a:pt x="109" y="132"/>
                    </a:lnTo>
                    <a:lnTo>
                      <a:pt x="109" y="132"/>
                    </a:lnTo>
                    <a:lnTo>
                      <a:pt x="109" y="134"/>
                    </a:lnTo>
                    <a:lnTo>
                      <a:pt x="109" y="135"/>
                    </a:lnTo>
                    <a:lnTo>
                      <a:pt x="109" y="136"/>
                    </a:lnTo>
                    <a:lnTo>
                      <a:pt x="109" y="137"/>
                    </a:lnTo>
                    <a:lnTo>
                      <a:pt x="109" y="138"/>
                    </a:lnTo>
                    <a:lnTo>
                      <a:pt x="109" y="139"/>
                    </a:lnTo>
                    <a:lnTo>
                      <a:pt x="109" y="140"/>
                    </a:lnTo>
                    <a:lnTo>
                      <a:pt x="109" y="141"/>
                    </a:lnTo>
                    <a:lnTo>
                      <a:pt x="109" y="142"/>
                    </a:lnTo>
                    <a:lnTo>
                      <a:pt x="109" y="143"/>
                    </a:lnTo>
                    <a:lnTo>
                      <a:pt x="110" y="143"/>
                    </a:lnTo>
                    <a:lnTo>
                      <a:pt x="110" y="144"/>
                    </a:lnTo>
                    <a:lnTo>
                      <a:pt x="110" y="145"/>
                    </a:lnTo>
                    <a:lnTo>
                      <a:pt x="110" y="145"/>
                    </a:lnTo>
                    <a:lnTo>
                      <a:pt x="110" y="146"/>
                    </a:lnTo>
                    <a:lnTo>
                      <a:pt x="110" y="146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7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1" y="148"/>
                    </a:lnTo>
                    <a:lnTo>
                      <a:pt x="112" y="156"/>
                    </a:lnTo>
                    <a:lnTo>
                      <a:pt x="108" y="162"/>
                    </a:lnTo>
                    <a:lnTo>
                      <a:pt x="108" y="162"/>
                    </a:lnTo>
                    <a:lnTo>
                      <a:pt x="99" y="164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60"/>
                    </a:lnTo>
                    <a:lnTo>
                      <a:pt x="93" y="159"/>
                    </a:lnTo>
                    <a:lnTo>
                      <a:pt x="92" y="159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2" y="158"/>
                    </a:lnTo>
                    <a:lnTo>
                      <a:pt x="91" y="157"/>
                    </a:lnTo>
                    <a:lnTo>
                      <a:pt x="91" y="156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90" y="155"/>
                    </a:lnTo>
                    <a:lnTo>
                      <a:pt x="89" y="155"/>
                    </a:lnTo>
                    <a:lnTo>
                      <a:pt x="89" y="156"/>
                    </a:lnTo>
                    <a:lnTo>
                      <a:pt x="88" y="156"/>
                    </a:lnTo>
                    <a:lnTo>
                      <a:pt x="88" y="156"/>
                    </a:lnTo>
                    <a:lnTo>
                      <a:pt x="87" y="156"/>
                    </a:lnTo>
                    <a:lnTo>
                      <a:pt x="87" y="157"/>
                    </a:lnTo>
                    <a:lnTo>
                      <a:pt x="86" y="157"/>
                    </a:lnTo>
                    <a:lnTo>
                      <a:pt x="86" y="157"/>
                    </a:lnTo>
                    <a:lnTo>
                      <a:pt x="85" y="157"/>
                    </a:lnTo>
                    <a:lnTo>
                      <a:pt x="85" y="157"/>
                    </a:lnTo>
                    <a:lnTo>
                      <a:pt x="84" y="157"/>
                    </a:lnTo>
                    <a:lnTo>
                      <a:pt x="84" y="158"/>
                    </a:lnTo>
                    <a:lnTo>
                      <a:pt x="83" y="158"/>
                    </a:lnTo>
                    <a:lnTo>
                      <a:pt x="83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2" y="158"/>
                    </a:lnTo>
                    <a:lnTo>
                      <a:pt x="81" y="158"/>
                    </a:lnTo>
                    <a:lnTo>
                      <a:pt x="81" y="158"/>
                    </a:lnTo>
                    <a:lnTo>
                      <a:pt x="80" y="158"/>
                    </a:lnTo>
                    <a:lnTo>
                      <a:pt x="80" y="158"/>
                    </a:lnTo>
                    <a:lnTo>
                      <a:pt x="79" y="158"/>
                    </a:lnTo>
                    <a:lnTo>
                      <a:pt x="79" y="158"/>
                    </a:lnTo>
                    <a:lnTo>
                      <a:pt x="78" y="158"/>
                    </a:lnTo>
                    <a:lnTo>
                      <a:pt x="77" y="157"/>
                    </a:lnTo>
                    <a:lnTo>
                      <a:pt x="77" y="157"/>
                    </a:lnTo>
                    <a:lnTo>
                      <a:pt x="76" y="157"/>
                    </a:lnTo>
                    <a:lnTo>
                      <a:pt x="75" y="157"/>
                    </a:lnTo>
                    <a:lnTo>
                      <a:pt x="75" y="157"/>
                    </a:lnTo>
                    <a:lnTo>
                      <a:pt x="74" y="156"/>
                    </a:lnTo>
                    <a:lnTo>
                      <a:pt x="74" y="156"/>
                    </a:lnTo>
                    <a:lnTo>
                      <a:pt x="73" y="156"/>
                    </a:lnTo>
                    <a:lnTo>
                      <a:pt x="73" y="156"/>
                    </a:lnTo>
                    <a:lnTo>
                      <a:pt x="72" y="156"/>
                    </a:lnTo>
                    <a:lnTo>
                      <a:pt x="71" y="155"/>
                    </a:lnTo>
                    <a:lnTo>
                      <a:pt x="71" y="155"/>
                    </a:lnTo>
                    <a:lnTo>
                      <a:pt x="70" y="155"/>
                    </a:lnTo>
                    <a:lnTo>
                      <a:pt x="70" y="154"/>
                    </a:lnTo>
                    <a:lnTo>
                      <a:pt x="69" y="154"/>
                    </a:lnTo>
                    <a:lnTo>
                      <a:pt x="69" y="154"/>
                    </a:lnTo>
                    <a:lnTo>
                      <a:pt x="68" y="153"/>
                    </a:lnTo>
                    <a:lnTo>
                      <a:pt x="68" y="153"/>
                    </a:lnTo>
                    <a:lnTo>
                      <a:pt x="67" y="153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7" y="152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6" y="151"/>
                    </a:lnTo>
                    <a:lnTo>
                      <a:pt x="65" y="151"/>
                    </a:lnTo>
                    <a:lnTo>
                      <a:pt x="65" y="150"/>
                    </a:lnTo>
                    <a:lnTo>
                      <a:pt x="64" y="150"/>
                    </a:lnTo>
                    <a:lnTo>
                      <a:pt x="64" y="149"/>
                    </a:lnTo>
                    <a:lnTo>
                      <a:pt x="63" y="149"/>
                    </a:lnTo>
                    <a:lnTo>
                      <a:pt x="63" y="149"/>
                    </a:lnTo>
                    <a:lnTo>
                      <a:pt x="62" y="148"/>
                    </a:lnTo>
                    <a:lnTo>
                      <a:pt x="62" y="148"/>
                    </a:lnTo>
                    <a:lnTo>
                      <a:pt x="61" y="147"/>
                    </a:lnTo>
                    <a:lnTo>
                      <a:pt x="61" y="147"/>
                    </a:lnTo>
                    <a:lnTo>
                      <a:pt x="60" y="146"/>
                    </a:lnTo>
                    <a:lnTo>
                      <a:pt x="60" y="146"/>
                    </a:lnTo>
                    <a:lnTo>
                      <a:pt x="59" y="145"/>
                    </a:lnTo>
                    <a:lnTo>
                      <a:pt x="59" y="145"/>
                    </a:lnTo>
                    <a:lnTo>
                      <a:pt x="58" y="145"/>
                    </a:lnTo>
                    <a:lnTo>
                      <a:pt x="58" y="144"/>
                    </a:lnTo>
                    <a:lnTo>
                      <a:pt x="57" y="144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2"/>
                    </a:lnTo>
                    <a:lnTo>
                      <a:pt x="55" y="142"/>
                    </a:lnTo>
                    <a:lnTo>
                      <a:pt x="54" y="141"/>
                    </a:lnTo>
                    <a:lnTo>
                      <a:pt x="54" y="140"/>
                    </a:lnTo>
                    <a:lnTo>
                      <a:pt x="53" y="140"/>
                    </a:lnTo>
                    <a:lnTo>
                      <a:pt x="53" y="139"/>
                    </a:lnTo>
                    <a:lnTo>
                      <a:pt x="52" y="139"/>
                    </a:lnTo>
                    <a:lnTo>
                      <a:pt x="51" y="138"/>
                    </a:lnTo>
                    <a:lnTo>
                      <a:pt x="51" y="138"/>
                    </a:lnTo>
                    <a:lnTo>
                      <a:pt x="50" y="137"/>
                    </a:lnTo>
                    <a:lnTo>
                      <a:pt x="50" y="137"/>
                    </a:lnTo>
                    <a:lnTo>
                      <a:pt x="49" y="136"/>
                    </a:lnTo>
                    <a:lnTo>
                      <a:pt x="48" y="135"/>
                    </a:lnTo>
                    <a:lnTo>
                      <a:pt x="48" y="135"/>
                    </a:lnTo>
                    <a:lnTo>
                      <a:pt x="47" y="134"/>
                    </a:lnTo>
                    <a:lnTo>
                      <a:pt x="47" y="134"/>
                    </a:lnTo>
                    <a:lnTo>
                      <a:pt x="46" y="133"/>
                    </a:lnTo>
                    <a:lnTo>
                      <a:pt x="46" y="133"/>
                    </a:lnTo>
                    <a:lnTo>
                      <a:pt x="45" y="132"/>
                    </a:lnTo>
                    <a:lnTo>
                      <a:pt x="45" y="132"/>
                    </a:lnTo>
                    <a:lnTo>
                      <a:pt x="44" y="132"/>
                    </a:lnTo>
                    <a:lnTo>
                      <a:pt x="44" y="131"/>
                    </a:lnTo>
                    <a:lnTo>
                      <a:pt x="43" y="131"/>
                    </a:lnTo>
                    <a:lnTo>
                      <a:pt x="43" y="130"/>
                    </a:lnTo>
                    <a:lnTo>
                      <a:pt x="42" y="129"/>
                    </a:lnTo>
                    <a:lnTo>
                      <a:pt x="41" y="129"/>
                    </a:lnTo>
                    <a:lnTo>
                      <a:pt x="41" y="128"/>
                    </a:lnTo>
                    <a:lnTo>
                      <a:pt x="40" y="127"/>
                    </a:lnTo>
                    <a:lnTo>
                      <a:pt x="40" y="127"/>
                    </a:lnTo>
                    <a:lnTo>
                      <a:pt x="39" y="126"/>
                    </a:lnTo>
                    <a:lnTo>
                      <a:pt x="38" y="125"/>
                    </a:lnTo>
                    <a:lnTo>
                      <a:pt x="38" y="125"/>
                    </a:lnTo>
                    <a:lnTo>
                      <a:pt x="38" y="124"/>
                    </a:lnTo>
                    <a:lnTo>
                      <a:pt x="38" y="123"/>
                    </a:lnTo>
                    <a:lnTo>
                      <a:pt x="37" y="122"/>
                    </a:lnTo>
                    <a:lnTo>
                      <a:pt x="37" y="122"/>
                    </a:lnTo>
                    <a:lnTo>
                      <a:pt x="36" y="121"/>
                    </a:lnTo>
                    <a:lnTo>
                      <a:pt x="35" y="120"/>
                    </a:lnTo>
                    <a:lnTo>
                      <a:pt x="35" y="120"/>
                    </a:lnTo>
                    <a:lnTo>
                      <a:pt x="34" y="119"/>
                    </a:lnTo>
                    <a:lnTo>
                      <a:pt x="34" y="118"/>
                    </a:lnTo>
                    <a:lnTo>
                      <a:pt x="33" y="117"/>
                    </a:lnTo>
                    <a:lnTo>
                      <a:pt x="32" y="117"/>
                    </a:lnTo>
                    <a:lnTo>
                      <a:pt x="32" y="116"/>
                    </a:lnTo>
                    <a:lnTo>
                      <a:pt x="31" y="115"/>
                    </a:lnTo>
                    <a:lnTo>
                      <a:pt x="31" y="114"/>
                    </a:lnTo>
                    <a:lnTo>
                      <a:pt x="30" y="113"/>
                    </a:lnTo>
                    <a:lnTo>
                      <a:pt x="30" y="113"/>
                    </a:lnTo>
                    <a:lnTo>
                      <a:pt x="29" y="112"/>
                    </a:lnTo>
                    <a:lnTo>
                      <a:pt x="28" y="111"/>
                    </a:lnTo>
                    <a:lnTo>
                      <a:pt x="28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7" y="109"/>
                    </a:lnTo>
                    <a:lnTo>
                      <a:pt x="26" y="108"/>
                    </a:lnTo>
                    <a:lnTo>
                      <a:pt x="26" y="107"/>
                    </a:lnTo>
                    <a:lnTo>
                      <a:pt x="25" y="106"/>
                    </a:lnTo>
                    <a:lnTo>
                      <a:pt x="24" y="106"/>
                    </a:lnTo>
                    <a:lnTo>
                      <a:pt x="24" y="105"/>
                    </a:lnTo>
                    <a:lnTo>
                      <a:pt x="23" y="104"/>
                    </a:lnTo>
                    <a:lnTo>
                      <a:pt x="23" y="103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1"/>
                    </a:lnTo>
                    <a:lnTo>
                      <a:pt x="20" y="100"/>
                    </a:lnTo>
                    <a:lnTo>
                      <a:pt x="20" y="99"/>
                    </a:lnTo>
                    <a:lnTo>
                      <a:pt x="19" y="98"/>
                    </a:lnTo>
                    <a:lnTo>
                      <a:pt x="18" y="97"/>
                    </a:lnTo>
                    <a:lnTo>
                      <a:pt x="18" y="97"/>
                    </a:lnTo>
                    <a:lnTo>
                      <a:pt x="17" y="96"/>
                    </a:lnTo>
                    <a:lnTo>
                      <a:pt x="17" y="95"/>
                    </a:lnTo>
                    <a:lnTo>
                      <a:pt x="16" y="94"/>
                    </a:lnTo>
                    <a:lnTo>
                      <a:pt x="16" y="93"/>
                    </a:lnTo>
                    <a:lnTo>
                      <a:pt x="15" y="92"/>
                    </a:lnTo>
                    <a:lnTo>
                      <a:pt x="15" y="92"/>
                    </a:lnTo>
                    <a:lnTo>
                      <a:pt x="14" y="91"/>
                    </a:lnTo>
                    <a:lnTo>
                      <a:pt x="14" y="90"/>
                    </a:lnTo>
                    <a:lnTo>
                      <a:pt x="13" y="89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2" y="86"/>
                    </a:lnTo>
                    <a:lnTo>
                      <a:pt x="12" y="85"/>
                    </a:lnTo>
                    <a:lnTo>
                      <a:pt x="11" y="85"/>
                    </a:lnTo>
                    <a:lnTo>
                      <a:pt x="11" y="84"/>
                    </a:lnTo>
                    <a:lnTo>
                      <a:pt x="10" y="83"/>
                    </a:lnTo>
                    <a:lnTo>
                      <a:pt x="10" y="82"/>
                    </a:lnTo>
                    <a:lnTo>
                      <a:pt x="9" y="81"/>
                    </a:lnTo>
                    <a:lnTo>
                      <a:pt x="9" y="81"/>
                    </a:lnTo>
                    <a:lnTo>
                      <a:pt x="9" y="80"/>
                    </a:lnTo>
                    <a:lnTo>
                      <a:pt x="9" y="79"/>
                    </a:lnTo>
                    <a:lnTo>
                      <a:pt x="9" y="78"/>
                    </a:lnTo>
                    <a:lnTo>
                      <a:pt x="9" y="78"/>
                    </a:lnTo>
                    <a:lnTo>
                      <a:pt x="8" y="77"/>
                    </a:lnTo>
                    <a:lnTo>
                      <a:pt x="8" y="76"/>
                    </a:lnTo>
                    <a:lnTo>
                      <a:pt x="8" y="75"/>
                    </a:lnTo>
                    <a:lnTo>
                      <a:pt x="7" y="74"/>
                    </a:lnTo>
                    <a:lnTo>
                      <a:pt x="7" y="73"/>
                    </a:lnTo>
                    <a:lnTo>
                      <a:pt x="6" y="73"/>
                    </a:lnTo>
                    <a:lnTo>
                      <a:pt x="6" y="72"/>
                    </a:lnTo>
                    <a:lnTo>
                      <a:pt x="6" y="71"/>
                    </a:lnTo>
                    <a:lnTo>
                      <a:pt x="5" y="70"/>
                    </a:lnTo>
                    <a:lnTo>
                      <a:pt x="5" y="70"/>
                    </a:lnTo>
                    <a:lnTo>
                      <a:pt x="5" y="69"/>
                    </a:lnTo>
                    <a:lnTo>
                      <a:pt x="5" y="68"/>
                    </a:lnTo>
                    <a:lnTo>
                      <a:pt x="4" y="67"/>
                    </a:lnTo>
                    <a:lnTo>
                      <a:pt x="4" y="66"/>
                    </a:lnTo>
                    <a:lnTo>
                      <a:pt x="4" y="65"/>
                    </a:lnTo>
                    <a:lnTo>
                      <a:pt x="3" y="64"/>
                    </a:lnTo>
                    <a:lnTo>
                      <a:pt x="3" y="63"/>
                    </a:lnTo>
                    <a:lnTo>
                      <a:pt x="3" y="62"/>
                    </a:lnTo>
                    <a:lnTo>
                      <a:pt x="3" y="61"/>
                    </a:lnTo>
                    <a:lnTo>
                      <a:pt x="2" y="61"/>
                    </a:lnTo>
                    <a:lnTo>
                      <a:pt x="2" y="60"/>
                    </a:lnTo>
                    <a:lnTo>
                      <a:pt x="2" y="59"/>
                    </a:lnTo>
                    <a:lnTo>
                      <a:pt x="2" y="58"/>
                    </a:lnTo>
                    <a:lnTo>
                      <a:pt x="1" y="57"/>
                    </a:lnTo>
                    <a:lnTo>
                      <a:pt x="1" y="56"/>
                    </a:lnTo>
                    <a:lnTo>
                      <a:pt x="1" y="56"/>
                    </a:lnTo>
                    <a:lnTo>
                      <a:pt x="1" y="55"/>
                    </a:lnTo>
                    <a:lnTo>
                      <a:pt x="1" y="54"/>
                    </a:lnTo>
                    <a:lnTo>
                      <a:pt x="1" y="53"/>
                    </a:lnTo>
                    <a:lnTo>
                      <a:pt x="1" y="52"/>
                    </a:lnTo>
                    <a:lnTo>
                      <a:pt x="1" y="51"/>
                    </a:lnTo>
                    <a:lnTo>
                      <a:pt x="0" y="50"/>
                    </a:lnTo>
                    <a:lnTo>
                      <a:pt x="0" y="49"/>
                    </a:lnTo>
                    <a:lnTo>
                      <a:pt x="0" y="49"/>
                    </a:lnTo>
                    <a:lnTo>
                      <a:pt x="0" y="48"/>
                    </a:lnTo>
                    <a:lnTo>
                      <a:pt x="0" y="47"/>
                    </a:lnTo>
                    <a:lnTo>
                      <a:pt x="0" y="46"/>
                    </a:lnTo>
                    <a:lnTo>
                      <a:pt x="0" y="45"/>
                    </a:lnTo>
                    <a:lnTo>
                      <a:pt x="0" y="44"/>
                    </a:lnTo>
                    <a:lnTo>
                      <a:pt x="0" y="43"/>
                    </a:lnTo>
                    <a:lnTo>
                      <a:pt x="0" y="43"/>
                    </a:lnTo>
                    <a:lnTo>
                      <a:pt x="0" y="42"/>
                    </a:lnTo>
                    <a:lnTo>
                      <a:pt x="0" y="41"/>
                    </a:lnTo>
                    <a:lnTo>
                      <a:pt x="0" y="40"/>
                    </a:lnTo>
                    <a:lnTo>
                      <a:pt x="0" y="39"/>
                    </a:lnTo>
                    <a:lnTo>
                      <a:pt x="0" y="38"/>
                    </a:lnTo>
                    <a:lnTo>
                      <a:pt x="0" y="37"/>
                    </a:lnTo>
                    <a:lnTo>
                      <a:pt x="0" y="37"/>
                    </a:lnTo>
                    <a:lnTo>
                      <a:pt x="0" y="36"/>
                    </a:lnTo>
                    <a:lnTo>
                      <a:pt x="0" y="36"/>
                    </a:lnTo>
                    <a:lnTo>
                      <a:pt x="0" y="35"/>
                    </a:lnTo>
                    <a:lnTo>
                      <a:pt x="0" y="35"/>
                    </a:lnTo>
                    <a:lnTo>
                      <a:pt x="1" y="34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1" y="32"/>
                    </a:lnTo>
                    <a:lnTo>
                      <a:pt x="1" y="31"/>
                    </a:lnTo>
                    <a:lnTo>
                      <a:pt x="1" y="31"/>
                    </a:lnTo>
                    <a:lnTo>
                      <a:pt x="1" y="30"/>
                    </a:lnTo>
                    <a:lnTo>
                      <a:pt x="1" y="30"/>
                    </a:lnTo>
                    <a:lnTo>
                      <a:pt x="2" y="29"/>
                    </a:lnTo>
                    <a:lnTo>
                      <a:pt x="2" y="29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8"/>
                    </a:lnTo>
                    <a:lnTo>
                      <a:pt x="2" y="27"/>
                    </a:lnTo>
                    <a:lnTo>
                      <a:pt x="2" y="27"/>
                    </a:lnTo>
                    <a:lnTo>
                      <a:pt x="3" y="26"/>
                    </a:lnTo>
                    <a:lnTo>
                      <a:pt x="3" y="26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5"/>
                    </a:lnTo>
                    <a:lnTo>
                      <a:pt x="3" y="24"/>
                    </a:lnTo>
                    <a:lnTo>
                      <a:pt x="3" y="24"/>
                    </a:lnTo>
                    <a:lnTo>
                      <a:pt x="4" y="23"/>
                    </a:lnTo>
                    <a:lnTo>
                      <a:pt x="4" y="23"/>
                    </a:lnTo>
                    <a:lnTo>
                      <a:pt x="4" y="22"/>
                    </a:lnTo>
                    <a:lnTo>
                      <a:pt x="4" y="22"/>
                    </a:lnTo>
                    <a:lnTo>
                      <a:pt x="5" y="22"/>
                    </a:lnTo>
                    <a:lnTo>
                      <a:pt x="5" y="21"/>
                    </a:lnTo>
                    <a:lnTo>
                      <a:pt x="5" y="21"/>
                    </a:lnTo>
                    <a:lnTo>
                      <a:pt x="5" y="20"/>
                    </a:lnTo>
                    <a:lnTo>
                      <a:pt x="6" y="20"/>
                    </a:lnTo>
                    <a:lnTo>
                      <a:pt x="6" y="19"/>
                    </a:lnTo>
                    <a:lnTo>
                      <a:pt x="6" y="19"/>
                    </a:lnTo>
                    <a:lnTo>
                      <a:pt x="6" y="18"/>
                    </a:lnTo>
                    <a:lnTo>
                      <a:pt x="7" y="18"/>
                    </a:lnTo>
                    <a:lnTo>
                      <a:pt x="7" y="18"/>
                    </a:lnTo>
                    <a:lnTo>
                      <a:pt x="7" y="17"/>
                    </a:lnTo>
                    <a:lnTo>
                      <a:pt x="7" y="17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8" y="16"/>
                    </a:lnTo>
                    <a:lnTo>
                      <a:pt x="9" y="15"/>
                    </a:lnTo>
                    <a:lnTo>
                      <a:pt x="9" y="15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9" y="14"/>
                    </a:lnTo>
                    <a:lnTo>
                      <a:pt x="10" y="14"/>
                    </a:lnTo>
                    <a:lnTo>
                      <a:pt x="10" y="13"/>
                    </a:lnTo>
                    <a:lnTo>
                      <a:pt x="10" y="13"/>
                    </a:lnTo>
                    <a:lnTo>
                      <a:pt x="11" y="13"/>
                    </a:lnTo>
                    <a:lnTo>
                      <a:pt x="11" y="12"/>
                    </a:lnTo>
                    <a:lnTo>
                      <a:pt x="12" y="12"/>
                    </a:lnTo>
                    <a:lnTo>
                      <a:pt x="12" y="12"/>
                    </a:lnTo>
                    <a:lnTo>
                      <a:pt x="12" y="11"/>
                    </a:lnTo>
                    <a:lnTo>
                      <a:pt x="13" y="11"/>
                    </a:lnTo>
                    <a:lnTo>
                      <a:pt x="13" y="10"/>
                    </a:lnTo>
                    <a:lnTo>
                      <a:pt x="13" y="10"/>
                    </a:lnTo>
                    <a:lnTo>
                      <a:pt x="14" y="10"/>
                    </a:lnTo>
                    <a:lnTo>
                      <a:pt x="14" y="9"/>
                    </a:lnTo>
                    <a:lnTo>
                      <a:pt x="15" y="9"/>
                    </a:lnTo>
                    <a:lnTo>
                      <a:pt x="15" y="9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6" y="8"/>
                    </a:lnTo>
                    <a:lnTo>
                      <a:pt x="17" y="8"/>
                    </a:lnTo>
                    <a:lnTo>
                      <a:pt x="17" y="7"/>
                    </a:lnTo>
                    <a:lnTo>
                      <a:pt x="18" y="7"/>
                    </a:lnTo>
                    <a:lnTo>
                      <a:pt x="18" y="7"/>
                    </a:lnTo>
                    <a:lnTo>
                      <a:pt x="19" y="6"/>
                    </a:lnTo>
                    <a:lnTo>
                      <a:pt x="19" y="6"/>
                    </a:lnTo>
                    <a:lnTo>
                      <a:pt x="20" y="6"/>
                    </a:lnTo>
                    <a:lnTo>
                      <a:pt x="20" y="6"/>
                    </a:lnTo>
                    <a:lnTo>
                      <a:pt x="20" y="5"/>
                    </a:lnTo>
                    <a:lnTo>
                      <a:pt x="21" y="5"/>
                    </a:lnTo>
                    <a:lnTo>
                      <a:pt x="21" y="5"/>
                    </a:lnTo>
                    <a:lnTo>
                      <a:pt x="22" y="5"/>
                    </a:lnTo>
                    <a:lnTo>
                      <a:pt x="22" y="4"/>
                    </a:lnTo>
                    <a:lnTo>
                      <a:pt x="23" y="4"/>
                    </a:lnTo>
                    <a:lnTo>
                      <a:pt x="23" y="4"/>
                    </a:lnTo>
                    <a:lnTo>
                      <a:pt x="24" y="4"/>
                    </a:lnTo>
                    <a:lnTo>
                      <a:pt x="24" y="3"/>
                    </a:lnTo>
                    <a:lnTo>
                      <a:pt x="25" y="3"/>
                    </a:lnTo>
                    <a:lnTo>
                      <a:pt x="25" y="3"/>
                    </a:lnTo>
                    <a:lnTo>
                      <a:pt x="26" y="3"/>
                    </a:lnTo>
                    <a:lnTo>
                      <a:pt x="26" y="3"/>
                    </a:lnTo>
                    <a:lnTo>
                      <a:pt x="27" y="2"/>
                    </a:lnTo>
                    <a:lnTo>
                      <a:pt x="27" y="2"/>
                    </a:lnTo>
                    <a:lnTo>
                      <a:pt x="28" y="2"/>
                    </a:lnTo>
                    <a:lnTo>
                      <a:pt x="28" y="2"/>
                    </a:lnTo>
                    <a:lnTo>
                      <a:pt x="29" y="2"/>
                    </a:lnTo>
                    <a:lnTo>
                      <a:pt x="29" y="1"/>
                    </a:lnTo>
                    <a:lnTo>
                      <a:pt x="30" y="1"/>
                    </a:lnTo>
                    <a:lnTo>
                      <a:pt x="30" y="1"/>
                    </a:lnTo>
                    <a:lnTo>
                      <a:pt x="31" y="1"/>
                    </a:lnTo>
                    <a:lnTo>
                      <a:pt x="31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2" y="1"/>
                    </a:lnTo>
                    <a:lnTo>
                      <a:pt x="33" y="1"/>
                    </a:lnTo>
                    <a:lnTo>
                      <a:pt x="33" y="1"/>
                    </a:lnTo>
                    <a:lnTo>
                      <a:pt x="34" y="1"/>
                    </a:lnTo>
                    <a:lnTo>
                      <a:pt x="34" y="1"/>
                    </a:lnTo>
                    <a:lnTo>
                      <a:pt x="35" y="0"/>
                    </a:lnTo>
                    <a:lnTo>
                      <a:pt x="35" y="0"/>
                    </a:lnTo>
                    <a:lnTo>
                      <a:pt x="36" y="0"/>
                    </a:lnTo>
                    <a:lnTo>
                      <a:pt x="36" y="0"/>
                    </a:lnTo>
                    <a:lnTo>
                      <a:pt x="36" y="0"/>
                    </a:lnTo>
                    <a:close/>
                    <a:moveTo>
                      <a:pt x="74" y="139"/>
                    </a:move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0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1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3" y="142"/>
                    </a:lnTo>
                    <a:lnTo>
                      <a:pt x="74" y="139"/>
                    </a:lnTo>
                    <a:lnTo>
                      <a:pt x="74" y="139"/>
                    </a:lnTo>
                    <a:lnTo>
                      <a:pt x="74" y="139"/>
                    </a:lnTo>
                    <a:close/>
                    <a:moveTo>
                      <a:pt x="35" y="33"/>
                    </a:moveTo>
                    <a:lnTo>
                      <a:pt x="34" y="33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4" y="34"/>
                    </a:lnTo>
                    <a:lnTo>
                      <a:pt x="33" y="34"/>
                    </a:lnTo>
                    <a:lnTo>
                      <a:pt x="33" y="34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5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3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6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7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2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8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39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0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1"/>
                    </a:lnTo>
                    <a:lnTo>
                      <a:pt x="31" y="42"/>
                    </a:lnTo>
                    <a:lnTo>
                      <a:pt x="31" y="42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3"/>
                    </a:lnTo>
                    <a:lnTo>
                      <a:pt x="31" y="44"/>
                    </a:lnTo>
                    <a:lnTo>
                      <a:pt x="31" y="44"/>
                    </a:lnTo>
                    <a:lnTo>
                      <a:pt x="31" y="45"/>
                    </a:lnTo>
                    <a:lnTo>
                      <a:pt x="31" y="45"/>
                    </a:lnTo>
                    <a:lnTo>
                      <a:pt x="31" y="46"/>
                    </a:lnTo>
                    <a:lnTo>
                      <a:pt x="31" y="46"/>
                    </a:lnTo>
                    <a:lnTo>
                      <a:pt x="31" y="47"/>
                    </a:lnTo>
                    <a:lnTo>
                      <a:pt x="31" y="47"/>
                    </a:lnTo>
                    <a:lnTo>
                      <a:pt x="31" y="48"/>
                    </a:lnTo>
                    <a:lnTo>
                      <a:pt x="31" y="48"/>
                    </a:lnTo>
                    <a:lnTo>
                      <a:pt x="31" y="49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0"/>
                    </a:lnTo>
                    <a:lnTo>
                      <a:pt x="31" y="51"/>
                    </a:lnTo>
                    <a:lnTo>
                      <a:pt x="31" y="51"/>
                    </a:lnTo>
                    <a:lnTo>
                      <a:pt x="32" y="52"/>
                    </a:lnTo>
                    <a:lnTo>
                      <a:pt x="32" y="53"/>
                    </a:lnTo>
                    <a:lnTo>
                      <a:pt x="32" y="53"/>
                    </a:lnTo>
                    <a:lnTo>
                      <a:pt x="32" y="54"/>
                    </a:lnTo>
                    <a:lnTo>
                      <a:pt x="32" y="55"/>
                    </a:lnTo>
                    <a:lnTo>
                      <a:pt x="32" y="55"/>
                    </a:lnTo>
                    <a:lnTo>
                      <a:pt x="32" y="56"/>
                    </a:lnTo>
                    <a:lnTo>
                      <a:pt x="33" y="56"/>
                    </a:lnTo>
                    <a:lnTo>
                      <a:pt x="33" y="57"/>
                    </a:lnTo>
                    <a:lnTo>
                      <a:pt x="33" y="58"/>
                    </a:lnTo>
                    <a:lnTo>
                      <a:pt x="33" y="58"/>
                    </a:lnTo>
                    <a:lnTo>
                      <a:pt x="33" y="59"/>
                    </a:lnTo>
                    <a:lnTo>
                      <a:pt x="33" y="60"/>
                    </a:lnTo>
                    <a:lnTo>
                      <a:pt x="34" y="61"/>
                    </a:lnTo>
                    <a:lnTo>
                      <a:pt x="34" y="61"/>
                    </a:lnTo>
                    <a:lnTo>
                      <a:pt x="34" y="62"/>
                    </a:lnTo>
                    <a:lnTo>
                      <a:pt x="34" y="63"/>
                    </a:lnTo>
                    <a:lnTo>
                      <a:pt x="35" y="63"/>
                    </a:lnTo>
                    <a:lnTo>
                      <a:pt x="35" y="64"/>
                    </a:lnTo>
                    <a:lnTo>
                      <a:pt x="35" y="65"/>
                    </a:lnTo>
                    <a:lnTo>
                      <a:pt x="35" y="65"/>
                    </a:lnTo>
                    <a:lnTo>
                      <a:pt x="36" y="66"/>
                    </a:lnTo>
                    <a:lnTo>
                      <a:pt x="36" y="67"/>
                    </a:lnTo>
                    <a:lnTo>
                      <a:pt x="36" y="68"/>
                    </a:lnTo>
                    <a:lnTo>
                      <a:pt x="36" y="68"/>
                    </a:lnTo>
                    <a:lnTo>
                      <a:pt x="37" y="69"/>
                    </a:lnTo>
                    <a:lnTo>
                      <a:pt x="37" y="70"/>
                    </a:lnTo>
                    <a:lnTo>
                      <a:pt x="37" y="70"/>
                    </a:lnTo>
                    <a:lnTo>
                      <a:pt x="37" y="71"/>
                    </a:lnTo>
                    <a:lnTo>
                      <a:pt x="38" y="71"/>
                    </a:lnTo>
                    <a:lnTo>
                      <a:pt x="38" y="72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3"/>
                    </a:lnTo>
                    <a:lnTo>
                      <a:pt x="38" y="74"/>
                    </a:lnTo>
                    <a:lnTo>
                      <a:pt x="39" y="75"/>
                    </a:lnTo>
                    <a:lnTo>
                      <a:pt x="39" y="76"/>
                    </a:lnTo>
                    <a:lnTo>
                      <a:pt x="39" y="76"/>
                    </a:lnTo>
                    <a:lnTo>
                      <a:pt x="40" y="77"/>
                    </a:lnTo>
                    <a:lnTo>
                      <a:pt x="40" y="78"/>
                    </a:lnTo>
                    <a:lnTo>
                      <a:pt x="40" y="79"/>
                    </a:lnTo>
                    <a:lnTo>
                      <a:pt x="41" y="80"/>
                    </a:lnTo>
                    <a:lnTo>
                      <a:pt x="41" y="80"/>
                    </a:lnTo>
                    <a:lnTo>
                      <a:pt x="41" y="81"/>
                    </a:lnTo>
                    <a:lnTo>
                      <a:pt x="42" y="82"/>
                    </a:lnTo>
                    <a:lnTo>
                      <a:pt x="42" y="83"/>
                    </a:lnTo>
                    <a:lnTo>
                      <a:pt x="42" y="83"/>
                    </a:lnTo>
                    <a:lnTo>
                      <a:pt x="43" y="84"/>
                    </a:lnTo>
                    <a:lnTo>
                      <a:pt x="43" y="85"/>
                    </a:lnTo>
                    <a:lnTo>
                      <a:pt x="44" y="86"/>
                    </a:lnTo>
                    <a:lnTo>
                      <a:pt x="44" y="86"/>
                    </a:lnTo>
                    <a:lnTo>
                      <a:pt x="44" y="87"/>
                    </a:lnTo>
                    <a:lnTo>
                      <a:pt x="45" y="88"/>
                    </a:lnTo>
                    <a:lnTo>
                      <a:pt x="45" y="89"/>
                    </a:lnTo>
                    <a:lnTo>
                      <a:pt x="46" y="89"/>
                    </a:lnTo>
                    <a:lnTo>
                      <a:pt x="46" y="90"/>
                    </a:lnTo>
                    <a:lnTo>
                      <a:pt x="47" y="91"/>
                    </a:lnTo>
                    <a:lnTo>
                      <a:pt x="47" y="92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8" y="94"/>
                    </a:lnTo>
                    <a:lnTo>
                      <a:pt x="49" y="95"/>
                    </a:lnTo>
                    <a:lnTo>
                      <a:pt x="49" y="95"/>
                    </a:lnTo>
                    <a:lnTo>
                      <a:pt x="49" y="96"/>
                    </a:lnTo>
                    <a:lnTo>
                      <a:pt x="50" y="96"/>
                    </a:lnTo>
                    <a:lnTo>
                      <a:pt x="50" y="97"/>
                    </a:lnTo>
                    <a:lnTo>
                      <a:pt x="50" y="98"/>
                    </a:lnTo>
                    <a:lnTo>
                      <a:pt x="51" y="99"/>
                    </a:lnTo>
                    <a:lnTo>
                      <a:pt x="51" y="99"/>
                    </a:lnTo>
                    <a:lnTo>
                      <a:pt x="52" y="100"/>
                    </a:lnTo>
                    <a:lnTo>
                      <a:pt x="52" y="101"/>
                    </a:lnTo>
                    <a:lnTo>
                      <a:pt x="53" y="101"/>
                    </a:lnTo>
                    <a:lnTo>
                      <a:pt x="53" y="102"/>
                    </a:lnTo>
                    <a:lnTo>
                      <a:pt x="54" y="102"/>
                    </a:lnTo>
                    <a:lnTo>
                      <a:pt x="54" y="103"/>
                    </a:lnTo>
                    <a:lnTo>
                      <a:pt x="55" y="103"/>
                    </a:lnTo>
                    <a:lnTo>
                      <a:pt x="55" y="104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6" y="106"/>
                    </a:lnTo>
                    <a:lnTo>
                      <a:pt x="57" y="107"/>
                    </a:lnTo>
                    <a:lnTo>
                      <a:pt x="57" y="107"/>
                    </a:lnTo>
                    <a:lnTo>
                      <a:pt x="58" y="108"/>
                    </a:lnTo>
                    <a:lnTo>
                      <a:pt x="58" y="109"/>
                    </a:lnTo>
                    <a:lnTo>
                      <a:pt x="59" y="110"/>
                    </a:lnTo>
                    <a:lnTo>
                      <a:pt x="59" y="110"/>
                    </a:lnTo>
                    <a:lnTo>
                      <a:pt x="60" y="111"/>
                    </a:lnTo>
                    <a:lnTo>
                      <a:pt x="60" y="111"/>
                    </a:lnTo>
                    <a:lnTo>
                      <a:pt x="61" y="112"/>
                    </a:lnTo>
                    <a:lnTo>
                      <a:pt x="61" y="113"/>
                    </a:lnTo>
                    <a:lnTo>
                      <a:pt x="62" y="113"/>
                    </a:lnTo>
                    <a:lnTo>
                      <a:pt x="62" y="114"/>
                    </a:lnTo>
                    <a:lnTo>
                      <a:pt x="63" y="115"/>
                    </a:lnTo>
                    <a:lnTo>
                      <a:pt x="63" y="115"/>
                    </a:lnTo>
                    <a:lnTo>
                      <a:pt x="64" y="116"/>
                    </a:lnTo>
                    <a:lnTo>
                      <a:pt x="64" y="117"/>
                    </a:lnTo>
                    <a:lnTo>
                      <a:pt x="65" y="117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5" y="118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6" y="119"/>
                    </a:lnTo>
                    <a:lnTo>
                      <a:pt x="64" y="113"/>
                    </a:lnTo>
                    <a:lnTo>
                      <a:pt x="63" y="110"/>
                    </a:lnTo>
                    <a:lnTo>
                      <a:pt x="62" y="107"/>
                    </a:lnTo>
                    <a:lnTo>
                      <a:pt x="61" y="104"/>
                    </a:lnTo>
                    <a:lnTo>
                      <a:pt x="60" y="102"/>
                    </a:lnTo>
                    <a:lnTo>
                      <a:pt x="59" y="102"/>
                    </a:lnTo>
                    <a:lnTo>
                      <a:pt x="58" y="98"/>
                    </a:lnTo>
                    <a:lnTo>
                      <a:pt x="57" y="95"/>
                    </a:lnTo>
                    <a:lnTo>
                      <a:pt x="56" y="92"/>
                    </a:lnTo>
                    <a:lnTo>
                      <a:pt x="55" y="90"/>
                    </a:lnTo>
                    <a:lnTo>
                      <a:pt x="55" y="89"/>
                    </a:lnTo>
                    <a:lnTo>
                      <a:pt x="54" y="87"/>
                    </a:lnTo>
                    <a:lnTo>
                      <a:pt x="54" y="86"/>
                    </a:lnTo>
                    <a:lnTo>
                      <a:pt x="53" y="84"/>
                    </a:lnTo>
                    <a:lnTo>
                      <a:pt x="53" y="83"/>
                    </a:lnTo>
                    <a:lnTo>
                      <a:pt x="52" y="82"/>
                    </a:lnTo>
                    <a:lnTo>
                      <a:pt x="52" y="81"/>
                    </a:lnTo>
                    <a:lnTo>
                      <a:pt x="51" y="79"/>
                    </a:lnTo>
                    <a:lnTo>
                      <a:pt x="51" y="78"/>
                    </a:lnTo>
                    <a:lnTo>
                      <a:pt x="50" y="76"/>
                    </a:lnTo>
                    <a:lnTo>
                      <a:pt x="50" y="75"/>
                    </a:lnTo>
                    <a:lnTo>
                      <a:pt x="49" y="73"/>
                    </a:lnTo>
                    <a:lnTo>
                      <a:pt x="48" y="73"/>
                    </a:lnTo>
                    <a:lnTo>
                      <a:pt x="48" y="71"/>
                    </a:lnTo>
                    <a:lnTo>
                      <a:pt x="48" y="71"/>
                    </a:lnTo>
                    <a:lnTo>
                      <a:pt x="47" y="70"/>
                    </a:lnTo>
                    <a:lnTo>
                      <a:pt x="47" y="68"/>
                    </a:lnTo>
                    <a:lnTo>
                      <a:pt x="47" y="67"/>
                    </a:lnTo>
                    <a:lnTo>
                      <a:pt x="46" y="65"/>
                    </a:lnTo>
                    <a:lnTo>
                      <a:pt x="46" y="64"/>
                    </a:lnTo>
                    <a:lnTo>
                      <a:pt x="45" y="62"/>
                    </a:lnTo>
                    <a:lnTo>
                      <a:pt x="45" y="61"/>
                    </a:lnTo>
                    <a:lnTo>
                      <a:pt x="44" y="59"/>
                    </a:lnTo>
                    <a:lnTo>
                      <a:pt x="44" y="58"/>
                    </a:lnTo>
                    <a:lnTo>
                      <a:pt x="44" y="56"/>
                    </a:lnTo>
                    <a:lnTo>
                      <a:pt x="43" y="55"/>
                    </a:lnTo>
                    <a:lnTo>
                      <a:pt x="43" y="54"/>
                    </a:lnTo>
                    <a:lnTo>
                      <a:pt x="43" y="53"/>
                    </a:lnTo>
                    <a:lnTo>
                      <a:pt x="42" y="52"/>
                    </a:lnTo>
                    <a:lnTo>
                      <a:pt x="42" y="51"/>
                    </a:lnTo>
                    <a:lnTo>
                      <a:pt x="41" y="50"/>
                    </a:lnTo>
                    <a:lnTo>
                      <a:pt x="41" y="48"/>
                    </a:lnTo>
                    <a:lnTo>
                      <a:pt x="41" y="47"/>
                    </a:lnTo>
                    <a:lnTo>
                      <a:pt x="40" y="46"/>
                    </a:lnTo>
                    <a:lnTo>
                      <a:pt x="40" y="45"/>
                    </a:lnTo>
                    <a:lnTo>
                      <a:pt x="39" y="44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9" y="43"/>
                    </a:lnTo>
                    <a:lnTo>
                      <a:pt x="38" y="43"/>
                    </a:lnTo>
                    <a:lnTo>
                      <a:pt x="38" y="42"/>
                    </a:lnTo>
                    <a:lnTo>
                      <a:pt x="38" y="42"/>
                    </a:lnTo>
                    <a:lnTo>
                      <a:pt x="38" y="41"/>
                    </a:lnTo>
                    <a:lnTo>
                      <a:pt x="38" y="41"/>
                    </a:lnTo>
                    <a:lnTo>
                      <a:pt x="38" y="40"/>
                    </a:lnTo>
                    <a:lnTo>
                      <a:pt x="38" y="40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8" y="39"/>
                    </a:lnTo>
                    <a:lnTo>
                      <a:pt x="37" y="38"/>
                    </a:lnTo>
                    <a:lnTo>
                      <a:pt x="37" y="38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7" y="37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6"/>
                    </a:lnTo>
                    <a:lnTo>
                      <a:pt x="36" y="35"/>
                    </a:lnTo>
                    <a:lnTo>
                      <a:pt x="36" y="35"/>
                    </a:lnTo>
                    <a:lnTo>
                      <a:pt x="35" y="35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4"/>
                    </a:lnTo>
                    <a:lnTo>
                      <a:pt x="35" y="33"/>
                    </a:lnTo>
                    <a:lnTo>
                      <a:pt x="35" y="33"/>
                    </a:lnTo>
                    <a:lnTo>
                      <a:pt x="35" y="33"/>
                    </a:lnTo>
                    <a:close/>
                    <a:moveTo>
                      <a:pt x="33" y="31"/>
                    </a:moveTo>
                    <a:lnTo>
                      <a:pt x="33" y="31"/>
                    </a:lnTo>
                    <a:lnTo>
                      <a:pt x="32" y="31"/>
                    </a:lnTo>
                    <a:lnTo>
                      <a:pt x="33" y="31"/>
                    </a:lnTo>
                    <a:lnTo>
                      <a:pt x="33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75" name="Freeform 21">
                <a:extLst>
                  <a:ext uri="{FF2B5EF4-FFF2-40B4-BE49-F238E27FC236}">
                    <a16:creationId xmlns:a16="http://schemas.microsoft.com/office/drawing/2014/main" id="{54755C8A-0D66-63FC-DD89-BBF6AEBD044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584298" y="4505947"/>
                <a:ext cx="621334" cy="301887"/>
              </a:xfrm>
              <a:custGeom>
                <a:avLst/>
                <a:gdLst>
                  <a:gd name="T0" fmla="*/ 40 w 920"/>
                  <a:gd name="T1" fmla="*/ 6 h 447"/>
                  <a:gd name="T2" fmla="*/ 57 w 920"/>
                  <a:gd name="T3" fmla="*/ 18 h 447"/>
                  <a:gd name="T4" fmla="*/ 83 w 920"/>
                  <a:gd name="T5" fmla="*/ 37 h 447"/>
                  <a:gd name="T6" fmla="*/ 126 w 920"/>
                  <a:gd name="T7" fmla="*/ 71 h 447"/>
                  <a:gd name="T8" fmla="*/ 200 w 920"/>
                  <a:gd name="T9" fmla="*/ 132 h 447"/>
                  <a:gd name="T10" fmla="*/ 225 w 920"/>
                  <a:gd name="T11" fmla="*/ 151 h 447"/>
                  <a:gd name="T12" fmla="*/ 249 w 920"/>
                  <a:gd name="T13" fmla="*/ 166 h 447"/>
                  <a:gd name="T14" fmla="*/ 317 w 920"/>
                  <a:gd name="T15" fmla="*/ 184 h 447"/>
                  <a:gd name="T16" fmla="*/ 388 w 920"/>
                  <a:gd name="T17" fmla="*/ 206 h 447"/>
                  <a:gd name="T18" fmla="*/ 455 w 920"/>
                  <a:gd name="T19" fmla="*/ 227 h 447"/>
                  <a:gd name="T20" fmla="*/ 525 w 920"/>
                  <a:gd name="T21" fmla="*/ 251 h 447"/>
                  <a:gd name="T22" fmla="*/ 596 w 920"/>
                  <a:gd name="T23" fmla="*/ 277 h 447"/>
                  <a:gd name="T24" fmla="*/ 661 w 920"/>
                  <a:gd name="T25" fmla="*/ 302 h 447"/>
                  <a:gd name="T26" fmla="*/ 719 w 920"/>
                  <a:gd name="T27" fmla="*/ 329 h 447"/>
                  <a:gd name="T28" fmla="*/ 782 w 920"/>
                  <a:gd name="T29" fmla="*/ 358 h 447"/>
                  <a:gd name="T30" fmla="*/ 828 w 920"/>
                  <a:gd name="T31" fmla="*/ 380 h 447"/>
                  <a:gd name="T32" fmla="*/ 838 w 920"/>
                  <a:gd name="T33" fmla="*/ 386 h 447"/>
                  <a:gd name="T34" fmla="*/ 869 w 920"/>
                  <a:gd name="T35" fmla="*/ 407 h 447"/>
                  <a:gd name="T36" fmla="*/ 888 w 920"/>
                  <a:gd name="T37" fmla="*/ 417 h 447"/>
                  <a:gd name="T38" fmla="*/ 897 w 920"/>
                  <a:gd name="T39" fmla="*/ 423 h 447"/>
                  <a:gd name="T40" fmla="*/ 906 w 920"/>
                  <a:gd name="T41" fmla="*/ 426 h 447"/>
                  <a:gd name="T42" fmla="*/ 909 w 920"/>
                  <a:gd name="T43" fmla="*/ 426 h 447"/>
                  <a:gd name="T44" fmla="*/ 904 w 920"/>
                  <a:gd name="T45" fmla="*/ 447 h 447"/>
                  <a:gd name="T46" fmla="*/ 892 w 920"/>
                  <a:gd name="T47" fmla="*/ 444 h 447"/>
                  <a:gd name="T48" fmla="*/ 880 w 920"/>
                  <a:gd name="T49" fmla="*/ 439 h 447"/>
                  <a:gd name="T50" fmla="*/ 865 w 920"/>
                  <a:gd name="T51" fmla="*/ 431 h 447"/>
                  <a:gd name="T52" fmla="*/ 834 w 920"/>
                  <a:gd name="T53" fmla="*/ 411 h 447"/>
                  <a:gd name="T54" fmla="*/ 819 w 920"/>
                  <a:gd name="T55" fmla="*/ 402 h 447"/>
                  <a:gd name="T56" fmla="*/ 793 w 920"/>
                  <a:gd name="T57" fmla="*/ 391 h 447"/>
                  <a:gd name="T58" fmla="*/ 729 w 920"/>
                  <a:gd name="T59" fmla="*/ 368 h 447"/>
                  <a:gd name="T60" fmla="*/ 665 w 920"/>
                  <a:gd name="T61" fmla="*/ 347 h 447"/>
                  <a:gd name="T62" fmla="*/ 603 w 920"/>
                  <a:gd name="T63" fmla="*/ 324 h 447"/>
                  <a:gd name="T64" fmla="*/ 533 w 920"/>
                  <a:gd name="T65" fmla="*/ 299 h 447"/>
                  <a:gd name="T66" fmla="*/ 463 w 920"/>
                  <a:gd name="T67" fmla="*/ 275 h 447"/>
                  <a:gd name="T68" fmla="*/ 398 w 920"/>
                  <a:gd name="T69" fmla="*/ 253 h 447"/>
                  <a:gd name="T70" fmla="*/ 327 w 920"/>
                  <a:gd name="T71" fmla="*/ 232 h 447"/>
                  <a:gd name="T72" fmla="*/ 257 w 920"/>
                  <a:gd name="T73" fmla="*/ 211 h 447"/>
                  <a:gd name="T74" fmla="*/ 191 w 920"/>
                  <a:gd name="T75" fmla="*/ 194 h 447"/>
                  <a:gd name="T76" fmla="*/ 154 w 920"/>
                  <a:gd name="T77" fmla="*/ 183 h 447"/>
                  <a:gd name="T78" fmla="*/ 127 w 920"/>
                  <a:gd name="T79" fmla="*/ 174 h 447"/>
                  <a:gd name="T80" fmla="*/ 100 w 920"/>
                  <a:gd name="T81" fmla="*/ 163 h 447"/>
                  <a:gd name="T82" fmla="*/ 74 w 920"/>
                  <a:gd name="T83" fmla="*/ 151 h 447"/>
                  <a:gd name="T84" fmla="*/ 49 w 920"/>
                  <a:gd name="T85" fmla="*/ 137 h 447"/>
                  <a:gd name="T86" fmla="*/ 35 w 920"/>
                  <a:gd name="T87" fmla="*/ 128 h 447"/>
                  <a:gd name="T88" fmla="*/ 25 w 920"/>
                  <a:gd name="T89" fmla="*/ 118 h 447"/>
                  <a:gd name="T90" fmla="*/ 19 w 920"/>
                  <a:gd name="T91" fmla="*/ 110 h 447"/>
                  <a:gd name="T92" fmla="*/ 12 w 920"/>
                  <a:gd name="T93" fmla="*/ 100 h 447"/>
                  <a:gd name="T94" fmla="*/ 8 w 920"/>
                  <a:gd name="T95" fmla="*/ 89 h 447"/>
                  <a:gd name="T96" fmla="*/ 4 w 920"/>
                  <a:gd name="T97" fmla="*/ 69 h 447"/>
                  <a:gd name="T98" fmla="*/ 1 w 920"/>
                  <a:gd name="T99" fmla="*/ 45 h 447"/>
                  <a:gd name="T100" fmla="*/ 0 w 920"/>
                  <a:gd name="T101" fmla="*/ 27 h 447"/>
                  <a:gd name="T102" fmla="*/ 3 w 920"/>
                  <a:gd name="T103" fmla="*/ 14 h 447"/>
                  <a:gd name="T104" fmla="*/ 26 w 920"/>
                  <a:gd name="T105" fmla="*/ 0 h 447"/>
                  <a:gd name="T106" fmla="*/ 49 w 920"/>
                  <a:gd name="T107" fmla="*/ 78 h 447"/>
                  <a:gd name="T108" fmla="*/ 53 w 920"/>
                  <a:gd name="T109" fmla="*/ 84 h 447"/>
                  <a:gd name="T110" fmla="*/ 57 w 920"/>
                  <a:gd name="T111" fmla="*/ 89 h 447"/>
                  <a:gd name="T112" fmla="*/ 62 w 920"/>
                  <a:gd name="T113" fmla="*/ 95 h 447"/>
                  <a:gd name="T114" fmla="*/ 68 w 920"/>
                  <a:gd name="T115" fmla="*/ 99 h 447"/>
                  <a:gd name="T116" fmla="*/ 89 w 920"/>
                  <a:gd name="T117" fmla="*/ 112 h 447"/>
                  <a:gd name="T118" fmla="*/ 113 w 920"/>
                  <a:gd name="T119" fmla="*/ 122 h 447"/>
                  <a:gd name="T120" fmla="*/ 108 w 920"/>
                  <a:gd name="T121" fmla="*/ 112 h 447"/>
                  <a:gd name="T122" fmla="*/ 61 w 920"/>
                  <a:gd name="T123" fmla="*/ 74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20" h="447">
                    <a:moveTo>
                      <a:pt x="26" y="0"/>
                    </a:moveTo>
                    <a:lnTo>
                      <a:pt x="28" y="1"/>
                    </a:lnTo>
                    <a:lnTo>
                      <a:pt x="30" y="1"/>
                    </a:lnTo>
                    <a:lnTo>
                      <a:pt x="32" y="2"/>
                    </a:lnTo>
                    <a:lnTo>
                      <a:pt x="33" y="2"/>
                    </a:lnTo>
                    <a:lnTo>
                      <a:pt x="34" y="3"/>
                    </a:lnTo>
                    <a:lnTo>
                      <a:pt x="34" y="3"/>
                    </a:lnTo>
                    <a:lnTo>
                      <a:pt x="35" y="3"/>
                    </a:lnTo>
                    <a:lnTo>
                      <a:pt x="35" y="4"/>
                    </a:lnTo>
                    <a:lnTo>
                      <a:pt x="36" y="4"/>
                    </a:lnTo>
                    <a:lnTo>
                      <a:pt x="37" y="4"/>
                    </a:lnTo>
                    <a:lnTo>
                      <a:pt x="37" y="5"/>
                    </a:lnTo>
                    <a:lnTo>
                      <a:pt x="38" y="5"/>
                    </a:lnTo>
                    <a:lnTo>
                      <a:pt x="39" y="6"/>
                    </a:lnTo>
                    <a:lnTo>
                      <a:pt x="39" y="6"/>
                    </a:lnTo>
                    <a:lnTo>
                      <a:pt x="40" y="6"/>
                    </a:lnTo>
                    <a:lnTo>
                      <a:pt x="41" y="7"/>
                    </a:lnTo>
                    <a:lnTo>
                      <a:pt x="42" y="7"/>
                    </a:lnTo>
                    <a:lnTo>
                      <a:pt x="42" y="8"/>
                    </a:lnTo>
                    <a:lnTo>
                      <a:pt x="43" y="8"/>
                    </a:lnTo>
                    <a:lnTo>
                      <a:pt x="44" y="8"/>
                    </a:lnTo>
                    <a:lnTo>
                      <a:pt x="44" y="9"/>
                    </a:lnTo>
                    <a:lnTo>
                      <a:pt x="45" y="9"/>
                    </a:lnTo>
                    <a:lnTo>
                      <a:pt x="46" y="10"/>
                    </a:lnTo>
                    <a:lnTo>
                      <a:pt x="47" y="11"/>
                    </a:lnTo>
                    <a:lnTo>
                      <a:pt x="49" y="12"/>
                    </a:lnTo>
                    <a:lnTo>
                      <a:pt x="50" y="13"/>
                    </a:lnTo>
                    <a:lnTo>
                      <a:pt x="52" y="14"/>
                    </a:lnTo>
                    <a:lnTo>
                      <a:pt x="53" y="15"/>
                    </a:lnTo>
                    <a:lnTo>
                      <a:pt x="54" y="16"/>
                    </a:lnTo>
                    <a:lnTo>
                      <a:pt x="55" y="17"/>
                    </a:lnTo>
                    <a:lnTo>
                      <a:pt x="57" y="18"/>
                    </a:lnTo>
                    <a:lnTo>
                      <a:pt x="59" y="19"/>
                    </a:lnTo>
                    <a:lnTo>
                      <a:pt x="60" y="21"/>
                    </a:lnTo>
                    <a:lnTo>
                      <a:pt x="62" y="22"/>
                    </a:lnTo>
                    <a:lnTo>
                      <a:pt x="64" y="23"/>
                    </a:lnTo>
                    <a:lnTo>
                      <a:pt x="66" y="24"/>
                    </a:lnTo>
                    <a:lnTo>
                      <a:pt x="67" y="26"/>
                    </a:lnTo>
                    <a:lnTo>
                      <a:pt x="69" y="27"/>
                    </a:lnTo>
                    <a:lnTo>
                      <a:pt x="71" y="28"/>
                    </a:lnTo>
                    <a:lnTo>
                      <a:pt x="73" y="29"/>
                    </a:lnTo>
                    <a:lnTo>
                      <a:pt x="75" y="30"/>
                    </a:lnTo>
                    <a:lnTo>
                      <a:pt x="76" y="31"/>
                    </a:lnTo>
                    <a:lnTo>
                      <a:pt x="78" y="33"/>
                    </a:lnTo>
                    <a:lnTo>
                      <a:pt x="80" y="34"/>
                    </a:lnTo>
                    <a:lnTo>
                      <a:pt x="80" y="34"/>
                    </a:lnTo>
                    <a:lnTo>
                      <a:pt x="82" y="36"/>
                    </a:lnTo>
                    <a:lnTo>
                      <a:pt x="83" y="37"/>
                    </a:lnTo>
                    <a:lnTo>
                      <a:pt x="85" y="39"/>
                    </a:lnTo>
                    <a:lnTo>
                      <a:pt x="87" y="40"/>
                    </a:lnTo>
                    <a:lnTo>
                      <a:pt x="89" y="42"/>
                    </a:lnTo>
                    <a:lnTo>
                      <a:pt x="91" y="44"/>
                    </a:lnTo>
                    <a:lnTo>
                      <a:pt x="93" y="45"/>
                    </a:lnTo>
                    <a:lnTo>
                      <a:pt x="95" y="47"/>
                    </a:lnTo>
                    <a:lnTo>
                      <a:pt x="97" y="48"/>
                    </a:lnTo>
                    <a:lnTo>
                      <a:pt x="99" y="50"/>
                    </a:lnTo>
                    <a:lnTo>
                      <a:pt x="102" y="52"/>
                    </a:lnTo>
                    <a:lnTo>
                      <a:pt x="104" y="53"/>
                    </a:lnTo>
                    <a:lnTo>
                      <a:pt x="106" y="55"/>
                    </a:lnTo>
                    <a:lnTo>
                      <a:pt x="110" y="59"/>
                    </a:lnTo>
                    <a:lnTo>
                      <a:pt x="113" y="61"/>
                    </a:lnTo>
                    <a:lnTo>
                      <a:pt x="118" y="64"/>
                    </a:lnTo>
                    <a:lnTo>
                      <a:pt x="122" y="68"/>
                    </a:lnTo>
                    <a:lnTo>
                      <a:pt x="126" y="71"/>
                    </a:lnTo>
                    <a:lnTo>
                      <a:pt x="131" y="75"/>
                    </a:lnTo>
                    <a:lnTo>
                      <a:pt x="135" y="79"/>
                    </a:lnTo>
                    <a:lnTo>
                      <a:pt x="139" y="82"/>
                    </a:lnTo>
                    <a:lnTo>
                      <a:pt x="143" y="86"/>
                    </a:lnTo>
                    <a:lnTo>
                      <a:pt x="147" y="88"/>
                    </a:lnTo>
                    <a:lnTo>
                      <a:pt x="155" y="95"/>
                    </a:lnTo>
                    <a:lnTo>
                      <a:pt x="164" y="102"/>
                    </a:lnTo>
                    <a:lnTo>
                      <a:pt x="169" y="107"/>
                    </a:lnTo>
                    <a:lnTo>
                      <a:pt x="171" y="109"/>
                    </a:lnTo>
                    <a:lnTo>
                      <a:pt x="179" y="115"/>
                    </a:lnTo>
                    <a:lnTo>
                      <a:pt x="183" y="118"/>
                    </a:lnTo>
                    <a:lnTo>
                      <a:pt x="187" y="121"/>
                    </a:lnTo>
                    <a:lnTo>
                      <a:pt x="190" y="124"/>
                    </a:lnTo>
                    <a:lnTo>
                      <a:pt x="194" y="127"/>
                    </a:lnTo>
                    <a:lnTo>
                      <a:pt x="197" y="130"/>
                    </a:lnTo>
                    <a:lnTo>
                      <a:pt x="200" y="132"/>
                    </a:lnTo>
                    <a:lnTo>
                      <a:pt x="203" y="135"/>
                    </a:lnTo>
                    <a:lnTo>
                      <a:pt x="203" y="135"/>
                    </a:lnTo>
                    <a:lnTo>
                      <a:pt x="206" y="138"/>
                    </a:lnTo>
                    <a:lnTo>
                      <a:pt x="210" y="140"/>
                    </a:lnTo>
                    <a:lnTo>
                      <a:pt x="211" y="141"/>
                    </a:lnTo>
                    <a:lnTo>
                      <a:pt x="212" y="142"/>
                    </a:lnTo>
                    <a:lnTo>
                      <a:pt x="214" y="143"/>
                    </a:lnTo>
                    <a:lnTo>
                      <a:pt x="215" y="145"/>
                    </a:lnTo>
                    <a:lnTo>
                      <a:pt x="216" y="146"/>
                    </a:lnTo>
                    <a:lnTo>
                      <a:pt x="218" y="147"/>
                    </a:lnTo>
                    <a:lnTo>
                      <a:pt x="219" y="147"/>
                    </a:lnTo>
                    <a:lnTo>
                      <a:pt x="220" y="148"/>
                    </a:lnTo>
                    <a:lnTo>
                      <a:pt x="221" y="148"/>
                    </a:lnTo>
                    <a:lnTo>
                      <a:pt x="223" y="149"/>
                    </a:lnTo>
                    <a:lnTo>
                      <a:pt x="224" y="150"/>
                    </a:lnTo>
                    <a:lnTo>
                      <a:pt x="225" y="151"/>
                    </a:lnTo>
                    <a:lnTo>
                      <a:pt x="226" y="152"/>
                    </a:lnTo>
                    <a:lnTo>
                      <a:pt x="226" y="152"/>
                    </a:lnTo>
                    <a:lnTo>
                      <a:pt x="226" y="153"/>
                    </a:lnTo>
                    <a:lnTo>
                      <a:pt x="227" y="154"/>
                    </a:lnTo>
                    <a:lnTo>
                      <a:pt x="228" y="154"/>
                    </a:lnTo>
                    <a:lnTo>
                      <a:pt x="229" y="155"/>
                    </a:lnTo>
                    <a:lnTo>
                      <a:pt x="229" y="155"/>
                    </a:lnTo>
                    <a:lnTo>
                      <a:pt x="230" y="155"/>
                    </a:lnTo>
                    <a:lnTo>
                      <a:pt x="230" y="155"/>
                    </a:lnTo>
                    <a:lnTo>
                      <a:pt x="229" y="158"/>
                    </a:lnTo>
                    <a:lnTo>
                      <a:pt x="228" y="159"/>
                    </a:lnTo>
                    <a:lnTo>
                      <a:pt x="228" y="160"/>
                    </a:lnTo>
                    <a:lnTo>
                      <a:pt x="229" y="160"/>
                    </a:lnTo>
                    <a:lnTo>
                      <a:pt x="236" y="162"/>
                    </a:lnTo>
                    <a:lnTo>
                      <a:pt x="242" y="164"/>
                    </a:lnTo>
                    <a:lnTo>
                      <a:pt x="249" y="166"/>
                    </a:lnTo>
                    <a:lnTo>
                      <a:pt x="255" y="167"/>
                    </a:lnTo>
                    <a:lnTo>
                      <a:pt x="258" y="168"/>
                    </a:lnTo>
                    <a:lnTo>
                      <a:pt x="262" y="169"/>
                    </a:lnTo>
                    <a:lnTo>
                      <a:pt x="265" y="170"/>
                    </a:lnTo>
                    <a:lnTo>
                      <a:pt x="268" y="171"/>
                    </a:lnTo>
                    <a:lnTo>
                      <a:pt x="273" y="172"/>
                    </a:lnTo>
                    <a:lnTo>
                      <a:pt x="277" y="173"/>
                    </a:lnTo>
                    <a:lnTo>
                      <a:pt x="282" y="175"/>
                    </a:lnTo>
                    <a:lnTo>
                      <a:pt x="286" y="176"/>
                    </a:lnTo>
                    <a:lnTo>
                      <a:pt x="290" y="177"/>
                    </a:lnTo>
                    <a:lnTo>
                      <a:pt x="295" y="178"/>
                    </a:lnTo>
                    <a:lnTo>
                      <a:pt x="299" y="179"/>
                    </a:lnTo>
                    <a:lnTo>
                      <a:pt x="304" y="180"/>
                    </a:lnTo>
                    <a:lnTo>
                      <a:pt x="308" y="182"/>
                    </a:lnTo>
                    <a:lnTo>
                      <a:pt x="313" y="183"/>
                    </a:lnTo>
                    <a:lnTo>
                      <a:pt x="317" y="184"/>
                    </a:lnTo>
                    <a:lnTo>
                      <a:pt x="321" y="185"/>
                    </a:lnTo>
                    <a:lnTo>
                      <a:pt x="326" y="187"/>
                    </a:lnTo>
                    <a:lnTo>
                      <a:pt x="330" y="188"/>
                    </a:lnTo>
                    <a:lnTo>
                      <a:pt x="335" y="190"/>
                    </a:lnTo>
                    <a:lnTo>
                      <a:pt x="340" y="191"/>
                    </a:lnTo>
                    <a:lnTo>
                      <a:pt x="343" y="192"/>
                    </a:lnTo>
                    <a:lnTo>
                      <a:pt x="348" y="194"/>
                    </a:lnTo>
                    <a:lnTo>
                      <a:pt x="352" y="195"/>
                    </a:lnTo>
                    <a:lnTo>
                      <a:pt x="357" y="196"/>
                    </a:lnTo>
                    <a:lnTo>
                      <a:pt x="362" y="198"/>
                    </a:lnTo>
                    <a:lnTo>
                      <a:pt x="366" y="199"/>
                    </a:lnTo>
                    <a:lnTo>
                      <a:pt x="371" y="201"/>
                    </a:lnTo>
                    <a:lnTo>
                      <a:pt x="374" y="202"/>
                    </a:lnTo>
                    <a:lnTo>
                      <a:pt x="379" y="203"/>
                    </a:lnTo>
                    <a:lnTo>
                      <a:pt x="383" y="205"/>
                    </a:lnTo>
                    <a:lnTo>
                      <a:pt x="388" y="206"/>
                    </a:lnTo>
                    <a:lnTo>
                      <a:pt x="393" y="207"/>
                    </a:lnTo>
                    <a:lnTo>
                      <a:pt x="397" y="208"/>
                    </a:lnTo>
                    <a:lnTo>
                      <a:pt x="401" y="210"/>
                    </a:lnTo>
                    <a:lnTo>
                      <a:pt x="405" y="211"/>
                    </a:lnTo>
                    <a:lnTo>
                      <a:pt x="410" y="212"/>
                    </a:lnTo>
                    <a:lnTo>
                      <a:pt x="415" y="214"/>
                    </a:lnTo>
                    <a:lnTo>
                      <a:pt x="419" y="215"/>
                    </a:lnTo>
                    <a:lnTo>
                      <a:pt x="424" y="217"/>
                    </a:lnTo>
                    <a:lnTo>
                      <a:pt x="428" y="218"/>
                    </a:lnTo>
                    <a:lnTo>
                      <a:pt x="432" y="220"/>
                    </a:lnTo>
                    <a:lnTo>
                      <a:pt x="437" y="221"/>
                    </a:lnTo>
                    <a:lnTo>
                      <a:pt x="441" y="223"/>
                    </a:lnTo>
                    <a:lnTo>
                      <a:pt x="446" y="224"/>
                    </a:lnTo>
                    <a:lnTo>
                      <a:pt x="450" y="226"/>
                    </a:lnTo>
                    <a:lnTo>
                      <a:pt x="453" y="227"/>
                    </a:lnTo>
                    <a:lnTo>
                      <a:pt x="455" y="227"/>
                    </a:lnTo>
                    <a:lnTo>
                      <a:pt x="459" y="229"/>
                    </a:lnTo>
                    <a:lnTo>
                      <a:pt x="463" y="230"/>
                    </a:lnTo>
                    <a:lnTo>
                      <a:pt x="468" y="232"/>
                    </a:lnTo>
                    <a:lnTo>
                      <a:pt x="472" y="234"/>
                    </a:lnTo>
                    <a:lnTo>
                      <a:pt x="477" y="235"/>
                    </a:lnTo>
                    <a:lnTo>
                      <a:pt x="481" y="236"/>
                    </a:lnTo>
                    <a:lnTo>
                      <a:pt x="486" y="237"/>
                    </a:lnTo>
                    <a:lnTo>
                      <a:pt x="490" y="239"/>
                    </a:lnTo>
                    <a:lnTo>
                      <a:pt x="494" y="240"/>
                    </a:lnTo>
                    <a:lnTo>
                      <a:pt x="499" y="242"/>
                    </a:lnTo>
                    <a:lnTo>
                      <a:pt x="503" y="243"/>
                    </a:lnTo>
                    <a:lnTo>
                      <a:pt x="508" y="245"/>
                    </a:lnTo>
                    <a:lnTo>
                      <a:pt x="512" y="247"/>
                    </a:lnTo>
                    <a:lnTo>
                      <a:pt x="516" y="248"/>
                    </a:lnTo>
                    <a:lnTo>
                      <a:pt x="521" y="250"/>
                    </a:lnTo>
                    <a:lnTo>
                      <a:pt x="525" y="251"/>
                    </a:lnTo>
                    <a:lnTo>
                      <a:pt x="530" y="253"/>
                    </a:lnTo>
                    <a:lnTo>
                      <a:pt x="534" y="255"/>
                    </a:lnTo>
                    <a:lnTo>
                      <a:pt x="539" y="256"/>
                    </a:lnTo>
                    <a:lnTo>
                      <a:pt x="543" y="258"/>
                    </a:lnTo>
                    <a:lnTo>
                      <a:pt x="547" y="260"/>
                    </a:lnTo>
                    <a:lnTo>
                      <a:pt x="552" y="261"/>
                    </a:lnTo>
                    <a:lnTo>
                      <a:pt x="556" y="263"/>
                    </a:lnTo>
                    <a:lnTo>
                      <a:pt x="561" y="265"/>
                    </a:lnTo>
                    <a:lnTo>
                      <a:pt x="565" y="265"/>
                    </a:lnTo>
                    <a:lnTo>
                      <a:pt x="570" y="267"/>
                    </a:lnTo>
                    <a:lnTo>
                      <a:pt x="574" y="268"/>
                    </a:lnTo>
                    <a:lnTo>
                      <a:pt x="578" y="270"/>
                    </a:lnTo>
                    <a:lnTo>
                      <a:pt x="582" y="272"/>
                    </a:lnTo>
                    <a:lnTo>
                      <a:pt x="587" y="274"/>
                    </a:lnTo>
                    <a:lnTo>
                      <a:pt x="591" y="275"/>
                    </a:lnTo>
                    <a:lnTo>
                      <a:pt x="596" y="277"/>
                    </a:lnTo>
                    <a:lnTo>
                      <a:pt x="600" y="279"/>
                    </a:lnTo>
                    <a:lnTo>
                      <a:pt x="604" y="280"/>
                    </a:lnTo>
                    <a:lnTo>
                      <a:pt x="609" y="282"/>
                    </a:lnTo>
                    <a:lnTo>
                      <a:pt x="613" y="284"/>
                    </a:lnTo>
                    <a:lnTo>
                      <a:pt x="618" y="285"/>
                    </a:lnTo>
                    <a:lnTo>
                      <a:pt x="622" y="287"/>
                    </a:lnTo>
                    <a:lnTo>
                      <a:pt x="627" y="289"/>
                    </a:lnTo>
                    <a:lnTo>
                      <a:pt x="631" y="290"/>
                    </a:lnTo>
                    <a:lnTo>
                      <a:pt x="635" y="292"/>
                    </a:lnTo>
                    <a:lnTo>
                      <a:pt x="639" y="294"/>
                    </a:lnTo>
                    <a:lnTo>
                      <a:pt x="643" y="295"/>
                    </a:lnTo>
                    <a:lnTo>
                      <a:pt x="644" y="295"/>
                    </a:lnTo>
                    <a:lnTo>
                      <a:pt x="648" y="297"/>
                    </a:lnTo>
                    <a:lnTo>
                      <a:pt x="652" y="299"/>
                    </a:lnTo>
                    <a:lnTo>
                      <a:pt x="657" y="301"/>
                    </a:lnTo>
                    <a:lnTo>
                      <a:pt x="661" y="302"/>
                    </a:lnTo>
                    <a:lnTo>
                      <a:pt x="665" y="304"/>
                    </a:lnTo>
                    <a:lnTo>
                      <a:pt x="669" y="306"/>
                    </a:lnTo>
                    <a:lnTo>
                      <a:pt x="673" y="308"/>
                    </a:lnTo>
                    <a:lnTo>
                      <a:pt x="678" y="310"/>
                    </a:lnTo>
                    <a:lnTo>
                      <a:pt x="680" y="311"/>
                    </a:lnTo>
                    <a:lnTo>
                      <a:pt x="682" y="312"/>
                    </a:lnTo>
                    <a:lnTo>
                      <a:pt x="687" y="314"/>
                    </a:lnTo>
                    <a:lnTo>
                      <a:pt x="690" y="316"/>
                    </a:lnTo>
                    <a:lnTo>
                      <a:pt x="694" y="318"/>
                    </a:lnTo>
                    <a:lnTo>
                      <a:pt x="699" y="320"/>
                    </a:lnTo>
                    <a:lnTo>
                      <a:pt x="703" y="322"/>
                    </a:lnTo>
                    <a:lnTo>
                      <a:pt x="707" y="324"/>
                    </a:lnTo>
                    <a:lnTo>
                      <a:pt x="708" y="324"/>
                    </a:lnTo>
                    <a:lnTo>
                      <a:pt x="712" y="325"/>
                    </a:lnTo>
                    <a:lnTo>
                      <a:pt x="716" y="327"/>
                    </a:lnTo>
                    <a:lnTo>
                      <a:pt x="719" y="329"/>
                    </a:lnTo>
                    <a:lnTo>
                      <a:pt x="724" y="331"/>
                    </a:lnTo>
                    <a:lnTo>
                      <a:pt x="728" y="333"/>
                    </a:lnTo>
                    <a:lnTo>
                      <a:pt x="733" y="335"/>
                    </a:lnTo>
                    <a:lnTo>
                      <a:pt x="737" y="337"/>
                    </a:lnTo>
                    <a:lnTo>
                      <a:pt x="741" y="339"/>
                    </a:lnTo>
                    <a:lnTo>
                      <a:pt x="746" y="341"/>
                    </a:lnTo>
                    <a:lnTo>
                      <a:pt x="749" y="343"/>
                    </a:lnTo>
                    <a:lnTo>
                      <a:pt x="753" y="345"/>
                    </a:lnTo>
                    <a:lnTo>
                      <a:pt x="756" y="346"/>
                    </a:lnTo>
                    <a:lnTo>
                      <a:pt x="758" y="347"/>
                    </a:lnTo>
                    <a:lnTo>
                      <a:pt x="762" y="349"/>
                    </a:lnTo>
                    <a:lnTo>
                      <a:pt x="766" y="351"/>
                    </a:lnTo>
                    <a:lnTo>
                      <a:pt x="770" y="353"/>
                    </a:lnTo>
                    <a:lnTo>
                      <a:pt x="775" y="354"/>
                    </a:lnTo>
                    <a:lnTo>
                      <a:pt x="778" y="356"/>
                    </a:lnTo>
                    <a:lnTo>
                      <a:pt x="782" y="358"/>
                    </a:lnTo>
                    <a:lnTo>
                      <a:pt x="787" y="360"/>
                    </a:lnTo>
                    <a:lnTo>
                      <a:pt x="791" y="362"/>
                    </a:lnTo>
                    <a:lnTo>
                      <a:pt x="795" y="364"/>
                    </a:lnTo>
                    <a:lnTo>
                      <a:pt x="799" y="366"/>
                    </a:lnTo>
                    <a:lnTo>
                      <a:pt x="804" y="368"/>
                    </a:lnTo>
                    <a:lnTo>
                      <a:pt x="807" y="370"/>
                    </a:lnTo>
                    <a:lnTo>
                      <a:pt x="811" y="372"/>
                    </a:lnTo>
                    <a:lnTo>
                      <a:pt x="815" y="374"/>
                    </a:lnTo>
                    <a:lnTo>
                      <a:pt x="820" y="376"/>
                    </a:lnTo>
                    <a:lnTo>
                      <a:pt x="824" y="378"/>
                    </a:lnTo>
                    <a:lnTo>
                      <a:pt x="824" y="378"/>
                    </a:lnTo>
                    <a:lnTo>
                      <a:pt x="825" y="379"/>
                    </a:lnTo>
                    <a:lnTo>
                      <a:pt x="826" y="379"/>
                    </a:lnTo>
                    <a:lnTo>
                      <a:pt x="826" y="379"/>
                    </a:lnTo>
                    <a:lnTo>
                      <a:pt x="827" y="380"/>
                    </a:lnTo>
                    <a:lnTo>
                      <a:pt x="828" y="380"/>
                    </a:lnTo>
                    <a:lnTo>
                      <a:pt x="828" y="380"/>
                    </a:lnTo>
                    <a:lnTo>
                      <a:pt x="829" y="381"/>
                    </a:lnTo>
                    <a:lnTo>
                      <a:pt x="829" y="381"/>
                    </a:lnTo>
                    <a:lnTo>
                      <a:pt x="830" y="381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1" y="382"/>
                    </a:lnTo>
                    <a:lnTo>
                      <a:pt x="832" y="382"/>
                    </a:lnTo>
                    <a:lnTo>
                      <a:pt x="833" y="383"/>
                    </a:lnTo>
                    <a:lnTo>
                      <a:pt x="833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4" y="383"/>
                    </a:lnTo>
                    <a:lnTo>
                      <a:pt x="836" y="384"/>
                    </a:lnTo>
                    <a:lnTo>
                      <a:pt x="837" y="385"/>
                    </a:lnTo>
                    <a:lnTo>
                      <a:pt x="838" y="386"/>
                    </a:lnTo>
                    <a:lnTo>
                      <a:pt x="840" y="387"/>
                    </a:lnTo>
                    <a:lnTo>
                      <a:pt x="841" y="388"/>
                    </a:lnTo>
                    <a:lnTo>
                      <a:pt x="843" y="389"/>
                    </a:lnTo>
                    <a:lnTo>
                      <a:pt x="844" y="390"/>
                    </a:lnTo>
                    <a:lnTo>
                      <a:pt x="846" y="391"/>
                    </a:lnTo>
                    <a:lnTo>
                      <a:pt x="847" y="392"/>
                    </a:lnTo>
                    <a:lnTo>
                      <a:pt x="849" y="393"/>
                    </a:lnTo>
                    <a:lnTo>
                      <a:pt x="850" y="394"/>
                    </a:lnTo>
                    <a:lnTo>
                      <a:pt x="854" y="396"/>
                    </a:lnTo>
                    <a:lnTo>
                      <a:pt x="857" y="398"/>
                    </a:lnTo>
                    <a:lnTo>
                      <a:pt x="860" y="400"/>
                    </a:lnTo>
                    <a:lnTo>
                      <a:pt x="863" y="403"/>
                    </a:lnTo>
                    <a:lnTo>
                      <a:pt x="864" y="404"/>
                    </a:lnTo>
                    <a:lnTo>
                      <a:pt x="866" y="405"/>
                    </a:lnTo>
                    <a:lnTo>
                      <a:pt x="867" y="406"/>
                    </a:lnTo>
                    <a:lnTo>
                      <a:pt x="869" y="407"/>
                    </a:lnTo>
                    <a:lnTo>
                      <a:pt x="870" y="408"/>
                    </a:lnTo>
                    <a:lnTo>
                      <a:pt x="872" y="409"/>
                    </a:lnTo>
                    <a:lnTo>
                      <a:pt x="874" y="410"/>
                    </a:lnTo>
                    <a:lnTo>
                      <a:pt x="875" y="411"/>
                    </a:lnTo>
                    <a:lnTo>
                      <a:pt x="877" y="412"/>
                    </a:lnTo>
                    <a:lnTo>
                      <a:pt x="879" y="412"/>
                    </a:lnTo>
                    <a:lnTo>
                      <a:pt x="880" y="413"/>
                    </a:lnTo>
                    <a:lnTo>
                      <a:pt x="882" y="414"/>
                    </a:lnTo>
                    <a:lnTo>
                      <a:pt x="883" y="414"/>
                    </a:lnTo>
                    <a:lnTo>
                      <a:pt x="883" y="415"/>
                    </a:lnTo>
                    <a:lnTo>
                      <a:pt x="884" y="415"/>
                    </a:lnTo>
                    <a:lnTo>
                      <a:pt x="885" y="416"/>
                    </a:lnTo>
                    <a:lnTo>
                      <a:pt x="886" y="416"/>
                    </a:lnTo>
                    <a:lnTo>
                      <a:pt x="886" y="417"/>
                    </a:lnTo>
                    <a:lnTo>
                      <a:pt x="887" y="417"/>
                    </a:lnTo>
                    <a:lnTo>
                      <a:pt x="888" y="417"/>
                    </a:lnTo>
                    <a:lnTo>
                      <a:pt x="888" y="417"/>
                    </a:lnTo>
                    <a:lnTo>
                      <a:pt x="889" y="418"/>
                    </a:lnTo>
                    <a:lnTo>
                      <a:pt x="889" y="418"/>
                    </a:lnTo>
                    <a:lnTo>
                      <a:pt x="890" y="419"/>
                    </a:lnTo>
                    <a:lnTo>
                      <a:pt x="891" y="419"/>
                    </a:lnTo>
                    <a:lnTo>
                      <a:pt x="892" y="419"/>
                    </a:lnTo>
                    <a:lnTo>
                      <a:pt x="892" y="420"/>
                    </a:lnTo>
                    <a:lnTo>
                      <a:pt x="892" y="420"/>
                    </a:lnTo>
                    <a:lnTo>
                      <a:pt x="893" y="420"/>
                    </a:lnTo>
                    <a:lnTo>
                      <a:pt x="893" y="421"/>
                    </a:lnTo>
                    <a:lnTo>
                      <a:pt x="894" y="421"/>
                    </a:lnTo>
                    <a:lnTo>
                      <a:pt x="895" y="421"/>
                    </a:lnTo>
                    <a:lnTo>
                      <a:pt x="895" y="422"/>
                    </a:lnTo>
                    <a:lnTo>
                      <a:pt x="896" y="422"/>
                    </a:lnTo>
                    <a:lnTo>
                      <a:pt x="897" y="422"/>
                    </a:lnTo>
                    <a:lnTo>
                      <a:pt x="897" y="423"/>
                    </a:lnTo>
                    <a:lnTo>
                      <a:pt x="898" y="423"/>
                    </a:lnTo>
                    <a:lnTo>
                      <a:pt x="899" y="423"/>
                    </a:lnTo>
                    <a:lnTo>
                      <a:pt x="899" y="423"/>
                    </a:lnTo>
                    <a:lnTo>
                      <a:pt x="900" y="424"/>
                    </a:lnTo>
                    <a:lnTo>
                      <a:pt x="900" y="424"/>
                    </a:lnTo>
                    <a:lnTo>
                      <a:pt x="901" y="424"/>
                    </a:lnTo>
                    <a:lnTo>
                      <a:pt x="902" y="424"/>
                    </a:lnTo>
                    <a:lnTo>
                      <a:pt x="902" y="424"/>
                    </a:lnTo>
                    <a:lnTo>
                      <a:pt x="903" y="425"/>
                    </a:lnTo>
                    <a:lnTo>
                      <a:pt x="903" y="425"/>
                    </a:lnTo>
                    <a:lnTo>
                      <a:pt x="904" y="425"/>
                    </a:lnTo>
                    <a:lnTo>
                      <a:pt x="904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5" y="425"/>
                    </a:lnTo>
                    <a:lnTo>
                      <a:pt x="906" y="426"/>
                    </a:lnTo>
                    <a:lnTo>
                      <a:pt x="906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7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8" y="426"/>
                    </a:lnTo>
                    <a:lnTo>
                      <a:pt x="909" y="426"/>
                    </a:lnTo>
                    <a:lnTo>
                      <a:pt x="909" y="426"/>
                    </a:lnTo>
                    <a:lnTo>
                      <a:pt x="917" y="429"/>
                    </a:lnTo>
                    <a:lnTo>
                      <a:pt x="920" y="437"/>
                    </a:lnTo>
                    <a:lnTo>
                      <a:pt x="920" y="437"/>
                    </a:lnTo>
                    <a:lnTo>
                      <a:pt x="916" y="444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8" y="447"/>
                    </a:lnTo>
                    <a:lnTo>
                      <a:pt x="907" y="447"/>
                    </a:lnTo>
                    <a:lnTo>
                      <a:pt x="907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6" y="447"/>
                    </a:lnTo>
                    <a:lnTo>
                      <a:pt x="905" y="447"/>
                    </a:lnTo>
                    <a:lnTo>
                      <a:pt x="905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4" y="447"/>
                    </a:lnTo>
                    <a:lnTo>
                      <a:pt x="903" y="447"/>
                    </a:lnTo>
                    <a:lnTo>
                      <a:pt x="902" y="447"/>
                    </a:lnTo>
                    <a:lnTo>
                      <a:pt x="901" y="447"/>
                    </a:lnTo>
                    <a:lnTo>
                      <a:pt x="900" y="446"/>
                    </a:lnTo>
                    <a:lnTo>
                      <a:pt x="900" y="446"/>
                    </a:lnTo>
                    <a:lnTo>
                      <a:pt x="899" y="446"/>
                    </a:lnTo>
                    <a:lnTo>
                      <a:pt x="898" y="446"/>
                    </a:lnTo>
                    <a:lnTo>
                      <a:pt x="897" y="446"/>
                    </a:lnTo>
                    <a:lnTo>
                      <a:pt x="896" y="445"/>
                    </a:lnTo>
                    <a:lnTo>
                      <a:pt x="896" y="445"/>
                    </a:lnTo>
                    <a:lnTo>
                      <a:pt x="895" y="445"/>
                    </a:lnTo>
                    <a:lnTo>
                      <a:pt x="894" y="445"/>
                    </a:lnTo>
                    <a:lnTo>
                      <a:pt x="893" y="444"/>
                    </a:lnTo>
                    <a:lnTo>
                      <a:pt x="892" y="444"/>
                    </a:lnTo>
                    <a:lnTo>
                      <a:pt x="892" y="444"/>
                    </a:lnTo>
                    <a:lnTo>
                      <a:pt x="892" y="443"/>
                    </a:lnTo>
                    <a:lnTo>
                      <a:pt x="891" y="443"/>
                    </a:lnTo>
                    <a:lnTo>
                      <a:pt x="890" y="443"/>
                    </a:lnTo>
                    <a:lnTo>
                      <a:pt x="889" y="442"/>
                    </a:lnTo>
                    <a:lnTo>
                      <a:pt x="889" y="442"/>
                    </a:lnTo>
                    <a:lnTo>
                      <a:pt x="888" y="442"/>
                    </a:lnTo>
                    <a:lnTo>
                      <a:pt x="887" y="442"/>
                    </a:lnTo>
                    <a:lnTo>
                      <a:pt x="886" y="442"/>
                    </a:lnTo>
                    <a:lnTo>
                      <a:pt x="885" y="442"/>
                    </a:lnTo>
                    <a:lnTo>
                      <a:pt x="885" y="441"/>
                    </a:lnTo>
                    <a:lnTo>
                      <a:pt x="884" y="441"/>
                    </a:lnTo>
                    <a:lnTo>
                      <a:pt x="883" y="440"/>
                    </a:lnTo>
                    <a:lnTo>
                      <a:pt x="882" y="440"/>
                    </a:lnTo>
                    <a:lnTo>
                      <a:pt x="881" y="440"/>
                    </a:lnTo>
                    <a:lnTo>
                      <a:pt x="880" y="439"/>
                    </a:lnTo>
                    <a:lnTo>
                      <a:pt x="880" y="439"/>
                    </a:lnTo>
                    <a:lnTo>
                      <a:pt x="879" y="438"/>
                    </a:lnTo>
                    <a:lnTo>
                      <a:pt x="878" y="438"/>
                    </a:lnTo>
                    <a:lnTo>
                      <a:pt x="877" y="437"/>
                    </a:lnTo>
                    <a:lnTo>
                      <a:pt x="877" y="437"/>
                    </a:lnTo>
                    <a:lnTo>
                      <a:pt x="876" y="437"/>
                    </a:lnTo>
                    <a:lnTo>
                      <a:pt x="875" y="436"/>
                    </a:lnTo>
                    <a:lnTo>
                      <a:pt x="875" y="436"/>
                    </a:lnTo>
                    <a:lnTo>
                      <a:pt x="874" y="436"/>
                    </a:lnTo>
                    <a:lnTo>
                      <a:pt x="873" y="435"/>
                    </a:lnTo>
                    <a:lnTo>
                      <a:pt x="872" y="435"/>
                    </a:lnTo>
                    <a:lnTo>
                      <a:pt x="871" y="434"/>
                    </a:lnTo>
                    <a:lnTo>
                      <a:pt x="870" y="434"/>
                    </a:lnTo>
                    <a:lnTo>
                      <a:pt x="869" y="433"/>
                    </a:lnTo>
                    <a:lnTo>
                      <a:pt x="867" y="432"/>
                    </a:lnTo>
                    <a:lnTo>
                      <a:pt x="865" y="431"/>
                    </a:lnTo>
                    <a:lnTo>
                      <a:pt x="863" y="430"/>
                    </a:lnTo>
                    <a:lnTo>
                      <a:pt x="863" y="428"/>
                    </a:lnTo>
                    <a:lnTo>
                      <a:pt x="861" y="427"/>
                    </a:lnTo>
                    <a:lnTo>
                      <a:pt x="859" y="426"/>
                    </a:lnTo>
                    <a:lnTo>
                      <a:pt x="858" y="425"/>
                    </a:lnTo>
                    <a:lnTo>
                      <a:pt x="856" y="424"/>
                    </a:lnTo>
                    <a:lnTo>
                      <a:pt x="854" y="423"/>
                    </a:lnTo>
                    <a:lnTo>
                      <a:pt x="852" y="422"/>
                    </a:lnTo>
                    <a:lnTo>
                      <a:pt x="851" y="421"/>
                    </a:lnTo>
                    <a:lnTo>
                      <a:pt x="847" y="419"/>
                    </a:lnTo>
                    <a:lnTo>
                      <a:pt x="844" y="417"/>
                    </a:lnTo>
                    <a:lnTo>
                      <a:pt x="841" y="415"/>
                    </a:lnTo>
                    <a:lnTo>
                      <a:pt x="838" y="413"/>
                    </a:lnTo>
                    <a:lnTo>
                      <a:pt x="836" y="412"/>
                    </a:lnTo>
                    <a:lnTo>
                      <a:pt x="835" y="412"/>
                    </a:lnTo>
                    <a:lnTo>
                      <a:pt x="834" y="411"/>
                    </a:lnTo>
                    <a:lnTo>
                      <a:pt x="833" y="410"/>
                    </a:lnTo>
                    <a:lnTo>
                      <a:pt x="831" y="409"/>
                    </a:lnTo>
                    <a:lnTo>
                      <a:pt x="830" y="408"/>
                    </a:lnTo>
                    <a:lnTo>
                      <a:pt x="828" y="407"/>
                    </a:lnTo>
                    <a:lnTo>
                      <a:pt x="827" y="407"/>
                    </a:lnTo>
                    <a:lnTo>
                      <a:pt x="826" y="406"/>
                    </a:lnTo>
                    <a:lnTo>
                      <a:pt x="824" y="405"/>
                    </a:lnTo>
                    <a:lnTo>
                      <a:pt x="823" y="404"/>
                    </a:lnTo>
                    <a:lnTo>
                      <a:pt x="822" y="404"/>
                    </a:lnTo>
                    <a:lnTo>
                      <a:pt x="822" y="404"/>
                    </a:lnTo>
                    <a:lnTo>
                      <a:pt x="821" y="403"/>
                    </a:lnTo>
                    <a:lnTo>
                      <a:pt x="821" y="403"/>
                    </a:lnTo>
                    <a:lnTo>
                      <a:pt x="820" y="403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9" y="402"/>
                    </a:lnTo>
                    <a:lnTo>
                      <a:pt x="818" y="402"/>
                    </a:lnTo>
                    <a:lnTo>
                      <a:pt x="818" y="402"/>
                    </a:lnTo>
                    <a:lnTo>
                      <a:pt x="817" y="401"/>
                    </a:lnTo>
                    <a:lnTo>
                      <a:pt x="817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6" y="401"/>
                    </a:lnTo>
                    <a:lnTo>
                      <a:pt x="815" y="400"/>
                    </a:lnTo>
                    <a:lnTo>
                      <a:pt x="815" y="400"/>
                    </a:lnTo>
                    <a:lnTo>
                      <a:pt x="814" y="400"/>
                    </a:lnTo>
                    <a:lnTo>
                      <a:pt x="814" y="400"/>
                    </a:lnTo>
                    <a:lnTo>
                      <a:pt x="810" y="398"/>
                    </a:lnTo>
                    <a:lnTo>
                      <a:pt x="805" y="396"/>
                    </a:lnTo>
                    <a:lnTo>
                      <a:pt x="802" y="395"/>
                    </a:lnTo>
                    <a:lnTo>
                      <a:pt x="798" y="393"/>
                    </a:lnTo>
                    <a:lnTo>
                      <a:pt x="793" y="391"/>
                    </a:lnTo>
                    <a:lnTo>
                      <a:pt x="789" y="390"/>
                    </a:lnTo>
                    <a:lnTo>
                      <a:pt x="784" y="388"/>
                    </a:lnTo>
                    <a:lnTo>
                      <a:pt x="780" y="387"/>
                    </a:lnTo>
                    <a:lnTo>
                      <a:pt x="776" y="385"/>
                    </a:lnTo>
                    <a:lnTo>
                      <a:pt x="772" y="383"/>
                    </a:lnTo>
                    <a:lnTo>
                      <a:pt x="768" y="383"/>
                    </a:lnTo>
                    <a:lnTo>
                      <a:pt x="763" y="381"/>
                    </a:lnTo>
                    <a:lnTo>
                      <a:pt x="759" y="380"/>
                    </a:lnTo>
                    <a:lnTo>
                      <a:pt x="754" y="378"/>
                    </a:lnTo>
                    <a:lnTo>
                      <a:pt x="750" y="376"/>
                    </a:lnTo>
                    <a:lnTo>
                      <a:pt x="747" y="375"/>
                    </a:lnTo>
                    <a:lnTo>
                      <a:pt x="745" y="374"/>
                    </a:lnTo>
                    <a:lnTo>
                      <a:pt x="742" y="373"/>
                    </a:lnTo>
                    <a:lnTo>
                      <a:pt x="738" y="372"/>
                    </a:lnTo>
                    <a:lnTo>
                      <a:pt x="733" y="370"/>
                    </a:lnTo>
                    <a:lnTo>
                      <a:pt x="729" y="368"/>
                    </a:lnTo>
                    <a:lnTo>
                      <a:pt x="724" y="367"/>
                    </a:lnTo>
                    <a:lnTo>
                      <a:pt x="720" y="365"/>
                    </a:lnTo>
                    <a:lnTo>
                      <a:pt x="716" y="363"/>
                    </a:lnTo>
                    <a:lnTo>
                      <a:pt x="712" y="362"/>
                    </a:lnTo>
                    <a:lnTo>
                      <a:pt x="708" y="360"/>
                    </a:lnTo>
                    <a:lnTo>
                      <a:pt x="703" y="359"/>
                    </a:lnTo>
                    <a:lnTo>
                      <a:pt x="699" y="357"/>
                    </a:lnTo>
                    <a:lnTo>
                      <a:pt x="695" y="356"/>
                    </a:lnTo>
                    <a:lnTo>
                      <a:pt x="694" y="355"/>
                    </a:lnTo>
                    <a:lnTo>
                      <a:pt x="690" y="354"/>
                    </a:lnTo>
                    <a:lnTo>
                      <a:pt x="686" y="353"/>
                    </a:lnTo>
                    <a:lnTo>
                      <a:pt x="682" y="352"/>
                    </a:lnTo>
                    <a:lnTo>
                      <a:pt x="677" y="350"/>
                    </a:lnTo>
                    <a:lnTo>
                      <a:pt x="673" y="349"/>
                    </a:lnTo>
                    <a:lnTo>
                      <a:pt x="668" y="347"/>
                    </a:lnTo>
                    <a:lnTo>
                      <a:pt x="665" y="347"/>
                    </a:lnTo>
                    <a:lnTo>
                      <a:pt x="664" y="346"/>
                    </a:lnTo>
                    <a:lnTo>
                      <a:pt x="660" y="344"/>
                    </a:lnTo>
                    <a:lnTo>
                      <a:pt x="655" y="343"/>
                    </a:lnTo>
                    <a:lnTo>
                      <a:pt x="651" y="341"/>
                    </a:lnTo>
                    <a:lnTo>
                      <a:pt x="646" y="340"/>
                    </a:lnTo>
                    <a:lnTo>
                      <a:pt x="642" y="338"/>
                    </a:lnTo>
                    <a:lnTo>
                      <a:pt x="637" y="337"/>
                    </a:lnTo>
                    <a:lnTo>
                      <a:pt x="633" y="335"/>
                    </a:lnTo>
                    <a:lnTo>
                      <a:pt x="629" y="334"/>
                    </a:lnTo>
                    <a:lnTo>
                      <a:pt x="629" y="334"/>
                    </a:lnTo>
                    <a:lnTo>
                      <a:pt x="625" y="332"/>
                    </a:lnTo>
                    <a:lnTo>
                      <a:pt x="620" y="330"/>
                    </a:lnTo>
                    <a:lnTo>
                      <a:pt x="616" y="329"/>
                    </a:lnTo>
                    <a:lnTo>
                      <a:pt x="611" y="327"/>
                    </a:lnTo>
                    <a:lnTo>
                      <a:pt x="607" y="325"/>
                    </a:lnTo>
                    <a:lnTo>
                      <a:pt x="603" y="324"/>
                    </a:lnTo>
                    <a:lnTo>
                      <a:pt x="599" y="323"/>
                    </a:lnTo>
                    <a:lnTo>
                      <a:pt x="594" y="321"/>
                    </a:lnTo>
                    <a:lnTo>
                      <a:pt x="590" y="320"/>
                    </a:lnTo>
                    <a:lnTo>
                      <a:pt x="585" y="318"/>
                    </a:lnTo>
                    <a:lnTo>
                      <a:pt x="581" y="316"/>
                    </a:lnTo>
                    <a:lnTo>
                      <a:pt x="576" y="315"/>
                    </a:lnTo>
                    <a:lnTo>
                      <a:pt x="573" y="313"/>
                    </a:lnTo>
                    <a:lnTo>
                      <a:pt x="568" y="312"/>
                    </a:lnTo>
                    <a:lnTo>
                      <a:pt x="564" y="310"/>
                    </a:lnTo>
                    <a:lnTo>
                      <a:pt x="559" y="308"/>
                    </a:lnTo>
                    <a:lnTo>
                      <a:pt x="555" y="307"/>
                    </a:lnTo>
                    <a:lnTo>
                      <a:pt x="550" y="305"/>
                    </a:lnTo>
                    <a:lnTo>
                      <a:pt x="546" y="303"/>
                    </a:lnTo>
                    <a:lnTo>
                      <a:pt x="542" y="302"/>
                    </a:lnTo>
                    <a:lnTo>
                      <a:pt x="538" y="300"/>
                    </a:lnTo>
                    <a:lnTo>
                      <a:pt x="533" y="299"/>
                    </a:lnTo>
                    <a:lnTo>
                      <a:pt x="529" y="297"/>
                    </a:lnTo>
                    <a:lnTo>
                      <a:pt x="524" y="295"/>
                    </a:lnTo>
                    <a:lnTo>
                      <a:pt x="520" y="295"/>
                    </a:lnTo>
                    <a:lnTo>
                      <a:pt x="516" y="293"/>
                    </a:lnTo>
                    <a:lnTo>
                      <a:pt x="512" y="292"/>
                    </a:lnTo>
                    <a:lnTo>
                      <a:pt x="507" y="290"/>
                    </a:lnTo>
                    <a:lnTo>
                      <a:pt x="503" y="289"/>
                    </a:lnTo>
                    <a:lnTo>
                      <a:pt x="498" y="287"/>
                    </a:lnTo>
                    <a:lnTo>
                      <a:pt x="494" y="285"/>
                    </a:lnTo>
                    <a:lnTo>
                      <a:pt x="489" y="284"/>
                    </a:lnTo>
                    <a:lnTo>
                      <a:pt x="486" y="282"/>
                    </a:lnTo>
                    <a:lnTo>
                      <a:pt x="481" y="281"/>
                    </a:lnTo>
                    <a:lnTo>
                      <a:pt x="476" y="279"/>
                    </a:lnTo>
                    <a:lnTo>
                      <a:pt x="472" y="278"/>
                    </a:lnTo>
                    <a:lnTo>
                      <a:pt x="467" y="276"/>
                    </a:lnTo>
                    <a:lnTo>
                      <a:pt x="463" y="275"/>
                    </a:lnTo>
                    <a:lnTo>
                      <a:pt x="458" y="273"/>
                    </a:lnTo>
                    <a:lnTo>
                      <a:pt x="455" y="272"/>
                    </a:lnTo>
                    <a:lnTo>
                      <a:pt x="450" y="270"/>
                    </a:lnTo>
                    <a:lnTo>
                      <a:pt x="446" y="269"/>
                    </a:lnTo>
                    <a:lnTo>
                      <a:pt x="441" y="267"/>
                    </a:lnTo>
                    <a:lnTo>
                      <a:pt x="440" y="267"/>
                    </a:lnTo>
                    <a:lnTo>
                      <a:pt x="437" y="266"/>
                    </a:lnTo>
                    <a:lnTo>
                      <a:pt x="432" y="265"/>
                    </a:lnTo>
                    <a:lnTo>
                      <a:pt x="428" y="264"/>
                    </a:lnTo>
                    <a:lnTo>
                      <a:pt x="424" y="262"/>
                    </a:lnTo>
                    <a:lnTo>
                      <a:pt x="419" y="261"/>
                    </a:lnTo>
                    <a:lnTo>
                      <a:pt x="415" y="259"/>
                    </a:lnTo>
                    <a:lnTo>
                      <a:pt x="410" y="258"/>
                    </a:lnTo>
                    <a:lnTo>
                      <a:pt x="406" y="256"/>
                    </a:lnTo>
                    <a:lnTo>
                      <a:pt x="401" y="255"/>
                    </a:lnTo>
                    <a:lnTo>
                      <a:pt x="398" y="253"/>
                    </a:lnTo>
                    <a:lnTo>
                      <a:pt x="393" y="252"/>
                    </a:lnTo>
                    <a:lnTo>
                      <a:pt x="389" y="251"/>
                    </a:lnTo>
                    <a:lnTo>
                      <a:pt x="384" y="249"/>
                    </a:lnTo>
                    <a:lnTo>
                      <a:pt x="380" y="248"/>
                    </a:lnTo>
                    <a:lnTo>
                      <a:pt x="375" y="246"/>
                    </a:lnTo>
                    <a:lnTo>
                      <a:pt x="371" y="245"/>
                    </a:lnTo>
                    <a:lnTo>
                      <a:pt x="367" y="243"/>
                    </a:lnTo>
                    <a:lnTo>
                      <a:pt x="362" y="242"/>
                    </a:lnTo>
                    <a:lnTo>
                      <a:pt x="358" y="241"/>
                    </a:lnTo>
                    <a:lnTo>
                      <a:pt x="353" y="239"/>
                    </a:lnTo>
                    <a:lnTo>
                      <a:pt x="349" y="238"/>
                    </a:lnTo>
                    <a:lnTo>
                      <a:pt x="344" y="236"/>
                    </a:lnTo>
                    <a:lnTo>
                      <a:pt x="341" y="236"/>
                    </a:lnTo>
                    <a:lnTo>
                      <a:pt x="336" y="235"/>
                    </a:lnTo>
                    <a:lnTo>
                      <a:pt x="332" y="233"/>
                    </a:lnTo>
                    <a:lnTo>
                      <a:pt x="327" y="232"/>
                    </a:lnTo>
                    <a:lnTo>
                      <a:pt x="323" y="231"/>
                    </a:lnTo>
                    <a:lnTo>
                      <a:pt x="318" y="229"/>
                    </a:lnTo>
                    <a:lnTo>
                      <a:pt x="313" y="228"/>
                    </a:lnTo>
                    <a:lnTo>
                      <a:pt x="310" y="227"/>
                    </a:lnTo>
                    <a:lnTo>
                      <a:pt x="305" y="225"/>
                    </a:lnTo>
                    <a:lnTo>
                      <a:pt x="301" y="224"/>
                    </a:lnTo>
                    <a:lnTo>
                      <a:pt x="296" y="223"/>
                    </a:lnTo>
                    <a:lnTo>
                      <a:pt x="292" y="222"/>
                    </a:lnTo>
                    <a:lnTo>
                      <a:pt x="287" y="220"/>
                    </a:lnTo>
                    <a:lnTo>
                      <a:pt x="284" y="219"/>
                    </a:lnTo>
                    <a:lnTo>
                      <a:pt x="279" y="218"/>
                    </a:lnTo>
                    <a:lnTo>
                      <a:pt x="275" y="216"/>
                    </a:lnTo>
                    <a:lnTo>
                      <a:pt x="270" y="215"/>
                    </a:lnTo>
                    <a:lnTo>
                      <a:pt x="266" y="214"/>
                    </a:lnTo>
                    <a:lnTo>
                      <a:pt x="261" y="213"/>
                    </a:lnTo>
                    <a:lnTo>
                      <a:pt x="257" y="211"/>
                    </a:lnTo>
                    <a:lnTo>
                      <a:pt x="254" y="211"/>
                    </a:lnTo>
                    <a:lnTo>
                      <a:pt x="251" y="210"/>
                    </a:lnTo>
                    <a:lnTo>
                      <a:pt x="248" y="209"/>
                    </a:lnTo>
                    <a:lnTo>
                      <a:pt x="245" y="208"/>
                    </a:lnTo>
                    <a:lnTo>
                      <a:pt x="238" y="206"/>
                    </a:lnTo>
                    <a:lnTo>
                      <a:pt x="231" y="205"/>
                    </a:lnTo>
                    <a:lnTo>
                      <a:pt x="225" y="203"/>
                    </a:lnTo>
                    <a:lnTo>
                      <a:pt x="218" y="202"/>
                    </a:lnTo>
                    <a:lnTo>
                      <a:pt x="215" y="201"/>
                    </a:lnTo>
                    <a:lnTo>
                      <a:pt x="211" y="200"/>
                    </a:lnTo>
                    <a:lnTo>
                      <a:pt x="208" y="199"/>
                    </a:lnTo>
                    <a:lnTo>
                      <a:pt x="204" y="198"/>
                    </a:lnTo>
                    <a:lnTo>
                      <a:pt x="201" y="197"/>
                    </a:lnTo>
                    <a:lnTo>
                      <a:pt x="197" y="196"/>
                    </a:lnTo>
                    <a:lnTo>
                      <a:pt x="195" y="195"/>
                    </a:lnTo>
                    <a:lnTo>
                      <a:pt x="191" y="194"/>
                    </a:lnTo>
                    <a:lnTo>
                      <a:pt x="187" y="193"/>
                    </a:lnTo>
                    <a:lnTo>
                      <a:pt x="184" y="192"/>
                    </a:lnTo>
                    <a:lnTo>
                      <a:pt x="180" y="191"/>
                    </a:lnTo>
                    <a:lnTo>
                      <a:pt x="177" y="190"/>
                    </a:lnTo>
                    <a:lnTo>
                      <a:pt x="173" y="189"/>
                    </a:lnTo>
                    <a:lnTo>
                      <a:pt x="170" y="188"/>
                    </a:lnTo>
                    <a:lnTo>
                      <a:pt x="169" y="187"/>
                    </a:lnTo>
                    <a:lnTo>
                      <a:pt x="167" y="186"/>
                    </a:lnTo>
                    <a:lnTo>
                      <a:pt x="166" y="186"/>
                    </a:lnTo>
                    <a:lnTo>
                      <a:pt x="165" y="186"/>
                    </a:lnTo>
                    <a:lnTo>
                      <a:pt x="163" y="185"/>
                    </a:lnTo>
                    <a:lnTo>
                      <a:pt x="162" y="185"/>
                    </a:lnTo>
                    <a:lnTo>
                      <a:pt x="160" y="184"/>
                    </a:lnTo>
                    <a:lnTo>
                      <a:pt x="158" y="184"/>
                    </a:lnTo>
                    <a:lnTo>
                      <a:pt x="156" y="183"/>
                    </a:lnTo>
                    <a:lnTo>
                      <a:pt x="154" y="183"/>
                    </a:lnTo>
                    <a:lnTo>
                      <a:pt x="153" y="182"/>
                    </a:lnTo>
                    <a:lnTo>
                      <a:pt x="151" y="181"/>
                    </a:lnTo>
                    <a:lnTo>
                      <a:pt x="149" y="181"/>
                    </a:lnTo>
                    <a:lnTo>
                      <a:pt x="147" y="180"/>
                    </a:lnTo>
                    <a:lnTo>
                      <a:pt x="145" y="180"/>
                    </a:lnTo>
                    <a:lnTo>
                      <a:pt x="144" y="179"/>
                    </a:lnTo>
                    <a:lnTo>
                      <a:pt x="142" y="178"/>
                    </a:lnTo>
                    <a:lnTo>
                      <a:pt x="140" y="178"/>
                    </a:lnTo>
                    <a:lnTo>
                      <a:pt x="139" y="177"/>
                    </a:lnTo>
                    <a:lnTo>
                      <a:pt x="138" y="177"/>
                    </a:lnTo>
                    <a:lnTo>
                      <a:pt x="136" y="177"/>
                    </a:lnTo>
                    <a:lnTo>
                      <a:pt x="134" y="176"/>
                    </a:lnTo>
                    <a:lnTo>
                      <a:pt x="132" y="176"/>
                    </a:lnTo>
                    <a:lnTo>
                      <a:pt x="130" y="175"/>
                    </a:lnTo>
                    <a:lnTo>
                      <a:pt x="129" y="175"/>
                    </a:lnTo>
                    <a:lnTo>
                      <a:pt x="127" y="174"/>
                    </a:lnTo>
                    <a:lnTo>
                      <a:pt x="125" y="173"/>
                    </a:lnTo>
                    <a:lnTo>
                      <a:pt x="123" y="173"/>
                    </a:lnTo>
                    <a:lnTo>
                      <a:pt x="122" y="172"/>
                    </a:lnTo>
                    <a:lnTo>
                      <a:pt x="120" y="171"/>
                    </a:lnTo>
                    <a:lnTo>
                      <a:pt x="118" y="171"/>
                    </a:lnTo>
                    <a:lnTo>
                      <a:pt x="116" y="170"/>
                    </a:lnTo>
                    <a:lnTo>
                      <a:pt x="114" y="169"/>
                    </a:lnTo>
                    <a:lnTo>
                      <a:pt x="113" y="169"/>
                    </a:lnTo>
                    <a:lnTo>
                      <a:pt x="111" y="168"/>
                    </a:lnTo>
                    <a:lnTo>
                      <a:pt x="110" y="167"/>
                    </a:lnTo>
                    <a:lnTo>
                      <a:pt x="108" y="167"/>
                    </a:lnTo>
                    <a:lnTo>
                      <a:pt x="107" y="166"/>
                    </a:lnTo>
                    <a:lnTo>
                      <a:pt x="105" y="165"/>
                    </a:lnTo>
                    <a:lnTo>
                      <a:pt x="103" y="164"/>
                    </a:lnTo>
                    <a:lnTo>
                      <a:pt x="101" y="164"/>
                    </a:lnTo>
                    <a:lnTo>
                      <a:pt x="100" y="163"/>
                    </a:lnTo>
                    <a:lnTo>
                      <a:pt x="98" y="162"/>
                    </a:lnTo>
                    <a:lnTo>
                      <a:pt x="96" y="162"/>
                    </a:lnTo>
                    <a:lnTo>
                      <a:pt x="95" y="161"/>
                    </a:lnTo>
                    <a:lnTo>
                      <a:pt x="93" y="160"/>
                    </a:lnTo>
                    <a:lnTo>
                      <a:pt x="91" y="159"/>
                    </a:lnTo>
                    <a:lnTo>
                      <a:pt x="89" y="159"/>
                    </a:lnTo>
                    <a:lnTo>
                      <a:pt x="88" y="158"/>
                    </a:lnTo>
                    <a:lnTo>
                      <a:pt x="86" y="157"/>
                    </a:lnTo>
                    <a:lnTo>
                      <a:pt x="84" y="156"/>
                    </a:lnTo>
                    <a:lnTo>
                      <a:pt x="83" y="155"/>
                    </a:lnTo>
                    <a:lnTo>
                      <a:pt x="82" y="155"/>
                    </a:lnTo>
                    <a:lnTo>
                      <a:pt x="80" y="154"/>
                    </a:lnTo>
                    <a:lnTo>
                      <a:pt x="79" y="153"/>
                    </a:lnTo>
                    <a:lnTo>
                      <a:pt x="77" y="152"/>
                    </a:lnTo>
                    <a:lnTo>
                      <a:pt x="75" y="151"/>
                    </a:lnTo>
                    <a:lnTo>
                      <a:pt x="74" y="151"/>
                    </a:lnTo>
                    <a:lnTo>
                      <a:pt x="72" y="150"/>
                    </a:lnTo>
                    <a:lnTo>
                      <a:pt x="70" y="149"/>
                    </a:lnTo>
                    <a:lnTo>
                      <a:pt x="69" y="148"/>
                    </a:lnTo>
                    <a:lnTo>
                      <a:pt x="67" y="147"/>
                    </a:lnTo>
                    <a:lnTo>
                      <a:pt x="65" y="147"/>
                    </a:lnTo>
                    <a:lnTo>
                      <a:pt x="64" y="146"/>
                    </a:lnTo>
                    <a:lnTo>
                      <a:pt x="62" y="146"/>
                    </a:lnTo>
                    <a:lnTo>
                      <a:pt x="61" y="145"/>
                    </a:lnTo>
                    <a:lnTo>
                      <a:pt x="59" y="144"/>
                    </a:lnTo>
                    <a:lnTo>
                      <a:pt x="57" y="143"/>
                    </a:lnTo>
                    <a:lnTo>
                      <a:pt x="56" y="142"/>
                    </a:lnTo>
                    <a:lnTo>
                      <a:pt x="54" y="141"/>
                    </a:lnTo>
                    <a:lnTo>
                      <a:pt x="53" y="140"/>
                    </a:lnTo>
                    <a:lnTo>
                      <a:pt x="52" y="139"/>
                    </a:lnTo>
                    <a:lnTo>
                      <a:pt x="50" y="138"/>
                    </a:lnTo>
                    <a:lnTo>
                      <a:pt x="49" y="137"/>
                    </a:lnTo>
                    <a:lnTo>
                      <a:pt x="47" y="136"/>
                    </a:lnTo>
                    <a:lnTo>
                      <a:pt x="46" y="135"/>
                    </a:lnTo>
                    <a:lnTo>
                      <a:pt x="44" y="134"/>
                    </a:lnTo>
                    <a:lnTo>
                      <a:pt x="43" y="134"/>
                    </a:lnTo>
                    <a:lnTo>
                      <a:pt x="43" y="133"/>
                    </a:lnTo>
                    <a:lnTo>
                      <a:pt x="42" y="133"/>
                    </a:lnTo>
                    <a:lnTo>
                      <a:pt x="41" y="132"/>
                    </a:lnTo>
                    <a:lnTo>
                      <a:pt x="40" y="132"/>
                    </a:lnTo>
                    <a:lnTo>
                      <a:pt x="40" y="131"/>
                    </a:lnTo>
                    <a:lnTo>
                      <a:pt x="39" y="131"/>
                    </a:lnTo>
                    <a:lnTo>
                      <a:pt x="38" y="130"/>
                    </a:lnTo>
                    <a:lnTo>
                      <a:pt x="38" y="130"/>
                    </a:lnTo>
                    <a:lnTo>
                      <a:pt x="37" y="129"/>
                    </a:lnTo>
                    <a:lnTo>
                      <a:pt x="36" y="129"/>
                    </a:lnTo>
                    <a:lnTo>
                      <a:pt x="36" y="128"/>
                    </a:lnTo>
                    <a:lnTo>
                      <a:pt x="35" y="128"/>
                    </a:lnTo>
                    <a:lnTo>
                      <a:pt x="34" y="127"/>
                    </a:lnTo>
                    <a:lnTo>
                      <a:pt x="34" y="127"/>
                    </a:lnTo>
                    <a:lnTo>
                      <a:pt x="33" y="126"/>
                    </a:lnTo>
                    <a:lnTo>
                      <a:pt x="32" y="125"/>
                    </a:lnTo>
                    <a:lnTo>
                      <a:pt x="32" y="125"/>
                    </a:lnTo>
                    <a:lnTo>
                      <a:pt x="31" y="124"/>
                    </a:lnTo>
                    <a:lnTo>
                      <a:pt x="31" y="124"/>
                    </a:lnTo>
                    <a:lnTo>
                      <a:pt x="30" y="123"/>
                    </a:lnTo>
                    <a:lnTo>
                      <a:pt x="29" y="122"/>
                    </a:lnTo>
                    <a:lnTo>
                      <a:pt x="29" y="122"/>
                    </a:lnTo>
                    <a:lnTo>
                      <a:pt x="28" y="121"/>
                    </a:lnTo>
                    <a:lnTo>
                      <a:pt x="28" y="121"/>
                    </a:lnTo>
                    <a:lnTo>
                      <a:pt x="27" y="120"/>
                    </a:lnTo>
                    <a:lnTo>
                      <a:pt x="27" y="119"/>
                    </a:lnTo>
                    <a:lnTo>
                      <a:pt x="26" y="119"/>
                    </a:lnTo>
                    <a:lnTo>
                      <a:pt x="25" y="118"/>
                    </a:lnTo>
                    <a:lnTo>
                      <a:pt x="25" y="118"/>
                    </a:lnTo>
                    <a:lnTo>
                      <a:pt x="24" y="118"/>
                    </a:lnTo>
                    <a:lnTo>
                      <a:pt x="24" y="117"/>
                    </a:lnTo>
                    <a:lnTo>
                      <a:pt x="24" y="117"/>
                    </a:lnTo>
                    <a:lnTo>
                      <a:pt x="24" y="116"/>
                    </a:lnTo>
                    <a:lnTo>
                      <a:pt x="24" y="116"/>
                    </a:lnTo>
                    <a:lnTo>
                      <a:pt x="23" y="116"/>
                    </a:lnTo>
                    <a:lnTo>
                      <a:pt x="23" y="115"/>
                    </a:lnTo>
                    <a:lnTo>
                      <a:pt x="22" y="114"/>
                    </a:lnTo>
                    <a:lnTo>
                      <a:pt x="22" y="114"/>
                    </a:lnTo>
                    <a:lnTo>
                      <a:pt x="21" y="113"/>
                    </a:lnTo>
                    <a:lnTo>
                      <a:pt x="21" y="112"/>
                    </a:lnTo>
                    <a:lnTo>
                      <a:pt x="20" y="112"/>
                    </a:lnTo>
                    <a:lnTo>
                      <a:pt x="20" y="111"/>
                    </a:lnTo>
                    <a:lnTo>
                      <a:pt x="19" y="110"/>
                    </a:lnTo>
                    <a:lnTo>
                      <a:pt x="19" y="110"/>
                    </a:lnTo>
                    <a:lnTo>
                      <a:pt x="19" y="109"/>
                    </a:lnTo>
                    <a:lnTo>
                      <a:pt x="18" y="109"/>
                    </a:lnTo>
                    <a:lnTo>
                      <a:pt x="18" y="108"/>
                    </a:lnTo>
                    <a:lnTo>
                      <a:pt x="17" y="107"/>
                    </a:lnTo>
                    <a:lnTo>
                      <a:pt x="17" y="107"/>
                    </a:lnTo>
                    <a:lnTo>
                      <a:pt x="16" y="106"/>
                    </a:lnTo>
                    <a:lnTo>
                      <a:pt x="16" y="105"/>
                    </a:lnTo>
                    <a:lnTo>
                      <a:pt x="16" y="105"/>
                    </a:lnTo>
                    <a:lnTo>
                      <a:pt x="15" y="104"/>
                    </a:lnTo>
                    <a:lnTo>
                      <a:pt x="15" y="103"/>
                    </a:lnTo>
                    <a:lnTo>
                      <a:pt x="14" y="103"/>
                    </a:lnTo>
                    <a:lnTo>
                      <a:pt x="14" y="102"/>
                    </a:lnTo>
                    <a:lnTo>
                      <a:pt x="14" y="102"/>
                    </a:lnTo>
                    <a:lnTo>
                      <a:pt x="13" y="101"/>
                    </a:lnTo>
                    <a:lnTo>
                      <a:pt x="13" y="100"/>
                    </a:lnTo>
                    <a:lnTo>
                      <a:pt x="12" y="100"/>
                    </a:lnTo>
                    <a:lnTo>
                      <a:pt x="12" y="99"/>
                    </a:lnTo>
                    <a:lnTo>
                      <a:pt x="12" y="98"/>
                    </a:lnTo>
                    <a:lnTo>
                      <a:pt x="11" y="98"/>
                    </a:lnTo>
                    <a:lnTo>
                      <a:pt x="11" y="97"/>
                    </a:lnTo>
                    <a:lnTo>
                      <a:pt x="10" y="96"/>
                    </a:lnTo>
                    <a:lnTo>
                      <a:pt x="10" y="95"/>
                    </a:lnTo>
                    <a:lnTo>
                      <a:pt x="10" y="94"/>
                    </a:lnTo>
                    <a:lnTo>
                      <a:pt x="9" y="93"/>
                    </a:lnTo>
                    <a:lnTo>
                      <a:pt x="9" y="93"/>
                    </a:lnTo>
                    <a:lnTo>
                      <a:pt x="9" y="92"/>
                    </a:lnTo>
                    <a:lnTo>
                      <a:pt x="9" y="91"/>
                    </a:lnTo>
                    <a:lnTo>
                      <a:pt x="9" y="91"/>
                    </a:lnTo>
                    <a:lnTo>
                      <a:pt x="8" y="90"/>
                    </a:lnTo>
                    <a:lnTo>
                      <a:pt x="8" y="90"/>
                    </a:lnTo>
                    <a:lnTo>
                      <a:pt x="8" y="89"/>
                    </a:lnTo>
                    <a:lnTo>
                      <a:pt x="8" y="89"/>
                    </a:lnTo>
                    <a:lnTo>
                      <a:pt x="8" y="88"/>
                    </a:lnTo>
                    <a:lnTo>
                      <a:pt x="7" y="88"/>
                    </a:lnTo>
                    <a:lnTo>
                      <a:pt x="7" y="87"/>
                    </a:lnTo>
                    <a:lnTo>
                      <a:pt x="7" y="85"/>
                    </a:lnTo>
                    <a:lnTo>
                      <a:pt x="7" y="84"/>
                    </a:lnTo>
                    <a:lnTo>
                      <a:pt x="7" y="83"/>
                    </a:lnTo>
                    <a:lnTo>
                      <a:pt x="6" y="82"/>
                    </a:lnTo>
                    <a:lnTo>
                      <a:pt x="6" y="80"/>
                    </a:lnTo>
                    <a:lnTo>
                      <a:pt x="6" y="79"/>
                    </a:lnTo>
                    <a:lnTo>
                      <a:pt x="6" y="78"/>
                    </a:lnTo>
                    <a:lnTo>
                      <a:pt x="5" y="76"/>
                    </a:lnTo>
                    <a:lnTo>
                      <a:pt x="5" y="75"/>
                    </a:lnTo>
                    <a:lnTo>
                      <a:pt x="5" y="74"/>
                    </a:lnTo>
                    <a:lnTo>
                      <a:pt x="5" y="72"/>
                    </a:lnTo>
                    <a:lnTo>
                      <a:pt x="5" y="71"/>
                    </a:lnTo>
                    <a:lnTo>
                      <a:pt x="4" y="69"/>
                    </a:lnTo>
                    <a:lnTo>
                      <a:pt x="4" y="68"/>
                    </a:lnTo>
                    <a:lnTo>
                      <a:pt x="4" y="66"/>
                    </a:lnTo>
                    <a:lnTo>
                      <a:pt x="4" y="64"/>
                    </a:lnTo>
                    <a:lnTo>
                      <a:pt x="3" y="63"/>
                    </a:lnTo>
                    <a:lnTo>
                      <a:pt x="3" y="61"/>
                    </a:lnTo>
                    <a:lnTo>
                      <a:pt x="3" y="60"/>
                    </a:lnTo>
                    <a:lnTo>
                      <a:pt x="3" y="59"/>
                    </a:lnTo>
                    <a:lnTo>
                      <a:pt x="3" y="57"/>
                    </a:lnTo>
                    <a:lnTo>
                      <a:pt x="2" y="56"/>
                    </a:lnTo>
                    <a:lnTo>
                      <a:pt x="2" y="54"/>
                    </a:lnTo>
                    <a:lnTo>
                      <a:pt x="2" y="53"/>
                    </a:lnTo>
                    <a:lnTo>
                      <a:pt x="2" y="51"/>
                    </a:lnTo>
                    <a:lnTo>
                      <a:pt x="2" y="49"/>
                    </a:lnTo>
                    <a:lnTo>
                      <a:pt x="2" y="48"/>
                    </a:lnTo>
                    <a:lnTo>
                      <a:pt x="2" y="46"/>
                    </a:lnTo>
                    <a:lnTo>
                      <a:pt x="1" y="45"/>
                    </a:lnTo>
                    <a:lnTo>
                      <a:pt x="1" y="43"/>
                    </a:lnTo>
                    <a:lnTo>
                      <a:pt x="1" y="42"/>
                    </a:lnTo>
                    <a:lnTo>
                      <a:pt x="1" y="40"/>
                    </a:lnTo>
                    <a:lnTo>
                      <a:pt x="1" y="39"/>
                    </a:lnTo>
                    <a:lnTo>
                      <a:pt x="1" y="37"/>
                    </a:lnTo>
                    <a:lnTo>
                      <a:pt x="1" y="36"/>
                    </a:lnTo>
                    <a:lnTo>
                      <a:pt x="1" y="34"/>
                    </a:lnTo>
                    <a:lnTo>
                      <a:pt x="1" y="33"/>
                    </a:lnTo>
                    <a:lnTo>
                      <a:pt x="1" y="32"/>
                    </a:lnTo>
                    <a:lnTo>
                      <a:pt x="0" y="30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9"/>
                    </a:lnTo>
                    <a:lnTo>
                      <a:pt x="0" y="28"/>
                    </a:lnTo>
                    <a:lnTo>
                      <a:pt x="0" y="28"/>
                    </a:lnTo>
                    <a:lnTo>
                      <a:pt x="0" y="27"/>
                    </a:lnTo>
                    <a:lnTo>
                      <a:pt x="0" y="26"/>
                    </a:lnTo>
                    <a:lnTo>
                      <a:pt x="1" y="26"/>
                    </a:lnTo>
                    <a:lnTo>
                      <a:pt x="1" y="25"/>
                    </a:lnTo>
                    <a:lnTo>
                      <a:pt x="1" y="24"/>
                    </a:lnTo>
                    <a:lnTo>
                      <a:pt x="1" y="24"/>
                    </a:lnTo>
                    <a:lnTo>
                      <a:pt x="1" y="23"/>
                    </a:lnTo>
                    <a:lnTo>
                      <a:pt x="1" y="22"/>
                    </a:lnTo>
                    <a:lnTo>
                      <a:pt x="1" y="22"/>
                    </a:lnTo>
                    <a:lnTo>
                      <a:pt x="1" y="21"/>
                    </a:lnTo>
                    <a:lnTo>
                      <a:pt x="1" y="20"/>
                    </a:lnTo>
                    <a:lnTo>
                      <a:pt x="1" y="19"/>
                    </a:lnTo>
                    <a:lnTo>
                      <a:pt x="1" y="18"/>
                    </a:lnTo>
                    <a:lnTo>
                      <a:pt x="2" y="17"/>
                    </a:lnTo>
                    <a:lnTo>
                      <a:pt x="2" y="16"/>
                    </a:lnTo>
                    <a:lnTo>
                      <a:pt x="2" y="15"/>
                    </a:lnTo>
                    <a:lnTo>
                      <a:pt x="3" y="14"/>
                    </a:lnTo>
                    <a:lnTo>
                      <a:pt x="3" y="13"/>
                    </a:lnTo>
                    <a:lnTo>
                      <a:pt x="4" y="12"/>
                    </a:lnTo>
                    <a:lnTo>
                      <a:pt x="4" y="11"/>
                    </a:lnTo>
                    <a:lnTo>
                      <a:pt x="5" y="10"/>
                    </a:lnTo>
                    <a:lnTo>
                      <a:pt x="5" y="9"/>
                    </a:lnTo>
                    <a:lnTo>
                      <a:pt x="6" y="8"/>
                    </a:lnTo>
                    <a:lnTo>
                      <a:pt x="7" y="7"/>
                    </a:lnTo>
                    <a:lnTo>
                      <a:pt x="9" y="6"/>
                    </a:lnTo>
                    <a:lnTo>
                      <a:pt x="10" y="4"/>
                    </a:lnTo>
                    <a:lnTo>
                      <a:pt x="12" y="3"/>
                    </a:lnTo>
                    <a:lnTo>
                      <a:pt x="14" y="2"/>
                    </a:lnTo>
                    <a:lnTo>
                      <a:pt x="17" y="1"/>
                    </a:lnTo>
                    <a:lnTo>
                      <a:pt x="19" y="0"/>
                    </a:lnTo>
                    <a:lnTo>
                      <a:pt x="22" y="0"/>
                    </a:lnTo>
                    <a:lnTo>
                      <a:pt x="24" y="0"/>
                    </a:lnTo>
                    <a:lnTo>
                      <a:pt x="26" y="0"/>
                    </a:lnTo>
                    <a:lnTo>
                      <a:pt x="26" y="0"/>
                    </a:lnTo>
                    <a:close/>
                    <a:moveTo>
                      <a:pt x="47" y="63"/>
                    </a:moveTo>
                    <a:lnTo>
                      <a:pt x="47" y="64"/>
                    </a:lnTo>
                    <a:lnTo>
                      <a:pt x="47" y="66"/>
                    </a:lnTo>
                    <a:lnTo>
                      <a:pt x="47" y="67"/>
                    </a:lnTo>
                    <a:lnTo>
                      <a:pt x="48" y="68"/>
                    </a:lnTo>
                    <a:lnTo>
                      <a:pt x="48" y="70"/>
                    </a:lnTo>
                    <a:lnTo>
                      <a:pt x="48" y="71"/>
                    </a:lnTo>
                    <a:lnTo>
                      <a:pt x="48" y="72"/>
                    </a:lnTo>
                    <a:lnTo>
                      <a:pt x="48" y="73"/>
                    </a:lnTo>
                    <a:lnTo>
                      <a:pt x="49" y="74"/>
                    </a:lnTo>
                    <a:lnTo>
                      <a:pt x="49" y="75"/>
                    </a:lnTo>
                    <a:lnTo>
                      <a:pt x="49" y="76"/>
                    </a:lnTo>
                    <a:lnTo>
                      <a:pt x="49" y="77"/>
                    </a:lnTo>
                    <a:lnTo>
                      <a:pt x="49" y="77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49" y="78"/>
                    </a:lnTo>
                    <a:lnTo>
                      <a:pt x="50" y="79"/>
                    </a:lnTo>
                    <a:lnTo>
                      <a:pt x="50" y="79"/>
                    </a:lnTo>
                    <a:lnTo>
                      <a:pt x="50" y="80"/>
                    </a:lnTo>
                    <a:lnTo>
                      <a:pt x="51" y="80"/>
                    </a:lnTo>
                    <a:lnTo>
                      <a:pt x="51" y="81"/>
                    </a:lnTo>
                    <a:lnTo>
                      <a:pt x="51" y="81"/>
                    </a:lnTo>
                    <a:lnTo>
                      <a:pt x="51" y="82"/>
                    </a:lnTo>
                    <a:lnTo>
                      <a:pt x="52" y="82"/>
                    </a:lnTo>
                    <a:lnTo>
                      <a:pt x="52" y="82"/>
                    </a:lnTo>
                    <a:lnTo>
                      <a:pt x="52" y="83"/>
                    </a:lnTo>
                    <a:lnTo>
                      <a:pt x="52" y="83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4"/>
                    </a:lnTo>
                    <a:lnTo>
                      <a:pt x="53" y="85"/>
                    </a:lnTo>
                    <a:lnTo>
                      <a:pt x="53" y="85"/>
                    </a:lnTo>
                    <a:lnTo>
                      <a:pt x="53" y="86"/>
                    </a:lnTo>
                    <a:lnTo>
                      <a:pt x="53" y="86"/>
                    </a:lnTo>
                    <a:lnTo>
                      <a:pt x="54" y="86"/>
                    </a:lnTo>
                    <a:lnTo>
                      <a:pt x="54" y="87"/>
                    </a:lnTo>
                    <a:lnTo>
                      <a:pt x="54" y="87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8"/>
                    </a:lnTo>
                    <a:lnTo>
                      <a:pt x="56" y="89"/>
                    </a:lnTo>
                    <a:lnTo>
                      <a:pt x="56" y="89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7" y="90"/>
                    </a:lnTo>
                    <a:lnTo>
                      <a:pt x="58" y="90"/>
                    </a:lnTo>
                    <a:lnTo>
                      <a:pt x="58" y="91"/>
                    </a:lnTo>
                    <a:lnTo>
                      <a:pt x="58" y="91"/>
                    </a:lnTo>
                    <a:lnTo>
                      <a:pt x="59" y="91"/>
                    </a:lnTo>
                    <a:lnTo>
                      <a:pt x="59" y="92"/>
                    </a:lnTo>
                    <a:lnTo>
                      <a:pt x="59" y="92"/>
                    </a:lnTo>
                    <a:lnTo>
                      <a:pt x="60" y="92"/>
                    </a:lnTo>
                    <a:lnTo>
                      <a:pt x="60" y="93"/>
                    </a:lnTo>
                    <a:lnTo>
                      <a:pt x="60" y="93"/>
                    </a:lnTo>
                    <a:lnTo>
                      <a:pt x="61" y="93"/>
                    </a:lnTo>
                    <a:lnTo>
                      <a:pt x="61" y="94"/>
                    </a:lnTo>
                    <a:lnTo>
                      <a:pt x="61" y="94"/>
                    </a:lnTo>
                    <a:lnTo>
                      <a:pt x="62" y="94"/>
                    </a:lnTo>
                    <a:lnTo>
                      <a:pt x="62" y="95"/>
                    </a:lnTo>
                    <a:lnTo>
                      <a:pt x="62" y="95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3" y="96"/>
                    </a:lnTo>
                    <a:lnTo>
                      <a:pt x="64" y="96"/>
                    </a:lnTo>
                    <a:lnTo>
                      <a:pt x="64" y="96"/>
                    </a:lnTo>
                    <a:lnTo>
                      <a:pt x="64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5" y="97"/>
                    </a:lnTo>
                    <a:lnTo>
                      <a:pt x="66" y="97"/>
                    </a:lnTo>
                    <a:lnTo>
                      <a:pt x="66" y="98"/>
                    </a:lnTo>
                    <a:lnTo>
                      <a:pt x="66" y="98"/>
                    </a:lnTo>
                    <a:lnTo>
                      <a:pt x="67" y="98"/>
                    </a:lnTo>
                    <a:lnTo>
                      <a:pt x="67" y="98"/>
                    </a:lnTo>
                    <a:lnTo>
                      <a:pt x="68" y="99"/>
                    </a:lnTo>
                    <a:lnTo>
                      <a:pt x="69" y="100"/>
                    </a:lnTo>
                    <a:lnTo>
                      <a:pt x="71" y="101"/>
                    </a:lnTo>
                    <a:lnTo>
                      <a:pt x="72" y="102"/>
                    </a:lnTo>
                    <a:lnTo>
                      <a:pt x="74" y="102"/>
                    </a:lnTo>
                    <a:lnTo>
                      <a:pt x="75" y="103"/>
                    </a:lnTo>
                    <a:lnTo>
                      <a:pt x="76" y="104"/>
                    </a:lnTo>
                    <a:lnTo>
                      <a:pt x="78" y="105"/>
                    </a:lnTo>
                    <a:lnTo>
                      <a:pt x="79" y="106"/>
                    </a:lnTo>
                    <a:lnTo>
                      <a:pt x="80" y="106"/>
                    </a:lnTo>
                    <a:lnTo>
                      <a:pt x="82" y="107"/>
                    </a:lnTo>
                    <a:lnTo>
                      <a:pt x="82" y="108"/>
                    </a:lnTo>
                    <a:lnTo>
                      <a:pt x="84" y="109"/>
                    </a:lnTo>
                    <a:lnTo>
                      <a:pt x="85" y="110"/>
                    </a:lnTo>
                    <a:lnTo>
                      <a:pt x="86" y="110"/>
                    </a:lnTo>
                    <a:lnTo>
                      <a:pt x="88" y="111"/>
                    </a:lnTo>
                    <a:lnTo>
                      <a:pt x="89" y="112"/>
                    </a:lnTo>
                    <a:lnTo>
                      <a:pt x="91" y="113"/>
                    </a:lnTo>
                    <a:lnTo>
                      <a:pt x="92" y="113"/>
                    </a:lnTo>
                    <a:lnTo>
                      <a:pt x="94" y="114"/>
                    </a:lnTo>
                    <a:lnTo>
                      <a:pt x="95" y="115"/>
                    </a:lnTo>
                    <a:lnTo>
                      <a:pt x="97" y="115"/>
                    </a:lnTo>
                    <a:lnTo>
                      <a:pt x="98" y="116"/>
                    </a:lnTo>
                    <a:lnTo>
                      <a:pt x="100" y="117"/>
                    </a:lnTo>
                    <a:lnTo>
                      <a:pt x="101" y="118"/>
                    </a:lnTo>
                    <a:lnTo>
                      <a:pt x="103" y="118"/>
                    </a:lnTo>
                    <a:lnTo>
                      <a:pt x="104" y="118"/>
                    </a:lnTo>
                    <a:lnTo>
                      <a:pt x="106" y="119"/>
                    </a:lnTo>
                    <a:lnTo>
                      <a:pt x="107" y="119"/>
                    </a:lnTo>
                    <a:lnTo>
                      <a:pt x="109" y="120"/>
                    </a:lnTo>
                    <a:lnTo>
                      <a:pt x="111" y="121"/>
                    </a:lnTo>
                    <a:lnTo>
                      <a:pt x="111" y="121"/>
                    </a:lnTo>
                    <a:lnTo>
                      <a:pt x="113" y="122"/>
                    </a:lnTo>
                    <a:lnTo>
                      <a:pt x="114" y="123"/>
                    </a:lnTo>
                    <a:lnTo>
                      <a:pt x="116" y="123"/>
                    </a:lnTo>
                    <a:lnTo>
                      <a:pt x="117" y="124"/>
                    </a:lnTo>
                    <a:lnTo>
                      <a:pt x="119" y="125"/>
                    </a:lnTo>
                    <a:lnTo>
                      <a:pt x="121" y="125"/>
                    </a:lnTo>
                    <a:lnTo>
                      <a:pt x="122" y="126"/>
                    </a:lnTo>
                    <a:lnTo>
                      <a:pt x="124" y="127"/>
                    </a:lnTo>
                    <a:lnTo>
                      <a:pt x="125" y="127"/>
                    </a:lnTo>
                    <a:lnTo>
                      <a:pt x="127" y="128"/>
                    </a:lnTo>
                    <a:lnTo>
                      <a:pt x="129" y="129"/>
                    </a:lnTo>
                    <a:lnTo>
                      <a:pt x="129" y="129"/>
                    </a:lnTo>
                    <a:lnTo>
                      <a:pt x="128" y="128"/>
                    </a:lnTo>
                    <a:lnTo>
                      <a:pt x="120" y="121"/>
                    </a:lnTo>
                    <a:lnTo>
                      <a:pt x="116" y="118"/>
                    </a:lnTo>
                    <a:lnTo>
                      <a:pt x="111" y="115"/>
                    </a:lnTo>
                    <a:lnTo>
                      <a:pt x="108" y="112"/>
                    </a:lnTo>
                    <a:lnTo>
                      <a:pt x="104" y="108"/>
                    </a:lnTo>
                    <a:lnTo>
                      <a:pt x="99" y="105"/>
                    </a:lnTo>
                    <a:lnTo>
                      <a:pt x="95" y="101"/>
                    </a:lnTo>
                    <a:lnTo>
                      <a:pt x="91" y="98"/>
                    </a:lnTo>
                    <a:lnTo>
                      <a:pt x="87" y="94"/>
                    </a:lnTo>
                    <a:lnTo>
                      <a:pt x="82" y="91"/>
                    </a:lnTo>
                    <a:lnTo>
                      <a:pt x="79" y="88"/>
                    </a:lnTo>
                    <a:lnTo>
                      <a:pt x="77" y="87"/>
                    </a:lnTo>
                    <a:lnTo>
                      <a:pt x="75" y="85"/>
                    </a:lnTo>
                    <a:lnTo>
                      <a:pt x="73" y="84"/>
                    </a:lnTo>
                    <a:lnTo>
                      <a:pt x="71" y="82"/>
                    </a:lnTo>
                    <a:lnTo>
                      <a:pt x="69" y="80"/>
                    </a:lnTo>
                    <a:lnTo>
                      <a:pt x="67" y="79"/>
                    </a:lnTo>
                    <a:lnTo>
                      <a:pt x="65" y="77"/>
                    </a:lnTo>
                    <a:lnTo>
                      <a:pt x="63" y="76"/>
                    </a:lnTo>
                    <a:lnTo>
                      <a:pt x="61" y="74"/>
                    </a:lnTo>
                    <a:lnTo>
                      <a:pt x="59" y="73"/>
                    </a:lnTo>
                    <a:lnTo>
                      <a:pt x="57" y="71"/>
                    </a:lnTo>
                    <a:lnTo>
                      <a:pt x="55" y="70"/>
                    </a:lnTo>
                    <a:lnTo>
                      <a:pt x="54" y="68"/>
                    </a:lnTo>
                    <a:lnTo>
                      <a:pt x="53" y="68"/>
                    </a:lnTo>
                    <a:lnTo>
                      <a:pt x="53" y="67"/>
                    </a:lnTo>
                    <a:lnTo>
                      <a:pt x="51" y="66"/>
                    </a:lnTo>
                    <a:lnTo>
                      <a:pt x="49" y="64"/>
                    </a:lnTo>
                    <a:lnTo>
                      <a:pt x="47" y="63"/>
                    </a:lnTo>
                    <a:lnTo>
                      <a:pt x="47" y="62"/>
                    </a:lnTo>
                    <a:lnTo>
                      <a:pt x="47" y="63"/>
                    </a:lnTo>
                    <a:lnTo>
                      <a:pt x="47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  <p:grpSp>
          <p:nvGrpSpPr>
            <p:cNvPr id="35" name="组合 34">
              <a:extLst>
                <a:ext uri="{FF2B5EF4-FFF2-40B4-BE49-F238E27FC236}">
                  <a16:creationId xmlns:a16="http://schemas.microsoft.com/office/drawing/2014/main" id="{169A3636-B9A2-E5BE-CD5A-57989072F820}"/>
                </a:ext>
              </a:extLst>
            </p:cNvPr>
            <p:cNvGrpSpPr/>
            <p:nvPr/>
          </p:nvGrpSpPr>
          <p:grpSpPr>
            <a:xfrm>
              <a:off x="9315339" y="4569447"/>
              <a:ext cx="850282" cy="397789"/>
              <a:chOff x="13179043" y="4505947"/>
              <a:chExt cx="850282" cy="397789"/>
            </a:xfrm>
          </p:grpSpPr>
          <p:sp>
            <p:nvSpPr>
              <p:cNvPr id="36" name="Freeform 16">
                <a:extLst>
                  <a:ext uri="{FF2B5EF4-FFF2-40B4-BE49-F238E27FC236}">
                    <a16:creationId xmlns:a16="http://schemas.microsoft.com/office/drawing/2014/main" id="{53BE5ACF-DB45-1B71-2887-FE1A92754243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19518" y="4742324"/>
                <a:ext cx="709807" cy="84421"/>
              </a:xfrm>
              <a:custGeom>
                <a:avLst/>
                <a:gdLst>
                  <a:gd name="T0" fmla="*/ 76 w 1051"/>
                  <a:gd name="T1" fmla="*/ 71 h 125"/>
                  <a:gd name="T2" fmla="*/ 160 w 1051"/>
                  <a:gd name="T3" fmla="*/ 72 h 125"/>
                  <a:gd name="T4" fmla="*/ 290 w 1051"/>
                  <a:gd name="T5" fmla="*/ 76 h 125"/>
                  <a:gd name="T6" fmla="*/ 385 w 1051"/>
                  <a:gd name="T7" fmla="*/ 80 h 125"/>
                  <a:gd name="T8" fmla="*/ 474 w 1051"/>
                  <a:gd name="T9" fmla="*/ 83 h 125"/>
                  <a:gd name="T10" fmla="*/ 517 w 1051"/>
                  <a:gd name="T11" fmla="*/ 83 h 125"/>
                  <a:gd name="T12" fmla="*/ 565 w 1051"/>
                  <a:gd name="T13" fmla="*/ 82 h 125"/>
                  <a:gd name="T14" fmla="*/ 610 w 1051"/>
                  <a:gd name="T15" fmla="*/ 80 h 125"/>
                  <a:gd name="T16" fmla="*/ 661 w 1051"/>
                  <a:gd name="T17" fmla="*/ 75 h 125"/>
                  <a:gd name="T18" fmla="*/ 738 w 1051"/>
                  <a:gd name="T19" fmla="*/ 68 h 125"/>
                  <a:gd name="T20" fmla="*/ 774 w 1051"/>
                  <a:gd name="T21" fmla="*/ 63 h 125"/>
                  <a:gd name="T22" fmla="*/ 803 w 1051"/>
                  <a:gd name="T23" fmla="*/ 59 h 125"/>
                  <a:gd name="T24" fmla="*/ 832 w 1051"/>
                  <a:gd name="T25" fmla="*/ 52 h 125"/>
                  <a:gd name="T26" fmla="*/ 863 w 1051"/>
                  <a:gd name="T27" fmla="*/ 41 h 125"/>
                  <a:gd name="T28" fmla="*/ 891 w 1051"/>
                  <a:gd name="T29" fmla="*/ 31 h 125"/>
                  <a:gd name="T30" fmla="*/ 907 w 1051"/>
                  <a:gd name="T31" fmla="*/ 23 h 125"/>
                  <a:gd name="T32" fmla="*/ 925 w 1051"/>
                  <a:gd name="T33" fmla="*/ 14 h 125"/>
                  <a:gd name="T34" fmla="*/ 956 w 1051"/>
                  <a:gd name="T35" fmla="*/ 0 h 125"/>
                  <a:gd name="T36" fmla="*/ 979 w 1051"/>
                  <a:gd name="T37" fmla="*/ 8 h 125"/>
                  <a:gd name="T38" fmla="*/ 1002 w 1051"/>
                  <a:gd name="T39" fmla="*/ 14 h 125"/>
                  <a:gd name="T40" fmla="*/ 1018 w 1051"/>
                  <a:gd name="T41" fmla="*/ 21 h 125"/>
                  <a:gd name="T42" fmla="*/ 1033 w 1051"/>
                  <a:gd name="T43" fmla="*/ 29 h 125"/>
                  <a:gd name="T44" fmla="*/ 1043 w 1051"/>
                  <a:gd name="T45" fmla="*/ 38 h 125"/>
                  <a:gd name="T46" fmla="*/ 1048 w 1051"/>
                  <a:gd name="T47" fmla="*/ 47 h 125"/>
                  <a:gd name="T48" fmla="*/ 1051 w 1051"/>
                  <a:gd name="T49" fmla="*/ 60 h 125"/>
                  <a:gd name="T50" fmla="*/ 1049 w 1051"/>
                  <a:gd name="T51" fmla="*/ 71 h 125"/>
                  <a:gd name="T52" fmla="*/ 1044 w 1051"/>
                  <a:gd name="T53" fmla="*/ 82 h 125"/>
                  <a:gd name="T54" fmla="*/ 1032 w 1051"/>
                  <a:gd name="T55" fmla="*/ 94 h 125"/>
                  <a:gd name="T56" fmla="*/ 1016 w 1051"/>
                  <a:gd name="T57" fmla="*/ 104 h 125"/>
                  <a:gd name="T58" fmla="*/ 999 w 1051"/>
                  <a:gd name="T59" fmla="*/ 111 h 125"/>
                  <a:gd name="T60" fmla="*/ 980 w 1051"/>
                  <a:gd name="T61" fmla="*/ 114 h 125"/>
                  <a:gd name="T62" fmla="*/ 961 w 1051"/>
                  <a:gd name="T63" fmla="*/ 116 h 125"/>
                  <a:gd name="T64" fmla="*/ 941 w 1051"/>
                  <a:gd name="T65" fmla="*/ 116 h 125"/>
                  <a:gd name="T66" fmla="*/ 909 w 1051"/>
                  <a:gd name="T67" fmla="*/ 113 h 125"/>
                  <a:gd name="T68" fmla="*/ 869 w 1051"/>
                  <a:gd name="T69" fmla="*/ 107 h 125"/>
                  <a:gd name="T70" fmla="*/ 842 w 1051"/>
                  <a:gd name="T71" fmla="*/ 93 h 125"/>
                  <a:gd name="T72" fmla="*/ 812 w 1051"/>
                  <a:gd name="T73" fmla="*/ 100 h 125"/>
                  <a:gd name="T74" fmla="*/ 781 w 1051"/>
                  <a:gd name="T75" fmla="*/ 105 h 125"/>
                  <a:gd name="T76" fmla="*/ 746 w 1051"/>
                  <a:gd name="T77" fmla="*/ 110 h 125"/>
                  <a:gd name="T78" fmla="*/ 668 w 1051"/>
                  <a:gd name="T79" fmla="*/ 118 h 125"/>
                  <a:gd name="T80" fmla="*/ 616 w 1051"/>
                  <a:gd name="T81" fmla="*/ 121 h 125"/>
                  <a:gd name="T82" fmla="*/ 569 w 1051"/>
                  <a:gd name="T83" fmla="*/ 124 h 125"/>
                  <a:gd name="T84" fmla="*/ 520 w 1051"/>
                  <a:gd name="T85" fmla="*/ 125 h 125"/>
                  <a:gd name="T86" fmla="*/ 476 w 1051"/>
                  <a:gd name="T87" fmla="*/ 125 h 125"/>
                  <a:gd name="T88" fmla="*/ 388 w 1051"/>
                  <a:gd name="T89" fmla="*/ 121 h 125"/>
                  <a:gd name="T90" fmla="*/ 297 w 1051"/>
                  <a:gd name="T91" fmla="*/ 115 h 125"/>
                  <a:gd name="T92" fmla="*/ 164 w 1051"/>
                  <a:gd name="T93" fmla="*/ 101 h 125"/>
                  <a:gd name="T94" fmla="*/ 80 w 1051"/>
                  <a:gd name="T95" fmla="*/ 94 h 125"/>
                  <a:gd name="T96" fmla="*/ 19 w 1051"/>
                  <a:gd name="T97" fmla="*/ 92 h 125"/>
                  <a:gd name="T98" fmla="*/ 953 w 1051"/>
                  <a:gd name="T99" fmla="*/ 48 h 125"/>
                  <a:gd name="T100" fmla="*/ 932 w 1051"/>
                  <a:gd name="T101" fmla="*/ 58 h 125"/>
                  <a:gd name="T102" fmla="*/ 914 w 1051"/>
                  <a:gd name="T103" fmla="*/ 66 h 125"/>
                  <a:gd name="T104" fmla="*/ 927 w 1051"/>
                  <a:gd name="T105" fmla="*/ 72 h 125"/>
                  <a:gd name="T106" fmla="*/ 949 w 1051"/>
                  <a:gd name="T107" fmla="*/ 73 h 125"/>
                  <a:gd name="T108" fmla="*/ 966 w 1051"/>
                  <a:gd name="T109" fmla="*/ 73 h 125"/>
                  <a:gd name="T110" fmla="*/ 980 w 1051"/>
                  <a:gd name="T111" fmla="*/ 71 h 125"/>
                  <a:gd name="T112" fmla="*/ 993 w 1051"/>
                  <a:gd name="T113" fmla="*/ 68 h 125"/>
                  <a:gd name="T114" fmla="*/ 1002 w 1051"/>
                  <a:gd name="T115" fmla="*/ 64 h 125"/>
                  <a:gd name="T116" fmla="*/ 1004 w 1051"/>
                  <a:gd name="T117" fmla="*/ 61 h 125"/>
                  <a:gd name="T118" fmla="*/ 994 w 1051"/>
                  <a:gd name="T119" fmla="*/ 57 h 125"/>
                  <a:gd name="T120" fmla="*/ 972 w 1051"/>
                  <a:gd name="T121" fmla="*/ 50 h 12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</a:cxnLst>
                <a:rect l="0" t="0" r="r" b="b"/>
                <a:pathLst>
                  <a:path w="1051" h="125">
                    <a:moveTo>
                      <a:pt x="19" y="70"/>
                    </a:moveTo>
                    <a:lnTo>
                      <a:pt x="22" y="70"/>
                    </a:lnTo>
                    <a:lnTo>
                      <a:pt x="24" y="70"/>
                    </a:lnTo>
                    <a:lnTo>
                      <a:pt x="26" y="71"/>
                    </a:lnTo>
                    <a:lnTo>
                      <a:pt x="28" y="71"/>
                    </a:lnTo>
                    <a:lnTo>
                      <a:pt x="31" y="71"/>
                    </a:lnTo>
                    <a:lnTo>
                      <a:pt x="33" y="71"/>
                    </a:lnTo>
                    <a:lnTo>
                      <a:pt x="34" y="71"/>
                    </a:lnTo>
                    <a:lnTo>
                      <a:pt x="36" y="71"/>
                    </a:lnTo>
                    <a:lnTo>
                      <a:pt x="39" y="71"/>
                    </a:lnTo>
                    <a:lnTo>
                      <a:pt x="41" y="71"/>
                    </a:lnTo>
                    <a:lnTo>
                      <a:pt x="44" y="71"/>
                    </a:lnTo>
                    <a:lnTo>
                      <a:pt x="46" y="71"/>
                    </a:lnTo>
                    <a:lnTo>
                      <a:pt x="51" y="71"/>
                    </a:lnTo>
                    <a:lnTo>
                      <a:pt x="56" y="71"/>
                    </a:lnTo>
                    <a:lnTo>
                      <a:pt x="61" y="71"/>
                    </a:lnTo>
                    <a:lnTo>
                      <a:pt x="66" y="71"/>
                    </a:lnTo>
                    <a:lnTo>
                      <a:pt x="71" y="71"/>
                    </a:lnTo>
                    <a:lnTo>
                      <a:pt x="76" y="71"/>
                    </a:lnTo>
                    <a:lnTo>
                      <a:pt x="81" y="71"/>
                    </a:lnTo>
                    <a:lnTo>
                      <a:pt x="85" y="71"/>
                    </a:lnTo>
                    <a:lnTo>
                      <a:pt x="90" y="71"/>
                    </a:lnTo>
                    <a:lnTo>
                      <a:pt x="92" y="71"/>
                    </a:lnTo>
                    <a:lnTo>
                      <a:pt x="95" y="71"/>
                    </a:lnTo>
                    <a:lnTo>
                      <a:pt x="101" y="71"/>
                    </a:lnTo>
                    <a:lnTo>
                      <a:pt x="106" y="71"/>
                    </a:lnTo>
                    <a:lnTo>
                      <a:pt x="111" y="71"/>
                    </a:lnTo>
                    <a:lnTo>
                      <a:pt x="115" y="71"/>
                    </a:lnTo>
                    <a:lnTo>
                      <a:pt x="120" y="71"/>
                    </a:lnTo>
                    <a:lnTo>
                      <a:pt x="125" y="71"/>
                    </a:lnTo>
                    <a:lnTo>
                      <a:pt x="130" y="71"/>
                    </a:lnTo>
                    <a:lnTo>
                      <a:pt x="136" y="72"/>
                    </a:lnTo>
                    <a:lnTo>
                      <a:pt x="141" y="72"/>
                    </a:lnTo>
                    <a:lnTo>
                      <a:pt x="145" y="72"/>
                    </a:lnTo>
                    <a:lnTo>
                      <a:pt x="150" y="72"/>
                    </a:lnTo>
                    <a:lnTo>
                      <a:pt x="151" y="72"/>
                    </a:lnTo>
                    <a:lnTo>
                      <a:pt x="155" y="72"/>
                    </a:lnTo>
                    <a:lnTo>
                      <a:pt x="160" y="72"/>
                    </a:lnTo>
                    <a:lnTo>
                      <a:pt x="165" y="72"/>
                    </a:lnTo>
                    <a:lnTo>
                      <a:pt x="170" y="73"/>
                    </a:lnTo>
                    <a:lnTo>
                      <a:pt x="175" y="73"/>
                    </a:lnTo>
                    <a:lnTo>
                      <a:pt x="180" y="73"/>
                    </a:lnTo>
                    <a:lnTo>
                      <a:pt x="185" y="73"/>
                    </a:lnTo>
                    <a:lnTo>
                      <a:pt x="190" y="73"/>
                    </a:lnTo>
                    <a:lnTo>
                      <a:pt x="195" y="74"/>
                    </a:lnTo>
                    <a:lnTo>
                      <a:pt x="200" y="74"/>
                    </a:lnTo>
                    <a:lnTo>
                      <a:pt x="205" y="74"/>
                    </a:lnTo>
                    <a:lnTo>
                      <a:pt x="210" y="74"/>
                    </a:lnTo>
                    <a:lnTo>
                      <a:pt x="220" y="75"/>
                    </a:lnTo>
                    <a:lnTo>
                      <a:pt x="230" y="75"/>
                    </a:lnTo>
                    <a:lnTo>
                      <a:pt x="240" y="76"/>
                    </a:lnTo>
                    <a:lnTo>
                      <a:pt x="246" y="76"/>
                    </a:lnTo>
                    <a:lnTo>
                      <a:pt x="250" y="76"/>
                    </a:lnTo>
                    <a:lnTo>
                      <a:pt x="270" y="76"/>
                    </a:lnTo>
                    <a:lnTo>
                      <a:pt x="280" y="76"/>
                    </a:lnTo>
                    <a:lnTo>
                      <a:pt x="280" y="76"/>
                    </a:lnTo>
                    <a:lnTo>
                      <a:pt x="290" y="76"/>
                    </a:lnTo>
                    <a:lnTo>
                      <a:pt x="300" y="76"/>
                    </a:lnTo>
                    <a:lnTo>
                      <a:pt x="305" y="76"/>
                    </a:lnTo>
                    <a:lnTo>
                      <a:pt x="310" y="76"/>
                    </a:lnTo>
                    <a:lnTo>
                      <a:pt x="315" y="76"/>
                    </a:lnTo>
                    <a:lnTo>
                      <a:pt x="320" y="76"/>
                    </a:lnTo>
                    <a:lnTo>
                      <a:pt x="325" y="76"/>
                    </a:lnTo>
                    <a:lnTo>
                      <a:pt x="325" y="76"/>
                    </a:lnTo>
                    <a:lnTo>
                      <a:pt x="330" y="77"/>
                    </a:lnTo>
                    <a:lnTo>
                      <a:pt x="335" y="77"/>
                    </a:lnTo>
                    <a:lnTo>
                      <a:pt x="340" y="77"/>
                    </a:lnTo>
                    <a:lnTo>
                      <a:pt x="344" y="77"/>
                    </a:lnTo>
                    <a:lnTo>
                      <a:pt x="350" y="78"/>
                    </a:lnTo>
                    <a:lnTo>
                      <a:pt x="355" y="78"/>
                    </a:lnTo>
                    <a:lnTo>
                      <a:pt x="360" y="78"/>
                    </a:lnTo>
                    <a:lnTo>
                      <a:pt x="365" y="79"/>
                    </a:lnTo>
                    <a:lnTo>
                      <a:pt x="370" y="79"/>
                    </a:lnTo>
                    <a:lnTo>
                      <a:pt x="374" y="79"/>
                    </a:lnTo>
                    <a:lnTo>
                      <a:pt x="379" y="79"/>
                    </a:lnTo>
                    <a:lnTo>
                      <a:pt x="385" y="80"/>
                    </a:lnTo>
                    <a:lnTo>
                      <a:pt x="390" y="80"/>
                    </a:lnTo>
                    <a:lnTo>
                      <a:pt x="395" y="80"/>
                    </a:lnTo>
                    <a:lnTo>
                      <a:pt x="400" y="80"/>
                    </a:lnTo>
                    <a:lnTo>
                      <a:pt x="404" y="81"/>
                    </a:lnTo>
                    <a:lnTo>
                      <a:pt x="404" y="81"/>
                    </a:lnTo>
                    <a:lnTo>
                      <a:pt x="409" y="81"/>
                    </a:lnTo>
                    <a:lnTo>
                      <a:pt x="414" y="81"/>
                    </a:lnTo>
                    <a:lnTo>
                      <a:pt x="419" y="81"/>
                    </a:lnTo>
                    <a:lnTo>
                      <a:pt x="425" y="81"/>
                    </a:lnTo>
                    <a:lnTo>
                      <a:pt x="429" y="82"/>
                    </a:lnTo>
                    <a:lnTo>
                      <a:pt x="434" y="82"/>
                    </a:lnTo>
                    <a:lnTo>
                      <a:pt x="439" y="82"/>
                    </a:lnTo>
                    <a:lnTo>
                      <a:pt x="444" y="82"/>
                    </a:lnTo>
                    <a:lnTo>
                      <a:pt x="449" y="82"/>
                    </a:lnTo>
                    <a:lnTo>
                      <a:pt x="454" y="82"/>
                    </a:lnTo>
                    <a:lnTo>
                      <a:pt x="458" y="82"/>
                    </a:lnTo>
                    <a:lnTo>
                      <a:pt x="463" y="83"/>
                    </a:lnTo>
                    <a:lnTo>
                      <a:pt x="469" y="83"/>
                    </a:lnTo>
                    <a:lnTo>
                      <a:pt x="474" y="83"/>
                    </a:lnTo>
                    <a:lnTo>
                      <a:pt x="476" y="83"/>
                    </a:lnTo>
                    <a:lnTo>
                      <a:pt x="479" y="83"/>
                    </a:lnTo>
                    <a:lnTo>
                      <a:pt x="481" y="83"/>
                    </a:lnTo>
                    <a:lnTo>
                      <a:pt x="484" y="83"/>
                    </a:lnTo>
                    <a:lnTo>
                      <a:pt x="486" y="83"/>
                    </a:lnTo>
                    <a:lnTo>
                      <a:pt x="488" y="83"/>
                    </a:lnTo>
                    <a:lnTo>
                      <a:pt x="491" y="83"/>
                    </a:lnTo>
                    <a:lnTo>
                      <a:pt x="493" y="83"/>
                    </a:lnTo>
                    <a:lnTo>
                      <a:pt x="496" y="83"/>
                    </a:lnTo>
                    <a:lnTo>
                      <a:pt x="498" y="83"/>
                    </a:lnTo>
                    <a:lnTo>
                      <a:pt x="501" y="83"/>
                    </a:lnTo>
                    <a:lnTo>
                      <a:pt x="503" y="83"/>
                    </a:lnTo>
                    <a:lnTo>
                      <a:pt x="506" y="83"/>
                    </a:lnTo>
                    <a:lnTo>
                      <a:pt x="508" y="83"/>
                    </a:lnTo>
                    <a:lnTo>
                      <a:pt x="511" y="83"/>
                    </a:lnTo>
                    <a:lnTo>
                      <a:pt x="513" y="83"/>
                    </a:lnTo>
                    <a:lnTo>
                      <a:pt x="514" y="83"/>
                    </a:lnTo>
                    <a:lnTo>
                      <a:pt x="516" y="83"/>
                    </a:lnTo>
                    <a:lnTo>
                      <a:pt x="517" y="83"/>
                    </a:lnTo>
                    <a:lnTo>
                      <a:pt x="520" y="83"/>
                    </a:lnTo>
                    <a:lnTo>
                      <a:pt x="523" y="83"/>
                    </a:lnTo>
                    <a:lnTo>
                      <a:pt x="525" y="83"/>
                    </a:lnTo>
                    <a:lnTo>
                      <a:pt x="528" y="83"/>
                    </a:lnTo>
                    <a:lnTo>
                      <a:pt x="530" y="83"/>
                    </a:lnTo>
                    <a:lnTo>
                      <a:pt x="533" y="83"/>
                    </a:lnTo>
                    <a:lnTo>
                      <a:pt x="535" y="83"/>
                    </a:lnTo>
                    <a:lnTo>
                      <a:pt x="538" y="83"/>
                    </a:lnTo>
                    <a:lnTo>
                      <a:pt x="540" y="83"/>
                    </a:lnTo>
                    <a:lnTo>
                      <a:pt x="543" y="83"/>
                    </a:lnTo>
                    <a:lnTo>
                      <a:pt x="545" y="83"/>
                    </a:lnTo>
                    <a:lnTo>
                      <a:pt x="547" y="83"/>
                    </a:lnTo>
                    <a:lnTo>
                      <a:pt x="549" y="83"/>
                    </a:lnTo>
                    <a:lnTo>
                      <a:pt x="552" y="82"/>
                    </a:lnTo>
                    <a:lnTo>
                      <a:pt x="554" y="82"/>
                    </a:lnTo>
                    <a:lnTo>
                      <a:pt x="557" y="82"/>
                    </a:lnTo>
                    <a:lnTo>
                      <a:pt x="559" y="82"/>
                    </a:lnTo>
                    <a:lnTo>
                      <a:pt x="562" y="82"/>
                    </a:lnTo>
                    <a:lnTo>
                      <a:pt x="565" y="82"/>
                    </a:lnTo>
                    <a:lnTo>
                      <a:pt x="567" y="82"/>
                    </a:lnTo>
                    <a:lnTo>
                      <a:pt x="570" y="82"/>
                    </a:lnTo>
                    <a:lnTo>
                      <a:pt x="572" y="82"/>
                    </a:lnTo>
                    <a:lnTo>
                      <a:pt x="574" y="82"/>
                    </a:lnTo>
                    <a:lnTo>
                      <a:pt x="576" y="82"/>
                    </a:lnTo>
                    <a:lnTo>
                      <a:pt x="579" y="81"/>
                    </a:lnTo>
                    <a:lnTo>
                      <a:pt x="581" y="81"/>
                    </a:lnTo>
                    <a:lnTo>
                      <a:pt x="584" y="81"/>
                    </a:lnTo>
                    <a:lnTo>
                      <a:pt x="586" y="81"/>
                    </a:lnTo>
                    <a:lnTo>
                      <a:pt x="589" y="81"/>
                    </a:lnTo>
                    <a:lnTo>
                      <a:pt x="591" y="81"/>
                    </a:lnTo>
                    <a:lnTo>
                      <a:pt x="594" y="81"/>
                    </a:lnTo>
                    <a:lnTo>
                      <a:pt x="596" y="81"/>
                    </a:lnTo>
                    <a:lnTo>
                      <a:pt x="599" y="80"/>
                    </a:lnTo>
                    <a:lnTo>
                      <a:pt x="601" y="80"/>
                    </a:lnTo>
                    <a:lnTo>
                      <a:pt x="603" y="80"/>
                    </a:lnTo>
                    <a:lnTo>
                      <a:pt x="605" y="80"/>
                    </a:lnTo>
                    <a:lnTo>
                      <a:pt x="608" y="80"/>
                    </a:lnTo>
                    <a:lnTo>
                      <a:pt x="610" y="80"/>
                    </a:lnTo>
                    <a:lnTo>
                      <a:pt x="613" y="79"/>
                    </a:lnTo>
                    <a:lnTo>
                      <a:pt x="615" y="79"/>
                    </a:lnTo>
                    <a:lnTo>
                      <a:pt x="618" y="79"/>
                    </a:lnTo>
                    <a:lnTo>
                      <a:pt x="620" y="79"/>
                    </a:lnTo>
                    <a:lnTo>
                      <a:pt x="623" y="79"/>
                    </a:lnTo>
                    <a:lnTo>
                      <a:pt x="625" y="79"/>
                    </a:lnTo>
                    <a:lnTo>
                      <a:pt x="628" y="78"/>
                    </a:lnTo>
                    <a:lnTo>
                      <a:pt x="630" y="78"/>
                    </a:lnTo>
                    <a:lnTo>
                      <a:pt x="632" y="78"/>
                    </a:lnTo>
                    <a:lnTo>
                      <a:pt x="634" y="78"/>
                    </a:lnTo>
                    <a:lnTo>
                      <a:pt x="637" y="77"/>
                    </a:lnTo>
                    <a:lnTo>
                      <a:pt x="639" y="77"/>
                    </a:lnTo>
                    <a:lnTo>
                      <a:pt x="642" y="77"/>
                    </a:lnTo>
                    <a:lnTo>
                      <a:pt x="644" y="77"/>
                    </a:lnTo>
                    <a:lnTo>
                      <a:pt x="648" y="76"/>
                    </a:lnTo>
                    <a:lnTo>
                      <a:pt x="651" y="76"/>
                    </a:lnTo>
                    <a:lnTo>
                      <a:pt x="655" y="76"/>
                    </a:lnTo>
                    <a:lnTo>
                      <a:pt x="658" y="75"/>
                    </a:lnTo>
                    <a:lnTo>
                      <a:pt x="661" y="75"/>
                    </a:lnTo>
                    <a:lnTo>
                      <a:pt x="664" y="75"/>
                    </a:lnTo>
                    <a:lnTo>
                      <a:pt x="668" y="75"/>
                    </a:lnTo>
                    <a:lnTo>
                      <a:pt x="671" y="74"/>
                    </a:lnTo>
                    <a:lnTo>
                      <a:pt x="678" y="74"/>
                    </a:lnTo>
                    <a:lnTo>
                      <a:pt x="685" y="73"/>
                    </a:lnTo>
                    <a:lnTo>
                      <a:pt x="691" y="72"/>
                    </a:lnTo>
                    <a:lnTo>
                      <a:pt x="698" y="72"/>
                    </a:lnTo>
                    <a:lnTo>
                      <a:pt x="702" y="72"/>
                    </a:lnTo>
                    <a:lnTo>
                      <a:pt x="705" y="71"/>
                    </a:lnTo>
                    <a:lnTo>
                      <a:pt x="709" y="71"/>
                    </a:lnTo>
                    <a:lnTo>
                      <a:pt x="712" y="71"/>
                    </a:lnTo>
                    <a:lnTo>
                      <a:pt x="715" y="70"/>
                    </a:lnTo>
                    <a:lnTo>
                      <a:pt x="718" y="70"/>
                    </a:lnTo>
                    <a:lnTo>
                      <a:pt x="721" y="70"/>
                    </a:lnTo>
                    <a:lnTo>
                      <a:pt x="725" y="69"/>
                    </a:lnTo>
                    <a:lnTo>
                      <a:pt x="728" y="69"/>
                    </a:lnTo>
                    <a:lnTo>
                      <a:pt x="731" y="69"/>
                    </a:lnTo>
                    <a:lnTo>
                      <a:pt x="735" y="68"/>
                    </a:lnTo>
                    <a:lnTo>
                      <a:pt x="738" y="68"/>
                    </a:lnTo>
                    <a:lnTo>
                      <a:pt x="742" y="68"/>
                    </a:lnTo>
                    <a:lnTo>
                      <a:pt x="745" y="67"/>
                    </a:lnTo>
                    <a:lnTo>
                      <a:pt x="747" y="67"/>
                    </a:lnTo>
                    <a:lnTo>
                      <a:pt x="749" y="67"/>
                    </a:lnTo>
                    <a:lnTo>
                      <a:pt x="751" y="66"/>
                    </a:lnTo>
                    <a:lnTo>
                      <a:pt x="752" y="66"/>
                    </a:lnTo>
                    <a:lnTo>
                      <a:pt x="754" y="66"/>
                    </a:lnTo>
                    <a:lnTo>
                      <a:pt x="756" y="66"/>
                    </a:lnTo>
                    <a:lnTo>
                      <a:pt x="757" y="66"/>
                    </a:lnTo>
                    <a:lnTo>
                      <a:pt x="759" y="65"/>
                    </a:lnTo>
                    <a:lnTo>
                      <a:pt x="761" y="65"/>
                    </a:lnTo>
                    <a:lnTo>
                      <a:pt x="762" y="65"/>
                    </a:lnTo>
                    <a:lnTo>
                      <a:pt x="764" y="65"/>
                    </a:lnTo>
                    <a:lnTo>
                      <a:pt x="766" y="64"/>
                    </a:lnTo>
                    <a:lnTo>
                      <a:pt x="767" y="64"/>
                    </a:lnTo>
                    <a:lnTo>
                      <a:pt x="769" y="64"/>
                    </a:lnTo>
                    <a:lnTo>
                      <a:pt x="771" y="64"/>
                    </a:lnTo>
                    <a:lnTo>
                      <a:pt x="772" y="63"/>
                    </a:lnTo>
                    <a:lnTo>
                      <a:pt x="774" y="63"/>
                    </a:lnTo>
                    <a:lnTo>
                      <a:pt x="776" y="63"/>
                    </a:lnTo>
                    <a:lnTo>
                      <a:pt x="776" y="63"/>
                    </a:lnTo>
                    <a:lnTo>
                      <a:pt x="778" y="62"/>
                    </a:lnTo>
                    <a:lnTo>
                      <a:pt x="778" y="62"/>
                    </a:lnTo>
                    <a:lnTo>
                      <a:pt x="780" y="62"/>
                    </a:lnTo>
                    <a:lnTo>
                      <a:pt x="781" y="62"/>
                    </a:lnTo>
                    <a:lnTo>
                      <a:pt x="783" y="62"/>
                    </a:lnTo>
                    <a:lnTo>
                      <a:pt x="785" y="62"/>
                    </a:lnTo>
                    <a:lnTo>
                      <a:pt x="786" y="62"/>
                    </a:lnTo>
                    <a:lnTo>
                      <a:pt x="788" y="62"/>
                    </a:lnTo>
                    <a:lnTo>
                      <a:pt x="790" y="61"/>
                    </a:lnTo>
                    <a:lnTo>
                      <a:pt x="791" y="61"/>
                    </a:lnTo>
                    <a:lnTo>
                      <a:pt x="793" y="61"/>
                    </a:lnTo>
                    <a:lnTo>
                      <a:pt x="794" y="61"/>
                    </a:lnTo>
                    <a:lnTo>
                      <a:pt x="796" y="60"/>
                    </a:lnTo>
                    <a:lnTo>
                      <a:pt x="798" y="60"/>
                    </a:lnTo>
                    <a:lnTo>
                      <a:pt x="799" y="60"/>
                    </a:lnTo>
                    <a:lnTo>
                      <a:pt x="801" y="59"/>
                    </a:lnTo>
                    <a:lnTo>
                      <a:pt x="803" y="59"/>
                    </a:lnTo>
                    <a:lnTo>
                      <a:pt x="804" y="59"/>
                    </a:lnTo>
                    <a:lnTo>
                      <a:pt x="805" y="58"/>
                    </a:lnTo>
                    <a:lnTo>
                      <a:pt x="806" y="58"/>
                    </a:lnTo>
                    <a:lnTo>
                      <a:pt x="808" y="58"/>
                    </a:lnTo>
                    <a:lnTo>
                      <a:pt x="810" y="57"/>
                    </a:lnTo>
                    <a:lnTo>
                      <a:pt x="811" y="57"/>
                    </a:lnTo>
                    <a:lnTo>
                      <a:pt x="813" y="57"/>
                    </a:lnTo>
                    <a:lnTo>
                      <a:pt x="815" y="56"/>
                    </a:lnTo>
                    <a:lnTo>
                      <a:pt x="816" y="56"/>
                    </a:lnTo>
                    <a:lnTo>
                      <a:pt x="818" y="55"/>
                    </a:lnTo>
                    <a:lnTo>
                      <a:pt x="819" y="55"/>
                    </a:lnTo>
                    <a:lnTo>
                      <a:pt x="821" y="55"/>
                    </a:lnTo>
                    <a:lnTo>
                      <a:pt x="823" y="54"/>
                    </a:lnTo>
                    <a:lnTo>
                      <a:pt x="824" y="54"/>
                    </a:lnTo>
                    <a:lnTo>
                      <a:pt x="826" y="53"/>
                    </a:lnTo>
                    <a:lnTo>
                      <a:pt x="828" y="53"/>
                    </a:lnTo>
                    <a:lnTo>
                      <a:pt x="829" y="53"/>
                    </a:lnTo>
                    <a:lnTo>
                      <a:pt x="831" y="52"/>
                    </a:lnTo>
                    <a:lnTo>
                      <a:pt x="832" y="52"/>
                    </a:lnTo>
                    <a:lnTo>
                      <a:pt x="834" y="51"/>
                    </a:lnTo>
                    <a:lnTo>
                      <a:pt x="835" y="51"/>
                    </a:lnTo>
                    <a:lnTo>
                      <a:pt x="836" y="50"/>
                    </a:lnTo>
                    <a:lnTo>
                      <a:pt x="838" y="50"/>
                    </a:lnTo>
                    <a:lnTo>
                      <a:pt x="839" y="49"/>
                    </a:lnTo>
                    <a:lnTo>
                      <a:pt x="841" y="49"/>
                    </a:lnTo>
                    <a:lnTo>
                      <a:pt x="843" y="48"/>
                    </a:lnTo>
                    <a:lnTo>
                      <a:pt x="844" y="48"/>
                    </a:lnTo>
                    <a:lnTo>
                      <a:pt x="846" y="47"/>
                    </a:lnTo>
                    <a:lnTo>
                      <a:pt x="847" y="47"/>
                    </a:lnTo>
                    <a:lnTo>
                      <a:pt x="849" y="46"/>
                    </a:lnTo>
                    <a:lnTo>
                      <a:pt x="851" y="46"/>
                    </a:lnTo>
                    <a:lnTo>
                      <a:pt x="852" y="45"/>
                    </a:lnTo>
                    <a:lnTo>
                      <a:pt x="854" y="45"/>
                    </a:lnTo>
                    <a:lnTo>
                      <a:pt x="856" y="44"/>
                    </a:lnTo>
                    <a:lnTo>
                      <a:pt x="858" y="43"/>
                    </a:lnTo>
                    <a:lnTo>
                      <a:pt x="860" y="43"/>
                    </a:lnTo>
                    <a:lnTo>
                      <a:pt x="862" y="42"/>
                    </a:lnTo>
                    <a:lnTo>
                      <a:pt x="863" y="41"/>
                    </a:lnTo>
                    <a:lnTo>
                      <a:pt x="865" y="40"/>
                    </a:lnTo>
                    <a:lnTo>
                      <a:pt x="867" y="40"/>
                    </a:lnTo>
                    <a:lnTo>
                      <a:pt x="869" y="39"/>
                    </a:lnTo>
                    <a:lnTo>
                      <a:pt x="871" y="38"/>
                    </a:lnTo>
                    <a:lnTo>
                      <a:pt x="873" y="37"/>
                    </a:lnTo>
                    <a:lnTo>
                      <a:pt x="875" y="37"/>
                    </a:lnTo>
                    <a:lnTo>
                      <a:pt x="877" y="36"/>
                    </a:lnTo>
                    <a:lnTo>
                      <a:pt x="879" y="35"/>
                    </a:lnTo>
                    <a:lnTo>
                      <a:pt x="881" y="34"/>
                    </a:lnTo>
                    <a:lnTo>
                      <a:pt x="882" y="34"/>
                    </a:lnTo>
                    <a:lnTo>
                      <a:pt x="883" y="33"/>
                    </a:lnTo>
                    <a:lnTo>
                      <a:pt x="884" y="33"/>
                    </a:lnTo>
                    <a:lnTo>
                      <a:pt x="885" y="33"/>
                    </a:lnTo>
                    <a:lnTo>
                      <a:pt x="886" y="33"/>
                    </a:lnTo>
                    <a:lnTo>
                      <a:pt x="887" y="33"/>
                    </a:lnTo>
                    <a:lnTo>
                      <a:pt x="888" y="32"/>
                    </a:lnTo>
                    <a:lnTo>
                      <a:pt x="889" y="32"/>
                    </a:lnTo>
                    <a:lnTo>
                      <a:pt x="890" y="32"/>
                    </a:lnTo>
                    <a:lnTo>
                      <a:pt x="891" y="31"/>
                    </a:lnTo>
                    <a:lnTo>
                      <a:pt x="892" y="31"/>
                    </a:lnTo>
                    <a:lnTo>
                      <a:pt x="892" y="30"/>
                    </a:lnTo>
                    <a:lnTo>
                      <a:pt x="893" y="30"/>
                    </a:lnTo>
                    <a:lnTo>
                      <a:pt x="894" y="29"/>
                    </a:lnTo>
                    <a:lnTo>
                      <a:pt x="895" y="29"/>
                    </a:lnTo>
                    <a:lnTo>
                      <a:pt x="896" y="28"/>
                    </a:lnTo>
                    <a:lnTo>
                      <a:pt x="896" y="28"/>
                    </a:lnTo>
                    <a:lnTo>
                      <a:pt x="897" y="28"/>
                    </a:lnTo>
                    <a:lnTo>
                      <a:pt x="898" y="27"/>
                    </a:lnTo>
                    <a:lnTo>
                      <a:pt x="899" y="27"/>
                    </a:lnTo>
                    <a:lnTo>
                      <a:pt x="900" y="26"/>
                    </a:lnTo>
                    <a:lnTo>
                      <a:pt x="901" y="26"/>
                    </a:lnTo>
                    <a:lnTo>
                      <a:pt x="902" y="25"/>
                    </a:lnTo>
                    <a:lnTo>
                      <a:pt x="903" y="25"/>
                    </a:lnTo>
                    <a:lnTo>
                      <a:pt x="904" y="24"/>
                    </a:lnTo>
                    <a:lnTo>
                      <a:pt x="905" y="24"/>
                    </a:lnTo>
                    <a:lnTo>
                      <a:pt x="906" y="24"/>
                    </a:lnTo>
                    <a:lnTo>
                      <a:pt x="907" y="23"/>
                    </a:lnTo>
                    <a:lnTo>
                      <a:pt x="907" y="23"/>
                    </a:lnTo>
                    <a:lnTo>
                      <a:pt x="908" y="22"/>
                    </a:lnTo>
                    <a:lnTo>
                      <a:pt x="909" y="22"/>
                    </a:lnTo>
                    <a:lnTo>
                      <a:pt x="910" y="21"/>
                    </a:lnTo>
                    <a:lnTo>
                      <a:pt x="911" y="21"/>
                    </a:lnTo>
                    <a:lnTo>
                      <a:pt x="912" y="20"/>
                    </a:lnTo>
                    <a:lnTo>
                      <a:pt x="913" y="20"/>
                    </a:lnTo>
                    <a:lnTo>
                      <a:pt x="914" y="19"/>
                    </a:lnTo>
                    <a:lnTo>
                      <a:pt x="914" y="19"/>
                    </a:lnTo>
                    <a:lnTo>
                      <a:pt x="915" y="19"/>
                    </a:lnTo>
                    <a:lnTo>
                      <a:pt x="916" y="18"/>
                    </a:lnTo>
                    <a:lnTo>
                      <a:pt x="917" y="18"/>
                    </a:lnTo>
                    <a:lnTo>
                      <a:pt x="918" y="17"/>
                    </a:lnTo>
                    <a:lnTo>
                      <a:pt x="919" y="17"/>
                    </a:lnTo>
                    <a:lnTo>
                      <a:pt x="919" y="17"/>
                    </a:lnTo>
                    <a:lnTo>
                      <a:pt x="920" y="16"/>
                    </a:lnTo>
                    <a:lnTo>
                      <a:pt x="921" y="16"/>
                    </a:lnTo>
                    <a:lnTo>
                      <a:pt x="921" y="15"/>
                    </a:lnTo>
                    <a:lnTo>
                      <a:pt x="923" y="15"/>
                    </a:lnTo>
                    <a:lnTo>
                      <a:pt x="925" y="14"/>
                    </a:lnTo>
                    <a:lnTo>
                      <a:pt x="926" y="13"/>
                    </a:lnTo>
                    <a:lnTo>
                      <a:pt x="928" y="12"/>
                    </a:lnTo>
                    <a:lnTo>
                      <a:pt x="932" y="11"/>
                    </a:lnTo>
                    <a:lnTo>
                      <a:pt x="934" y="10"/>
                    </a:lnTo>
                    <a:lnTo>
                      <a:pt x="935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7" y="9"/>
                    </a:lnTo>
                    <a:lnTo>
                      <a:pt x="939" y="6"/>
                    </a:lnTo>
                    <a:lnTo>
                      <a:pt x="942" y="4"/>
                    </a:lnTo>
                    <a:lnTo>
                      <a:pt x="945" y="3"/>
                    </a:lnTo>
                    <a:lnTo>
                      <a:pt x="945" y="3"/>
                    </a:lnTo>
                    <a:lnTo>
                      <a:pt x="947" y="2"/>
                    </a:lnTo>
                    <a:lnTo>
                      <a:pt x="950" y="1"/>
                    </a:lnTo>
                    <a:lnTo>
                      <a:pt x="952" y="0"/>
                    </a:lnTo>
                    <a:lnTo>
                      <a:pt x="953" y="0"/>
                    </a:lnTo>
                    <a:lnTo>
                      <a:pt x="955" y="0"/>
                    </a:lnTo>
                    <a:lnTo>
                      <a:pt x="955" y="0"/>
                    </a:lnTo>
                    <a:lnTo>
                      <a:pt x="956" y="0"/>
                    </a:lnTo>
                    <a:lnTo>
                      <a:pt x="957" y="0"/>
                    </a:lnTo>
                    <a:lnTo>
                      <a:pt x="958" y="1"/>
                    </a:lnTo>
                    <a:lnTo>
                      <a:pt x="958" y="1"/>
                    </a:lnTo>
                    <a:lnTo>
                      <a:pt x="959" y="1"/>
                    </a:lnTo>
                    <a:lnTo>
                      <a:pt x="960" y="1"/>
                    </a:lnTo>
                    <a:lnTo>
                      <a:pt x="961" y="1"/>
                    </a:lnTo>
                    <a:lnTo>
                      <a:pt x="963" y="2"/>
                    </a:lnTo>
                    <a:lnTo>
                      <a:pt x="964" y="2"/>
                    </a:lnTo>
                    <a:lnTo>
                      <a:pt x="966" y="3"/>
                    </a:lnTo>
                    <a:lnTo>
                      <a:pt x="968" y="3"/>
                    </a:lnTo>
                    <a:lnTo>
                      <a:pt x="969" y="4"/>
                    </a:lnTo>
                    <a:lnTo>
                      <a:pt x="971" y="4"/>
                    </a:lnTo>
                    <a:lnTo>
                      <a:pt x="973" y="5"/>
                    </a:lnTo>
                    <a:lnTo>
                      <a:pt x="975" y="6"/>
                    </a:lnTo>
                    <a:lnTo>
                      <a:pt x="977" y="6"/>
                    </a:lnTo>
                    <a:lnTo>
                      <a:pt x="978" y="7"/>
                    </a:lnTo>
                    <a:lnTo>
                      <a:pt x="978" y="7"/>
                    </a:lnTo>
                    <a:lnTo>
                      <a:pt x="979" y="7"/>
                    </a:lnTo>
                    <a:lnTo>
                      <a:pt x="979" y="8"/>
                    </a:lnTo>
                    <a:lnTo>
                      <a:pt x="980" y="8"/>
                    </a:lnTo>
                    <a:lnTo>
                      <a:pt x="981" y="8"/>
                    </a:lnTo>
                    <a:lnTo>
                      <a:pt x="981" y="8"/>
                    </a:lnTo>
                    <a:lnTo>
                      <a:pt x="982" y="8"/>
                    </a:lnTo>
                    <a:lnTo>
                      <a:pt x="982" y="9"/>
                    </a:lnTo>
                    <a:lnTo>
                      <a:pt x="982" y="9"/>
                    </a:lnTo>
                    <a:lnTo>
                      <a:pt x="984" y="9"/>
                    </a:lnTo>
                    <a:lnTo>
                      <a:pt x="986" y="10"/>
                    </a:lnTo>
                    <a:lnTo>
                      <a:pt x="988" y="10"/>
                    </a:lnTo>
                    <a:lnTo>
                      <a:pt x="990" y="11"/>
                    </a:lnTo>
                    <a:lnTo>
                      <a:pt x="991" y="11"/>
                    </a:lnTo>
                    <a:lnTo>
                      <a:pt x="992" y="11"/>
                    </a:lnTo>
                    <a:lnTo>
                      <a:pt x="993" y="12"/>
                    </a:lnTo>
                    <a:lnTo>
                      <a:pt x="995" y="12"/>
                    </a:lnTo>
                    <a:lnTo>
                      <a:pt x="996" y="12"/>
                    </a:lnTo>
                    <a:lnTo>
                      <a:pt x="998" y="13"/>
                    </a:lnTo>
                    <a:lnTo>
                      <a:pt x="999" y="13"/>
                    </a:lnTo>
                    <a:lnTo>
                      <a:pt x="1000" y="14"/>
                    </a:lnTo>
                    <a:lnTo>
                      <a:pt x="1002" y="14"/>
                    </a:lnTo>
                    <a:lnTo>
                      <a:pt x="1003" y="15"/>
                    </a:lnTo>
                    <a:lnTo>
                      <a:pt x="1005" y="15"/>
                    </a:lnTo>
                    <a:lnTo>
                      <a:pt x="1006" y="16"/>
                    </a:lnTo>
                    <a:lnTo>
                      <a:pt x="1007" y="16"/>
                    </a:lnTo>
                    <a:lnTo>
                      <a:pt x="1008" y="16"/>
                    </a:lnTo>
                    <a:lnTo>
                      <a:pt x="1008" y="17"/>
                    </a:lnTo>
                    <a:lnTo>
                      <a:pt x="1008" y="17"/>
                    </a:lnTo>
                    <a:lnTo>
                      <a:pt x="1009" y="17"/>
                    </a:lnTo>
                    <a:lnTo>
                      <a:pt x="1010" y="17"/>
                    </a:lnTo>
                    <a:lnTo>
                      <a:pt x="1011" y="18"/>
                    </a:lnTo>
                    <a:lnTo>
                      <a:pt x="1012" y="18"/>
                    </a:lnTo>
                    <a:lnTo>
                      <a:pt x="1012" y="18"/>
                    </a:lnTo>
                    <a:lnTo>
                      <a:pt x="1013" y="19"/>
                    </a:lnTo>
                    <a:lnTo>
                      <a:pt x="1014" y="19"/>
                    </a:lnTo>
                    <a:lnTo>
                      <a:pt x="1015" y="19"/>
                    </a:lnTo>
                    <a:lnTo>
                      <a:pt x="1015" y="20"/>
                    </a:lnTo>
                    <a:lnTo>
                      <a:pt x="1016" y="20"/>
                    </a:lnTo>
                    <a:lnTo>
                      <a:pt x="1017" y="20"/>
                    </a:lnTo>
                    <a:lnTo>
                      <a:pt x="1018" y="21"/>
                    </a:lnTo>
                    <a:lnTo>
                      <a:pt x="1019" y="21"/>
                    </a:lnTo>
                    <a:lnTo>
                      <a:pt x="1019" y="21"/>
                    </a:lnTo>
                    <a:lnTo>
                      <a:pt x="1020" y="22"/>
                    </a:lnTo>
                    <a:lnTo>
                      <a:pt x="1021" y="22"/>
                    </a:lnTo>
                    <a:lnTo>
                      <a:pt x="1022" y="22"/>
                    </a:lnTo>
                    <a:lnTo>
                      <a:pt x="1023" y="23"/>
                    </a:lnTo>
                    <a:lnTo>
                      <a:pt x="1023" y="23"/>
                    </a:lnTo>
                    <a:lnTo>
                      <a:pt x="1024" y="24"/>
                    </a:lnTo>
                    <a:lnTo>
                      <a:pt x="1025" y="24"/>
                    </a:lnTo>
                    <a:lnTo>
                      <a:pt x="1026" y="25"/>
                    </a:lnTo>
                    <a:lnTo>
                      <a:pt x="1026" y="25"/>
                    </a:lnTo>
                    <a:lnTo>
                      <a:pt x="1027" y="25"/>
                    </a:lnTo>
                    <a:lnTo>
                      <a:pt x="1028" y="26"/>
                    </a:lnTo>
                    <a:lnTo>
                      <a:pt x="1029" y="26"/>
                    </a:lnTo>
                    <a:lnTo>
                      <a:pt x="1030" y="27"/>
                    </a:lnTo>
                    <a:lnTo>
                      <a:pt x="1030" y="27"/>
                    </a:lnTo>
                    <a:lnTo>
                      <a:pt x="1031" y="28"/>
                    </a:lnTo>
                    <a:lnTo>
                      <a:pt x="1032" y="28"/>
                    </a:lnTo>
                    <a:lnTo>
                      <a:pt x="1033" y="29"/>
                    </a:lnTo>
                    <a:lnTo>
                      <a:pt x="1033" y="29"/>
                    </a:lnTo>
                    <a:lnTo>
                      <a:pt x="1034" y="30"/>
                    </a:lnTo>
                    <a:lnTo>
                      <a:pt x="1035" y="31"/>
                    </a:lnTo>
                    <a:lnTo>
                      <a:pt x="1036" y="31"/>
                    </a:lnTo>
                    <a:lnTo>
                      <a:pt x="1036" y="32"/>
                    </a:lnTo>
                    <a:lnTo>
                      <a:pt x="1037" y="32"/>
                    </a:lnTo>
                    <a:lnTo>
                      <a:pt x="1037" y="33"/>
                    </a:lnTo>
                    <a:lnTo>
                      <a:pt x="1038" y="33"/>
                    </a:lnTo>
                    <a:lnTo>
                      <a:pt x="1038" y="33"/>
                    </a:lnTo>
                    <a:lnTo>
                      <a:pt x="1039" y="34"/>
                    </a:lnTo>
                    <a:lnTo>
                      <a:pt x="1040" y="35"/>
                    </a:lnTo>
                    <a:lnTo>
                      <a:pt x="1040" y="35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1" y="36"/>
                    </a:lnTo>
                    <a:lnTo>
                      <a:pt x="1042" y="37"/>
                    </a:lnTo>
                    <a:lnTo>
                      <a:pt x="1042" y="37"/>
                    </a:lnTo>
                    <a:lnTo>
                      <a:pt x="1042" y="38"/>
                    </a:lnTo>
                    <a:lnTo>
                      <a:pt x="1043" y="38"/>
                    </a:lnTo>
                    <a:lnTo>
                      <a:pt x="1043" y="38"/>
                    </a:lnTo>
                    <a:lnTo>
                      <a:pt x="1043" y="39"/>
                    </a:lnTo>
                    <a:lnTo>
                      <a:pt x="1044" y="39"/>
                    </a:lnTo>
                    <a:lnTo>
                      <a:pt x="1044" y="40"/>
                    </a:lnTo>
                    <a:lnTo>
                      <a:pt x="1044" y="40"/>
                    </a:lnTo>
                    <a:lnTo>
                      <a:pt x="1045" y="41"/>
                    </a:lnTo>
                    <a:lnTo>
                      <a:pt x="1045" y="41"/>
                    </a:lnTo>
                    <a:lnTo>
                      <a:pt x="1045" y="42"/>
                    </a:lnTo>
                    <a:lnTo>
                      <a:pt x="1046" y="42"/>
                    </a:lnTo>
                    <a:lnTo>
                      <a:pt x="1046" y="43"/>
                    </a:lnTo>
                    <a:lnTo>
                      <a:pt x="1046" y="43"/>
                    </a:lnTo>
                    <a:lnTo>
                      <a:pt x="1046" y="44"/>
                    </a:lnTo>
                    <a:lnTo>
                      <a:pt x="1047" y="44"/>
                    </a:lnTo>
                    <a:lnTo>
                      <a:pt x="1047" y="45"/>
                    </a:lnTo>
                    <a:lnTo>
                      <a:pt x="1047" y="45"/>
                    </a:lnTo>
                    <a:lnTo>
                      <a:pt x="1047" y="46"/>
                    </a:lnTo>
                    <a:lnTo>
                      <a:pt x="1048" y="46"/>
                    </a:lnTo>
                    <a:lnTo>
                      <a:pt x="1048" y="47"/>
                    </a:lnTo>
                    <a:lnTo>
                      <a:pt x="1048" y="47"/>
                    </a:lnTo>
                    <a:lnTo>
                      <a:pt x="1048" y="48"/>
                    </a:lnTo>
                    <a:lnTo>
                      <a:pt x="1049" y="49"/>
                    </a:lnTo>
                    <a:lnTo>
                      <a:pt x="1049" y="49"/>
                    </a:lnTo>
                    <a:lnTo>
                      <a:pt x="1049" y="50"/>
                    </a:lnTo>
                    <a:lnTo>
                      <a:pt x="1049" y="50"/>
                    </a:lnTo>
                    <a:lnTo>
                      <a:pt x="1050" y="51"/>
                    </a:lnTo>
                    <a:lnTo>
                      <a:pt x="1050" y="52"/>
                    </a:lnTo>
                    <a:lnTo>
                      <a:pt x="1050" y="52"/>
                    </a:lnTo>
                    <a:lnTo>
                      <a:pt x="1050" y="53"/>
                    </a:lnTo>
                    <a:lnTo>
                      <a:pt x="1050" y="54"/>
                    </a:lnTo>
                    <a:lnTo>
                      <a:pt x="1050" y="54"/>
                    </a:lnTo>
                    <a:lnTo>
                      <a:pt x="1050" y="55"/>
                    </a:lnTo>
                    <a:lnTo>
                      <a:pt x="1051" y="56"/>
                    </a:lnTo>
                    <a:lnTo>
                      <a:pt x="1051" y="56"/>
                    </a:lnTo>
                    <a:lnTo>
                      <a:pt x="1051" y="57"/>
                    </a:lnTo>
                    <a:lnTo>
                      <a:pt x="1051" y="58"/>
                    </a:lnTo>
                    <a:lnTo>
                      <a:pt x="1051" y="58"/>
                    </a:lnTo>
                    <a:lnTo>
                      <a:pt x="1051" y="59"/>
                    </a:lnTo>
                    <a:lnTo>
                      <a:pt x="1051" y="60"/>
                    </a:lnTo>
                    <a:lnTo>
                      <a:pt x="1051" y="60"/>
                    </a:lnTo>
                    <a:lnTo>
                      <a:pt x="1051" y="61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2"/>
                    </a:lnTo>
                    <a:lnTo>
                      <a:pt x="1051" y="63"/>
                    </a:lnTo>
                    <a:lnTo>
                      <a:pt x="1051" y="63"/>
                    </a:lnTo>
                    <a:lnTo>
                      <a:pt x="1051" y="64"/>
                    </a:lnTo>
                    <a:lnTo>
                      <a:pt x="1051" y="65"/>
                    </a:lnTo>
                    <a:lnTo>
                      <a:pt x="1051" y="65"/>
                    </a:lnTo>
                    <a:lnTo>
                      <a:pt x="1050" y="66"/>
                    </a:lnTo>
                    <a:lnTo>
                      <a:pt x="1050" y="67"/>
                    </a:lnTo>
                    <a:lnTo>
                      <a:pt x="1050" y="67"/>
                    </a:lnTo>
                    <a:lnTo>
                      <a:pt x="1050" y="68"/>
                    </a:lnTo>
                    <a:lnTo>
                      <a:pt x="1050" y="69"/>
                    </a:lnTo>
                    <a:lnTo>
                      <a:pt x="1050" y="69"/>
                    </a:lnTo>
                    <a:lnTo>
                      <a:pt x="1050" y="70"/>
                    </a:lnTo>
                    <a:lnTo>
                      <a:pt x="1049" y="71"/>
                    </a:lnTo>
                    <a:lnTo>
                      <a:pt x="1049" y="71"/>
                    </a:lnTo>
                    <a:lnTo>
                      <a:pt x="1049" y="72"/>
                    </a:lnTo>
                    <a:lnTo>
                      <a:pt x="1049" y="72"/>
                    </a:lnTo>
                    <a:lnTo>
                      <a:pt x="1048" y="73"/>
                    </a:lnTo>
                    <a:lnTo>
                      <a:pt x="1048" y="74"/>
                    </a:lnTo>
                    <a:lnTo>
                      <a:pt x="1048" y="74"/>
                    </a:lnTo>
                    <a:lnTo>
                      <a:pt x="1048" y="75"/>
                    </a:lnTo>
                    <a:lnTo>
                      <a:pt x="1047" y="75"/>
                    </a:lnTo>
                    <a:lnTo>
                      <a:pt x="1047" y="76"/>
                    </a:lnTo>
                    <a:lnTo>
                      <a:pt x="1047" y="77"/>
                    </a:lnTo>
                    <a:lnTo>
                      <a:pt x="1047" y="77"/>
                    </a:lnTo>
                    <a:lnTo>
                      <a:pt x="1046" y="78"/>
                    </a:lnTo>
                    <a:lnTo>
                      <a:pt x="1046" y="78"/>
                    </a:lnTo>
                    <a:lnTo>
                      <a:pt x="1046" y="79"/>
                    </a:lnTo>
                    <a:lnTo>
                      <a:pt x="1045" y="79"/>
                    </a:lnTo>
                    <a:lnTo>
                      <a:pt x="1045" y="80"/>
                    </a:lnTo>
                    <a:lnTo>
                      <a:pt x="1045" y="80"/>
                    </a:lnTo>
                    <a:lnTo>
                      <a:pt x="1044" y="81"/>
                    </a:lnTo>
                    <a:lnTo>
                      <a:pt x="1044" y="82"/>
                    </a:lnTo>
                    <a:lnTo>
                      <a:pt x="1044" y="82"/>
                    </a:lnTo>
                    <a:lnTo>
                      <a:pt x="1043" y="83"/>
                    </a:lnTo>
                    <a:lnTo>
                      <a:pt x="1043" y="83"/>
                    </a:lnTo>
                    <a:lnTo>
                      <a:pt x="1043" y="84"/>
                    </a:lnTo>
                    <a:lnTo>
                      <a:pt x="1042" y="84"/>
                    </a:lnTo>
                    <a:lnTo>
                      <a:pt x="1042" y="85"/>
                    </a:lnTo>
                    <a:lnTo>
                      <a:pt x="1041" y="86"/>
                    </a:lnTo>
                    <a:lnTo>
                      <a:pt x="1040" y="87"/>
                    </a:lnTo>
                    <a:lnTo>
                      <a:pt x="1040" y="87"/>
                    </a:lnTo>
                    <a:lnTo>
                      <a:pt x="1039" y="88"/>
                    </a:lnTo>
                    <a:lnTo>
                      <a:pt x="1038" y="89"/>
                    </a:lnTo>
                    <a:lnTo>
                      <a:pt x="1038" y="90"/>
                    </a:lnTo>
                    <a:lnTo>
                      <a:pt x="1037" y="90"/>
                    </a:lnTo>
                    <a:lnTo>
                      <a:pt x="1037" y="91"/>
                    </a:lnTo>
                    <a:lnTo>
                      <a:pt x="1036" y="92"/>
                    </a:lnTo>
                    <a:lnTo>
                      <a:pt x="1036" y="92"/>
                    </a:lnTo>
                    <a:lnTo>
                      <a:pt x="1035" y="92"/>
                    </a:lnTo>
                    <a:lnTo>
                      <a:pt x="1034" y="93"/>
                    </a:lnTo>
                    <a:lnTo>
                      <a:pt x="1033" y="94"/>
                    </a:lnTo>
                    <a:lnTo>
                      <a:pt x="1032" y="94"/>
                    </a:lnTo>
                    <a:lnTo>
                      <a:pt x="1032" y="95"/>
                    </a:lnTo>
                    <a:lnTo>
                      <a:pt x="1031" y="96"/>
                    </a:lnTo>
                    <a:lnTo>
                      <a:pt x="1030" y="96"/>
                    </a:lnTo>
                    <a:lnTo>
                      <a:pt x="1029" y="97"/>
                    </a:lnTo>
                    <a:lnTo>
                      <a:pt x="1028" y="97"/>
                    </a:lnTo>
                    <a:lnTo>
                      <a:pt x="1027" y="98"/>
                    </a:lnTo>
                    <a:lnTo>
                      <a:pt x="1027" y="99"/>
                    </a:lnTo>
                    <a:lnTo>
                      <a:pt x="1026" y="99"/>
                    </a:lnTo>
                    <a:lnTo>
                      <a:pt x="1025" y="100"/>
                    </a:lnTo>
                    <a:lnTo>
                      <a:pt x="1024" y="100"/>
                    </a:lnTo>
                    <a:lnTo>
                      <a:pt x="1023" y="101"/>
                    </a:lnTo>
                    <a:lnTo>
                      <a:pt x="1022" y="101"/>
                    </a:lnTo>
                    <a:lnTo>
                      <a:pt x="1021" y="102"/>
                    </a:lnTo>
                    <a:lnTo>
                      <a:pt x="1021" y="102"/>
                    </a:lnTo>
                    <a:lnTo>
                      <a:pt x="1020" y="103"/>
                    </a:lnTo>
                    <a:lnTo>
                      <a:pt x="1019" y="103"/>
                    </a:lnTo>
                    <a:lnTo>
                      <a:pt x="1018" y="103"/>
                    </a:lnTo>
                    <a:lnTo>
                      <a:pt x="1017" y="104"/>
                    </a:lnTo>
                    <a:lnTo>
                      <a:pt x="1016" y="104"/>
                    </a:lnTo>
                    <a:lnTo>
                      <a:pt x="1015" y="105"/>
                    </a:lnTo>
                    <a:lnTo>
                      <a:pt x="1014" y="105"/>
                    </a:lnTo>
                    <a:lnTo>
                      <a:pt x="1013" y="106"/>
                    </a:lnTo>
                    <a:lnTo>
                      <a:pt x="1012" y="106"/>
                    </a:lnTo>
                    <a:lnTo>
                      <a:pt x="1011" y="106"/>
                    </a:lnTo>
                    <a:lnTo>
                      <a:pt x="1011" y="107"/>
                    </a:lnTo>
                    <a:lnTo>
                      <a:pt x="1010" y="107"/>
                    </a:lnTo>
                    <a:lnTo>
                      <a:pt x="1009" y="107"/>
                    </a:lnTo>
                    <a:lnTo>
                      <a:pt x="1008" y="108"/>
                    </a:lnTo>
                    <a:lnTo>
                      <a:pt x="1008" y="108"/>
                    </a:lnTo>
                    <a:lnTo>
                      <a:pt x="1007" y="108"/>
                    </a:lnTo>
                    <a:lnTo>
                      <a:pt x="1006" y="109"/>
                    </a:lnTo>
                    <a:lnTo>
                      <a:pt x="1005" y="109"/>
                    </a:lnTo>
                    <a:lnTo>
                      <a:pt x="1004" y="109"/>
                    </a:lnTo>
                    <a:lnTo>
                      <a:pt x="1003" y="110"/>
                    </a:lnTo>
                    <a:lnTo>
                      <a:pt x="1002" y="110"/>
                    </a:lnTo>
                    <a:lnTo>
                      <a:pt x="1001" y="110"/>
                    </a:lnTo>
                    <a:lnTo>
                      <a:pt x="1000" y="110"/>
                    </a:lnTo>
                    <a:lnTo>
                      <a:pt x="999" y="111"/>
                    </a:lnTo>
                    <a:lnTo>
                      <a:pt x="998" y="111"/>
                    </a:lnTo>
                    <a:lnTo>
                      <a:pt x="997" y="111"/>
                    </a:lnTo>
                    <a:lnTo>
                      <a:pt x="996" y="111"/>
                    </a:lnTo>
                    <a:lnTo>
                      <a:pt x="995" y="112"/>
                    </a:lnTo>
                    <a:lnTo>
                      <a:pt x="994" y="112"/>
                    </a:lnTo>
                    <a:lnTo>
                      <a:pt x="993" y="112"/>
                    </a:lnTo>
                    <a:lnTo>
                      <a:pt x="992" y="112"/>
                    </a:lnTo>
                    <a:lnTo>
                      <a:pt x="991" y="112"/>
                    </a:lnTo>
                    <a:lnTo>
                      <a:pt x="990" y="113"/>
                    </a:lnTo>
                    <a:lnTo>
                      <a:pt x="989" y="113"/>
                    </a:lnTo>
                    <a:lnTo>
                      <a:pt x="988" y="113"/>
                    </a:lnTo>
                    <a:lnTo>
                      <a:pt x="987" y="113"/>
                    </a:lnTo>
                    <a:lnTo>
                      <a:pt x="986" y="113"/>
                    </a:lnTo>
                    <a:lnTo>
                      <a:pt x="985" y="113"/>
                    </a:lnTo>
                    <a:lnTo>
                      <a:pt x="984" y="114"/>
                    </a:lnTo>
                    <a:lnTo>
                      <a:pt x="983" y="114"/>
                    </a:lnTo>
                    <a:lnTo>
                      <a:pt x="982" y="114"/>
                    </a:lnTo>
                    <a:lnTo>
                      <a:pt x="981" y="114"/>
                    </a:lnTo>
                    <a:lnTo>
                      <a:pt x="980" y="114"/>
                    </a:lnTo>
                    <a:lnTo>
                      <a:pt x="979" y="114"/>
                    </a:lnTo>
                    <a:lnTo>
                      <a:pt x="979" y="114"/>
                    </a:lnTo>
                    <a:lnTo>
                      <a:pt x="978" y="115"/>
                    </a:lnTo>
                    <a:lnTo>
                      <a:pt x="977" y="115"/>
                    </a:lnTo>
                    <a:lnTo>
                      <a:pt x="976" y="115"/>
                    </a:lnTo>
                    <a:lnTo>
                      <a:pt x="975" y="115"/>
                    </a:lnTo>
                    <a:lnTo>
                      <a:pt x="974" y="115"/>
                    </a:lnTo>
                    <a:lnTo>
                      <a:pt x="973" y="115"/>
                    </a:lnTo>
                    <a:lnTo>
                      <a:pt x="972" y="115"/>
                    </a:lnTo>
                    <a:lnTo>
                      <a:pt x="971" y="115"/>
                    </a:lnTo>
                    <a:lnTo>
                      <a:pt x="969" y="115"/>
                    </a:lnTo>
                    <a:lnTo>
                      <a:pt x="968" y="115"/>
                    </a:lnTo>
                    <a:lnTo>
                      <a:pt x="967" y="115"/>
                    </a:lnTo>
                    <a:lnTo>
                      <a:pt x="966" y="115"/>
                    </a:lnTo>
                    <a:lnTo>
                      <a:pt x="965" y="116"/>
                    </a:lnTo>
                    <a:lnTo>
                      <a:pt x="964" y="116"/>
                    </a:lnTo>
                    <a:lnTo>
                      <a:pt x="963" y="116"/>
                    </a:lnTo>
                    <a:lnTo>
                      <a:pt x="962" y="116"/>
                    </a:lnTo>
                    <a:lnTo>
                      <a:pt x="961" y="116"/>
                    </a:lnTo>
                    <a:lnTo>
                      <a:pt x="960" y="116"/>
                    </a:lnTo>
                    <a:lnTo>
                      <a:pt x="959" y="116"/>
                    </a:lnTo>
                    <a:lnTo>
                      <a:pt x="958" y="116"/>
                    </a:lnTo>
                    <a:lnTo>
                      <a:pt x="957" y="116"/>
                    </a:lnTo>
                    <a:lnTo>
                      <a:pt x="956" y="116"/>
                    </a:lnTo>
                    <a:lnTo>
                      <a:pt x="954" y="116"/>
                    </a:lnTo>
                    <a:lnTo>
                      <a:pt x="953" y="116"/>
                    </a:lnTo>
                    <a:lnTo>
                      <a:pt x="952" y="116"/>
                    </a:lnTo>
                    <a:lnTo>
                      <a:pt x="951" y="116"/>
                    </a:lnTo>
                    <a:lnTo>
                      <a:pt x="950" y="116"/>
                    </a:lnTo>
                    <a:lnTo>
                      <a:pt x="950" y="116"/>
                    </a:lnTo>
                    <a:lnTo>
                      <a:pt x="949" y="116"/>
                    </a:lnTo>
                    <a:lnTo>
                      <a:pt x="948" y="116"/>
                    </a:lnTo>
                    <a:lnTo>
                      <a:pt x="947" y="116"/>
                    </a:lnTo>
                    <a:lnTo>
                      <a:pt x="946" y="116"/>
                    </a:lnTo>
                    <a:lnTo>
                      <a:pt x="945" y="116"/>
                    </a:lnTo>
                    <a:lnTo>
                      <a:pt x="943" y="116"/>
                    </a:lnTo>
                    <a:lnTo>
                      <a:pt x="942" y="116"/>
                    </a:lnTo>
                    <a:lnTo>
                      <a:pt x="941" y="116"/>
                    </a:lnTo>
                    <a:lnTo>
                      <a:pt x="940" y="116"/>
                    </a:lnTo>
                    <a:lnTo>
                      <a:pt x="939" y="116"/>
                    </a:lnTo>
                    <a:lnTo>
                      <a:pt x="938" y="116"/>
                    </a:lnTo>
                    <a:lnTo>
                      <a:pt x="937" y="115"/>
                    </a:lnTo>
                    <a:lnTo>
                      <a:pt x="936" y="115"/>
                    </a:lnTo>
                    <a:lnTo>
                      <a:pt x="935" y="115"/>
                    </a:lnTo>
                    <a:lnTo>
                      <a:pt x="934" y="115"/>
                    </a:lnTo>
                    <a:lnTo>
                      <a:pt x="932" y="115"/>
                    </a:lnTo>
                    <a:lnTo>
                      <a:pt x="930" y="115"/>
                    </a:lnTo>
                    <a:lnTo>
                      <a:pt x="928" y="115"/>
                    </a:lnTo>
                    <a:lnTo>
                      <a:pt x="926" y="115"/>
                    </a:lnTo>
                    <a:lnTo>
                      <a:pt x="924" y="115"/>
                    </a:lnTo>
                    <a:lnTo>
                      <a:pt x="921" y="114"/>
                    </a:lnTo>
                    <a:lnTo>
                      <a:pt x="920" y="114"/>
                    </a:lnTo>
                    <a:lnTo>
                      <a:pt x="918" y="114"/>
                    </a:lnTo>
                    <a:lnTo>
                      <a:pt x="916" y="114"/>
                    </a:lnTo>
                    <a:lnTo>
                      <a:pt x="913" y="114"/>
                    </a:lnTo>
                    <a:lnTo>
                      <a:pt x="911" y="113"/>
                    </a:lnTo>
                    <a:lnTo>
                      <a:pt x="909" y="113"/>
                    </a:lnTo>
                    <a:lnTo>
                      <a:pt x="907" y="113"/>
                    </a:lnTo>
                    <a:lnTo>
                      <a:pt x="905" y="113"/>
                    </a:lnTo>
                    <a:lnTo>
                      <a:pt x="902" y="112"/>
                    </a:lnTo>
                    <a:lnTo>
                      <a:pt x="900" y="112"/>
                    </a:lnTo>
                    <a:lnTo>
                      <a:pt x="898" y="112"/>
                    </a:lnTo>
                    <a:lnTo>
                      <a:pt x="896" y="111"/>
                    </a:lnTo>
                    <a:lnTo>
                      <a:pt x="894" y="111"/>
                    </a:lnTo>
                    <a:lnTo>
                      <a:pt x="892" y="111"/>
                    </a:lnTo>
                    <a:lnTo>
                      <a:pt x="890" y="111"/>
                    </a:lnTo>
                    <a:lnTo>
                      <a:pt x="888" y="110"/>
                    </a:lnTo>
                    <a:lnTo>
                      <a:pt x="886" y="110"/>
                    </a:lnTo>
                    <a:lnTo>
                      <a:pt x="884" y="110"/>
                    </a:lnTo>
                    <a:lnTo>
                      <a:pt x="882" y="109"/>
                    </a:lnTo>
                    <a:lnTo>
                      <a:pt x="880" y="109"/>
                    </a:lnTo>
                    <a:lnTo>
                      <a:pt x="878" y="108"/>
                    </a:lnTo>
                    <a:lnTo>
                      <a:pt x="876" y="108"/>
                    </a:lnTo>
                    <a:lnTo>
                      <a:pt x="874" y="108"/>
                    </a:lnTo>
                    <a:lnTo>
                      <a:pt x="871" y="107"/>
                    </a:lnTo>
                    <a:lnTo>
                      <a:pt x="869" y="107"/>
                    </a:lnTo>
                    <a:lnTo>
                      <a:pt x="868" y="107"/>
                    </a:lnTo>
                    <a:lnTo>
                      <a:pt x="867" y="107"/>
                    </a:lnTo>
                    <a:lnTo>
                      <a:pt x="866" y="106"/>
                    </a:lnTo>
                    <a:lnTo>
                      <a:pt x="865" y="106"/>
                    </a:lnTo>
                    <a:lnTo>
                      <a:pt x="864" y="104"/>
                    </a:lnTo>
                    <a:lnTo>
                      <a:pt x="863" y="102"/>
                    </a:lnTo>
                    <a:lnTo>
                      <a:pt x="861" y="101"/>
                    </a:lnTo>
                    <a:lnTo>
                      <a:pt x="860" y="100"/>
                    </a:lnTo>
                    <a:lnTo>
                      <a:pt x="859" y="99"/>
                    </a:lnTo>
                    <a:lnTo>
                      <a:pt x="858" y="99"/>
                    </a:lnTo>
                    <a:lnTo>
                      <a:pt x="856" y="98"/>
                    </a:lnTo>
                    <a:lnTo>
                      <a:pt x="854" y="97"/>
                    </a:lnTo>
                    <a:lnTo>
                      <a:pt x="852" y="97"/>
                    </a:lnTo>
                    <a:lnTo>
                      <a:pt x="850" y="96"/>
                    </a:lnTo>
                    <a:lnTo>
                      <a:pt x="849" y="95"/>
                    </a:lnTo>
                    <a:lnTo>
                      <a:pt x="847" y="95"/>
                    </a:lnTo>
                    <a:lnTo>
                      <a:pt x="845" y="94"/>
                    </a:lnTo>
                    <a:lnTo>
                      <a:pt x="843" y="93"/>
                    </a:lnTo>
                    <a:lnTo>
                      <a:pt x="842" y="93"/>
                    </a:lnTo>
                    <a:lnTo>
                      <a:pt x="841" y="92"/>
                    </a:lnTo>
                    <a:lnTo>
                      <a:pt x="841" y="92"/>
                    </a:lnTo>
                    <a:lnTo>
                      <a:pt x="840" y="93"/>
                    </a:lnTo>
                    <a:lnTo>
                      <a:pt x="838" y="93"/>
                    </a:lnTo>
                    <a:lnTo>
                      <a:pt x="836" y="94"/>
                    </a:lnTo>
                    <a:lnTo>
                      <a:pt x="834" y="94"/>
                    </a:lnTo>
                    <a:lnTo>
                      <a:pt x="833" y="95"/>
                    </a:lnTo>
                    <a:lnTo>
                      <a:pt x="832" y="95"/>
                    </a:lnTo>
                    <a:lnTo>
                      <a:pt x="830" y="96"/>
                    </a:lnTo>
                    <a:lnTo>
                      <a:pt x="828" y="96"/>
                    </a:lnTo>
                    <a:lnTo>
                      <a:pt x="826" y="97"/>
                    </a:lnTo>
                    <a:lnTo>
                      <a:pt x="825" y="97"/>
                    </a:lnTo>
                    <a:lnTo>
                      <a:pt x="823" y="97"/>
                    </a:lnTo>
                    <a:lnTo>
                      <a:pt x="821" y="98"/>
                    </a:lnTo>
                    <a:lnTo>
                      <a:pt x="819" y="98"/>
                    </a:lnTo>
                    <a:lnTo>
                      <a:pt x="817" y="99"/>
                    </a:lnTo>
                    <a:lnTo>
                      <a:pt x="816" y="99"/>
                    </a:lnTo>
                    <a:lnTo>
                      <a:pt x="814" y="99"/>
                    </a:lnTo>
                    <a:lnTo>
                      <a:pt x="812" y="100"/>
                    </a:lnTo>
                    <a:lnTo>
                      <a:pt x="810" y="100"/>
                    </a:lnTo>
                    <a:lnTo>
                      <a:pt x="809" y="100"/>
                    </a:lnTo>
                    <a:lnTo>
                      <a:pt x="807" y="101"/>
                    </a:lnTo>
                    <a:lnTo>
                      <a:pt x="805" y="101"/>
                    </a:lnTo>
                    <a:lnTo>
                      <a:pt x="804" y="101"/>
                    </a:lnTo>
                    <a:lnTo>
                      <a:pt x="803" y="102"/>
                    </a:lnTo>
                    <a:lnTo>
                      <a:pt x="801" y="102"/>
                    </a:lnTo>
                    <a:lnTo>
                      <a:pt x="799" y="102"/>
                    </a:lnTo>
                    <a:lnTo>
                      <a:pt x="797" y="103"/>
                    </a:lnTo>
                    <a:lnTo>
                      <a:pt x="796" y="103"/>
                    </a:lnTo>
                    <a:lnTo>
                      <a:pt x="794" y="103"/>
                    </a:lnTo>
                    <a:lnTo>
                      <a:pt x="792" y="104"/>
                    </a:lnTo>
                    <a:lnTo>
                      <a:pt x="790" y="104"/>
                    </a:lnTo>
                    <a:lnTo>
                      <a:pt x="788" y="104"/>
                    </a:lnTo>
                    <a:lnTo>
                      <a:pt x="787" y="105"/>
                    </a:lnTo>
                    <a:lnTo>
                      <a:pt x="785" y="105"/>
                    </a:lnTo>
                    <a:lnTo>
                      <a:pt x="785" y="105"/>
                    </a:lnTo>
                    <a:lnTo>
                      <a:pt x="783" y="105"/>
                    </a:lnTo>
                    <a:lnTo>
                      <a:pt x="781" y="105"/>
                    </a:lnTo>
                    <a:lnTo>
                      <a:pt x="780" y="106"/>
                    </a:lnTo>
                    <a:lnTo>
                      <a:pt x="778" y="106"/>
                    </a:lnTo>
                    <a:lnTo>
                      <a:pt x="776" y="106"/>
                    </a:lnTo>
                    <a:lnTo>
                      <a:pt x="775" y="106"/>
                    </a:lnTo>
                    <a:lnTo>
                      <a:pt x="774" y="107"/>
                    </a:lnTo>
                    <a:lnTo>
                      <a:pt x="772" y="107"/>
                    </a:lnTo>
                    <a:lnTo>
                      <a:pt x="770" y="107"/>
                    </a:lnTo>
                    <a:lnTo>
                      <a:pt x="768" y="107"/>
                    </a:lnTo>
                    <a:lnTo>
                      <a:pt x="767" y="108"/>
                    </a:lnTo>
                    <a:lnTo>
                      <a:pt x="765" y="108"/>
                    </a:lnTo>
                    <a:lnTo>
                      <a:pt x="763" y="108"/>
                    </a:lnTo>
                    <a:lnTo>
                      <a:pt x="761" y="108"/>
                    </a:lnTo>
                    <a:lnTo>
                      <a:pt x="760" y="109"/>
                    </a:lnTo>
                    <a:lnTo>
                      <a:pt x="758" y="109"/>
                    </a:lnTo>
                    <a:lnTo>
                      <a:pt x="756" y="109"/>
                    </a:lnTo>
                    <a:lnTo>
                      <a:pt x="754" y="109"/>
                    </a:lnTo>
                    <a:lnTo>
                      <a:pt x="752" y="109"/>
                    </a:lnTo>
                    <a:lnTo>
                      <a:pt x="749" y="110"/>
                    </a:lnTo>
                    <a:lnTo>
                      <a:pt x="746" y="110"/>
                    </a:lnTo>
                    <a:lnTo>
                      <a:pt x="743" y="111"/>
                    </a:lnTo>
                    <a:lnTo>
                      <a:pt x="739" y="111"/>
                    </a:lnTo>
                    <a:lnTo>
                      <a:pt x="736" y="111"/>
                    </a:lnTo>
                    <a:lnTo>
                      <a:pt x="732" y="112"/>
                    </a:lnTo>
                    <a:lnTo>
                      <a:pt x="729" y="112"/>
                    </a:lnTo>
                    <a:lnTo>
                      <a:pt x="725" y="112"/>
                    </a:lnTo>
                    <a:lnTo>
                      <a:pt x="722" y="113"/>
                    </a:lnTo>
                    <a:lnTo>
                      <a:pt x="718" y="113"/>
                    </a:lnTo>
                    <a:lnTo>
                      <a:pt x="716" y="113"/>
                    </a:lnTo>
                    <a:lnTo>
                      <a:pt x="712" y="114"/>
                    </a:lnTo>
                    <a:lnTo>
                      <a:pt x="709" y="114"/>
                    </a:lnTo>
                    <a:lnTo>
                      <a:pt x="706" y="114"/>
                    </a:lnTo>
                    <a:lnTo>
                      <a:pt x="702" y="115"/>
                    </a:lnTo>
                    <a:lnTo>
                      <a:pt x="695" y="115"/>
                    </a:lnTo>
                    <a:lnTo>
                      <a:pt x="689" y="116"/>
                    </a:lnTo>
                    <a:lnTo>
                      <a:pt x="682" y="116"/>
                    </a:lnTo>
                    <a:lnTo>
                      <a:pt x="675" y="117"/>
                    </a:lnTo>
                    <a:lnTo>
                      <a:pt x="672" y="117"/>
                    </a:lnTo>
                    <a:lnTo>
                      <a:pt x="668" y="118"/>
                    </a:lnTo>
                    <a:lnTo>
                      <a:pt x="665" y="118"/>
                    </a:lnTo>
                    <a:lnTo>
                      <a:pt x="661" y="118"/>
                    </a:lnTo>
                    <a:lnTo>
                      <a:pt x="659" y="119"/>
                    </a:lnTo>
                    <a:lnTo>
                      <a:pt x="655" y="119"/>
                    </a:lnTo>
                    <a:lnTo>
                      <a:pt x="652" y="119"/>
                    </a:lnTo>
                    <a:lnTo>
                      <a:pt x="648" y="120"/>
                    </a:lnTo>
                    <a:lnTo>
                      <a:pt x="646" y="120"/>
                    </a:lnTo>
                    <a:lnTo>
                      <a:pt x="643" y="120"/>
                    </a:lnTo>
                    <a:lnTo>
                      <a:pt x="641" y="120"/>
                    </a:lnTo>
                    <a:lnTo>
                      <a:pt x="638" y="121"/>
                    </a:lnTo>
                    <a:lnTo>
                      <a:pt x="636" y="121"/>
                    </a:lnTo>
                    <a:lnTo>
                      <a:pt x="633" y="121"/>
                    </a:lnTo>
                    <a:lnTo>
                      <a:pt x="631" y="121"/>
                    </a:lnTo>
                    <a:lnTo>
                      <a:pt x="629" y="121"/>
                    </a:lnTo>
                    <a:lnTo>
                      <a:pt x="626" y="121"/>
                    </a:lnTo>
                    <a:lnTo>
                      <a:pt x="624" y="121"/>
                    </a:lnTo>
                    <a:lnTo>
                      <a:pt x="621" y="121"/>
                    </a:lnTo>
                    <a:lnTo>
                      <a:pt x="618" y="121"/>
                    </a:lnTo>
                    <a:lnTo>
                      <a:pt x="616" y="121"/>
                    </a:lnTo>
                    <a:lnTo>
                      <a:pt x="613" y="122"/>
                    </a:lnTo>
                    <a:lnTo>
                      <a:pt x="611" y="122"/>
                    </a:lnTo>
                    <a:lnTo>
                      <a:pt x="608" y="122"/>
                    </a:lnTo>
                    <a:lnTo>
                      <a:pt x="606" y="122"/>
                    </a:lnTo>
                    <a:lnTo>
                      <a:pt x="603" y="122"/>
                    </a:lnTo>
                    <a:lnTo>
                      <a:pt x="601" y="122"/>
                    </a:lnTo>
                    <a:lnTo>
                      <a:pt x="599" y="122"/>
                    </a:lnTo>
                    <a:lnTo>
                      <a:pt x="596" y="123"/>
                    </a:lnTo>
                    <a:lnTo>
                      <a:pt x="594" y="123"/>
                    </a:lnTo>
                    <a:lnTo>
                      <a:pt x="591" y="123"/>
                    </a:lnTo>
                    <a:lnTo>
                      <a:pt x="588" y="123"/>
                    </a:lnTo>
                    <a:lnTo>
                      <a:pt x="586" y="123"/>
                    </a:lnTo>
                    <a:lnTo>
                      <a:pt x="583" y="123"/>
                    </a:lnTo>
                    <a:lnTo>
                      <a:pt x="581" y="123"/>
                    </a:lnTo>
                    <a:lnTo>
                      <a:pt x="578" y="124"/>
                    </a:lnTo>
                    <a:lnTo>
                      <a:pt x="575" y="124"/>
                    </a:lnTo>
                    <a:lnTo>
                      <a:pt x="574" y="124"/>
                    </a:lnTo>
                    <a:lnTo>
                      <a:pt x="571" y="124"/>
                    </a:lnTo>
                    <a:lnTo>
                      <a:pt x="569" y="124"/>
                    </a:lnTo>
                    <a:lnTo>
                      <a:pt x="566" y="124"/>
                    </a:lnTo>
                    <a:lnTo>
                      <a:pt x="563" y="124"/>
                    </a:lnTo>
                    <a:lnTo>
                      <a:pt x="561" y="124"/>
                    </a:lnTo>
                    <a:lnTo>
                      <a:pt x="558" y="124"/>
                    </a:lnTo>
                    <a:lnTo>
                      <a:pt x="556" y="124"/>
                    </a:lnTo>
                    <a:lnTo>
                      <a:pt x="553" y="124"/>
                    </a:lnTo>
                    <a:lnTo>
                      <a:pt x="550" y="124"/>
                    </a:lnTo>
                    <a:lnTo>
                      <a:pt x="548" y="125"/>
                    </a:lnTo>
                    <a:lnTo>
                      <a:pt x="545" y="125"/>
                    </a:lnTo>
                    <a:lnTo>
                      <a:pt x="544" y="125"/>
                    </a:lnTo>
                    <a:lnTo>
                      <a:pt x="541" y="125"/>
                    </a:lnTo>
                    <a:lnTo>
                      <a:pt x="538" y="125"/>
                    </a:lnTo>
                    <a:lnTo>
                      <a:pt x="536" y="125"/>
                    </a:lnTo>
                    <a:lnTo>
                      <a:pt x="533" y="125"/>
                    </a:lnTo>
                    <a:lnTo>
                      <a:pt x="531" y="125"/>
                    </a:lnTo>
                    <a:lnTo>
                      <a:pt x="528" y="125"/>
                    </a:lnTo>
                    <a:lnTo>
                      <a:pt x="525" y="125"/>
                    </a:lnTo>
                    <a:lnTo>
                      <a:pt x="523" y="125"/>
                    </a:lnTo>
                    <a:lnTo>
                      <a:pt x="520" y="125"/>
                    </a:lnTo>
                    <a:lnTo>
                      <a:pt x="518" y="125"/>
                    </a:lnTo>
                    <a:lnTo>
                      <a:pt x="516" y="125"/>
                    </a:lnTo>
                    <a:lnTo>
                      <a:pt x="514" y="125"/>
                    </a:lnTo>
                    <a:lnTo>
                      <a:pt x="513" y="125"/>
                    </a:lnTo>
                    <a:lnTo>
                      <a:pt x="511" y="125"/>
                    </a:lnTo>
                    <a:lnTo>
                      <a:pt x="508" y="125"/>
                    </a:lnTo>
                    <a:lnTo>
                      <a:pt x="506" y="125"/>
                    </a:lnTo>
                    <a:lnTo>
                      <a:pt x="503" y="125"/>
                    </a:lnTo>
                    <a:lnTo>
                      <a:pt x="500" y="125"/>
                    </a:lnTo>
                    <a:lnTo>
                      <a:pt x="498" y="125"/>
                    </a:lnTo>
                    <a:lnTo>
                      <a:pt x="495" y="125"/>
                    </a:lnTo>
                    <a:lnTo>
                      <a:pt x="493" y="125"/>
                    </a:lnTo>
                    <a:lnTo>
                      <a:pt x="490" y="125"/>
                    </a:lnTo>
                    <a:lnTo>
                      <a:pt x="487" y="125"/>
                    </a:lnTo>
                    <a:lnTo>
                      <a:pt x="486" y="125"/>
                    </a:lnTo>
                    <a:lnTo>
                      <a:pt x="483" y="125"/>
                    </a:lnTo>
                    <a:lnTo>
                      <a:pt x="481" y="125"/>
                    </a:lnTo>
                    <a:lnTo>
                      <a:pt x="478" y="125"/>
                    </a:lnTo>
                    <a:lnTo>
                      <a:pt x="476" y="125"/>
                    </a:lnTo>
                    <a:lnTo>
                      <a:pt x="473" y="125"/>
                    </a:lnTo>
                    <a:lnTo>
                      <a:pt x="468" y="124"/>
                    </a:lnTo>
                    <a:lnTo>
                      <a:pt x="463" y="124"/>
                    </a:lnTo>
                    <a:lnTo>
                      <a:pt x="458" y="124"/>
                    </a:lnTo>
                    <a:lnTo>
                      <a:pt x="453" y="124"/>
                    </a:lnTo>
                    <a:lnTo>
                      <a:pt x="448" y="124"/>
                    </a:lnTo>
                    <a:lnTo>
                      <a:pt x="443" y="124"/>
                    </a:lnTo>
                    <a:lnTo>
                      <a:pt x="438" y="124"/>
                    </a:lnTo>
                    <a:lnTo>
                      <a:pt x="432" y="123"/>
                    </a:lnTo>
                    <a:lnTo>
                      <a:pt x="428" y="123"/>
                    </a:lnTo>
                    <a:lnTo>
                      <a:pt x="423" y="123"/>
                    </a:lnTo>
                    <a:lnTo>
                      <a:pt x="418" y="123"/>
                    </a:lnTo>
                    <a:lnTo>
                      <a:pt x="413" y="123"/>
                    </a:lnTo>
                    <a:lnTo>
                      <a:pt x="407" y="122"/>
                    </a:lnTo>
                    <a:lnTo>
                      <a:pt x="402" y="122"/>
                    </a:lnTo>
                    <a:lnTo>
                      <a:pt x="402" y="122"/>
                    </a:lnTo>
                    <a:lnTo>
                      <a:pt x="398" y="122"/>
                    </a:lnTo>
                    <a:lnTo>
                      <a:pt x="393" y="122"/>
                    </a:lnTo>
                    <a:lnTo>
                      <a:pt x="388" y="121"/>
                    </a:lnTo>
                    <a:lnTo>
                      <a:pt x="382" y="121"/>
                    </a:lnTo>
                    <a:lnTo>
                      <a:pt x="377" y="121"/>
                    </a:lnTo>
                    <a:lnTo>
                      <a:pt x="373" y="121"/>
                    </a:lnTo>
                    <a:lnTo>
                      <a:pt x="368" y="121"/>
                    </a:lnTo>
                    <a:lnTo>
                      <a:pt x="363" y="121"/>
                    </a:lnTo>
                    <a:lnTo>
                      <a:pt x="357" y="121"/>
                    </a:lnTo>
                    <a:lnTo>
                      <a:pt x="352" y="120"/>
                    </a:lnTo>
                    <a:lnTo>
                      <a:pt x="347" y="120"/>
                    </a:lnTo>
                    <a:lnTo>
                      <a:pt x="343" y="120"/>
                    </a:lnTo>
                    <a:lnTo>
                      <a:pt x="338" y="119"/>
                    </a:lnTo>
                    <a:lnTo>
                      <a:pt x="333" y="119"/>
                    </a:lnTo>
                    <a:lnTo>
                      <a:pt x="327" y="119"/>
                    </a:lnTo>
                    <a:lnTo>
                      <a:pt x="322" y="118"/>
                    </a:lnTo>
                    <a:lnTo>
                      <a:pt x="322" y="118"/>
                    </a:lnTo>
                    <a:lnTo>
                      <a:pt x="317" y="118"/>
                    </a:lnTo>
                    <a:lnTo>
                      <a:pt x="313" y="117"/>
                    </a:lnTo>
                    <a:lnTo>
                      <a:pt x="308" y="117"/>
                    </a:lnTo>
                    <a:lnTo>
                      <a:pt x="302" y="116"/>
                    </a:lnTo>
                    <a:lnTo>
                      <a:pt x="297" y="115"/>
                    </a:lnTo>
                    <a:lnTo>
                      <a:pt x="287" y="114"/>
                    </a:lnTo>
                    <a:lnTo>
                      <a:pt x="278" y="113"/>
                    </a:lnTo>
                    <a:lnTo>
                      <a:pt x="278" y="113"/>
                    </a:lnTo>
                    <a:lnTo>
                      <a:pt x="268" y="111"/>
                    </a:lnTo>
                    <a:lnTo>
                      <a:pt x="248" y="108"/>
                    </a:lnTo>
                    <a:lnTo>
                      <a:pt x="244" y="108"/>
                    </a:lnTo>
                    <a:lnTo>
                      <a:pt x="238" y="107"/>
                    </a:lnTo>
                    <a:lnTo>
                      <a:pt x="228" y="106"/>
                    </a:lnTo>
                    <a:lnTo>
                      <a:pt x="218" y="105"/>
                    </a:lnTo>
                    <a:lnTo>
                      <a:pt x="208" y="105"/>
                    </a:lnTo>
                    <a:lnTo>
                      <a:pt x="203" y="104"/>
                    </a:lnTo>
                    <a:lnTo>
                      <a:pt x="199" y="104"/>
                    </a:lnTo>
                    <a:lnTo>
                      <a:pt x="194" y="103"/>
                    </a:lnTo>
                    <a:lnTo>
                      <a:pt x="188" y="103"/>
                    </a:lnTo>
                    <a:lnTo>
                      <a:pt x="183" y="102"/>
                    </a:lnTo>
                    <a:lnTo>
                      <a:pt x="178" y="102"/>
                    </a:lnTo>
                    <a:lnTo>
                      <a:pt x="173" y="101"/>
                    </a:lnTo>
                    <a:lnTo>
                      <a:pt x="169" y="101"/>
                    </a:lnTo>
                    <a:lnTo>
                      <a:pt x="164" y="101"/>
                    </a:lnTo>
                    <a:lnTo>
                      <a:pt x="159" y="100"/>
                    </a:lnTo>
                    <a:lnTo>
                      <a:pt x="154" y="100"/>
                    </a:lnTo>
                    <a:lnTo>
                      <a:pt x="149" y="100"/>
                    </a:lnTo>
                    <a:lnTo>
                      <a:pt x="148" y="99"/>
                    </a:lnTo>
                    <a:lnTo>
                      <a:pt x="143" y="99"/>
                    </a:lnTo>
                    <a:lnTo>
                      <a:pt x="139" y="99"/>
                    </a:lnTo>
                    <a:lnTo>
                      <a:pt x="134" y="98"/>
                    </a:lnTo>
                    <a:lnTo>
                      <a:pt x="129" y="98"/>
                    </a:lnTo>
                    <a:lnTo>
                      <a:pt x="124" y="97"/>
                    </a:lnTo>
                    <a:lnTo>
                      <a:pt x="119" y="97"/>
                    </a:lnTo>
                    <a:lnTo>
                      <a:pt x="114" y="97"/>
                    </a:lnTo>
                    <a:lnTo>
                      <a:pt x="110" y="96"/>
                    </a:lnTo>
                    <a:lnTo>
                      <a:pt x="105" y="96"/>
                    </a:lnTo>
                    <a:lnTo>
                      <a:pt x="100" y="96"/>
                    </a:lnTo>
                    <a:lnTo>
                      <a:pt x="95" y="95"/>
                    </a:lnTo>
                    <a:lnTo>
                      <a:pt x="91" y="95"/>
                    </a:lnTo>
                    <a:lnTo>
                      <a:pt x="89" y="95"/>
                    </a:lnTo>
                    <a:lnTo>
                      <a:pt x="84" y="95"/>
                    </a:lnTo>
                    <a:lnTo>
                      <a:pt x="80" y="94"/>
                    </a:lnTo>
                    <a:lnTo>
                      <a:pt x="75" y="94"/>
                    </a:lnTo>
                    <a:lnTo>
                      <a:pt x="70" y="94"/>
                    </a:lnTo>
                    <a:lnTo>
                      <a:pt x="65" y="93"/>
                    </a:lnTo>
                    <a:lnTo>
                      <a:pt x="60" y="93"/>
                    </a:lnTo>
                    <a:lnTo>
                      <a:pt x="55" y="93"/>
                    </a:lnTo>
                    <a:lnTo>
                      <a:pt x="51" y="93"/>
                    </a:lnTo>
                    <a:lnTo>
                      <a:pt x="46" y="93"/>
                    </a:lnTo>
                    <a:lnTo>
                      <a:pt x="43" y="92"/>
                    </a:lnTo>
                    <a:lnTo>
                      <a:pt x="41" y="92"/>
                    </a:lnTo>
                    <a:lnTo>
                      <a:pt x="38" y="92"/>
                    </a:lnTo>
                    <a:lnTo>
                      <a:pt x="36" y="92"/>
                    </a:lnTo>
                    <a:lnTo>
                      <a:pt x="33" y="92"/>
                    </a:lnTo>
                    <a:lnTo>
                      <a:pt x="32" y="92"/>
                    </a:lnTo>
                    <a:lnTo>
                      <a:pt x="31" y="92"/>
                    </a:lnTo>
                    <a:lnTo>
                      <a:pt x="28" y="92"/>
                    </a:lnTo>
                    <a:lnTo>
                      <a:pt x="26" y="92"/>
                    </a:lnTo>
                    <a:lnTo>
                      <a:pt x="24" y="92"/>
                    </a:lnTo>
                    <a:lnTo>
                      <a:pt x="22" y="92"/>
                    </a:lnTo>
                    <a:lnTo>
                      <a:pt x="19" y="92"/>
                    </a:lnTo>
                    <a:lnTo>
                      <a:pt x="17" y="92"/>
                    </a:lnTo>
                    <a:lnTo>
                      <a:pt x="14" y="92"/>
                    </a:lnTo>
                    <a:lnTo>
                      <a:pt x="12" y="92"/>
                    </a:lnTo>
                    <a:lnTo>
                      <a:pt x="12" y="92"/>
                    </a:lnTo>
                    <a:lnTo>
                      <a:pt x="4" y="90"/>
                    </a:lnTo>
                    <a:lnTo>
                      <a:pt x="0" y="82"/>
                    </a:lnTo>
                    <a:lnTo>
                      <a:pt x="0" y="82"/>
                    </a:lnTo>
                    <a:lnTo>
                      <a:pt x="4" y="74"/>
                    </a:lnTo>
                    <a:lnTo>
                      <a:pt x="12" y="70"/>
                    </a:lnTo>
                    <a:lnTo>
                      <a:pt x="14" y="70"/>
                    </a:lnTo>
                    <a:lnTo>
                      <a:pt x="17" y="70"/>
                    </a:lnTo>
                    <a:lnTo>
                      <a:pt x="19" y="70"/>
                    </a:lnTo>
                    <a:lnTo>
                      <a:pt x="19" y="70"/>
                    </a:lnTo>
                    <a:close/>
                    <a:moveTo>
                      <a:pt x="959" y="46"/>
                    </a:moveTo>
                    <a:lnTo>
                      <a:pt x="958" y="46"/>
                    </a:lnTo>
                    <a:lnTo>
                      <a:pt x="957" y="46"/>
                    </a:lnTo>
                    <a:lnTo>
                      <a:pt x="956" y="47"/>
                    </a:lnTo>
                    <a:lnTo>
                      <a:pt x="955" y="47"/>
                    </a:lnTo>
                    <a:lnTo>
                      <a:pt x="953" y="48"/>
                    </a:lnTo>
                    <a:lnTo>
                      <a:pt x="952" y="49"/>
                    </a:lnTo>
                    <a:lnTo>
                      <a:pt x="950" y="49"/>
                    </a:lnTo>
                    <a:lnTo>
                      <a:pt x="949" y="50"/>
                    </a:lnTo>
                    <a:lnTo>
                      <a:pt x="945" y="52"/>
                    </a:lnTo>
                    <a:lnTo>
                      <a:pt x="944" y="53"/>
                    </a:lnTo>
                    <a:lnTo>
                      <a:pt x="942" y="53"/>
                    </a:lnTo>
                    <a:lnTo>
                      <a:pt x="940" y="54"/>
                    </a:lnTo>
                    <a:lnTo>
                      <a:pt x="939" y="55"/>
                    </a:lnTo>
                    <a:lnTo>
                      <a:pt x="938" y="55"/>
                    </a:lnTo>
                    <a:lnTo>
                      <a:pt x="937" y="55"/>
                    </a:lnTo>
                    <a:lnTo>
                      <a:pt x="936" y="56"/>
                    </a:lnTo>
                    <a:lnTo>
                      <a:pt x="936" y="56"/>
                    </a:lnTo>
                    <a:lnTo>
                      <a:pt x="935" y="56"/>
                    </a:lnTo>
                    <a:lnTo>
                      <a:pt x="935" y="56"/>
                    </a:lnTo>
                    <a:lnTo>
                      <a:pt x="934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3" y="57"/>
                    </a:lnTo>
                    <a:lnTo>
                      <a:pt x="932" y="58"/>
                    </a:lnTo>
                    <a:lnTo>
                      <a:pt x="932" y="58"/>
                    </a:lnTo>
                    <a:lnTo>
                      <a:pt x="931" y="58"/>
                    </a:lnTo>
                    <a:lnTo>
                      <a:pt x="930" y="59"/>
                    </a:lnTo>
                    <a:lnTo>
                      <a:pt x="929" y="59"/>
                    </a:lnTo>
                    <a:lnTo>
                      <a:pt x="928" y="60"/>
                    </a:lnTo>
                    <a:lnTo>
                      <a:pt x="927" y="60"/>
                    </a:lnTo>
                    <a:lnTo>
                      <a:pt x="926" y="61"/>
                    </a:lnTo>
                    <a:lnTo>
                      <a:pt x="925" y="62"/>
                    </a:lnTo>
                    <a:lnTo>
                      <a:pt x="924" y="62"/>
                    </a:lnTo>
                    <a:lnTo>
                      <a:pt x="923" y="62"/>
                    </a:lnTo>
                    <a:lnTo>
                      <a:pt x="922" y="62"/>
                    </a:lnTo>
                    <a:lnTo>
                      <a:pt x="921" y="63"/>
                    </a:lnTo>
                    <a:lnTo>
                      <a:pt x="920" y="63"/>
                    </a:lnTo>
                    <a:lnTo>
                      <a:pt x="919" y="64"/>
                    </a:lnTo>
                    <a:lnTo>
                      <a:pt x="918" y="64"/>
                    </a:lnTo>
                    <a:lnTo>
                      <a:pt x="917" y="65"/>
                    </a:lnTo>
                    <a:lnTo>
                      <a:pt x="916" y="65"/>
                    </a:lnTo>
                    <a:lnTo>
                      <a:pt x="915" y="66"/>
                    </a:lnTo>
                    <a:lnTo>
                      <a:pt x="914" y="66"/>
                    </a:lnTo>
                    <a:lnTo>
                      <a:pt x="913" y="67"/>
                    </a:lnTo>
                    <a:lnTo>
                      <a:pt x="912" y="67"/>
                    </a:lnTo>
                    <a:lnTo>
                      <a:pt x="911" y="68"/>
                    </a:lnTo>
                    <a:lnTo>
                      <a:pt x="910" y="68"/>
                    </a:lnTo>
                    <a:lnTo>
                      <a:pt x="909" y="69"/>
                    </a:lnTo>
                    <a:lnTo>
                      <a:pt x="908" y="69"/>
                    </a:lnTo>
                    <a:lnTo>
                      <a:pt x="907" y="70"/>
                    </a:lnTo>
                    <a:lnTo>
                      <a:pt x="906" y="70"/>
                    </a:lnTo>
                    <a:lnTo>
                      <a:pt x="908" y="70"/>
                    </a:lnTo>
                    <a:lnTo>
                      <a:pt x="910" y="70"/>
                    </a:lnTo>
                    <a:lnTo>
                      <a:pt x="912" y="70"/>
                    </a:lnTo>
                    <a:lnTo>
                      <a:pt x="914" y="71"/>
                    </a:lnTo>
                    <a:lnTo>
                      <a:pt x="916" y="71"/>
                    </a:lnTo>
                    <a:lnTo>
                      <a:pt x="918" y="71"/>
                    </a:lnTo>
                    <a:lnTo>
                      <a:pt x="920" y="71"/>
                    </a:lnTo>
                    <a:lnTo>
                      <a:pt x="921" y="72"/>
                    </a:lnTo>
                    <a:lnTo>
                      <a:pt x="923" y="72"/>
                    </a:lnTo>
                    <a:lnTo>
                      <a:pt x="925" y="72"/>
                    </a:lnTo>
                    <a:lnTo>
                      <a:pt x="927" y="72"/>
                    </a:lnTo>
                    <a:lnTo>
                      <a:pt x="929" y="72"/>
                    </a:lnTo>
                    <a:lnTo>
                      <a:pt x="931" y="72"/>
                    </a:lnTo>
                    <a:lnTo>
                      <a:pt x="933" y="72"/>
                    </a:lnTo>
                    <a:lnTo>
                      <a:pt x="935" y="73"/>
                    </a:lnTo>
                    <a:lnTo>
                      <a:pt x="936" y="73"/>
                    </a:lnTo>
                    <a:lnTo>
                      <a:pt x="937" y="73"/>
                    </a:lnTo>
                    <a:lnTo>
                      <a:pt x="938" y="73"/>
                    </a:lnTo>
                    <a:lnTo>
                      <a:pt x="939" y="73"/>
                    </a:lnTo>
                    <a:lnTo>
                      <a:pt x="940" y="73"/>
                    </a:lnTo>
                    <a:lnTo>
                      <a:pt x="941" y="73"/>
                    </a:lnTo>
                    <a:lnTo>
                      <a:pt x="942" y="73"/>
                    </a:lnTo>
                    <a:lnTo>
                      <a:pt x="943" y="73"/>
                    </a:lnTo>
                    <a:lnTo>
                      <a:pt x="944" y="73"/>
                    </a:lnTo>
                    <a:lnTo>
                      <a:pt x="945" y="73"/>
                    </a:lnTo>
                    <a:lnTo>
                      <a:pt x="946" y="73"/>
                    </a:lnTo>
                    <a:lnTo>
                      <a:pt x="947" y="73"/>
                    </a:lnTo>
                    <a:lnTo>
                      <a:pt x="948" y="73"/>
                    </a:lnTo>
                    <a:lnTo>
                      <a:pt x="948" y="73"/>
                    </a:lnTo>
                    <a:lnTo>
                      <a:pt x="949" y="73"/>
                    </a:lnTo>
                    <a:lnTo>
                      <a:pt x="950" y="73"/>
                    </a:lnTo>
                    <a:lnTo>
                      <a:pt x="950" y="73"/>
                    </a:lnTo>
                    <a:lnTo>
                      <a:pt x="951" y="73"/>
                    </a:lnTo>
                    <a:lnTo>
                      <a:pt x="952" y="73"/>
                    </a:lnTo>
                    <a:lnTo>
                      <a:pt x="953" y="73"/>
                    </a:lnTo>
                    <a:lnTo>
                      <a:pt x="954" y="73"/>
                    </a:lnTo>
                    <a:lnTo>
                      <a:pt x="955" y="73"/>
                    </a:lnTo>
                    <a:lnTo>
                      <a:pt x="956" y="73"/>
                    </a:lnTo>
                    <a:lnTo>
                      <a:pt x="957" y="73"/>
                    </a:lnTo>
                    <a:lnTo>
                      <a:pt x="958" y="73"/>
                    </a:lnTo>
                    <a:lnTo>
                      <a:pt x="959" y="73"/>
                    </a:lnTo>
                    <a:lnTo>
                      <a:pt x="959" y="73"/>
                    </a:lnTo>
                    <a:lnTo>
                      <a:pt x="960" y="73"/>
                    </a:lnTo>
                    <a:lnTo>
                      <a:pt x="961" y="73"/>
                    </a:lnTo>
                    <a:lnTo>
                      <a:pt x="962" y="73"/>
                    </a:lnTo>
                    <a:lnTo>
                      <a:pt x="963" y="73"/>
                    </a:lnTo>
                    <a:lnTo>
                      <a:pt x="964" y="73"/>
                    </a:lnTo>
                    <a:lnTo>
                      <a:pt x="965" y="73"/>
                    </a:lnTo>
                    <a:lnTo>
                      <a:pt x="966" y="73"/>
                    </a:lnTo>
                    <a:lnTo>
                      <a:pt x="966" y="73"/>
                    </a:lnTo>
                    <a:lnTo>
                      <a:pt x="967" y="73"/>
                    </a:lnTo>
                    <a:lnTo>
                      <a:pt x="968" y="73"/>
                    </a:lnTo>
                    <a:lnTo>
                      <a:pt x="969" y="72"/>
                    </a:lnTo>
                    <a:lnTo>
                      <a:pt x="970" y="72"/>
                    </a:lnTo>
                    <a:lnTo>
                      <a:pt x="971" y="72"/>
                    </a:lnTo>
                    <a:lnTo>
                      <a:pt x="971" y="72"/>
                    </a:lnTo>
                    <a:lnTo>
                      <a:pt x="972" y="72"/>
                    </a:lnTo>
                    <a:lnTo>
                      <a:pt x="973" y="72"/>
                    </a:lnTo>
                    <a:lnTo>
                      <a:pt x="974" y="72"/>
                    </a:lnTo>
                    <a:lnTo>
                      <a:pt x="975" y="72"/>
                    </a:lnTo>
                    <a:lnTo>
                      <a:pt x="975" y="72"/>
                    </a:lnTo>
                    <a:lnTo>
                      <a:pt x="976" y="72"/>
                    </a:lnTo>
                    <a:lnTo>
                      <a:pt x="977" y="72"/>
                    </a:lnTo>
                    <a:lnTo>
                      <a:pt x="978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79" y="71"/>
                    </a:lnTo>
                    <a:lnTo>
                      <a:pt x="980" y="71"/>
                    </a:lnTo>
                    <a:lnTo>
                      <a:pt x="981" y="71"/>
                    </a:lnTo>
                    <a:lnTo>
                      <a:pt x="981" y="71"/>
                    </a:lnTo>
                    <a:lnTo>
                      <a:pt x="982" y="71"/>
                    </a:lnTo>
                    <a:lnTo>
                      <a:pt x="983" y="70"/>
                    </a:lnTo>
                    <a:lnTo>
                      <a:pt x="983" y="70"/>
                    </a:lnTo>
                    <a:lnTo>
                      <a:pt x="984" y="70"/>
                    </a:lnTo>
                    <a:lnTo>
                      <a:pt x="985" y="70"/>
                    </a:lnTo>
                    <a:lnTo>
                      <a:pt x="986" y="70"/>
                    </a:lnTo>
                    <a:lnTo>
                      <a:pt x="986" y="70"/>
                    </a:lnTo>
                    <a:lnTo>
                      <a:pt x="987" y="70"/>
                    </a:lnTo>
                    <a:lnTo>
                      <a:pt x="988" y="69"/>
                    </a:lnTo>
                    <a:lnTo>
                      <a:pt x="988" y="69"/>
                    </a:lnTo>
                    <a:lnTo>
                      <a:pt x="989" y="69"/>
                    </a:lnTo>
                    <a:lnTo>
                      <a:pt x="989" y="69"/>
                    </a:lnTo>
                    <a:lnTo>
                      <a:pt x="990" y="69"/>
                    </a:lnTo>
                    <a:lnTo>
                      <a:pt x="991" y="69"/>
                    </a:lnTo>
                    <a:lnTo>
                      <a:pt x="991" y="68"/>
                    </a:lnTo>
                    <a:lnTo>
                      <a:pt x="992" y="68"/>
                    </a:lnTo>
                    <a:lnTo>
                      <a:pt x="993" y="68"/>
                    </a:lnTo>
                    <a:lnTo>
                      <a:pt x="993" y="68"/>
                    </a:lnTo>
                    <a:lnTo>
                      <a:pt x="994" y="68"/>
                    </a:lnTo>
                    <a:lnTo>
                      <a:pt x="994" y="67"/>
                    </a:lnTo>
                    <a:lnTo>
                      <a:pt x="995" y="67"/>
                    </a:lnTo>
                    <a:lnTo>
                      <a:pt x="995" y="67"/>
                    </a:lnTo>
                    <a:lnTo>
                      <a:pt x="996" y="67"/>
                    </a:lnTo>
                    <a:lnTo>
                      <a:pt x="996" y="67"/>
                    </a:lnTo>
                    <a:lnTo>
                      <a:pt x="997" y="66"/>
                    </a:lnTo>
                    <a:lnTo>
                      <a:pt x="997" y="66"/>
                    </a:lnTo>
                    <a:lnTo>
                      <a:pt x="998" y="66"/>
                    </a:lnTo>
                    <a:lnTo>
                      <a:pt x="998" y="66"/>
                    </a:lnTo>
                    <a:lnTo>
                      <a:pt x="999" y="66"/>
                    </a:lnTo>
                    <a:lnTo>
                      <a:pt x="999" y="65"/>
                    </a:lnTo>
                    <a:lnTo>
                      <a:pt x="1000" y="65"/>
                    </a:lnTo>
                    <a:lnTo>
                      <a:pt x="1000" y="65"/>
                    </a:lnTo>
                    <a:lnTo>
                      <a:pt x="1001" y="65"/>
                    </a:lnTo>
                    <a:lnTo>
                      <a:pt x="1001" y="64"/>
                    </a:lnTo>
                    <a:lnTo>
                      <a:pt x="1001" y="64"/>
                    </a:lnTo>
                    <a:lnTo>
                      <a:pt x="1002" y="64"/>
                    </a:lnTo>
                    <a:lnTo>
                      <a:pt x="1002" y="64"/>
                    </a:lnTo>
                    <a:lnTo>
                      <a:pt x="1003" y="64"/>
                    </a:lnTo>
                    <a:lnTo>
                      <a:pt x="1003" y="63"/>
                    </a:lnTo>
                    <a:lnTo>
                      <a:pt x="1003" y="63"/>
                    </a:lnTo>
                    <a:lnTo>
                      <a:pt x="1004" y="63"/>
                    </a:lnTo>
                    <a:lnTo>
                      <a:pt x="1004" y="63"/>
                    </a:lnTo>
                    <a:lnTo>
                      <a:pt x="1004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6" y="62"/>
                    </a:lnTo>
                    <a:lnTo>
                      <a:pt x="1005" y="62"/>
                    </a:lnTo>
                    <a:lnTo>
                      <a:pt x="1005" y="62"/>
                    </a:lnTo>
                    <a:lnTo>
                      <a:pt x="1005" y="61"/>
                    </a:lnTo>
                    <a:lnTo>
                      <a:pt x="1004" y="61"/>
                    </a:lnTo>
                    <a:lnTo>
                      <a:pt x="1004" y="61"/>
                    </a:lnTo>
                    <a:lnTo>
                      <a:pt x="1003" y="61"/>
                    </a:lnTo>
                    <a:lnTo>
                      <a:pt x="1003" y="61"/>
                    </a:lnTo>
                    <a:lnTo>
                      <a:pt x="1002" y="60"/>
                    </a:lnTo>
                    <a:lnTo>
                      <a:pt x="1002" y="60"/>
                    </a:lnTo>
                    <a:lnTo>
                      <a:pt x="1001" y="60"/>
                    </a:lnTo>
                    <a:lnTo>
                      <a:pt x="1001" y="60"/>
                    </a:lnTo>
                    <a:lnTo>
                      <a:pt x="1000" y="59"/>
                    </a:lnTo>
                    <a:lnTo>
                      <a:pt x="1000" y="59"/>
                    </a:lnTo>
                    <a:lnTo>
                      <a:pt x="999" y="59"/>
                    </a:lnTo>
                    <a:lnTo>
                      <a:pt x="999" y="59"/>
                    </a:lnTo>
                    <a:lnTo>
                      <a:pt x="998" y="58"/>
                    </a:lnTo>
                    <a:lnTo>
                      <a:pt x="998" y="58"/>
                    </a:lnTo>
                    <a:lnTo>
                      <a:pt x="997" y="58"/>
                    </a:lnTo>
                    <a:lnTo>
                      <a:pt x="997" y="58"/>
                    </a:lnTo>
                    <a:lnTo>
                      <a:pt x="996" y="58"/>
                    </a:lnTo>
                    <a:lnTo>
                      <a:pt x="996" y="57"/>
                    </a:lnTo>
                    <a:lnTo>
                      <a:pt x="995" y="57"/>
                    </a:lnTo>
                    <a:lnTo>
                      <a:pt x="994" y="57"/>
                    </a:lnTo>
                    <a:lnTo>
                      <a:pt x="994" y="57"/>
                    </a:lnTo>
                    <a:lnTo>
                      <a:pt x="993" y="57"/>
                    </a:lnTo>
                    <a:lnTo>
                      <a:pt x="993" y="56"/>
                    </a:lnTo>
                    <a:lnTo>
                      <a:pt x="992" y="56"/>
                    </a:lnTo>
                    <a:lnTo>
                      <a:pt x="991" y="56"/>
                    </a:lnTo>
                    <a:lnTo>
                      <a:pt x="990" y="55"/>
                    </a:lnTo>
                    <a:lnTo>
                      <a:pt x="989" y="55"/>
                    </a:lnTo>
                    <a:lnTo>
                      <a:pt x="987" y="55"/>
                    </a:lnTo>
                    <a:lnTo>
                      <a:pt x="986" y="54"/>
                    </a:lnTo>
                    <a:lnTo>
                      <a:pt x="985" y="54"/>
                    </a:lnTo>
                    <a:lnTo>
                      <a:pt x="984" y="53"/>
                    </a:lnTo>
                    <a:lnTo>
                      <a:pt x="983" y="53"/>
                    </a:lnTo>
                    <a:lnTo>
                      <a:pt x="981" y="53"/>
                    </a:lnTo>
                    <a:lnTo>
                      <a:pt x="980" y="52"/>
                    </a:lnTo>
                    <a:lnTo>
                      <a:pt x="979" y="52"/>
                    </a:lnTo>
                    <a:lnTo>
                      <a:pt x="979" y="52"/>
                    </a:lnTo>
                    <a:lnTo>
                      <a:pt x="978" y="52"/>
                    </a:lnTo>
                    <a:lnTo>
                      <a:pt x="976" y="51"/>
                    </a:lnTo>
                    <a:lnTo>
                      <a:pt x="974" y="50"/>
                    </a:lnTo>
                    <a:lnTo>
                      <a:pt x="972" y="50"/>
                    </a:lnTo>
                    <a:lnTo>
                      <a:pt x="971" y="50"/>
                    </a:lnTo>
                    <a:lnTo>
                      <a:pt x="970" y="49"/>
                    </a:lnTo>
                    <a:lnTo>
                      <a:pt x="969" y="49"/>
                    </a:lnTo>
                    <a:lnTo>
                      <a:pt x="968" y="49"/>
                    </a:lnTo>
                    <a:lnTo>
                      <a:pt x="967" y="49"/>
                    </a:lnTo>
                    <a:lnTo>
                      <a:pt x="966" y="48"/>
                    </a:lnTo>
                    <a:lnTo>
                      <a:pt x="965" y="48"/>
                    </a:lnTo>
                    <a:lnTo>
                      <a:pt x="964" y="48"/>
                    </a:lnTo>
                    <a:lnTo>
                      <a:pt x="963" y="47"/>
                    </a:lnTo>
                    <a:lnTo>
                      <a:pt x="962" y="47"/>
                    </a:lnTo>
                    <a:lnTo>
                      <a:pt x="960" y="46"/>
                    </a:lnTo>
                    <a:lnTo>
                      <a:pt x="959" y="46"/>
                    </a:lnTo>
                    <a:lnTo>
                      <a:pt x="959" y="46"/>
                    </a:lnTo>
                    <a:lnTo>
                      <a:pt x="959" y="46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7" name="Freeform 17">
                <a:extLst>
                  <a:ext uri="{FF2B5EF4-FFF2-40B4-BE49-F238E27FC236}">
                    <a16:creationId xmlns:a16="http://schemas.microsoft.com/office/drawing/2014/main" id="{C09FC2D7-9724-FC26-7BB7-6353238422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24107" y="4715985"/>
                <a:ext cx="135748" cy="92525"/>
              </a:xfrm>
              <a:custGeom>
                <a:avLst/>
                <a:gdLst>
                  <a:gd name="T0" fmla="*/ 182 w 201"/>
                  <a:gd name="T1" fmla="*/ 2 h 137"/>
                  <a:gd name="T2" fmla="*/ 189 w 201"/>
                  <a:gd name="T3" fmla="*/ 7 h 137"/>
                  <a:gd name="T4" fmla="*/ 193 w 201"/>
                  <a:gd name="T5" fmla="*/ 11 h 137"/>
                  <a:gd name="T6" fmla="*/ 196 w 201"/>
                  <a:gd name="T7" fmla="*/ 14 h 137"/>
                  <a:gd name="T8" fmla="*/ 198 w 201"/>
                  <a:gd name="T9" fmla="*/ 18 h 137"/>
                  <a:gd name="T10" fmla="*/ 200 w 201"/>
                  <a:gd name="T11" fmla="*/ 23 h 137"/>
                  <a:gd name="T12" fmla="*/ 201 w 201"/>
                  <a:gd name="T13" fmla="*/ 27 h 137"/>
                  <a:gd name="T14" fmla="*/ 201 w 201"/>
                  <a:gd name="T15" fmla="*/ 36 h 137"/>
                  <a:gd name="T16" fmla="*/ 200 w 201"/>
                  <a:gd name="T17" fmla="*/ 43 h 137"/>
                  <a:gd name="T18" fmla="*/ 197 w 201"/>
                  <a:gd name="T19" fmla="*/ 51 h 137"/>
                  <a:gd name="T20" fmla="*/ 194 w 201"/>
                  <a:gd name="T21" fmla="*/ 57 h 137"/>
                  <a:gd name="T22" fmla="*/ 190 w 201"/>
                  <a:gd name="T23" fmla="*/ 63 h 137"/>
                  <a:gd name="T24" fmla="*/ 185 w 201"/>
                  <a:gd name="T25" fmla="*/ 69 h 137"/>
                  <a:gd name="T26" fmla="*/ 180 w 201"/>
                  <a:gd name="T27" fmla="*/ 74 h 137"/>
                  <a:gd name="T28" fmla="*/ 175 w 201"/>
                  <a:gd name="T29" fmla="*/ 79 h 137"/>
                  <a:gd name="T30" fmla="*/ 169 w 201"/>
                  <a:gd name="T31" fmla="*/ 85 h 137"/>
                  <a:gd name="T32" fmla="*/ 162 w 201"/>
                  <a:gd name="T33" fmla="*/ 90 h 137"/>
                  <a:gd name="T34" fmla="*/ 156 w 201"/>
                  <a:gd name="T35" fmla="*/ 95 h 137"/>
                  <a:gd name="T36" fmla="*/ 149 w 201"/>
                  <a:gd name="T37" fmla="*/ 100 h 137"/>
                  <a:gd name="T38" fmla="*/ 143 w 201"/>
                  <a:gd name="T39" fmla="*/ 103 h 137"/>
                  <a:gd name="T40" fmla="*/ 129 w 201"/>
                  <a:gd name="T41" fmla="*/ 110 h 137"/>
                  <a:gd name="T42" fmla="*/ 116 w 201"/>
                  <a:gd name="T43" fmla="*/ 116 h 137"/>
                  <a:gd name="T44" fmla="*/ 104 w 201"/>
                  <a:gd name="T45" fmla="*/ 120 h 137"/>
                  <a:gd name="T46" fmla="*/ 96 w 201"/>
                  <a:gd name="T47" fmla="*/ 122 h 137"/>
                  <a:gd name="T48" fmla="*/ 89 w 201"/>
                  <a:gd name="T49" fmla="*/ 125 h 137"/>
                  <a:gd name="T50" fmla="*/ 81 w 201"/>
                  <a:gd name="T51" fmla="*/ 127 h 137"/>
                  <a:gd name="T52" fmla="*/ 73 w 201"/>
                  <a:gd name="T53" fmla="*/ 129 h 137"/>
                  <a:gd name="T54" fmla="*/ 67 w 201"/>
                  <a:gd name="T55" fmla="*/ 131 h 137"/>
                  <a:gd name="T56" fmla="*/ 62 w 201"/>
                  <a:gd name="T57" fmla="*/ 133 h 137"/>
                  <a:gd name="T58" fmla="*/ 56 w 201"/>
                  <a:gd name="T59" fmla="*/ 135 h 137"/>
                  <a:gd name="T60" fmla="*/ 49 w 201"/>
                  <a:gd name="T61" fmla="*/ 136 h 137"/>
                  <a:gd name="T62" fmla="*/ 42 w 201"/>
                  <a:gd name="T63" fmla="*/ 137 h 137"/>
                  <a:gd name="T64" fmla="*/ 36 w 201"/>
                  <a:gd name="T65" fmla="*/ 137 h 137"/>
                  <a:gd name="T66" fmla="*/ 30 w 201"/>
                  <a:gd name="T67" fmla="*/ 137 h 137"/>
                  <a:gd name="T68" fmla="*/ 23 w 201"/>
                  <a:gd name="T69" fmla="*/ 137 h 137"/>
                  <a:gd name="T70" fmla="*/ 16 w 201"/>
                  <a:gd name="T71" fmla="*/ 137 h 137"/>
                  <a:gd name="T72" fmla="*/ 11 w 201"/>
                  <a:gd name="T73" fmla="*/ 137 h 137"/>
                  <a:gd name="T74" fmla="*/ 12 w 201"/>
                  <a:gd name="T75" fmla="*/ 116 h 137"/>
                  <a:gd name="T76" fmla="*/ 17 w 201"/>
                  <a:gd name="T77" fmla="*/ 115 h 137"/>
                  <a:gd name="T78" fmla="*/ 22 w 201"/>
                  <a:gd name="T79" fmla="*/ 113 h 137"/>
                  <a:gd name="T80" fmla="*/ 26 w 201"/>
                  <a:gd name="T81" fmla="*/ 111 h 137"/>
                  <a:gd name="T82" fmla="*/ 30 w 201"/>
                  <a:gd name="T83" fmla="*/ 108 h 137"/>
                  <a:gd name="T84" fmla="*/ 34 w 201"/>
                  <a:gd name="T85" fmla="*/ 104 h 137"/>
                  <a:gd name="T86" fmla="*/ 36 w 201"/>
                  <a:gd name="T87" fmla="*/ 101 h 137"/>
                  <a:gd name="T88" fmla="*/ 40 w 201"/>
                  <a:gd name="T89" fmla="*/ 98 h 137"/>
                  <a:gd name="T90" fmla="*/ 44 w 201"/>
                  <a:gd name="T91" fmla="*/ 95 h 137"/>
                  <a:gd name="T92" fmla="*/ 50 w 201"/>
                  <a:gd name="T93" fmla="*/ 91 h 137"/>
                  <a:gd name="T94" fmla="*/ 59 w 201"/>
                  <a:gd name="T95" fmla="*/ 85 h 137"/>
                  <a:gd name="T96" fmla="*/ 68 w 201"/>
                  <a:gd name="T97" fmla="*/ 78 h 137"/>
                  <a:gd name="T98" fmla="*/ 78 w 201"/>
                  <a:gd name="T99" fmla="*/ 71 h 137"/>
                  <a:gd name="T100" fmla="*/ 98 w 201"/>
                  <a:gd name="T101" fmla="*/ 53 h 137"/>
                  <a:gd name="T102" fmla="*/ 113 w 201"/>
                  <a:gd name="T103" fmla="*/ 42 h 137"/>
                  <a:gd name="T104" fmla="*/ 123 w 201"/>
                  <a:gd name="T105" fmla="*/ 33 h 137"/>
                  <a:gd name="T106" fmla="*/ 134 w 201"/>
                  <a:gd name="T107" fmla="*/ 25 h 137"/>
                  <a:gd name="T108" fmla="*/ 142 w 201"/>
                  <a:gd name="T109" fmla="*/ 20 h 137"/>
                  <a:gd name="T110" fmla="*/ 147 w 201"/>
                  <a:gd name="T111" fmla="*/ 17 h 137"/>
                  <a:gd name="T112" fmla="*/ 151 w 201"/>
                  <a:gd name="T113" fmla="*/ 13 h 137"/>
                  <a:gd name="T114" fmla="*/ 155 w 201"/>
                  <a:gd name="T115" fmla="*/ 8 h 137"/>
                  <a:gd name="T116" fmla="*/ 160 w 201"/>
                  <a:gd name="T117" fmla="*/ 4 h 137"/>
                  <a:gd name="T118" fmla="*/ 167 w 201"/>
                  <a:gd name="T119" fmla="*/ 1 h 1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201" h="137">
                    <a:moveTo>
                      <a:pt x="174" y="0"/>
                    </a:moveTo>
                    <a:lnTo>
                      <a:pt x="175" y="0"/>
                    </a:lnTo>
                    <a:lnTo>
                      <a:pt x="176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2" y="2"/>
                    </a:lnTo>
                    <a:lnTo>
                      <a:pt x="183" y="3"/>
                    </a:lnTo>
                    <a:lnTo>
                      <a:pt x="184" y="3"/>
                    </a:lnTo>
                    <a:lnTo>
                      <a:pt x="185" y="4"/>
                    </a:lnTo>
                    <a:lnTo>
                      <a:pt x="186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6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9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2" y="10"/>
                    </a:lnTo>
                    <a:lnTo>
                      <a:pt x="193" y="11"/>
                    </a:lnTo>
                    <a:lnTo>
                      <a:pt x="193" y="11"/>
                    </a:lnTo>
                    <a:lnTo>
                      <a:pt x="193" y="12"/>
                    </a:lnTo>
                    <a:lnTo>
                      <a:pt x="194" y="12"/>
                    </a:lnTo>
                    <a:lnTo>
                      <a:pt x="194" y="12"/>
                    </a:lnTo>
                    <a:lnTo>
                      <a:pt x="194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5" y="13"/>
                    </a:lnTo>
                    <a:lnTo>
                      <a:pt x="196" y="14"/>
                    </a:lnTo>
                    <a:lnTo>
                      <a:pt x="196" y="14"/>
                    </a:lnTo>
                    <a:lnTo>
                      <a:pt x="196" y="15"/>
                    </a:lnTo>
                    <a:lnTo>
                      <a:pt x="196" y="15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6"/>
                    </a:lnTo>
                    <a:lnTo>
                      <a:pt x="197" y="17"/>
                    </a:lnTo>
                    <a:lnTo>
                      <a:pt x="198" y="17"/>
                    </a:lnTo>
                    <a:lnTo>
                      <a:pt x="198" y="18"/>
                    </a:lnTo>
                    <a:lnTo>
                      <a:pt x="198" y="18"/>
                    </a:lnTo>
                    <a:lnTo>
                      <a:pt x="198" y="19"/>
                    </a:lnTo>
                    <a:lnTo>
                      <a:pt x="199" y="19"/>
                    </a:lnTo>
                    <a:lnTo>
                      <a:pt x="199" y="20"/>
                    </a:lnTo>
                    <a:lnTo>
                      <a:pt x="199" y="20"/>
                    </a:lnTo>
                    <a:lnTo>
                      <a:pt x="199" y="21"/>
                    </a:lnTo>
                    <a:lnTo>
                      <a:pt x="199" y="21"/>
                    </a:lnTo>
                    <a:lnTo>
                      <a:pt x="199" y="22"/>
                    </a:lnTo>
                    <a:lnTo>
                      <a:pt x="200" y="23"/>
                    </a:lnTo>
                    <a:lnTo>
                      <a:pt x="200" y="23"/>
                    </a:lnTo>
                    <a:lnTo>
                      <a:pt x="200" y="24"/>
                    </a:lnTo>
                    <a:lnTo>
                      <a:pt x="200" y="24"/>
                    </a:lnTo>
                    <a:lnTo>
                      <a:pt x="200" y="25"/>
                    </a:lnTo>
                    <a:lnTo>
                      <a:pt x="200" y="25"/>
                    </a:lnTo>
                    <a:lnTo>
                      <a:pt x="200" y="26"/>
                    </a:lnTo>
                    <a:lnTo>
                      <a:pt x="201" y="26"/>
                    </a:lnTo>
                    <a:lnTo>
                      <a:pt x="201" y="27"/>
                    </a:lnTo>
                    <a:lnTo>
                      <a:pt x="201" y="27"/>
                    </a:lnTo>
                    <a:lnTo>
                      <a:pt x="201" y="28"/>
                    </a:lnTo>
                    <a:lnTo>
                      <a:pt x="201" y="29"/>
                    </a:lnTo>
                    <a:lnTo>
                      <a:pt x="201" y="30"/>
                    </a:lnTo>
                    <a:lnTo>
                      <a:pt x="201" y="31"/>
                    </a:lnTo>
                    <a:lnTo>
                      <a:pt x="201" y="32"/>
                    </a:lnTo>
                    <a:lnTo>
                      <a:pt x="201" y="33"/>
                    </a:lnTo>
                    <a:lnTo>
                      <a:pt x="201" y="34"/>
                    </a:lnTo>
                    <a:lnTo>
                      <a:pt x="201" y="35"/>
                    </a:lnTo>
                    <a:lnTo>
                      <a:pt x="201" y="36"/>
                    </a:lnTo>
                    <a:lnTo>
                      <a:pt x="201" y="37"/>
                    </a:lnTo>
                    <a:lnTo>
                      <a:pt x="201" y="38"/>
                    </a:lnTo>
                    <a:lnTo>
                      <a:pt x="201" y="39"/>
                    </a:lnTo>
                    <a:lnTo>
                      <a:pt x="201" y="40"/>
                    </a:lnTo>
                    <a:lnTo>
                      <a:pt x="200" y="41"/>
                    </a:lnTo>
                    <a:lnTo>
                      <a:pt x="200" y="41"/>
                    </a:lnTo>
                    <a:lnTo>
                      <a:pt x="200" y="42"/>
                    </a:lnTo>
                    <a:lnTo>
                      <a:pt x="200" y="42"/>
                    </a:lnTo>
                    <a:lnTo>
                      <a:pt x="200" y="43"/>
                    </a:lnTo>
                    <a:lnTo>
                      <a:pt x="199" y="44"/>
                    </a:lnTo>
                    <a:lnTo>
                      <a:pt x="199" y="45"/>
                    </a:lnTo>
                    <a:lnTo>
                      <a:pt x="199" y="46"/>
                    </a:lnTo>
                    <a:lnTo>
                      <a:pt x="199" y="47"/>
                    </a:lnTo>
                    <a:lnTo>
                      <a:pt x="198" y="47"/>
                    </a:lnTo>
                    <a:lnTo>
                      <a:pt x="198" y="48"/>
                    </a:lnTo>
                    <a:lnTo>
                      <a:pt x="198" y="49"/>
                    </a:lnTo>
                    <a:lnTo>
                      <a:pt x="197" y="50"/>
                    </a:lnTo>
                    <a:lnTo>
                      <a:pt x="197" y="51"/>
                    </a:lnTo>
                    <a:lnTo>
                      <a:pt x="197" y="51"/>
                    </a:lnTo>
                    <a:lnTo>
                      <a:pt x="196" y="52"/>
                    </a:lnTo>
                    <a:lnTo>
                      <a:pt x="196" y="53"/>
                    </a:lnTo>
                    <a:lnTo>
                      <a:pt x="196" y="54"/>
                    </a:lnTo>
                    <a:lnTo>
                      <a:pt x="195" y="54"/>
                    </a:lnTo>
                    <a:lnTo>
                      <a:pt x="195" y="55"/>
                    </a:lnTo>
                    <a:lnTo>
                      <a:pt x="194" y="56"/>
                    </a:lnTo>
                    <a:lnTo>
                      <a:pt x="194" y="57"/>
                    </a:lnTo>
                    <a:lnTo>
                      <a:pt x="194" y="57"/>
                    </a:lnTo>
                    <a:lnTo>
                      <a:pt x="193" y="58"/>
                    </a:lnTo>
                    <a:lnTo>
                      <a:pt x="193" y="59"/>
                    </a:lnTo>
                    <a:lnTo>
                      <a:pt x="192" y="59"/>
                    </a:lnTo>
                    <a:lnTo>
                      <a:pt x="192" y="60"/>
                    </a:lnTo>
                    <a:lnTo>
                      <a:pt x="191" y="61"/>
                    </a:lnTo>
                    <a:lnTo>
                      <a:pt x="191" y="62"/>
                    </a:lnTo>
                    <a:lnTo>
                      <a:pt x="190" y="62"/>
                    </a:lnTo>
                    <a:lnTo>
                      <a:pt x="190" y="62"/>
                    </a:lnTo>
                    <a:lnTo>
                      <a:pt x="190" y="63"/>
                    </a:lnTo>
                    <a:lnTo>
                      <a:pt x="189" y="64"/>
                    </a:lnTo>
                    <a:lnTo>
                      <a:pt x="189" y="64"/>
                    </a:lnTo>
                    <a:lnTo>
                      <a:pt x="188" y="65"/>
                    </a:lnTo>
                    <a:lnTo>
                      <a:pt x="188" y="66"/>
                    </a:lnTo>
                    <a:lnTo>
                      <a:pt x="187" y="66"/>
                    </a:lnTo>
                    <a:lnTo>
                      <a:pt x="187" y="67"/>
                    </a:lnTo>
                    <a:lnTo>
                      <a:pt x="186" y="68"/>
                    </a:lnTo>
                    <a:lnTo>
                      <a:pt x="186" y="68"/>
                    </a:lnTo>
                    <a:lnTo>
                      <a:pt x="185" y="69"/>
                    </a:lnTo>
                    <a:lnTo>
                      <a:pt x="185" y="70"/>
                    </a:lnTo>
                    <a:lnTo>
                      <a:pt x="184" y="70"/>
                    </a:lnTo>
                    <a:lnTo>
                      <a:pt x="183" y="71"/>
                    </a:lnTo>
                    <a:lnTo>
                      <a:pt x="183" y="71"/>
                    </a:lnTo>
                    <a:lnTo>
                      <a:pt x="182" y="72"/>
                    </a:lnTo>
                    <a:lnTo>
                      <a:pt x="182" y="72"/>
                    </a:lnTo>
                    <a:lnTo>
                      <a:pt x="181" y="72"/>
                    </a:lnTo>
                    <a:lnTo>
                      <a:pt x="180" y="73"/>
                    </a:lnTo>
                    <a:lnTo>
                      <a:pt x="180" y="74"/>
                    </a:lnTo>
                    <a:lnTo>
                      <a:pt x="180" y="74"/>
                    </a:lnTo>
                    <a:lnTo>
                      <a:pt x="180" y="75"/>
                    </a:lnTo>
                    <a:lnTo>
                      <a:pt x="179" y="75"/>
                    </a:lnTo>
                    <a:lnTo>
                      <a:pt x="178" y="76"/>
                    </a:lnTo>
                    <a:lnTo>
                      <a:pt x="178" y="77"/>
                    </a:lnTo>
                    <a:lnTo>
                      <a:pt x="177" y="77"/>
                    </a:lnTo>
                    <a:lnTo>
                      <a:pt x="176" y="78"/>
                    </a:lnTo>
                    <a:lnTo>
                      <a:pt x="176" y="79"/>
                    </a:lnTo>
                    <a:lnTo>
                      <a:pt x="175" y="79"/>
                    </a:lnTo>
                    <a:lnTo>
                      <a:pt x="174" y="80"/>
                    </a:lnTo>
                    <a:lnTo>
                      <a:pt x="174" y="80"/>
                    </a:lnTo>
                    <a:lnTo>
                      <a:pt x="173" y="81"/>
                    </a:lnTo>
                    <a:lnTo>
                      <a:pt x="172" y="82"/>
                    </a:lnTo>
                    <a:lnTo>
                      <a:pt x="172" y="82"/>
                    </a:lnTo>
                    <a:lnTo>
                      <a:pt x="171" y="83"/>
                    </a:lnTo>
                    <a:lnTo>
                      <a:pt x="170" y="83"/>
                    </a:lnTo>
                    <a:lnTo>
                      <a:pt x="170" y="84"/>
                    </a:lnTo>
                    <a:lnTo>
                      <a:pt x="169" y="85"/>
                    </a:lnTo>
                    <a:lnTo>
                      <a:pt x="168" y="85"/>
                    </a:lnTo>
                    <a:lnTo>
                      <a:pt x="168" y="86"/>
                    </a:lnTo>
                    <a:lnTo>
                      <a:pt x="167" y="86"/>
                    </a:lnTo>
                    <a:lnTo>
                      <a:pt x="166" y="87"/>
                    </a:lnTo>
                    <a:lnTo>
                      <a:pt x="165" y="88"/>
                    </a:lnTo>
                    <a:lnTo>
                      <a:pt x="165" y="88"/>
                    </a:lnTo>
                    <a:lnTo>
                      <a:pt x="164" y="89"/>
                    </a:lnTo>
                    <a:lnTo>
                      <a:pt x="163" y="89"/>
                    </a:lnTo>
                    <a:lnTo>
                      <a:pt x="162" y="90"/>
                    </a:lnTo>
                    <a:lnTo>
                      <a:pt x="162" y="90"/>
                    </a:lnTo>
                    <a:lnTo>
                      <a:pt x="161" y="91"/>
                    </a:lnTo>
                    <a:lnTo>
                      <a:pt x="160" y="92"/>
                    </a:lnTo>
                    <a:lnTo>
                      <a:pt x="159" y="92"/>
                    </a:lnTo>
                    <a:lnTo>
                      <a:pt x="159" y="93"/>
                    </a:lnTo>
                    <a:lnTo>
                      <a:pt x="158" y="93"/>
                    </a:lnTo>
                    <a:lnTo>
                      <a:pt x="157" y="94"/>
                    </a:lnTo>
                    <a:lnTo>
                      <a:pt x="156" y="94"/>
                    </a:lnTo>
                    <a:lnTo>
                      <a:pt x="156" y="95"/>
                    </a:lnTo>
                    <a:lnTo>
                      <a:pt x="155" y="96"/>
                    </a:lnTo>
                    <a:lnTo>
                      <a:pt x="154" y="96"/>
                    </a:lnTo>
                    <a:lnTo>
                      <a:pt x="153" y="97"/>
                    </a:lnTo>
                    <a:lnTo>
                      <a:pt x="152" y="97"/>
                    </a:lnTo>
                    <a:lnTo>
                      <a:pt x="152" y="98"/>
                    </a:lnTo>
                    <a:lnTo>
                      <a:pt x="152" y="98"/>
                    </a:lnTo>
                    <a:lnTo>
                      <a:pt x="151" y="99"/>
                    </a:lnTo>
                    <a:lnTo>
                      <a:pt x="150" y="99"/>
                    </a:lnTo>
                    <a:lnTo>
                      <a:pt x="149" y="100"/>
                    </a:lnTo>
                    <a:lnTo>
                      <a:pt x="149" y="100"/>
                    </a:lnTo>
                    <a:lnTo>
                      <a:pt x="149" y="101"/>
                    </a:lnTo>
                    <a:lnTo>
                      <a:pt x="148" y="101"/>
                    </a:lnTo>
                    <a:lnTo>
                      <a:pt x="147" y="101"/>
                    </a:lnTo>
                    <a:lnTo>
                      <a:pt x="146" y="101"/>
                    </a:lnTo>
                    <a:lnTo>
                      <a:pt x="145" y="102"/>
                    </a:lnTo>
                    <a:lnTo>
                      <a:pt x="144" y="102"/>
                    </a:lnTo>
                    <a:lnTo>
                      <a:pt x="143" y="103"/>
                    </a:lnTo>
                    <a:lnTo>
                      <a:pt x="143" y="103"/>
                    </a:lnTo>
                    <a:lnTo>
                      <a:pt x="142" y="104"/>
                    </a:lnTo>
                    <a:lnTo>
                      <a:pt x="140" y="104"/>
                    </a:lnTo>
                    <a:lnTo>
                      <a:pt x="140" y="105"/>
                    </a:lnTo>
                    <a:lnTo>
                      <a:pt x="138" y="105"/>
                    </a:lnTo>
                    <a:lnTo>
                      <a:pt x="136" y="106"/>
                    </a:lnTo>
                    <a:lnTo>
                      <a:pt x="135" y="107"/>
                    </a:lnTo>
                    <a:lnTo>
                      <a:pt x="133" y="108"/>
                    </a:lnTo>
                    <a:lnTo>
                      <a:pt x="131" y="109"/>
                    </a:lnTo>
                    <a:lnTo>
                      <a:pt x="129" y="110"/>
                    </a:lnTo>
                    <a:lnTo>
                      <a:pt x="128" y="111"/>
                    </a:lnTo>
                    <a:lnTo>
                      <a:pt x="127" y="111"/>
                    </a:lnTo>
                    <a:lnTo>
                      <a:pt x="126" y="111"/>
                    </a:lnTo>
                    <a:lnTo>
                      <a:pt x="124" y="112"/>
                    </a:lnTo>
                    <a:lnTo>
                      <a:pt x="123" y="113"/>
                    </a:lnTo>
                    <a:lnTo>
                      <a:pt x="121" y="114"/>
                    </a:lnTo>
                    <a:lnTo>
                      <a:pt x="119" y="115"/>
                    </a:lnTo>
                    <a:lnTo>
                      <a:pt x="117" y="115"/>
                    </a:lnTo>
                    <a:lnTo>
                      <a:pt x="116" y="116"/>
                    </a:lnTo>
                    <a:lnTo>
                      <a:pt x="114" y="117"/>
                    </a:lnTo>
                    <a:lnTo>
                      <a:pt x="112" y="118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08" y="119"/>
                    </a:lnTo>
                    <a:lnTo>
                      <a:pt x="107" y="119"/>
                    </a:lnTo>
                    <a:lnTo>
                      <a:pt x="106" y="119"/>
                    </a:lnTo>
                    <a:lnTo>
                      <a:pt x="105" y="120"/>
                    </a:lnTo>
                    <a:lnTo>
                      <a:pt x="104" y="120"/>
                    </a:lnTo>
                    <a:lnTo>
                      <a:pt x="103" y="120"/>
                    </a:lnTo>
                    <a:lnTo>
                      <a:pt x="102" y="120"/>
                    </a:lnTo>
                    <a:lnTo>
                      <a:pt x="102" y="121"/>
                    </a:lnTo>
                    <a:lnTo>
                      <a:pt x="101" y="121"/>
                    </a:lnTo>
                    <a:lnTo>
                      <a:pt x="100" y="121"/>
                    </a:lnTo>
                    <a:lnTo>
                      <a:pt x="99" y="122"/>
                    </a:lnTo>
                    <a:lnTo>
                      <a:pt x="98" y="122"/>
                    </a:lnTo>
                    <a:lnTo>
                      <a:pt x="97" y="122"/>
                    </a:lnTo>
                    <a:lnTo>
                      <a:pt x="96" y="122"/>
                    </a:lnTo>
                    <a:lnTo>
                      <a:pt x="95" y="123"/>
                    </a:lnTo>
                    <a:lnTo>
                      <a:pt x="94" y="123"/>
                    </a:lnTo>
                    <a:lnTo>
                      <a:pt x="94" y="123"/>
                    </a:lnTo>
                    <a:lnTo>
                      <a:pt x="93" y="123"/>
                    </a:lnTo>
                    <a:lnTo>
                      <a:pt x="92" y="124"/>
                    </a:lnTo>
                    <a:lnTo>
                      <a:pt x="92" y="124"/>
                    </a:lnTo>
                    <a:lnTo>
                      <a:pt x="91" y="124"/>
                    </a:lnTo>
                    <a:lnTo>
                      <a:pt x="90" y="125"/>
                    </a:lnTo>
                    <a:lnTo>
                      <a:pt x="89" y="125"/>
                    </a:lnTo>
                    <a:lnTo>
                      <a:pt x="88" y="125"/>
                    </a:lnTo>
                    <a:lnTo>
                      <a:pt x="87" y="125"/>
                    </a:lnTo>
                    <a:lnTo>
                      <a:pt x="86" y="126"/>
                    </a:lnTo>
                    <a:lnTo>
                      <a:pt x="85" y="126"/>
                    </a:lnTo>
                    <a:lnTo>
                      <a:pt x="84" y="126"/>
                    </a:lnTo>
                    <a:lnTo>
                      <a:pt x="84" y="126"/>
                    </a:lnTo>
                    <a:lnTo>
                      <a:pt x="83" y="126"/>
                    </a:lnTo>
                    <a:lnTo>
                      <a:pt x="82" y="127"/>
                    </a:lnTo>
                    <a:lnTo>
                      <a:pt x="81" y="127"/>
                    </a:lnTo>
                    <a:lnTo>
                      <a:pt x="80" y="127"/>
                    </a:lnTo>
                    <a:lnTo>
                      <a:pt x="79" y="127"/>
                    </a:lnTo>
                    <a:lnTo>
                      <a:pt x="78" y="128"/>
                    </a:lnTo>
                    <a:lnTo>
                      <a:pt x="78" y="128"/>
                    </a:lnTo>
                    <a:lnTo>
                      <a:pt x="77" y="128"/>
                    </a:lnTo>
                    <a:lnTo>
                      <a:pt x="76" y="128"/>
                    </a:lnTo>
                    <a:lnTo>
                      <a:pt x="75" y="129"/>
                    </a:lnTo>
                    <a:lnTo>
                      <a:pt x="74" y="129"/>
                    </a:lnTo>
                    <a:lnTo>
                      <a:pt x="73" y="129"/>
                    </a:lnTo>
                    <a:lnTo>
                      <a:pt x="72" y="129"/>
                    </a:lnTo>
                    <a:lnTo>
                      <a:pt x="72" y="129"/>
                    </a:lnTo>
                    <a:lnTo>
                      <a:pt x="71" y="130"/>
                    </a:lnTo>
                    <a:lnTo>
                      <a:pt x="70" y="130"/>
                    </a:lnTo>
                    <a:lnTo>
                      <a:pt x="69" y="130"/>
                    </a:lnTo>
                    <a:lnTo>
                      <a:pt x="68" y="130"/>
                    </a:lnTo>
                    <a:lnTo>
                      <a:pt x="68" y="130"/>
                    </a:lnTo>
                    <a:lnTo>
                      <a:pt x="67" y="131"/>
                    </a:lnTo>
                    <a:lnTo>
                      <a:pt x="67" y="131"/>
                    </a:lnTo>
                    <a:lnTo>
                      <a:pt x="66" y="131"/>
                    </a:lnTo>
                    <a:lnTo>
                      <a:pt x="65" y="131"/>
                    </a:lnTo>
                    <a:lnTo>
                      <a:pt x="65" y="131"/>
                    </a:lnTo>
                    <a:lnTo>
                      <a:pt x="65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4" y="132"/>
                    </a:lnTo>
                    <a:lnTo>
                      <a:pt x="63" y="132"/>
                    </a:lnTo>
                    <a:lnTo>
                      <a:pt x="62" y="133"/>
                    </a:lnTo>
                    <a:lnTo>
                      <a:pt x="61" y="133"/>
                    </a:lnTo>
                    <a:lnTo>
                      <a:pt x="60" y="133"/>
                    </a:lnTo>
                    <a:lnTo>
                      <a:pt x="60" y="134"/>
                    </a:lnTo>
                    <a:lnTo>
                      <a:pt x="59" y="134"/>
                    </a:lnTo>
                    <a:lnTo>
                      <a:pt x="58" y="134"/>
                    </a:lnTo>
                    <a:lnTo>
                      <a:pt x="57" y="134"/>
                    </a:lnTo>
                    <a:lnTo>
                      <a:pt x="57" y="135"/>
                    </a:lnTo>
                    <a:lnTo>
                      <a:pt x="57" y="135"/>
                    </a:lnTo>
                    <a:lnTo>
                      <a:pt x="56" y="135"/>
                    </a:lnTo>
                    <a:lnTo>
                      <a:pt x="55" y="135"/>
                    </a:lnTo>
                    <a:lnTo>
                      <a:pt x="54" y="135"/>
                    </a:lnTo>
                    <a:lnTo>
                      <a:pt x="53" y="135"/>
                    </a:lnTo>
                    <a:lnTo>
                      <a:pt x="53" y="135"/>
                    </a:lnTo>
                    <a:lnTo>
                      <a:pt x="52" y="135"/>
                    </a:lnTo>
                    <a:lnTo>
                      <a:pt x="51" y="136"/>
                    </a:lnTo>
                    <a:lnTo>
                      <a:pt x="50" y="136"/>
                    </a:lnTo>
                    <a:lnTo>
                      <a:pt x="49" y="136"/>
                    </a:lnTo>
                    <a:lnTo>
                      <a:pt x="49" y="136"/>
                    </a:lnTo>
                    <a:lnTo>
                      <a:pt x="48" y="136"/>
                    </a:lnTo>
                    <a:lnTo>
                      <a:pt x="48" y="136"/>
                    </a:lnTo>
                    <a:lnTo>
                      <a:pt x="47" y="136"/>
                    </a:lnTo>
                    <a:lnTo>
                      <a:pt x="46" y="136"/>
                    </a:lnTo>
                    <a:lnTo>
                      <a:pt x="45" y="136"/>
                    </a:lnTo>
                    <a:lnTo>
                      <a:pt x="44" y="136"/>
                    </a:lnTo>
                    <a:lnTo>
                      <a:pt x="44" y="136"/>
                    </a:lnTo>
                    <a:lnTo>
                      <a:pt x="43" y="137"/>
                    </a:lnTo>
                    <a:lnTo>
                      <a:pt x="42" y="137"/>
                    </a:lnTo>
                    <a:lnTo>
                      <a:pt x="41" y="137"/>
                    </a:lnTo>
                    <a:lnTo>
                      <a:pt x="40" y="137"/>
                    </a:lnTo>
                    <a:lnTo>
                      <a:pt x="40" y="137"/>
                    </a:lnTo>
                    <a:lnTo>
                      <a:pt x="39" y="137"/>
                    </a:lnTo>
                    <a:lnTo>
                      <a:pt x="38" y="137"/>
                    </a:lnTo>
                    <a:lnTo>
                      <a:pt x="37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6" y="137"/>
                    </a:lnTo>
                    <a:lnTo>
                      <a:pt x="35" y="137"/>
                    </a:lnTo>
                    <a:lnTo>
                      <a:pt x="34" y="137"/>
                    </a:lnTo>
                    <a:lnTo>
                      <a:pt x="33" y="137"/>
                    </a:lnTo>
                    <a:lnTo>
                      <a:pt x="33" y="137"/>
                    </a:lnTo>
                    <a:lnTo>
                      <a:pt x="32" y="137"/>
                    </a:lnTo>
                    <a:lnTo>
                      <a:pt x="31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30" y="137"/>
                    </a:lnTo>
                    <a:lnTo>
                      <a:pt x="29" y="137"/>
                    </a:lnTo>
                    <a:lnTo>
                      <a:pt x="28" y="137"/>
                    </a:lnTo>
                    <a:lnTo>
                      <a:pt x="27" y="137"/>
                    </a:lnTo>
                    <a:lnTo>
                      <a:pt x="27" y="137"/>
                    </a:lnTo>
                    <a:lnTo>
                      <a:pt x="26" y="137"/>
                    </a:lnTo>
                    <a:lnTo>
                      <a:pt x="25" y="137"/>
                    </a:lnTo>
                    <a:lnTo>
                      <a:pt x="24" y="137"/>
                    </a:lnTo>
                    <a:lnTo>
                      <a:pt x="23" y="137"/>
                    </a:lnTo>
                    <a:lnTo>
                      <a:pt x="23" y="137"/>
                    </a:lnTo>
                    <a:lnTo>
                      <a:pt x="22" y="137"/>
                    </a:lnTo>
                    <a:lnTo>
                      <a:pt x="21" y="137"/>
                    </a:lnTo>
                    <a:lnTo>
                      <a:pt x="20" y="137"/>
                    </a:lnTo>
                    <a:lnTo>
                      <a:pt x="20" y="137"/>
                    </a:lnTo>
                    <a:lnTo>
                      <a:pt x="19" y="137"/>
                    </a:lnTo>
                    <a:lnTo>
                      <a:pt x="18" y="137"/>
                    </a:lnTo>
                    <a:lnTo>
                      <a:pt x="17" y="137"/>
                    </a:lnTo>
                    <a:lnTo>
                      <a:pt x="17" y="137"/>
                    </a:lnTo>
                    <a:lnTo>
                      <a:pt x="16" y="137"/>
                    </a:lnTo>
                    <a:lnTo>
                      <a:pt x="15" y="137"/>
                    </a:lnTo>
                    <a:lnTo>
                      <a:pt x="14" y="137"/>
                    </a:lnTo>
                    <a:lnTo>
                      <a:pt x="14" y="137"/>
                    </a:lnTo>
                    <a:lnTo>
                      <a:pt x="13" y="137"/>
                    </a:lnTo>
                    <a:lnTo>
                      <a:pt x="12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11" y="137"/>
                    </a:lnTo>
                    <a:lnTo>
                      <a:pt x="4" y="134"/>
                    </a:lnTo>
                    <a:lnTo>
                      <a:pt x="0" y="127"/>
                    </a:lnTo>
                    <a:lnTo>
                      <a:pt x="0" y="127"/>
                    </a:lnTo>
                    <a:lnTo>
                      <a:pt x="4" y="119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1" y="116"/>
                    </a:lnTo>
                    <a:lnTo>
                      <a:pt x="12" y="116"/>
                    </a:lnTo>
                    <a:lnTo>
                      <a:pt x="12" y="116"/>
                    </a:lnTo>
                    <a:lnTo>
                      <a:pt x="13" y="116"/>
                    </a:lnTo>
                    <a:lnTo>
                      <a:pt x="13" y="115"/>
                    </a:lnTo>
                    <a:lnTo>
                      <a:pt x="14" y="115"/>
                    </a:lnTo>
                    <a:lnTo>
                      <a:pt x="14" y="115"/>
                    </a:lnTo>
                    <a:lnTo>
                      <a:pt x="15" y="115"/>
                    </a:lnTo>
                    <a:lnTo>
                      <a:pt x="15" y="115"/>
                    </a:lnTo>
                    <a:lnTo>
                      <a:pt x="16" y="115"/>
                    </a:lnTo>
                    <a:lnTo>
                      <a:pt x="16" y="115"/>
                    </a:lnTo>
                    <a:lnTo>
                      <a:pt x="17" y="115"/>
                    </a:lnTo>
                    <a:lnTo>
                      <a:pt x="18" y="115"/>
                    </a:lnTo>
                    <a:lnTo>
                      <a:pt x="18" y="114"/>
                    </a:lnTo>
                    <a:lnTo>
                      <a:pt x="19" y="114"/>
                    </a:lnTo>
                    <a:lnTo>
                      <a:pt x="19" y="114"/>
                    </a:lnTo>
                    <a:lnTo>
                      <a:pt x="20" y="114"/>
                    </a:lnTo>
                    <a:lnTo>
                      <a:pt x="20" y="114"/>
                    </a:lnTo>
                    <a:lnTo>
                      <a:pt x="21" y="113"/>
                    </a:lnTo>
                    <a:lnTo>
                      <a:pt x="21" y="113"/>
                    </a:lnTo>
                    <a:lnTo>
                      <a:pt x="22" y="113"/>
                    </a:lnTo>
                    <a:lnTo>
                      <a:pt x="22" y="113"/>
                    </a:lnTo>
                    <a:lnTo>
                      <a:pt x="23" y="112"/>
                    </a:lnTo>
                    <a:lnTo>
                      <a:pt x="23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4" y="112"/>
                    </a:lnTo>
                    <a:lnTo>
                      <a:pt x="25" y="111"/>
                    </a:lnTo>
                    <a:lnTo>
                      <a:pt x="25" y="111"/>
                    </a:lnTo>
                    <a:lnTo>
                      <a:pt x="26" y="111"/>
                    </a:lnTo>
                    <a:lnTo>
                      <a:pt x="26" y="110"/>
                    </a:lnTo>
                    <a:lnTo>
                      <a:pt x="26" y="110"/>
                    </a:lnTo>
                    <a:lnTo>
                      <a:pt x="27" y="110"/>
                    </a:lnTo>
                    <a:lnTo>
                      <a:pt x="27" y="109"/>
                    </a:lnTo>
                    <a:lnTo>
                      <a:pt x="28" y="109"/>
                    </a:lnTo>
                    <a:lnTo>
                      <a:pt x="28" y="109"/>
                    </a:lnTo>
                    <a:lnTo>
                      <a:pt x="29" y="108"/>
                    </a:lnTo>
                    <a:lnTo>
                      <a:pt x="29" y="108"/>
                    </a:lnTo>
                    <a:lnTo>
                      <a:pt x="30" y="108"/>
                    </a:lnTo>
                    <a:lnTo>
                      <a:pt x="30" y="107"/>
                    </a:lnTo>
                    <a:lnTo>
                      <a:pt x="31" y="107"/>
                    </a:lnTo>
                    <a:lnTo>
                      <a:pt x="31" y="107"/>
                    </a:lnTo>
                    <a:lnTo>
                      <a:pt x="32" y="106"/>
                    </a:lnTo>
                    <a:lnTo>
                      <a:pt x="32" y="106"/>
                    </a:lnTo>
                    <a:lnTo>
                      <a:pt x="32" y="105"/>
                    </a:lnTo>
                    <a:lnTo>
                      <a:pt x="33" y="105"/>
                    </a:lnTo>
                    <a:lnTo>
                      <a:pt x="33" y="104"/>
                    </a:lnTo>
                    <a:lnTo>
                      <a:pt x="34" y="104"/>
                    </a:lnTo>
                    <a:lnTo>
                      <a:pt x="34" y="104"/>
                    </a:lnTo>
                    <a:lnTo>
                      <a:pt x="34" y="103"/>
                    </a:lnTo>
                    <a:lnTo>
                      <a:pt x="35" y="103"/>
                    </a:lnTo>
                    <a:lnTo>
                      <a:pt x="35" y="103"/>
                    </a:lnTo>
                    <a:lnTo>
                      <a:pt x="35" y="102"/>
                    </a:lnTo>
                    <a:lnTo>
                      <a:pt x="36" y="102"/>
                    </a:lnTo>
                    <a:lnTo>
                      <a:pt x="36" y="102"/>
                    </a:lnTo>
                    <a:lnTo>
                      <a:pt x="36" y="101"/>
                    </a:lnTo>
                    <a:lnTo>
                      <a:pt x="36" y="101"/>
                    </a:lnTo>
                    <a:lnTo>
                      <a:pt x="37" y="101"/>
                    </a:lnTo>
                    <a:lnTo>
                      <a:pt x="37" y="101"/>
                    </a:lnTo>
                    <a:lnTo>
                      <a:pt x="37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8" y="100"/>
                    </a:lnTo>
                    <a:lnTo>
                      <a:pt x="39" y="99"/>
                    </a:lnTo>
                    <a:lnTo>
                      <a:pt x="39" y="99"/>
                    </a:lnTo>
                    <a:lnTo>
                      <a:pt x="40" y="98"/>
                    </a:lnTo>
                    <a:lnTo>
                      <a:pt x="40" y="98"/>
                    </a:lnTo>
                    <a:lnTo>
                      <a:pt x="41" y="98"/>
                    </a:lnTo>
                    <a:lnTo>
                      <a:pt x="41" y="97"/>
                    </a:lnTo>
                    <a:lnTo>
                      <a:pt x="42" y="97"/>
                    </a:lnTo>
                    <a:lnTo>
                      <a:pt x="42" y="97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3" y="96"/>
                    </a:lnTo>
                    <a:lnTo>
                      <a:pt x="44" y="95"/>
                    </a:lnTo>
                    <a:lnTo>
                      <a:pt x="44" y="95"/>
                    </a:lnTo>
                    <a:lnTo>
                      <a:pt x="45" y="95"/>
                    </a:lnTo>
                    <a:lnTo>
                      <a:pt x="45" y="95"/>
                    </a:lnTo>
                    <a:lnTo>
                      <a:pt x="46" y="94"/>
                    </a:lnTo>
                    <a:lnTo>
                      <a:pt x="46" y="94"/>
                    </a:lnTo>
                    <a:lnTo>
                      <a:pt x="47" y="93"/>
                    </a:lnTo>
                    <a:lnTo>
                      <a:pt x="48" y="93"/>
                    </a:lnTo>
                    <a:lnTo>
                      <a:pt x="49" y="92"/>
                    </a:lnTo>
                    <a:lnTo>
                      <a:pt x="50" y="91"/>
                    </a:lnTo>
                    <a:lnTo>
                      <a:pt x="50" y="91"/>
                    </a:lnTo>
                    <a:lnTo>
                      <a:pt x="51" y="90"/>
                    </a:lnTo>
                    <a:lnTo>
                      <a:pt x="52" y="90"/>
                    </a:lnTo>
                    <a:lnTo>
                      <a:pt x="54" y="89"/>
                    </a:lnTo>
                    <a:lnTo>
                      <a:pt x="55" y="88"/>
                    </a:lnTo>
                    <a:lnTo>
                      <a:pt x="56" y="88"/>
                    </a:lnTo>
                    <a:lnTo>
                      <a:pt x="57" y="87"/>
                    </a:lnTo>
                    <a:lnTo>
                      <a:pt x="58" y="86"/>
                    </a:lnTo>
                    <a:lnTo>
                      <a:pt x="59" y="85"/>
                    </a:lnTo>
                    <a:lnTo>
                      <a:pt x="60" y="84"/>
                    </a:lnTo>
                    <a:lnTo>
                      <a:pt x="61" y="84"/>
                    </a:lnTo>
                    <a:lnTo>
                      <a:pt x="62" y="83"/>
                    </a:lnTo>
                    <a:lnTo>
                      <a:pt x="63" y="82"/>
                    </a:lnTo>
                    <a:lnTo>
                      <a:pt x="65" y="81"/>
                    </a:lnTo>
                    <a:lnTo>
                      <a:pt x="65" y="80"/>
                    </a:lnTo>
                    <a:lnTo>
                      <a:pt x="66" y="80"/>
                    </a:lnTo>
                    <a:lnTo>
                      <a:pt x="67" y="79"/>
                    </a:lnTo>
                    <a:lnTo>
                      <a:pt x="68" y="78"/>
                    </a:lnTo>
                    <a:lnTo>
                      <a:pt x="69" y="77"/>
                    </a:lnTo>
                    <a:lnTo>
                      <a:pt x="70" y="76"/>
                    </a:lnTo>
                    <a:lnTo>
                      <a:pt x="71" y="75"/>
                    </a:lnTo>
                    <a:lnTo>
                      <a:pt x="72" y="74"/>
                    </a:lnTo>
                    <a:lnTo>
                      <a:pt x="74" y="73"/>
                    </a:lnTo>
                    <a:lnTo>
                      <a:pt x="75" y="72"/>
                    </a:lnTo>
                    <a:lnTo>
                      <a:pt x="76" y="72"/>
                    </a:lnTo>
                    <a:lnTo>
                      <a:pt x="77" y="72"/>
                    </a:lnTo>
                    <a:lnTo>
                      <a:pt x="78" y="71"/>
                    </a:lnTo>
                    <a:lnTo>
                      <a:pt x="79" y="70"/>
                    </a:lnTo>
                    <a:lnTo>
                      <a:pt x="80" y="69"/>
                    </a:lnTo>
                    <a:lnTo>
                      <a:pt x="83" y="67"/>
                    </a:lnTo>
                    <a:lnTo>
                      <a:pt x="85" y="65"/>
                    </a:lnTo>
                    <a:lnTo>
                      <a:pt x="87" y="63"/>
                    </a:lnTo>
                    <a:lnTo>
                      <a:pt x="90" y="61"/>
                    </a:lnTo>
                    <a:lnTo>
                      <a:pt x="92" y="59"/>
                    </a:lnTo>
                    <a:lnTo>
                      <a:pt x="95" y="55"/>
                    </a:lnTo>
                    <a:lnTo>
                      <a:pt x="98" y="53"/>
                    </a:lnTo>
                    <a:lnTo>
                      <a:pt x="100" y="51"/>
                    </a:lnTo>
                    <a:lnTo>
                      <a:pt x="102" y="49"/>
                    </a:lnTo>
                    <a:lnTo>
                      <a:pt x="105" y="47"/>
                    </a:lnTo>
                    <a:lnTo>
                      <a:pt x="107" y="45"/>
                    </a:lnTo>
                    <a:lnTo>
                      <a:pt x="108" y="45"/>
                    </a:lnTo>
                    <a:lnTo>
                      <a:pt x="109" y="44"/>
                    </a:lnTo>
                    <a:lnTo>
                      <a:pt x="111" y="43"/>
                    </a:lnTo>
                    <a:lnTo>
                      <a:pt x="112" y="42"/>
                    </a:lnTo>
                    <a:lnTo>
                      <a:pt x="113" y="42"/>
                    </a:lnTo>
                    <a:lnTo>
                      <a:pt x="114" y="41"/>
                    </a:lnTo>
                    <a:lnTo>
                      <a:pt x="115" y="40"/>
                    </a:lnTo>
                    <a:lnTo>
                      <a:pt x="116" y="39"/>
                    </a:lnTo>
                    <a:lnTo>
                      <a:pt x="118" y="38"/>
                    </a:lnTo>
                    <a:lnTo>
                      <a:pt x="119" y="37"/>
                    </a:lnTo>
                    <a:lnTo>
                      <a:pt x="120" y="36"/>
                    </a:lnTo>
                    <a:lnTo>
                      <a:pt x="121" y="35"/>
                    </a:lnTo>
                    <a:lnTo>
                      <a:pt x="122" y="34"/>
                    </a:lnTo>
                    <a:lnTo>
                      <a:pt x="123" y="33"/>
                    </a:lnTo>
                    <a:lnTo>
                      <a:pt x="124" y="32"/>
                    </a:lnTo>
                    <a:lnTo>
                      <a:pt x="125" y="31"/>
                    </a:lnTo>
                    <a:lnTo>
                      <a:pt x="126" y="31"/>
                    </a:lnTo>
                    <a:lnTo>
                      <a:pt x="127" y="30"/>
                    </a:lnTo>
                    <a:lnTo>
                      <a:pt x="129" y="29"/>
                    </a:lnTo>
                    <a:lnTo>
                      <a:pt x="130" y="28"/>
                    </a:lnTo>
                    <a:lnTo>
                      <a:pt x="131" y="27"/>
                    </a:lnTo>
                    <a:lnTo>
                      <a:pt x="132" y="26"/>
                    </a:lnTo>
                    <a:lnTo>
                      <a:pt x="134" y="25"/>
                    </a:lnTo>
                    <a:lnTo>
                      <a:pt x="135" y="25"/>
                    </a:lnTo>
                    <a:lnTo>
                      <a:pt x="135" y="25"/>
                    </a:lnTo>
                    <a:lnTo>
                      <a:pt x="136" y="24"/>
                    </a:lnTo>
                    <a:lnTo>
                      <a:pt x="137" y="23"/>
                    </a:lnTo>
                    <a:lnTo>
                      <a:pt x="139" y="22"/>
                    </a:lnTo>
                    <a:lnTo>
                      <a:pt x="140" y="21"/>
                    </a:lnTo>
                    <a:lnTo>
                      <a:pt x="141" y="21"/>
                    </a:lnTo>
                    <a:lnTo>
                      <a:pt x="142" y="20"/>
                    </a:lnTo>
                    <a:lnTo>
                      <a:pt x="142" y="20"/>
                    </a:lnTo>
                    <a:lnTo>
                      <a:pt x="143" y="20"/>
                    </a:lnTo>
                    <a:lnTo>
                      <a:pt x="144" y="19"/>
                    </a:lnTo>
                    <a:lnTo>
                      <a:pt x="144" y="19"/>
                    </a:lnTo>
                    <a:lnTo>
                      <a:pt x="145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6" y="18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7" y="17"/>
                    </a:lnTo>
                    <a:lnTo>
                      <a:pt x="148" y="16"/>
                    </a:lnTo>
                    <a:lnTo>
                      <a:pt x="148" y="15"/>
                    </a:lnTo>
                    <a:lnTo>
                      <a:pt x="149" y="14"/>
                    </a:lnTo>
                    <a:lnTo>
                      <a:pt x="150" y="13"/>
                    </a:lnTo>
                    <a:lnTo>
                      <a:pt x="150" y="13"/>
                    </a:lnTo>
                    <a:lnTo>
                      <a:pt x="151" y="13"/>
                    </a:lnTo>
                    <a:lnTo>
                      <a:pt x="151" y="13"/>
                    </a:lnTo>
                    <a:lnTo>
                      <a:pt x="152" y="12"/>
                    </a:lnTo>
                    <a:lnTo>
                      <a:pt x="152" y="12"/>
                    </a:lnTo>
                    <a:lnTo>
                      <a:pt x="152" y="11"/>
                    </a:lnTo>
                    <a:lnTo>
                      <a:pt x="152" y="11"/>
                    </a:lnTo>
                    <a:lnTo>
                      <a:pt x="152" y="10"/>
                    </a:lnTo>
                    <a:lnTo>
                      <a:pt x="153" y="9"/>
                    </a:lnTo>
                    <a:lnTo>
                      <a:pt x="154" y="9"/>
                    </a:lnTo>
                    <a:lnTo>
                      <a:pt x="154" y="8"/>
                    </a:lnTo>
                    <a:lnTo>
                      <a:pt x="155" y="8"/>
                    </a:lnTo>
                    <a:lnTo>
                      <a:pt x="156" y="7"/>
                    </a:lnTo>
                    <a:lnTo>
                      <a:pt x="156" y="6"/>
                    </a:lnTo>
                    <a:lnTo>
                      <a:pt x="157" y="6"/>
                    </a:lnTo>
                    <a:lnTo>
                      <a:pt x="157" y="6"/>
                    </a:lnTo>
                    <a:lnTo>
                      <a:pt x="158" y="5"/>
                    </a:lnTo>
                    <a:lnTo>
                      <a:pt x="158" y="5"/>
                    </a:lnTo>
                    <a:lnTo>
                      <a:pt x="159" y="5"/>
                    </a:lnTo>
                    <a:lnTo>
                      <a:pt x="159" y="4"/>
                    </a:lnTo>
                    <a:lnTo>
                      <a:pt x="160" y="4"/>
                    </a:lnTo>
                    <a:lnTo>
                      <a:pt x="161" y="4"/>
                    </a:lnTo>
                    <a:lnTo>
                      <a:pt x="161" y="3"/>
                    </a:lnTo>
                    <a:lnTo>
                      <a:pt x="162" y="3"/>
                    </a:lnTo>
                    <a:lnTo>
                      <a:pt x="163" y="3"/>
                    </a:lnTo>
                    <a:lnTo>
                      <a:pt x="164" y="2"/>
                    </a:lnTo>
                    <a:lnTo>
                      <a:pt x="164" y="2"/>
                    </a:lnTo>
                    <a:lnTo>
                      <a:pt x="165" y="2"/>
                    </a:lnTo>
                    <a:lnTo>
                      <a:pt x="166" y="1"/>
                    </a:lnTo>
                    <a:lnTo>
                      <a:pt x="167" y="1"/>
                    </a:lnTo>
                    <a:lnTo>
                      <a:pt x="168" y="1"/>
                    </a:lnTo>
                    <a:lnTo>
                      <a:pt x="169" y="1"/>
                    </a:lnTo>
                    <a:lnTo>
                      <a:pt x="170" y="1"/>
                    </a:lnTo>
                    <a:lnTo>
                      <a:pt x="171" y="0"/>
                    </a:lnTo>
                    <a:lnTo>
                      <a:pt x="172" y="0"/>
                    </a:lnTo>
                    <a:lnTo>
                      <a:pt x="173" y="0"/>
                    </a:lnTo>
                    <a:lnTo>
                      <a:pt x="174" y="0"/>
                    </a:lnTo>
                    <a:lnTo>
                      <a:pt x="174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8" name="Freeform 18">
                <a:extLst>
                  <a:ext uri="{FF2B5EF4-FFF2-40B4-BE49-F238E27FC236}">
                    <a16:creationId xmlns:a16="http://schemas.microsoft.com/office/drawing/2014/main" id="{EFF9AC59-D971-8518-201C-C93FB70A5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497814" y="4700452"/>
                <a:ext cx="131696" cy="75641"/>
              </a:xfrm>
              <a:custGeom>
                <a:avLst/>
                <a:gdLst>
                  <a:gd name="T0" fmla="*/ 179 w 195"/>
                  <a:gd name="T1" fmla="*/ 1 h 112"/>
                  <a:gd name="T2" fmla="*/ 188 w 195"/>
                  <a:gd name="T3" fmla="*/ 7 h 112"/>
                  <a:gd name="T4" fmla="*/ 193 w 195"/>
                  <a:gd name="T5" fmla="*/ 13 h 112"/>
                  <a:gd name="T6" fmla="*/ 194 w 195"/>
                  <a:gd name="T7" fmla="*/ 19 h 112"/>
                  <a:gd name="T8" fmla="*/ 195 w 195"/>
                  <a:gd name="T9" fmla="*/ 25 h 112"/>
                  <a:gd name="T10" fmla="*/ 194 w 195"/>
                  <a:gd name="T11" fmla="*/ 30 h 112"/>
                  <a:gd name="T12" fmla="*/ 194 w 195"/>
                  <a:gd name="T13" fmla="*/ 36 h 112"/>
                  <a:gd name="T14" fmla="*/ 191 w 195"/>
                  <a:gd name="T15" fmla="*/ 43 h 112"/>
                  <a:gd name="T16" fmla="*/ 188 w 195"/>
                  <a:gd name="T17" fmla="*/ 49 h 112"/>
                  <a:gd name="T18" fmla="*/ 185 w 195"/>
                  <a:gd name="T19" fmla="*/ 56 h 112"/>
                  <a:gd name="T20" fmla="*/ 181 w 195"/>
                  <a:gd name="T21" fmla="*/ 62 h 112"/>
                  <a:gd name="T22" fmla="*/ 177 w 195"/>
                  <a:gd name="T23" fmla="*/ 67 h 112"/>
                  <a:gd name="T24" fmla="*/ 173 w 195"/>
                  <a:gd name="T25" fmla="*/ 73 h 112"/>
                  <a:gd name="T26" fmla="*/ 168 w 195"/>
                  <a:gd name="T27" fmla="*/ 79 h 112"/>
                  <a:gd name="T28" fmla="*/ 163 w 195"/>
                  <a:gd name="T29" fmla="*/ 84 h 112"/>
                  <a:gd name="T30" fmla="*/ 159 w 195"/>
                  <a:gd name="T31" fmla="*/ 87 h 112"/>
                  <a:gd name="T32" fmla="*/ 154 w 195"/>
                  <a:gd name="T33" fmla="*/ 89 h 112"/>
                  <a:gd name="T34" fmla="*/ 149 w 195"/>
                  <a:gd name="T35" fmla="*/ 92 h 112"/>
                  <a:gd name="T36" fmla="*/ 145 w 195"/>
                  <a:gd name="T37" fmla="*/ 94 h 112"/>
                  <a:gd name="T38" fmla="*/ 140 w 195"/>
                  <a:gd name="T39" fmla="*/ 95 h 112"/>
                  <a:gd name="T40" fmla="*/ 135 w 195"/>
                  <a:gd name="T41" fmla="*/ 96 h 112"/>
                  <a:gd name="T42" fmla="*/ 128 w 195"/>
                  <a:gd name="T43" fmla="*/ 98 h 112"/>
                  <a:gd name="T44" fmla="*/ 118 w 195"/>
                  <a:gd name="T45" fmla="*/ 100 h 112"/>
                  <a:gd name="T46" fmla="*/ 109 w 195"/>
                  <a:gd name="T47" fmla="*/ 101 h 112"/>
                  <a:gd name="T48" fmla="*/ 99 w 195"/>
                  <a:gd name="T49" fmla="*/ 101 h 112"/>
                  <a:gd name="T50" fmla="*/ 90 w 195"/>
                  <a:gd name="T51" fmla="*/ 101 h 112"/>
                  <a:gd name="T52" fmla="*/ 76 w 195"/>
                  <a:gd name="T53" fmla="*/ 101 h 112"/>
                  <a:gd name="T54" fmla="*/ 67 w 195"/>
                  <a:gd name="T55" fmla="*/ 104 h 112"/>
                  <a:gd name="T56" fmla="*/ 58 w 195"/>
                  <a:gd name="T57" fmla="*/ 107 h 112"/>
                  <a:gd name="T58" fmla="*/ 50 w 195"/>
                  <a:gd name="T59" fmla="*/ 110 h 112"/>
                  <a:gd name="T60" fmla="*/ 41 w 195"/>
                  <a:gd name="T61" fmla="*/ 111 h 112"/>
                  <a:gd name="T62" fmla="*/ 33 w 195"/>
                  <a:gd name="T63" fmla="*/ 106 h 112"/>
                  <a:gd name="T64" fmla="*/ 22 w 195"/>
                  <a:gd name="T65" fmla="*/ 102 h 112"/>
                  <a:gd name="T66" fmla="*/ 19 w 195"/>
                  <a:gd name="T67" fmla="*/ 103 h 112"/>
                  <a:gd name="T68" fmla="*/ 16 w 195"/>
                  <a:gd name="T69" fmla="*/ 104 h 112"/>
                  <a:gd name="T70" fmla="*/ 11 w 195"/>
                  <a:gd name="T71" fmla="*/ 104 h 112"/>
                  <a:gd name="T72" fmla="*/ 12 w 195"/>
                  <a:gd name="T73" fmla="*/ 82 h 112"/>
                  <a:gd name="T74" fmla="*/ 16 w 195"/>
                  <a:gd name="T75" fmla="*/ 80 h 112"/>
                  <a:gd name="T76" fmla="*/ 20 w 195"/>
                  <a:gd name="T77" fmla="*/ 78 h 112"/>
                  <a:gd name="T78" fmla="*/ 23 w 195"/>
                  <a:gd name="T79" fmla="*/ 76 h 112"/>
                  <a:gd name="T80" fmla="*/ 27 w 195"/>
                  <a:gd name="T81" fmla="*/ 75 h 112"/>
                  <a:gd name="T82" fmla="*/ 30 w 195"/>
                  <a:gd name="T83" fmla="*/ 73 h 112"/>
                  <a:gd name="T84" fmla="*/ 36 w 195"/>
                  <a:gd name="T85" fmla="*/ 69 h 112"/>
                  <a:gd name="T86" fmla="*/ 43 w 195"/>
                  <a:gd name="T87" fmla="*/ 67 h 112"/>
                  <a:gd name="T88" fmla="*/ 51 w 195"/>
                  <a:gd name="T89" fmla="*/ 65 h 112"/>
                  <a:gd name="T90" fmla="*/ 59 w 195"/>
                  <a:gd name="T91" fmla="*/ 62 h 112"/>
                  <a:gd name="T92" fmla="*/ 68 w 195"/>
                  <a:gd name="T93" fmla="*/ 59 h 112"/>
                  <a:gd name="T94" fmla="*/ 77 w 195"/>
                  <a:gd name="T95" fmla="*/ 55 h 112"/>
                  <a:gd name="T96" fmla="*/ 85 w 195"/>
                  <a:gd name="T97" fmla="*/ 50 h 112"/>
                  <a:gd name="T98" fmla="*/ 93 w 195"/>
                  <a:gd name="T99" fmla="*/ 46 h 112"/>
                  <a:gd name="T100" fmla="*/ 102 w 195"/>
                  <a:gd name="T101" fmla="*/ 41 h 112"/>
                  <a:gd name="T102" fmla="*/ 110 w 195"/>
                  <a:gd name="T103" fmla="*/ 36 h 112"/>
                  <a:gd name="T104" fmla="*/ 118 w 195"/>
                  <a:gd name="T105" fmla="*/ 32 h 112"/>
                  <a:gd name="T106" fmla="*/ 125 w 195"/>
                  <a:gd name="T107" fmla="*/ 27 h 112"/>
                  <a:gd name="T108" fmla="*/ 132 w 195"/>
                  <a:gd name="T109" fmla="*/ 22 h 112"/>
                  <a:gd name="T110" fmla="*/ 138 w 195"/>
                  <a:gd name="T111" fmla="*/ 18 h 112"/>
                  <a:gd name="T112" fmla="*/ 143 w 195"/>
                  <a:gd name="T113" fmla="*/ 13 h 112"/>
                  <a:gd name="T114" fmla="*/ 149 w 195"/>
                  <a:gd name="T115" fmla="*/ 8 h 112"/>
                  <a:gd name="T116" fmla="*/ 153 w 195"/>
                  <a:gd name="T117" fmla="*/ 6 h 112"/>
                  <a:gd name="T118" fmla="*/ 157 w 195"/>
                  <a:gd name="T119" fmla="*/ 4 h 112"/>
                  <a:gd name="T120" fmla="*/ 161 w 195"/>
                  <a:gd name="T121" fmla="*/ 2 h 112"/>
                  <a:gd name="T122" fmla="*/ 166 w 195"/>
                  <a:gd name="T123" fmla="*/ 0 h 11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95" h="112">
                    <a:moveTo>
                      <a:pt x="171" y="0"/>
                    </a:moveTo>
                    <a:lnTo>
                      <a:pt x="172" y="0"/>
                    </a:lnTo>
                    <a:lnTo>
                      <a:pt x="174" y="0"/>
                    </a:lnTo>
                    <a:lnTo>
                      <a:pt x="175" y="0"/>
                    </a:lnTo>
                    <a:lnTo>
                      <a:pt x="176" y="0"/>
                    </a:lnTo>
                    <a:lnTo>
                      <a:pt x="177" y="1"/>
                    </a:lnTo>
                    <a:lnTo>
                      <a:pt x="178" y="1"/>
                    </a:lnTo>
                    <a:lnTo>
                      <a:pt x="179" y="1"/>
                    </a:lnTo>
                    <a:lnTo>
                      <a:pt x="180" y="2"/>
                    </a:lnTo>
                    <a:lnTo>
                      <a:pt x="181" y="2"/>
                    </a:lnTo>
                    <a:lnTo>
                      <a:pt x="183" y="3"/>
                    </a:lnTo>
                    <a:lnTo>
                      <a:pt x="184" y="4"/>
                    </a:lnTo>
                    <a:lnTo>
                      <a:pt x="185" y="4"/>
                    </a:lnTo>
                    <a:lnTo>
                      <a:pt x="186" y="5"/>
                    </a:lnTo>
                    <a:lnTo>
                      <a:pt x="187" y="6"/>
                    </a:lnTo>
                    <a:lnTo>
                      <a:pt x="188" y="7"/>
                    </a:lnTo>
                    <a:lnTo>
                      <a:pt x="189" y="7"/>
                    </a:lnTo>
                    <a:lnTo>
                      <a:pt x="189" y="7"/>
                    </a:lnTo>
                    <a:lnTo>
                      <a:pt x="190" y="8"/>
                    </a:lnTo>
                    <a:lnTo>
                      <a:pt x="191" y="9"/>
                    </a:lnTo>
                    <a:lnTo>
                      <a:pt x="191" y="10"/>
                    </a:lnTo>
                    <a:lnTo>
                      <a:pt x="192" y="11"/>
                    </a:lnTo>
                    <a:lnTo>
                      <a:pt x="193" y="12"/>
                    </a:lnTo>
                    <a:lnTo>
                      <a:pt x="193" y="13"/>
                    </a:lnTo>
                    <a:lnTo>
                      <a:pt x="193" y="14"/>
                    </a:lnTo>
                    <a:lnTo>
                      <a:pt x="194" y="15"/>
                    </a:lnTo>
                    <a:lnTo>
                      <a:pt x="194" y="16"/>
                    </a:lnTo>
                    <a:lnTo>
                      <a:pt x="194" y="16"/>
                    </a:lnTo>
                    <a:lnTo>
                      <a:pt x="194" y="17"/>
                    </a:lnTo>
                    <a:lnTo>
                      <a:pt x="194" y="18"/>
                    </a:lnTo>
                    <a:lnTo>
                      <a:pt x="194" y="19"/>
                    </a:lnTo>
                    <a:lnTo>
                      <a:pt x="194" y="19"/>
                    </a:lnTo>
                    <a:lnTo>
                      <a:pt x="194" y="20"/>
                    </a:lnTo>
                    <a:lnTo>
                      <a:pt x="194" y="21"/>
                    </a:lnTo>
                    <a:lnTo>
                      <a:pt x="194" y="22"/>
                    </a:lnTo>
                    <a:lnTo>
                      <a:pt x="194" y="22"/>
                    </a:lnTo>
                    <a:lnTo>
                      <a:pt x="194" y="23"/>
                    </a:lnTo>
                    <a:lnTo>
                      <a:pt x="194" y="23"/>
                    </a:lnTo>
                    <a:lnTo>
                      <a:pt x="195" y="24"/>
                    </a:lnTo>
                    <a:lnTo>
                      <a:pt x="195" y="25"/>
                    </a:lnTo>
                    <a:lnTo>
                      <a:pt x="195" y="25"/>
                    </a:lnTo>
                    <a:lnTo>
                      <a:pt x="195" y="26"/>
                    </a:lnTo>
                    <a:lnTo>
                      <a:pt x="194" y="26"/>
                    </a:lnTo>
                    <a:lnTo>
                      <a:pt x="194" y="27"/>
                    </a:lnTo>
                    <a:lnTo>
                      <a:pt x="194" y="27"/>
                    </a:lnTo>
                    <a:lnTo>
                      <a:pt x="194" y="28"/>
                    </a:lnTo>
                    <a:lnTo>
                      <a:pt x="194" y="29"/>
                    </a:lnTo>
                    <a:lnTo>
                      <a:pt x="194" y="30"/>
                    </a:lnTo>
                    <a:lnTo>
                      <a:pt x="194" y="31"/>
                    </a:lnTo>
                    <a:lnTo>
                      <a:pt x="194" y="32"/>
                    </a:lnTo>
                    <a:lnTo>
                      <a:pt x="194" y="33"/>
                    </a:lnTo>
                    <a:lnTo>
                      <a:pt x="194" y="34"/>
                    </a:lnTo>
                    <a:lnTo>
                      <a:pt x="194" y="35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4" y="36"/>
                    </a:lnTo>
                    <a:lnTo>
                      <a:pt x="193" y="37"/>
                    </a:lnTo>
                    <a:lnTo>
                      <a:pt x="193" y="38"/>
                    </a:lnTo>
                    <a:lnTo>
                      <a:pt x="193" y="39"/>
                    </a:lnTo>
                    <a:lnTo>
                      <a:pt x="192" y="40"/>
                    </a:lnTo>
                    <a:lnTo>
                      <a:pt x="192" y="40"/>
                    </a:lnTo>
                    <a:lnTo>
                      <a:pt x="192" y="41"/>
                    </a:lnTo>
                    <a:lnTo>
                      <a:pt x="192" y="42"/>
                    </a:lnTo>
                    <a:lnTo>
                      <a:pt x="191" y="43"/>
                    </a:lnTo>
                    <a:lnTo>
                      <a:pt x="191" y="44"/>
                    </a:lnTo>
                    <a:lnTo>
                      <a:pt x="191" y="44"/>
                    </a:lnTo>
                    <a:lnTo>
                      <a:pt x="190" y="45"/>
                    </a:lnTo>
                    <a:lnTo>
                      <a:pt x="190" y="46"/>
                    </a:lnTo>
                    <a:lnTo>
                      <a:pt x="190" y="47"/>
                    </a:lnTo>
                    <a:lnTo>
                      <a:pt x="189" y="48"/>
                    </a:lnTo>
                    <a:lnTo>
                      <a:pt x="189" y="48"/>
                    </a:lnTo>
                    <a:lnTo>
                      <a:pt x="188" y="49"/>
                    </a:lnTo>
                    <a:lnTo>
                      <a:pt x="188" y="50"/>
                    </a:lnTo>
                    <a:lnTo>
                      <a:pt x="188" y="51"/>
                    </a:lnTo>
                    <a:lnTo>
                      <a:pt x="187" y="52"/>
                    </a:lnTo>
                    <a:lnTo>
                      <a:pt x="187" y="52"/>
                    </a:lnTo>
                    <a:lnTo>
                      <a:pt x="186" y="53"/>
                    </a:lnTo>
                    <a:lnTo>
                      <a:pt x="186" y="54"/>
                    </a:lnTo>
                    <a:lnTo>
                      <a:pt x="186" y="55"/>
                    </a:lnTo>
                    <a:lnTo>
                      <a:pt x="185" y="56"/>
                    </a:lnTo>
                    <a:lnTo>
                      <a:pt x="185" y="56"/>
                    </a:lnTo>
                    <a:lnTo>
                      <a:pt x="184" y="57"/>
                    </a:lnTo>
                    <a:lnTo>
                      <a:pt x="184" y="58"/>
                    </a:lnTo>
                    <a:lnTo>
                      <a:pt x="183" y="59"/>
                    </a:lnTo>
                    <a:lnTo>
                      <a:pt x="183" y="60"/>
                    </a:lnTo>
                    <a:lnTo>
                      <a:pt x="182" y="60"/>
                    </a:lnTo>
                    <a:lnTo>
                      <a:pt x="182" y="61"/>
                    </a:lnTo>
                    <a:lnTo>
                      <a:pt x="181" y="62"/>
                    </a:lnTo>
                    <a:lnTo>
                      <a:pt x="181" y="63"/>
                    </a:lnTo>
                    <a:lnTo>
                      <a:pt x="180" y="64"/>
                    </a:lnTo>
                    <a:lnTo>
                      <a:pt x="180" y="64"/>
                    </a:lnTo>
                    <a:lnTo>
                      <a:pt x="179" y="65"/>
                    </a:lnTo>
                    <a:lnTo>
                      <a:pt x="179" y="65"/>
                    </a:lnTo>
                    <a:lnTo>
                      <a:pt x="178" y="66"/>
                    </a:lnTo>
                    <a:lnTo>
                      <a:pt x="178" y="66"/>
                    </a:lnTo>
                    <a:lnTo>
                      <a:pt x="177" y="67"/>
                    </a:lnTo>
                    <a:lnTo>
                      <a:pt x="177" y="68"/>
                    </a:lnTo>
                    <a:lnTo>
                      <a:pt x="176" y="69"/>
                    </a:lnTo>
                    <a:lnTo>
                      <a:pt x="176" y="70"/>
                    </a:lnTo>
                    <a:lnTo>
                      <a:pt x="175" y="70"/>
                    </a:lnTo>
                    <a:lnTo>
                      <a:pt x="175" y="71"/>
                    </a:lnTo>
                    <a:lnTo>
                      <a:pt x="174" y="72"/>
                    </a:lnTo>
                    <a:lnTo>
                      <a:pt x="173" y="73"/>
                    </a:lnTo>
                    <a:lnTo>
                      <a:pt x="173" y="73"/>
                    </a:lnTo>
                    <a:lnTo>
                      <a:pt x="172" y="74"/>
                    </a:lnTo>
                    <a:lnTo>
                      <a:pt x="172" y="75"/>
                    </a:lnTo>
                    <a:lnTo>
                      <a:pt x="171" y="75"/>
                    </a:lnTo>
                    <a:lnTo>
                      <a:pt x="170" y="76"/>
                    </a:lnTo>
                    <a:lnTo>
                      <a:pt x="170" y="77"/>
                    </a:lnTo>
                    <a:lnTo>
                      <a:pt x="169" y="77"/>
                    </a:lnTo>
                    <a:lnTo>
                      <a:pt x="168" y="78"/>
                    </a:lnTo>
                    <a:lnTo>
                      <a:pt x="168" y="79"/>
                    </a:lnTo>
                    <a:lnTo>
                      <a:pt x="167" y="80"/>
                    </a:lnTo>
                    <a:lnTo>
                      <a:pt x="166" y="80"/>
                    </a:lnTo>
                    <a:lnTo>
                      <a:pt x="166" y="81"/>
                    </a:lnTo>
                    <a:lnTo>
                      <a:pt x="165" y="82"/>
                    </a:lnTo>
                    <a:lnTo>
                      <a:pt x="165" y="82"/>
                    </a:lnTo>
                    <a:lnTo>
                      <a:pt x="164" y="83"/>
                    </a:lnTo>
                    <a:lnTo>
                      <a:pt x="164" y="83"/>
                    </a:lnTo>
                    <a:lnTo>
                      <a:pt x="163" y="84"/>
                    </a:lnTo>
                    <a:lnTo>
                      <a:pt x="162" y="85"/>
                    </a:lnTo>
                    <a:lnTo>
                      <a:pt x="162" y="85"/>
                    </a:lnTo>
                    <a:lnTo>
                      <a:pt x="161" y="85"/>
                    </a:lnTo>
                    <a:lnTo>
                      <a:pt x="161" y="86"/>
                    </a:lnTo>
                    <a:lnTo>
                      <a:pt x="160" y="86"/>
                    </a:lnTo>
                    <a:lnTo>
                      <a:pt x="160" y="86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9" y="87"/>
                    </a:lnTo>
                    <a:lnTo>
                      <a:pt x="158" y="87"/>
                    </a:lnTo>
                    <a:lnTo>
                      <a:pt x="158" y="88"/>
                    </a:lnTo>
                    <a:lnTo>
                      <a:pt x="157" y="88"/>
                    </a:lnTo>
                    <a:lnTo>
                      <a:pt x="156" y="88"/>
                    </a:lnTo>
                    <a:lnTo>
                      <a:pt x="156" y="89"/>
                    </a:lnTo>
                    <a:lnTo>
                      <a:pt x="155" y="89"/>
                    </a:lnTo>
                    <a:lnTo>
                      <a:pt x="154" y="89"/>
                    </a:lnTo>
                    <a:lnTo>
                      <a:pt x="154" y="90"/>
                    </a:lnTo>
                    <a:lnTo>
                      <a:pt x="153" y="90"/>
                    </a:lnTo>
                    <a:lnTo>
                      <a:pt x="152" y="90"/>
                    </a:lnTo>
                    <a:lnTo>
                      <a:pt x="152" y="91"/>
                    </a:lnTo>
                    <a:lnTo>
                      <a:pt x="151" y="91"/>
                    </a:lnTo>
                    <a:lnTo>
                      <a:pt x="151" y="91"/>
                    </a:lnTo>
                    <a:lnTo>
                      <a:pt x="150" y="92"/>
                    </a:lnTo>
                    <a:lnTo>
                      <a:pt x="149" y="92"/>
                    </a:lnTo>
                    <a:lnTo>
                      <a:pt x="149" y="92"/>
                    </a:lnTo>
                    <a:lnTo>
                      <a:pt x="148" y="92"/>
                    </a:lnTo>
                    <a:lnTo>
                      <a:pt x="148" y="93"/>
                    </a:lnTo>
                    <a:lnTo>
                      <a:pt x="147" y="93"/>
                    </a:lnTo>
                    <a:lnTo>
                      <a:pt x="147" y="93"/>
                    </a:lnTo>
                    <a:lnTo>
                      <a:pt x="146" y="93"/>
                    </a:lnTo>
                    <a:lnTo>
                      <a:pt x="145" y="93"/>
                    </a:lnTo>
                    <a:lnTo>
                      <a:pt x="145" y="94"/>
                    </a:lnTo>
                    <a:lnTo>
                      <a:pt x="144" y="94"/>
                    </a:lnTo>
                    <a:lnTo>
                      <a:pt x="144" y="94"/>
                    </a:lnTo>
                    <a:lnTo>
                      <a:pt x="143" y="94"/>
                    </a:lnTo>
                    <a:lnTo>
                      <a:pt x="142" y="95"/>
                    </a:lnTo>
                    <a:lnTo>
                      <a:pt x="142" y="95"/>
                    </a:lnTo>
                    <a:lnTo>
                      <a:pt x="141" y="95"/>
                    </a:lnTo>
                    <a:lnTo>
                      <a:pt x="140" y="95"/>
                    </a:lnTo>
                    <a:lnTo>
                      <a:pt x="140" y="95"/>
                    </a:lnTo>
                    <a:lnTo>
                      <a:pt x="139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8" y="95"/>
                    </a:lnTo>
                    <a:lnTo>
                      <a:pt x="137" y="96"/>
                    </a:lnTo>
                    <a:lnTo>
                      <a:pt x="137" y="96"/>
                    </a:lnTo>
                    <a:lnTo>
                      <a:pt x="136" y="96"/>
                    </a:lnTo>
                    <a:lnTo>
                      <a:pt x="135" y="96"/>
                    </a:lnTo>
                    <a:lnTo>
                      <a:pt x="135" y="96"/>
                    </a:lnTo>
                    <a:lnTo>
                      <a:pt x="134" y="96"/>
                    </a:lnTo>
                    <a:lnTo>
                      <a:pt x="134" y="97"/>
                    </a:lnTo>
                    <a:lnTo>
                      <a:pt x="133" y="97"/>
                    </a:lnTo>
                    <a:lnTo>
                      <a:pt x="132" y="97"/>
                    </a:lnTo>
                    <a:lnTo>
                      <a:pt x="130" y="97"/>
                    </a:lnTo>
                    <a:lnTo>
                      <a:pt x="129" y="98"/>
                    </a:lnTo>
                    <a:lnTo>
                      <a:pt x="128" y="98"/>
                    </a:lnTo>
                    <a:lnTo>
                      <a:pt x="126" y="98"/>
                    </a:lnTo>
                    <a:lnTo>
                      <a:pt x="125" y="98"/>
                    </a:lnTo>
                    <a:lnTo>
                      <a:pt x="124" y="99"/>
                    </a:lnTo>
                    <a:lnTo>
                      <a:pt x="123" y="99"/>
                    </a:lnTo>
                    <a:lnTo>
                      <a:pt x="121" y="99"/>
                    </a:lnTo>
                    <a:lnTo>
                      <a:pt x="120" y="99"/>
                    </a:lnTo>
                    <a:lnTo>
                      <a:pt x="119" y="99"/>
                    </a:lnTo>
                    <a:lnTo>
                      <a:pt x="118" y="100"/>
                    </a:lnTo>
                    <a:lnTo>
                      <a:pt x="116" y="100"/>
                    </a:lnTo>
                    <a:lnTo>
                      <a:pt x="115" y="100"/>
                    </a:lnTo>
                    <a:lnTo>
                      <a:pt x="114" y="100"/>
                    </a:lnTo>
                    <a:lnTo>
                      <a:pt x="113" y="100"/>
                    </a:lnTo>
                    <a:lnTo>
                      <a:pt x="111" y="100"/>
                    </a:lnTo>
                    <a:lnTo>
                      <a:pt x="110" y="100"/>
                    </a:lnTo>
                    <a:lnTo>
                      <a:pt x="109" y="100"/>
                    </a:lnTo>
                    <a:lnTo>
                      <a:pt x="109" y="101"/>
                    </a:lnTo>
                    <a:lnTo>
                      <a:pt x="107" y="101"/>
                    </a:lnTo>
                    <a:lnTo>
                      <a:pt x="106" y="101"/>
                    </a:lnTo>
                    <a:lnTo>
                      <a:pt x="105" y="101"/>
                    </a:lnTo>
                    <a:lnTo>
                      <a:pt x="104" y="101"/>
                    </a:lnTo>
                    <a:lnTo>
                      <a:pt x="103" y="101"/>
                    </a:lnTo>
                    <a:lnTo>
                      <a:pt x="101" y="101"/>
                    </a:lnTo>
                    <a:lnTo>
                      <a:pt x="100" y="101"/>
                    </a:lnTo>
                    <a:lnTo>
                      <a:pt x="99" y="101"/>
                    </a:lnTo>
                    <a:lnTo>
                      <a:pt x="98" y="101"/>
                    </a:lnTo>
                    <a:lnTo>
                      <a:pt x="97" y="101"/>
                    </a:lnTo>
                    <a:lnTo>
                      <a:pt x="96" y="101"/>
                    </a:lnTo>
                    <a:lnTo>
                      <a:pt x="94" y="101"/>
                    </a:lnTo>
                    <a:lnTo>
                      <a:pt x="93" y="101"/>
                    </a:lnTo>
                    <a:lnTo>
                      <a:pt x="92" y="101"/>
                    </a:lnTo>
                    <a:lnTo>
                      <a:pt x="91" y="101"/>
                    </a:lnTo>
                    <a:lnTo>
                      <a:pt x="90" y="101"/>
                    </a:lnTo>
                    <a:lnTo>
                      <a:pt x="87" y="101"/>
                    </a:lnTo>
                    <a:lnTo>
                      <a:pt x="85" y="101"/>
                    </a:lnTo>
                    <a:lnTo>
                      <a:pt x="83" y="101"/>
                    </a:lnTo>
                    <a:lnTo>
                      <a:pt x="83" y="101"/>
                    </a:lnTo>
                    <a:lnTo>
                      <a:pt x="81" y="100"/>
                    </a:lnTo>
                    <a:lnTo>
                      <a:pt x="79" y="100"/>
                    </a:lnTo>
                    <a:lnTo>
                      <a:pt x="78" y="100"/>
                    </a:lnTo>
                    <a:lnTo>
                      <a:pt x="76" y="101"/>
                    </a:lnTo>
                    <a:lnTo>
                      <a:pt x="75" y="101"/>
                    </a:lnTo>
                    <a:lnTo>
                      <a:pt x="74" y="102"/>
                    </a:lnTo>
                    <a:lnTo>
                      <a:pt x="73" y="102"/>
                    </a:lnTo>
                    <a:lnTo>
                      <a:pt x="71" y="103"/>
                    </a:lnTo>
                    <a:lnTo>
                      <a:pt x="70" y="103"/>
                    </a:lnTo>
                    <a:lnTo>
                      <a:pt x="69" y="104"/>
                    </a:lnTo>
                    <a:lnTo>
                      <a:pt x="68" y="104"/>
                    </a:lnTo>
                    <a:lnTo>
                      <a:pt x="67" y="104"/>
                    </a:lnTo>
                    <a:lnTo>
                      <a:pt x="66" y="104"/>
                    </a:lnTo>
                    <a:lnTo>
                      <a:pt x="65" y="105"/>
                    </a:lnTo>
                    <a:lnTo>
                      <a:pt x="64" y="105"/>
                    </a:lnTo>
                    <a:lnTo>
                      <a:pt x="63" y="106"/>
                    </a:lnTo>
                    <a:lnTo>
                      <a:pt x="61" y="106"/>
                    </a:lnTo>
                    <a:lnTo>
                      <a:pt x="60" y="107"/>
                    </a:lnTo>
                    <a:lnTo>
                      <a:pt x="59" y="107"/>
                    </a:lnTo>
                    <a:lnTo>
                      <a:pt x="58" y="107"/>
                    </a:lnTo>
                    <a:lnTo>
                      <a:pt x="56" y="108"/>
                    </a:lnTo>
                    <a:lnTo>
                      <a:pt x="55" y="108"/>
                    </a:lnTo>
                    <a:lnTo>
                      <a:pt x="54" y="109"/>
                    </a:lnTo>
                    <a:lnTo>
                      <a:pt x="53" y="109"/>
                    </a:lnTo>
                    <a:lnTo>
                      <a:pt x="53" y="109"/>
                    </a:lnTo>
                    <a:lnTo>
                      <a:pt x="51" y="109"/>
                    </a:lnTo>
                    <a:lnTo>
                      <a:pt x="51" y="110"/>
                    </a:lnTo>
                    <a:lnTo>
                      <a:pt x="50" y="110"/>
                    </a:lnTo>
                    <a:lnTo>
                      <a:pt x="49" y="110"/>
                    </a:lnTo>
                    <a:lnTo>
                      <a:pt x="48" y="111"/>
                    </a:lnTo>
                    <a:lnTo>
                      <a:pt x="46" y="111"/>
                    </a:lnTo>
                    <a:lnTo>
                      <a:pt x="45" y="111"/>
                    </a:lnTo>
                    <a:lnTo>
                      <a:pt x="44" y="112"/>
                    </a:lnTo>
                    <a:lnTo>
                      <a:pt x="43" y="112"/>
                    </a:lnTo>
                    <a:lnTo>
                      <a:pt x="43" y="112"/>
                    </a:lnTo>
                    <a:lnTo>
                      <a:pt x="41" y="111"/>
                    </a:lnTo>
                    <a:lnTo>
                      <a:pt x="40" y="111"/>
                    </a:lnTo>
                    <a:lnTo>
                      <a:pt x="39" y="110"/>
                    </a:lnTo>
                    <a:lnTo>
                      <a:pt x="38" y="110"/>
                    </a:lnTo>
                    <a:lnTo>
                      <a:pt x="37" y="109"/>
                    </a:lnTo>
                    <a:lnTo>
                      <a:pt x="36" y="108"/>
                    </a:lnTo>
                    <a:lnTo>
                      <a:pt x="35" y="107"/>
                    </a:lnTo>
                    <a:lnTo>
                      <a:pt x="33" y="106"/>
                    </a:lnTo>
                    <a:lnTo>
                      <a:pt x="33" y="106"/>
                    </a:lnTo>
                    <a:lnTo>
                      <a:pt x="32" y="105"/>
                    </a:lnTo>
                    <a:lnTo>
                      <a:pt x="31" y="105"/>
                    </a:lnTo>
                    <a:lnTo>
                      <a:pt x="29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8" y="104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2" y="102"/>
                    </a:lnTo>
                    <a:lnTo>
                      <a:pt x="21" y="102"/>
                    </a:lnTo>
                    <a:lnTo>
                      <a:pt x="21" y="103"/>
                    </a:lnTo>
                    <a:lnTo>
                      <a:pt x="21" y="103"/>
                    </a:lnTo>
                    <a:lnTo>
                      <a:pt x="20" y="103"/>
                    </a:lnTo>
                    <a:lnTo>
                      <a:pt x="20" y="103"/>
                    </a:lnTo>
                    <a:lnTo>
                      <a:pt x="19" y="103"/>
                    </a:lnTo>
                    <a:lnTo>
                      <a:pt x="19" y="103"/>
                    </a:lnTo>
                    <a:lnTo>
                      <a:pt x="18" y="104"/>
                    </a:lnTo>
                    <a:lnTo>
                      <a:pt x="18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7" y="104"/>
                    </a:lnTo>
                    <a:lnTo>
                      <a:pt x="16" y="104"/>
                    </a:lnTo>
                    <a:lnTo>
                      <a:pt x="16" y="104"/>
                    </a:lnTo>
                    <a:lnTo>
                      <a:pt x="15" y="104"/>
                    </a:lnTo>
                    <a:lnTo>
                      <a:pt x="15" y="104"/>
                    </a:lnTo>
                    <a:lnTo>
                      <a:pt x="14" y="104"/>
                    </a:lnTo>
                    <a:lnTo>
                      <a:pt x="13" y="104"/>
                    </a:lnTo>
                    <a:lnTo>
                      <a:pt x="13" y="104"/>
                    </a:lnTo>
                    <a:lnTo>
                      <a:pt x="12" y="104"/>
                    </a:lnTo>
                    <a:lnTo>
                      <a:pt x="12" y="104"/>
                    </a:lnTo>
                    <a:lnTo>
                      <a:pt x="11" y="104"/>
                    </a:lnTo>
                    <a:lnTo>
                      <a:pt x="4" y="101"/>
                    </a:lnTo>
                    <a:lnTo>
                      <a:pt x="0" y="94"/>
                    </a:lnTo>
                    <a:lnTo>
                      <a:pt x="0" y="94"/>
                    </a:lnTo>
                    <a:lnTo>
                      <a:pt x="4" y="86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1" y="83"/>
                    </a:lnTo>
                    <a:lnTo>
                      <a:pt x="12" y="82"/>
                    </a:lnTo>
                    <a:lnTo>
                      <a:pt x="12" y="82"/>
                    </a:lnTo>
                    <a:lnTo>
                      <a:pt x="13" y="82"/>
                    </a:lnTo>
                    <a:lnTo>
                      <a:pt x="13" y="81"/>
                    </a:lnTo>
                    <a:lnTo>
                      <a:pt x="14" y="81"/>
                    </a:lnTo>
                    <a:lnTo>
                      <a:pt x="14" y="81"/>
                    </a:lnTo>
                    <a:lnTo>
                      <a:pt x="15" y="81"/>
                    </a:lnTo>
                    <a:lnTo>
                      <a:pt x="15" y="80"/>
                    </a:lnTo>
                    <a:lnTo>
                      <a:pt x="16" y="80"/>
                    </a:lnTo>
                    <a:lnTo>
                      <a:pt x="16" y="80"/>
                    </a:lnTo>
                    <a:lnTo>
                      <a:pt x="17" y="79"/>
                    </a:lnTo>
                    <a:lnTo>
                      <a:pt x="17" y="79"/>
                    </a:lnTo>
                    <a:lnTo>
                      <a:pt x="18" y="79"/>
                    </a:lnTo>
                    <a:lnTo>
                      <a:pt x="18" y="79"/>
                    </a:lnTo>
                    <a:lnTo>
                      <a:pt x="19" y="78"/>
                    </a:lnTo>
                    <a:lnTo>
                      <a:pt x="19" y="78"/>
                    </a:lnTo>
                    <a:lnTo>
                      <a:pt x="20" y="78"/>
                    </a:lnTo>
                    <a:lnTo>
                      <a:pt x="20" y="78"/>
                    </a:lnTo>
                    <a:lnTo>
                      <a:pt x="21" y="77"/>
                    </a:lnTo>
                    <a:lnTo>
                      <a:pt x="21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7"/>
                    </a:lnTo>
                    <a:lnTo>
                      <a:pt x="22" y="76"/>
                    </a:lnTo>
                    <a:lnTo>
                      <a:pt x="23" y="76"/>
                    </a:lnTo>
                    <a:lnTo>
                      <a:pt x="23" y="76"/>
                    </a:lnTo>
                    <a:lnTo>
                      <a:pt x="24" y="76"/>
                    </a:lnTo>
                    <a:lnTo>
                      <a:pt x="24" y="75"/>
                    </a:lnTo>
                    <a:lnTo>
                      <a:pt x="25" y="75"/>
                    </a:lnTo>
                    <a:lnTo>
                      <a:pt x="25" y="75"/>
                    </a:lnTo>
                    <a:lnTo>
                      <a:pt x="26" y="75"/>
                    </a:lnTo>
                    <a:lnTo>
                      <a:pt x="26" y="75"/>
                    </a:lnTo>
                    <a:lnTo>
                      <a:pt x="27" y="75"/>
                    </a:lnTo>
                    <a:lnTo>
                      <a:pt x="27" y="74"/>
                    </a:lnTo>
                    <a:lnTo>
                      <a:pt x="28" y="74"/>
                    </a:lnTo>
                    <a:lnTo>
                      <a:pt x="29" y="74"/>
                    </a:lnTo>
                    <a:lnTo>
                      <a:pt x="29" y="74"/>
                    </a:lnTo>
                    <a:lnTo>
                      <a:pt x="30" y="74"/>
                    </a:lnTo>
                    <a:lnTo>
                      <a:pt x="30" y="74"/>
                    </a:lnTo>
                    <a:lnTo>
                      <a:pt x="30" y="73"/>
                    </a:lnTo>
                    <a:lnTo>
                      <a:pt x="30" y="73"/>
                    </a:lnTo>
                    <a:lnTo>
                      <a:pt x="31" y="72"/>
                    </a:lnTo>
                    <a:lnTo>
                      <a:pt x="32" y="71"/>
                    </a:lnTo>
                    <a:lnTo>
                      <a:pt x="32" y="70"/>
                    </a:lnTo>
                    <a:lnTo>
                      <a:pt x="32" y="70"/>
                    </a:lnTo>
                    <a:lnTo>
                      <a:pt x="33" y="70"/>
                    </a:lnTo>
                    <a:lnTo>
                      <a:pt x="34" y="70"/>
                    </a:lnTo>
                    <a:lnTo>
                      <a:pt x="35" y="70"/>
                    </a:lnTo>
                    <a:lnTo>
                      <a:pt x="36" y="69"/>
                    </a:lnTo>
                    <a:lnTo>
                      <a:pt x="37" y="69"/>
                    </a:lnTo>
                    <a:lnTo>
                      <a:pt x="38" y="69"/>
                    </a:lnTo>
                    <a:lnTo>
                      <a:pt x="39" y="68"/>
                    </a:lnTo>
                    <a:lnTo>
                      <a:pt x="40" y="68"/>
                    </a:lnTo>
                    <a:lnTo>
                      <a:pt x="41" y="68"/>
                    </a:lnTo>
                    <a:lnTo>
                      <a:pt x="41" y="68"/>
                    </a:lnTo>
                    <a:lnTo>
                      <a:pt x="42" y="68"/>
                    </a:lnTo>
                    <a:lnTo>
                      <a:pt x="43" y="67"/>
                    </a:lnTo>
                    <a:lnTo>
                      <a:pt x="44" y="67"/>
                    </a:lnTo>
                    <a:lnTo>
                      <a:pt x="45" y="67"/>
                    </a:lnTo>
                    <a:lnTo>
                      <a:pt x="46" y="66"/>
                    </a:lnTo>
                    <a:lnTo>
                      <a:pt x="47" y="66"/>
                    </a:lnTo>
                    <a:lnTo>
                      <a:pt x="48" y="66"/>
                    </a:lnTo>
                    <a:lnTo>
                      <a:pt x="49" y="65"/>
                    </a:lnTo>
                    <a:lnTo>
                      <a:pt x="50" y="65"/>
                    </a:lnTo>
                    <a:lnTo>
                      <a:pt x="51" y="65"/>
                    </a:lnTo>
                    <a:lnTo>
                      <a:pt x="51" y="65"/>
                    </a:lnTo>
                    <a:lnTo>
                      <a:pt x="52" y="65"/>
                    </a:lnTo>
                    <a:lnTo>
                      <a:pt x="53" y="64"/>
                    </a:lnTo>
                    <a:lnTo>
                      <a:pt x="54" y="64"/>
                    </a:lnTo>
                    <a:lnTo>
                      <a:pt x="56" y="63"/>
                    </a:lnTo>
                    <a:lnTo>
                      <a:pt x="57" y="63"/>
                    </a:lnTo>
                    <a:lnTo>
                      <a:pt x="58" y="63"/>
                    </a:lnTo>
                    <a:lnTo>
                      <a:pt x="59" y="62"/>
                    </a:lnTo>
                    <a:lnTo>
                      <a:pt x="60" y="62"/>
                    </a:lnTo>
                    <a:lnTo>
                      <a:pt x="61" y="61"/>
                    </a:lnTo>
                    <a:lnTo>
                      <a:pt x="62" y="61"/>
                    </a:lnTo>
                    <a:lnTo>
                      <a:pt x="63" y="60"/>
                    </a:lnTo>
                    <a:lnTo>
                      <a:pt x="64" y="60"/>
                    </a:lnTo>
                    <a:lnTo>
                      <a:pt x="65" y="59"/>
                    </a:lnTo>
                    <a:lnTo>
                      <a:pt x="67" y="59"/>
                    </a:lnTo>
                    <a:lnTo>
                      <a:pt x="68" y="59"/>
                    </a:lnTo>
                    <a:lnTo>
                      <a:pt x="69" y="58"/>
                    </a:lnTo>
                    <a:lnTo>
                      <a:pt x="70" y="58"/>
                    </a:lnTo>
                    <a:lnTo>
                      <a:pt x="71" y="57"/>
                    </a:lnTo>
                    <a:lnTo>
                      <a:pt x="72" y="57"/>
                    </a:lnTo>
                    <a:lnTo>
                      <a:pt x="73" y="56"/>
                    </a:lnTo>
                    <a:lnTo>
                      <a:pt x="74" y="56"/>
                    </a:lnTo>
                    <a:lnTo>
                      <a:pt x="75" y="55"/>
                    </a:lnTo>
                    <a:lnTo>
                      <a:pt x="77" y="55"/>
                    </a:lnTo>
                    <a:lnTo>
                      <a:pt x="78" y="54"/>
                    </a:lnTo>
                    <a:lnTo>
                      <a:pt x="79" y="53"/>
                    </a:lnTo>
                    <a:lnTo>
                      <a:pt x="80" y="53"/>
                    </a:lnTo>
                    <a:lnTo>
                      <a:pt x="80" y="52"/>
                    </a:lnTo>
                    <a:lnTo>
                      <a:pt x="81" y="52"/>
                    </a:lnTo>
                    <a:lnTo>
                      <a:pt x="82" y="51"/>
                    </a:lnTo>
                    <a:lnTo>
                      <a:pt x="83" y="51"/>
                    </a:lnTo>
                    <a:lnTo>
                      <a:pt x="85" y="50"/>
                    </a:lnTo>
                    <a:lnTo>
                      <a:pt x="86" y="50"/>
                    </a:lnTo>
                    <a:lnTo>
                      <a:pt x="87" y="49"/>
                    </a:lnTo>
                    <a:lnTo>
                      <a:pt x="88" y="48"/>
                    </a:lnTo>
                    <a:lnTo>
                      <a:pt x="89" y="48"/>
                    </a:lnTo>
                    <a:lnTo>
                      <a:pt x="90" y="47"/>
                    </a:lnTo>
                    <a:lnTo>
                      <a:pt x="91" y="47"/>
                    </a:lnTo>
                    <a:lnTo>
                      <a:pt x="92" y="46"/>
                    </a:lnTo>
                    <a:lnTo>
                      <a:pt x="93" y="46"/>
                    </a:lnTo>
                    <a:lnTo>
                      <a:pt x="95" y="45"/>
                    </a:lnTo>
                    <a:lnTo>
                      <a:pt x="96" y="44"/>
                    </a:lnTo>
                    <a:lnTo>
                      <a:pt x="97" y="44"/>
                    </a:lnTo>
                    <a:lnTo>
                      <a:pt x="98" y="43"/>
                    </a:lnTo>
                    <a:lnTo>
                      <a:pt x="99" y="43"/>
                    </a:lnTo>
                    <a:lnTo>
                      <a:pt x="100" y="42"/>
                    </a:lnTo>
                    <a:lnTo>
                      <a:pt x="101" y="41"/>
                    </a:lnTo>
                    <a:lnTo>
                      <a:pt x="102" y="41"/>
                    </a:lnTo>
                    <a:lnTo>
                      <a:pt x="103" y="40"/>
                    </a:lnTo>
                    <a:lnTo>
                      <a:pt x="104" y="40"/>
                    </a:lnTo>
                    <a:lnTo>
                      <a:pt x="105" y="39"/>
                    </a:lnTo>
                    <a:lnTo>
                      <a:pt x="106" y="38"/>
                    </a:lnTo>
                    <a:lnTo>
                      <a:pt x="107" y="38"/>
                    </a:lnTo>
                    <a:lnTo>
                      <a:pt x="109" y="37"/>
                    </a:lnTo>
                    <a:lnTo>
                      <a:pt x="109" y="37"/>
                    </a:lnTo>
                    <a:lnTo>
                      <a:pt x="110" y="36"/>
                    </a:lnTo>
                    <a:lnTo>
                      <a:pt x="111" y="36"/>
                    </a:lnTo>
                    <a:lnTo>
                      <a:pt x="112" y="36"/>
                    </a:lnTo>
                    <a:lnTo>
                      <a:pt x="113" y="35"/>
                    </a:lnTo>
                    <a:lnTo>
                      <a:pt x="114" y="35"/>
                    </a:lnTo>
                    <a:lnTo>
                      <a:pt x="115" y="34"/>
                    </a:lnTo>
                    <a:lnTo>
                      <a:pt x="116" y="33"/>
                    </a:lnTo>
                    <a:lnTo>
                      <a:pt x="117" y="33"/>
                    </a:lnTo>
                    <a:lnTo>
                      <a:pt x="118" y="32"/>
                    </a:lnTo>
                    <a:lnTo>
                      <a:pt x="119" y="31"/>
                    </a:lnTo>
                    <a:lnTo>
                      <a:pt x="120" y="31"/>
                    </a:lnTo>
                    <a:lnTo>
                      <a:pt x="121" y="30"/>
                    </a:lnTo>
                    <a:lnTo>
                      <a:pt x="121" y="30"/>
                    </a:lnTo>
                    <a:lnTo>
                      <a:pt x="122" y="29"/>
                    </a:lnTo>
                    <a:lnTo>
                      <a:pt x="123" y="28"/>
                    </a:lnTo>
                    <a:lnTo>
                      <a:pt x="124" y="28"/>
                    </a:lnTo>
                    <a:lnTo>
                      <a:pt x="125" y="27"/>
                    </a:lnTo>
                    <a:lnTo>
                      <a:pt x="126" y="27"/>
                    </a:lnTo>
                    <a:lnTo>
                      <a:pt x="127" y="26"/>
                    </a:lnTo>
                    <a:lnTo>
                      <a:pt x="128" y="25"/>
                    </a:lnTo>
                    <a:lnTo>
                      <a:pt x="129" y="25"/>
                    </a:lnTo>
                    <a:lnTo>
                      <a:pt x="130" y="24"/>
                    </a:lnTo>
                    <a:lnTo>
                      <a:pt x="130" y="24"/>
                    </a:lnTo>
                    <a:lnTo>
                      <a:pt x="131" y="23"/>
                    </a:lnTo>
                    <a:lnTo>
                      <a:pt x="132" y="22"/>
                    </a:lnTo>
                    <a:lnTo>
                      <a:pt x="133" y="22"/>
                    </a:lnTo>
                    <a:lnTo>
                      <a:pt x="134" y="21"/>
                    </a:lnTo>
                    <a:lnTo>
                      <a:pt x="135" y="21"/>
                    </a:lnTo>
                    <a:lnTo>
                      <a:pt x="135" y="20"/>
                    </a:lnTo>
                    <a:lnTo>
                      <a:pt x="136" y="19"/>
                    </a:lnTo>
                    <a:lnTo>
                      <a:pt x="137" y="19"/>
                    </a:lnTo>
                    <a:lnTo>
                      <a:pt x="138" y="18"/>
                    </a:lnTo>
                    <a:lnTo>
                      <a:pt x="138" y="18"/>
                    </a:lnTo>
                    <a:lnTo>
                      <a:pt x="138" y="17"/>
                    </a:lnTo>
                    <a:lnTo>
                      <a:pt x="139" y="17"/>
                    </a:lnTo>
                    <a:lnTo>
                      <a:pt x="140" y="16"/>
                    </a:lnTo>
                    <a:lnTo>
                      <a:pt x="140" y="15"/>
                    </a:lnTo>
                    <a:lnTo>
                      <a:pt x="141" y="15"/>
                    </a:lnTo>
                    <a:lnTo>
                      <a:pt x="142" y="14"/>
                    </a:lnTo>
                    <a:lnTo>
                      <a:pt x="142" y="14"/>
                    </a:lnTo>
                    <a:lnTo>
                      <a:pt x="143" y="13"/>
                    </a:lnTo>
                    <a:lnTo>
                      <a:pt x="143" y="13"/>
                    </a:lnTo>
                    <a:lnTo>
                      <a:pt x="144" y="12"/>
                    </a:lnTo>
                    <a:lnTo>
                      <a:pt x="145" y="12"/>
                    </a:lnTo>
                    <a:lnTo>
                      <a:pt x="145" y="11"/>
                    </a:lnTo>
                    <a:lnTo>
                      <a:pt x="146" y="11"/>
                    </a:lnTo>
                    <a:lnTo>
                      <a:pt x="147" y="10"/>
                    </a:lnTo>
                    <a:lnTo>
                      <a:pt x="148" y="9"/>
                    </a:lnTo>
                    <a:lnTo>
                      <a:pt x="149" y="8"/>
                    </a:lnTo>
                    <a:lnTo>
                      <a:pt x="150" y="8"/>
                    </a:lnTo>
                    <a:lnTo>
                      <a:pt x="150" y="7"/>
                    </a:lnTo>
                    <a:lnTo>
                      <a:pt x="151" y="7"/>
                    </a:lnTo>
                    <a:lnTo>
                      <a:pt x="151" y="7"/>
                    </a:lnTo>
                    <a:lnTo>
                      <a:pt x="152" y="7"/>
                    </a:lnTo>
                    <a:lnTo>
                      <a:pt x="152" y="7"/>
                    </a:lnTo>
                    <a:lnTo>
                      <a:pt x="153" y="6"/>
                    </a:lnTo>
                    <a:lnTo>
                      <a:pt x="153" y="6"/>
                    </a:lnTo>
                    <a:lnTo>
                      <a:pt x="154" y="6"/>
                    </a:lnTo>
                    <a:lnTo>
                      <a:pt x="154" y="5"/>
                    </a:lnTo>
                    <a:lnTo>
                      <a:pt x="155" y="5"/>
                    </a:lnTo>
                    <a:lnTo>
                      <a:pt x="155" y="5"/>
                    </a:lnTo>
                    <a:lnTo>
                      <a:pt x="156" y="5"/>
                    </a:lnTo>
                    <a:lnTo>
                      <a:pt x="156" y="4"/>
                    </a:lnTo>
                    <a:lnTo>
                      <a:pt x="157" y="4"/>
                    </a:lnTo>
                    <a:lnTo>
                      <a:pt x="157" y="4"/>
                    </a:lnTo>
                    <a:lnTo>
                      <a:pt x="158" y="4"/>
                    </a:lnTo>
                    <a:lnTo>
                      <a:pt x="158" y="3"/>
                    </a:lnTo>
                    <a:lnTo>
                      <a:pt x="159" y="3"/>
                    </a:lnTo>
                    <a:lnTo>
                      <a:pt x="159" y="3"/>
                    </a:lnTo>
                    <a:lnTo>
                      <a:pt x="160" y="3"/>
                    </a:lnTo>
                    <a:lnTo>
                      <a:pt x="160" y="2"/>
                    </a:lnTo>
                    <a:lnTo>
                      <a:pt x="161" y="2"/>
                    </a:lnTo>
                    <a:lnTo>
                      <a:pt x="161" y="2"/>
                    </a:lnTo>
                    <a:lnTo>
                      <a:pt x="162" y="2"/>
                    </a:lnTo>
                    <a:lnTo>
                      <a:pt x="163" y="1"/>
                    </a:lnTo>
                    <a:lnTo>
                      <a:pt x="163" y="1"/>
                    </a:lnTo>
                    <a:lnTo>
                      <a:pt x="164" y="1"/>
                    </a:lnTo>
                    <a:lnTo>
                      <a:pt x="165" y="1"/>
                    </a:lnTo>
                    <a:lnTo>
                      <a:pt x="165" y="1"/>
                    </a:lnTo>
                    <a:lnTo>
                      <a:pt x="165" y="0"/>
                    </a:lnTo>
                    <a:lnTo>
                      <a:pt x="166" y="0"/>
                    </a:lnTo>
                    <a:lnTo>
                      <a:pt x="167" y="0"/>
                    </a:lnTo>
                    <a:lnTo>
                      <a:pt x="168" y="0"/>
                    </a:lnTo>
                    <a:lnTo>
                      <a:pt x="169" y="0"/>
                    </a:lnTo>
                    <a:lnTo>
                      <a:pt x="169" y="0"/>
                    </a:lnTo>
                    <a:lnTo>
                      <a:pt x="170" y="0"/>
                    </a:lnTo>
                    <a:lnTo>
                      <a:pt x="171" y="0"/>
                    </a:lnTo>
                    <a:lnTo>
                      <a:pt x="171" y="0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39" name="Freeform 19">
                <a:extLst>
                  <a:ext uri="{FF2B5EF4-FFF2-40B4-BE49-F238E27FC236}">
                    <a16:creationId xmlns:a16="http://schemas.microsoft.com/office/drawing/2014/main" id="{E769EFA3-B21A-7A82-41A5-AFDC127A8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51751" y="4815263"/>
                <a:ext cx="121565" cy="88473"/>
              </a:xfrm>
              <a:custGeom>
                <a:avLst/>
                <a:gdLst>
                  <a:gd name="T0" fmla="*/ 17 w 180"/>
                  <a:gd name="T1" fmla="*/ 24 h 131"/>
                  <a:gd name="T2" fmla="*/ 17 w 180"/>
                  <a:gd name="T3" fmla="*/ 23 h 131"/>
                  <a:gd name="T4" fmla="*/ 4 w 180"/>
                  <a:gd name="T5" fmla="*/ 3 h 131"/>
                  <a:gd name="T6" fmla="*/ 9 w 180"/>
                  <a:gd name="T7" fmla="*/ 1 h 131"/>
                  <a:gd name="T8" fmla="*/ 14 w 180"/>
                  <a:gd name="T9" fmla="*/ 0 h 131"/>
                  <a:gd name="T10" fmla="*/ 17 w 180"/>
                  <a:gd name="T11" fmla="*/ 0 h 131"/>
                  <a:gd name="T12" fmla="*/ 21 w 180"/>
                  <a:gd name="T13" fmla="*/ 1 h 131"/>
                  <a:gd name="T14" fmla="*/ 26 w 180"/>
                  <a:gd name="T15" fmla="*/ 1 h 131"/>
                  <a:gd name="T16" fmla="*/ 35 w 180"/>
                  <a:gd name="T17" fmla="*/ 3 h 131"/>
                  <a:gd name="T18" fmla="*/ 47 w 180"/>
                  <a:gd name="T19" fmla="*/ 5 h 131"/>
                  <a:gd name="T20" fmla="*/ 60 w 180"/>
                  <a:gd name="T21" fmla="*/ 8 h 131"/>
                  <a:gd name="T22" fmla="*/ 74 w 180"/>
                  <a:gd name="T23" fmla="*/ 11 h 131"/>
                  <a:gd name="T24" fmla="*/ 87 w 180"/>
                  <a:gd name="T25" fmla="*/ 14 h 131"/>
                  <a:gd name="T26" fmla="*/ 101 w 180"/>
                  <a:gd name="T27" fmla="*/ 19 h 131"/>
                  <a:gd name="T28" fmla="*/ 114 w 180"/>
                  <a:gd name="T29" fmla="*/ 26 h 131"/>
                  <a:gd name="T30" fmla="*/ 123 w 180"/>
                  <a:gd name="T31" fmla="*/ 31 h 131"/>
                  <a:gd name="T32" fmla="*/ 131 w 180"/>
                  <a:gd name="T33" fmla="*/ 35 h 131"/>
                  <a:gd name="T34" fmla="*/ 137 w 180"/>
                  <a:gd name="T35" fmla="*/ 40 h 131"/>
                  <a:gd name="T36" fmla="*/ 143 w 180"/>
                  <a:gd name="T37" fmla="*/ 43 h 131"/>
                  <a:gd name="T38" fmla="*/ 150 w 180"/>
                  <a:gd name="T39" fmla="*/ 48 h 131"/>
                  <a:gd name="T40" fmla="*/ 155 w 180"/>
                  <a:gd name="T41" fmla="*/ 52 h 131"/>
                  <a:gd name="T42" fmla="*/ 161 w 180"/>
                  <a:gd name="T43" fmla="*/ 57 h 131"/>
                  <a:gd name="T44" fmla="*/ 165 w 180"/>
                  <a:gd name="T45" fmla="*/ 63 h 131"/>
                  <a:gd name="T46" fmla="*/ 170 w 180"/>
                  <a:gd name="T47" fmla="*/ 69 h 131"/>
                  <a:gd name="T48" fmla="*/ 174 w 180"/>
                  <a:gd name="T49" fmla="*/ 74 h 131"/>
                  <a:gd name="T50" fmla="*/ 177 w 180"/>
                  <a:gd name="T51" fmla="*/ 81 h 131"/>
                  <a:gd name="T52" fmla="*/ 179 w 180"/>
                  <a:gd name="T53" fmla="*/ 85 h 131"/>
                  <a:gd name="T54" fmla="*/ 179 w 180"/>
                  <a:gd name="T55" fmla="*/ 89 h 131"/>
                  <a:gd name="T56" fmla="*/ 180 w 180"/>
                  <a:gd name="T57" fmla="*/ 93 h 131"/>
                  <a:gd name="T58" fmla="*/ 180 w 180"/>
                  <a:gd name="T59" fmla="*/ 98 h 131"/>
                  <a:gd name="T60" fmla="*/ 179 w 180"/>
                  <a:gd name="T61" fmla="*/ 102 h 131"/>
                  <a:gd name="T62" fmla="*/ 178 w 180"/>
                  <a:gd name="T63" fmla="*/ 106 h 131"/>
                  <a:gd name="T64" fmla="*/ 176 w 180"/>
                  <a:gd name="T65" fmla="*/ 111 h 131"/>
                  <a:gd name="T66" fmla="*/ 174 w 180"/>
                  <a:gd name="T67" fmla="*/ 115 h 131"/>
                  <a:gd name="T68" fmla="*/ 171 w 180"/>
                  <a:gd name="T69" fmla="*/ 118 h 131"/>
                  <a:gd name="T70" fmla="*/ 168 w 180"/>
                  <a:gd name="T71" fmla="*/ 121 h 131"/>
                  <a:gd name="T72" fmla="*/ 165 w 180"/>
                  <a:gd name="T73" fmla="*/ 124 h 131"/>
                  <a:gd name="T74" fmla="*/ 161 w 180"/>
                  <a:gd name="T75" fmla="*/ 127 h 131"/>
                  <a:gd name="T76" fmla="*/ 157 w 180"/>
                  <a:gd name="T77" fmla="*/ 129 h 131"/>
                  <a:gd name="T78" fmla="*/ 153 w 180"/>
                  <a:gd name="T79" fmla="*/ 130 h 131"/>
                  <a:gd name="T80" fmla="*/ 148 w 180"/>
                  <a:gd name="T81" fmla="*/ 131 h 131"/>
                  <a:gd name="T82" fmla="*/ 144 w 180"/>
                  <a:gd name="T83" fmla="*/ 131 h 131"/>
                  <a:gd name="T84" fmla="*/ 137 w 180"/>
                  <a:gd name="T85" fmla="*/ 130 h 131"/>
                  <a:gd name="T86" fmla="*/ 131 w 180"/>
                  <a:gd name="T87" fmla="*/ 129 h 131"/>
                  <a:gd name="T88" fmla="*/ 125 w 180"/>
                  <a:gd name="T89" fmla="*/ 126 h 131"/>
                  <a:gd name="T90" fmla="*/ 119 w 180"/>
                  <a:gd name="T91" fmla="*/ 123 h 131"/>
                  <a:gd name="T92" fmla="*/ 113 w 180"/>
                  <a:gd name="T93" fmla="*/ 119 h 131"/>
                  <a:gd name="T94" fmla="*/ 107 w 180"/>
                  <a:gd name="T95" fmla="*/ 115 h 131"/>
                  <a:gd name="T96" fmla="*/ 102 w 180"/>
                  <a:gd name="T97" fmla="*/ 111 h 131"/>
                  <a:gd name="T98" fmla="*/ 96 w 180"/>
                  <a:gd name="T99" fmla="*/ 106 h 131"/>
                  <a:gd name="T100" fmla="*/ 85 w 180"/>
                  <a:gd name="T101" fmla="*/ 97 h 131"/>
                  <a:gd name="T102" fmla="*/ 75 w 180"/>
                  <a:gd name="T103" fmla="*/ 86 h 131"/>
                  <a:gd name="T104" fmla="*/ 53 w 180"/>
                  <a:gd name="T105" fmla="*/ 66 h 131"/>
                  <a:gd name="T106" fmla="*/ 44 w 180"/>
                  <a:gd name="T107" fmla="*/ 56 h 131"/>
                  <a:gd name="T108" fmla="*/ 34 w 180"/>
                  <a:gd name="T109" fmla="*/ 47 h 131"/>
                  <a:gd name="T110" fmla="*/ 30 w 180"/>
                  <a:gd name="T111" fmla="*/ 43 h 131"/>
                  <a:gd name="T112" fmla="*/ 28 w 180"/>
                  <a:gd name="T113" fmla="*/ 38 h 131"/>
                  <a:gd name="T114" fmla="*/ 26 w 180"/>
                  <a:gd name="T115" fmla="*/ 32 h 131"/>
                  <a:gd name="T116" fmla="*/ 24 w 180"/>
                  <a:gd name="T117" fmla="*/ 29 h 131"/>
                  <a:gd name="T118" fmla="*/ 21 w 180"/>
                  <a:gd name="T119" fmla="*/ 26 h 131"/>
                  <a:gd name="T120" fmla="*/ 19 w 180"/>
                  <a:gd name="T121" fmla="*/ 24 h 131"/>
                  <a:gd name="T122" fmla="*/ 18 w 180"/>
                  <a:gd name="T123" fmla="*/ 24 h 13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180" h="131">
                    <a:moveTo>
                      <a:pt x="17" y="24"/>
                    </a:move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4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7" y="23"/>
                    </a:lnTo>
                    <a:lnTo>
                      <a:pt x="12" y="22"/>
                    </a:lnTo>
                    <a:lnTo>
                      <a:pt x="11" y="22"/>
                    </a:lnTo>
                    <a:lnTo>
                      <a:pt x="3" y="19"/>
                    </a:lnTo>
                    <a:lnTo>
                      <a:pt x="3" y="19"/>
                    </a:lnTo>
                    <a:lnTo>
                      <a:pt x="0" y="12"/>
                    </a:lnTo>
                    <a:lnTo>
                      <a:pt x="4" y="4"/>
                    </a:lnTo>
                    <a:lnTo>
                      <a:pt x="4" y="3"/>
                    </a:lnTo>
                    <a:lnTo>
                      <a:pt x="5" y="3"/>
                    </a:lnTo>
                    <a:lnTo>
                      <a:pt x="5" y="3"/>
                    </a:lnTo>
                    <a:lnTo>
                      <a:pt x="6" y="2"/>
                    </a:lnTo>
                    <a:lnTo>
                      <a:pt x="6" y="2"/>
                    </a:lnTo>
                    <a:lnTo>
                      <a:pt x="7" y="2"/>
                    </a:lnTo>
                    <a:lnTo>
                      <a:pt x="7" y="2"/>
                    </a:lnTo>
                    <a:lnTo>
                      <a:pt x="8" y="1"/>
                    </a:lnTo>
                    <a:lnTo>
                      <a:pt x="9" y="1"/>
                    </a:lnTo>
                    <a:lnTo>
                      <a:pt x="10" y="1"/>
                    </a:lnTo>
                    <a:lnTo>
                      <a:pt x="10" y="1"/>
                    </a:lnTo>
                    <a:lnTo>
                      <a:pt x="11" y="0"/>
                    </a:lnTo>
                    <a:lnTo>
                      <a:pt x="12" y="0"/>
                    </a:lnTo>
                    <a:lnTo>
                      <a:pt x="12" y="0"/>
                    </a:lnTo>
                    <a:lnTo>
                      <a:pt x="13" y="0"/>
                    </a:lnTo>
                    <a:lnTo>
                      <a:pt x="13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4" y="0"/>
                    </a:lnTo>
                    <a:lnTo>
                      <a:pt x="15" y="0"/>
                    </a:lnTo>
                    <a:lnTo>
                      <a:pt x="15" y="0"/>
                    </a:lnTo>
                    <a:lnTo>
                      <a:pt x="16" y="0"/>
                    </a:lnTo>
                    <a:lnTo>
                      <a:pt x="16" y="0"/>
                    </a:lnTo>
                    <a:lnTo>
                      <a:pt x="17" y="0"/>
                    </a:lnTo>
                    <a:lnTo>
                      <a:pt x="17" y="0"/>
                    </a:lnTo>
                    <a:lnTo>
                      <a:pt x="18" y="0"/>
                    </a:lnTo>
                    <a:lnTo>
                      <a:pt x="19" y="0"/>
                    </a:lnTo>
                    <a:lnTo>
                      <a:pt x="19" y="0"/>
                    </a:lnTo>
                    <a:lnTo>
                      <a:pt x="20" y="0"/>
                    </a:lnTo>
                    <a:lnTo>
                      <a:pt x="20" y="0"/>
                    </a:lnTo>
                    <a:lnTo>
                      <a:pt x="20" y="1"/>
                    </a:lnTo>
                    <a:lnTo>
                      <a:pt x="20" y="1"/>
                    </a:lnTo>
                    <a:lnTo>
                      <a:pt x="21" y="1"/>
                    </a:lnTo>
                    <a:lnTo>
                      <a:pt x="21" y="1"/>
                    </a:lnTo>
                    <a:lnTo>
                      <a:pt x="22" y="1"/>
                    </a:lnTo>
                    <a:lnTo>
                      <a:pt x="23" y="1"/>
                    </a:lnTo>
                    <a:lnTo>
                      <a:pt x="23" y="1"/>
                    </a:lnTo>
                    <a:lnTo>
                      <a:pt x="24" y="1"/>
                    </a:lnTo>
                    <a:lnTo>
                      <a:pt x="24" y="1"/>
                    </a:lnTo>
                    <a:lnTo>
                      <a:pt x="25" y="1"/>
                    </a:lnTo>
                    <a:lnTo>
                      <a:pt x="26" y="1"/>
                    </a:lnTo>
                    <a:lnTo>
                      <a:pt x="26" y="1"/>
                    </a:lnTo>
                    <a:lnTo>
                      <a:pt x="27" y="2"/>
                    </a:lnTo>
                    <a:lnTo>
                      <a:pt x="29" y="2"/>
                    </a:lnTo>
                    <a:lnTo>
                      <a:pt x="30" y="2"/>
                    </a:lnTo>
                    <a:lnTo>
                      <a:pt x="31" y="2"/>
                    </a:lnTo>
                    <a:lnTo>
                      <a:pt x="33" y="2"/>
                    </a:lnTo>
                    <a:lnTo>
                      <a:pt x="34" y="2"/>
                    </a:lnTo>
                    <a:lnTo>
                      <a:pt x="35" y="3"/>
                    </a:lnTo>
                    <a:lnTo>
                      <a:pt x="36" y="3"/>
                    </a:lnTo>
                    <a:lnTo>
                      <a:pt x="37" y="3"/>
                    </a:lnTo>
                    <a:lnTo>
                      <a:pt x="39" y="3"/>
                    </a:lnTo>
                    <a:lnTo>
                      <a:pt x="40" y="4"/>
                    </a:lnTo>
                    <a:lnTo>
                      <a:pt x="42" y="4"/>
                    </a:lnTo>
                    <a:lnTo>
                      <a:pt x="44" y="4"/>
                    </a:lnTo>
                    <a:lnTo>
                      <a:pt x="45" y="5"/>
                    </a:lnTo>
                    <a:lnTo>
                      <a:pt x="47" y="5"/>
                    </a:lnTo>
                    <a:lnTo>
                      <a:pt x="49" y="5"/>
                    </a:lnTo>
                    <a:lnTo>
                      <a:pt x="49" y="6"/>
                    </a:lnTo>
                    <a:lnTo>
                      <a:pt x="51" y="6"/>
                    </a:lnTo>
                    <a:lnTo>
                      <a:pt x="53" y="6"/>
                    </a:lnTo>
                    <a:lnTo>
                      <a:pt x="55" y="7"/>
                    </a:lnTo>
                    <a:lnTo>
                      <a:pt x="57" y="7"/>
                    </a:lnTo>
                    <a:lnTo>
                      <a:pt x="58" y="7"/>
                    </a:lnTo>
                    <a:lnTo>
                      <a:pt x="60" y="8"/>
                    </a:lnTo>
                    <a:lnTo>
                      <a:pt x="61" y="8"/>
                    </a:lnTo>
                    <a:lnTo>
                      <a:pt x="62" y="8"/>
                    </a:lnTo>
                    <a:lnTo>
                      <a:pt x="64" y="9"/>
                    </a:lnTo>
                    <a:lnTo>
                      <a:pt x="66" y="9"/>
                    </a:lnTo>
                    <a:lnTo>
                      <a:pt x="68" y="10"/>
                    </a:lnTo>
                    <a:lnTo>
                      <a:pt x="70" y="10"/>
                    </a:lnTo>
                    <a:lnTo>
                      <a:pt x="72" y="10"/>
                    </a:lnTo>
                    <a:lnTo>
                      <a:pt x="74" y="11"/>
                    </a:lnTo>
                    <a:lnTo>
                      <a:pt x="76" y="11"/>
                    </a:lnTo>
                    <a:lnTo>
                      <a:pt x="78" y="12"/>
                    </a:lnTo>
                    <a:lnTo>
                      <a:pt x="79" y="12"/>
                    </a:lnTo>
                    <a:lnTo>
                      <a:pt x="80" y="13"/>
                    </a:lnTo>
                    <a:lnTo>
                      <a:pt x="81" y="13"/>
                    </a:lnTo>
                    <a:lnTo>
                      <a:pt x="83" y="13"/>
                    </a:lnTo>
                    <a:lnTo>
                      <a:pt x="85" y="13"/>
                    </a:lnTo>
                    <a:lnTo>
                      <a:pt x="87" y="14"/>
                    </a:lnTo>
                    <a:lnTo>
                      <a:pt x="89" y="15"/>
                    </a:lnTo>
                    <a:lnTo>
                      <a:pt x="90" y="15"/>
                    </a:lnTo>
                    <a:lnTo>
                      <a:pt x="91" y="15"/>
                    </a:lnTo>
                    <a:lnTo>
                      <a:pt x="93" y="16"/>
                    </a:lnTo>
                    <a:lnTo>
                      <a:pt x="95" y="17"/>
                    </a:lnTo>
                    <a:lnTo>
                      <a:pt x="97" y="18"/>
                    </a:lnTo>
                    <a:lnTo>
                      <a:pt x="99" y="18"/>
                    </a:lnTo>
                    <a:lnTo>
                      <a:pt x="101" y="19"/>
                    </a:lnTo>
                    <a:lnTo>
                      <a:pt x="101" y="19"/>
                    </a:lnTo>
                    <a:lnTo>
                      <a:pt x="103" y="20"/>
                    </a:lnTo>
                    <a:lnTo>
                      <a:pt x="105" y="21"/>
                    </a:lnTo>
                    <a:lnTo>
                      <a:pt x="107" y="22"/>
                    </a:lnTo>
                    <a:lnTo>
                      <a:pt x="108" y="23"/>
                    </a:lnTo>
                    <a:lnTo>
                      <a:pt x="110" y="24"/>
                    </a:lnTo>
                    <a:lnTo>
                      <a:pt x="112" y="25"/>
                    </a:lnTo>
                    <a:lnTo>
                      <a:pt x="114" y="26"/>
                    </a:lnTo>
                    <a:lnTo>
                      <a:pt x="116" y="27"/>
                    </a:lnTo>
                    <a:lnTo>
                      <a:pt x="118" y="28"/>
                    </a:lnTo>
                    <a:lnTo>
                      <a:pt x="120" y="29"/>
                    </a:lnTo>
                    <a:lnTo>
                      <a:pt x="121" y="29"/>
                    </a:lnTo>
                    <a:lnTo>
                      <a:pt x="121" y="30"/>
                    </a:lnTo>
                    <a:lnTo>
                      <a:pt x="122" y="30"/>
                    </a:lnTo>
                    <a:lnTo>
                      <a:pt x="123" y="31"/>
                    </a:lnTo>
                    <a:lnTo>
                      <a:pt x="123" y="31"/>
                    </a:lnTo>
                    <a:lnTo>
                      <a:pt x="124" y="32"/>
                    </a:lnTo>
                    <a:lnTo>
                      <a:pt x="125" y="32"/>
                    </a:lnTo>
                    <a:lnTo>
                      <a:pt x="126" y="33"/>
                    </a:lnTo>
                    <a:lnTo>
                      <a:pt x="127" y="33"/>
                    </a:lnTo>
                    <a:lnTo>
                      <a:pt x="128" y="34"/>
                    </a:lnTo>
                    <a:lnTo>
                      <a:pt x="129" y="34"/>
                    </a:lnTo>
                    <a:lnTo>
                      <a:pt x="130" y="35"/>
                    </a:lnTo>
                    <a:lnTo>
                      <a:pt x="131" y="35"/>
                    </a:lnTo>
                    <a:lnTo>
                      <a:pt x="132" y="36"/>
                    </a:lnTo>
                    <a:lnTo>
                      <a:pt x="132" y="36"/>
                    </a:lnTo>
                    <a:lnTo>
                      <a:pt x="133" y="37"/>
                    </a:lnTo>
                    <a:lnTo>
                      <a:pt x="134" y="37"/>
                    </a:lnTo>
                    <a:lnTo>
                      <a:pt x="135" y="38"/>
                    </a:lnTo>
                    <a:lnTo>
                      <a:pt x="136" y="39"/>
                    </a:lnTo>
                    <a:lnTo>
                      <a:pt x="136" y="39"/>
                    </a:lnTo>
                    <a:lnTo>
                      <a:pt x="137" y="40"/>
                    </a:lnTo>
                    <a:lnTo>
                      <a:pt x="138" y="40"/>
                    </a:lnTo>
                    <a:lnTo>
                      <a:pt x="138" y="41"/>
                    </a:lnTo>
                    <a:lnTo>
                      <a:pt x="139" y="41"/>
                    </a:lnTo>
                    <a:lnTo>
                      <a:pt x="140" y="42"/>
                    </a:lnTo>
                    <a:lnTo>
                      <a:pt x="141" y="43"/>
                    </a:lnTo>
                    <a:lnTo>
                      <a:pt x="142" y="43"/>
                    </a:lnTo>
                    <a:lnTo>
                      <a:pt x="143" y="43"/>
                    </a:lnTo>
                    <a:lnTo>
                      <a:pt x="143" y="43"/>
                    </a:lnTo>
                    <a:lnTo>
                      <a:pt x="144" y="44"/>
                    </a:lnTo>
                    <a:lnTo>
                      <a:pt x="145" y="44"/>
                    </a:lnTo>
                    <a:lnTo>
                      <a:pt x="146" y="45"/>
                    </a:lnTo>
                    <a:lnTo>
                      <a:pt x="147" y="46"/>
                    </a:lnTo>
                    <a:lnTo>
                      <a:pt x="148" y="46"/>
                    </a:lnTo>
                    <a:lnTo>
                      <a:pt x="148" y="47"/>
                    </a:lnTo>
                    <a:lnTo>
                      <a:pt x="149" y="47"/>
                    </a:lnTo>
                    <a:lnTo>
                      <a:pt x="150" y="48"/>
                    </a:lnTo>
                    <a:lnTo>
                      <a:pt x="150" y="48"/>
                    </a:lnTo>
                    <a:lnTo>
                      <a:pt x="151" y="49"/>
                    </a:lnTo>
                    <a:lnTo>
                      <a:pt x="151" y="49"/>
                    </a:lnTo>
                    <a:lnTo>
                      <a:pt x="152" y="50"/>
                    </a:lnTo>
                    <a:lnTo>
                      <a:pt x="153" y="50"/>
                    </a:lnTo>
                    <a:lnTo>
                      <a:pt x="154" y="51"/>
                    </a:lnTo>
                    <a:lnTo>
                      <a:pt x="155" y="52"/>
                    </a:lnTo>
                    <a:lnTo>
                      <a:pt x="155" y="52"/>
                    </a:lnTo>
                    <a:lnTo>
                      <a:pt x="156" y="53"/>
                    </a:lnTo>
                    <a:lnTo>
                      <a:pt x="157" y="54"/>
                    </a:lnTo>
                    <a:lnTo>
                      <a:pt x="157" y="54"/>
                    </a:lnTo>
                    <a:lnTo>
                      <a:pt x="158" y="55"/>
                    </a:lnTo>
                    <a:lnTo>
                      <a:pt x="159" y="55"/>
                    </a:lnTo>
                    <a:lnTo>
                      <a:pt x="160" y="56"/>
                    </a:lnTo>
                    <a:lnTo>
                      <a:pt x="160" y="57"/>
                    </a:lnTo>
                    <a:lnTo>
                      <a:pt x="161" y="57"/>
                    </a:lnTo>
                    <a:lnTo>
                      <a:pt x="162" y="58"/>
                    </a:lnTo>
                    <a:lnTo>
                      <a:pt x="162" y="59"/>
                    </a:lnTo>
                    <a:lnTo>
                      <a:pt x="163" y="59"/>
                    </a:lnTo>
                    <a:lnTo>
                      <a:pt x="164" y="60"/>
                    </a:lnTo>
                    <a:lnTo>
                      <a:pt x="164" y="61"/>
                    </a:lnTo>
                    <a:lnTo>
                      <a:pt x="165" y="61"/>
                    </a:lnTo>
                    <a:lnTo>
                      <a:pt x="165" y="62"/>
                    </a:lnTo>
                    <a:lnTo>
                      <a:pt x="165" y="63"/>
                    </a:lnTo>
                    <a:lnTo>
                      <a:pt x="166" y="63"/>
                    </a:lnTo>
                    <a:lnTo>
                      <a:pt x="166" y="64"/>
                    </a:lnTo>
                    <a:lnTo>
                      <a:pt x="167" y="65"/>
                    </a:lnTo>
                    <a:lnTo>
                      <a:pt x="168" y="66"/>
                    </a:lnTo>
                    <a:lnTo>
                      <a:pt x="168" y="66"/>
                    </a:lnTo>
                    <a:lnTo>
                      <a:pt x="169" y="67"/>
                    </a:lnTo>
                    <a:lnTo>
                      <a:pt x="169" y="68"/>
                    </a:lnTo>
                    <a:lnTo>
                      <a:pt x="170" y="69"/>
                    </a:lnTo>
                    <a:lnTo>
                      <a:pt x="171" y="69"/>
                    </a:lnTo>
                    <a:lnTo>
                      <a:pt x="171" y="70"/>
                    </a:lnTo>
                    <a:lnTo>
                      <a:pt x="172" y="71"/>
                    </a:lnTo>
                    <a:lnTo>
                      <a:pt x="172" y="72"/>
                    </a:lnTo>
                    <a:lnTo>
                      <a:pt x="173" y="72"/>
                    </a:lnTo>
                    <a:lnTo>
                      <a:pt x="173" y="72"/>
                    </a:lnTo>
                    <a:lnTo>
                      <a:pt x="174" y="73"/>
                    </a:lnTo>
                    <a:lnTo>
                      <a:pt x="174" y="74"/>
                    </a:lnTo>
                    <a:lnTo>
                      <a:pt x="175" y="75"/>
                    </a:lnTo>
                    <a:lnTo>
                      <a:pt x="175" y="76"/>
                    </a:lnTo>
                    <a:lnTo>
                      <a:pt x="176" y="77"/>
                    </a:lnTo>
                    <a:lnTo>
                      <a:pt x="176" y="77"/>
                    </a:lnTo>
                    <a:lnTo>
                      <a:pt x="176" y="78"/>
                    </a:lnTo>
                    <a:lnTo>
                      <a:pt x="177" y="79"/>
                    </a:lnTo>
                    <a:lnTo>
                      <a:pt x="177" y="80"/>
                    </a:lnTo>
                    <a:lnTo>
                      <a:pt x="177" y="81"/>
                    </a:lnTo>
                    <a:lnTo>
                      <a:pt x="178" y="81"/>
                    </a:lnTo>
                    <a:lnTo>
                      <a:pt x="178" y="82"/>
                    </a:lnTo>
                    <a:lnTo>
                      <a:pt x="178" y="82"/>
                    </a:lnTo>
                    <a:lnTo>
                      <a:pt x="178" y="83"/>
                    </a:lnTo>
                    <a:lnTo>
                      <a:pt x="178" y="83"/>
                    </a:lnTo>
                    <a:lnTo>
                      <a:pt x="178" y="84"/>
                    </a:lnTo>
                    <a:lnTo>
                      <a:pt x="179" y="84"/>
                    </a:lnTo>
                    <a:lnTo>
                      <a:pt x="179" y="85"/>
                    </a:lnTo>
                    <a:lnTo>
                      <a:pt x="179" y="85"/>
                    </a:lnTo>
                    <a:lnTo>
                      <a:pt x="179" y="86"/>
                    </a:lnTo>
                    <a:lnTo>
                      <a:pt x="179" y="86"/>
                    </a:lnTo>
                    <a:lnTo>
                      <a:pt x="179" y="87"/>
                    </a:lnTo>
                    <a:lnTo>
                      <a:pt x="179" y="87"/>
                    </a:lnTo>
                    <a:lnTo>
                      <a:pt x="179" y="88"/>
                    </a:lnTo>
                    <a:lnTo>
                      <a:pt x="179" y="88"/>
                    </a:lnTo>
                    <a:lnTo>
                      <a:pt x="179" y="89"/>
                    </a:lnTo>
                    <a:lnTo>
                      <a:pt x="180" y="89"/>
                    </a:lnTo>
                    <a:lnTo>
                      <a:pt x="180" y="90"/>
                    </a:lnTo>
                    <a:lnTo>
                      <a:pt x="180" y="90"/>
                    </a:lnTo>
                    <a:lnTo>
                      <a:pt x="180" y="91"/>
                    </a:lnTo>
                    <a:lnTo>
                      <a:pt x="180" y="91"/>
                    </a:lnTo>
                    <a:lnTo>
                      <a:pt x="180" y="92"/>
                    </a:lnTo>
                    <a:lnTo>
                      <a:pt x="180" y="92"/>
                    </a:lnTo>
                    <a:lnTo>
                      <a:pt x="180" y="93"/>
                    </a:lnTo>
                    <a:lnTo>
                      <a:pt x="180" y="94"/>
                    </a:lnTo>
                    <a:lnTo>
                      <a:pt x="180" y="94"/>
                    </a:lnTo>
                    <a:lnTo>
                      <a:pt x="180" y="95"/>
                    </a:lnTo>
                    <a:lnTo>
                      <a:pt x="180" y="95"/>
                    </a:lnTo>
                    <a:lnTo>
                      <a:pt x="180" y="96"/>
                    </a:lnTo>
                    <a:lnTo>
                      <a:pt x="180" y="97"/>
                    </a:lnTo>
                    <a:lnTo>
                      <a:pt x="180" y="97"/>
                    </a:lnTo>
                    <a:lnTo>
                      <a:pt x="180" y="98"/>
                    </a:lnTo>
                    <a:lnTo>
                      <a:pt x="180" y="98"/>
                    </a:lnTo>
                    <a:lnTo>
                      <a:pt x="180" y="99"/>
                    </a:lnTo>
                    <a:lnTo>
                      <a:pt x="180" y="99"/>
                    </a:lnTo>
                    <a:lnTo>
                      <a:pt x="180" y="100"/>
                    </a:lnTo>
                    <a:lnTo>
                      <a:pt x="180" y="101"/>
                    </a:lnTo>
                    <a:lnTo>
                      <a:pt x="179" y="101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2"/>
                    </a:lnTo>
                    <a:lnTo>
                      <a:pt x="179" y="103"/>
                    </a:lnTo>
                    <a:lnTo>
                      <a:pt x="179" y="103"/>
                    </a:lnTo>
                    <a:lnTo>
                      <a:pt x="179" y="104"/>
                    </a:lnTo>
                    <a:lnTo>
                      <a:pt x="178" y="104"/>
                    </a:lnTo>
                    <a:lnTo>
                      <a:pt x="178" y="105"/>
                    </a:lnTo>
                    <a:lnTo>
                      <a:pt x="178" y="106"/>
                    </a:lnTo>
                    <a:lnTo>
                      <a:pt x="178" y="106"/>
                    </a:lnTo>
                    <a:lnTo>
                      <a:pt x="178" y="107"/>
                    </a:lnTo>
                    <a:lnTo>
                      <a:pt x="177" y="107"/>
                    </a:lnTo>
                    <a:lnTo>
                      <a:pt x="177" y="108"/>
                    </a:lnTo>
                    <a:lnTo>
                      <a:pt x="177" y="108"/>
                    </a:lnTo>
                    <a:lnTo>
                      <a:pt x="177" y="109"/>
                    </a:lnTo>
                    <a:lnTo>
                      <a:pt x="176" y="109"/>
                    </a:lnTo>
                    <a:lnTo>
                      <a:pt x="176" y="110"/>
                    </a:lnTo>
                    <a:lnTo>
                      <a:pt x="176" y="111"/>
                    </a:lnTo>
                    <a:lnTo>
                      <a:pt x="176" y="111"/>
                    </a:lnTo>
                    <a:lnTo>
                      <a:pt x="175" y="112"/>
                    </a:lnTo>
                    <a:lnTo>
                      <a:pt x="175" y="112"/>
                    </a:lnTo>
                    <a:lnTo>
                      <a:pt x="175" y="113"/>
                    </a:lnTo>
                    <a:lnTo>
                      <a:pt x="174" y="113"/>
                    </a:lnTo>
                    <a:lnTo>
                      <a:pt x="174" y="114"/>
                    </a:lnTo>
                    <a:lnTo>
                      <a:pt x="174" y="114"/>
                    </a:lnTo>
                    <a:lnTo>
                      <a:pt x="174" y="115"/>
                    </a:lnTo>
                    <a:lnTo>
                      <a:pt x="173" y="115"/>
                    </a:lnTo>
                    <a:lnTo>
                      <a:pt x="173" y="115"/>
                    </a:lnTo>
                    <a:lnTo>
                      <a:pt x="173" y="116"/>
                    </a:lnTo>
                    <a:lnTo>
                      <a:pt x="172" y="116"/>
                    </a:lnTo>
                    <a:lnTo>
                      <a:pt x="172" y="117"/>
                    </a:lnTo>
                    <a:lnTo>
                      <a:pt x="172" y="117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1" y="118"/>
                    </a:lnTo>
                    <a:lnTo>
                      <a:pt x="170" y="119"/>
                    </a:lnTo>
                    <a:lnTo>
                      <a:pt x="170" y="119"/>
                    </a:lnTo>
                    <a:lnTo>
                      <a:pt x="169" y="120"/>
                    </a:lnTo>
                    <a:lnTo>
                      <a:pt x="169" y="120"/>
                    </a:lnTo>
                    <a:lnTo>
                      <a:pt x="169" y="121"/>
                    </a:lnTo>
                    <a:lnTo>
                      <a:pt x="168" y="121"/>
                    </a:lnTo>
                    <a:lnTo>
                      <a:pt x="168" y="121"/>
                    </a:lnTo>
                    <a:lnTo>
                      <a:pt x="167" y="122"/>
                    </a:lnTo>
                    <a:lnTo>
                      <a:pt x="167" y="122"/>
                    </a:lnTo>
                    <a:lnTo>
                      <a:pt x="167" y="123"/>
                    </a:lnTo>
                    <a:lnTo>
                      <a:pt x="166" y="123"/>
                    </a:lnTo>
                    <a:lnTo>
                      <a:pt x="166" y="123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4"/>
                    </a:lnTo>
                    <a:lnTo>
                      <a:pt x="165" y="125"/>
                    </a:lnTo>
                    <a:lnTo>
                      <a:pt x="164" y="125"/>
                    </a:lnTo>
                    <a:lnTo>
                      <a:pt x="164" y="125"/>
                    </a:lnTo>
                    <a:lnTo>
                      <a:pt x="163" y="126"/>
                    </a:lnTo>
                    <a:lnTo>
                      <a:pt x="163" y="126"/>
                    </a:lnTo>
                    <a:lnTo>
                      <a:pt x="162" y="126"/>
                    </a:lnTo>
                    <a:lnTo>
                      <a:pt x="162" y="127"/>
                    </a:lnTo>
                    <a:lnTo>
                      <a:pt x="161" y="127"/>
                    </a:lnTo>
                    <a:lnTo>
                      <a:pt x="161" y="127"/>
                    </a:lnTo>
                    <a:lnTo>
                      <a:pt x="160" y="127"/>
                    </a:lnTo>
                    <a:lnTo>
                      <a:pt x="160" y="128"/>
                    </a:lnTo>
                    <a:lnTo>
                      <a:pt x="159" y="128"/>
                    </a:lnTo>
                    <a:lnTo>
                      <a:pt x="159" y="128"/>
                    </a:lnTo>
                    <a:lnTo>
                      <a:pt x="158" y="128"/>
                    </a:lnTo>
                    <a:lnTo>
                      <a:pt x="158" y="129"/>
                    </a:lnTo>
                    <a:lnTo>
                      <a:pt x="157" y="129"/>
                    </a:lnTo>
                    <a:lnTo>
                      <a:pt x="156" y="129"/>
                    </a:lnTo>
                    <a:lnTo>
                      <a:pt x="156" y="129"/>
                    </a:lnTo>
                    <a:lnTo>
                      <a:pt x="155" y="129"/>
                    </a:lnTo>
                    <a:lnTo>
                      <a:pt x="155" y="130"/>
                    </a:lnTo>
                    <a:lnTo>
                      <a:pt x="154" y="130"/>
                    </a:lnTo>
                    <a:lnTo>
                      <a:pt x="154" y="130"/>
                    </a:lnTo>
                    <a:lnTo>
                      <a:pt x="153" y="130"/>
                    </a:lnTo>
                    <a:lnTo>
                      <a:pt x="153" y="130"/>
                    </a:lnTo>
                    <a:lnTo>
                      <a:pt x="152" y="130"/>
                    </a:lnTo>
                    <a:lnTo>
                      <a:pt x="151" y="130"/>
                    </a:lnTo>
                    <a:lnTo>
                      <a:pt x="151" y="131"/>
                    </a:lnTo>
                    <a:lnTo>
                      <a:pt x="150" y="131"/>
                    </a:lnTo>
                    <a:lnTo>
                      <a:pt x="150" y="131"/>
                    </a:lnTo>
                    <a:lnTo>
                      <a:pt x="149" y="131"/>
                    </a:lnTo>
                    <a:lnTo>
                      <a:pt x="149" y="131"/>
                    </a:lnTo>
                    <a:lnTo>
                      <a:pt x="148" y="131"/>
                    </a:lnTo>
                    <a:lnTo>
                      <a:pt x="148" y="131"/>
                    </a:lnTo>
                    <a:lnTo>
                      <a:pt x="147" y="131"/>
                    </a:lnTo>
                    <a:lnTo>
                      <a:pt x="146" y="131"/>
                    </a:lnTo>
                    <a:lnTo>
                      <a:pt x="146" y="131"/>
                    </a:lnTo>
                    <a:lnTo>
                      <a:pt x="145" y="131"/>
                    </a:lnTo>
                    <a:lnTo>
                      <a:pt x="145" y="131"/>
                    </a:lnTo>
                    <a:lnTo>
                      <a:pt x="144" y="131"/>
                    </a:lnTo>
                    <a:lnTo>
                      <a:pt x="144" y="131"/>
                    </a:lnTo>
                    <a:lnTo>
                      <a:pt x="143" y="131"/>
                    </a:lnTo>
                    <a:lnTo>
                      <a:pt x="143" y="131"/>
                    </a:lnTo>
                    <a:lnTo>
                      <a:pt x="142" y="131"/>
                    </a:lnTo>
                    <a:lnTo>
                      <a:pt x="141" y="131"/>
                    </a:lnTo>
                    <a:lnTo>
                      <a:pt x="140" y="131"/>
                    </a:lnTo>
                    <a:lnTo>
                      <a:pt x="139" y="131"/>
                    </a:lnTo>
                    <a:lnTo>
                      <a:pt x="138" y="131"/>
                    </a:lnTo>
                    <a:lnTo>
                      <a:pt x="137" y="130"/>
                    </a:lnTo>
                    <a:lnTo>
                      <a:pt x="136" y="130"/>
                    </a:lnTo>
                    <a:lnTo>
                      <a:pt x="136" y="130"/>
                    </a:lnTo>
                    <a:lnTo>
                      <a:pt x="135" y="130"/>
                    </a:lnTo>
                    <a:lnTo>
                      <a:pt x="134" y="130"/>
                    </a:lnTo>
                    <a:lnTo>
                      <a:pt x="133" y="129"/>
                    </a:lnTo>
                    <a:lnTo>
                      <a:pt x="132" y="129"/>
                    </a:lnTo>
                    <a:lnTo>
                      <a:pt x="131" y="129"/>
                    </a:lnTo>
                    <a:lnTo>
                      <a:pt x="131" y="129"/>
                    </a:lnTo>
                    <a:lnTo>
                      <a:pt x="130" y="128"/>
                    </a:lnTo>
                    <a:lnTo>
                      <a:pt x="129" y="128"/>
                    </a:lnTo>
                    <a:lnTo>
                      <a:pt x="128" y="128"/>
                    </a:lnTo>
                    <a:lnTo>
                      <a:pt x="127" y="127"/>
                    </a:lnTo>
                    <a:lnTo>
                      <a:pt x="126" y="127"/>
                    </a:lnTo>
                    <a:lnTo>
                      <a:pt x="126" y="127"/>
                    </a:lnTo>
                    <a:lnTo>
                      <a:pt x="125" y="126"/>
                    </a:lnTo>
                    <a:lnTo>
                      <a:pt x="125" y="126"/>
                    </a:lnTo>
                    <a:lnTo>
                      <a:pt x="124" y="126"/>
                    </a:lnTo>
                    <a:lnTo>
                      <a:pt x="123" y="126"/>
                    </a:lnTo>
                    <a:lnTo>
                      <a:pt x="122" y="125"/>
                    </a:lnTo>
                    <a:lnTo>
                      <a:pt x="122" y="125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19" y="124"/>
                    </a:lnTo>
                    <a:lnTo>
                      <a:pt x="119" y="123"/>
                    </a:lnTo>
                    <a:lnTo>
                      <a:pt x="118" y="123"/>
                    </a:lnTo>
                    <a:lnTo>
                      <a:pt x="117" y="122"/>
                    </a:lnTo>
                    <a:lnTo>
                      <a:pt x="116" y="122"/>
                    </a:lnTo>
                    <a:lnTo>
                      <a:pt x="116" y="121"/>
                    </a:lnTo>
                    <a:lnTo>
                      <a:pt x="115" y="121"/>
                    </a:lnTo>
                    <a:lnTo>
                      <a:pt x="114" y="120"/>
                    </a:lnTo>
                    <a:lnTo>
                      <a:pt x="113" y="120"/>
                    </a:lnTo>
                    <a:lnTo>
                      <a:pt x="113" y="119"/>
                    </a:lnTo>
                    <a:lnTo>
                      <a:pt x="112" y="119"/>
                    </a:lnTo>
                    <a:lnTo>
                      <a:pt x="111" y="118"/>
                    </a:lnTo>
                    <a:lnTo>
                      <a:pt x="110" y="118"/>
                    </a:lnTo>
                    <a:lnTo>
                      <a:pt x="110" y="117"/>
                    </a:lnTo>
                    <a:lnTo>
                      <a:pt x="109" y="117"/>
                    </a:lnTo>
                    <a:lnTo>
                      <a:pt x="108" y="116"/>
                    </a:lnTo>
                    <a:lnTo>
                      <a:pt x="108" y="116"/>
                    </a:lnTo>
                    <a:lnTo>
                      <a:pt x="107" y="115"/>
                    </a:lnTo>
                    <a:lnTo>
                      <a:pt x="107" y="115"/>
                    </a:lnTo>
                    <a:lnTo>
                      <a:pt x="106" y="114"/>
                    </a:lnTo>
                    <a:lnTo>
                      <a:pt x="106" y="114"/>
                    </a:lnTo>
                    <a:lnTo>
                      <a:pt x="105" y="113"/>
                    </a:lnTo>
                    <a:lnTo>
                      <a:pt x="104" y="113"/>
                    </a:lnTo>
                    <a:lnTo>
                      <a:pt x="104" y="112"/>
                    </a:lnTo>
                    <a:lnTo>
                      <a:pt x="103" y="112"/>
                    </a:lnTo>
                    <a:lnTo>
                      <a:pt x="102" y="111"/>
                    </a:lnTo>
                    <a:lnTo>
                      <a:pt x="101" y="110"/>
                    </a:lnTo>
                    <a:lnTo>
                      <a:pt x="101" y="110"/>
                    </a:lnTo>
                    <a:lnTo>
                      <a:pt x="100" y="109"/>
                    </a:lnTo>
                    <a:lnTo>
                      <a:pt x="99" y="109"/>
                    </a:lnTo>
                    <a:lnTo>
                      <a:pt x="99" y="108"/>
                    </a:lnTo>
                    <a:lnTo>
                      <a:pt x="98" y="108"/>
                    </a:lnTo>
                    <a:lnTo>
                      <a:pt x="97" y="107"/>
                    </a:lnTo>
                    <a:lnTo>
                      <a:pt x="96" y="106"/>
                    </a:lnTo>
                    <a:lnTo>
                      <a:pt x="95" y="105"/>
                    </a:lnTo>
                    <a:lnTo>
                      <a:pt x="94" y="104"/>
                    </a:lnTo>
                    <a:lnTo>
                      <a:pt x="92" y="103"/>
                    </a:lnTo>
                    <a:lnTo>
                      <a:pt x="91" y="102"/>
                    </a:lnTo>
                    <a:lnTo>
                      <a:pt x="89" y="101"/>
                    </a:lnTo>
                    <a:lnTo>
                      <a:pt x="88" y="100"/>
                    </a:lnTo>
                    <a:lnTo>
                      <a:pt x="87" y="98"/>
                    </a:lnTo>
                    <a:lnTo>
                      <a:pt x="85" y="97"/>
                    </a:lnTo>
                    <a:lnTo>
                      <a:pt x="84" y="96"/>
                    </a:lnTo>
                    <a:lnTo>
                      <a:pt x="82" y="95"/>
                    </a:lnTo>
                    <a:lnTo>
                      <a:pt x="81" y="93"/>
                    </a:lnTo>
                    <a:lnTo>
                      <a:pt x="80" y="92"/>
                    </a:lnTo>
                    <a:lnTo>
                      <a:pt x="78" y="91"/>
                    </a:lnTo>
                    <a:lnTo>
                      <a:pt x="78" y="89"/>
                    </a:lnTo>
                    <a:lnTo>
                      <a:pt x="76" y="88"/>
                    </a:lnTo>
                    <a:lnTo>
                      <a:pt x="75" y="86"/>
                    </a:lnTo>
                    <a:lnTo>
                      <a:pt x="74" y="85"/>
                    </a:lnTo>
                    <a:lnTo>
                      <a:pt x="72" y="84"/>
                    </a:lnTo>
                    <a:lnTo>
                      <a:pt x="69" y="81"/>
                    </a:lnTo>
                    <a:lnTo>
                      <a:pt x="67" y="78"/>
                    </a:lnTo>
                    <a:lnTo>
                      <a:pt x="64" y="75"/>
                    </a:lnTo>
                    <a:lnTo>
                      <a:pt x="58" y="71"/>
                    </a:lnTo>
                    <a:lnTo>
                      <a:pt x="56" y="68"/>
                    </a:lnTo>
                    <a:lnTo>
                      <a:pt x="53" y="66"/>
                    </a:lnTo>
                    <a:lnTo>
                      <a:pt x="52" y="64"/>
                    </a:lnTo>
                    <a:lnTo>
                      <a:pt x="50" y="63"/>
                    </a:lnTo>
                    <a:lnTo>
                      <a:pt x="49" y="62"/>
                    </a:lnTo>
                    <a:lnTo>
                      <a:pt x="49" y="60"/>
                    </a:lnTo>
                    <a:lnTo>
                      <a:pt x="47" y="59"/>
                    </a:lnTo>
                    <a:lnTo>
                      <a:pt x="46" y="58"/>
                    </a:lnTo>
                    <a:lnTo>
                      <a:pt x="45" y="57"/>
                    </a:lnTo>
                    <a:lnTo>
                      <a:pt x="44" y="56"/>
                    </a:lnTo>
                    <a:lnTo>
                      <a:pt x="42" y="54"/>
                    </a:lnTo>
                    <a:lnTo>
                      <a:pt x="41" y="53"/>
                    </a:lnTo>
                    <a:lnTo>
                      <a:pt x="40" y="52"/>
                    </a:lnTo>
                    <a:lnTo>
                      <a:pt x="39" y="51"/>
                    </a:lnTo>
                    <a:lnTo>
                      <a:pt x="38" y="50"/>
                    </a:lnTo>
                    <a:lnTo>
                      <a:pt x="36" y="49"/>
                    </a:lnTo>
                    <a:lnTo>
                      <a:pt x="35" y="48"/>
                    </a:lnTo>
                    <a:lnTo>
                      <a:pt x="34" y="47"/>
                    </a:lnTo>
                    <a:lnTo>
                      <a:pt x="33" y="46"/>
                    </a:lnTo>
                    <a:lnTo>
                      <a:pt x="32" y="45"/>
                    </a:lnTo>
                    <a:lnTo>
                      <a:pt x="32" y="45"/>
                    </a:lnTo>
                    <a:lnTo>
                      <a:pt x="31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30" y="43"/>
                    </a:lnTo>
                    <a:lnTo>
                      <a:pt x="29" y="42"/>
                    </a:lnTo>
                    <a:lnTo>
                      <a:pt x="29" y="41"/>
                    </a:lnTo>
                    <a:lnTo>
                      <a:pt x="29" y="40"/>
                    </a:lnTo>
                    <a:lnTo>
                      <a:pt x="29" y="40"/>
                    </a:lnTo>
                    <a:lnTo>
                      <a:pt x="28" y="39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8"/>
                    </a:lnTo>
                    <a:lnTo>
                      <a:pt x="28" y="37"/>
                    </a:lnTo>
                    <a:lnTo>
                      <a:pt x="27" y="36"/>
                    </a:lnTo>
                    <a:lnTo>
                      <a:pt x="27" y="35"/>
                    </a:lnTo>
                    <a:lnTo>
                      <a:pt x="27" y="34"/>
                    </a:lnTo>
                    <a:lnTo>
                      <a:pt x="27" y="34"/>
                    </a:lnTo>
                    <a:lnTo>
                      <a:pt x="27" y="33"/>
                    </a:lnTo>
                    <a:lnTo>
                      <a:pt x="26" y="32"/>
                    </a:lnTo>
                    <a:lnTo>
                      <a:pt x="26" y="32"/>
                    </a:lnTo>
                    <a:lnTo>
                      <a:pt x="26" y="31"/>
                    </a:lnTo>
                    <a:lnTo>
                      <a:pt x="25" y="31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5" y="30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4" y="29"/>
                    </a:lnTo>
                    <a:lnTo>
                      <a:pt x="23" y="28"/>
                    </a:lnTo>
                    <a:lnTo>
                      <a:pt x="23" y="28"/>
                    </a:lnTo>
                    <a:lnTo>
                      <a:pt x="23" y="27"/>
                    </a:lnTo>
                    <a:lnTo>
                      <a:pt x="22" y="27"/>
                    </a:lnTo>
                    <a:lnTo>
                      <a:pt x="22" y="27"/>
                    </a:lnTo>
                    <a:lnTo>
                      <a:pt x="21" y="27"/>
                    </a:lnTo>
                    <a:lnTo>
                      <a:pt x="21" y="26"/>
                    </a:lnTo>
                    <a:lnTo>
                      <a:pt x="21" y="26"/>
                    </a:lnTo>
                    <a:lnTo>
                      <a:pt x="20" y="26"/>
                    </a:lnTo>
                    <a:lnTo>
                      <a:pt x="20" y="26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20" y="25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9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8" y="24"/>
                    </a:lnTo>
                    <a:lnTo>
                      <a:pt x="17" y="24"/>
                    </a:lnTo>
                    <a:lnTo>
                      <a:pt x="17" y="24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41" name="Freeform 20">
                <a:extLst>
                  <a:ext uri="{FF2B5EF4-FFF2-40B4-BE49-F238E27FC236}">
                    <a16:creationId xmlns:a16="http://schemas.microsoft.com/office/drawing/2014/main" id="{15DA78A9-329A-C760-EE68-BD30208B468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322895" y="4616031"/>
                <a:ext cx="75641" cy="110760"/>
              </a:xfrm>
              <a:custGeom>
                <a:avLst/>
                <a:gdLst>
                  <a:gd name="T0" fmla="*/ 82 w 112"/>
                  <a:gd name="T1" fmla="*/ 1 h 164"/>
                  <a:gd name="T2" fmla="*/ 89 w 112"/>
                  <a:gd name="T3" fmla="*/ 4 h 164"/>
                  <a:gd name="T4" fmla="*/ 95 w 112"/>
                  <a:gd name="T5" fmla="*/ 7 h 164"/>
                  <a:gd name="T6" fmla="*/ 100 w 112"/>
                  <a:gd name="T7" fmla="*/ 12 h 164"/>
                  <a:gd name="T8" fmla="*/ 105 w 112"/>
                  <a:gd name="T9" fmla="*/ 16 h 164"/>
                  <a:gd name="T10" fmla="*/ 107 w 112"/>
                  <a:gd name="T11" fmla="*/ 21 h 164"/>
                  <a:gd name="T12" fmla="*/ 110 w 112"/>
                  <a:gd name="T13" fmla="*/ 27 h 164"/>
                  <a:gd name="T14" fmla="*/ 111 w 112"/>
                  <a:gd name="T15" fmla="*/ 33 h 164"/>
                  <a:gd name="T16" fmla="*/ 112 w 112"/>
                  <a:gd name="T17" fmla="*/ 41 h 164"/>
                  <a:gd name="T18" fmla="*/ 111 w 112"/>
                  <a:gd name="T19" fmla="*/ 52 h 164"/>
                  <a:gd name="T20" fmla="*/ 109 w 112"/>
                  <a:gd name="T21" fmla="*/ 63 h 164"/>
                  <a:gd name="T22" fmla="*/ 106 w 112"/>
                  <a:gd name="T23" fmla="*/ 74 h 164"/>
                  <a:gd name="T24" fmla="*/ 101 w 112"/>
                  <a:gd name="T25" fmla="*/ 85 h 164"/>
                  <a:gd name="T26" fmla="*/ 95 w 112"/>
                  <a:gd name="T27" fmla="*/ 96 h 164"/>
                  <a:gd name="T28" fmla="*/ 88 w 112"/>
                  <a:gd name="T29" fmla="*/ 106 h 164"/>
                  <a:gd name="T30" fmla="*/ 81 w 112"/>
                  <a:gd name="T31" fmla="*/ 115 h 164"/>
                  <a:gd name="T32" fmla="*/ 74 w 112"/>
                  <a:gd name="T33" fmla="*/ 125 h 164"/>
                  <a:gd name="T34" fmla="*/ 67 w 112"/>
                  <a:gd name="T35" fmla="*/ 132 h 164"/>
                  <a:gd name="T36" fmla="*/ 60 w 112"/>
                  <a:gd name="T37" fmla="*/ 139 h 164"/>
                  <a:gd name="T38" fmla="*/ 52 w 112"/>
                  <a:gd name="T39" fmla="*/ 146 h 164"/>
                  <a:gd name="T40" fmla="*/ 47 w 112"/>
                  <a:gd name="T41" fmla="*/ 151 h 164"/>
                  <a:gd name="T42" fmla="*/ 41 w 112"/>
                  <a:gd name="T43" fmla="*/ 155 h 164"/>
                  <a:gd name="T44" fmla="*/ 33 w 112"/>
                  <a:gd name="T45" fmla="*/ 158 h 164"/>
                  <a:gd name="T46" fmla="*/ 27 w 112"/>
                  <a:gd name="T47" fmla="*/ 157 h 164"/>
                  <a:gd name="T48" fmla="*/ 21 w 112"/>
                  <a:gd name="T49" fmla="*/ 157 h 164"/>
                  <a:gd name="T50" fmla="*/ 1 w 112"/>
                  <a:gd name="T51" fmla="*/ 148 h 164"/>
                  <a:gd name="T52" fmla="*/ 3 w 112"/>
                  <a:gd name="T53" fmla="*/ 143 h 164"/>
                  <a:gd name="T54" fmla="*/ 3 w 112"/>
                  <a:gd name="T55" fmla="*/ 131 h 164"/>
                  <a:gd name="T56" fmla="*/ 11 w 112"/>
                  <a:gd name="T57" fmla="*/ 93 h 164"/>
                  <a:gd name="T58" fmla="*/ 21 w 112"/>
                  <a:gd name="T59" fmla="*/ 68 h 164"/>
                  <a:gd name="T60" fmla="*/ 29 w 112"/>
                  <a:gd name="T61" fmla="*/ 49 h 164"/>
                  <a:gd name="T62" fmla="*/ 39 w 112"/>
                  <a:gd name="T63" fmla="*/ 33 h 164"/>
                  <a:gd name="T64" fmla="*/ 46 w 112"/>
                  <a:gd name="T65" fmla="*/ 22 h 164"/>
                  <a:gd name="T66" fmla="*/ 51 w 112"/>
                  <a:gd name="T67" fmla="*/ 15 h 164"/>
                  <a:gd name="T68" fmla="*/ 57 w 112"/>
                  <a:gd name="T69" fmla="*/ 10 h 164"/>
                  <a:gd name="T70" fmla="*/ 64 w 112"/>
                  <a:gd name="T71" fmla="*/ 5 h 164"/>
                  <a:gd name="T72" fmla="*/ 73 w 112"/>
                  <a:gd name="T73" fmla="*/ 1 h 164"/>
                  <a:gd name="T74" fmla="*/ 39 w 112"/>
                  <a:gd name="T75" fmla="*/ 142 h 164"/>
                  <a:gd name="T76" fmla="*/ 38 w 112"/>
                  <a:gd name="T77" fmla="*/ 139 h 164"/>
                  <a:gd name="T78" fmla="*/ 76 w 112"/>
                  <a:gd name="T79" fmla="*/ 37 h 164"/>
                  <a:gd name="T80" fmla="*/ 74 w 112"/>
                  <a:gd name="T81" fmla="*/ 42 h 164"/>
                  <a:gd name="T82" fmla="*/ 69 w 112"/>
                  <a:gd name="T83" fmla="*/ 53 h 164"/>
                  <a:gd name="T84" fmla="*/ 64 w 112"/>
                  <a:gd name="T85" fmla="*/ 71 h 164"/>
                  <a:gd name="T86" fmla="*/ 58 w 112"/>
                  <a:gd name="T87" fmla="*/ 87 h 164"/>
                  <a:gd name="T88" fmla="*/ 47 w 112"/>
                  <a:gd name="T89" fmla="*/ 119 h 164"/>
                  <a:gd name="T90" fmla="*/ 51 w 112"/>
                  <a:gd name="T91" fmla="*/ 112 h 164"/>
                  <a:gd name="T92" fmla="*/ 57 w 112"/>
                  <a:gd name="T93" fmla="*/ 103 h 164"/>
                  <a:gd name="T94" fmla="*/ 63 w 112"/>
                  <a:gd name="T95" fmla="*/ 95 h 164"/>
                  <a:gd name="T96" fmla="*/ 68 w 112"/>
                  <a:gd name="T97" fmla="*/ 86 h 164"/>
                  <a:gd name="T98" fmla="*/ 73 w 112"/>
                  <a:gd name="T99" fmla="*/ 76 h 164"/>
                  <a:gd name="T100" fmla="*/ 77 w 112"/>
                  <a:gd name="T101" fmla="*/ 68 h 164"/>
                  <a:gd name="T102" fmla="*/ 79 w 112"/>
                  <a:gd name="T103" fmla="*/ 58 h 164"/>
                  <a:gd name="T104" fmla="*/ 81 w 112"/>
                  <a:gd name="T105" fmla="*/ 50 h 164"/>
                  <a:gd name="T106" fmla="*/ 81 w 112"/>
                  <a:gd name="T107" fmla="*/ 44 h 164"/>
                  <a:gd name="T108" fmla="*/ 81 w 112"/>
                  <a:gd name="T109" fmla="*/ 40 h 164"/>
                  <a:gd name="T110" fmla="*/ 81 w 112"/>
                  <a:gd name="T111" fmla="*/ 38 h 164"/>
                  <a:gd name="T112" fmla="*/ 80 w 112"/>
                  <a:gd name="T113" fmla="*/ 37 h 164"/>
                  <a:gd name="T114" fmla="*/ 79 w 112"/>
                  <a:gd name="T115" fmla="*/ 35 h 164"/>
                  <a:gd name="T116" fmla="*/ 78 w 112"/>
                  <a:gd name="T117" fmla="*/ 34 h 164"/>
                  <a:gd name="T118" fmla="*/ 78 w 112"/>
                  <a:gd name="T119" fmla="*/ 34 h 16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</a:cxnLst>
                <a:rect l="0" t="0" r="r" b="b"/>
                <a:pathLst>
                  <a:path w="112" h="164">
                    <a:moveTo>
                      <a:pt x="78" y="0"/>
                    </a:moveTo>
                    <a:lnTo>
                      <a:pt x="78" y="0"/>
                    </a:lnTo>
                    <a:lnTo>
                      <a:pt x="78" y="1"/>
                    </a:lnTo>
                    <a:lnTo>
                      <a:pt x="78" y="1"/>
                    </a:lnTo>
                    <a:lnTo>
                      <a:pt x="79" y="1"/>
                    </a:lnTo>
                    <a:lnTo>
                      <a:pt x="79" y="1"/>
                    </a:lnTo>
                    <a:lnTo>
                      <a:pt x="80" y="1"/>
                    </a:lnTo>
                    <a:lnTo>
                      <a:pt x="80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1" y="1"/>
                    </a:lnTo>
                    <a:lnTo>
                      <a:pt x="82" y="1"/>
                    </a:lnTo>
                    <a:lnTo>
                      <a:pt x="82" y="1"/>
                    </a:lnTo>
                    <a:lnTo>
                      <a:pt x="83" y="1"/>
                    </a:lnTo>
                    <a:lnTo>
                      <a:pt x="83" y="2"/>
                    </a:lnTo>
                    <a:lnTo>
                      <a:pt x="84" y="2"/>
                    </a:lnTo>
                    <a:lnTo>
                      <a:pt x="84" y="2"/>
                    </a:lnTo>
                    <a:lnTo>
                      <a:pt x="85" y="2"/>
                    </a:lnTo>
                    <a:lnTo>
                      <a:pt x="85" y="2"/>
                    </a:lnTo>
                    <a:lnTo>
                      <a:pt x="86" y="3"/>
                    </a:lnTo>
                    <a:lnTo>
                      <a:pt x="86" y="3"/>
                    </a:lnTo>
                    <a:lnTo>
                      <a:pt x="87" y="3"/>
                    </a:lnTo>
                    <a:lnTo>
                      <a:pt x="87" y="3"/>
                    </a:lnTo>
                    <a:lnTo>
                      <a:pt x="88" y="3"/>
                    </a:lnTo>
                    <a:lnTo>
                      <a:pt x="88" y="4"/>
                    </a:lnTo>
                    <a:lnTo>
                      <a:pt x="89" y="4"/>
                    </a:lnTo>
                    <a:lnTo>
                      <a:pt x="89" y="4"/>
                    </a:lnTo>
                    <a:lnTo>
                      <a:pt x="90" y="4"/>
                    </a:lnTo>
                    <a:lnTo>
                      <a:pt x="90" y="5"/>
                    </a:lnTo>
                    <a:lnTo>
                      <a:pt x="91" y="5"/>
                    </a:lnTo>
                    <a:lnTo>
                      <a:pt x="91" y="5"/>
                    </a:lnTo>
                    <a:lnTo>
                      <a:pt x="92" y="5"/>
                    </a:lnTo>
                    <a:lnTo>
                      <a:pt x="92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3" y="6"/>
                    </a:lnTo>
                    <a:lnTo>
                      <a:pt x="94" y="7"/>
                    </a:lnTo>
                    <a:lnTo>
                      <a:pt x="94" y="7"/>
                    </a:lnTo>
                    <a:lnTo>
                      <a:pt x="95" y="7"/>
                    </a:lnTo>
                    <a:lnTo>
                      <a:pt x="95" y="8"/>
                    </a:lnTo>
                    <a:lnTo>
                      <a:pt x="96" y="8"/>
                    </a:lnTo>
                    <a:lnTo>
                      <a:pt x="96" y="8"/>
                    </a:lnTo>
                    <a:lnTo>
                      <a:pt x="97" y="8"/>
                    </a:lnTo>
                    <a:lnTo>
                      <a:pt x="97" y="9"/>
                    </a:lnTo>
                    <a:lnTo>
                      <a:pt x="97" y="9"/>
                    </a:lnTo>
                    <a:lnTo>
                      <a:pt x="98" y="9"/>
                    </a:lnTo>
                    <a:lnTo>
                      <a:pt x="98" y="10"/>
                    </a:lnTo>
                    <a:lnTo>
                      <a:pt x="99" y="10"/>
                    </a:lnTo>
                    <a:lnTo>
                      <a:pt x="99" y="10"/>
                    </a:lnTo>
                    <a:lnTo>
                      <a:pt x="99" y="11"/>
                    </a:lnTo>
                    <a:lnTo>
                      <a:pt x="100" y="11"/>
                    </a:lnTo>
                    <a:lnTo>
                      <a:pt x="100" y="12"/>
                    </a:lnTo>
                    <a:lnTo>
                      <a:pt x="101" y="12"/>
                    </a:lnTo>
                    <a:lnTo>
                      <a:pt x="101" y="12"/>
                    </a:lnTo>
                    <a:lnTo>
                      <a:pt x="101" y="13"/>
                    </a:lnTo>
                    <a:lnTo>
                      <a:pt x="102" y="13"/>
                    </a:lnTo>
                    <a:lnTo>
                      <a:pt x="102" y="13"/>
                    </a:lnTo>
                    <a:lnTo>
                      <a:pt x="102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3" y="14"/>
                    </a:lnTo>
                    <a:lnTo>
                      <a:pt x="104" y="14"/>
                    </a:lnTo>
                    <a:lnTo>
                      <a:pt x="104" y="15"/>
                    </a:lnTo>
                    <a:lnTo>
                      <a:pt x="104" y="15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5" y="16"/>
                    </a:lnTo>
                    <a:lnTo>
                      <a:pt x="106" y="17"/>
                    </a:lnTo>
                    <a:lnTo>
                      <a:pt x="106" y="17"/>
                    </a:lnTo>
                    <a:lnTo>
                      <a:pt x="106" y="18"/>
                    </a:lnTo>
                    <a:lnTo>
                      <a:pt x="106" y="18"/>
                    </a:lnTo>
                    <a:lnTo>
                      <a:pt x="107" y="18"/>
                    </a:lnTo>
                    <a:lnTo>
                      <a:pt x="107" y="19"/>
                    </a:lnTo>
                    <a:lnTo>
                      <a:pt x="107" y="19"/>
                    </a:lnTo>
                    <a:lnTo>
                      <a:pt x="107" y="20"/>
                    </a:lnTo>
                    <a:lnTo>
                      <a:pt x="107" y="20"/>
                    </a:lnTo>
                    <a:lnTo>
                      <a:pt x="107" y="21"/>
                    </a:lnTo>
                    <a:lnTo>
                      <a:pt x="107" y="21"/>
                    </a:lnTo>
                    <a:lnTo>
                      <a:pt x="107" y="22"/>
                    </a:lnTo>
                    <a:lnTo>
                      <a:pt x="108" y="22"/>
                    </a:lnTo>
                    <a:lnTo>
                      <a:pt x="108" y="22"/>
                    </a:lnTo>
                    <a:lnTo>
                      <a:pt x="108" y="23"/>
                    </a:lnTo>
                    <a:lnTo>
                      <a:pt x="108" y="23"/>
                    </a:lnTo>
                    <a:lnTo>
                      <a:pt x="109" y="24"/>
                    </a:lnTo>
                    <a:lnTo>
                      <a:pt x="109" y="24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5"/>
                    </a:lnTo>
                    <a:lnTo>
                      <a:pt x="109" y="26"/>
                    </a:lnTo>
                    <a:lnTo>
                      <a:pt x="109" y="26"/>
                    </a:lnTo>
                    <a:lnTo>
                      <a:pt x="110" y="27"/>
                    </a:lnTo>
                    <a:lnTo>
                      <a:pt x="110" y="27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8"/>
                    </a:lnTo>
                    <a:lnTo>
                      <a:pt x="110" y="29"/>
                    </a:lnTo>
                    <a:lnTo>
                      <a:pt x="110" y="29"/>
                    </a:lnTo>
                    <a:lnTo>
                      <a:pt x="111" y="30"/>
                    </a:lnTo>
                    <a:lnTo>
                      <a:pt x="111" y="30"/>
                    </a:lnTo>
                    <a:lnTo>
                      <a:pt x="111" y="31"/>
                    </a:lnTo>
                    <a:lnTo>
                      <a:pt x="111" y="31"/>
                    </a:lnTo>
                    <a:lnTo>
                      <a:pt x="111" y="32"/>
                    </a:lnTo>
                    <a:lnTo>
                      <a:pt x="111" y="32"/>
                    </a:lnTo>
                    <a:lnTo>
                      <a:pt x="111" y="33"/>
                    </a:lnTo>
                    <a:lnTo>
                      <a:pt x="111" y="33"/>
                    </a:lnTo>
                    <a:lnTo>
                      <a:pt x="111" y="34"/>
                    </a:lnTo>
                    <a:lnTo>
                      <a:pt x="112" y="34"/>
                    </a:lnTo>
                    <a:lnTo>
                      <a:pt x="112" y="35"/>
                    </a:lnTo>
                    <a:lnTo>
                      <a:pt x="112" y="35"/>
                    </a:lnTo>
                    <a:lnTo>
                      <a:pt x="112" y="36"/>
                    </a:lnTo>
                    <a:lnTo>
                      <a:pt x="112" y="36"/>
                    </a:lnTo>
                    <a:lnTo>
                      <a:pt x="112" y="37"/>
                    </a:lnTo>
                    <a:lnTo>
                      <a:pt x="112" y="37"/>
                    </a:lnTo>
                    <a:lnTo>
                      <a:pt x="112" y="38"/>
                    </a:lnTo>
                    <a:lnTo>
                      <a:pt x="112" y="39"/>
                    </a:lnTo>
                    <a:lnTo>
                      <a:pt x="112" y="40"/>
                    </a:lnTo>
                    <a:lnTo>
                      <a:pt x="112" y="41"/>
                    </a:lnTo>
                    <a:lnTo>
                      <a:pt x="112" y="42"/>
                    </a:lnTo>
                    <a:lnTo>
                      <a:pt x="112" y="43"/>
                    </a:lnTo>
                    <a:lnTo>
                      <a:pt x="112" y="43"/>
                    </a:lnTo>
                    <a:lnTo>
                      <a:pt x="112" y="44"/>
                    </a:lnTo>
                    <a:lnTo>
                      <a:pt x="112" y="45"/>
                    </a:lnTo>
                    <a:lnTo>
                      <a:pt x="112" y="46"/>
                    </a:lnTo>
                    <a:lnTo>
                      <a:pt x="112" y="47"/>
                    </a:lnTo>
                    <a:lnTo>
                      <a:pt x="112" y="48"/>
                    </a:lnTo>
                    <a:lnTo>
                      <a:pt x="112" y="49"/>
                    </a:lnTo>
                    <a:lnTo>
                      <a:pt x="112" y="49"/>
                    </a:lnTo>
                    <a:lnTo>
                      <a:pt x="112" y="50"/>
                    </a:lnTo>
                    <a:lnTo>
                      <a:pt x="112" y="51"/>
                    </a:lnTo>
                    <a:lnTo>
                      <a:pt x="111" y="52"/>
                    </a:lnTo>
                    <a:lnTo>
                      <a:pt x="111" y="53"/>
                    </a:lnTo>
                    <a:lnTo>
                      <a:pt x="111" y="54"/>
                    </a:lnTo>
                    <a:lnTo>
                      <a:pt x="111" y="55"/>
                    </a:lnTo>
                    <a:lnTo>
                      <a:pt x="111" y="56"/>
                    </a:lnTo>
                    <a:lnTo>
                      <a:pt x="111" y="56"/>
                    </a:lnTo>
                    <a:lnTo>
                      <a:pt x="111" y="57"/>
                    </a:lnTo>
                    <a:lnTo>
                      <a:pt x="110" y="58"/>
                    </a:lnTo>
                    <a:lnTo>
                      <a:pt x="110" y="59"/>
                    </a:lnTo>
                    <a:lnTo>
                      <a:pt x="110" y="60"/>
                    </a:lnTo>
                    <a:lnTo>
                      <a:pt x="110" y="61"/>
                    </a:lnTo>
                    <a:lnTo>
                      <a:pt x="109" y="61"/>
                    </a:lnTo>
                    <a:lnTo>
                      <a:pt x="109" y="62"/>
                    </a:lnTo>
                    <a:lnTo>
                      <a:pt x="109" y="63"/>
                    </a:lnTo>
                    <a:lnTo>
                      <a:pt x="109" y="64"/>
                    </a:lnTo>
                    <a:lnTo>
                      <a:pt x="108" y="65"/>
                    </a:lnTo>
                    <a:lnTo>
                      <a:pt x="108" y="66"/>
                    </a:lnTo>
                    <a:lnTo>
                      <a:pt x="108" y="67"/>
                    </a:lnTo>
                    <a:lnTo>
                      <a:pt x="108" y="68"/>
                    </a:lnTo>
                    <a:lnTo>
                      <a:pt x="107" y="69"/>
                    </a:lnTo>
                    <a:lnTo>
                      <a:pt x="107" y="70"/>
                    </a:lnTo>
                    <a:lnTo>
                      <a:pt x="107" y="70"/>
                    </a:lnTo>
                    <a:lnTo>
                      <a:pt x="107" y="71"/>
                    </a:lnTo>
                    <a:lnTo>
                      <a:pt x="107" y="72"/>
                    </a:lnTo>
                    <a:lnTo>
                      <a:pt x="107" y="73"/>
                    </a:lnTo>
                    <a:lnTo>
                      <a:pt x="106" y="73"/>
                    </a:lnTo>
                    <a:lnTo>
                      <a:pt x="106" y="74"/>
                    </a:lnTo>
                    <a:lnTo>
                      <a:pt x="105" y="75"/>
                    </a:lnTo>
                    <a:lnTo>
                      <a:pt x="105" y="76"/>
                    </a:lnTo>
                    <a:lnTo>
                      <a:pt x="105" y="77"/>
                    </a:lnTo>
                    <a:lnTo>
                      <a:pt x="104" y="78"/>
                    </a:lnTo>
                    <a:lnTo>
                      <a:pt x="104" y="78"/>
                    </a:lnTo>
                    <a:lnTo>
                      <a:pt x="104" y="79"/>
                    </a:lnTo>
                    <a:lnTo>
                      <a:pt x="103" y="80"/>
                    </a:lnTo>
                    <a:lnTo>
                      <a:pt x="103" y="81"/>
                    </a:lnTo>
                    <a:lnTo>
                      <a:pt x="103" y="81"/>
                    </a:lnTo>
                    <a:lnTo>
                      <a:pt x="102" y="82"/>
                    </a:lnTo>
                    <a:lnTo>
                      <a:pt x="102" y="83"/>
                    </a:lnTo>
                    <a:lnTo>
                      <a:pt x="101" y="84"/>
                    </a:lnTo>
                    <a:lnTo>
                      <a:pt x="101" y="85"/>
                    </a:lnTo>
                    <a:lnTo>
                      <a:pt x="100" y="85"/>
                    </a:lnTo>
                    <a:lnTo>
                      <a:pt x="100" y="86"/>
                    </a:lnTo>
                    <a:lnTo>
                      <a:pt x="100" y="87"/>
                    </a:lnTo>
                    <a:lnTo>
                      <a:pt x="99" y="88"/>
                    </a:lnTo>
                    <a:lnTo>
                      <a:pt x="99" y="89"/>
                    </a:lnTo>
                    <a:lnTo>
                      <a:pt x="98" y="90"/>
                    </a:lnTo>
                    <a:lnTo>
                      <a:pt x="98" y="91"/>
                    </a:lnTo>
                    <a:lnTo>
                      <a:pt x="97" y="92"/>
                    </a:lnTo>
                    <a:lnTo>
                      <a:pt x="97" y="92"/>
                    </a:lnTo>
                    <a:lnTo>
                      <a:pt x="96" y="93"/>
                    </a:lnTo>
                    <a:lnTo>
                      <a:pt x="96" y="94"/>
                    </a:lnTo>
                    <a:lnTo>
                      <a:pt x="95" y="95"/>
                    </a:lnTo>
                    <a:lnTo>
                      <a:pt x="95" y="96"/>
                    </a:lnTo>
                    <a:lnTo>
                      <a:pt x="94" y="97"/>
                    </a:lnTo>
                    <a:lnTo>
                      <a:pt x="94" y="97"/>
                    </a:lnTo>
                    <a:lnTo>
                      <a:pt x="93" y="98"/>
                    </a:lnTo>
                    <a:lnTo>
                      <a:pt x="92" y="99"/>
                    </a:lnTo>
                    <a:lnTo>
                      <a:pt x="92" y="100"/>
                    </a:lnTo>
                    <a:lnTo>
                      <a:pt x="91" y="101"/>
                    </a:lnTo>
                    <a:lnTo>
                      <a:pt x="91" y="102"/>
                    </a:lnTo>
                    <a:lnTo>
                      <a:pt x="90" y="102"/>
                    </a:lnTo>
                    <a:lnTo>
                      <a:pt x="90" y="102"/>
                    </a:lnTo>
                    <a:lnTo>
                      <a:pt x="89" y="103"/>
                    </a:lnTo>
                    <a:lnTo>
                      <a:pt x="89" y="104"/>
                    </a:lnTo>
                    <a:lnTo>
                      <a:pt x="88" y="105"/>
                    </a:lnTo>
                    <a:lnTo>
                      <a:pt x="88" y="106"/>
                    </a:lnTo>
                    <a:lnTo>
                      <a:pt x="87" y="106"/>
                    </a:lnTo>
                    <a:lnTo>
                      <a:pt x="86" y="107"/>
                    </a:lnTo>
                    <a:lnTo>
                      <a:pt x="86" y="108"/>
                    </a:lnTo>
                    <a:lnTo>
                      <a:pt x="85" y="109"/>
                    </a:lnTo>
                    <a:lnTo>
                      <a:pt x="85" y="109"/>
                    </a:lnTo>
                    <a:lnTo>
                      <a:pt x="85" y="110"/>
                    </a:lnTo>
                    <a:lnTo>
                      <a:pt x="84" y="110"/>
                    </a:lnTo>
                    <a:lnTo>
                      <a:pt x="84" y="111"/>
                    </a:lnTo>
                    <a:lnTo>
                      <a:pt x="83" y="112"/>
                    </a:lnTo>
                    <a:lnTo>
                      <a:pt x="83" y="113"/>
                    </a:lnTo>
                    <a:lnTo>
                      <a:pt x="82" y="113"/>
                    </a:lnTo>
                    <a:lnTo>
                      <a:pt x="81" y="114"/>
                    </a:lnTo>
                    <a:lnTo>
                      <a:pt x="81" y="115"/>
                    </a:lnTo>
                    <a:lnTo>
                      <a:pt x="80" y="116"/>
                    </a:lnTo>
                    <a:lnTo>
                      <a:pt x="80" y="117"/>
                    </a:lnTo>
                    <a:lnTo>
                      <a:pt x="79" y="117"/>
                    </a:lnTo>
                    <a:lnTo>
                      <a:pt x="78" y="118"/>
                    </a:lnTo>
                    <a:lnTo>
                      <a:pt x="78" y="119"/>
                    </a:lnTo>
                    <a:lnTo>
                      <a:pt x="78" y="120"/>
                    </a:lnTo>
                    <a:lnTo>
                      <a:pt x="78" y="120"/>
                    </a:lnTo>
                    <a:lnTo>
                      <a:pt x="77" y="121"/>
                    </a:lnTo>
                    <a:lnTo>
                      <a:pt x="77" y="122"/>
                    </a:lnTo>
                    <a:lnTo>
                      <a:pt x="76" y="122"/>
                    </a:lnTo>
                    <a:lnTo>
                      <a:pt x="75" y="123"/>
                    </a:lnTo>
                    <a:lnTo>
                      <a:pt x="75" y="124"/>
                    </a:lnTo>
                    <a:lnTo>
                      <a:pt x="74" y="125"/>
                    </a:lnTo>
                    <a:lnTo>
                      <a:pt x="74" y="125"/>
                    </a:lnTo>
                    <a:lnTo>
                      <a:pt x="73" y="126"/>
                    </a:lnTo>
                    <a:lnTo>
                      <a:pt x="72" y="127"/>
                    </a:lnTo>
                    <a:lnTo>
                      <a:pt x="72" y="127"/>
                    </a:lnTo>
                    <a:lnTo>
                      <a:pt x="71" y="128"/>
                    </a:lnTo>
                    <a:lnTo>
                      <a:pt x="71" y="129"/>
                    </a:lnTo>
                    <a:lnTo>
                      <a:pt x="70" y="129"/>
                    </a:lnTo>
                    <a:lnTo>
                      <a:pt x="69" y="130"/>
                    </a:lnTo>
                    <a:lnTo>
                      <a:pt x="69" y="131"/>
                    </a:lnTo>
                    <a:lnTo>
                      <a:pt x="68" y="131"/>
                    </a:lnTo>
                    <a:lnTo>
                      <a:pt x="68" y="132"/>
                    </a:lnTo>
                    <a:lnTo>
                      <a:pt x="67" y="132"/>
                    </a:lnTo>
                    <a:lnTo>
                      <a:pt x="67" y="132"/>
                    </a:lnTo>
                    <a:lnTo>
                      <a:pt x="66" y="133"/>
                    </a:lnTo>
                    <a:lnTo>
                      <a:pt x="66" y="133"/>
                    </a:lnTo>
                    <a:lnTo>
                      <a:pt x="65" y="134"/>
                    </a:lnTo>
                    <a:lnTo>
                      <a:pt x="65" y="134"/>
                    </a:lnTo>
                    <a:lnTo>
                      <a:pt x="64" y="135"/>
                    </a:lnTo>
                    <a:lnTo>
                      <a:pt x="64" y="135"/>
                    </a:lnTo>
                    <a:lnTo>
                      <a:pt x="63" y="136"/>
                    </a:lnTo>
                    <a:lnTo>
                      <a:pt x="62" y="137"/>
                    </a:lnTo>
                    <a:lnTo>
                      <a:pt x="62" y="137"/>
                    </a:lnTo>
                    <a:lnTo>
                      <a:pt x="61" y="138"/>
                    </a:lnTo>
                    <a:lnTo>
                      <a:pt x="61" y="138"/>
                    </a:lnTo>
                    <a:lnTo>
                      <a:pt x="60" y="139"/>
                    </a:lnTo>
                    <a:lnTo>
                      <a:pt x="60" y="139"/>
                    </a:lnTo>
                    <a:lnTo>
                      <a:pt x="59" y="140"/>
                    </a:lnTo>
                    <a:lnTo>
                      <a:pt x="58" y="140"/>
                    </a:lnTo>
                    <a:lnTo>
                      <a:pt x="58" y="141"/>
                    </a:lnTo>
                    <a:lnTo>
                      <a:pt x="57" y="142"/>
                    </a:lnTo>
                    <a:lnTo>
                      <a:pt x="57" y="142"/>
                    </a:lnTo>
                    <a:lnTo>
                      <a:pt x="56" y="143"/>
                    </a:lnTo>
                    <a:lnTo>
                      <a:pt x="56" y="143"/>
                    </a:lnTo>
                    <a:lnTo>
                      <a:pt x="55" y="144"/>
                    </a:lnTo>
                    <a:lnTo>
                      <a:pt x="54" y="144"/>
                    </a:lnTo>
                    <a:lnTo>
                      <a:pt x="54" y="145"/>
                    </a:lnTo>
                    <a:lnTo>
                      <a:pt x="53" y="145"/>
                    </a:lnTo>
                    <a:lnTo>
                      <a:pt x="53" y="145"/>
                    </a:lnTo>
                    <a:lnTo>
                      <a:pt x="52" y="146"/>
                    </a:lnTo>
                    <a:lnTo>
                      <a:pt x="52" y="146"/>
                    </a:lnTo>
                    <a:lnTo>
                      <a:pt x="51" y="147"/>
                    </a:lnTo>
                    <a:lnTo>
                      <a:pt x="51" y="147"/>
                    </a:lnTo>
                    <a:lnTo>
                      <a:pt x="50" y="148"/>
                    </a:lnTo>
                    <a:lnTo>
                      <a:pt x="50" y="148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49"/>
                    </a:lnTo>
                    <a:lnTo>
                      <a:pt x="49" y="150"/>
                    </a:lnTo>
                    <a:lnTo>
                      <a:pt x="48" y="150"/>
                    </a:lnTo>
                    <a:lnTo>
                      <a:pt x="48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7" y="151"/>
                    </a:lnTo>
                    <a:lnTo>
                      <a:pt x="46" y="152"/>
                    </a:lnTo>
                    <a:lnTo>
                      <a:pt x="46" y="152"/>
                    </a:lnTo>
                    <a:lnTo>
                      <a:pt x="45" y="152"/>
                    </a:lnTo>
                    <a:lnTo>
                      <a:pt x="45" y="153"/>
                    </a:lnTo>
                    <a:lnTo>
                      <a:pt x="44" y="153"/>
                    </a:lnTo>
                    <a:lnTo>
                      <a:pt x="44" y="153"/>
                    </a:lnTo>
                    <a:lnTo>
                      <a:pt x="43" y="154"/>
                    </a:lnTo>
                    <a:lnTo>
                      <a:pt x="43" y="154"/>
                    </a:lnTo>
                    <a:lnTo>
                      <a:pt x="42" y="154"/>
                    </a:lnTo>
                    <a:lnTo>
                      <a:pt x="42" y="155"/>
                    </a:lnTo>
                    <a:lnTo>
                      <a:pt x="41" y="155"/>
                    </a:lnTo>
                    <a:lnTo>
                      <a:pt x="41" y="155"/>
                    </a:lnTo>
                    <a:lnTo>
                      <a:pt x="40" y="156"/>
                    </a:lnTo>
                    <a:lnTo>
                      <a:pt x="40" y="156"/>
                    </a:lnTo>
                    <a:lnTo>
                      <a:pt x="39" y="156"/>
                    </a:lnTo>
                    <a:lnTo>
                      <a:pt x="38" y="156"/>
                    </a:lnTo>
                    <a:lnTo>
                      <a:pt x="38" y="156"/>
                    </a:lnTo>
                    <a:lnTo>
                      <a:pt x="37" y="157"/>
                    </a:lnTo>
                    <a:lnTo>
                      <a:pt x="37" y="157"/>
                    </a:lnTo>
                    <a:lnTo>
                      <a:pt x="36" y="157"/>
                    </a:lnTo>
                    <a:lnTo>
                      <a:pt x="35" y="157"/>
                    </a:lnTo>
                    <a:lnTo>
                      <a:pt x="35" y="157"/>
                    </a:lnTo>
                    <a:lnTo>
                      <a:pt x="34" y="158"/>
                    </a:lnTo>
                    <a:lnTo>
                      <a:pt x="33" y="158"/>
                    </a:lnTo>
                    <a:lnTo>
                      <a:pt x="33" y="158"/>
                    </a:lnTo>
                    <a:lnTo>
                      <a:pt x="32" y="158"/>
                    </a:lnTo>
                    <a:lnTo>
                      <a:pt x="32" y="158"/>
                    </a:lnTo>
                    <a:lnTo>
                      <a:pt x="31" y="158"/>
                    </a:lnTo>
                    <a:lnTo>
                      <a:pt x="31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30" y="158"/>
                    </a:lnTo>
                    <a:lnTo>
                      <a:pt x="29" y="158"/>
                    </a:lnTo>
                    <a:lnTo>
                      <a:pt x="29" y="158"/>
                    </a:lnTo>
                    <a:lnTo>
                      <a:pt x="28" y="158"/>
                    </a:lnTo>
                    <a:lnTo>
                      <a:pt x="28" y="157"/>
                    </a:lnTo>
                    <a:lnTo>
                      <a:pt x="27" y="157"/>
                    </a:lnTo>
                    <a:lnTo>
                      <a:pt x="27" y="157"/>
                    </a:lnTo>
                    <a:lnTo>
                      <a:pt x="26" y="157"/>
                    </a:lnTo>
                    <a:lnTo>
                      <a:pt x="26" y="157"/>
                    </a:lnTo>
                    <a:lnTo>
                      <a:pt x="25" y="157"/>
                    </a:lnTo>
                    <a:lnTo>
                      <a:pt x="25" y="156"/>
                    </a:lnTo>
                    <a:lnTo>
                      <a:pt x="24" y="156"/>
                    </a:lnTo>
                    <a:lnTo>
                      <a:pt x="24" y="156"/>
                    </a:lnTo>
                    <a:lnTo>
                      <a:pt x="23" y="156"/>
                    </a:lnTo>
                    <a:lnTo>
                      <a:pt x="23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2" y="155"/>
                    </a:lnTo>
                    <a:lnTo>
                      <a:pt x="21" y="156"/>
                    </a:lnTo>
                    <a:lnTo>
                      <a:pt x="21" y="157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8"/>
                    </a:lnTo>
                    <a:lnTo>
                      <a:pt x="21" y="159"/>
                    </a:lnTo>
                    <a:lnTo>
                      <a:pt x="20" y="159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20" y="160"/>
                    </a:lnTo>
                    <a:lnTo>
                      <a:pt x="13" y="164"/>
                    </a:lnTo>
                    <a:lnTo>
                      <a:pt x="4" y="162"/>
                    </a:lnTo>
                    <a:lnTo>
                      <a:pt x="4" y="162"/>
                    </a:lnTo>
                    <a:lnTo>
                      <a:pt x="0" y="156"/>
                    </a:lnTo>
                    <a:lnTo>
                      <a:pt x="1" y="148"/>
                    </a:lnTo>
                    <a:lnTo>
                      <a:pt x="1" y="148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1" y="147"/>
                    </a:lnTo>
                    <a:lnTo>
                      <a:pt x="2" y="146"/>
                    </a:lnTo>
                    <a:lnTo>
                      <a:pt x="2" y="146"/>
                    </a:lnTo>
                    <a:lnTo>
                      <a:pt x="2" y="145"/>
                    </a:lnTo>
                    <a:lnTo>
                      <a:pt x="2" y="145"/>
                    </a:lnTo>
                    <a:lnTo>
                      <a:pt x="2" y="144"/>
                    </a:lnTo>
                    <a:lnTo>
                      <a:pt x="3" y="143"/>
                    </a:lnTo>
                    <a:lnTo>
                      <a:pt x="3" y="143"/>
                    </a:lnTo>
                    <a:lnTo>
                      <a:pt x="3" y="142"/>
                    </a:lnTo>
                    <a:lnTo>
                      <a:pt x="3" y="141"/>
                    </a:lnTo>
                    <a:lnTo>
                      <a:pt x="3" y="140"/>
                    </a:lnTo>
                    <a:lnTo>
                      <a:pt x="3" y="139"/>
                    </a:lnTo>
                    <a:lnTo>
                      <a:pt x="3" y="138"/>
                    </a:lnTo>
                    <a:lnTo>
                      <a:pt x="3" y="137"/>
                    </a:lnTo>
                    <a:lnTo>
                      <a:pt x="3" y="136"/>
                    </a:lnTo>
                    <a:lnTo>
                      <a:pt x="3" y="135"/>
                    </a:lnTo>
                    <a:lnTo>
                      <a:pt x="3" y="134"/>
                    </a:lnTo>
                    <a:lnTo>
                      <a:pt x="3" y="132"/>
                    </a:lnTo>
                    <a:lnTo>
                      <a:pt x="3" y="132"/>
                    </a:lnTo>
                    <a:lnTo>
                      <a:pt x="3" y="131"/>
                    </a:lnTo>
                    <a:lnTo>
                      <a:pt x="2" y="128"/>
                    </a:lnTo>
                    <a:lnTo>
                      <a:pt x="1" y="125"/>
                    </a:lnTo>
                    <a:lnTo>
                      <a:pt x="1" y="123"/>
                    </a:lnTo>
                    <a:lnTo>
                      <a:pt x="1" y="122"/>
                    </a:lnTo>
                    <a:lnTo>
                      <a:pt x="1" y="119"/>
                    </a:lnTo>
                    <a:lnTo>
                      <a:pt x="2" y="119"/>
                    </a:lnTo>
                    <a:lnTo>
                      <a:pt x="2" y="116"/>
                    </a:lnTo>
                    <a:lnTo>
                      <a:pt x="3" y="114"/>
                    </a:lnTo>
                    <a:lnTo>
                      <a:pt x="4" y="111"/>
                    </a:lnTo>
                    <a:lnTo>
                      <a:pt x="7" y="105"/>
                    </a:lnTo>
                    <a:lnTo>
                      <a:pt x="9" y="99"/>
                    </a:lnTo>
                    <a:lnTo>
                      <a:pt x="10" y="96"/>
                    </a:lnTo>
                    <a:lnTo>
                      <a:pt x="11" y="93"/>
                    </a:lnTo>
                    <a:lnTo>
                      <a:pt x="12" y="90"/>
                    </a:lnTo>
                    <a:lnTo>
                      <a:pt x="13" y="88"/>
                    </a:lnTo>
                    <a:lnTo>
                      <a:pt x="13" y="87"/>
                    </a:lnTo>
                    <a:lnTo>
                      <a:pt x="14" y="83"/>
                    </a:lnTo>
                    <a:lnTo>
                      <a:pt x="16" y="80"/>
                    </a:lnTo>
                    <a:lnTo>
                      <a:pt x="17" y="77"/>
                    </a:lnTo>
                    <a:lnTo>
                      <a:pt x="18" y="75"/>
                    </a:lnTo>
                    <a:lnTo>
                      <a:pt x="18" y="73"/>
                    </a:lnTo>
                    <a:lnTo>
                      <a:pt x="19" y="73"/>
                    </a:lnTo>
                    <a:lnTo>
                      <a:pt x="19" y="71"/>
                    </a:lnTo>
                    <a:lnTo>
                      <a:pt x="20" y="69"/>
                    </a:lnTo>
                    <a:lnTo>
                      <a:pt x="20" y="69"/>
                    </a:lnTo>
                    <a:lnTo>
                      <a:pt x="21" y="68"/>
                    </a:lnTo>
                    <a:lnTo>
                      <a:pt x="21" y="66"/>
                    </a:lnTo>
                    <a:lnTo>
                      <a:pt x="21" y="64"/>
                    </a:lnTo>
                    <a:lnTo>
                      <a:pt x="22" y="63"/>
                    </a:lnTo>
                    <a:lnTo>
                      <a:pt x="22" y="61"/>
                    </a:lnTo>
                    <a:lnTo>
                      <a:pt x="23" y="60"/>
                    </a:lnTo>
                    <a:lnTo>
                      <a:pt x="24" y="58"/>
                    </a:lnTo>
                    <a:lnTo>
                      <a:pt x="24" y="56"/>
                    </a:lnTo>
                    <a:lnTo>
                      <a:pt x="25" y="55"/>
                    </a:lnTo>
                    <a:lnTo>
                      <a:pt x="25" y="55"/>
                    </a:lnTo>
                    <a:lnTo>
                      <a:pt x="26" y="53"/>
                    </a:lnTo>
                    <a:lnTo>
                      <a:pt x="27" y="52"/>
                    </a:lnTo>
                    <a:lnTo>
                      <a:pt x="28" y="50"/>
                    </a:lnTo>
                    <a:lnTo>
                      <a:pt x="29" y="49"/>
                    </a:lnTo>
                    <a:lnTo>
                      <a:pt x="30" y="47"/>
                    </a:lnTo>
                    <a:lnTo>
                      <a:pt x="30" y="46"/>
                    </a:lnTo>
                    <a:lnTo>
                      <a:pt x="31" y="44"/>
                    </a:lnTo>
                    <a:lnTo>
                      <a:pt x="32" y="43"/>
                    </a:lnTo>
                    <a:lnTo>
                      <a:pt x="33" y="42"/>
                    </a:lnTo>
                    <a:lnTo>
                      <a:pt x="34" y="41"/>
                    </a:lnTo>
                    <a:lnTo>
                      <a:pt x="35" y="39"/>
                    </a:lnTo>
                    <a:lnTo>
                      <a:pt x="36" y="38"/>
                    </a:lnTo>
                    <a:lnTo>
                      <a:pt x="36" y="38"/>
                    </a:lnTo>
                    <a:lnTo>
                      <a:pt x="36" y="37"/>
                    </a:lnTo>
                    <a:lnTo>
                      <a:pt x="37" y="35"/>
                    </a:lnTo>
                    <a:lnTo>
                      <a:pt x="38" y="34"/>
                    </a:lnTo>
                    <a:lnTo>
                      <a:pt x="39" y="33"/>
                    </a:lnTo>
                    <a:lnTo>
                      <a:pt x="40" y="31"/>
                    </a:lnTo>
                    <a:lnTo>
                      <a:pt x="41" y="30"/>
                    </a:lnTo>
                    <a:lnTo>
                      <a:pt x="42" y="29"/>
                    </a:lnTo>
                    <a:lnTo>
                      <a:pt x="43" y="28"/>
                    </a:lnTo>
                    <a:lnTo>
                      <a:pt x="43" y="27"/>
                    </a:lnTo>
                    <a:lnTo>
                      <a:pt x="43" y="26"/>
                    </a:lnTo>
                    <a:lnTo>
                      <a:pt x="44" y="26"/>
                    </a:lnTo>
                    <a:lnTo>
                      <a:pt x="44" y="25"/>
                    </a:lnTo>
                    <a:lnTo>
                      <a:pt x="45" y="25"/>
                    </a:lnTo>
                    <a:lnTo>
                      <a:pt x="45" y="24"/>
                    </a:lnTo>
                    <a:lnTo>
                      <a:pt x="46" y="23"/>
                    </a:lnTo>
                    <a:lnTo>
                      <a:pt x="46" y="23"/>
                    </a:lnTo>
                    <a:lnTo>
                      <a:pt x="46" y="22"/>
                    </a:lnTo>
                    <a:lnTo>
                      <a:pt x="47" y="22"/>
                    </a:lnTo>
                    <a:lnTo>
                      <a:pt x="47" y="21"/>
                    </a:lnTo>
                    <a:lnTo>
                      <a:pt x="47" y="21"/>
                    </a:lnTo>
                    <a:lnTo>
                      <a:pt x="48" y="20"/>
                    </a:lnTo>
                    <a:lnTo>
                      <a:pt x="48" y="20"/>
                    </a:lnTo>
                    <a:lnTo>
                      <a:pt x="49" y="19"/>
                    </a:lnTo>
                    <a:lnTo>
                      <a:pt x="49" y="19"/>
                    </a:lnTo>
                    <a:lnTo>
                      <a:pt x="49" y="18"/>
                    </a:lnTo>
                    <a:lnTo>
                      <a:pt x="49" y="18"/>
                    </a:lnTo>
                    <a:lnTo>
                      <a:pt x="49" y="17"/>
                    </a:lnTo>
                    <a:lnTo>
                      <a:pt x="50" y="17"/>
                    </a:lnTo>
                    <a:lnTo>
                      <a:pt x="50" y="16"/>
                    </a:lnTo>
                    <a:lnTo>
                      <a:pt x="51" y="15"/>
                    </a:lnTo>
                    <a:lnTo>
                      <a:pt x="51" y="15"/>
                    </a:lnTo>
                    <a:lnTo>
                      <a:pt x="51" y="14"/>
                    </a:lnTo>
                    <a:lnTo>
                      <a:pt x="52" y="14"/>
                    </a:lnTo>
                    <a:lnTo>
                      <a:pt x="52" y="14"/>
                    </a:lnTo>
                    <a:lnTo>
                      <a:pt x="53" y="14"/>
                    </a:lnTo>
                    <a:lnTo>
                      <a:pt x="53" y="13"/>
                    </a:lnTo>
                    <a:lnTo>
                      <a:pt x="54" y="13"/>
                    </a:lnTo>
                    <a:lnTo>
                      <a:pt x="54" y="12"/>
                    </a:lnTo>
                    <a:lnTo>
                      <a:pt x="55" y="12"/>
                    </a:lnTo>
                    <a:lnTo>
                      <a:pt x="55" y="11"/>
                    </a:lnTo>
                    <a:lnTo>
                      <a:pt x="56" y="11"/>
                    </a:lnTo>
                    <a:lnTo>
                      <a:pt x="56" y="10"/>
                    </a:lnTo>
                    <a:lnTo>
                      <a:pt x="57" y="10"/>
                    </a:lnTo>
                    <a:lnTo>
                      <a:pt x="57" y="9"/>
                    </a:lnTo>
                    <a:lnTo>
                      <a:pt x="58" y="9"/>
                    </a:lnTo>
                    <a:lnTo>
                      <a:pt x="58" y="9"/>
                    </a:lnTo>
                    <a:lnTo>
                      <a:pt x="59" y="8"/>
                    </a:lnTo>
                    <a:lnTo>
                      <a:pt x="59" y="8"/>
                    </a:lnTo>
                    <a:lnTo>
                      <a:pt x="60" y="7"/>
                    </a:lnTo>
                    <a:lnTo>
                      <a:pt x="60" y="7"/>
                    </a:lnTo>
                    <a:lnTo>
                      <a:pt x="61" y="6"/>
                    </a:lnTo>
                    <a:lnTo>
                      <a:pt x="61" y="6"/>
                    </a:lnTo>
                    <a:lnTo>
                      <a:pt x="62" y="6"/>
                    </a:lnTo>
                    <a:lnTo>
                      <a:pt x="63" y="5"/>
                    </a:lnTo>
                    <a:lnTo>
                      <a:pt x="63" y="5"/>
                    </a:lnTo>
                    <a:lnTo>
                      <a:pt x="64" y="5"/>
                    </a:lnTo>
                    <a:lnTo>
                      <a:pt x="64" y="4"/>
                    </a:lnTo>
                    <a:lnTo>
                      <a:pt x="64" y="4"/>
                    </a:lnTo>
                    <a:lnTo>
                      <a:pt x="65" y="4"/>
                    </a:lnTo>
                    <a:lnTo>
                      <a:pt x="66" y="3"/>
                    </a:lnTo>
                    <a:lnTo>
                      <a:pt x="67" y="3"/>
                    </a:lnTo>
                    <a:lnTo>
                      <a:pt x="67" y="3"/>
                    </a:lnTo>
                    <a:lnTo>
                      <a:pt x="68" y="2"/>
                    </a:lnTo>
                    <a:lnTo>
                      <a:pt x="69" y="2"/>
                    </a:lnTo>
                    <a:lnTo>
                      <a:pt x="70" y="2"/>
                    </a:lnTo>
                    <a:lnTo>
                      <a:pt x="70" y="1"/>
                    </a:lnTo>
                    <a:lnTo>
                      <a:pt x="71" y="1"/>
                    </a:lnTo>
                    <a:lnTo>
                      <a:pt x="72" y="1"/>
                    </a:lnTo>
                    <a:lnTo>
                      <a:pt x="73" y="1"/>
                    </a:lnTo>
                    <a:lnTo>
                      <a:pt x="74" y="1"/>
                    </a:lnTo>
                    <a:lnTo>
                      <a:pt x="75" y="1"/>
                    </a:lnTo>
                    <a:lnTo>
                      <a:pt x="76" y="1"/>
                    </a:lnTo>
                    <a:lnTo>
                      <a:pt x="76" y="0"/>
                    </a:lnTo>
                    <a:lnTo>
                      <a:pt x="77" y="0"/>
                    </a:lnTo>
                    <a:lnTo>
                      <a:pt x="77" y="0"/>
                    </a:lnTo>
                    <a:lnTo>
                      <a:pt x="78" y="0"/>
                    </a:lnTo>
                    <a:lnTo>
                      <a:pt x="78" y="0"/>
                    </a:lnTo>
                    <a:close/>
                    <a:moveTo>
                      <a:pt x="39" y="142"/>
                    </a:move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2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1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9" y="140"/>
                    </a:lnTo>
                    <a:lnTo>
                      <a:pt x="38" y="140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8" y="139"/>
                    </a:lnTo>
                    <a:lnTo>
                      <a:pt x="39" y="142"/>
                    </a:lnTo>
                    <a:lnTo>
                      <a:pt x="39" y="142"/>
                    </a:lnTo>
                    <a:close/>
                    <a:moveTo>
                      <a:pt x="78" y="34"/>
                    </a:moveTo>
                    <a:lnTo>
                      <a:pt x="78" y="34"/>
                    </a:lnTo>
                    <a:lnTo>
                      <a:pt x="78" y="34"/>
                    </a:lnTo>
                    <a:lnTo>
                      <a:pt x="78" y="35"/>
                    </a:lnTo>
                    <a:lnTo>
                      <a:pt x="78" y="35"/>
                    </a:lnTo>
                    <a:lnTo>
                      <a:pt x="77" y="35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7" y="36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7"/>
                    </a:lnTo>
                    <a:lnTo>
                      <a:pt x="76" y="38"/>
                    </a:lnTo>
                    <a:lnTo>
                      <a:pt x="76" y="38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39"/>
                    </a:lnTo>
                    <a:lnTo>
                      <a:pt x="75" y="40"/>
                    </a:lnTo>
                    <a:lnTo>
                      <a:pt x="75" y="40"/>
                    </a:lnTo>
                    <a:lnTo>
                      <a:pt x="74" y="41"/>
                    </a:lnTo>
                    <a:lnTo>
                      <a:pt x="74" y="41"/>
                    </a:lnTo>
                    <a:lnTo>
                      <a:pt x="74" y="42"/>
                    </a:lnTo>
                    <a:lnTo>
                      <a:pt x="74" y="42"/>
                    </a:lnTo>
                    <a:lnTo>
                      <a:pt x="74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3"/>
                    </a:lnTo>
                    <a:lnTo>
                      <a:pt x="73" y="44"/>
                    </a:lnTo>
                    <a:lnTo>
                      <a:pt x="72" y="45"/>
                    </a:lnTo>
                    <a:lnTo>
                      <a:pt x="72" y="46"/>
                    </a:lnTo>
                    <a:lnTo>
                      <a:pt x="71" y="47"/>
                    </a:lnTo>
                    <a:lnTo>
                      <a:pt x="71" y="48"/>
                    </a:lnTo>
                    <a:lnTo>
                      <a:pt x="71" y="50"/>
                    </a:lnTo>
                    <a:lnTo>
                      <a:pt x="70" y="51"/>
                    </a:lnTo>
                    <a:lnTo>
                      <a:pt x="70" y="52"/>
                    </a:lnTo>
                    <a:lnTo>
                      <a:pt x="69" y="53"/>
                    </a:lnTo>
                    <a:lnTo>
                      <a:pt x="69" y="54"/>
                    </a:lnTo>
                    <a:lnTo>
                      <a:pt x="69" y="55"/>
                    </a:lnTo>
                    <a:lnTo>
                      <a:pt x="68" y="56"/>
                    </a:lnTo>
                    <a:lnTo>
                      <a:pt x="68" y="58"/>
                    </a:lnTo>
                    <a:lnTo>
                      <a:pt x="68" y="59"/>
                    </a:lnTo>
                    <a:lnTo>
                      <a:pt x="67" y="61"/>
                    </a:lnTo>
                    <a:lnTo>
                      <a:pt x="67" y="62"/>
                    </a:lnTo>
                    <a:lnTo>
                      <a:pt x="66" y="64"/>
                    </a:lnTo>
                    <a:lnTo>
                      <a:pt x="66" y="65"/>
                    </a:lnTo>
                    <a:lnTo>
                      <a:pt x="65" y="67"/>
                    </a:lnTo>
                    <a:lnTo>
                      <a:pt x="65" y="68"/>
                    </a:lnTo>
                    <a:lnTo>
                      <a:pt x="65" y="70"/>
                    </a:lnTo>
                    <a:lnTo>
                      <a:pt x="64" y="71"/>
                    </a:lnTo>
                    <a:lnTo>
                      <a:pt x="64" y="71"/>
                    </a:lnTo>
                    <a:lnTo>
                      <a:pt x="64" y="73"/>
                    </a:lnTo>
                    <a:lnTo>
                      <a:pt x="63" y="73"/>
                    </a:lnTo>
                    <a:lnTo>
                      <a:pt x="63" y="75"/>
                    </a:lnTo>
                    <a:lnTo>
                      <a:pt x="62" y="76"/>
                    </a:lnTo>
                    <a:lnTo>
                      <a:pt x="61" y="78"/>
                    </a:lnTo>
                    <a:lnTo>
                      <a:pt x="61" y="79"/>
                    </a:lnTo>
                    <a:lnTo>
                      <a:pt x="60" y="81"/>
                    </a:lnTo>
                    <a:lnTo>
                      <a:pt x="60" y="82"/>
                    </a:lnTo>
                    <a:lnTo>
                      <a:pt x="59" y="83"/>
                    </a:lnTo>
                    <a:lnTo>
                      <a:pt x="59" y="84"/>
                    </a:lnTo>
                    <a:lnTo>
                      <a:pt x="58" y="86"/>
                    </a:lnTo>
                    <a:lnTo>
                      <a:pt x="58" y="87"/>
                    </a:lnTo>
                    <a:lnTo>
                      <a:pt x="57" y="89"/>
                    </a:lnTo>
                    <a:lnTo>
                      <a:pt x="57" y="90"/>
                    </a:lnTo>
                    <a:lnTo>
                      <a:pt x="56" y="92"/>
                    </a:lnTo>
                    <a:lnTo>
                      <a:pt x="55" y="95"/>
                    </a:lnTo>
                    <a:lnTo>
                      <a:pt x="54" y="98"/>
                    </a:lnTo>
                    <a:lnTo>
                      <a:pt x="53" y="102"/>
                    </a:lnTo>
                    <a:lnTo>
                      <a:pt x="52" y="102"/>
                    </a:lnTo>
                    <a:lnTo>
                      <a:pt x="51" y="104"/>
                    </a:lnTo>
                    <a:lnTo>
                      <a:pt x="50" y="107"/>
                    </a:lnTo>
                    <a:lnTo>
                      <a:pt x="49" y="110"/>
                    </a:lnTo>
                    <a:lnTo>
                      <a:pt x="49" y="113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7" y="119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8"/>
                    </a:lnTo>
                    <a:lnTo>
                      <a:pt x="48" y="117"/>
                    </a:lnTo>
                    <a:lnTo>
                      <a:pt x="49" y="117"/>
                    </a:lnTo>
                    <a:lnTo>
                      <a:pt x="49" y="116"/>
                    </a:lnTo>
                    <a:lnTo>
                      <a:pt x="49" y="115"/>
                    </a:lnTo>
                    <a:lnTo>
                      <a:pt x="49" y="115"/>
                    </a:lnTo>
                    <a:lnTo>
                      <a:pt x="50" y="114"/>
                    </a:lnTo>
                    <a:lnTo>
                      <a:pt x="50" y="113"/>
                    </a:lnTo>
                    <a:lnTo>
                      <a:pt x="51" y="113"/>
                    </a:lnTo>
                    <a:lnTo>
                      <a:pt x="51" y="112"/>
                    </a:lnTo>
                    <a:lnTo>
                      <a:pt x="52" y="111"/>
                    </a:lnTo>
                    <a:lnTo>
                      <a:pt x="52" y="111"/>
                    </a:lnTo>
                    <a:lnTo>
                      <a:pt x="53" y="110"/>
                    </a:lnTo>
                    <a:lnTo>
                      <a:pt x="53" y="110"/>
                    </a:lnTo>
                    <a:lnTo>
                      <a:pt x="54" y="109"/>
                    </a:lnTo>
                    <a:lnTo>
                      <a:pt x="54" y="108"/>
                    </a:lnTo>
                    <a:lnTo>
                      <a:pt x="55" y="107"/>
                    </a:lnTo>
                    <a:lnTo>
                      <a:pt x="55" y="107"/>
                    </a:lnTo>
                    <a:lnTo>
                      <a:pt x="56" y="106"/>
                    </a:lnTo>
                    <a:lnTo>
                      <a:pt x="56" y="105"/>
                    </a:lnTo>
                    <a:lnTo>
                      <a:pt x="56" y="105"/>
                    </a:lnTo>
                    <a:lnTo>
                      <a:pt x="57" y="104"/>
                    </a:lnTo>
                    <a:lnTo>
                      <a:pt x="57" y="103"/>
                    </a:lnTo>
                    <a:lnTo>
                      <a:pt x="58" y="103"/>
                    </a:lnTo>
                    <a:lnTo>
                      <a:pt x="58" y="102"/>
                    </a:lnTo>
                    <a:lnTo>
                      <a:pt x="59" y="102"/>
                    </a:lnTo>
                    <a:lnTo>
                      <a:pt x="59" y="101"/>
                    </a:lnTo>
                    <a:lnTo>
                      <a:pt x="60" y="101"/>
                    </a:lnTo>
                    <a:lnTo>
                      <a:pt x="60" y="100"/>
                    </a:lnTo>
                    <a:lnTo>
                      <a:pt x="61" y="99"/>
                    </a:lnTo>
                    <a:lnTo>
                      <a:pt x="61" y="99"/>
                    </a:lnTo>
                    <a:lnTo>
                      <a:pt x="62" y="98"/>
                    </a:lnTo>
                    <a:lnTo>
                      <a:pt x="62" y="97"/>
                    </a:lnTo>
                    <a:lnTo>
                      <a:pt x="62" y="96"/>
                    </a:lnTo>
                    <a:lnTo>
                      <a:pt x="63" y="96"/>
                    </a:lnTo>
                    <a:lnTo>
                      <a:pt x="63" y="95"/>
                    </a:lnTo>
                    <a:lnTo>
                      <a:pt x="63" y="95"/>
                    </a:lnTo>
                    <a:lnTo>
                      <a:pt x="64" y="94"/>
                    </a:lnTo>
                    <a:lnTo>
                      <a:pt x="64" y="93"/>
                    </a:lnTo>
                    <a:lnTo>
                      <a:pt x="65" y="93"/>
                    </a:lnTo>
                    <a:lnTo>
                      <a:pt x="65" y="92"/>
                    </a:lnTo>
                    <a:lnTo>
                      <a:pt x="65" y="91"/>
                    </a:lnTo>
                    <a:lnTo>
                      <a:pt x="66" y="90"/>
                    </a:lnTo>
                    <a:lnTo>
                      <a:pt x="66" y="89"/>
                    </a:lnTo>
                    <a:lnTo>
                      <a:pt x="67" y="89"/>
                    </a:lnTo>
                    <a:lnTo>
                      <a:pt x="67" y="88"/>
                    </a:lnTo>
                    <a:lnTo>
                      <a:pt x="68" y="87"/>
                    </a:lnTo>
                    <a:lnTo>
                      <a:pt x="68" y="86"/>
                    </a:lnTo>
                    <a:lnTo>
                      <a:pt x="68" y="86"/>
                    </a:lnTo>
                    <a:lnTo>
                      <a:pt x="69" y="85"/>
                    </a:lnTo>
                    <a:lnTo>
                      <a:pt x="69" y="84"/>
                    </a:lnTo>
                    <a:lnTo>
                      <a:pt x="70" y="83"/>
                    </a:lnTo>
                    <a:lnTo>
                      <a:pt x="70" y="83"/>
                    </a:lnTo>
                    <a:lnTo>
                      <a:pt x="70" y="82"/>
                    </a:lnTo>
                    <a:lnTo>
                      <a:pt x="71" y="81"/>
                    </a:lnTo>
                    <a:lnTo>
                      <a:pt x="71" y="80"/>
                    </a:lnTo>
                    <a:lnTo>
                      <a:pt x="71" y="80"/>
                    </a:lnTo>
                    <a:lnTo>
                      <a:pt x="72" y="79"/>
                    </a:lnTo>
                    <a:lnTo>
                      <a:pt x="72" y="78"/>
                    </a:lnTo>
                    <a:lnTo>
                      <a:pt x="73" y="77"/>
                    </a:lnTo>
                    <a:lnTo>
                      <a:pt x="73" y="76"/>
                    </a:lnTo>
                    <a:lnTo>
                      <a:pt x="73" y="76"/>
                    </a:lnTo>
                    <a:lnTo>
                      <a:pt x="74" y="75"/>
                    </a:lnTo>
                    <a:lnTo>
                      <a:pt x="74" y="74"/>
                    </a:lnTo>
                    <a:lnTo>
                      <a:pt x="74" y="73"/>
                    </a:lnTo>
                    <a:lnTo>
                      <a:pt x="74" y="73"/>
                    </a:lnTo>
                    <a:lnTo>
                      <a:pt x="75" y="73"/>
                    </a:lnTo>
                    <a:lnTo>
                      <a:pt x="75" y="72"/>
                    </a:lnTo>
                    <a:lnTo>
                      <a:pt x="75" y="71"/>
                    </a:lnTo>
                    <a:lnTo>
                      <a:pt x="76" y="71"/>
                    </a:lnTo>
                    <a:lnTo>
                      <a:pt x="76" y="70"/>
                    </a:lnTo>
                    <a:lnTo>
                      <a:pt x="76" y="70"/>
                    </a:lnTo>
                    <a:lnTo>
                      <a:pt x="76" y="69"/>
                    </a:lnTo>
                    <a:lnTo>
                      <a:pt x="77" y="68"/>
                    </a:lnTo>
                    <a:lnTo>
                      <a:pt x="77" y="68"/>
                    </a:lnTo>
                    <a:lnTo>
                      <a:pt x="77" y="67"/>
                    </a:lnTo>
                    <a:lnTo>
                      <a:pt x="77" y="66"/>
                    </a:lnTo>
                    <a:lnTo>
                      <a:pt x="78" y="65"/>
                    </a:lnTo>
                    <a:lnTo>
                      <a:pt x="78" y="65"/>
                    </a:lnTo>
                    <a:lnTo>
                      <a:pt x="78" y="64"/>
                    </a:lnTo>
                    <a:lnTo>
                      <a:pt x="78" y="63"/>
                    </a:lnTo>
                    <a:lnTo>
                      <a:pt x="78" y="63"/>
                    </a:lnTo>
                    <a:lnTo>
                      <a:pt x="78" y="62"/>
                    </a:lnTo>
                    <a:lnTo>
                      <a:pt x="78" y="61"/>
                    </a:lnTo>
                    <a:lnTo>
                      <a:pt x="78" y="61"/>
                    </a:lnTo>
                    <a:lnTo>
                      <a:pt x="79" y="60"/>
                    </a:lnTo>
                    <a:lnTo>
                      <a:pt x="79" y="59"/>
                    </a:lnTo>
                    <a:lnTo>
                      <a:pt x="79" y="58"/>
                    </a:lnTo>
                    <a:lnTo>
                      <a:pt x="79" y="58"/>
                    </a:lnTo>
                    <a:lnTo>
                      <a:pt x="79" y="57"/>
                    </a:lnTo>
                    <a:lnTo>
                      <a:pt x="80" y="56"/>
                    </a:lnTo>
                    <a:lnTo>
                      <a:pt x="80" y="56"/>
                    </a:lnTo>
                    <a:lnTo>
                      <a:pt x="80" y="55"/>
                    </a:lnTo>
                    <a:lnTo>
                      <a:pt x="80" y="55"/>
                    </a:lnTo>
                    <a:lnTo>
                      <a:pt x="80" y="54"/>
                    </a:lnTo>
                    <a:lnTo>
                      <a:pt x="80" y="53"/>
                    </a:lnTo>
                    <a:lnTo>
                      <a:pt x="80" y="53"/>
                    </a:lnTo>
                    <a:lnTo>
                      <a:pt x="81" y="52"/>
                    </a:lnTo>
                    <a:lnTo>
                      <a:pt x="81" y="51"/>
                    </a:lnTo>
                    <a:lnTo>
                      <a:pt x="81" y="51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50"/>
                    </a:lnTo>
                    <a:lnTo>
                      <a:pt x="81" y="49"/>
                    </a:lnTo>
                    <a:lnTo>
                      <a:pt x="81" y="48"/>
                    </a:lnTo>
                    <a:lnTo>
                      <a:pt x="81" y="48"/>
                    </a:lnTo>
                    <a:lnTo>
                      <a:pt x="81" y="47"/>
                    </a:lnTo>
                    <a:lnTo>
                      <a:pt x="81" y="47"/>
                    </a:lnTo>
                    <a:lnTo>
                      <a:pt x="81" y="46"/>
                    </a:lnTo>
                    <a:lnTo>
                      <a:pt x="81" y="46"/>
                    </a:lnTo>
                    <a:lnTo>
                      <a:pt x="81" y="45"/>
                    </a:lnTo>
                    <a:lnTo>
                      <a:pt x="81" y="45"/>
                    </a:lnTo>
                    <a:lnTo>
                      <a:pt x="81" y="44"/>
                    </a:lnTo>
                    <a:lnTo>
                      <a:pt x="81" y="44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3"/>
                    </a:lnTo>
                    <a:lnTo>
                      <a:pt x="81" y="42"/>
                    </a:lnTo>
                    <a:lnTo>
                      <a:pt x="81" y="42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1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40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9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1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8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7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80" y="36"/>
                    </a:lnTo>
                    <a:lnTo>
                      <a:pt x="79" y="36"/>
                    </a:lnTo>
                    <a:lnTo>
                      <a:pt x="79" y="36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5"/>
                    </a:lnTo>
                    <a:lnTo>
                      <a:pt x="79" y="34"/>
                    </a:lnTo>
                    <a:lnTo>
                      <a:pt x="79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4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3"/>
                    </a:lnTo>
                    <a:lnTo>
                      <a:pt x="78" y="34"/>
                    </a:lnTo>
                    <a:lnTo>
                      <a:pt x="78" y="34"/>
                    </a:lnTo>
                    <a:close/>
                    <a:moveTo>
                      <a:pt x="80" y="31"/>
                    </a:move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lnTo>
                      <a:pt x="80" y="31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  <p:sp>
            <p:nvSpPr>
              <p:cNvPr id="69" name="Freeform 22">
                <a:extLst>
                  <a:ext uri="{FF2B5EF4-FFF2-40B4-BE49-F238E27FC236}">
                    <a16:creationId xmlns:a16="http://schemas.microsoft.com/office/drawing/2014/main" id="{5E7422C2-575F-69CE-9A0E-78984480A3C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3179043" y="4505947"/>
                <a:ext cx="620659" cy="301887"/>
              </a:xfrm>
              <a:custGeom>
                <a:avLst/>
                <a:gdLst>
                  <a:gd name="T0" fmla="*/ 917 w 919"/>
                  <a:gd name="T1" fmla="*/ 15 h 447"/>
                  <a:gd name="T2" fmla="*/ 919 w 919"/>
                  <a:gd name="T3" fmla="*/ 28 h 447"/>
                  <a:gd name="T4" fmla="*/ 918 w 919"/>
                  <a:gd name="T5" fmla="*/ 46 h 447"/>
                  <a:gd name="T6" fmla="*/ 915 w 919"/>
                  <a:gd name="T7" fmla="*/ 71 h 447"/>
                  <a:gd name="T8" fmla="*/ 911 w 919"/>
                  <a:gd name="T9" fmla="*/ 89 h 447"/>
                  <a:gd name="T10" fmla="*/ 906 w 919"/>
                  <a:gd name="T11" fmla="*/ 100 h 447"/>
                  <a:gd name="T12" fmla="*/ 900 w 919"/>
                  <a:gd name="T13" fmla="*/ 110 h 447"/>
                  <a:gd name="T14" fmla="*/ 893 w 919"/>
                  <a:gd name="T15" fmla="*/ 119 h 447"/>
                  <a:gd name="T16" fmla="*/ 883 w 919"/>
                  <a:gd name="T17" fmla="*/ 128 h 447"/>
                  <a:gd name="T18" fmla="*/ 869 w 919"/>
                  <a:gd name="T19" fmla="*/ 138 h 447"/>
                  <a:gd name="T20" fmla="*/ 844 w 919"/>
                  <a:gd name="T21" fmla="*/ 151 h 447"/>
                  <a:gd name="T22" fmla="*/ 818 w 919"/>
                  <a:gd name="T23" fmla="*/ 164 h 447"/>
                  <a:gd name="T24" fmla="*/ 790 w 919"/>
                  <a:gd name="T25" fmla="*/ 175 h 447"/>
                  <a:gd name="T26" fmla="*/ 763 w 919"/>
                  <a:gd name="T27" fmla="*/ 183 h 447"/>
                  <a:gd name="T28" fmla="*/ 724 w 919"/>
                  <a:gd name="T29" fmla="*/ 195 h 447"/>
                  <a:gd name="T30" fmla="*/ 658 w 919"/>
                  <a:gd name="T31" fmla="*/ 213 h 447"/>
                  <a:gd name="T32" fmla="*/ 587 w 919"/>
                  <a:gd name="T33" fmla="*/ 233 h 447"/>
                  <a:gd name="T34" fmla="*/ 518 w 919"/>
                  <a:gd name="T35" fmla="*/ 255 h 447"/>
                  <a:gd name="T36" fmla="*/ 452 w 919"/>
                  <a:gd name="T37" fmla="*/ 276 h 447"/>
                  <a:gd name="T38" fmla="*/ 381 w 919"/>
                  <a:gd name="T39" fmla="*/ 300 h 447"/>
                  <a:gd name="T40" fmla="*/ 312 w 919"/>
                  <a:gd name="T41" fmla="*/ 325 h 447"/>
                  <a:gd name="T42" fmla="*/ 251 w 919"/>
                  <a:gd name="T43" fmla="*/ 347 h 447"/>
                  <a:gd name="T44" fmla="*/ 186 w 919"/>
                  <a:gd name="T45" fmla="*/ 370 h 447"/>
                  <a:gd name="T46" fmla="*/ 121 w 919"/>
                  <a:gd name="T47" fmla="*/ 393 h 447"/>
                  <a:gd name="T48" fmla="*/ 100 w 919"/>
                  <a:gd name="T49" fmla="*/ 402 h 447"/>
                  <a:gd name="T50" fmla="*/ 84 w 919"/>
                  <a:gd name="T51" fmla="*/ 412 h 447"/>
                  <a:gd name="T52" fmla="*/ 52 w 919"/>
                  <a:gd name="T53" fmla="*/ 432 h 447"/>
                  <a:gd name="T54" fmla="*/ 38 w 919"/>
                  <a:gd name="T55" fmla="*/ 440 h 447"/>
                  <a:gd name="T56" fmla="*/ 26 w 919"/>
                  <a:gd name="T57" fmla="*/ 444 h 447"/>
                  <a:gd name="T58" fmla="*/ 14 w 919"/>
                  <a:gd name="T59" fmla="*/ 447 h 447"/>
                  <a:gd name="T60" fmla="*/ 11 w 919"/>
                  <a:gd name="T61" fmla="*/ 426 h 447"/>
                  <a:gd name="T62" fmla="*/ 14 w 919"/>
                  <a:gd name="T63" fmla="*/ 425 h 447"/>
                  <a:gd name="T64" fmla="*/ 23 w 919"/>
                  <a:gd name="T65" fmla="*/ 422 h 447"/>
                  <a:gd name="T66" fmla="*/ 33 w 919"/>
                  <a:gd name="T67" fmla="*/ 417 h 447"/>
                  <a:gd name="T68" fmla="*/ 53 w 919"/>
                  <a:gd name="T69" fmla="*/ 405 h 447"/>
                  <a:gd name="T70" fmla="*/ 83 w 919"/>
                  <a:gd name="T71" fmla="*/ 384 h 447"/>
                  <a:gd name="T72" fmla="*/ 93 w 919"/>
                  <a:gd name="T73" fmla="*/ 379 h 447"/>
                  <a:gd name="T74" fmla="*/ 145 w 919"/>
                  <a:gd name="T75" fmla="*/ 354 h 447"/>
                  <a:gd name="T76" fmla="*/ 207 w 919"/>
                  <a:gd name="T77" fmla="*/ 325 h 447"/>
                  <a:gd name="T78" fmla="*/ 267 w 919"/>
                  <a:gd name="T79" fmla="*/ 299 h 447"/>
                  <a:gd name="T80" fmla="*/ 332 w 919"/>
                  <a:gd name="T81" fmla="*/ 274 h 447"/>
                  <a:gd name="T82" fmla="*/ 403 w 919"/>
                  <a:gd name="T83" fmla="*/ 248 h 447"/>
                  <a:gd name="T84" fmla="*/ 469 w 919"/>
                  <a:gd name="T85" fmla="*/ 226 h 447"/>
                  <a:gd name="T86" fmla="*/ 540 w 919"/>
                  <a:gd name="T87" fmla="*/ 203 h 447"/>
                  <a:gd name="T88" fmla="*/ 611 w 919"/>
                  <a:gd name="T89" fmla="*/ 182 h 447"/>
                  <a:gd name="T90" fmla="*/ 683 w 919"/>
                  <a:gd name="T91" fmla="*/ 162 h 447"/>
                  <a:gd name="T92" fmla="*/ 697 w 919"/>
                  <a:gd name="T93" fmla="*/ 149 h 447"/>
                  <a:gd name="T94" fmla="*/ 725 w 919"/>
                  <a:gd name="T95" fmla="*/ 127 h 447"/>
                  <a:gd name="T96" fmla="*/ 806 w 919"/>
                  <a:gd name="T97" fmla="*/ 61 h 447"/>
                  <a:gd name="T98" fmla="*/ 841 w 919"/>
                  <a:gd name="T99" fmla="*/ 33 h 447"/>
                  <a:gd name="T100" fmla="*/ 868 w 919"/>
                  <a:gd name="T101" fmla="*/ 14 h 447"/>
                  <a:gd name="T102" fmla="*/ 882 w 919"/>
                  <a:gd name="T103" fmla="*/ 5 h 447"/>
                  <a:gd name="T104" fmla="*/ 870 w 919"/>
                  <a:gd name="T105" fmla="*/ 64 h 447"/>
                  <a:gd name="T106" fmla="*/ 842 w 919"/>
                  <a:gd name="T107" fmla="*/ 87 h 447"/>
                  <a:gd name="T108" fmla="*/ 794 w 919"/>
                  <a:gd name="T109" fmla="*/ 127 h 447"/>
                  <a:gd name="T110" fmla="*/ 818 w 919"/>
                  <a:gd name="T111" fmla="*/ 118 h 447"/>
                  <a:gd name="T112" fmla="*/ 840 w 919"/>
                  <a:gd name="T113" fmla="*/ 106 h 447"/>
                  <a:gd name="T114" fmla="*/ 854 w 919"/>
                  <a:gd name="T115" fmla="*/ 97 h 447"/>
                  <a:gd name="T116" fmla="*/ 860 w 919"/>
                  <a:gd name="T117" fmla="*/ 92 h 447"/>
                  <a:gd name="T118" fmla="*/ 865 w 919"/>
                  <a:gd name="T119" fmla="*/ 87 h 447"/>
                  <a:gd name="T120" fmla="*/ 868 w 919"/>
                  <a:gd name="T121" fmla="*/ 81 h 447"/>
                  <a:gd name="T122" fmla="*/ 871 w 919"/>
                  <a:gd name="T123" fmla="*/ 68 h 4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  <a:cxn ang="0">
                    <a:pos x="T118" y="T119"/>
                  </a:cxn>
                  <a:cxn ang="0">
                    <a:pos x="T120" y="T121"/>
                  </a:cxn>
                  <a:cxn ang="0">
                    <a:pos x="T122" y="T123"/>
                  </a:cxn>
                </a:cxnLst>
                <a:rect l="0" t="0" r="r" b="b"/>
                <a:pathLst>
                  <a:path w="919" h="447">
                    <a:moveTo>
                      <a:pt x="897" y="0"/>
                    </a:moveTo>
                    <a:lnTo>
                      <a:pt x="900" y="0"/>
                    </a:lnTo>
                    <a:lnTo>
                      <a:pt x="902" y="1"/>
                    </a:lnTo>
                    <a:lnTo>
                      <a:pt x="905" y="2"/>
                    </a:lnTo>
                    <a:lnTo>
                      <a:pt x="907" y="3"/>
                    </a:lnTo>
                    <a:lnTo>
                      <a:pt x="909" y="4"/>
                    </a:lnTo>
                    <a:lnTo>
                      <a:pt x="910" y="6"/>
                    </a:lnTo>
                    <a:lnTo>
                      <a:pt x="912" y="7"/>
                    </a:lnTo>
                    <a:lnTo>
                      <a:pt x="913" y="8"/>
                    </a:lnTo>
                    <a:lnTo>
                      <a:pt x="914" y="9"/>
                    </a:lnTo>
                    <a:lnTo>
                      <a:pt x="914" y="10"/>
                    </a:lnTo>
                    <a:lnTo>
                      <a:pt x="915" y="11"/>
                    </a:lnTo>
                    <a:lnTo>
                      <a:pt x="915" y="12"/>
                    </a:lnTo>
                    <a:lnTo>
                      <a:pt x="916" y="13"/>
                    </a:lnTo>
                    <a:lnTo>
                      <a:pt x="916" y="14"/>
                    </a:lnTo>
                    <a:lnTo>
                      <a:pt x="917" y="15"/>
                    </a:lnTo>
                    <a:lnTo>
                      <a:pt x="917" y="16"/>
                    </a:lnTo>
                    <a:lnTo>
                      <a:pt x="917" y="17"/>
                    </a:lnTo>
                    <a:lnTo>
                      <a:pt x="918" y="18"/>
                    </a:lnTo>
                    <a:lnTo>
                      <a:pt x="918" y="19"/>
                    </a:lnTo>
                    <a:lnTo>
                      <a:pt x="918" y="20"/>
                    </a:lnTo>
                    <a:lnTo>
                      <a:pt x="918" y="21"/>
                    </a:lnTo>
                    <a:lnTo>
                      <a:pt x="918" y="22"/>
                    </a:lnTo>
                    <a:lnTo>
                      <a:pt x="918" y="22"/>
                    </a:lnTo>
                    <a:lnTo>
                      <a:pt x="918" y="23"/>
                    </a:lnTo>
                    <a:lnTo>
                      <a:pt x="918" y="24"/>
                    </a:lnTo>
                    <a:lnTo>
                      <a:pt x="918" y="24"/>
                    </a:lnTo>
                    <a:lnTo>
                      <a:pt x="918" y="25"/>
                    </a:lnTo>
                    <a:lnTo>
                      <a:pt x="919" y="26"/>
                    </a:lnTo>
                    <a:lnTo>
                      <a:pt x="919" y="26"/>
                    </a:lnTo>
                    <a:lnTo>
                      <a:pt x="919" y="27"/>
                    </a:lnTo>
                    <a:lnTo>
                      <a:pt x="919" y="28"/>
                    </a:lnTo>
                    <a:lnTo>
                      <a:pt x="919" y="28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29"/>
                    </a:lnTo>
                    <a:lnTo>
                      <a:pt x="919" y="30"/>
                    </a:lnTo>
                    <a:lnTo>
                      <a:pt x="919" y="32"/>
                    </a:lnTo>
                    <a:lnTo>
                      <a:pt x="918" y="33"/>
                    </a:lnTo>
                    <a:lnTo>
                      <a:pt x="918" y="34"/>
                    </a:lnTo>
                    <a:lnTo>
                      <a:pt x="918" y="36"/>
                    </a:lnTo>
                    <a:lnTo>
                      <a:pt x="918" y="37"/>
                    </a:lnTo>
                    <a:lnTo>
                      <a:pt x="918" y="39"/>
                    </a:lnTo>
                    <a:lnTo>
                      <a:pt x="918" y="40"/>
                    </a:lnTo>
                    <a:lnTo>
                      <a:pt x="918" y="42"/>
                    </a:lnTo>
                    <a:lnTo>
                      <a:pt x="918" y="43"/>
                    </a:lnTo>
                    <a:lnTo>
                      <a:pt x="918" y="45"/>
                    </a:lnTo>
                    <a:lnTo>
                      <a:pt x="918" y="46"/>
                    </a:lnTo>
                    <a:lnTo>
                      <a:pt x="917" y="48"/>
                    </a:lnTo>
                    <a:lnTo>
                      <a:pt x="917" y="49"/>
                    </a:lnTo>
                    <a:lnTo>
                      <a:pt x="917" y="51"/>
                    </a:lnTo>
                    <a:lnTo>
                      <a:pt x="917" y="53"/>
                    </a:lnTo>
                    <a:lnTo>
                      <a:pt x="917" y="54"/>
                    </a:lnTo>
                    <a:lnTo>
                      <a:pt x="917" y="56"/>
                    </a:lnTo>
                    <a:lnTo>
                      <a:pt x="916" y="57"/>
                    </a:lnTo>
                    <a:lnTo>
                      <a:pt x="916" y="59"/>
                    </a:lnTo>
                    <a:lnTo>
                      <a:pt x="916" y="60"/>
                    </a:lnTo>
                    <a:lnTo>
                      <a:pt x="916" y="61"/>
                    </a:lnTo>
                    <a:lnTo>
                      <a:pt x="916" y="63"/>
                    </a:lnTo>
                    <a:lnTo>
                      <a:pt x="915" y="64"/>
                    </a:lnTo>
                    <a:lnTo>
                      <a:pt x="915" y="66"/>
                    </a:lnTo>
                    <a:lnTo>
                      <a:pt x="915" y="68"/>
                    </a:lnTo>
                    <a:lnTo>
                      <a:pt x="915" y="69"/>
                    </a:lnTo>
                    <a:lnTo>
                      <a:pt x="915" y="71"/>
                    </a:lnTo>
                    <a:lnTo>
                      <a:pt x="914" y="72"/>
                    </a:lnTo>
                    <a:lnTo>
                      <a:pt x="914" y="74"/>
                    </a:lnTo>
                    <a:lnTo>
                      <a:pt x="914" y="75"/>
                    </a:lnTo>
                    <a:lnTo>
                      <a:pt x="914" y="76"/>
                    </a:lnTo>
                    <a:lnTo>
                      <a:pt x="913" y="78"/>
                    </a:lnTo>
                    <a:lnTo>
                      <a:pt x="913" y="79"/>
                    </a:lnTo>
                    <a:lnTo>
                      <a:pt x="913" y="80"/>
                    </a:lnTo>
                    <a:lnTo>
                      <a:pt x="913" y="82"/>
                    </a:lnTo>
                    <a:lnTo>
                      <a:pt x="913" y="83"/>
                    </a:lnTo>
                    <a:lnTo>
                      <a:pt x="912" y="84"/>
                    </a:lnTo>
                    <a:lnTo>
                      <a:pt x="912" y="85"/>
                    </a:lnTo>
                    <a:lnTo>
                      <a:pt x="912" y="87"/>
                    </a:lnTo>
                    <a:lnTo>
                      <a:pt x="912" y="88"/>
                    </a:lnTo>
                    <a:lnTo>
                      <a:pt x="911" y="88"/>
                    </a:lnTo>
                    <a:lnTo>
                      <a:pt x="911" y="89"/>
                    </a:lnTo>
                    <a:lnTo>
                      <a:pt x="911" y="89"/>
                    </a:lnTo>
                    <a:lnTo>
                      <a:pt x="911" y="90"/>
                    </a:lnTo>
                    <a:lnTo>
                      <a:pt x="911" y="90"/>
                    </a:lnTo>
                    <a:lnTo>
                      <a:pt x="911" y="91"/>
                    </a:lnTo>
                    <a:lnTo>
                      <a:pt x="910" y="91"/>
                    </a:lnTo>
                    <a:lnTo>
                      <a:pt x="910" y="92"/>
                    </a:lnTo>
                    <a:lnTo>
                      <a:pt x="910" y="93"/>
                    </a:lnTo>
                    <a:lnTo>
                      <a:pt x="910" y="93"/>
                    </a:lnTo>
                    <a:lnTo>
                      <a:pt x="909" y="94"/>
                    </a:lnTo>
                    <a:lnTo>
                      <a:pt x="909" y="95"/>
                    </a:lnTo>
                    <a:lnTo>
                      <a:pt x="909" y="96"/>
                    </a:lnTo>
                    <a:lnTo>
                      <a:pt x="908" y="97"/>
                    </a:lnTo>
                    <a:lnTo>
                      <a:pt x="908" y="98"/>
                    </a:lnTo>
                    <a:lnTo>
                      <a:pt x="907" y="98"/>
                    </a:lnTo>
                    <a:lnTo>
                      <a:pt x="907" y="99"/>
                    </a:lnTo>
                    <a:lnTo>
                      <a:pt x="907" y="100"/>
                    </a:lnTo>
                    <a:lnTo>
                      <a:pt x="906" y="100"/>
                    </a:lnTo>
                    <a:lnTo>
                      <a:pt x="906" y="101"/>
                    </a:lnTo>
                    <a:lnTo>
                      <a:pt x="905" y="102"/>
                    </a:lnTo>
                    <a:lnTo>
                      <a:pt x="905" y="102"/>
                    </a:lnTo>
                    <a:lnTo>
                      <a:pt x="905" y="103"/>
                    </a:lnTo>
                    <a:lnTo>
                      <a:pt x="904" y="103"/>
                    </a:lnTo>
                    <a:lnTo>
                      <a:pt x="904" y="104"/>
                    </a:lnTo>
                    <a:lnTo>
                      <a:pt x="903" y="105"/>
                    </a:lnTo>
                    <a:lnTo>
                      <a:pt x="903" y="105"/>
                    </a:lnTo>
                    <a:lnTo>
                      <a:pt x="903" y="106"/>
                    </a:lnTo>
                    <a:lnTo>
                      <a:pt x="902" y="107"/>
                    </a:lnTo>
                    <a:lnTo>
                      <a:pt x="902" y="107"/>
                    </a:lnTo>
                    <a:lnTo>
                      <a:pt x="901" y="108"/>
                    </a:lnTo>
                    <a:lnTo>
                      <a:pt x="901" y="109"/>
                    </a:lnTo>
                    <a:lnTo>
                      <a:pt x="900" y="109"/>
                    </a:lnTo>
                    <a:lnTo>
                      <a:pt x="900" y="110"/>
                    </a:lnTo>
                    <a:lnTo>
                      <a:pt x="900" y="110"/>
                    </a:lnTo>
                    <a:lnTo>
                      <a:pt x="899" y="111"/>
                    </a:lnTo>
                    <a:lnTo>
                      <a:pt x="899" y="112"/>
                    </a:lnTo>
                    <a:lnTo>
                      <a:pt x="898" y="112"/>
                    </a:lnTo>
                    <a:lnTo>
                      <a:pt x="898" y="113"/>
                    </a:lnTo>
                    <a:lnTo>
                      <a:pt x="897" y="114"/>
                    </a:lnTo>
                    <a:lnTo>
                      <a:pt x="897" y="114"/>
                    </a:lnTo>
                    <a:lnTo>
                      <a:pt x="897" y="115"/>
                    </a:lnTo>
                    <a:lnTo>
                      <a:pt x="897" y="116"/>
                    </a:lnTo>
                    <a:lnTo>
                      <a:pt x="896" y="116"/>
                    </a:lnTo>
                    <a:lnTo>
                      <a:pt x="896" y="116"/>
                    </a:lnTo>
                    <a:lnTo>
                      <a:pt x="896" y="117"/>
                    </a:lnTo>
                    <a:lnTo>
                      <a:pt x="895" y="117"/>
                    </a:lnTo>
                    <a:lnTo>
                      <a:pt x="895" y="118"/>
                    </a:lnTo>
                    <a:lnTo>
                      <a:pt x="894" y="118"/>
                    </a:lnTo>
                    <a:lnTo>
                      <a:pt x="894" y="118"/>
                    </a:lnTo>
                    <a:lnTo>
                      <a:pt x="893" y="119"/>
                    </a:lnTo>
                    <a:lnTo>
                      <a:pt x="892" y="119"/>
                    </a:lnTo>
                    <a:lnTo>
                      <a:pt x="892" y="120"/>
                    </a:lnTo>
                    <a:lnTo>
                      <a:pt x="891" y="121"/>
                    </a:lnTo>
                    <a:lnTo>
                      <a:pt x="891" y="121"/>
                    </a:lnTo>
                    <a:lnTo>
                      <a:pt x="890" y="122"/>
                    </a:lnTo>
                    <a:lnTo>
                      <a:pt x="890" y="122"/>
                    </a:lnTo>
                    <a:lnTo>
                      <a:pt x="889" y="123"/>
                    </a:lnTo>
                    <a:lnTo>
                      <a:pt x="888" y="124"/>
                    </a:lnTo>
                    <a:lnTo>
                      <a:pt x="888" y="124"/>
                    </a:lnTo>
                    <a:lnTo>
                      <a:pt x="887" y="125"/>
                    </a:lnTo>
                    <a:lnTo>
                      <a:pt x="887" y="125"/>
                    </a:lnTo>
                    <a:lnTo>
                      <a:pt x="886" y="126"/>
                    </a:lnTo>
                    <a:lnTo>
                      <a:pt x="885" y="127"/>
                    </a:lnTo>
                    <a:lnTo>
                      <a:pt x="885" y="127"/>
                    </a:lnTo>
                    <a:lnTo>
                      <a:pt x="884" y="128"/>
                    </a:lnTo>
                    <a:lnTo>
                      <a:pt x="883" y="128"/>
                    </a:lnTo>
                    <a:lnTo>
                      <a:pt x="883" y="129"/>
                    </a:lnTo>
                    <a:lnTo>
                      <a:pt x="882" y="129"/>
                    </a:lnTo>
                    <a:lnTo>
                      <a:pt x="881" y="130"/>
                    </a:lnTo>
                    <a:lnTo>
                      <a:pt x="881" y="130"/>
                    </a:lnTo>
                    <a:lnTo>
                      <a:pt x="880" y="131"/>
                    </a:lnTo>
                    <a:lnTo>
                      <a:pt x="879" y="131"/>
                    </a:lnTo>
                    <a:lnTo>
                      <a:pt x="879" y="132"/>
                    </a:lnTo>
                    <a:lnTo>
                      <a:pt x="878" y="132"/>
                    </a:lnTo>
                    <a:lnTo>
                      <a:pt x="877" y="133"/>
                    </a:lnTo>
                    <a:lnTo>
                      <a:pt x="876" y="133"/>
                    </a:lnTo>
                    <a:lnTo>
                      <a:pt x="876" y="134"/>
                    </a:lnTo>
                    <a:lnTo>
                      <a:pt x="875" y="134"/>
                    </a:lnTo>
                    <a:lnTo>
                      <a:pt x="873" y="135"/>
                    </a:lnTo>
                    <a:lnTo>
                      <a:pt x="872" y="136"/>
                    </a:lnTo>
                    <a:lnTo>
                      <a:pt x="870" y="137"/>
                    </a:lnTo>
                    <a:lnTo>
                      <a:pt x="869" y="138"/>
                    </a:lnTo>
                    <a:lnTo>
                      <a:pt x="868" y="139"/>
                    </a:lnTo>
                    <a:lnTo>
                      <a:pt x="867" y="140"/>
                    </a:lnTo>
                    <a:lnTo>
                      <a:pt x="865" y="141"/>
                    </a:lnTo>
                    <a:lnTo>
                      <a:pt x="863" y="142"/>
                    </a:lnTo>
                    <a:lnTo>
                      <a:pt x="862" y="143"/>
                    </a:lnTo>
                    <a:lnTo>
                      <a:pt x="860" y="144"/>
                    </a:lnTo>
                    <a:lnTo>
                      <a:pt x="859" y="145"/>
                    </a:lnTo>
                    <a:lnTo>
                      <a:pt x="857" y="146"/>
                    </a:lnTo>
                    <a:lnTo>
                      <a:pt x="855" y="146"/>
                    </a:lnTo>
                    <a:lnTo>
                      <a:pt x="854" y="147"/>
                    </a:lnTo>
                    <a:lnTo>
                      <a:pt x="852" y="147"/>
                    </a:lnTo>
                    <a:lnTo>
                      <a:pt x="850" y="148"/>
                    </a:lnTo>
                    <a:lnTo>
                      <a:pt x="849" y="149"/>
                    </a:lnTo>
                    <a:lnTo>
                      <a:pt x="847" y="150"/>
                    </a:lnTo>
                    <a:lnTo>
                      <a:pt x="845" y="151"/>
                    </a:lnTo>
                    <a:lnTo>
                      <a:pt x="844" y="151"/>
                    </a:lnTo>
                    <a:lnTo>
                      <a:pt x="842" y="152"/>
                    </a:lnTo>
                    <a:lnTo>
                      <a:pt x="840" y="153"/>
                    </a:lnTo>
                    <a:lnTo>
                      <a:pt x="839" y="154"/>
                    </a:lnTo>
                    <a:lnTo>
                      <a:pt x="838" y="155"/>
                    </a:lnTo>
                    <a:lnTo>
                      <a:pt x="836" y="155"/>
                    </a:lnTo>
                    <a:lnTo>
                      <a:pt x="835" y="156"/>
                    </a:lnTo>
                    <a:lnTo>
                      <a:pt x="833" y="157"/>
                    </a:lnTo>
                    <a:lnTo>
                      <a:pt x="831" y="158"/>
                    </a:lnTo>
                    <a:lnTo>
                      <a:pt x="830" y="159"/>
                    </a:lnTo>
                    <a:lnTo>
                      <a:pt x="828" y="159"/>
                    </a:lnTo>
                    <a:lnTo>
                      <a:pt x="826" y="160"/>
                    </a:lnTo>
                    <a:lnTo>
                      <a:pt x="824" y="161"/>
                    </a:lnTo>
                    <a:lnTo>
                      <a:pt x="823" y="162"/>
                    </a:lnTo>
                    <a:lnTo>
                      <a:pt x="821" y="162"/>
                    </a:lnTo>
                    <a:lnTo>
                      <a:pt x="819" y="163"/>
                    </a:lnTo>
                    <a:lnTo>
                      <a:pt x="818" y="164"/>
                    </a:lnTo>
                    <a:lnTo>
                      <a:pt x="816" y="164"/>
                    </a:lnTo>
                    <a:lnTo>
                      <a:pt x="814" y="165"/>
                    </a:lnTo>
                    <a:lnTo>
                      <a:pt x="812" y="166"/>
                    </a:lnTo>
                    <a:lnTo>
                      <a:pt x="811" y="167"/>
                    </a:lnTo>
                    <a:lnTo>
                      <a:pt x="810" y="167"/>
                    </a:lnTo>
                    <a:lnTo>
                      <a:pt x="808" y="168"/>
                    </a:lnTo>
                    <a:lnTo>
                      <a:pt x="806" y="169"/>
                    </a:lnTo>
                    <a:lnTo>
                      <a:pt x="805" y="169"/>
                    </a:lnTo>
                    <a:lnTo>
                      <a:pt x="803" y="170"/>
                    </a:lnTo>
                    <a:lnTo>
                      <a:pt x="801" y="171"/>
                    </a:lnTo>
                    <a:lnTo>
                      <a:pt x="799" y="171"/>
                    </a:lnTo>
                    <a:lnTo>
                      <a:pt x="798" y="172"/>
                    </a:lnTo>
                    <a:lnTo>
                      <a:pt x="796" y="173"/>
                    </a:lnTo>
                    <a:lnTo>
                      <a:pt x="794" y="173"/>
                    </a:lnTo>
                    <a:lnTo>
                      <a:pt x="792" y="174"/>
                    </a:lnTo>
                    <a:lnTo>
                      <a:pt x="790" y="175"/>
                    </a:lnTo>
                    <a:lnTo>
                      <a:pt x="789" y="175"/>
                    </a:lnTo>
                    <a:lnTo>
                      <a:pt x="787" y="176"/>
                    </a:lnTo>
                    <a:lnTo>
                      <a:pt x="785" y="176"/>
                    </a:lnTo>
                    <a:lnTo>
                      <a:pt x="783" y="177"/>
                    </a:lnTo>
                    <a:lnTo>
                      <a:pt x="782" y="177"/>
                    </a:lnTo>
                    <a:lnTo>
                      <a:pt x="781" y="177"/>
                    </a:lnTo>
                    <a:lnTo>
                      <a:pt x="779" y="178"/>
                    </a:lnTo>
                    <a:lnTo>
                      <a:pt x="777" y="178"/>
                    </a:lnTo>
                    <a:lnTo>
                      <a:pt x="775" y="179"/>
                    </a:lnTo>
                    <a:lnTo>
                      <a:pt x="774" y="180"/>
                    </a:lnTo>
                    <a:lnTo>
                      <a:pt x="772" y="180"/>
                    </a:lnTo>
                    <a:lnTo>
                      <a:pt x="770" y="181"/>
                    </a:lnTo>
                    <a:lnTo>
                      <a:pt x="768" y="181"/>
                    </a:lnTo>
                    <a:lnTo>
                      <a:pt x="766" y="182"/>
                    </a:lnTo>
                    <a:lnTo>
                      <a:pt x="765" y="183"/>
                    </a:lnTo>
                    <a:lnTo>
                      <a:pt x="763" y="183"/>
                    </a:lnTo>
                    <a:lnTo>
                      <a:pt x="761" y="184"/>
                    </a:lnTo>
                    <a:lnTo>
                      <a:pt x="759" y="184"/>
                    </a:lnTo>
                    <a:lnTo>
                      <a:pt x="757" y="185"/>
                    </a:lnTo>
                    <a:lnTo>
                      <a:pt x="756" y="185"/>
                    </a:lnTo>
                    <a:lnTo>
                      <a:pt x="754" y="186"/>
                    </a:lnTo>
                    <a:lnTo>
                      <a:pt x="753" y="186"/>
                    </a:lnTo>
                    <a:lnTo>
                      <a:pt x="753" y="186"/>
                    </a:lnTo>
                    <a:lnTo>
                      <a:pt x="751" y="187"/>
                    </a:lnTo>
                    <a:lnTo>
                      <a:pt x="749" y="188"/>
                    </a:lnTo>
                    <a:lnTo>
                      <a:pt x="746" y="189"/>
                    </a:lnTo>
                    <a:lnTo>
                      <a:pt x="742" y="190"/>
                    </a:lnTo>
                    <a:lnTo>
                      <a:pt x="739" y="191"/>
                    </a:lnTo>
                    <a:lnTo>
                      <a:pt x="735" y="192"/>
                    </a:lnTo>
                    <a:lnTo>
                      <a:pt x="732" y="193"/>
                    </a:lnTo>
                    <a:lnTo>
                      <a:pt x="728" y="194"/>
                    </a:lnTo>
                    <a:lnTo>
                      <a:pt x="724" y="195"/>
                    </a:lnTo>
                    <a:lnTo>
                      <a:pt x="722" y="196"/>
                    </a:lnTo>
                    <a:lnTo>
                      <a:pt x="718" y="197"/>
                    </a:lnTo>
                    <a:lnTo>
                      <a:pt x="715" y="198"/>
                    </a:lnTo>
                    <a:lnTo>
                      <a:pt x="711" y="199"/>
                    </a:lnTo>
                    <a:lnTo>
                      <a:pt x="708" y="200"/>
                    </a:lnTo>
                    <a:lnTo>
                      <a:pt x="704" y="201"/>
                    </a:lnTo>
                    <a:lnTo>
                      <a:pt x="701" y="202"/>
                    </a:lnTo>
                    <a:lnTo>
                      <a:pt x="695" y="203"/>
                    </a:lnTo>
                    <a:lnTo>
                      <a:pt x="688" y="205"/>
                    </a:lnTo>
                    <a:lnTo>
                      <a:pt x="681" y="206"/>
                    </a:lnTo>
                    <a:lnTo>
                      <a:pt x="675" y="208"/>
                    </a:lnTo>
                    <a:lnTo>
                      <a:pt x="671" y="209"/>
                    </a:lnTo>
                    <a:lnTo>
                      <a:pt x="668" y="210"/>
                    </a:lnTo>
                    <a:lnTo>
                      <a:pt x="666" y="211"/>
                    </a:lnTo>
                    <a:lnTo>
                      <a:pt x="662" y="211"/>
                    </a:lnTo>
                    <a:lnTo>
                      <a:pt x="658" y="213"/>
                    </a:lnTo>
                    <a:lnTo>
                      <a:pt x="653" y="214"/>
                    </a:lnTo>
                    <a:lnTo>
                      <a:pt x="649" y="215"/>
                    </a:lnTo>
                    <a:lnTo>
                      <a:pt x="644" y="216"/>
                    </a:lnTo>
                    <a:lnTo>
                      <a:pt x="640" y="218"/>
                    </a:lnTo>
                    <a:lnTo>
                      <a:pt x="636" y="219"/>
                    </a:lnTo>
                    <a:lnTo>
                      <a:pt x="632" y="220"/>
                    </a:lnTo>
                    <a:lnTo>
                      <a:pt x="627" y="222"/>
                    </a:lnTo>
                    <a:lnTo>
                      <a:pt x="623" y="223"/>
                    </a:lnTo>
                    <a:lnTo>
                      <a:pt x="618" y="224"/>
                    </a:lnTo>
                    <a:lnTo>
                      <a:pt x="614" y="225"/>
                    </a:lnTo>
                    <a:lnTo>
                      <a:pt x="610" y="227"/>
                    </a:lnTo>
                    <a:lnTo>
                      <a:pt x="606" y="228"/>
                    </a:lnTo>
                    <a:lnTo>
                      <a:pt x="601" y="229"/>
                    </a:lnTo>
                    <a:lnTo>
                      <a:pt x="597" y="231"/>
                    </a:lnTo>
                    <a:lnTo>
                      <a:pt x="592" y="232"/>
                    </a:lnTo>
                    <a:lnTo>
                      <a:pt x="587" y="233"/>
                    </a:lnTo>
                    <a:lnTo>
                      <a:pt x="583" y="235"/>
                    </a:lnTo>
                    <a:lnTo>
                      <a:pt x="579" y="236"/>
                    </a:lnTo>
                    <a:lnTo>
                      <a:pt x="575" y="236"/>
                    </a:lnTo>
                    <a:lnTo>
                      <a:pt x="570" y="238"/>
                    </a:lnTo>
                    <a:lnTo>
                      <a:pt x="566" y="239"/>
                    </a:lnTo>
                    <a:lnTo>
                      <a:pt x="561" y="241"/>
                    </a:lnTo>
                    <a:lnTo>
                      <a:pt x="557" y="242"/>
                    </a:lnTo>
                    <a:lnTo>
                      <a:pt x="552" y="243"/>
                    </a:lnTo>
                    <a:lnTo>
                      <a:pt x="549" y="245"/>
                    </a:lnTo>
                    <a:lnTo>
                      <a:pt x="544" y="246"/>
                    </a:lnTo>
                    <a:lnTo>
                      <a:pt x="540" y="248"/>
                    </a:lnTo>
                    <a:lnTo>
                      <a:pt x="535" y="249"/>
                    </a:lnTo>
                    <a:lnTo>
                      <a:pt x="530" y="251"/>
                    </a:lnTo>
                    <a:lnTo>
                      <a:pt x="526" y="252"/>
                    </a:lnTo>
                    <a:lnTo>
                      <a:pt x="522" y="253"/>
                    </a:lnTo>
                    <a:lnTo>
                      <a:pt x="518" y="255"/>
                    </a:lnTo>
                    <a:lnTo>
                      <a:pt x="513" y="256"/>
                    </a:lnTo>
                    <a:lnTo>
                      <a:pt x="509" y="258"/>
                    </a:lnTo>
                    <a:lnTo>
                      <a:pt x="504" y="259"/>
                    </a:lnTo>
                    <a:lnTo>
                      <a:pt x="500" y="261"/>
                    </a:lnTo>
                    <a:lnTo>
                      <a:pt x="495" y="262"/>
                    </a:lnTo>
                    <a:lnTo>
                      <a:pt x="492" y="264"/>
                    </a:lnTo>
                    <a:lnTo>
                      <a:pt x="487" y="265"/>
                    </a:lnTo>
                    <a:lnTo>
                      <a:pt x="482" y="266"/>
                    </a:lnTo>
                    <a:lnTo>
                      <a:pt x="479" y="267"/>
                    </a:lnTo>
                    <a:lnTo>
                      <a:pt x="478" y="267"/>
                    </a:lnTo>
                    <a:lnTo>
                      <a:pt x="473" y="269"/>
                    </a:lnTo>
                    <a:lnTo>
                      <a:pt x="469" y="270"/>
                    </a:lnTo>
                    <a:lnTo>
                      <a:pt x="465" y="272"/>
                    </a:lnTo>
                    <a:lnTo>
                      <a:pt x="461" y="273"/>
                    </a:lnTo>
                    <a:lnTo>
                      <a:pt x="456" y="275"/>
                    </a:lnTo>
                    <a:lnTo>
                      <a:pt x="452" y="276"/>
                    </a:lnTo>
                    <a:lnTo>
                      <a:pt x="447" y="278"/>
                    </a:lnTo>
                    <a:lnTo>
                      <a:pt x="443" y="279"/>
                    </a:lnTo>
                    <a:lnTo>
                      <a:pt x="438" y="281"/>
                    </a:lnTo>
                    <a:lnTo>
                      <a:pt x="434" y="282"/>
                    </a:lnTo>
                    <a:lnTo>
                      <a:pt x="430" y="284"/>
                    </a:lnTo>
                    <a:lnTo>
                      <a:pt x="425" y="285"/>
                    </a:lnTo>
                    <a:lnTo>
                      <a:pt x="421" y="287"/>
                    </a:lnTo>
                    <a:lnTo>
                      <a:pt x="416" y="289"/>
                    </a:lnTo>
                    <a:lnTo>
                      <a:pt x="412" y="290"/>
                    </a:lnTo>
                    <a:lnTo>
                      <a:pt x="407" y="292"/>
                    </a:lnTo>
                    <a:lnTo>
                      <a:pt x="404" y="293"/>
                    </a:lnTo>
                    <a:lnTo>
                      <a:pt x="399" y="295"/>
                    </a:lnTo>
                    <a:lnTo>
                      <a:pt x="395" y="295"/>
                    </a:lnTo>
                    <a:lnTo>
                      <a:pt x="390" y="297"/>
                    </a:lnTo>
                    <a:lnTo>
                      <a:pt x="386" y="299"/>
                    </a:lnTo>
                    <a:lnTo>
                      <a:pt x="381" y="300"/>
                    </a:lnTo>
                    <a:lnTo>
                      <a:pt x="378" y="302"/>
                    </a:lnTo>
                    <a:lnTo>
                      <a:pt x="373" y="303"/>
                    </a:lnTo>
                    <a:lnTo>
                      <a:pt x="369" y="305"/>
                    </a:lnTo>
                    <a:lnTo>
                      <a:pt x="364" y="307"/>
                    </a:lnTo>
                    <a:lnTo>
                      <a:pt x="360" y="308"/>
                    </a:lnTo>
                    <a:lnTo>
                      <a:pt x="355" y="310"/>
                    </a:lnTo>
                    <a:lnTo>
                      <a:pt x="351" y="312"/>
                    </a:lnTo>
                    <a:lnTo>
                      <a:pt x="347" y="313"/>
                    </a:lnTo>
                    <a:lnTo>
                      <a:pt x="343" y="315"/>
                    </a:lnTo>
                    <a:lnTo>
                      <a:pt x="338" y="316"/>
                    </a:lnTo>
                    <a:lnTo>
                      <a:pt x="334" y="318"/>
                    </a:lnTo>
                    <a:lnTo>
                      <a:pt x="329" y="320"/>
                    </a:lnTo>
                    <a:lnTo>
                      <a:pt x="325" y="321"/>
                    </a:lnTo>
                    <a:lnTo>
                      <a:pt x="320" y="323"/>
                    </a:lnTo>
                    <a:lnTo>
                      <a:pt x="317" y="324"/>
                    </a:lnTo>
                    <a:lnTo>
                      <a:pt x="312" y="325"/>
                    </a:lnTo>
                    <a:lnTo>
                      <a:pt x="308" y="327"/>
                    </a:lnTo>
                    <a:lnTo>
                      <a:pt x="303" y="329"/>
                    </a:lnTo>
                    <a:lnTo>
                      <a:pt x="299" y="330"/>
                    </a:lnTo>
                    <a:lnTo>
                      <a:pt x="294" y="332"/>
                    </a:lnTo>
                    <a:lnTo>
                      <a:pt x="291" y="334"/>
                    </a:lnTo>
                    <a:lnTo>
                      <a:pt x="291" y="334"/>
                    </a:lnTo>
                    <a:lnTo>
                      <a:pt x="286" y="335"/>
                    </a:lnTo>
                    <a:lnTo>
                      <a:pt x="282" y="337"/>
                    </a:lnTo>
                    <a:lnTo>
                      <a:pt x="277" y="338"/>
                    </a:lnTo>
                    <a:lnTo>
                      <a:pt x="273" y="340"/>
                    </a:lnTo>
                    <a:lnTo>
                      <a:pt x="268" y="341"/>
                    </a:lnTo>
                    <a:lnTo>
                      <a:pt x="264" y="343"/>
                    </a:lnTo>
                    <a:lnTo>
                      <a:pt x="260" y="344"/>
                    </a:lnTo>
                    <a:lnTo>
                      <a:pt x="256" y="346"/>
                    </a:lnTo>
                    <a:lnTo>
                      <a:pt x="254" y="347"/>
                    </a:lnTo>
                    <a:lnTo>
                      <a:pt x="251" y="347"/>
                    </a:lnTo>
                    <a:lnTo>
                      <a:pt x="246" y="349"/>
                    </a:lnTo>
                    <a:lnTo>
                      <a:pt x="242" y="350"/>
                    </a:lnTo>
                    <a:lnTo>
                      <a:pt x="237" y="352"/>
                    </a:lnTo>
                    <a:lnTo>
                      <a:pt x="234" y="353"/>
                    </a:lnTo>
                    <a:lnTo>
                      <a:pt x="229" y="354"/>
                    </a:lnTo>
                    <a:lnTo>
                      <a:pt x="225" y="355"/>
                    </a:lnTo>
                    <a:lnTo>
                      <a:pt x="224" y="356"/>
                    </a:lnTo>
                    <a:lnTo>
                      <a:pt x="220" y="357"/>
                    </a:lnTo>
                    <a:lnTo>
                      <a:pt x="216" y="359"/>
                    </a:lnTo>
                    <a:lnTo>
                      <a:pt x="211" y="360"/>
                    </a:lnTo>
                    <a:lnTo>
                      <a:pt x="207" y="362"/>
                    </a:lnTo>
                    <a:lnTo>
                      <a:pt x="204" y="363"/>
                    </a:lnTo>
                    <a:lnTo>
                      <a:pt x="199" y="365"/>
                    </a:lnTo>
                    <a:lnTo>
                      <a:pt x="195" y="367"/>
                    </a:lnTo>
                    <a:lnTo>
                      <a:pt x="190" y="368"/>
                    </a:lnTo>
                    <a:lnTo>
                      <a:pt x="186" y="370"/>
                    </a:lnTo>
                    <a:lnTo>
                      <a:pt x="181" y="372"/>
                    </a:lnTo>
                    <a:lnTo>
                      <a:pt x="177" y="373"/>
                    </a:lnTo>
                    <a:lnTo>
                      <a:pt x="175" y="374"/>
                    </a:lnTo>
                    <a:lnTo>
                      <a:pt x="173" y="375"/>
                    </a:lnTo>
                    <a:lnTo>
                      <a:pt x="169" y="376"/>
                    </a:lnTo>
                    <a:lnTo>
                      <a:pt x="165" y="378"/>
                    </a:lnTo>
                    <a:lnTo>
                      <a:pt x="160" y="380"/>
                    </a:lnTo>
                    <a:lnTo>
                      <a:pt x="156" y="381"/>
                    </a:lnTo>
                    <a:lnTo>
                      <a:pt x="151" y="383"/>
                    </a:lnTo>
                    <a:lnTo>
                      <a:pt x="147" y="383"/>
                    </a:lnTo>
                    <a:lnTo>
                      <a:pt x="143" y="385"/>
                    </a:lnTo>
                    <a:lnTo>
                      <a:pt x="139" y="387"/>
                    </a:lnTo>
                    <a:lnTo>
                      <a:pt x="135" y="388"/>
                    </a:lnTo>
                    <a:lnTo>
                      <a:pt x="130" y="390"/>
                    </a:lnTo>
                    <a:lnTo>
                      <a:pt x="126" y="391"/>
                    </a:lnTo>
                    <a:lnTo>
                      <a:pt x="121" y="393"/>
                    </a:lnTo>
                    <a:lnTo>
                      <a:pt x="118" y="395"/>
                    </a:lnTo>
                    <a:lnTo>
                      <a:pt x="114" y="396"/>
                    </a:lnTo>
                    <a:lnTo>
                      <a:pt x="109" y="398"/>
                    </a:lnTo>
                    <a:lnTo>
                      <a:pt x="105" y="400"/>
                    </a:lnTo>
                    <a:lnTo>
                      <a:pt x="105" y="400"/>
                    </a:lnTo>
                    <a:lnTo>
                      <a:pt x="104" y="400"/>
                    </a:lnTo>
                    <a:lnTo>
                      <a:pt x="104" y="400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3" y="401"/>
                    </a:lnTo>
                    <a:lnTo>
                      <a:pt x="102" y="401"/>
                    </a:lnTo>
                    <a:lnTo>
                      <a:pt x="102" y="401"/>
                    </a:lnTo>
                    <a:lnTo>
                      <a:pt x="101" y="402"/>
                    </a:lnTo>
                    <a:lnTo>
                      <a:pt x="101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100" y="402"/>
                    </a:lnTo>
                    <a:lnTo>
                      <a:pt x="99" y="403"/>
                    </a:lnTo>
                    <a:lnTo>
                      <a:pt x="98" y="403"/>
                    </a:lnTo>
                    <a:lnTo>
                      <a:pt x="98" y="403"/>
                    </a:lnTo>
                    <a:lnTo>
                      <a:pt x="97" y="404"/>
                    </a:lnTo>
                    <a:lnTo>
                      <a:pt x="97" y="404"/>
                    </a:lnTo>
                    <a:lnTo>
                      <a:pt x="96" y="404"/>
                    </a:lnTo>
                    <a:lnTo>
                      <a:pt x="95" y="405"/>
                    </a:lnTo>
                    <a:lnTo>
                      <a:pt x="93" y="406"/>
                    </a:lnTo>
                    <a:lnTo>
                      <a:pt x="92" y="407"/>
                    </a:lnTo>
                    <a:lnTo>
                      <a:pt x="91" y="407"/>
                    </a:lnTo>
                    <a:lnTo>
                      <a:pt x="89" y="408"/>
                    </a:lnTo>
                    <a:lnTo>
                      <a:pt x="89" y="409"/>
                    </a:lnTo>
                    <a:lnTo>
                      <a:pt x="87" y="410"/>
                    </a:lnTo>
                    <a:lnTo>
                      <a:pt x="86" y="411"/>
                    </a:lnTo>
                    <a:lnTo>
                      <a:pt x="84" y="412"/>
                    </a:lnTo>
                    <a:lnTo>
                      <a:pt x="83" y="412"/>
                    </a:lnTo>
                    <a:lnTo>
                      <a:pt x="81" y="413"/>
                    </a:lnTo>
                    <a:lnTo>
                      <a:pt x="78" y="415"/>
                    </a:lnTo>
                    <a:lnTo>
                      <a:pt x="75" y="417"/>
                    </a:lnTo>
                    <a:lnTo>
                      <a:pt x="72" y="419"/>
                    </a:lnTo>
                    <a:lnTo>
                      <a:pt x="68" y="421"/>
                    </a:lnTo>
                    <a:lnTo>
                      <a:pt x="67" y="422"/>
                    </a:lnTo>
                    <a:lnTo>
                      <a:pt x="65" y="423"/>
                    </a:lnTo>
                    <a:lnTo>
                      <a:pt x="63" y="424"/>
                    </a:lnTo>
                    <a:lnTo>
                      <a:pt x="61" y="425"/>
                    </a:lnTo>
                    <a:lnTo>
                      <a:pt x="60" y="426"/>
                    </a:lnTo>
                    <a:lnTo>
                      <a:pt x="59" y="427"/>
                    </a:lnTo>
                    <a:lnTo>
                      <a:pt x="57" y="428"/>
                    </a:lnTo>
                    <a:lnTo>
                      <a:pt x="56" y="430"/>
                    </a:lnTo>
                    <a:lnTo>
                      <a:pt x="54" y="431"/>
                    </a:lnTo>
                    <a:lnTo>
                      <a:pt x="52" y="432"/>
                    </a:lnTo>
                    <a:lnTo>
                      <a:pt x="50" y="433"/>
                    </a:lnTo>
                    <a:lnTo>
                      <a:pt x="49" y="434"/>
                    </a:lnTo>
                    <a:lnTo>
                      <a:pt x="48" y="434"/>
                    </a:lnTo>
                    <a:lnTo>
                      <a:pt x="47" y="435"/>
                    </a:lnTo>
                    <a:lnTo>
                      <a:pt x="46" y="435"/>
                    </a:lnTo>
                    <a:lnTo>
                      <a:pt x="45" y="436"/>
                    </a:lnTo>
                    <a:lnTo>
                      <a:pt x="44" y="436"/>
                    </a:lnTo>
                    <a:lnTo>
                      <a:pt x="44" y="436"/>
                    </a:lnTo>
                    <a:lnTo>
                      <a:pt x="43" y="437"/>
                    </a:lnTo>
                    <a:lnTo>
                      <a:pt x="42" y="437"/>
                    </a:lnTo>
                    <a:lnTo>
                      <a:pt x="42" y="437"/>
                    </a:lnTo>
                    <a:lnTo>
                      <a:pt x="41" y="438"/>
                    </a:lnTo>
                    <a:lnTo>
                      <a:pt x="40" y="438"/>
                    </a:lnTo>
                    <a:lnTo>
                      <a:pt x="39" y="439"/>
                    </a:lnTo>
                    <a:lnTo>
                      <a:pt x="39" y="439"/>
                    </a:lnTo>
                    <a:lnTo>
                      <a:pt x="38" y="440"/>
                    </a:lnTo>
                    <a:lnTo>
                      <a:pt x="37" y="440"/>
                    </a:lnTo>
                    <a:lnTo>
                      <a:pt x="36" y="440"/>
                    </a:lnTo>
                    <a:lnTo>
                      <a:pt x="35" y="441"/>
                    </a:lnTo>
                    <a:lnTo>
                      <a:pt x="34" y="441"/>
                    </a:lnTo>
                    <a:lnTo>
                      <a:pt x="34" y="442"/>
                    </a:lnTo>
                    <a:lnTo>
                      <a:pt x="33" y="442"/>
                    </a:lnTo>
                    <a:lnTo>
                      <a:pt x="32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1" y="442"/>
                    </a:lnTo>
                    <a:lnTo>
                      <a:pt x="30" y="443"/>
                    </a:lnTo>
                    <a:lnTo>
                      <a:pt x="29" y="443"/>
                    </a:lnTo>
                    <a:lnTo>
                      <a:pt x="28" y="443"/>
                    </a:lnTo>
                    <a:lnTo>
                      <a:pt x="27" y="444"/>
                    </a:lnTo>
                    <a:lnTo>
                      <a:pt x="27" y="444"/>
                    </a:lnTo>
                    <a:lnTo>
                      <a:pt x="26" y="444"/>
                    </a:lnTo>
                    <a:lnTo>
                      <a:pt x="25" y="445"/>
                    </a:lnTo>
                    <a:lnTo>
                      <a:pt x="24" y="445"/>
                    </a:lnTo>
                    <a:lnTo>
                      <a:pt x="23" y="445"/>
                    </a:lnTo>
                    <a:lnTo>
                      <a:pt x="23" y="445"/>
                    </a:lnTo>
                    <a:lnTo>
                      <a:pt x="22" y="446"/>
                    </a:lnTo>
                    <a:lnTo>
                      <a:pt x="21" y="446"/>
                    </a:lnTo>
                    <a:lnTo>
                      <a:pt x="20" y="446"/>
                    </a:lnTo>
                    <a:lnTo>
                      <a:pt x="19" y="446"/>
                    </a:lnTo>
                    <a:lnTo>
                      <a:pt x="19" y="446"/>
                    </a:lnTo>
                    <a:lnTo>
                      <a:pt x="18" y="447"/>
                    </a:lnTo>
                    <a:lnTo>
                      <a:pt x="17" y="447"/>
                    </a:lnTo>
                    <a:lnTo>
                      <a:pt x="16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5" y="447"/>
                    </a:lnTo>
                    <a:lnTo>
                      <a:pt x="14" y="447"/>
                    </a:lnTo>
                    <a:lnTo>
                      <a:pt x="14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3" y="447"/>
                    </a:lnTo>
                    <a:lnTo>
                      <a:pt x="12" y="447"/>
                    </a:lnTo>
                    <a:lnTo>
                      <a:pt x="12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11" y="447"/>
                    </a:lnTo>
                    <a:lnTo>
                      <a:pt x="3" y="444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2" y="429"/>
                    </a:lnTo>
                    <a:lnTo>
                      <a:pt x="10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1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2" y="426"/>
                    </a:lnTo>
                    <a:lnTo>
                      <a:pt x="13" y="426"/>
                    </a:lnTo>
                    <a:lnTo>
                      <a:pt x="13" y="426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4" y="425"/>
                    </a:lnTo>
                    <a:lnTo>
                      <a:pt x="15" y="425"/>
                    </a:lnTo>
                    <a:lnTo>
                      <a:pt x="15" y="425"/>
                    </a:lnTo>
                    <a:lnTo>
                      <a:pt x="16" y="425"/>
                    </a:lnTo>
                    <a:lnTo>
                      <a:pt x="16" y="425"/>
                    </a:lnTo>
                    <a:lnTo>
                      <a:pt x="17" y="424"/>
                    </a:lnTo>
                    <a:lnTo>
                      <a:pt x="18" y="424"/>
                    </a:lnTo>
                    <a:lnTo>
                      <a:pt x="18" y="424"/>
                    </a:lnTo>
                    <a:lnTo>
                      <a:pt x="19" y="424"/>
                    </a:lnTo>
                    <a:lnTo>
                      <a:pt x="19" y="424"/>
                    </a:lnTo>
                    <a:lnTo>
                      <a:pt x="20" y="423"/>
                    </a:lnTo>
                    <a:lnTo>
                      <a:pt x="20" y="423"/>
                    </a:lnTo>
                    <a:lnTo>
                      <a:pt x="21" y="423"/>
                    </a:lnTo>
                    <a:lnTo>
                      <a:pt x="22" y="423"/>
                    </a:lnTo>
                    <a:lnTo>
                      <a:pt x="22" y="422"/>
                    </a:lnTo>
                    <a:lnTo>
                      <a:pt x="23" y="422"/>
                    </a:lnTo>
                    <a:lnTo>
                      <a:pt x="24" y="422"/>
                    </a:lnTo>
                    <a:lnTo>
                      <a:pt x="24" y="421"/>
                    </a:lnTo>
                    <a:lnTo>
                      <a:pt x="25" y="421"/>
                    </a:lnTo>
                    <a:lnTo>
                      <a:pt x="26" y="421"/>
                    </a:lnTo>
                    <a:lnTo>
                      <a:pt x="26" y="420"/>
                    </a:lnTo>
                    <a:lnTo>
                      <a:pt x="27" y="420"/>
                    </a:lnTo>
                    <a:lnTo>
                      <a:pt x="28" y="420"/>
                    </a:lnTo>
                    <a:lnTo>
                      <a:pt x="28" y="419"/>
                    </a:lnTo>
                    <a:lnTo>
                      <a:pt x="29" y="419"/>
                    </a:lnTo>
                    <a:lnTo>
                      <a:pt x="30" y="419"/>
                    </a:lnTo>
                    <a:lnTo>
                      <a:pt x="31" y="418"/>
                    </a:lnTo>
                    <a:lnTo>
                      <a:pt x="31" y="418"/>
                    </a:lnTo>
                    <a:lnTo>
                      <a:pt x="31" y="417"/>
                    </a:lnTo>
                    <a:lnTo>
                      <a:pt x="31" y="417"/>
                    </a:lnTo>
                    <a:lnTo>
                      <a:pt x="32" y="417"/>
                    </a:lnTo>
                    <a:lnTo>
                      <a:pt x="33" y="417"/>
                    </a:lnTo>
                    <a:lnTo>
                      <a:pt x="33" y="416"/>
                    </a:lnTo>
                    <a:lnTo>
                      <a:pt x="34" y="416"/>
                    </a:lnTo>
                    <a:lnTo>
                      <a:pt x="35" y="415"/>
                    </a:lnTo>
                    <a:lnTo>
                      <a:pt x="36" y="415"/>
                    </a:lnTo>
                    <a:lnTo>
                      <a:pt x="37" y="414"/>
                    </a:lnTo>
                    <a:lnTo>
                      <a:pt x="37" y="414"/>
                    </a:lnTo>
                    <a:lnTo>
                      <a:pt x="39" y="413"/>
                    </a:lnTo>
                    <a:lnTo>
                      <a:pt x="40" y="412"/>
                    </a:lnTo>
                    <a:lnTo>
                      <a:pt x="42" y="412"/>
                    </a:lnTo>
                    <a:lnTo>
                      <a:pt x="44" y="411"/>
                    </a:lnTo>
                    <a:lnTo>
                      <a:pt x="45" y="410"/>
                    </a:lnTo>
                    <a:lnTo>
                      <a:pt x="47" y="409"/>
                    </a:lnTo>
                    <a:lnTo>
                      <a:pt x="49" y="408"/>
                    </a:lnTo>
                    <a:lnTo>
                      <a:pt x="50" y="407"/>
                    </a:lnTo>
                    <a:lnTo>
                      <a:pt x="52" y="406"/>
                    </a:lnTo>
                    <a:lnTo>
                      <a:pt x="53" y="405"/>
                    </a:lnTo>
                    <a:lnTo>
                      <a:pt x="55" y="404"/>
                    </a:lnTo>
                    <a:lnTo>
                      <a:pt x="57" y="403"/>
                    </a:lnTo>
                    <a:lnTo>
                      <a:pt x="60" y="400"/>
                    </a:lnTo>
                    <a:lnTo>
                      <a:pt x="62" y="398"/>
                    </a:lnTo>
                    <a:lnTo>
                      <a:pt x="65" y="396"/>
                    </a:lnTo>
                    <a:lnTo>
                      <a:pt x="69" y="394"/>
                    </a:lnTo>
                    <a:lnTo>
                      <a:pt x="70" y="393"/>
                    </a:lnTo>
                    <a:lnTo>
                      <a:pt x="72" y="392"/>
                    </a:lnTo>
                    <a:lnTo>
                      <a:pt x="73" y="391"/>
                    </a:lnTo>
                    <a:lnTo>
                      <a:pt x="75" y="390"/>
                    </a:lnTo>
                    <a:lnTo>
                      <a:pt x="76" y="389"/>
                    </a:lnTo>
                    <a:lnTo>
                      <a:pt x="78" y="388"/>
                    </a:lnTo>
                    <a:lnTo>
                      <a:pt x="79" y="387"/>
                    </a:lnTo>
                    <a:lnTo>
                      <a:pt x="81" y="386"/>
                    </a:lnTo>
                    <a:lnTo>
                      <a:pt x="82" y="385"/>
                    </a:lnTo>
                    <a:lnTo>
                      <a:pt x="83" y="384"/>
                    </a:lnTo>
                    <a:lnTo>
                      <a:pt x="85" y="383"/>
                    </a:lnTo>
                    <a:lnTo>
                      <a:pt x="85" y="383"/>
                    </a:lnTo>
                    <a:lnTo>
                      <a:pt x="86" y="383"/>
                    </a:lnTo>
                    <a:lnTo>
                      <a:pt x="87" y="383"/>
                    </a:lnTo>
                    <a:lnTo>
                      <a:pt x="87" y="383"/>
                    </a:lnTo>
                    <a:lnTo>
                      <a:pt x="88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2"/>
                    </a:lnTo>
                    <a:lnTo>
                      <a:pt x="89" y="381"/>
                    </a:lnTo>
                    <a:lnTo>
                      <a:pt x="90" y="381"/>
                    </a:lnTo>
                    <a:lnTo>
                      <a:pt x="90" y="381"/>
                    </a:lnTo>
                    <a:lnTo>
                      <a:pt x="91" y="380"/>
                    </a:lnTo>
                    <a:lnTo>
                      <a:pt x="92" y="380"/>
                    </a:lnTo>
                    <a:lnTo>
                      <a:pt x="92" y="380"/>
                    </a:lnTo>
                    <a:lnTo>
                      <a:pt x="93" y="379"/>
                    </a:lnTo>
                    <a:lnTo>
                      <a:pt x="93" y="379"/>
                    </a:lnTo>
                    <a:lnTo>
                      <a:pt x="94" y="379"/>
                    </a:lnTo>
                    <a:lnTo>
                      <a:pt x="95" y="378"/>
                    </a:lnTo>
                    <a:lnTo>
                      <a:pt x="95" y="378"/>
                    </a:lnTo>
                    <a:lnTo>
                      <a:pt x="99" y="376"/>
                    </a:lnTo>
                    <a:lnTo>
                      <a:pt x="104" y="374"/>
                    </a:lnTo>
                    <a:lnTo>
                      <a:pt x="108" y="372"/>
                    </a:lnTo>
                    <a:lnTo>
                      <a:pt x="112" y="370"/>
                    </a:lnTo>
                    <a:lnTo>
                      <a:pt x="116" y="368"/>
                    </a:lnTo>
                    <a:lnTo>
                      <a:pt x="120" y="366"/>
                    </a:lnTo>
                    <a:lnTo>
                      <a:pt x="124" y="364"/>
                    </a:lnTo>
                    <a:lnTo>
                      <a:pt x="128" y="362"/>
                    </a:lnTo>
                    <a:lnTo>
                      <a:pt x="133" y="360"/>
                    </a:lnTo>
                    <a:lnTo>
                      <a:pt x="137" y="358"/>
                    </a:lnTo>
                    <a:lnTo>
                      <a:pt x="141" y="356"/>
                    </a:lnTo>
                    <a:lnTo>
                      <a:pt x="145" y="354"/>
                    </a:lnTo>
                    <a:lnTo>
                      <a:pt x="149" y="353"/>
                    </a:lnTo>
                    <a:lnTo>
                      <a:pt x="153" y="351"/>
                    </a:lnTo>
                    <a:lnTo>
                      <a:pt x="157" y="349"/>
                    </a:lnTo>
                    <a:lnTo>
                      <a:pt x="161" y="347"/>
                    </a:lnTo>
                    <a:lnTo>
                      <a:pt x="163" y="346"/>
                    </a:lnTo>
                    <a:lnTo>
                      <a:pt x="166" y="345"/>
                    </a:lnTo>
                    <a:lnTo>
                      <a:pt x="170" y="343"/>
                    </a:lnTo>
                    <a:lnTo>
                      <a:pt x="174" y="341"/>
                    </a:lnTo>
                    <a:lnTo>
                      <a:pt x="178" y="339"/>
                    </a:lnTo>
                    <a:lnTo>
                      <a:pt x="182" y="337"/>
                    </a:lnTo>
                    <a:lnTo>
                      <a:pt x="186" y="335"/>
                    </a:lnTo>
                    <a:lnTo>
                      <a:pt x="191" y="333"/>
                    </a:lnTo>
                    <a:lnTo>
                      <a:pt x="195" y="331"/>
                    </a:lnTo>
                    <a:lnTo>
                      <a:pt x="200" y="329"/>
                    </a:lnTo>
                    <a:lnTo>
                      <a:pt x="204" y="327"/>
                    </a:lnTo>
                    <a:lnTo>
                      <a:pt x="207" y="325"/>
                    </a:lnTo>
                    <a:lnTo>
                      <a:pt x="211" y="324"/>
                    </a:lnTo>
                    <a:lnTo>
                      <a:pt x="212" y="324"/>
                    </a:lnTo>
                    <a:lnTo>
                      <a:pt x="216" y="322"/>
                    </a:lnTo>
                    <a:lnTo>
                      <a:pt x="220" y="320"/>
                    </a:lnTo>
                    <a:lnTo>
                      <a:pt x="225" y="318"/>
                    </a:lnTo>
                    <a:lnTo>
                      <a:pt x="229" y="316"/>
                    </a:lnTo>
                    <a:lnTo>
                      <a:pt x="233" y="314"/>
                    </a:lnTo>
                    <a:lnTo>
                      <a:pt x="237" y="312"/>
                    </a:lnTo>
                    <a:lnTo>
                      <a:pt x="239" y="311"/>
                    </a:lnTo>
                    <a:lnTo>
                      <a:pt x="241" y="310"/>
                    </a:lnTo>
                    <a:lnTo>
                      <a:pt x="246" y="308"/>
                    </a:lnTo>
                    <a:lnTo>
                      <a:pt x="250" y="306"/>
                    </a:lnTo>
                    <a:lnTo>
                      <a:pt x="254" y="304"/>
                    </a:lnTo>
                    <a:lnTo>
                      <a:pt x="259" y="302"/>
                    </a:lnTo>
                    <a:lnTo>
                      <a:pt x="262" y="301"/>
                    </a:lnTo>
                    <a:lnTo>
                      <a:pt x="267" y="299"/>
                    </a:lnTo>
                    <a:lnTo>
                      <a:pt x="271" y="297"/>
                    </a:lnTo>
                    <a:lnTo>
                      <a:pt x="275" y="295"/>
                    </a:lnTo>
                    <a:lnTo>
                      <a:pt x="276" y="295"/>
                    </a:lnTo>
                    <a:lnTo>
                      <a:pt x="280" y="294"/>
                    </a:lnTo>
                    <a:lnTo>
                      <a:pt x="284" y="292"/>
                    </a:lnTo>
                    <a:lnTo>
                      <a:pt x="289" y="290"/>
                    </a:lnTo>
                    <a:lnTo>
                      <a:pt x="292" y="289"/>
                    </a:lnTo>
                    <a:lnTo>
                      <a:pt x="297" y="287"/>
                    </a:lnTo>
                    <a:lnTo>
                      <a:pt x="301" y="285"/>
                    </a:lnTo>
                    <a:lnTo>
                      <a:pt x="306" y="284"/>
                    </a:lnTo>
                    <a:lnTo>
                      <a:pt x="311" y="282"/>
                    </a:lnTo>
                    <a:lnTo>
                      <a:pt x="315" y="280"/>
                    </a:lnTo>
                    <a:lnTo>
                      <a:pt x="320" y="279"/>
                    </a:lnTo>
                    <a:lnTo>
                      <a:pt x="323" y="277"/>
                    </a:lnTo>
                    <a:lnTo>
                      <a:pt x="328" y="275"/>
                    </a:lnTo>
                    <a:lnTo>
                      <a:pt x="332" y="274"/>
                    </a:lnTo>
                    <a:lnTo>
                      <a:pt x="337" y="272"/>
                    </a:lnTo>
                    <a:lnTo>
                      <a:pt x="341" y="270"/>
                    </a:lnTo>
                    <a:lnTo>
                      <a:pt x="346" y="268"/>
                    </a:lnTo>
                    <a:lnTo>
                      <a:pt x="349" y="267"/>
                    </a:lnTo>
                    <a:lnTo>
                      <a:pt x="354" y="265"/>
                    </a:lnTo>
                    <a:lnTo>
                      <a:pt x="358" y="265"/>
                    </a:lnTo>
                    <a:lnTo>
                      <a:pt x="363" y="263"/>
                    </a:lnTo>
                    <a:lnTo>
                      <a:pt x="368" y="261"/>
                    </a:lnTo>
                    <a:lnTo>
                      <a:pt x="372" y="260"/>
                    </a:lnTo>
                    <a:lnTo>
                      <a:pt x="377" y="258"/>
                    </a:lnTo>
                    <a:lnTo>
                      <a:pt x="380" y="256"/>
                    </a:lnTo>
                    <a:lnTo>
                      <a:pt x="385" y="255"/>
                    </a:lnTo>
                    <a:lnTo>
                      <a:pt x="389" y="253"/>
                    </a:lnTo>
                    <a:lnTo>
                      <a:pt x="394" y="251"/>
                    </a:lnTo>
                    <a:lnTo>
                      <a:pt x="398" y="250"/>
                    </a:lnTo>
                    <a:lnTo>
                      <a:pt x="403" y="248"/>
                    </a:lnTo>
                    <a:lnTo>
                      <a:pt x="407" y="247"/>
                    </a:lnTo>
                    <a:lnTo>
                      <a:pt x="411" y="245"/>
                    </a:lnTo>
                    <a:lnTo>
                      <a:pt x="416" y="243"/>
                    </a:lnTo>
                    <a:lnTo>
                      <a:pt x="420" y="242"/>
                    </a:lnTo>
                    <a:lnTo>
                      <a:pt x="425" y="240"/>
                    </a:lnTo>
                    <a:lnTo>
                      <a:pt x="429" y="239"/>
                    </a:lnTo>
                    <a:lnTo>
                      <a:pt x="434" y="237"/>
                    </a:lnTo>
                    <a:lnTo>
                      <a:pt x="438" y="236"/>
                    </a:lnTo>
                    <a:lnTo>
                      <a:pt x="442" y="235"/>
                    </a:lnTo>
                    <a:lnTo>
                      <a:pt x="447" y="234"/>
                    </a:lnTo>
                    <a:lnTo>
                      <a:pt x="451" y="232"/>
                    </a:lnTo>
                    <a:lnTo>
                      <a:pt x="456" y="230"/>
                    </a:lnTo>
                    <a:lnTo>
                      <a:pt x="461" y="229"/>
                    </a:lnTo>
                    <a:lnTo>
                      <a:pt x="465" y="227"/>
                    </a:lnTo>
                    <a:lnTo>
                      <a:pt x="466" y="227"/>
                    </a:lnTo>
                    <a:lnTo>
                      <a:pt x="469" y="226"/>
                    </a:lnTo>
                    <a:lnTo>
                      <a:pt x="473" y="224"/>
                    </a:lnTo>
                    <a:lnTo>
                      <a:pt x="478" y="223"/>
                    </a:lnTo>
                    <a:lnTo>
                      <a:pt x="482" y="221"/>
                    </a:lnTo>
                    <a:lnTo>
                      <a:pt x="487" y="220"/>
                    </a:lnTo>
                    <a:lnTo>
                      <a:pt x="492" y="218"/>
                    </a:lnTo>
                    <a:lnTo>
                      <a:pt x="495" y="217"/>
                    </a:lnTo>
                    <a:lnTo>
                      <a:pt x="500" y="215"/>
                    </a:lnTo>
                    <a:lnTo>
                      <a:pt x="504" y="214"/>
                    </a:lnTo>
                    <a:lnTo>
                      <a:pt x="509" y="212"/>
                    </a:lnTo>
                    <a:lnTo>
                      <a:pt x="514" y="211"/>
                    </a:lnTo>
                    <a:lnTo>
                      <a:pt x="518" y="210"/>
                    </a:lnTo>
                    <a:lnTo>
                      <a:pt x="523" y="208"/>
                    </a:lnTo>
                    <a:lnTo>
                      <a:pt x="526" y="207"/>
                    </a:lnTo>
                    <a:lnTo>
                      <a:pt x="531" y="206"/>
                    </a:lnTo>
                    <a:lnTo>
                      <a:pt x="536" y="205"/>
                    </a:lnTo>
                    <a:lnTo>
                      <a:pt x="540" y="203"/>
                    </a:lnTo>
                    <a:lnTo>
                      <a:pt x="545" y="202"/>
                    </a:lnTo>
                    <a:lnTo>
                      <a:pt x="549" y="201"/>
                    </a:lnTo>
                    <a:lnTo>
                      <a:pt x="553" y="199"/>
                    </a:lnTo>
                    <a:lnTo>
                      <a:pt x="558" y="198"/>
                    </a:lnTo>
                    <a:lnTo>
                      <a:pt x="562" y="196"/>
                    </a:lnTo>
                    <a:lnTo>
                      <a:pt x="567" y="195"/>
                    </a:lnTo>
                    <a:lnTo>
                      <a:pt x="571" y="194"/>
                    </a:lnTo>
                    <a:lnTo>
                      <a:pt x="576" y="192"/>
                    </a:lnTo>
                    <a:lnTo>
                      <a:pt x="580" y="191"/>
                    </a:lnTo>
                    <a:lnTo>
                      <a:pt x="584" y="190"/>
                    </a:lnTo>
                    <a:lnTo>
                      <a:pt x="589" y="188"/>
                    </a:lnTo>
                    <a:lnTo>
                      <a:pt x="593" y="187"/>
                    </a:lnTo>
                    <a:lnTo>
                      <a:pt x="598" y="185"/>
                    </a:lnTo>
                    <a:lnTo>
                      <a:pt x="602" y="184"/>
                    </a:lnTo>
                    <a:lnTo>
                      <a:pt x="607" y="183"/>
                    </a:lnTo>
                    <a:lnTo>
                      <a:pt x="611" y="182"/>
                    </a:lnTo>
                    <a:lnTo>
                      <a:pt x="615" y="180"/>
                    </a:lnTo>
                    <a:lnTo>
                      <a:pt x="620" y="179"/>
                    </a:lnTo>
                    <a:lnTo>
                      <a:pt x="624" y="178"/>
                    </a:lnTo>
                    <a:lnTo>
                      <a:pt x="629" y="177"/>
                    </a:lnTo>
                    <a:lnTo>
                      <a:pt x="633" y="176"/>
                    </a:lnTo>
                    <a:lnTo>
                      <a:pt x="637" y="175"/>
                    </a:lnTo>
                    <a:lnTo>
                      <a:pt x="642" y="173"/>
                    </a:lnTo>
                    <a:lnTo>
                      <a:pt x="646" y="172"/>
                    </a:lnTo>
                    <a:lnTo>
                      <a:pt x="651" y="171"/>
                    </a:lnTo>
                    <a:lnTo>
                      <a:pt x="654" y="170"/>
                    </a:lnTo>
                    <a:lnTo>
                      <a:pt x="657" y="169"/>
                    </a:lnTo>
                    <a:lnTo>
                      <a:pt x="661" y="168"/>
                    </a:lnTo>
                    <a:lnTo>
                      <a:pt x="664" y="167"/>
                    </a:lnTo>
                    <a:lnTo>
                      <a:pt x="670" y="166"/>
                    </a:lnTo>
                    <a:lnTo>
                      <a:pt x="677" y="164"/>
                    </a:lnTo>
                    <a:lnTo>
                      <a:pt x="683" y="162"/>
                    </a:lnTo>
                    <a:lnTo>
                      <a:pt x="690" y="160"/>
                    </a:lnTo>
                    <a:lnTo>
                      <a:pt x="691" y="160"/>
                    </a:lnTo>
                    <a:lnTo>
                      <a:pt x="691" y="159"/>
                    </a:lnTo>
                    <a:lnTo>
                      <a:pt x="690" y="158"/>
                    </a:lnTo>
                    <a:lnTo>
                      <a:pt x="689" y="155"/>
                    </a:lnTo>
                    <a:lnTo>
                      <a:pt x="689" y="155"/>
                    </a:lnTo>
                    <a:lnTo>
                      <a:pt x="690" y="155"/>
                    </a:lnTo>
                    <a:lnTo>
                      <a:pt x="690" y="155"/>
                    </a:lnTo>
                    <a:lnTo>
                      <a:pt x="691" y="154"/>
                    </a:lnTo>
                    <a:lnTo>
                      <a:pt x="692" y="154"/>
                    </a:lnTo>
                    <a:lnTo>
                      <a:pt x="693" y="153"/>
                    </a:lnTo>
                    <a:lnTo>
                      <a:pt x="694" y="152"/>
                    </a:lnTo>
                    <a:lnTo>
                      <a:pt x="694" y="152"/>
                    </a:lnTo>
                    <a:lnTo>
                      <a:pt x="695" y="151"/>
                    </a:lnTo>
                    <a:lnTo>
                      <a:pt x="695" y="150"/>
                    </a:lnTo>
                    <a:lnTo>
                      <a:pt x="697" y="149"/>
                    </a:lnTo>
                    <a:lnTo>
                      <a:pt x="698" y="148"/>
                    </a:lnTo>
                    <a:lnTo>
                      <a:pt x="699" y="148"/>
                    </a:lnTo>
                    <a:lnTo>
                      <a:pt x="700" y="147"/>
                    </a:lnTo>
                    <a:lnTo>
                      <a:pt x="701" y="147"/>
                    </a:lnTo>
                    <a:lnTo>
                      <a:pt x="703" y="146"/>
                    </a:lnTo>
                    <a:lnTo>
                      <a:pt x="704" y="145"/>
                    </a:lnTo>
                    <a:lnTo>
                      <a:pt x="705" y="143"/>
                    </a:lnTo>
                    <a:lnTo>
                      <a:pt x="707" y="142"/>
                    </a:lnTo>
                    <a:lnTo>
                      <a:pt x="708" y="141"/>
                    </a:lnTo>
                    <a:lnTo>
                      <a:pt x="710" y="140"/>
                    </a:lnTo>
                    <a:lnTo>
                      <a:pt x="713" y="138"/>
                    </a:lnTo>
                    <a:lnTo>
                      <a:pt x="716" y="135"/>
                    </a:lnTo>
                    <a:lnTo>
                      <a:pt x="716" y="135"/>
                    </a:lnTo>
                    <a:lnTo>
                      <a:pt x="719" y="132"/>
                    </a:lnTo>
                    <a:lnTo>
                      <a:pt x="722" y="130"/>
                    </a:lnTo>
                    <a:lnTo>
                      <a:pt x="725" y="127"/>
                    </a:lnTo>
                    <a:lnTo>
                      <a:pt x="729" y="124"/>
                    </a:lnTo>
                    <a:lnTo>
                      <a:pt x="732" y="121"/>
                    </a:lnTo>
                    <a:lnTo>
                      <a:pt x="736" y="118"/>
                    </a:lnTo>
                    <a:lnTo>
                      <a:pt x="740" y="115"/>
                    </a:lnTo>
                    <a:lnTo>
                      <a:pt x="748" y="109"/>
                    </a:lnTo>
                    <a:lnTo>
                      <a:pt x="755" y="102"/>
                    </a:lnTo>
                    <a:lnTo>
                      <a:pt x="764" y="95"/>
                    </a:lnTo>
                    <a:lnTo>
                      <a:pt x="772" y="88"/>
                    </a:lnTo>
                    <a:lnTo>
                      <a:pt x="776" y="86"/>
                    </a:lnTo>
                    <a:lnTo>
                      <a:pt x="781" y="82"/>
                    </a:lnTo>
                    <a:lnTo>
                      <a:pt x="784" y="79"/>
                    </a:lnTo>
                    <a:lnTo>
                      <a:pt x="789" y="75"/>
                    </a:lnTo>
                    <a:lnTo>
                      <a:pt x="793" y="71"/>
                    </a:lnTo>
                    <a:lnTo>
                      <a:pt x="797" y="68"/>
                    </a:lnTo>
                    <a:lnTo>
                      <a:pt x="802" y="64"/>
                    </a:lnTo>
                    <a:lnTo>
                      <a:pt x="806" y="61"/>
                    </a:lnTo>
                    <a:lnTo>
                      <a:pt x="810" y="59"/>
                    </a:lnTo>
                    <a:lnTo>
                      <a:pt x="813" y="55"/>
                    </a:lnTo>
                    <a:lnTo>
                      <a:pt x="815" y="53"/>
                    </a:lnTo>
                    <a:lnTo>
                      <a:pt x="818" y="52"/>
                    </a:lnTo>
                    <a:lnTo>
                      <a:pt x="820" y="50"/>
                    </a:lnTo>
                    <a:lnTo>
                      <a:pt x="822" y="48"/>
                    </a:lnTo>
                    <a:lnTo>
                      <a:pt x="824" y="47"/>
                    </a:lnTo>
                    <a:lnTo>
                      <a:pt x="826" y="45"/>
                    </a:lnTo>
                    <a:lnTo>
                      <a:pt x="828" y="44"/>
                    </a:lnTo>
                    <a:lnTo>
                      <a:pt x="830" y="42"/>
                    </a:lnTo>
                    <a:lnTo>
                      <a:pt x="832" y="40"/>
                    </a:lnTo>
                    <a:lnTo>
                      <a:pt x="834" y="39"/>
                    </a:lnTo>
                    <a:lnTo>
                      <a:pt x="836" y="37"/>
                    </a:lnTo>
                    <a:lnTo>
                      <a:pt x="838" y="36"/>
                    </a:lnTo>
                    <a:lnTo>
                      <a:pt x="839" y="34"/>
                    </a:lnTo>
                    <a:lnTo>
                      <a:pt x="841" y="33"/>
                    </a:lnTo>
                    <a:lnTo>
                      <a:pt x="843" y="31"/>
                    </a:lnTo>
                    <a:lnTo>
                      <a:pt x="844" y="30"/>
                    </a:lnTo>
                    <a:lnTo>
                      <a:pt x="846" y="29"/>
                    </a:lnTo>
                    <a:lnTo>
                      <a:pt x="848" y="28"/>
                    </a:lnTo>
                    <a:lnTo>
                      <a:pt x="850" y="27"/>
                    </a:lnTo>
                    <a:lnTo>
                      <a:pt x="852" y="26"/>
                    </a:lnTo>
                    <a:lnTo>
                      <a:pt x="854" y="24"/>
                    </a:lnTo>
                    <a:lnTo>
                      <a:pt x="855" y="23"/>
                    </a:lnTo>
                    <a:lnTo>
                      <a:pt x="857" y="22"/>
                    </a:lnTo>
                    <a:lnTo>
                      <a:pt x="859" y="21"/>
                    </a:lnTo>
                    <a:lnTo>
                      <a:pt x="860" y="19"/>
                    </a:lnTo>
                    <a:lnTo>
                      <a:pt x="862" y="18"/>
                    </a:lnTo>
                    <a:lnTo>
                      <a:pt x="864" y="17"/>
                    </a:lnTo>
                    <a:lnTo>
                      <a:pt x="865" y="16"/>
                    </a:lnTo>
                    <a:lnTo>
                      <a:pt x="867" y="15"/>
                    </a:lnTo>
                    <a:lnTo>
                      <a:pt x="868" y="14"/>
                    </a:lnTo>
                    <a:lnTo>
                      <a:pt x="869" y="13"/>
                    </a:lnTo>
                    <a:lnTo>
                      <a:pt x="870" y="12"/>
                    </a:lnTo>
                    <a:lnTo>
                      <a:pt x="872" y="11"/>
                    </a:lnTo>
                    <a:lnTo>
                      <a:pt x="873" y="10"/>
                    </a:lnTo>
                    <a:lnTo>
                      <a:pt x="874" y="9"/>
                    </a:lnTo>
                    <a:lnTo>
                      <a:pt x="875" y="9"/>
                    </a:lnTo>
                    <a:lnTo>
                      <a:pt x="875" y="8"/>
                    </a:lnTo>
                    <a:lnTo>
                      <a:pt x="876" y="8"/>
                    </a:lnTo>
                    <a:lnTo>
                      <a:pt x="877" y="8"/>
                    </a:lnTo>
                    <a:lnTo>
                      <a:pt x="878" y="7"/>
                    </a:lnTo>
                    <a:lnTo>
                      <a:pt x="878" y="7"/>
                    </a:lnTo>
                    <a:lnTo>
                      <a:pt x="879" y="6"/>
                    </a:lnTo>
                    <a:lnTo>
                      <a:pt x="880" y="6"/>
                    </a:lnTo>
                    <a:lnTo>
                      <a:pt x="880" y="6"/>
                    </a:lnTo>
                    <a:lnTo>
                      <a:pt x="881" y="5"/>
                    </a:lnTo>
                    <a:lnTo>
                      <a:pt x="882" y="5"/>
                    </a:lnTo>
                    <a:lnTo>
                      <a:pt x="882" y="4"/>
                    </a:lnTo>
                    <a:lnTo>
                      <a:pt x="883" y="4"/>
                    </a:lnTo>
                    <a:lnTo>
                      <a:pt x="884" y="4"/>
                    </a:lnTo>
                    <a:lnTo>
                      <a:pt x="884" y="3"/>
                    </a:lnTo>
                    <a:lnTo>
                      <a:pt x="885" y="3"/>
                    </a:lnTo>
                    <a:lnTo>
                      <a:pt x="886" y="3"/>
                    </a:lnTo>
                    <a:lnTo>
                      <a:pt x="886" y="2"/>
                    </a:lnTo>
                    <a:lnTo>
                      <a:pt x="887" y="2"/>
                    </a:lnTo>
                    <a:lnTo>
                      <a:pt x="889" y="1"/>
                    </a:lnTo>
                    <a:lnTo>
                      <a:pt x="891" y="1"/>
                    </a:lnTo>
                    <a:lnTo>
                      <a:pt x="893" y="0"/>
                    </a:lnTo>
                    <a:lnTo>
                      <a:pt x="896" y="0"/>
                    </a:lnTo>
                    <a:lnTo>
                      <a:pt x="897" y="0"/>
                    </a:lnTo>
                    <a:lnTo>
                      <a:pt x="897" y="0"/>
                    </a:lnTo>
                    <a:close/>
                    <a:moveTo>
                      <a:pt x="872" y="63"/>
                    </a:moveTo>
                    <a:lnTo>
                      <a:pt x="870" y="64"/>
                    </a:lnTo>
                    <a:lnTo>
                      <a:pt x="868" y="66"/>
                    </a:lnTo>
                    <a:lnTo>
                      <a:pt x="867" y="67"/>
                    </a:lnTo>
                    <a:lnTo>
                      <a:pt x="866" y="68"/>
                    </a:lnTo>
                    <a:lnTo>
                      <a:pt x="866" y="68"/>
                    </a:lnTo>
                    <a:lnTo>
                      <a:pt x="864" y="70"/>
                    </a:lnTo>
                    <a:lnTo>
                      <a:pt x="862" y="71"/>
                    </a:lnTo>
                    <a:lnTo>
                      <a:pt x="860" y="73"/>
                    </a:lnTo>
                    <a:lnTo>
                      <a:pt x="858" y="74"/>
                    </a:lnTo>
                    <a:lnTo>
                      <a:pt x="856" y="76"/>
                    </a:lnTo>
                    <a:lnTo>
                      <a:pt x="854" y="77"/>
                    </a:lnTo>
                    <a:lnTo>
                      <a:pt x="852" y="79"/>
                    </a:lnTo>
                    <a:lnTo>
                      <a:pt x="850" y="80"/>
                    </a:lnTo>
                    <a:lnTo>
                      <a:pt x="848" y="82"/>
                    </a:lnTo>
                    <a:lnTo>
                      <a:pt x="846" y="84"/>
                    </a:lnTo>
                    <a:lnTo>
                      <a:pt x="844" y="85"/>
                    </a:lnTo>
                    <a:lnTo>
                      <a:pt x="842" y="87"/>
                    </a:lnTo>
                    <a:lnTo>
                      <a:pt x="840" y="88"/>
                    </a:lnTo>
                    <a:lnTo>
                      <a:pt x="837" y="91"/>
                    </a:lnTo>
                    <a:lnTo>
                      <a:pt x="832" y="94"/>
                    </a:lnTo>
                    <a:lnTo>
                      <a:pt x="828" y="98"/>
                    </a:lnTo>
                    <a:lnTo>
                      <a:pt x="824" y="101"/>
                    </a:lnTo>
                    <a:lnTo>
                      <a:pt x="820" y="105"/>
                    </a:lnTo>
                    <a:lnTo>
                      <a:pt x="815" y="108"/>
                    </a:lnTo>
                    <a:lnTo>
                      <a:pt x="811" y="112"/>
                    </a:lnTo>
                    <a:lnTo>
                      <a:pt x="808" y="115"/>
                    </a:lnTo>
                    <a:lnTo>
                      <a:pt x="803" y="118"/>
                    </a:lnTo>
                    <a:lnTo>
                      <a:pt x="799" y="121"/>
                    </a:lnTo>
                    <a:lnTo>
                      <a:pt x="791" y="128"/>
                    </a:lnTo>
                    <a:lnTo>
                      <a:pt x="790" y="129"/>
                    </a:lnTo>
                    <a:lnTo>
                      <a:pt x="790" y="129"/>
                    </a:lnTo>
                    <a:lnTo>
                      <a:pt x="792" y="128"/>
                    </a:lnTo>
                    <a:lnTo>
                      <a:pt x="794" y="127"/>
                    </a:lnTo>
                    <a:lnTo>
                      <a:pt x="795" y="127"/>
                    </a:lnTo>
                    <a:lnTo>
                      <a:pt x="797" y="126"/>
                    </a:lnTo>
                    <a:lnTo>
                      <a:pt x="799" y="125"/>
                    </a:lnTo>
                    <a:lnTo>
                      <a:pt x="800" y="125"/>
                    </a:lnTo>
                    <a:lnTo>
                      <a:pt x="802" y="124"/>
                    </a:lnTo>
                    <a:lnTo>
                      <a:pt x="803" y="123"/>
                    </a:lnTo>
                    <a:lnTo>
                      <a:pt x="805" y="123"/>
                    </a:lnTo>
                    <a:lnTo>
                      <a:pt x="806" y="122"/>
                    </a:lnTo>
                    <a:lnTo>
                      <a:pt x="808" y="121"/>
                    </a:lnTo>
                    <a:lnTo>
                      <a:pt x="810" y="121"/>
                    </a:lnTo>
                    <a:lnTo>
                      <a:pt x="811" y="120"/>
                    </a:lnTo>
                    <a:lnTo>
                      <a:pt x="812" y="119"/>
                    </a:lnTo>
                    <a:lnTo>
                      <a:pt x="813" y="119"/>
                    </a:lnTo>
                    <a:lnTo>
                      <a:pt x="815" y="118"/>
                    </a:lnTo>
                    <a:lnTo>
                      <a:pt x="816" y="118"/>
                    </a:lnTo>
                    <a:lnTo>
                      <a:pt x="818" y="118"/>
                    </a:lnTo>
                    <a:lnTo>
                      <a:pt x="819" y="117"/>
                    </a:lnTo>
                    <a:lnTo>
                      <a:pt x="821" y="116"/>
                    </a:lnTo>
                    <a:lnTo>
                      <a:pt x="822" y="115"/>
                    </a:lnTo>
                    <a:lnTo>
                      <a:pt x="824" y="115"/>
                    </a:lnTo>
                    <a:lnTo>
                      <a:pt x="825" y="114"/>
                    </a:lnTo>
                    <a:lnTo>
                      <a:pt x="827" y="113"/>
                    </a:lnTo>
                    <a:lnTo>
                      <a:pt x="828" y="113"/>
                    </a:lnTo>
                    <a:lnTo>
                      <a:pt x="830" y="112"/>
                    </a:lnTo>
                    <a:lnTo>
                      <a:pt x="831" y="111"/>
                    </a:lnTo>
                    <a:lnTo>
                      <a:pt x="833" y="110"/>
                    </a:lnTo>
                    <a:lnTo>
                      <a:pt x="834" y="110"/>
                    </a:lnTo>
                    <a:lnTo>
                      <a:pt x="835" y="109"/>
                    </a:lnTo>
                    <a:lnTo>
                      <a:pt x="837" y="108"/>
                    </a:lnTo>
                    <a:lnTo>
                      <a:pt x="838" y="107"/>
                    </a:lnTo>
                    <a:lnTo>
                      <a:pt x="839" y="106"/>
                    </a:lnTo>
                    <a:lnTo>
                      <a:pt x="840" y="106"/>
                    </a:lnTo>
                    <a:lnTo>
                      <a:pt x="841" y="105"/>
                    </a:lnTo>
                    <a:lnTo>
                      <a:pt x="843" y="104"/>
                    </a:lnTo>
                    <a:lnTo>
                      <a:pt x="844" y="103"/>
                    </a:lnTo>
                    <a:lnTo>
                      <a:pt x="846" y="102"/>
                    </a:lnTo>
                    <a:lnTo>
                      <a:pt x="847" y="102"/>
                    </a:lnTo>
                    <a:lnTo>
                      <a:pt x="848" y="101"/>
                    </a:lnTo>
                    <a:lnTo>
                      <a:pt x="850" y="100"/>
                    </a:lnTo>
                    <a:lnTo>
                      <a:pt x="851" y="99"/>
                    </a:lnTo>
                    <a:lnTo>
                      <a:pt x="852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8"/>
                    </a:lnTo>
                    <a:lnTo>
                      <a:pt x="853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4" y="97"/>
                    </a:lnTo>
                    <a:lnTo>
                      <a:pt x="855" y="97"/>
                    </a:lnTo>
                    <a:lnTo>
                      <a:pt x="855" y="96"/>
                    </a:lnTo>
                    <a:lnTo>
                      <a:pt x="855" y="96"/>
                    </a:lnTo>
                    <a:lnTo>
                      <a:pt x="856" y="96"/>
                    </a:lnTo>
                    <a:lnTo>
                      <a:pt x="856" y="95"/>
                    </a:lnTo>
                    <a:lnTo>
                      <a:pt x="856" y="95"/>
                    </a:lnTo>
                    <a:lnTo>
                      <a:pt x="857" y="95"/>
                    </a:lnTo>
                    <a:lnTo>
                      <a:pt x="857" y="95"/>
                    </a:lnTo>
                    <a:lnTo>
                      <a:pt x="857" y="94"/>
                    </a:lnTo>
                    <a:lnTo>
                      <a:pt x="858" y="94"/>
                    </a:lnTo>
                    <a:lnTo>
                      <a:pt x="858" y="94"/>
                    </a:lnTo>
                    <a:lnTo>
                      <a:pt x="858" y="93"/>
                    </a:lnTo>
                    <a:lnTo>
                      <a:pt x="859" y="93"/>
                    </a:lnTo>
                    <a:lnTo>
                      <a:pt x="859" y="93"/>
                    </a:lnTo>
                    <a:lnTo>
                      <a:pt x="859" y="92"/>
                    </a:lnTo>
                    <a:lnTo>
                      <a:pt x="860" y="92"/>
                    </a:lnTo>
                    <a:lnTo>
                      <a:pt x="860" y="92"/>
                    </a:lnTo>
                    <a:lnTo>
                      <a:pt x="860" y="91"/>
                    </a:lnTo>
                    <a:lnTo>
                      <a:pt x="861" y="91"/>
                    </a:lnTo>
                    <a:lnTo>
                      <a:pt x="861" y="91"/>
                    </a:lnTo>
                    <a:lnTo>
                      <a:pt x="861" y="90"/>
                    </a:lnTo>
                    <a:lnTo>
                      <a:pt x="862" y="90"/>
                    </a:lnTo>
                    <a:lnTo>
                      <a:pt x="862" y="90"/>
                    </a:lnTo>
                    <a:lnTo>
                      <a:pt x="862" y="89"/>
                    </a:lnTo>
                    <a:lnTo>
                      <a:pt x="863" y="89"/>
                    </a:lnTo>
                    <a:lnTo>
                      <a:pt x="863" y="89"/>
                    </a:lnTo>
                    <a:lnTo>
                      <a:pt x="863" y="88"/>
                    </a:lnTo>
                    <a:lnTo>
                      <a:pt x="863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4" y="88"/>
                    </a:lnTo>
                    <a:lnTo>
                      <a:pt x="865" y="87"/>
                    </a:lnTo>
                    <a:lnTo>
                      <a:pt x="865" y="87"/>
                    </a:lnTo>
                    <a:lnTo>
                      <a:pt x="865" y="86"/>
                    </a:lnTo>
                    <a:lnTo>
                      <a:pt x="866" y="86"/>
                    </a:lnTo>
                    <a:lnTo>
                      <a:pt x="866" y="86"/>
                    </a:lnTo>
                    <a:lnTo>
                      <a:pt x="866" y="85"/>
                    </a:lnTo>
                    <a:lnTo>
                      <a:pt x="866" y="85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7" y="84"/>
                    </a:lnTo>
                    <a:lnTo>
                      <a:pt x="868" y="83"/>
                    </a:lnTo>
                    <a:lnTo>
                      <a:pt x="868" y="83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2"/>
                    </a:lnTo>
                    <a:lnTo>
                      <a:pt x="868" y="81"/>
                    </a:lnTo>
                    <a:lnTo>
                      <a:pt x="868" y="81"/>
                    </a:lnTo>
                    <a:lnTo>
                      <a:pt x="869" y="80"/>
                    </a:lnTo>
                    <a:lnTo>
                      <a:pt x="869" y="80"/>
                    </a:lnTo>
                    <a:lnTo>
                      <a:pt x="869" y="79"/>
                    </a:lnTo>
                    <a:lnTo>
                      <a:pt x="869" y="79"/>
                    </a:lnTo>
                    <a:lnTo>
                      <a:pt x="870" y="78"/>
                    </a:lnTo>
                    <a:lnTo>
                      <a:pt x="870" y="78"/>
                    </a:lnTo>
                    <a:lnTo>
                      <a:pt x="870" y="77"/>
                    </a:lnTo>
                    <a:lnTo>
                      <a:pt x="870" y="77"/>
                    </a:lnTo>
                    <a:lnTo>
                      <a:pt x="870" y="76"/>
                    </a:lnTo>
                    <a:lnTo>
                      <a:pt x="870" y="75"/>
                    </a:lnTo>
                    <a:lnTo>
                      <a:pt x="870" y="74"/>
                    </a:lnTo>
                    <a:lnTo>
                      <a:pt x="871" y="73"/>
                    </a:lnTo>
                    <a:lnTo>
                      <a:pt x="871" y="72"/>
                    </a:lnTo>
                    <a:lnTo>
                      <a:pt x="871" y="71"/>
                    </a:lnTo>
                    <a:lnTo>
                      <a:pt x="871" y="70"/>
                    </a:lnTo>
                    <a:lnTo>
                      <a:pt x="871" y="68"/>
                    </a:lnTo>
                    <a:lnTo>
                      <a:pt x="872" y="67"/>
                    </a:lnTo>
                    <a:lnTo>
                      <a:pt x="872" y="66"/>
                    </a:lnTo>
                    <a:lnTo>
                      <a:pt x="872" y="64"/>
                    </a:lnTo>
                    <a:lnTo>
                      <a:pt x="872" y="63"/>
                    </a:lnTo>
                    <a:lnTo>
                      <a:pt x="872" y="62"/>
                    </a:lnTo>
                    <a:lnTo>
                      <a:pt x="872" y="63"/>
                    </a:lnTo>
                    <a:lnTo>
                      <a:pt x="872" y="63"/>
                    </a:lnTo>
                    <a:close/>
                  </a:path>
                </a:pathLst>
              </a:custGeom>
              <a:solidFill>
                <a:srgbClr val="234995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>
                <a:noAutofit/>
              </a:bodyPr>
              <a:lstStyle/>
              <a:p>
                <a:endParaRPr lang="zh-CN" altLang="en-US">
                  <a:solidFill>
                    <a:schemeClr val="lt1"/>
                  </a:solidFill>
                  <a:cs typeface="+mn-ea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731356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>
        <p14:warp dir="in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组合 18">
            <a:extLst>
              <a:ext uri="{FF2B5EF4-FFF2-40B4-BE49-F238E27FC236}">
                <a16:creationId xmlns:a16="http://schemas.microsoft.com/office/drawing/2014/main" id="{FF415ED4-321F-5FA6-72BE-1C91031DDAEE}"/>
              </a:ext>
            </a:extLst>
          </p:cNvPr>
          <p:cNvGrpSpPr/>
          <p:nvPr/>
        </p:nvGrpSpPr>
        <p:grpSpPr>
          <a:xfrm>
            <a:off x="923925" y="762001"/>
            <a:ext cx="10404475" cy="4952999"/>
            <a:chOff x="847725" y="114301"/>
            <a:chExt cx="9134475" cy="4952999"/>
          </a:xfrm>
        </p:grpSpPr>
        <p:sp>
          <p:nvSpPr>
            <p:cNvPr id="2" name="文本框 1">
              <a:extLst>
                <a:ext uri="{FF2B5EF4-FFF2-40B4-BE49-F238E27FC236}">
                  <a16:creationId xmlns:a16="http://schemas.microsoft.com/office/drawing/2014/main" id="{92BB2752-C438-7EDA-7520-C1A044EB7553}"/>
                </a:ext>
              </a:extLst>
            </p:cNvPr>
            <p:cNvSpPr txBox="1"/>
            <p:nvPr/>
          </p:nvSpPr>
          <p:spPr>
            <a:xfrm>
              <a:off x="1184619" y="114301"/>
              <a:ext cx="176085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模板使用字体说明</a:t>
              </a:r>
            </a:p>
          </p:txBody>
        </p:sp>
        <p:sp>
          <p:nvSpPr>
            <p:cNvPr id="3" name="文本框 2">
              <a:extLst>
                <a:ext uri="{FF2B5EF4-FFF2-40B4-BE49-F238E27FC236}">
                  <a16:creationId xmlns:a16="http://schemas.microsoft.com/office/drawing/2014/main" id="{4567F688-8723-350D-A843-797CCAD69690}"/>
                </a:ext>
              </a:extLst>
            </p:cNvPr>
            <p:cNvSpPr txBox="1"/>
            <p:nvPr/>
          </p:nvSpPr>
          <p:spPr>
            <a:xfrm>
              <a:off x="1045701" y="1567881"/>
              <a:ext cx="9614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标题字：</a:t>
              </a:r>
            </a:p>
          </p:txBody>
        </p:sp>
        <p:cxnSp>
          <p:nvCxnSpPr>
            <p:cNvPr id="7" name="直接连接符 6">
              <a:extLst>
                <a:ext uri="{FF2B5EF4-FFF2-40B4-BE49-F238E27FC236}">
                  <a16:creationId xmlns:a16="http://schemas.microsoft.com/office/drawing/2014/main" id="{87F0097E-09ED-52A6-2266-14F407A19A66}"/>
                </a:ext>
              </a:extLst>
            </p:cNvPr>
            <p:cNvCxnSpPr/>
            <p:nvPr/>
          </p:nvCxnSpPr>
          <p:spPr>
            <a:xfrm>
              <a:off x="847725" y="6731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直接连接符 8">
              <a:extLst>
                <a:ext uri="{FF2B5EF4-FFF2-40B4-BE49-F238E27FC236}">
                  <a16:creationId xmlns:a16="http://schemas.microsoft.com/office/drawing/2014/main" id="{A5D3CDDE-E0DE-A556-03BA-4093AEEE2AA7}"/>
                </a:ext>
              </a:extLst>
            </p:cNvPr>
            <p:cNvCxnSpPr>
              <a:cxnSpLocks/>
            </p:cNvCxnSpPr>
            <p:nvPr/>
          </p:nvCxnSpPr>
          <p:spPr>
            <a:xfrm>
              <a:off x="2622601" y="2302483"/>
              <a:ext cx="7359599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直接连接符 9">
              <a:extLst>
                <a:ext uri="{FF2B5EF4-FFF2-40B4-BE49-F238E27FC236}">
                  <a16:creationId xmlns:a16="http://schemas.microsoft.com/office/drawing/2014/main" id="{3F22B6C5-8C93-2937-0C23-37284150DADD}"/>
                </a:ext>
              </a:extLst>
            </p:cNvPr>
            <p:cNvCxnSpPr/>
            <p:nvPr/>
          </p:nvCxnSpPr>
          <p:spPr>
            <a:xfrm>
              <a:off x="847725" y="4342793"/>
              <a:ext cx="9134475" cy="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直接连接符 12">
              <a:extLst>
                <a:ext uri="{FF2B5EF4-FFF2-40B4-BE49-F238E27FC236}">
                  <a16:creationId xmlns:a16="http://schemas.microsoft.com/office/drawing/2014/main" id="{B2BAB608-9A2F-B05E-CC1E-FB2E10D55DB1}"/>
                </a:ext>
              </a:extLst>
            </p:cNvPr>
            <p:cNvCxnSpPr/>
            <p:nvPr/>
          </p:nvCxnSpPr>
          <p:spPr>
            <a:xfrm>
              <a:off x="847725" y="5067300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直接连接符 14">
              <a:extLst>
                <a:ext uri="{FF2B5EF4-FFF2-40B4-BE49-F238E27FC236}">
                  <a16:creationId xmlns:a16="http://schemas.microsoft.com/office/drawing/2014/main" id="{9BCD080C-CC0E-3610-4FE8-9F189692BFA7}"/>
                </a:ext>
              </a:extLst>
            </p:cNvPr>
            <p:cNvCxnSpPr/>
            <p:nvPr/>
          </p:nvCxnSpPr>
          <p:spPr>
            <a:xfrm>
              <a:off x="847725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直接连接符 15">
              <a:extLst>
                <a:ext uri="{FF2B5EF4-FFF2-40B4-BE49-F238E27FC236}">
                  <a16:creationId xmlns:a16="http://schemas.microsoft.com/office/drawing/2014/main" id="{61431D5D-9D5C-CB0A-2A5D-A2717E1A7906}"/>
                </a:ext>
              </a:extLst>
            </p:cNvPr>
            <p:cNvCxnSpPr/>
            <p:nvPr/>
          </p:nvCxnSpPr>
          <p:spPr>
            <a:xfrm>
              <a:off x="2622601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直接连接符 17">
              <a:extLst>
                <a:ext uri="{FF2B5EF4-FFF2-40B4-BE49-F238E27FC236}">
                  <a16:creationId xmlns:a16="http://schemas.microsoft.com/office/drawing/2014/main" id="{A5F75D9C-FAF4-8ADC-F177-E2A48631269D}"/>
                </a:ext>
              </a:extLst>
            </p:cNvPr>
            <p:cNvCxnSpPr/>
            <p:nvPr/>
          </p:nvCxnSpPr>
          <p:spPr>
            <a:xfrm>
              <a:off x="9982200" y="673100"/>
              <a:ext cx="0" cy="4394200"/>
            </a:xfrm>
            <a:prstGeom prst="line">
              <a:avLst/>
            </a:prstGeom>
            <a:ln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7E2950E-3198-79A0-A8A6-5CBDE904D4A6}"/>
                </a:ext>
              </a:extLst>
            </p:cNvPr>
            <p:cNvSpPr txBox="1"/>
            <p:nvPr/>
          </p:nvSpPr>
          <p:spPr>
            <a:xfrm>
              <a:off x="1045701" y="3506344"/>
              <a:ext cx="116133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内容字体：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49EC6E33-CA11-D9B1-75F8-99D7C8EF6586}"/>
                </a:ext>
              </a:extLst>
            </p:cNvPr>
            <p:cNvSpPr txBox="1"/>
            <p:nvPr/>
          </p:nvSpPr>
          <p:spPr>
            <a:xfrm>
              <a:off x="1045701" y="4520381"/>
              <a:ext cx="76165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b="1" dirty="0">
                  <a:cs typeface="+mn-ea"/>
                  <a:sym typeface="+mn-lt"/>
                </a:rPr>
                <a:t>其他：</a:t>
              </a:r>
            </a:p>
          </p:txBody>
        </p:sp>
        <p:cxnSp>
          <p:nvCxnSpPr>
            <p:cNvPr id="6" name="直接连接符 5">
              <a:extLst>
                <a:ext uri="{FF2B5EF4-FFF2-40B4-BE49-F238E27FC236}">
                  <a16:creationId xmlns:a16="http://schemas.microsoft.com/office/drawing/2014/main" id="{97F9CC07-7C46-6A77-CE73-0FEA335E6186}"/>
                </a:ext>
              </a:extLst>
            </p:cNvPr>
            <p:cNvCxnSpPr/>
            <p:nvPr/>
          </p:nvCxnSpPr>
          <p:spPr>
            <a:xfrm>
              <a:off x="847725" y="2978758"/>
              <a:ext cx="9134475" cy="0"/>
            </a:xfrm>
            <a:prstGeom prst="line">
              <a:avLst/>
            </a:prstGeom>
            <a:ln w="25400">
              <a:solidFill>
                <a:schemeClr val="bg1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2" name="文本框 21">
            <a:extLst>
              <a:ext uri="{FF2B5EF4-FFF2-40B4-BE49-F238E27FC236}">
                <a16:creationId xmlns:a16="http://schemas.microsoft.com/office/drawing/2014/main" id="{21DC7D65-7CB9-FF17-B7EF-B220FA55D567}"/>
              </a:ext>
            </a:extLst>
          </p:cNvPr>
          <p:cNvSpPr txBox="1"/>
          <p:nvPr/>
        </p:nvSpPr>
        <p:spPr>
          <a:xfrm>
            <a:off x="3545673" y="4175285"/>
            <a:ext cx="3455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中文：阿里巴巴普惠体 2.0 55 Regular</a:t>
            </a:r>
          </a:p>
        </p:txBody>
      </p:sp>
      <p:sp>
        <p:nvSpPr>
          <p:cNvPr id="23" name="缺角矩形 22">
            <a:extLst>
              <a:ext uri="{FF2B5EF4-FFF2-40B4-BE49-F238E27FC236}">
                <a16:creationId xmlns:a16="http://schemas.microsoft.com/office/drawing/2014/main" id="{EA6767BB-03D5-68F3-4FBB-58CE2C232624}"/>
              </a:ext>
            </a:extLst>
          </p:cNvPr>
          <p:cNvSpPr/>
          <p:nvPr/>
        </p:nvSpPr>
        <p:spPr>
          <a:xfrm>
            <a:off x="920309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69005AC2-6F7F-8036-CFBD-3AEC45295461}"/>
              </a:ext>
            </a:extLst>
          </p:cNvPr>
          <p:cNvSpPr txBox="1"/>
          <p:nvPr/>
        </p:nvSpPr>
        <p:spPr>
          <a:xfrm>
            <a:off x="6827790" y="3858719"/>
            <a:ext cx="3455874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英文 </a:t>
            </a:r>
            <a:r>
              <a:rPr lang="en-US" altLang="zh-CN" sz="1400" dirty="0">
                <a:cs typeface="+mn-ea"/>
                <a:sym typeface="+mn-lt"/>
              </a:rPr>
              <a:t>/ </a:t>
            </a:r>
            <a:r>
              <a:rPr lang="zh-CN" altLang="en-US" sz="1400" dirty="0">
                <a:cs typeface="+mn-ea"/>
                <a:sym typeface="+mn-lt"/>
              </a:rPr>
              <a:t>数字：</a:t>
            </a:r>
            <a:endParaRPr lang="en-US" altLang="zh-CN" sz="1400" dirty="0">
              <a:cs typeface="+mn-ea"/>
              <a:sym typeface="+mn-lt"/>
            </a:endParaRPr>
          </a:p>
          <a:p>
            <a:r>
              <a:rPr lang="fr-FR" altLang="zh-CN" sz="1400" dirty="0">
                <a:cs typeface="+mn-ea"/>
                <a:sym typeface="+mn-lt"/>
              </a:rPr>
              <a:t>HarmonyOS Sans SC</a:t>
            </a:r>
          </a:p>
          <a:p>
            <a:r>
              <a:rPr lang="en-US" altLang="zh-CN" sz="1400" dirty="0" err="1">
                <a:cs typeface="+mn-ea"/>
                <a:sym typeface="+mn-lt"/>
              </a:rPr>
              <a:t>MiSans</a:t>
            </a:r>
            <a:r>
              <a:rPr lang="en-US" altLang="zh-CN" sz="1400" dirty="0">
                <a:cs typeface="+mn-ea"/>
                <a:sym typeface="+mn-lt"/>
              </a:rPr>
              <a:t>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9988DF80-1C8D-7242-7B11-8436D8D3FDAF}"/>
              </a:ext>
            </a:extLst>
          </p:cNvPr>
          <p:cNvSpPr txBox="1"/>
          <p:nvPr/>
        </p:nvSpPr>
        <p:spPr>
          <a:xfrm>
            <a:off x="3559174" y="3116273"/>
            <a:ext cx="206534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cs typeface="+mn-ea"/>
                <a:sym typeface="+mn-lt"/>
              </a:rPr>
              <a:t>思源黑体 </a:t>
            </a:r>
            <a:r>
              <a:rPr lang="en-US" altLang="zh-CN" sz="1400" dirty="0">
                <a:cs typeface="+mn-ea"/>
                <a:sym typeface="+mn-lt"/>
              </a:rPr>
              <a:t>CN Heavy</a:t>
            </a:r>
            <a:endParaRPr lang="zh-CN" altLang="en-US" sz="1400" dirty="0">
              <a:cs typeface="+mn-ea"/>
              <a:sym typeface="+mn-lt"/>
            </a:endParaRPr>
          </a:p>
        </p:txBody>
      </p:sp>
      <p:sp>
        <p:nvSpPr>
          <p:cNvPr id="48" name="缺角矩形 47">
            <a:extLst>
              <a:ext uri="{FF2B5EF4-FFF2-40B4-BE49-F238E27FC236}">
                <a16:creationId xmlns:a16="http://schemas.microsoft.com/office/drawing/2014/main" id="{50F6FC90-1869-B64A-A356-DDCBE7689DF3}"/>
              </a:ext>
            </a:extLst>
          </p:cNvPr>
          <p:cNvSpPr/>
          <p:nvPr/>
        </p:nvSpPr>
        <p:spPr>
          <a:xfrm>
            <a:off x="3401795" y="759455"/>
            <a:ext cx="298891" cy="298891"/>
          </a:xfrm>
          <a:prstGeom prst="plaque">
            <a:avLst>
              <a:gd name="adj" fmla="val 50000"/>
            </a:avLst>
          </a:prstGeom>
          <a:solidFill>
            <a:srgbClr val="FF52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6B35FB08-4BA3-6B7D-5FCD-5F6FF00D0630}"/>
              </a:ext>
            </a:extLst>
          </p:cNvPr>
          <p:cNvSpPr txBox="1"/>
          <p:nvPr/>
        </p:nvSpPr>
        <p:spPr>
          <a:xfrm>
            <a:off x="3494672" y="1719911"/>
            <a:ext cx="5262979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6600" dirty="0">
                <a:latin typeface="思源黑体 CN Heavy" panose="020B0A00000000000000" pitchFamily="34" charset="-122"/>
                <a:ea typeface="思源黑体 CN Heavy" panose="020B0A00000000000000" pitchFamily="34" charset="-122"/>
                <a:cs typeface="+mn-ea"/>
                <a:sym typeface="+mn-lt"/>
              </a:rPr>
              <a:t>毕业论文答辩</a:t>
            </a:r>
          </a:p>
        </p:txBody>
      </p:sp>
    </p:spTree>
    <p:extLst>
      <p:ext uri="{BB962C8B-B14F-4D97-AF65-F5344CB8AC3E}">
        <p14:creationId xmlns:p14="http://schemas.microsoft.com/office/powerpoint/2010/main" val="16890569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ADF3773D-1A08-5FE5-E954-78522110419C}"/>
              </a:ext>
            </a:extLst>
          </p:cNvPr>
          <p:cNvSpPr txBox="1"/>
          <p:nvPr/>
        </p:nvSpPr>
        <p:spPr>
          <a:xfrm>
            <a:off x="993792" y="4799615"/>
            <a:ext cx="9927083" cy="142038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51PPT模板网，幻灯片演示模板及素材 </a:t>
            </a:r>
            <a:r>
              <a:rPr lang="zh-CN" altLang="en-US" sz="3200" b="1" dirty="0">
                <a:solidFill>
                  <a:schemeClr val="bg1"/>
                </a:solidFill>
                <a:cs typeface="+mn-ea"/>
                <a:sym typeface="+mn-lt"/>
              </a:rPr>
              <a:t>免费 </a:t>
            </a: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下载！</a:t>
            </a:r>
          </a:p>
          <a:p>
            <a:pPr>
              <a:lnSpc>
                <a:spcPct val="150000"/>
              </a:lnSpc>
            </a:pPr>
            <a:r>
              <a:rPr lang="zh-CN" altLang="en-US" sz="2800" dirty="0">
                <a:solidFill>
                  <a:schemeClr val="bg1"/>
                </a:solidFill>
                <a:cs typeface="+mn-ea"/>
                <a:sym typeface="+mn-lt"/>
              </a:rPr>
              <a:t>51PPT模板网 唯一访问网址：www.51pptmoban.com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B270F3C-DD99-28EE-69F4-9F827B82C657}"/>
              </a:ext>
            </a:extLst>
          </p:cNvPr>
          <p:cNvSpPr txBox="1"/>
          <p:nvPr/>
        </p:nvSpPr>
        <p:spPr>
          <a:xfrm>
            <a:off x="993792" y="1504133"/>
            <a:ext cx="10987303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400" dirty="0">
                <a:solidFill>
                  <a:srgbClr val="FF0000"/>
                </a:solidFill>
                <a:cs typeface="+mn-ea"/>
                <a:sym typeface="+mn-lt"/>
              </a:rPr>
              <a:t>©51PPT</a:t>
            </a:r>
            <a:r>
              <a:rPr lang="zh-CN" altLang="en-US" sz="1400" dirty="0">
                <a:solidFill>
                  <a:srgbClr val="FF0000"/>
                </a:solidFill>
                <a:cs typeface="+mn-ea"/>
                <a:sym typeface="+mn-lt"/>
              </a:rPr>
              <a:t>模板网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</a:t>
            </a:r>
            <a:r>
              <a:rPr lang="en-US" altLang="zh-CN" sz="1400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www.51pptmoban.com 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原创作品。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endParaRPr lang="en-US" altLang="zh-CN" sz="1400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  <a:p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仅供学习参考之用！未经许可</a:t>
            </a:r>
            <a:r>
              <a:rPr lang="en-US" altLang="zh-CN" sz="1400" b="1" dirty="0">
                <a:solidFill>
                  <a:srgbClr val="FF0000"/>
                </a:solidFill>
                <a:cs typeface="+mn-ea"/>
                <a:sym typeface="+mn-lt"/>
              </a:rPr>
              <a:t>PPT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源文件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禁止在网站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( PC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、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M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端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 ) / App 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小程序 </a:t>
            </a:r>
            <a:r>
              <a:rPr lang="en-US" altLang="zh-CN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/ 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各自媒体等平台擅自更改作品归属并</a:t>
            </a:r>
            <a:r>
              <a:rPr lang="zh-CN" altLang="en-US" sz="1400" b="1" dirty="0">
                <a:solidFill>
                  <a:srgbClr val="FF0000"/>
                </a:solidFill>
                <a:cs typeface="+mn-ea"/>
                <a:sym typeface="+mn-lt"/>
              </a:rPr>
              <a:t>传播、贩卖、转载</a:t>
            </a:r>
            <a:r>
              <a:rPr lang="zh-CN" altLang="en-US" sz="1400" b="1" dirty="0">
                <a:solidFill>
                  <a:schemeClr val="tx1">
                    <a:lumMod val="85000"/>
                    <a:lumOff val="15000"/>
                  </a:schemeClr>
                </a:solidFill>
                <a:cs typeface="+mn-ea"/>
                <a:sym typeface="+mn-lt"/>
              </a:rPr>
              <a:t>！</a:t>
            </a:r>
            <a:endParaRPr lang="en-US" altLang="zh-CN" sz="1400" b="1" dirty="0">
              <a:solidFill>
                <a:schemeClr val="tx1">
                  <a:lumMod val="85000"/>
                  <a:lumOff val="15000"/>
                </a:schemeClr>
              </a:solidFill>
              <a:cs typeface="+mn-ea"/>
              <a:sym typeface="+mn-lt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EB5D94C-4B58-72F2-C389-BFDBEFD17544}"/>
              </a:ext>
            </a:extLst>
          </p:cNvPr>
          <p:cNvGrpSpPr/>
          <p:nvPr/>
        </p:nvGrpSpPr>
        <p:grpSpPr>
          <a:xfrm>
            <a:off x="1051327" y="2542919"/>
            <a:ext cx="5486926" cy="2072285"/>
            <a:chOff x="5864446" y="2755192"/>
            <a:chExt cx="5413154" cy="2044423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1C742F94-3F34-64B9-2538-76AAC745F6D1}"/>
                </a:ext>
              </a:extLst>
            </p:cNvPr>
            <p:cNvSpPr/>
            <p:nvPr/>
          </p:nvSpPr>
          <p:spPr>
            <a:xfrm>
              <a:off x="5864446" y="2755192"/>
              <a:ext cx="5413154" cy="2044423"/>
            </a:xfrm>
            <a:prstGeom prst="roundRect">
              <a:avLst>
                <a:gd name="adj" fmla="val 9348"/>
              </a:avLst>
            </a:prstGeom>
            <a:solidFill>
              <a:srgbClr val="07C160"/>
            </a:solidFill>
            <a:ln w="38100"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cs typeface="+mn-ea"/>
                <a:sym typeface="+mn-lt"/>
              </a:endParaRPr>
            </a:p>
          </p:txBody>
        </p:sp>
        <p:pic>
          <p:nvPicPr>
            <p:cNvPr id="7" name="图片 6">
              <a:extLst>
                <a:ext uri="{FF2B5EF4-FFF2-40B4-BE49-F238E27FC236}">
                  <a16:creationId xmlns:a16="http://schemas.microsoft.com/office/drawing/2014/main" id="{08E05D50-75C5-239B-14E8-BBB73E2F93F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096000" y="2898774"/>
              <a:ext cx="4911664" cy="17684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65461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2.2"/>
</p:tagLst>
</file>

<file path=ppt/theme/theme1.xml><?xml version="1.0" encoding="utf-8"?>
<a:theme xmlns:a="http://schemas.openxmlformats.org/drawingml/2006/main" name="51PPT模板网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2ubikxvs">
      <a:majorFont>
        <a:latin typeface="HarmonyOS Sans SC Light" panose="020F0302020204030204"/>
        <a:ea typeface="阿里巴巴普惠体 2.0 55 Regular"/>
        <a:cs typeface=""/>
      </a:majorFont>
      <a:minorFont>
        <a:latin typeface="HarmonyOS Sans SC Light" panose="020F0502020204030204"/>
        <a:ea typeface="阿里巴巴普惠体 2.0 55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2548</Words>
  <Application>Microsoft Office PowerPoint</Application>
  <PresentationFormat>宽屏</PresentationFormat>
  <Paragraphs>223</Paragraphs>
  <Slides>25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3" baseType="lpstr">
      <vt:lpstr>HarmonyOS Sans SC Black</vt:lpstr>
      <vt:lpstr>HarmonyOS Sans SC Light</vt:lpstr>
      <vt:lpstr>MiSans Semibold</vt:lpstr>
      <vt:lpstr>等线</vt:lpstr>
      <vt:lpstr>思源黑体 CN Heavy</vt:lpstr>
      <vt:lpstr>思源黑体 CN Normal</vt:lpstr>
      <vt:lpstr>Arial</vt:lpstr>
      <vt:lpstr>51PPT模板网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>51PPT模板网</Manager>
  <Company>www.51pptmoban.com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蓝金简约学术风毕业论文答辩PPT模板</dc:title>
  <dc:creator>©51PPT模板网（www.51pptmoban.com）</dc:creator>
  <dc:description>51PPT模板网，幻灯片演示模板及素材免费下载！_x000d_
51PPT模板网 唯一访问网址：www.51pptmoban.com</dc:description>
  <cp:lastModifiedBy>©51PPT模板网（www.51pptmoban.com）</cp:lastModifiedBy>
  <cp:revision>63</cp:revision>
  <dcterms:created xsi:type="dcterms:W3CDTF">2026-03-23T13:00:23Z</dcterms:created>
  <dcterms:modified xsi:type="dcterms:W3CDTF">2026-04-06T08:55:06Z</dcterms:modified>
  <cp:contentStatus>蓝金简约学术风毕业论文答辩PPT模板，www.51pptmoban.com</cp:contentStatus>
  <cp:version>51pptmoban.com（V51PPT-26040603版）</cp:version>
</cp:coreProperties>
</file>