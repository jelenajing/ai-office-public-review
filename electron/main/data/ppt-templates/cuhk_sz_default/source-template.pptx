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14999965" r:id="rId6"/>
  </p:sldIdLst>
  <p:sldSz cx="12192000" cy="6858000"/>
  <p:notesSz cx="6805613" cy="9939338"/>
  <p:embeddedFontLs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49" userDrawn="1">
          <p15:clr>
            <a:srgbClr val="A4A3A4"/>
          </p15:clr>
        </p15:guide>
        <p15:guide id="2" pos="995" userDrawn="1">
          <p15:clr>
            <a:srgbClr val="A4A3A4"/>
          </p15:clr>
        </p15:guide>
        <p15:guide id="3" orient="horz" pos="1188" userDrawn="1">
          <p15:clr>
            <a:srgbClr val="A4A3A4"/>
          </p15:clr>
        </p15:guide>
        <p15:guide id="4" orient="horz" pos="4177" userDrawn="1">
          <p15:clr>
            <a:srgbClr val="A4A3A4"/>
          </p15:clr>
        </p15:guide>
        <p15:guide id="5" orient="horz" pos="39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126E"/>
    <a:srgbClr val="DDA300"/>
    <a:srgbClr val="7F7F7F"/>
    <a:srgbClr val="E5E0E7"/>
    <a:srgbClr val="DAC6DA"/>
    <a:srgbClr val="750E6C"/>
    <a:srgbClr val="750F6D"/>
    <a:srgbClr val="F2EFF2"/>
    <a:srgbClr val="F4E5C4"/>
    <a:srgbClr val="F0DC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5628" autoAdjust="0"/>
  </p:normalViewPr>
  <p:slideViewPr>
    <p:cSldViewPr snapToGrid="0" showGuides="1">
      <p:cViewPr varScale="1">
        <p:scale>
          <a:sx n="124" d="100"/>
          <a:sy n="124" d="100"/>
        </p:scale>
        <p:origin x="682" y="96"/>
      </p:cViewPr>
      <p:guideLst>
        <p:guide pos="249"/>
        <p:guide pos="995"/>
        <p:guide orient="horz" pos="1188"/>
        <p:guide orient="horz" pos="4177"/>
        <p:guide orient="horz" pos="398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99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customXml" Target="../customXml/item4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6298" cy="5420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5134" y="0"/>
            <a:ext cx="2926298" cy="5420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696C064A-D61B-4B21-B757-51A9B82445B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261129"/>
            <a:ext cx="2926298" cy="5420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5134" y="10261129"/>
            <a:ext cx="2926298" cy="5420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2EBFE-1018-4F0A-BF73-F8C3027242A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F778D-8837-45C9-AA32-4A22EBFB64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F778D-8837-45C9-AA32-4A22EBFB647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D77CB0-3215-4B9E-9025-29F386E3F3BB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0808E6-53F5-4AD0-9B0D-1A634269DD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TY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-1" y="322"/>
            <a:ext cx="12192001" cy="6857356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9852615" y="249677"/>
            <a:ext cx="2020618" cy="287346"/>
            <a:chOff x="9540195" y="249677"/>
            <a:chExt cx="2020618" cy="287346"/>
          </a:xfrm>
        </p:grpSpPr>
        <p:grpSp>
          <p:nvGrpSpPr>
            <p:cNvPr id="4" name="组合 3"/>
            <p:cNvGrpSpPr/>
            <p:nvPr/>
          </p:nvGrpSpPr>
          <p:grpSpPr>
            <a:xfrm>
              <a:off x="9947428" y="297867"/>
              <a:ext cx="1613385" cy="211942"/>
              <a:chOff x="2257834" y="3070700"/>
              <a:chExt cx="7833734" cy="1029076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2257835" y="3707195"/>
                <a:ext cx="7833733" cy="392581"/>
              </a:xfrm>
              <a:custGeom>
                <a:avLst/>
                <a:gdLst>
                  <a:gd name="connsiteX0" fmla="*/ 2906744 w 3799427"/>
                  <a:gd name="connsiteY0" fmla="*/ 139732 h 190405"/>
                  <a:gd name="connsiteX1" fmla="*/ 2886742 w 3799427"/>
                  <a:gd name="connsiteY1" fmla="*/ 140494 h 190405"/>
                  <a:gd name="connsiteX2" fmla="*/ 2870930 w 3799427"/>
                  <a:gd name="connsiteY2" fmla="*/ 160210 h 190405"/>
                  <a:gd name="connsiteX3" fmla="*/ 2898362 w 3799427"/>
                  <a:gd name="connsiteY3" fmla="*/ 184499 h 190405"/>
                  <a:gd name="connsiteX4" fmla="*/ 2898458 w 3799427"/>
                  <a:gd name="connsiteY4" fmla="*/ 184594 h 190405"/>
                  <a:gd name="connsiteX5" fmla="*/ 2933319 w 3799427"/>
                  <a:gd name="connsiteY5" fmla="*/ 156686 h 190405"/>
                  <a:gd name="connsiteX6" fmla="*/ 2906744 w 3799427"/>
                  <a:gd name="connsiteY6" fmla="*/ 139732 h 190405"/>
                  <a:gd name="connsiteX7" fmla="*/ 2444401 w 3799427"/>
                  <a:gd name="connsiteY7" fmla="*/ 139732 h 190405"/>
                  <a:gd name="connsiteX8" fmla="*/ 2424399 w 3799427"/>
                  <a:gd name="connsiteY8" fmla="*/ 140494 h 190405"/>
                  <a:gd name="connsiteX9" fmla="*/ 2408588 w 3799427"/>
                  <a:gd name="connsiteY9" fmla="*/ 160210 h 190405"/>
                  <a:gd name="connsiteX10" fmla="*/ 2436020 w 3799427"/>
                  <a:gd name="connsiteY10" fmla="*/ 184499 h 190405"/>
                  <a:gd name="connsiteX11" fmla="*/ 2436115 w 3799427"/>
                  <a:gd name="connsiteY11" fmla="*/ 184594 h 190405"/>
                  <a:gd name="connsiteX12" fmla="*/ 2470976 w 3799427"/>
                  <a:gd name="connsiteY12" fmla="*/ 156686 h 190405"/>
                  <a:gd name="connsiteX13" fmla="*/ 2444401 w 3799427"/>
                  <a:gd name="connsiteY13" fmla="*/ 139732 h 190405"/>
                  <a:gd name="connsiteX14" fmla="*/ 461011 w 3799427"/>
                  <a:gd name="connsiteY14" fmla="*/ 121063 h 190405"/>
                  <a:gd name="connsiteX15" fmla="*/ 460915 w 3799427"/>
                  <a:gd name="connsiteY15" fmla="*/ 121253 h 190405"/>
                  <a:gd name="connsiteX16" fmla="*/ 460908 w 3799427"/>
                  <a:gd name="connsiteY16" fmla="*/ 121245 h 190405"/>
                  <a:gd name="connsiteX17" fmla="*/ 2998566 w 3799427"/>
                  <a:gd name="connsiteY17" fmla="*/ 113347 h 190405"/>
                  <a:gd name="connsiteX18" fmla="*/ 3000947 w 3799427"/>
                  <a:gd name="connsiteY18" fmla="*/ 115919 h 190405"/>
                  <a:gd name="connsiteX19" fmla="*/ 2973039 w 3799427"/>
                  <a:gd name="connsiteY19" fmla="*/ 162020 h 190405"/>
                  <a:gd name="connsiteX20" fmla="*/ 2965133 w 3799427"/>
                  <a:gd name="connsiteY20" fmla="*/ 165639 h 190405"/>
                  <a:gd name="connsiteX21" fmla="*/ 2962847 w 3799427"/>
                  <a:gd name="connsiteY21" fmla="*/ 163353 h 190405"/>
                  <a:gd name="connsiteX22" fmla="*/ 2972848 w 3799427"/>
                  <a:gd name="connsiteY22" fmla="*/ 145256 h 190405"/>
                  <a:gd name="connsiteX23" fmla="*/ 2977516 w 3799427"/>
                  <a:gd name="connsiteY23" fmla="*/ 132588 h 190405"/>
                  <a:gd name="connsiteX24" fmla="*/ 2979706 w 3799427"/>
                  <a:gd name="connsiteY24" fmla="*/ 118872 h 190405"/>
                  <a:gd name="connsiteX25" fmla="*/ 2989708 w 3799427"/>
                  <a:gd name="connsiteY25" fmla="*/ 116395 h 190405"/>
                  <a:gd name="connsiteX26" fmla="*/ 2998566 w 3799427"/>
                  <a:gd name="connsiteY26" fmla="*/ 113347 h 190405"/>
                  <a:gd name="connsiteX27" fmla="*/ 811721 w 3799427"/>
                  <a:gd name="connsiteY27" fmla="*/ 110109 h 190405"/>
                  <a:gd name="connsiteX28" fmla="*/ 811714 w 3799427"/>
                  <a:gd name="connsiteY28" fmla="*/ 110204 h 190405"/>
                  <a:gd name="connsiteX29" fmla="*/ 811435 w 3799427"/>
                  <a:gd name="connsiteY29" fmla="*/ 110204 h 190405"/>
                  <a:gd name="connsiteX30" fmla="*/ 2895695 w 3799427"/>
                  <a:gd name="connsiteY30" fmla="*/ 55150 h 190405"/>
                  <a:gd name="connsiteX31" fmla="*/ 2876836 w 3799427"/>
                  <a:gd name="connsiteY31" fmla="*/ 77438 h 190405"/>
                  <a:gd name="connsiteX32" fmla="*/ 2898076 w 3799427"/>
                  <a:gd name="connsiteY32" fmla="*/ 102489 h 190405"/>
                  <a:gd name="connsiteX33" fmla="*/ 2917317 w 3799427"/>
                  <a:gd name="connsiteY33" fmla="*/ 82486 h 190405"/>
                  <a:gd name="connsiteX34" fmla="*/ 2895695 w 3799427"/>
                  <a:gd name="connsiteY34" fmla="*/ 55150 h 190405"/>
                  <a:gd name="connsiteX35" fmla="*/ 2433257 w 3799427"/>
                  <a:gd name="connsiteY35" fmla="*/ 55150 h 190405"/>
                  <a:gd name="connsiteX36" fmla="*/ 2414493 w 3799427"/>
                  <a:gd name="connsiteY36" fmla="*/ 77438 h 190405"/>
                  <a:gd name="connsiteX37" fmla="*/ 2435829 w 3799427"/>
                  <a:gd name="connsiteY37" fmla="*/ 102489 h 190405"/>
                  <a:gd name="connsiteX38" fmla="*/ 2454974 w 3799427"/>
                  <a:gd name="connsiteY38" fmla="*/ 82486 h 190405"/>
                  <a:gd name="connsiteX39" fmla="*/ 2433257 w 3799427"/>
                  <a:gd name="connsiteY39" fmla="*/ 55150 h 190405"/>
                  <a:gd name="connsiteX40" fmla="*/ 2699195 w 3799427"/>
                  <a:gd name="connsiteY40" fmla="*/ 54959 h 190405"/>
                  <a:gd name="connsiteX41" fmla="*/ 2673001 w 3799427"/>
                  <a:gd name="connsiteY41" fmla="*/ 88678 h 190405"/>
                  <a:gd name="connsiteX42" fmla="*/ 2704338 w 3799427"/>
                  <a:gd name="connsiteY42" fmla="*/ 134684 h 190405"/>
                  <a:gd name="connsiteX43" fmla="*/ 2728818 w 3799427"/>
                  <a:gd name="connsiteY43" fmla="*/ 100013 h 190405"/>
                  <a:gd name="connsiteX44" fmla="*/ 2699290 w 3799427"/>
                  <a:gd name="connsiteY44" fmla="*/ 54959 h 190405"/>
                  <a:gd name="connsiteX45" fmla="*/ 2236852 w 3799427"/>
                  <a:gd name="connsiteY45" fmla="*/ 54959 h 190405"/>
                  <a:gd name="connsiteX46" fmla="*/ 2236912 w 3799427"/>
                  <a:gd name="connsiteY46" fmla="*/ 54977 h 190405"/>
                  <a:gd name="connsiteX47" fmla="*/ 2216349 w 3799427"/>
                  <a:gd name="connsiteY47" fmla="*/ 65246 h 190405"/>
                  <a:gd name="connsiteX48" fmla="*/ 2210753 w 3799427"/>
                  <a:gd name="connsiteY48" fmla="*/ 88678 h 190405"/>
                  <a:gd name="connsiteX49" fmla="*/ 2241995 w 3799427"/>
                  <a:gd name="connsiteY49" fmla="*/ 134684 h 190405"/>
                  <a:gd name="connsiteX50" fmla="*/ 2266474 w 3799427"/>
                  <a:gd name="connsiteY50" fmla="*/ 100013 h 190405"/>
                  <a:gd name="connsiteX51" fmla="*/ 2249115 w 3799427"/>
                  <a:gd name="connsiteY51" fmla="*/ 58583 h 190405"/>
                  <a:gd name="connsiteX52" fmla="*/ 2236912 w 3799427"/>
                  <a:gd name="connsiteY52" fmla="*/ 54977 h 190405"/>
                  <a:gd name="connsiteX53" fmla="*/ 2236947 w 3799427"/>
                  <a:gd name="connsiteY53" fmla="*/ 54959 h 190405"/>
                  <a:gd name="connsiteX54" fmla="*/ 1890141 w 3799427"/>
                  <a:gd name="connsiteY54" fmla="*/ 54959 h 190405"/>
                  <a:gd name="connsiteX55" fmla="*/ 1864043 w 3799427"/>
                  <a:gd name="connsiteY55" fmla="*/ 88678 h 190405"/>
                  <a:gd name="connsiteX56" fmla="*/ 1895285 w 3799427"/>
                  <a:gd name="connsiteY56" fmla="*/ 134684 h 190405"/>
                  <a:gd name="connsiteX57" fmla="*/ 1919764 w 3799427"/>
                  <a:gd name="connsiteY57" fmla="*/ 100013 h 190405"/>
                  <a:gd name="connsiteX58" fmla="*/ 1890141 w 3799427"/>
                  <a:gd name="connsiteY58" fmla="*/ 54959 h 190405"/>
                  <a:gd name="connsiteX59" fmla="*/ 3656648 w 3799427"/>
                  <a:gd name="connsiteY59" fmla="*/ 54864 h 190405"/>
                  <a:gd name="connsiteX60" fmla="*/ 3631883 w 3799427"/>
                  <a:gd name="connsiteY60" fmla="*/ 86106 h 190405"/>
                  <a:gd name="connsiteX61" fmla="*/ 3676650 w 3799427"/>
                  <a:gd name="connsiteY61" fmla="*/ 86678 h 190405"/>
                  <a:gd name="connsiteX62" fmla="*/ 3656648 w 3799427"/>
                  <a:gd name="connsiteY62" fmla="*/ 54864 h 190405"/>
                  <a:gd name="connsiteX63" fmla="*/ 3276410 w 3799427"/>
                  <a:gd name="connsiteY63" fmla="*/ 54864 h 190405"/>
                  <a:gd name="connsiteX64" fmla="*/ 3251645 w 3799427"/>
                  <a:gd name="connsiteY64" fmla="*/ 86106 h 190405"/>
                  <a:gd name="connsiteX65" fmla="*/ 3296413 w 3799427"/>
                  <a:gd name="connsiteY65" fmla="*/ 86678 h 190405"/>
                  <a:gd name="connsiteX66" fmla="*/ 3276410 w 3799427"/>
                  <a:gd name="connsiteY66" fmla="*/ 54864 h 190405"/>
                  <a:gd name="connsiteX67" fmla="*/ 1428560 w 3799427"/>
                  <a:gd name="connsiteY67" fmla="*/ 54864 h 190405"/>
                  <a:gd name="connsiteX68" fmla="*/ 1403795 w 3799427"/>
                  <a:gd name="connsiteY68" fmla="*/ 86106 h 190405"/>
                  <a:gd name="connsiteX69" fmla="*/ 1448658 w 3799427"/>
                  <a:gd name="connsiteY69" fmla="*/ 86678 h 190405"/>
                  <a:gd name="connsiteX70" fmla="*/ 1428655 w 3799427"/>
                  <a:gd name="connsiteY70" fmla="*/ 54864 h 190405"/>
                  <a:gd name="connsiteX71" fmla="*/ 925830 w 3799427"/>
                  <a:gd name="connsiteY71" fmla="*/ 54864 h 190405"/>
                  <a:gd name="connsiteX72" fmla="*/ 900970 w 3799427"/>
                  <a:gd name="connsiteY72" fmla="*/ 86106 h 190405"/>
                  <a:gd name="connsiteX73" fmla="*/ 945738 w 3799427"/>
                  <a:gd name="connsiteY73" fmla="*/ 86678 h 190405"/>
                  <a:gd name="connsiteX74" fmla="*/ 925830 w 3799427"/>
                  <a:gd name="connsiteY74" fmla="*/ 54864 h 190405"/>
                  <a:gd name="connsiteX75" fmla="*/ 767049 w 3799427"/>
                  <a:gd name="connsiteY75" fmla="*/ 54864 h 190405"/>
                  <a:gd name="connsiteX76" fmla="*/ 742189 w 3799427"/>
                  <a:gd name="connsiteY76" fmla="*/ 86106 h 190405"/>
                  <a:gd name="connsiteX77" fmla="*/ 786956 w 3799427"/>
                  <a:gd name="connsiteY77" fmla="*/ 86678 h 190405"/>
                  <a:gd name="connsiteX78" fmla="*/ 767049 w 3799427"/>
                  <a:gd name="connsiteY78" fmla="*/ 54864 h 190405"/>
                  <a:gd name="connsiteX79" fmla="*/ 262033 w 3799427"/>
                  <a:gd name="connsiteY79" fmla="*/ 54864 h 190405"/>
                  <a:gd name="connsiteX80" fmla="*/ 262073 w 3799427"/>
                  <a:gd name="connsiteY80" fmla="*/ 54889 h 190405"/>
                  <a:gd name="connsiteX81" fmla="*/ 243876 w 3799427"/>
                  <a:gd name="connsiteY81" fmla="*/ 62806 h 190405"/>
                  <a:gd name="connsiteX82" fmla="*/ 237268 w 3799427"/>
                  <a:gd name="connsiteY82" fmla="*/ 86106 h 190405"/>
                  <a:gd name="connsiteX83" fmla="*/ 282036 w 3799427"/>
                  <a:gd name="connsiteY83" fmla="*/ 86678 h 190405"/>
                  <a:gd name="connsiteX84" fmla="*/ 277107 w 3799427"/>
                  <a:gd name="connsiteY84" fmla="*/ 64199 h 190405"/>
                  <a:gd name="connsiteX85" fmla="*/ 262073 w 3799427"/>
                  <a:gd name="connsiteY85" fmla="*/ 54889 h 190405"/>
                  <a:gd name="connsiteX86" fmla="*/ 262129 w 3799427"/>
                  <a:gd name="connsiteY86" fmla="*/ 54864 h 190405"/>
                  <a:gd name="connsiteX87" fmla="*/ 3432620 w 3799427"/>
                  <a:gd name="connsiteY87" fmla="*/ 51720 h 190405"/>
                  <a:gd name="connsiteX88" fmla="*/ 3487770 w 3799427"/>
                  <a:gd name="connsiteY88" fmla="*/ 52387 h 190405"/>
                  <a:gd name="connsiteX89" fmla="*/ 3505391 w 3799427"/>
                  <a:gd name="connsiteY89" fmla="*/ 51720 h 190405"/>
                  <a:gd name="connsiteX90" fmla="*/ 3505391 w 3799427"/>
                  <a:gd name="connsiteY90" fmla="*/ 56578 h 190405"/>
                  <a:gd name="connsiteX91" fmla="*/ 3483579 w 3799427"/>
                  <a:gd name="connsiteY91" fmla="*/ 82962 h 190405"/>
                  <a:gd name="connsiteX92" fmla="*/ 3446241 w 3799427"/>
                  <a:gd name="connsiteY92" fmla="*/ 131063 h 190405"/>
                  <a:gd name="connsiteX93" fmla="*/ 3452718 w 3799427"/>
                  <a:gd name="connsiteY93" fmla="*/ 131063 h 190405"/>
                  <a:gd name="connsiteX94" fmla="*/ 3474625 w 3799427"/>
                  <a:gd name="connsiteY94" fmla="*/ 130682 h 190405"/>
                  <a:gd name="connsiteX95" fmla="*/ 3495104 w 3799427"/>
                  <a:gd name="connsiteY95" fmla="*/ 128968 h 190405"/>
                  <a:gd name="connsiteX96" fmla="*/ 3497580 w 3799427"/>
                  <a:gd name="connsiteY96" fmla="*/ 128015 h 190405"/>
                  <a:gd name="connsiteX97" fmla="*/ 3498247 w 3799427"/>
                  <a:gd name="connsiteY97" fmla="*/ 126777 h 190405"/>
                  <a:gd name="connsiteX98" fmla="*/ 3501771 w 3799427"/>
                  <a:gd name="connsiteY98" fmla="*/ 111061 h 190405"/>
                  <a:gd name="connsiteX99" fmla="*/ 3507486 w 3799427"/>
                  <a:gd name="connsiteY99" fmla="*/ 111061 h 190405"/>
                  <a:gd name="connsiteX100" fmla="*/ 3505772 w 3799427"/>
                  <a:gd name="connsiteY100" fmla="*/ 124110 h 190405"/>
                  <a:gd name="connsiteX101" fmla="*/ 3504724 w 3799427"/>
                  <a:gd name="connsiteY101" fmla="*/ 136969 h 190405"/>
                  <a:gd name="connsiteX102" fmla="*/ 3491199 w 3799427"/>
                  <a:gd name="connsiteY102" fmla="*/ 138016 h 190405"/>
                  <a:gd name="connsiteX103" fmla="*/ 3451098 w 3799427"/>
                  <a:gd name="connsiteY103" fmla="*/ 137350 h 190405"/>
                  <a:gd name="connsiteX104" fmla="*/ 3423666 w 3799427"/>
                  <a:gd name="connsiteY104" fmla="*/ 138016 h 190405"/>
                  <a:gd name="connsiteX105" fmla="*/ 3423476 w 3799427"/>
                  <a:gd name="connsiteY105" fmla="*/ 138016 h 190405"/>
                  <a:gd name="connsiteX106" fmla="*/ 3422428 w 3799427"/>
                  <a:gd name="connsiteY106" fmla="*/ 133730 h 190405"/>
                  <a:gd name="connsiteX107" fmla="*/ 3437192 w 3799427"/>
                  <a:gd name="connsiteY107" fmla="*/ 117252 h 190405"/>
                  <a:gd name="connsiteX108" fmla="*/ 3470053 w 3799427"/>
                  <a:gd name="connsiteY108" fmla="*/ 76771 h 190405"/>
                  <a:gd name="connsiteX109" fmla="*/ 3483293 w 3799427"/>
                  <a:gd name="connsiteY109" fmla="*/ 58578 h 190405"/>
                  <a:gd name="connsiteX110" fmla="*/ 3461957 w 3799427"/>
                  <a:gd name="connsiteY110" fmla="*/ 58578 h 190405"/>
                  <a:gd name="connsiteX111" fmla="*/ 3447765 w 3799427"/>
                  <a:gd name="connsiteY111" fmla="*/ 59245 h 190405"/>
                  <a:gd name="connsiteX112" fmla="*/ 3440526 w 3799427"/>
                  <a:gd name="connsiteY112" fmla="*/ 60197 h 190405"/>
                  <a:gd name="connsiteX113" fmla="*/ 3439478 w 3799427"/>
                  <a:gd name="connsiteY113" fmla="*/ 61150 h 190405"/>
                  <a:gd name="connsiteX114" fmla="*/ 3438144 w 3799427"/>
                  <a:gd name="connsiteY114" fmla="*/ 65627 h 190405"/>
                  <a:gd name="connsiteX115" fmla="*/ 3436335 w 3799427"/>
                  <a:gd name="connsiteY115" fmla="*/ 76295 h 190405"/>
                  <a:gd name="connsiteX116" fmla="*/ 3431096 w 3799427"/>
                  <a:gd name="connsiteY116" fmla="*/ 76295 h 190405"/>
                  <a:gd name="connsiteX117" fmla="*/ 3432048 w 3799427"/>
                  <a:gd name="connsiteY117" fmla="*/ 58578 h 190405"/>
                  <a:gd name="connsiteX118" fmla="*/ 3431858 w 3799427"/>
                  <a:gd name="connsiteY118" fmla="*/ 52387 h 190405"/>
                  <a:gd name="connsiteX119" fmla="*/ 1283780 w 3799427"/>
                  <a:gd name="connsiteY119" fmla="*/ 50768 h 190405"/>
                  <a:gd name="connsiteX120" fmla="*/ 1305783 w 3799427"/>
                  <a:gd name="connsiteY120" fmla="*/ 51340 h 190405"/>
                  <a:gd name="connsiteX121" fmla="*/ 1327595 w 3799427"/>
                  <a:gd name="connsiteY121" fmla="*/ 50768 h 190405"/>
                  <a:gd name="connsiteX122" fmla="*/ 1327595 w 3799427"/>
                  <a:gd name="connsiteY122" fmla="*/ 56007 h 190405"/>
                  <a:gd name="connsiteX123" fmla="*/ 1318356 w 3799427"/>
                  <a:gd name="connsiteY123" fmla="*/ 56388 h 190405"/>
                  <a:gd name="connsiteX124" fmla="*/ 1315308 w 3799427"/>
                  <a:gd name="connsiteY124" fmla="*/ 67151 h 190405"/>
                  <a:gd name="connsiteX125" fmla="*/ 1337691 w 3799427"/>
                  <a:gd name="connsiteY125" fmla="*/ 121348 h 190405"/>
                  <a:gd name="connsiteX126" fmla="*/ 1349407 w 3799427"/>
                  <a:gd name="connsiteY126" fmla="*/ 94964 h 190405"/>
                  <a:gd name="connsiteX127" fmla="*/ 1357313 w 3799427"/>
                  <a:gd name="connsiteY127" fmla="*/ 75057 h 190405"/>
                  <a:gd name="connsiteX128" fmla="*/ 1356360 w 3799427"/>
                  <a:gd name="connsiteY128" fmla="*/ 56388 h 190405"/>
                  <a:gd name="connsiteX129" fmla="*/ 1348645 w 3799427"/>
                  <a:gd name="connsiteY129" fmla="*/ 56007 h 190405"/>
                  <a:gd name="connsiteX130" fmla="*/ 1348645 w 3799427"/>
                  <a:gd name="connsiteY130" fmla="*/ 50768 h 190405"/>
                  <a:gd name="connsiteX131" fmla="*/ 1366362 w 3799427"/>
                  <a:gd name="connsiteY131" fmla="*/ 51340 h 190405"/>
                  <a:gd name="connsiteX132" fmla="*/ 1384078 w 3799427"/>
                  <a:gd name="connsiteY132" fmla="*/ 50768 h 190405"/>
                  <a:gd name="connsiteX133" fmla="*/ 1384078 w 3799427"/>
                  <a:gd name="connsiteY133" fmla="*/ 56007 h 190405"/>
                  <a:gd name="connsiteX134" fmla="*/ 1378173 w 3799427"/>
                  <a:gd name="connsiteY134" fmla="*/ 56388 h 190405"/>
                  <a:gd name="connsiteX135" fmla="*/ 1367695 w 3799427"/>
                  <a:gd name="connsiteY135" fmla="*/ 68961 h 190405"/>
                  <a:gd name="connsiteX136" fmla="*/ 1367790 w 3799427"/>
                  <a:gd name="connsiteY136" fmla="*/ 68961 h 190405"/>
                  <a:gd name="connsiteX137" fmla="*/ 1345502 w 3799427"/>
                  <a:gd name="connsiteY137" fmla="*/ 117919 h 190405"/>
                  <a:gd name="connsiteX138" fmla="*/ 1337787 w 3799427"/>
                  <a:gd name="connsiteY138" fmla="*/ 138493 h 190405"/>
                  <a:gd name="connsiteX139" fmla="*/ 1328357 w 3799427"/>
                  <a:gd name="connsiteY139" fmla="*/ 138493 h 190405"/>
                  <a:gd name="connsiteX140" fmla="*/ 1295972 w 3799427"/>
                  <a:gd name="connsiteY140" fmla="*/ 62579 h 190405"/>
                  <a:gd name="connsiteX141" fmla="*/ 1290162 w 3799427"/>
                  <a:gd name="connsiteY141" fmla="*/ 56388 h 190405"/>
                  <a:gd name="connsiteX142" fmla="*/ 1283780 w 3799427"/>
                  <a:gd name="connsiteY142" fmla="*/ 56007 h 190405"/>
                  <a:gd name="connsiteX143" fmla="*/ 3722179 w 3799427"/>
                  <a:gd name="connsiteY143" fmla="*/ 48863 h 190405"/>
                  <a:gd name="connsiteX144" fmla="*/ 3723989 w 3799427"/>
                  <a:gd name="connsiteY144" fmla="*/ 49625 h 190405"/>
                  <a:gd name="connsiteX145" fmla="*/ 3723989 w 3799427"/>
                  <a:gd name="connsiteY145" fmla="*/ 65627 h 190405"/>
                  <a:gd name="connsiteX146" fmla="*/ 3724370 w 3799427"/>
                  <a:gd name="connsiteY146" fmla="*/ 65627 h 190405"/>
                  <a:gd name="connsiteX147" fmla="*/ 3738372 w 3799427"/>
                  <a:gd name="connsiteY147" fmla="*/ 53626 h 190405"/>
                  <a:gd name="connsiteX148" fmla="*/ 3753612 w 3799427"/>
                  <a:gd name="connsiteY148" fmla="*/ 48863 h 190405"/>
                  <a:gd name="connsiteX149" fmla="*/ 3784759 w 3799427"/>
                  <a:gd name="connsiteY149" fmla="*/ 81629 h 190405"/>
                  <a:gd name="connsiteX150" fmla="*/ 3784759 w 3799427"/>
                  <a:gd name="connsiteY150" fmla="*/ 117919 h 190405"/>
                  <a:gd name="connsiteX151" fmla="*/ 3785711 w 3799427"/>
                  <a:gd name="connsiteY151" fmla="*/ 128873 h 190405"/>
                  <a:gd name="connsiteX152" fmla="*/ 3791712 w 3799427"/>
                  <a:gd name="connsiteY152" fmla="*/ 131445 h 190405"/>
                  <a:gd name="connsiteX153" fmla="*/ 3799427 w 3799427"/>
                  <a:gd name="connsiteY153" fmla="*/ 132016 h 190405"/>
                  <a:gd name="connsiteX154" fmla="*/ 3799427 w 3799427"/>
                  <a:gd name="connsiteY154" fmla="*/ 137731 h 190405"/>
                  <a:gd name="connsiteX155" fmla="*/ 3783997 w 3799427"/>
                  <a:gd name="connsiteY155" fmla="*/ 137160 h 190405"/>
                  <a:gd name="connsiteX156" fmla="*/ 3768947 w 3799427"/>
                  <a:gd name="connsiteY156" fmla="*/ 137731 h 190405"/>
                  <a:gd name="connsiteX157" fmla="*/ 3768947 w 3799427"/>
                  <a:gd name="connsiteY157" fmla="*/ 84201 h 190405"/>
                  <a:gd name="connsiteX158" fmla="*/ 3747325 w 3799427"/>
                  <a:gd name="connsiteY158" fmla="*/ 60293 h 190405"/>
                  <a:gd name="connsiteX159" fmla="*/ 3724180 w 3799427"/>
                  <a:gd name="connsiteY159" fmla="*/ 77914 h 190405"/>
                  <a:gd name="connsiteX160" fmla="*/ 3723894 w 3799427"/>
                  <a:gd name="connsiteY160" fmla="*/ 77914 h 190405"/>
                  <a:gd name="connsiteX161" fmla="*/ 3723894 w 3799427"/>
                  <a:gd name="connsiteY161" fmla="*/ 117824 h 190405"/>
                  <a:gd name="connsiteX162" fmla="*/ 3724846 w 3799427"/>
                  <a:gd name="connsiteY162" fmla="*/ 128778 h 190405"/>
                  <a:gd name="connsiteX163" fmla="*/ 3730847 w 3799427"/>
                  <a:gd name="connsiteY163" fmla="*/ 131350 h 190405"/>
                  <a:gd name="connsiteX164" fmla="*/ 3739419 w 3799427"/>
                  <a:gd name="connsiteY164" fmla="*/ 131921 h 190405"/>
                  <a:gd name="connsiteX165" fmla="*/ 3739419 w 3799427"/>
                  <a:gd name="connsiteY165" fmla="*/ 137636 h 190405"/>
                  <a:gd name="connsiteX166" fmla="*/ 3715988 w 3799427"/>
                  <a:gd name="connsiteY166" fmla="*/ 137065 h 190405"/>
                  <a:gd name="connsiteX167" fmla="*/ 3692652 w 3799427"/>
                  <a:gd name="connsiteY167" fmla="*/ 137636 h 190405"/>
                  <a:gd name="connsiteX168" fmla="*/ 3692652 w 3799427"/>
                  <a:gd name="connsiteY168" fmla="*/ 131921 h 190405"/>
                  <a:gd name="connsiteX169" fmla="*/ 3701129 w 3799427"/>
                  <a:gd name="connsiteY169" fmla="*/ 131350 h 190405"/>
                  <a:gd name="connsiteX170" fmla="*/ 3707130 w 3799427"/>
                  <a:gd name="connsiteY170" fmla="*/ 128778 h 190405"/>
                  <a:gd name="connsiteX171" fmla="*/ 3708082 w 3799427"/>
                  <a:gd name="connsiteY171" fmla="*/ 117824 h 190405"/>
                  <a:gd name="connsiteX172" fmla="*/ 3708082 w 3799427"/>
                  <a:gd name="connsiteY172" fmla="*/ 75533 h 190405"/>
                  <a:gd name="connsiteX173" fmla="*/ 3706749 w 3799427"/>
                  <a:gd name="connsiteY173" fmla="*/ 63913 h 190405"/>
                  <a:gd name="connsiteX174" fmla="*/ 3699796 w 3799427"/>
                  <a:gd name="connsiteY174" fmla="*/ 61817 h 190405"/>
                  <a:gd name="connsiteX175" fmla="*/ 3692842 w 3799427"/>
                  <a:gd name="connsiteY175" fmla="*/ 61817 h 190405"/>
                  <a:gd name="connsiteX176" fmla="*/ 3692842 w 3799427"/>
                  <a:gd name="connsiteY176" fmla="*/ 56578 h 190405"/>
                  <a:gd name="connsiteX177" fmla="*/ 3722179 w 3799427"/>
                  <a:gd name="connsiteY177" fmla="*/ 48863 h 190405"/>
                  <a:gd name="connsiteX178" fmla="*/ 3342037 w 3799427"/>
                  <a:gd name="connsiteY178" fmla="*/ 48863 h 190405"/>
                  <a:gd name="connsiteX179" fmla="*/ 3343752 w 3799427"/>
                  <a:gd name="connsiteY179" fmla="*/ 49625 h 190405"/>
                  <a:gd name="connsiteX180" fmla="*/ 3343752 w 3799427"/>
                  <a:gd name="connsiteY180" fmla="*/ 65627 h 190405"/>
                  <a:gd name="connsiteX181" fmla="*/ 3344133 w 3799427"/>
                  <a:gd name="connsiteY181" fmla="*/ 65627 h 190405"/>
                  <a:gd name="connsiteX182" fmla="*/ 3358135 w 3799427"/>
                  <a:gd name="connsiteY182" fmla="*/ 53626 h 190405"/>
                  <a:gd name="connsiteX183" fmla="*/ 3373375 w 3799427"/>
                  <a:gd name="connsiteY183" fmla="*/ 48863 h 190405"/>
                  <a:gd name="connsiteX184" fmla="*/ 3404426 w 3799427"/>
                  <a:gd name="connsiteY184" fmla="*/ 81629 h 190405"/>
                  <a:gd name="connsiteX185" fmla="*/ 3404426 w 3799427"/>
                  <a:gd name="connsiteY185" fmla="*/ 117919 h 190405"/>
                  <a:gd name="connsiteX186" fmla="*/ 3405379 w 3799427"/>
                  <a:gd name="connsiteY186" fmla="*/ 128873 h 190405"/>
                  <a:gd name="connsiteX187" fmla="*/ 3411380 w 3799427"/>
                  <a:gd name="connsiteY187" fmla="*/ 131445 h 190405"/>
                  <a:gd name="connsiteX188" fmla="*/ 3419095 w 3799427"/>
                  <a:gd name="connsiteY188" fmla="*/ 132016 h 190405"/>
                  <a:gd name="connsiteX189" fmla="*/ 3419095 w 3799427"/>
                  <a:gd name="connsiteY189" fmla="*/ 137731 h 190405"/>
                  <a:gd name="connsiteX190" fmla="*/ 3403664 w 3799427"/>
                  <a:gd name="connsiteY190" fmla="*/ 137160 h 190405"/>
                  <a:gd name="connsiteX191" fmla="*/ 3388615 w 3799427"/>
                  <a:gd name="connsiteY191" fmla="*/ 137731 h 190405"/>
                  <a:gd name="connsiteX192" fmla="*/ 3388615 w 3799427"/>
                  <a:gd name="connsiteY192" fmla="*/ 84201 h 190405"/>
                  <a:gd name="connsiteX193" fmla="*/ 3366993 w 3799427"/>
                  <a:gd name="connsiteY193" fmla="*/ 60293 h 190405"/>
                  <a:gd name="connsiteX194" fmla="*/ 3343847 w 3799427"/>
                  <a:gd name="connsiteY194" fmla="*/ 77914 h 190405"/>
                  <a:gd name="connsiteX195" fmla="*/ 3343752 w 3799427"/>
                  <a:gd name="connsiteY195" fmla="*/ 77914 h 190405"/>
                  <a:gd name="connsiteX196" fmla="*/ 3343752 w 3799427"/>
                  <a:gd name="connsiteY196" fmla="*/ 117824 h 190405"/>
                  <a:gd name="connsiteX197" fmla="*/ 3344705 w 3799427"/>
                  <a:gd name="connsiteY197" fmla="*/ 128778 h 190405"/>
                  <a:gd name="connsiteX198" fmla="*/ 3350705 w 3799427"/>
                  <a:gd name="connsiteY198" fmla="*/ 131350 h 190405"/>
                  <a:gd name="connsiteX199" fmla="*/ 3359278 w 3799427"/>
                  <a:gd name="connsiteY199" fmla="*/ 131921 h 190405"/>
                  <a:gd name="connsiteX200" fmla="*/ 3359278 w 3799427"/>
                  <a:gd name="connsiteY200" fmla="*/ 137636 h 190405"/>
                  <a:gd name="connsiteX201" fmla="*/ 3335846 w 3799427"/>
                  <a:gd name="connsiteY201" fmla="*/ 137065 h 190405"/>
                  <a:gd name="connsiteX202" fmla="*/ 3312510 w 3799427"/>
                  <a:gd name="connsiteY202" fmla="*/ 137636 h 190405"/>
                  <a:gd name="connsiteX203" fmla="*/ 3312510 w 3799427"/>
                  <a:gd name="connsiteY203" fmla="*/ 131921 h 190405"/>
                  <a:gd name="connsiteX204" fmla="*/ 3320987 w 3799427"/>
                  <a:gd name="connsiteY204" fmla="*/ 131350 h 190405"/>
                  <a:gd name="connsiteX205" fmla="*/ 3326988 w 3799427"/>
                  <a:gd name="connsiteY205" fmla="*/ 128778 h 190405"/>
                  <a:gd name="connsiteX206" fmla="*/ 3327940 w 3799427"/>
                  <a:gd name="connsiteY206" fmla="*/ 117824 h 190405"/>
                  <a:gd name="connsiteX207" fmla="*/ 3327940 w 3799427"/>
                  <a:gd name="connsiteY207" fmla="*/ 75533 h 190405"/>
                  <a:gd name="connsiteX208" fmla="*/ 3326607 w 3799427"/>
                  <a:gd name="connsiteY208" fmla="*/ 63913 h 190405"/>
                  <a:gd name="connsiteX209" fmla="*/ 3319654 w 3799427"/>
                  <a:gd name="connsiteY209" fmla="*/ 61817 h 190405"/>
                  <a:gd name="connsiteX210" fmla="*/ 3312700 w 3799427"/>
                  <a:gd name="connsiteY210" fmla="*/ 61817 h 190405"/>
                  <a:gd name="connsiteX211" fmla="*/ 3312700 w 3799427"/>
                  <a:gd name="connsiteY211" fmla="*/ 56578 h 190405"/>
                  <a:gd name="connsiteX212" fmla="*/ 3342037 w 3799427"/>
                  <a:gd name="connsiteY212" fmla="*/ 48863 h 190405"/>
                  <a:gd name="connsiteX213" fmla="*/ 2777300 w 3799427"/>
                  <a:gd name="connsiteY213" fmla="*/ 48863 h 190405"/>
                  <a:gd name="connsiteX214" fmla="*/ 2779014 w 3799427"/>
                  <a:gd name="connsiteY214" fmla="*/ 49625 h 190405"/>
                  <a:gd name="connsiteX215" fmla="*/ 2779014 w 3799427"/>
                  <a:gd name="connsiteY215" fmla="*/ 65627 h 190405"/>
                  <a:gd name="connsiteX216" fmla="*/ 2779395 w 3799427"/>
                  <a:gd name="connsiteY216" fmla="*/ 65627 h 190405"/>
                  <a:gd name="connsiteX217" fmla="*/ 2793301 w 3799427"/>
                  <a:gd name="connsiteY217" fmla="*/ 53626 h 190405"/>
                  <a:gd name="connsiteX218" fmla="*/ 2808542 w 3799427"/>
                  <a:gd name="connsiteY218" fmla="*/ 48863 h 190405"/>
                  <a:gd name="connsiteX219" fmla="*/ 2839593 w 3799427"/>
                  <a:gd name="connsiteY219" fmla="*/ 81629 h 190405"/>
                  <a:gd name="connsiteX220" fmla="*/ 2839593 w 3799427"/>
                  <a:gd name="connsiteY220" fmla="*/ 117919 h 190405"/>
                  <a:gd name="connsiteX221" fmla="*/ 2840450 w 3799427"/>
                  <a:gd name="connsiteY221" fmla="*/ 128873 h 190405"/>
                  <a:gd name="connsiteX222" fmla="*/ 2846546 w 3799427"/>
                  <a:gd name="connsiteY222" fmla="*/ 131445 h 190405"/>
                  <a:gd name="connsiteX223" fmla="*/ 2854261 w 3799427"/>
                  <a:gd name="connsiteY223" fmla="*/ 132016 h 190405"/>
                  <a:gd name="connsiteX224" fmla="*/ 2854261 w 3799427"/>
                  <a:gd name="connsiteY224" fmla="*/ 137731 h 190405"/>
                  <a:gd name="connsiteX225" fmla="*/ 2838831 w 3799427"/>
                  <a:gd name="connsiteY225" fmla="*/ 137160 h 190405"/>
                  <a:gd name="connsiteX226" fmla="*/ 2823782 w 3799427"/>
                  <a:gd name="connsiteY226" fmla="*/ 137731 h 190405"/>
                  <a:gd name="connsiteX227" fmla="*/ 2823782 w 3799427"/>
                  <a:gd name="connsiteY227" fmla="*/ 84201 h 190405"/>
                  <a:gd name="connsiteX228" fmla="*/ 2802160 w 3799427"/>
                  <a:gd name="connsiteY228" fmla="*/ 60293 h 190405"/>
                  <a:gd name="connsiteX229" fmla="*/ 2779014 w 3799427"/>
                  <a:gd name="connsiteY229" fmla="*/ 77914 h 190405"/>
                  <a:gd name="connsiteX230" fmla="*/ 2779014 w 3799427"/>
                  <a:gd name="connsiteY230" fmla="*/ 117824 h 190405"/>
                  <a:gd name="connsiteX231" fmla="*/ 2779967 w 3799427"/>
                  <a:gd name="connsiteY231" fmla="*/ 128778 h 190405"/>
                  <a:gd name="connsiteX232" fmla="*/ 2785967 w 3799427"/>
                  <a:gd name="connsiteY232" fmla="*/ 131350 h 190405"/>
                  <a:gd name="connsiteX233" fmla="*/ 2794444 w 3799427"/>
                  <a:gd name="connsiteY233" fmla="*/ 131921 h 190405"/>
                  <a:gd name="connsiteX234" fmla="*/ 2794444 w 3799427"/>
                  <a:gd name="connsiteY234" fmla="*/ 137636 h 190405"/>
                  <a:gd name="connsiteX235" fmla="*/ 2771108 w 3799427"/>
                  <a:gd name="connsiteY235" fmla="*/ 137065 h 190405"/>
                  <a:gd name="connsiteX236" fmla="*/ 2747772 w 3799427"/>
                  <a:gd name="connsiteY236" fmla="*/ 137636 h 190405"/>
                  <a:gd name="connsiteX237" fmla="*/ 2747772 w 3799427"/>
                  <a:gd name="connsiteY237" fmla="*/ 131921 h 190405"/>
                  <a:gd name="connsiteX238" fmla="*/ 2756249 w 3799427"/>
                  <a:gd name="connsiteY238" fmla="*/ 131350 h 190405"/>
                  <a:gd name="connsiteX239" fmla="*/ 2762250 w 3799427"/>
                  <a:gd name="connsiteY239" fmla="*/ 128778 h 190405"/>
                  <a:gd name="connsiteX240" fmla="*/ 2763202 w 3799427"/>
                  <a:gd name="connsiteY240" fmla="*/ 117824 h 190405"/>
                  <a:gd name="connsiteX241" fmla="*/ 2763202 w 3799427"/>
                  <a:gd name="connsiteY241" fmla="*/ 75533 h 190405"/>
                  <a:gd name="connsiteX242" fmla="*/ 2761869 w 3799427"/>
                  <a:gd name="connsiteY242" fmla="*/ 63913 h 190405"/>
                  <a:gd name="connsiteX243" fmla="*/ 2754916 w 3799427"/>
                  <a:gd name="connsiteY243" fmla="*/ 61817 h 190405"/>
                  <a:gd name="connsiteX244" fmla="*/ 2747962 w 3799427"/>
                  <a:gd name="connsiteY244" fmla="*/ 61817 h 190405"/>
                  <a:gd name="connsiteX245" fmla="*/ 2747962 w 3799427"/>
                  <a:gd name="connsiteY245" fmla="*/ 56578 h 190405"/>
                  <a:gd name="connsiteX246" fmla="*/ 2777300 w 3799427"/>
                  <a:gd name="connsiteY246" fmla="*/ 48863 h 190405"/>
                  <a:gd name="connsiteX247" fmla="*/ 2314766 w 3799427"/>
                  <a:gd name="connsiteY247" fmla="*/ 48863 h 190405"/>
                  <a:gd name="connsiteX248" fmla="*/ 2316480 w 3799427"/>
                  <a:gd name="connsiteY248" fmla="*/ 49625 h 190405"/>
                  <a:gd name="connsiteX249" fmla="*/ 2316480 w 3799427"/>
                  <a:gd name="connsiteY249" fmla="*/ 65627 h 190405"/>
                  <a:gd name="connsiteX250" fmla="*/ 2316861 w 3799427"/>
                  <a:gd name="connsiteY250" fmla="*/ 65627 h 190405"/>
                  <a:gd name="connsiteX251" fmla="*/ 2330863 w 3799427"/>
                  <a:gd name="connsiteY251" fmla="*/ 53626 h 190405"/>
                  <a:gd name="connsiteX252" fmla="*/ 2346103 w 3799427"/>
                  <a:gd name="connsiteY252" fmla="*/ 48863 h 190405"/>
                  <a:gd name="connsiteX253" fmla="*/ 2377155 w 3799427"/>
                  <a:gd name="connsiteY253" fmla="*/ 81629 h 190405"/>
                  <a:gd name="connsiteX254" fmla="*/ 2377155 w 3799427"/>
                  <a:gd name="connsiteY254" fmla="*/ 117919 h 190405"/>
                  <a:gd name="connsiteX255" fmla="*/ 2378107 w 3799427"/>
                  <a:gd name="connsiteY255" fmla="*/ 128873 h 190405"/>
                  <a:gd name="connsiteX256" fmla="*/ 2384108 w 3799427"/>
                  <a:gd name="connsiteY256" fmla="*/ 131445 h 190405"/>
                  <a:gd name="connsiteX257" fmla="*/ 2391823 w 3799427"/>
                  <a:gd name="connsiteY257" fmla="*/ 132016 h 190405"/>
                  <a:gd name="connsiteX258" fmla="*/ 2391823 w 3799427"/>
                  <a:gd name="connsiteY258" fmla="*/ 137731 h 190405"/>
                  <a:gd name="connsiteX259" fmla="*/ 2376393 w 3799427"/>
                  <a:gd name="connsiteY259" fmla="*/ 137160 h 190405"/>
                  <a:gd name="connsiteX260" fmla="*/ 2361343 w 3799427"/>
                  <a:gd name="connsiteY260" fmla="*/ 137731 h 190405"/>
                  <a:gd name="connsiteX261" fmla="*/ 2361343 w 3799427"/>
                  <a:gd name="connsiteY261" fmla="*/ 84201 h 190405"/>
                  <a:gd name="connsiteX262" fmla="*/ 2339721 w 3799427"/>
                  <a:gd name="connsiteY262" fmla="*/ 60293 h 190405"/>
                  <a:gd name="connsiteX263" fmla="*/ 2316576 w 3799427"/>
                  <a:gd name="connsiteY263" fmla="*/ 77914 h 190405"/>
                  <a:gd name="connsiteX264" fmla="*/ 2316385 w 3799427"/>
                  <a:gd name="connsiteY264" fmla="*/ 77914 h 190405"/>
                  <a:gd name="connsiteX265" fmla="*/ 2316385 w 3799427"/>
                  <a:gd name="connsiteY265" fmla="*/ 117824 h 190405"/>
                  <a:gd name="connsiteX266" fmla="*/ 2317338 w 3799427"/>
                  <a:gd name="connsiteY266" fmla="*/ 128778 h 190405"/>
                  <a:gd name="connsiteX267" fmla="*/ 2323338 w 3799427"/>
                  <a:gd name="connsiteY267" fmla="*/ 131350 h 190405"/>
                  <a:gd name="connsiteX268" fmla="*/ 2331816 w 3799427"/>
                  <a:gd name="connsiteY268" fmla="*/ 131921 h 190405"/>
                  <a:gd name="connsiteX269" fmla="*/ 2331816 w 3799427"/>
                  <a:gd name="connsiteY269" fmla="*/ 137636 h 190405"/>
                  <a:gd name="connsiteX270" fmla="*/ 2308479 w 3799427"/>
                  <a:gd name="connsiteY270" fmla="*/ 137065 h 190405"/>
                  <a:gd name="connsiteX271" fmla="*/ 2285143 w 3799427"/>
                  <a:gd name="connsiteY271" fmla="*/ 137636 h 190405"/>
                  <a:gd name="connsiteX272" fmla="*/ 2285143 w 3799427"/>
                  <a:gd name="connsiteY272" fmla="*/ 131921 h 190405"/>
                  <a:gd name="connsiteX273" fmla="*/ 2293620 w 3799427"/>
                  <a:gd name="connsiteY273" fmla="*/ 131350 h 190405"/>
                  <a:gd name="connsiteX274" fmla="*/ 2299621 w 3799427"/>
                  <a:gd name="connsiteY274" fmla="*/ 128778 h 190405"/>
                  <a:gd name="connsiteX275" fmla="*/ 2300574 w 3799427"/>
                  <a:gd name="connsiteY275" fmla="*/ 117824 h 190405"/>
                  <a:gd name="connsiteX276" fmla="*/ 2300574 w 3799427"/>
                  <a:gd name="connsiteY276" fmla="*/ 75533 h 190405"/>
                  <a:gd name="connsiteX277" fmla="*/ 2299240 w 3799427"/>
                  <a:gd name="connsiteY277" fmla="*/ 63913 h 190405"/>
                  <a:gd name="connsiteX278" fmla="*/ 2292287 w 3799427"/>
                  <a:gd name="connsiteY278" fmla="*/ 61817 h 190405"/>
                  <a:gd name="connsiteX279" fmla="*/ 2285334 w 3799427"/>
                  <a:gd name="connsiteY279" fmla="*/ 61817 h 190405"/>
                  <a:gd name="connsiteX280" fmla="*/ 2285334 w 3799427"/>
                  <a:gd name="connsiteY280" fmla="*/ 56578 h 190405"/>
                  <a:gd name="connsiteX281" fmla="*/ 2314766 w 3799427"/>
                  <a:gd name="connsiteY281" fmla="*/ 48863 h 190405"/>
                  <a:gd name="connsiteX282" fmla="*/ 1499140 w 3799427"/>
                  <a:gd name="connsiteY282" fmla="*/ 48863 h 190405"/>
                  <a:gd name="connsiteX283" fmla="*/ 1500854 w 3799427"/>
                  <a:gd name="connsiteY283" fmla="*/ 49625 h 190405"/>
                  <a:gd name="connsiteX284" fmla="*/ 1500854 w 3799427"/>
                  <a:gd name="connsiteY284" fmla="*/ 68580 h 190405"/>
                  <a:gd name="connsiteX285" fmla="*/ 1501235 w 3799427"/>
                  <a:gd name="connsiteY285" fmla="*/ 68580 h 190405"/>
                  <a:gd name="connsiteX286" fmla="*/ 1511427 w 3799427"/>
                  <a:gd name="connsiteY286" fmla="*/ 56578 h 190405"/>
                  <a:gd name="connsiteX287" fmla="*/ 1527238 w 3799427"/>
                  <a:gd name="connsiteY287" fmla="*/ 48863 h 190405"/>
                  <a:gd name="connsiteX288" fmla="*/ 1535906 w 3799427"/>
                  <a:gd name="connsiteY288" fmla="*/ 50768 h 190405"/>
                  <a:gd name="connsiteX289" fmla="*/ 1534192 w 3799427"/>
                  <a:gd name="connsiteY289" fmla="*/ 73533 h 190405"/>
                  <a:gd name="connsiteX290" fmla="*/ 1530286 w 3799427"/>
                  <a:gd name="connsiteY290" fmla="*/ 73533 h 190405"/>
                  <a:gd name="connsiteX291" fmla="*/ 1517523 w 3799427"/>
                  <a:gd name="connsiteY291" fmla="*/ 64865 h 190405"/>
                  <a:gd name="connsiteX292" fmla="*/ 1500950 w 3799427"/>
                  <a:gd name="connsiteY292" fmla="*/ 85534 h 190405"/>
                  <a:gd name="connsiteX293" fmla="*/ 1500950 w 3799427"/>
                  <a:gd name="connsiteY293" fmla="*/ 117824 h 190405"/>
                  <a:gd name="connsiteX294" fmla="*/ 1501902 w 3799427"/>
                  <a:gd name="connsiteY294" fmla="*/ 128778 h 190405"/>
                  <a:gd name="connsiteX295" fmla="*/ 1509808 w 3799427"/>
                  <a:gd name="connsiteY295" fmla="*/ 131445 h 190405"/>
                  <a:gd name="connsiteX296" fmla="*/ 1519618 w 3799427"/>
                  <a:gd name="connsiteY296" fmla="*/ 132016 h 190405"/>
                  <a:gd name="connsiteX297" fmla="*/ 1519618 w 3799427"/>
                  <a:gd name="connsiteY297" fmla="*/ 137731 h 190405"/>
                  <a:gd name="connsiteX298" fmla="*/ 1493044 w 3799427"/>
                  <a:gd name="connsiteY298" fmla="*/ 137160 h 190405"/>
                  <a:gd name="connsiteX299" fmla="*/ 1469517 w 3799427"/>
                  <a:gd name="connsiteY299" fmla="*/ 137731 h 190405"/>
                  <a:gd name="connsiteX300" fmla="*/ 1469517 w 3799427"/>
                  <a:gd name="connsiteY300" fmla="*/ 132016 h 190405"/>
                  <a:gd name="connsiteX301" fmla="*/ 1478089 w 3799427"/>
                  <a:gd name="connsiteY301" fmla="*/ 131445 h 190405"/>
                  <a:gd name="connsiteX302" fmla="*/ 1484090 w 3799427"/>
                  <a:gd name="connsiteY302" fmla="*/ 128778 h 190405"/>
                  <a:gd name="connsiteX303" fmla="*/ 1485043 w 3799427"/>
                  <a:gd name="connsiteY303" fmla="*/ 117824 h 190405"/>
                  <a:gd name="connsiteX304" fmla="*/ 1485043 w 3799427"/>
                  <a:gd name="connsiteY304" fmla="*/ 75533 h 190405"/>
                  <a:gd name="connsiteX305" fmla="*/ 1483709 w 3799427"/>
                  <a:gd name="connsiteY305" fmla="*/ 63913 h 190405"/>
                  <a:gd name="connsiteX306" fmla="*/ 1476756 w 3799427"/>
                  <a:gd name="connsiteY306" fmla="*/ 61817 h 190405"/>
                  <a:gd name="connsiteX307" fmla="*/ 1469803 w 3799427"/>
                  <a:gd name="connsiteY307" fmla="*/ 61817 h 190405"/>
                  <a:gd name="connsiteX308" fmla="*/ 1469803 w 3799427"/>
                  <a:gd name="connsiteY308" fmla="*/ 56578 h 190405"/>
                  <a:gd name="connsiteX309" fmla="*/ 1499140 w 3799427"/>
                  <a:gd name="connsiteY309" fmla="*/ 48863 h 190405"/>
                  <a:gd name="connsiteX310" fmla="*/ 1162431 w 3799427"/>
                  <a:gd name="connsiteY310" fmla="*/ 48863 h 190405"/>
                  <a:gd name="connsiteX311" fmla="*/ 1164146 w 3799427"/>
                  <a:gd name="connsiteY311" fmla="*/ 49625 h 190405"/>
                  <a:gd name="connsiteX312" fmla="*/ 1164146 w 3799427"/>
                  <a:gd name="connsiteY312" fmla="*/ 65627 h 190405"/>
                  <a:gd name="connsiteX313" fmla="*/ 1164527 w 3799427"/>
                  <a:gd name="connsiteY313" fmla="*/ 65627 h 190405"/>
                  <a:gd name="connsiteX314" fmla="*/ 1178433 w 3799427"/>
                  <a:gd name="connsiteY314" fmla="*/ 53626 h 190405"/>
                  <a:gd name="connsiteX315" fmla="*/ 1193673 w 3799427"/>
                  <a:gd name="connsiteY315" fmla="*/ 48863 h 190405"/>
                  <a:gd name="connsiteX316" fmla="*/ 1224725 w 3799427"/>
                  <a:gd name="connsiteY316" fmla="*/ 81629 h 190405"/>
                  <a:gd name="connsiteX317" fmla="*/ 1224725 w 3799427"/>
                  <a:gd name="connsiteY317" fmla="*/ 117919 h 190405"/>
                  <a:gd name="connsiteX318" fmla="*/ 1225677 w 3799427"/>
                  <a:gd name="connsiteY318" fmla="*/ 128873 h 190405"/>
                  <a:gd name="connsiteX319" fmla="*/ 1231678 w 3799427"/>
                  <a:gd name="connsiteY319" fmla="*/ 131445 h 190405"/>
                  <a:gd name="connsiteX320" fmla="*/ 1239394 w 3799427"/>
                  <a:gd name="connsiteY320" fmla="*/ 132016 h 190405"/>
                  <a:gd name="connsiteX321" fmla="*/ 1239394 w 3799427"/>
                  <a:gd name="connsiteY321" fmla="*/ 137731 h 190405"/>
                  <a:gd name="connsiteX322" fmla="*/ 1223963 w 3799427"/>
                  <a:gd name="connsiteY322" fmla="*/ 137160 h 190405"/>
                  <a:gd name="connsiteX323" fmla="*/ 1208914 w 3799427"/>
                  <a:gd name="connsiteY323" fmla="*/ 137731 h 190405"/>
                  <a:gd name="connsiteX324" fmla="*/ 1208914 w 3799427"/>
                  <a:gd name="connsiteY324" fmla="*/ 84201 h 190405"/>
                  <a:gd name="connsiteX325" fmla="*/ 1187292 w 3799427"/>
                  <a:gd name="connsiteY325" fmla="*/ 60293 h 190405"/>
                  <a:gd name="connsiteX326" fmla="*/ 1164146 w 3799427"/>
                  <a:gd name="connsiteY326" fmla="*/ 77914 h 190405"/>
                  <a:gd name="connsiteX327" fmla="*/ 1164241 w 3799427"/>
                  <a:gd name="connsiteY327" fmla="*/ 77914 h 190405"/>
                  <a:gd name="connsiteX328" fmla="*/ 1164241 w 3799427"/>
                  <a:gd name="connsiteY328" fmla="*/ 117824 h 190405"/>
                  <a:gd name="connsiteX329" fmla="*/ 1165194 w 3799427"/>
                  <a:gd name="connsiteY329" fmla="*/ 128778 h 190405"/>
                  <a:gd name="connsiteX330" fmla="*/ 1171194 w 3799427"/>
                  <a:gd name="connsiteY330" fmla="*/ 131350 h 190405"/>
                  <a:gd name="connsiteX331" fmla="*/ 1179672 w 3799427"/>
                  <a:gd name="connsiteY331" fmla="*/ 131921 h 190405"/>
                  <a:gd name="connsiteX332" fmla="*/ 1179672 w 3799427"/>
                  <a:gd name="connsiteY332" fmla="*/ 137636 h 190405"/>
                  <a:gd name="connsiteX333" fmla="*/ 1156335 w 3799427"/>
                  <a:gd name="connsiteY333" fmla="*/ 137065 h 190405"/>
                  <a:gd name="connsiteX334" fmla="*/ 1132904 w 3799427"/>
                  <a:gd name="connsiteY334" fmla="*/ 137636 h 190405"/>
                  <a:gd name="connsiteX335" fmla="*/ 1132904 w 3799427"/>
                  <a:gd name="connsiteY335" fmla="*/ 131921 h 190405"/>
                  <a:gd name="connsiteX336" fmla="*/ 1141381 w 3799427"/>
                  <a:gd name="connsiteY336" fmla="*/ 131350 h 190405"/>
                  <a:gd name="connsiteX337" fmla="*/ 1147382 w 3799427"/>
                  <a:gd name="connsiteY337" fmla="*/ 128778 h 190405"/>
                  <a:gd name="connsiteX338" fmla="*/ 1148335 w 3799427"/>
                  <a:gd name="connsiteY338" fmla="*/ 117824 h 190405"/>
                  <a:gd name="connsiteX339" fmla="*/ 1148335 w 3799427"/>
                  <a:gd name="connsiteY339" fmla="*/ 75533 h 190405"/>
                  <a:gd name="connsiteX340" fmla="*/ 1147001 w 3799427"/>
                  <a:gd name="connsiteY340" fmla="*/ 63913 h 190405"/>
                  <a:gd name="connsiteX341" fmla="*/ 1140048 w 3799427"/>
                  <a:gd name="connsiteY341" fmla="*/ 61817 h 190405"/>
                  <a:gd name="connsiteX342" fmla="*/ 1133094 w 3799427"/>
                  <a:gd name="connsiteY342" fmla="*/ 61817 h 190405"/>
                  <a:gd name="connsiteX343" fmla="*/ 1133094 w 3799427"/>
                  <a:gd name="connsiteY343" fmla="*/ 56578 h 190405"/>
                  <a:gd name="connsiteX344" fmla="*/ 1162431 w 3799427"/>
                  <a:gd name="connsiteY344" fmla="*/ 48863 h 190405"/>
                  <a:gd name="connsiteX345" fmla="*/ 2902744 w 3799427"/>
                  <a:gd name="connsiteY345" fmla="*/ 48768 h 190405"/>
                  <a:gd name="connsiteX346" fmla="*/ 2925604 w 3799427"/>
                  <a:gd name="connsiteY346" fmla="*/ 56674 h 190405"/>
                  <a:gd name="connsiteX347" fmla="*/ 2952369 w 3799427"/>
                  <a:gd name="connsiteY347" fmla="*/ 55912 h 190405"/>
                  <a:gd name="connsiteX348" fmla="*/ 2953131 w 3799427"/>
                  <a:gd name="connsiteY348" fmla="*/ 58198 h 190405"/>
                  <a:gd name="connsiteX349" fmla="*/ 2948368 w 3799427"/>
                  <a:gd name="connsiteY349" fmla="*/ 65913 h 190405"/>
                  <a:gd name="connsiteX350" fmla="*/ 2931128 w 3799427"/>
                  <a:gd name="connsiteY350" fmla="*/ 65913 h 190405"/>
                  <a:gd name="connsiteX351" fmla="*/ 2933224 w 3799427"/>
                  <a:gd name="connsiteY351" fmla="*/ 76486 h 190405"/>
                  <a:gd name="connsiteX352" fmla="*/ 2920555 w 3799427"/>
                  <a:gd name="connsiteY352" fmla="*/ 99822 h 190405"/>
                  <a:gd name="connsiteX353" fmla="*/ 2894171 w 3799427"/>
                  <a:gd name="connsiteY353" fmla="*/ 108871 h 190405"/>
                  <a:gd name="connsiteX354" fmla="*/ 2890266 w 3799427"/>
                  <a:gd name="connsiteY354" fmla="*/ 108490 h 190405"/>
                  <a:gd name="connsiteX355" fmla="*/ 2881598 w 3799427"/>
                  <a:gd name="connsiteY355" fmla="*/ 119063 h 190405"/>
                  <a:gd name="connsiteX356" fmla="*/ 2895886 w 3799427"/>
                  <a:gd name="connsiteY356" fmla="*/ 126587 h 190405"/>
                  <a:gd name="connsiteX357" fmla="*/ 2925985 w 3799427"/>
                  <a:gd name="connsiteY357" fmla="*/ 126587 h 190405"/>
                  <a:gd name="connsiteX358" fmla="*/ 2948273 w 3799427"/>
                  <a:gd name="connsiteY358" fmla="*/ 149923 h 190405"/>
                  <a:gd name="connsiteX359" fmla="*/ 2897219 w 3799427"/>
                  <a:gd name="connsiteY359" fmla="*/ 190405 h 190405"/>
                  <a:gd name="connsiteX360" fmla="*/ 2856738 w 3799427"/>
                  <a:gd name="connsiteY360" fmla="*/ 162115 h 190405"/>
                  <a:gd name="connsiteX361" fmla="*/ 2861977 w 3799427"/>
                  <a:gd name="connsiteY361" fmla="*/ 147066 h 190405"/>
                  <a:gd name="connsiteX362" fmla="*/ 2878360 w 3799427"/>
                  <a:gd name="connsiteY362" fmla="*/ 138208 h 190405"/>
                  <a:gd name="connsiteX363" fmla="*/ 2865977 w 3799427"/>
                  <a:gd name="connsiteY363" fmla="*/ 127064 h 190405"/>
                  <a:gd name="connsiteX364" fmla="*/ 2868835 w 3799427"/>
                  <a:gd name="connsiteY364" fmla="*/ 119158 h 190405"/>
                  <a:gd name="connsiteX365" fmla="*/ 2883313 w 3799427"/>
                  <a:gd name="connsiteY365" fmla="*/ 108014 h 190405"/>
                  <a:gd name="connsiteX366" fmla="*/ 2883313 w 3799427"/>
                  <a:gd name="connsiteY366" fmla="*/ 107632 h 190405"/>
                  <a:gd name="connsiteX367" fmla="*/ 2861024 w 3799427"/>
                  <a:gd name="connsiteY367" fmla="*/ 82391 h 190405"/>
                  <a:gd name="connsiteX368" fmla="*/ 2875407 w 3799427"/>
                  <a:gd name="connsiteY368" fmla="*/ 56864 h 190405"/>
                  <a:gd name="connsiteX369" fmla="*/ 2902744 w 3799427"/>
                  <a:gd name="connsiteY369" fmla="*/ 48768 h 190405"/>
                  <a:gd name="connsiteX370" fmla="*/ 2703481 w 3799427"/>
                  <a:gd name="connsiteY370" fmla="*/ 48768 h 190405"/>
                  <a:gd name="connsiteX371" fmla="*/ 2746248 w 3799427"/>
                  <a:gd name="connsiteY371" fmla="*/ 91726 h 190405"/>
                  <a:gd name="connsiteX372" fmla="*/ 2696909 w 3799427"/>
                  <a:gd name="connsiteY372" fmla="*/ 140875 h 190405"/>
                  <a:gd name="connsiteX373" fmla="*/ 2655475 w 3799427"/>
                  <a:gd name="connsiteY373" fmla="*/ 96774 h 190405"/>
                  <a:gd name="connsiteX374" fmla="*/ 2703481 w 3799427"/>
                  <a:gd name="connsiteY374" fmla="*/ 48768 h 190405"/>
                  <a:gd name="connsiteX375" fmla="*/ 2440306 w 3799427"/>
                  <a:gd name="connsiteY375" fmla="*/ 48768 h 190405"/>
                  <a:gd name="connsiteX376" fmla="*/ 2463261 w 3799427"/>
                  <a:gd name="connsiteY376" fmla="*/ 56674 h 190405"/>
                  <a:gd name="connsiteX377" fmla="*/ 2490026 w 3799427"/>
                  <a:gd name="connsiteY377" fmla="*/ 55912 h 190405"/>
                  <a:gd name="connsiteX378" fmla="*/ 2490788 w 3799427"/>
                  <a:gd name="connsiteY378" fmla="*/ 58198 h 190405"/>
                  <a:gd name="connsiteX379" fmla="*/ 2486026 w 3799427"/>
                  <a:gd name="connsiteY379" fmla="*/ 65913 h 190405"/>
                  <a:gd name="connsiteX380" fmla="*/ 2468785 w 3799427"/>
                  <a:gd name="connsiteY380" fmla="*/ 65913 h 190405"/>
                  <a:gd name="connsiteX381" fmla="*/ 2470881 w 3799427"/>
                  <a:gd name="connsiteY381" fmla="*/ 76486 h 190405"/>
                  <a:gd name="connsiteX382" fmla="*/ 2458213 w 3799427"/>
                  <a:gd name="connsiteY382" fmla="*/ 99822 h 190405"/>
                  <a:gd name="connsiteX383" fmla="*/ 2431829 w 3799427"/>
                  <a:gd name="connsiteY383" fmla="*/ 108871 h 190405"/>
                  <a:gd name="connsiteX384" fmla="*/ 2427923 w 3799427"/>
                  <a:gd name="connsiteY384" fmla="*/ 108490 h 190405"/>
                  <a:gd name="connsiteX385" fmla="*/ 2419255 w 3799427"/>
                  <a:gd name="connsiteY385" fmla="*/ 119063 h 190405"/>
                  <a:gd name="connsiteX386" fmla="*/ 2433543 w 3799427"/>
                  <a:gd name="connsiteY386" fmla="*/ 126587 h 190405"/>
                  <a:gd name="connsiteX387" fmla="*/ 2463642 w 3799427"/>
                  <a:gd name="connsiteY387" fmla="*/ 126587 h 190405"/>
                  <a:gd name="connsiteX388" fmla="*/ 2485835 w 3799427"/>
                  <a:gd name="connsiteY388" fmla="*/ 149923 h 190405"/>
                  <a:gd name="connsiteX389" fmla="*/ 2434781 w 3799427"/>
                  <a:gd name="connsiteY389" fmla="*/ 190405 h 190405"/>
                  <a:gd name="connsiteX390" fmla="*/ 2394300 w 3799427"/>
                  <a:gd name="connsiteY390" fmla="*/ 162115 h 190405"/>
                  <a:gd name="connsiteX391" fmla="*/ 2399634 w 3799427"/>
                  <a:gd name="connsiteY391" fmla="*/ 147066 h 190405"/>
                  <a:gd name="connsiteX392" fmla="*/ 2416017 w 3799427"/>
                  <a:gd name="connsiteY392" fmla="*/ 138208 h 190405"/>
                  <a:gd name="connsiteX393" fmla="*/ 2403634 w 3799427"/>
                  <a:gd name="connsiteY393" fmla="*/ 127064 h 190405"/>
                  <a:gd name="connsiteX394" fmla="*/ 2406397 w 3799427"/>
                  <a:gd name="connsiteY394" fmla="*/ 119158 h 190405"/>
                  <a:gd name="connsiteX395" fmla="*/ 2420875 w 3799427"/>
                  <a:gd name="connsiteY395" fmla="*/ 108014 h 190405"/>
                  <a:gd name="connsiteX396" fmla="*/ 2420875 w 3799427"/>
                  <a:gd name="connsiteY396" fmla="*/ 107632 h 190405"/>
                  <a:gd name="connsiteX397" fmla="*/ 2398682 w 3799427"/>
                  <a:gd name="connsiteY397" fmla="*/ 82391 h 190405"/>
                  <a:gd name="connsiteX398" fmla="*/ 2412969 w 3799427"/>
                  <a:gd name="connsiteY398" fmla="*/ 56864 h 190405"/>
                  <a:gd name="connsiteX399" fmla="*/ 2440306 w 3799427"/>
                  <a:gd name="connsiteY399" fmla="*/ 48768 h 190405"/>
                  <a:gd name="connsiteX400" fmla="*/ 2241233 w 3799427"/>
                  <a:gd name="connsiteY400" fmla="*/ 48768 h 190405"/>
                  <a:gd name="connsiteX401" fmla="*/ 2284000 w 3799427"/>
                  <a:gd name="connsiteY401" fmla="*/ 91726 h 190405"/>
                  <a:gd name="connsiteX402" fmla="*/ 2234661 w 3799427"/>
                  <a:gd name="connsiteY402" fmla="*/ 140875 h 190405"/>
                  <a:gd name="connsiteX403" fmla="*/ 2234565 w 3799427"/>
                  <a:gd name="connsiteY403" fmla="*/ 140875 h 190405"/>
                  <a:gd name="connsiteX404" fmla="*/ 2193227 w 3799427"/>
                  <a:gd name="connsiteY404" fmla="*/ 96774 h 190405"/>
                  <a:gd name="connsiteX405" fmla="*/ 2241233 w 3799427"/>
                  <a:gd name="connsiteY405" fmla="*/ 48768 h 190405"/>
                  <a:gd name="connsiteX406" fmla="*/ 1894523 w 3799427"/>
                  <a:gd name="connsiteY406" fmla="*/ 48768 h 190405"/>
                  <a:gd name="connsiteX407" fmla="*/ 1937290 w 3799427"/>
                  <a:gd name="connsiteY407" fmla="*/ 91726 h 190405"/>
                  <a:gd name="connsiteX408" fmla="*/ 1887951 w 3799427"/>
                  <a:gd name="connsiteY408" fmla="*/ 140875 h 190405"/>
                  <a:gd name="connsiteX409" fmla="*/ 1846517 w 3799427"/>
                  <a:gd name="connsiteY409" fmla="*/ 96774 h 190405"/>
                  <a:gd name="connsiteX410" fmla="*/ 1894523 w 3799427"/>
                  <a:gd name="connsiteY410" fmla="*/ 48768 h 190405"/>
                  <a:gd name="connsiteX411" fmla="*/ 1642205 w 3799427"/>
                  <a:gd name="connsiteY411" fmla="*/ 48768 h 190405"/>
                  <a:gd name="connsiteX412" fmla="*/ 1643824 w 3799427"/>
                  <a:gd name="connsiteY412" fmla="*/ 49530 h 190405"/>
                  <a:gd name="connsiteX413" fmla="*/ 1643920 w 3799427"/>
                  <a:gd name="connsiteY413" fmla="*/ 49434 h 190405"/>
                  <a:gd name="connsiteX414" fmla="*/ 1643920 w 3799427"/>
                  <a:gd name="connsiteY414" fmla="*/ 117729 h 190405"/>
                  <a:gd name="connsiteX415" fmla="*/ 1644872 w 3799427"/>
                  <a:gd name="connsiteY415" fmla="*/ 128682 h 190405"/>
                  <a:gd name="connsiteX416" fmla="*/ 1650873 w 3799427"/>
                  <a:gd name="connsiteY416" fmla="*/ 131349 h 190405"/>
                  <a:gd name="connsiteX417" fmla="*/ 1659541 w 3799427"/>
                  <a:gd name="connsiteY417" fmla="*/ 131921 h 190405"/>
                  <a:gd name="connsiteX418" fmla="*/ 1659541 w 3799427"/>
                  <a:gd name="connsiteY418" fmla="*/ 137636 h 190405"/>
                  <a:gd name="connsiteX419" fmla="*/ 1636014 w 3799427"/>
                  <a:gd name="connsiteY419" fmla="*/ 137065 h 190405"/>
                  <a:gd name="connsiteX420" fmla="*/ 1612487 w 3799427"/>
                  <a:gd name="connsiteY420" fmla="*/ 137636 h 190405"/>
                  <a:gd name="connsiteX421" fmla="*/ 1612487 w 3799427"/>
                  <a:gd name="connsiteY421" fmla="*/ 131921 h 190405"/>
                  <a:gd name="connsiteX422" fmla="*/ 1621059 w 3799427"/>
                  <a:gd name="connsiteY422" fmla="*/ 131349 h 190405"/>
                  <a:gd name="connsiteX423" fmla="*/ 1627156 w 3799427"/>
                  <a:gd name="connsiteY423" fmla="*/ 128682 h 190405"/>
                  <a:gd name="connsiteX424" fmla="*/ 1628108 w 3799427"/>
                  <a:gd name="connsiteY424" fmla="*/ 117729 h 190405"/>
                  <a:gd name="connsiteX425" fmla="*/ 1628108 w 3799427"/>
                  <a:gd name="connsiteY425" fmla="*/ 75438 h 190405"/>
                  <a:gd name="connsiteX426" fmla="*/ 1626775 w 3799427"/>
                  <a:gd name="connsiteY426" fmla="*/ 63817 h 190405"/>
                  <a:gd name="connsiteX427" fmla="*/ 1619821 w 3799427"/>
                  <a:gd name="connsiteY427" fmla="*/ 61722 h 190405"/>
                  <a:gd name="connsiteX428" fmla="*/ 1612868 w 3799427"/>
                  <a:gd name="connsiteY428" fmla="*/ 61722 h 190405"/>
                  <a:gd name="connsiteX429" fmla="*/ 1612868 w 3799427"/>
                  <a:gd name="connsiteY429" fmla="*/ 56483 h 190405"/>
                  <a:gd name="connsiteX430" fmla="*/ 1642205 w 3799427"/>
                  <a:gd name="connsiteY430" fmla="*/ 48768 h 190405"/>
                  <a:gd name="connsiteX431" fmla="*/ 1576579 w 3799427"/>
                  <a:gd name="connsiteY431" fmla="*/ 48768 h 190405"/>
                  <a:gd name="connsiteX432" fmla="*/ 1600867 w 3799427"/>
                  <a:gd name="connsiteY432" fmla="*/ 53531 h 190405"/>
                  <a:gd name="connsiteX433" fmla="*/ 1599915 w 3799427"/>
                  <a:gd name="connsiteY433" fmla="*/ 74771 h 190405"/>
                  <a:gd name="connsiteX434" fmla="*/ 1594676 w 3799427"/>
                  <a:gd name="connsiteY434" fmla="*/ 74771 h 190405"/>
                  <a:gd name="connsiteX435" fmla="*/ 1594676 w 3799427"/>
                  <a:gd name="connsiteY435" fmla="*/ 70485 h 190405"/>
                  <a:gd name="connsiteX436" fmla="*/ 1572864 w 3799427"/>
                  <a:gd name="connsiteY436" fmla="*/ 55055 h 190405"/>
                  <a:gd name="connsiteX437" fmla="*/ 1554385 w 3799427"/>
                  <a:gd name="connsiteY437" fmla="*/ 70294 h 190405"/>
                  <a:gd name="connsiteX438" fmla="*/ 1574864 w 3799427"/>
                  <a:gd name="connsiteY438" fmla="*/ 85153 h 190405"/>
                  <a:gd name="connsiteX439" fmla="*/ 1607820 w 3799427"/>
                  <a:gd name="connsiteY439" fmla="*/ 109252 h 190405"/>
                  <a:gd name="connsiteX440" fmla="*/ 1566196 w 3799427"/>
                  <a:gd name="connsiteY440" fmla="*/ 140875 h 190405"/>
                  <a:gd name="connsiteX441" fmla="*/ 1539812 w 3799427"/>
                  <a:gd name="connsiteY441" fmla="*/ 136303 h 190405"/>
                  <a:gd name="connsiteX442" fmla="*/ 1541908 w 3799427"/>
                  <a:gd name="connsiteY442" fmla="*/ 110109 h 190405"/>
                  <a:gd name="connsiteX443" fmla="*/ 1542003 w 3799427"/>
                  <a:gd name="connsiteY443" fmla="*/ 110204 h 190405"/>
                  <a:gd name="connsiteX444" fmla="*/ 1547623 w 3799427"/>
                  <a:gd name="connsiteY444" fmla="*/ 110204 h 190405"/>
                  <a:gd name="connsiteX445" fmla="*/ 1547623 w 3799427"/>
                  <a:gd name="connsiteY445" fmla="*/ 117919 h 190405"/>
                  <a:gd name="connsiteX446" fmla="*/ 1571911 w 3799427"/>
                  <a:gd name="connsiteY446" fmla="*/ 133922 h 190405"/>
                  <a:gd name="connsiteX447" fmla="*/ 1593914 w 3799427"/>
                  <a:gd name="connsiteY447" fmla="*/ 116776 h 190405"/>
                  <a:gd name="connsiteX448" fmla="*/ 1584865 w 3799427"/>
                  <a:gd name="connsiteY448" fmla="*/ 104299 h 190405"/>
                  <a:gd name="connsiteX449" fmla="*/ 1557243 w 3799427"/>
                  <a:gd name="connsiteY449" fmla="*/ 96774 h 190405"/>
                  <a:gd name="connsiteX450" fmla="*/ 1541241 w 3799427"/>
                  <a:gd name="connsiteY450" fmla="*/ 76200 h 190405"/>
                  <a:gd name="connsiteX451" fmla="*/ 1576579 w 3799427"/>
                  <a:gd name="connsiteY451" fmla="*/ 48768 h 190405"/>
                  <a:gd name="connsiteX452" fmla="*/ 1269397 w 3799427"/>
                  <a:gd name="connsiteY452" fmla="*/ 48768 h 190405"/>
                  <a:gd name="connsiteX453" fmla="*/ 1271112 w 3799427"/>
                  <a:gd name="connsiteY453" fmla="*/ 49530 h 190405"/>
                  <a:gd name="connsiteX454" fmla="*/ 1271207 w 3799427"/>
                  <a:gd name="connsiteY454" fmla="*/ 49434 h 190405"/>
                  <a:gd name="connsiteX455" fmla="*/ 1271207 w 3799427"/>
                  <a:gd name="connsiteY455" fmla="*/ 117729 h 190405"/>
                  <a:gd name="connsiteX456" fmla="*/ 1272159 w 3799427"/>
                  <a:gd name="connsiteY456" fmla="*/ 128682 h 190405"/>
                  <a:gd name="connsiteX457" fmla="*/ 1278160 w 3799427"/>
                  <a:gd name="connsiteY457" fmla="*/ 131349 h 190405"/>
                  <a:gd name="connsiteX458" fmla="*/ 1286828 w 3799427"/>
                  <a:gd name="connsiteY458" fmla="*/ 131921 h 190405"/>
                  <a:gd name="connsiteX459" fmla="*/ 1286828 w 3799427"/>
                  <a:gd name="connsiteY459" fmla="*/ 137636 h 190405"/>
                  <a:gd name="connsiteX460" fmla="*/ 1263301 w 3799427"/>
                  <a:gd name="connsiteY460" fmla="*/ 137065 h 190405"/>
                  <a:gd name="connsiteX461" fmla="*/ 1239679 w 3799427"/>
                  <a:gd name="connsiteY461" fmla="*/ 137636 h 190405"/>
                  <a:gd name="connsiteX462" fmla="*/ 1239679 w 3799427"/>
                  <a:gd name="connsiteY462" fmla="*/ 131921 h 190405"/>
                  <a:gd name="connsiteX463" fmla="*/ 1248347 w 3799427"/>
                  <a:gd name="connsiteY463" fmla="*/ 131349 h 190405"/>
                  <a:gd name="connsiteX464" fmla="*/ 1254347 w 3799427"/>
                  <a:gd name="connsiteY464" fmla="*/ 128682 h 190405"/>
                  <a:gd name="connsiteX465" fmla="*/ 1255300 w 3799427"/>
                  <a:gd name="connsiteY465" fmla="*/ 117729 h 190405"/>
                  <a:gd name="connsiteX466" fmla="*/ 1255300 w 3799427"/>
                  <a:gd name="connsiteY466" fmla="*/ 75438 h 190405"/>
                  <a:gd name="connsiteX467" fmla="*/ 1253967 w 3799427"/>
                  <a:gd name="connsiteY467" fmla="*/ 63817 h 190405"/>
                  <a:gd name="connsiteX468" fmla="*/ 1247013 w 3799427"/>
                  <a:gd name="connsiteY468" fmla="*/ 61722 h 190405"/>
                  <a:gd name="connsiteX469" fmla="*/ 1240060 w 3799427"/>
                  <a:gd name="connsiteY469" fmla="*/ 61722 h 190405"/>
                  <a:gd name="connsiteX470" fmla="*/ 1240060 w 3799427"/>
                  <a:gd name="connsiteY470" fmla="*/ 56483 h 190405"/>
                  <a:gd name="connsiteX471" fmla="*/ 1269397 w 3799427"/>
                  <a:gd name="connsiteY471" fmla="*/ 48768 h 190405"/>
                  <a:gd name="connsiteX472" fmla="*/ 846201 w 3799427"/>
                  <a:gd name="connsiteY472" fmla="*/ 48768 h 190405"/>
                  <a:gd name="connsiteX473" fmla="*/ 870490 w 3799427"/>
                  <a:gd name="connsiteY473" fmla="*/ 53531 h 190405"/>
                  <a:gd name="connsiteX474" fmla="*/ 869537 w 3799427"/>
                  <a:gd name="connsiteY474" fmla="*/ 74771 h 190405"/>
                  <a:gd name="connsiteX475" fmla="*/ 864299 w 3799427"/>
                  <a:gd name="connsiteY475" fmla="*/ 74771 h 190405"/>
                  <a:gd name="connsiteX476" fmla="*/ 864299 w 3799427"/>
                  <a:gd name="connsiteY476" fmla="*/ 70485 h 190405"/>
                  <a:gd name="connsiteX477" fmla="*/ 842486 w 3799427"/>
                  <a:gd name="connsiteY477" fmla="*/ 55055 h 190405"/>
                  <a:gd name="connsiteX478" fmla="*/ 824008 w 3799427"/>
                  <a:gd name="connsiteY478" fmla="*/ 70294 h 190405"/>
                  <a:gd name="connsiteX479" fmla="*/ 844582 w 3799427"/>
                  <a:gd name="connsiteY479" fmla="*/ 85153 h 190405"/>
                  <a:gd name="connsiteX480" fmla="*/ 877633 w 3799427"/>
                  <a:gd name="connsiteY480" fmla="*/ 109252 h 190405"/>
                  <a:gd name="connsiteX481" fmla="*/ 836009 w 3799427"/>
                  <a:gd name="connsiteY481" fmla="*/ 140875 h 190405"/>
                  <a:gd name="connsiteX482" fmla="*/ 809625 w 3799427"/>
                  <a:gd name="connsiteY482" fmla="*/ 136303 h 190405"/>
                  <a:gd name="connsiteX483" fmla="*/ 811714 w 3799427"/>
                  <a:gd name="connsiteY483" fmla="*/ 110204 h 190405"/>
                  <a:gd name="connsiteX484" fmla="*/ 817054 w 3799427"/>
                  <a:gd name="connsiteY484" fmla="*/ 110204 h 190405"/>
                  <a:gd name="connsiteX485" fmla="*/ 817054 w 3799427"/>
                  <a:gd name="connsiteY485" fmla="*/ 117919 h 190405"/>
                  <a:gd name="connsiteX486" fmla="*/ 841343 w 3799427"/>
                  <a:gd name="connsiteY486" fmla="*/ 133922 h 190405"/>
                  <a:gd name="connsiteX487" fmla="*/ 863441 w 3799427"/>
                  <a:gd name="connsiteY487" fmla="*/ 116776 h 190405"/>
                  <a:gd name="connsiteX488" fmla="*/ 854393 w 3799427"/>
                  <a:gd name="connsiteY488" fmla="*/ 104299 h 190405"/>
                  <a:gd name="connsiteX489" fmla="*/ 826770 w 3799427"/>
                  <a:gd name="connsiteY489" fmla="*/ 96774 h 190405"/>
                  <a:gd name="connsiteX490" fmla="*/ 810768 w 3799427"/>
                  <a:gd name="connsiteY490" fmla="*/ 76200 h 190405"/>
                  <a:gd name="connsiteX491" fmla="*/ 846201 w 3799427"/>
                  <a:gd name="connsiteY491" fmla="*/ 48768 h 190405"/>
                  <a:gd name="connsiteX492" fmla="*/ 600171 w 3799427"/>
                  <a:gd name="connsiteY492" fmla="*/ 48768 h 190405"/>
                  <a:gd name="connsiteX493" fmla="*/ 601885 w 3799427"/>
                  <a:gd name="connsiteY493" fmla="*/ 49530 h 190405"/>
                  <a:gd name="connsiteX494" fmla="*/ 601885 w 3799427"/>
                  <a:gd name="connsiteY494" fmla="*/ 117729 h 190405"/>
                  <a:gd name="connsiteX495" fmla="*/ 602838 w 3799427"/>
                  <a:gd name="connsiteY495" fmla="*/ 128682 h 190405"/>
                  <a:gd name="connsiteX496" fmla="*/ 608839 w 3799427"/>
                  <a:gd name="connsiteY496" fmla="*/ 131349 h 190405"/>
                  <a:gd name="connsiteX497" fmla="*/ 617073 w 3799427"/>
                  <a:gd name="connsiteY497" fmla="*/ 131893 h 190405"/>
                  <a:gd name="connsiteX498" fmla="*/ 625126 w 3799427"/>
                  <a:gd name="connsiteY498" fmla="*/ 131350 h 190405"/>
                  <a:gd name="connsiteX499" fmla="*/ 631127 w 3799427"/>
                  <a:gd name="connsiteY499" fmla="*/ 128778 h 190405"/>
                  <a:gd name="connsiteX500" fmla="*/ 632079 w 3799427"/>
                  <a:gd name="connsiteY500" fmla="*/ 117824 h 190405"/>
                  <a:gd name="connsiteX501" fmla="*/ 632079 w 3799427"/>
                  <a:gd name="connsiteY501" fmla="*/ 75533 h 190405"/>
                  <a:gd name="connsiteX502" fmla="*/ 630746 w 3799427"/>
                  <a:gd name="connsiteY502" fmla="*/ 63913 h 190405"/>
                  <a:gd name="connsiteX503" fmla="*/ 623793 w 3799427"/>
                  <a:gd name="connsiteY503" fmla="*/ 61817 h 190405"/>
                  <a:gd name="connsiteX504" fmla="*/ 616839 w 3799427"/>
                  <a:gd name="connsiteY504" fmla="*/ 61817 h 190405"/>
                  <a:gd name="connsiteX505" fmla="*/ 616839 w 3799427"/>
                  <a:gd name="connsiteY505" fmla="*/ 56578 h 190405"/>
                  <a:gd name="connsiteX506" fmla="*/ 646176 w 3799427"/>
                  <a:gd name="connsiteY506" fmla="*/ 48863 h 190405"/>
                  <a:gd name="connsiteX507" fmla="*/ 647891 w 3799427"/>
                  <a:gd name="connsiteY507" fmla="*/ 49625 h 190405"/>
                  <a:gd name="connsiteX508" fmla="*/ 647891 w 3799427"/>
                  <a:gd name="connsiteY508" fmla="*/ 65627 h 190405"/>
                  <a:gd name="connsiteX509" fmla="*/ 648272 w 3799427"/>
                  <a:gd name="connsiteY509" fmla="*/ 65627 h 190405"/>
                  <a:gd name="connsiteX510" fmla="*/ 662274 w 3799427"/>
                  <a:gd name="connsiteY510" fmla="*/ 53626 h 190405"/>
                  <a:gd name="connsiteX511" fmla="*/ 677514 w 3799427"/>
                  <a:gd name="connsiteY511" fmla="*/ 48863 h 190405"/>
                  <a:gd name="connsiteX512" fmla="*/ 708565 w 3799427"/>
                  <a:gd name="connsiteY512" fmla="*/ 81629 h 190405"/>
                  <a:gd name="connsiteX513" fmla="*/ 708565 w 3799427"/>
                  <a:gd name="connsiteY513" fmla="*/ 117919 h 190405"/>
                  <a:gd name="connsiteX514" fmla="*/ 709518 w 3799427"/>
                  <a:gd name="connsiteY514" fmla="*/ 128873 h 190405"/>
                  <a:gd name="connsiteX515" fmla="*/ 715518 w 3799427"/>
                  <a:gd name="connsiteY515" fmla="*/ 131445 h 190405"/>
                  <a:gd name="connsiteX516" fmla="*/ 723234 w 3799427"/>
                  <a:gd name="connsiteY516" fmla="*/ 132016 h 190405"/>
                  <a:gd name="connsiteX517" fmla="*/ 723234 w 3799427"/>
                  <a:gd name="connsiteY517" fmla="*/ 137731 h 190405"/>
                  <a:gd name="connsiteX518" fmla="*/ 707803 w 3799427"/>
                  <a:gd name="connsiteY518" fmla="*/ 137160 h 190405"/>
                  <a:gd name="connsiteX519" fmla="*/ 692754 w 3799427"/>
                  <a:gd name="connsiteY519" fmla="*/ 137731 h 190405"/>
                  <a:gd name="connsiteX520" fmla="*/ 692754 w 3799427"/>
                  <a:gd name="connsiteY520" fmla="*/ 84201 h 190405"/>
                  <a:gd name="connsiteX521" fmla="*/ 671132 w 3799427"/>
                  <a:gd name="connsiteY521" fmla="*/ 60293 h 190405"/>
                  <a:gd name="connsiteX522" fmla="*/ 647986 w 3799427"/>
                  <a:gd name="connsiteY522" fmla="*/ 77914 h 190405"/>
                  <a:gd name="connsiteX523" fmla="*/ 647796 w 3799427"/>
                  <a:gd name="connsiteY523" fmla="*/ 77914 h 190405"/>
                  <a:gd name="connsiteX524" fmla="*/ 647796 w 3799427"/>
                  <a:gd name="connsiteY524" fmla="*/ 117824 h 190405"/>
                  <a:gd name="connsiteX525" fmla="*/ 648748 w 3799427"/>
                  <a:gd name="connsiteY525" fmla="*/ 128778 h 190405"/>
                  <a:gd name="connsiteX526" fmla="*/ 654749 w 3799427"/>
                  <a:gd name="connsiteY526" fmla="*/ 131350 h 190405"/>
                  <a:gd name="connsiteX527" fmla="*/ 663321 w 3799427"/>
                  <a:gd name="connsiteY527" fmla="*/ 131921 h 190405"/>
                  <a:gd name="connsiteX528" fmla="*/ 663321 w 3799427"/>
                  <a:gd name="connsiteY528" fmla="*/ 137636 h 190405"/>
                  <a:gd name="connsiteX529" fmla="*/ 639985 w 3799427"/>
                  <a:gd name="connsiteY529" fmla="*/ 137065 h 190405"/>
                  <a:gd name="connsiteX530" fmla="*/ 617506 w 3799427"/>
                  <a:gd name="connsiteY530" fmla="*/ 137615 h 190405"/>
                  <a:gd name="connsiteX531" fmla="*/ 617506 w 3799427"/>
                  <a:gd name="connsiteY531" fmla="*/ 137636 h 190405"/>
                  <a:gd name="connsiteX532" fmla="*/ 617076 w 3799427"/>
                  <a:gd name="connsiteY532" fmla="*/ 137626 h 190405"/>
                  <a:gd name="connsiteX533" fmla="*/ 616649 w 3799427"/>
                  <a:gd name="connsiteY533" fmla="*/ 137636 h 190405"/>
                  <a:gd name="connsiteX534" fmla="*/ 616649 w 3799427"/>
                  <a:gd name="connsiteY534" fmla="*/ 137615 h 190405"/>
                  <a:gd name="connsiteX535" fmla="*/ 593980 w 3799427"/>
                  <a:gd name="connsiteY535" fmla="*/ 137065 h 190405"/>
                  <a:gd name="connsiteX536" fmla="*/ 570453 w 3799427"/>
                  <a:gd name="connsiteY536" fmla="*/ 137636 h 190405"/>
                  <a:gd name="connsiteX537" fmla="*/ 570453 w 3799427"/>
                  <a:gd name="connsiteY537" fmla="*/ 131921 h 190405"/>
                  <a:gd name="connsiteX538" fmla="*/ 579121 w 3799427"/>
                  <a:gd name="connsiteY538" fmla="*/ 131349 h 190405"/>
                  <a:gd name="connsiteX539" fmla="*/ 585121 w 3799427"/>
                  <a:gd name="connsiteY539" fmla="*/ 128682 h 190405"/>
                  <a:gd name="connsiteX540" fmla="*/ 586074 w 3799427"/>
                  <a:gd name="connsiteY540" fmla="*/ 117729 h 190405"/>
                  <a:gd name="connsiteX541" fmla="*/ 586074 w 3799427"/>
                  <a:gd name="connsiteY541" fmla="*/ 75438 h 190405"/>
                  <a:gd name="connsiteX542" fmla="*/ 584741 w 3799427"/>
                  <a:gd name="connsiteY542" fmla="*/ 63817 h 190405"/>
                  <a:gd name="connsiteX543" fmla="*/ 577787 w 3799427"/>
                  <a:gd name="connsiteY543" fmla="*/ 61722 h 190405"/>
                  <a:gd name="connsiteX544" fmla="*/ 570834 w 3799427"/>
                  <a:gd name="connsiteY544" fmla="*/ 61722 h 190405"/>
                  <a:gd name="connsiteX545" fmla="*/ 570834 w 3799427"/>
                  <a:gd name="connsiteY545" fmla="*/ 56483 h 190405"/>
                  <a:gd name="connsiteX546" fmla="*/ 600171 w 3799427"/>
                  <a:gd name="connsiteY546" fmla="*/ 48768 h 190405"/>
                  <a:gd name="connsiteX547" fmla="*/ 3657600 w 3799427"/>
                  <a:gd name="connsiteY547" fmla="*/ 48673 h 190405"/>
                  <a:gd name="connsiteX548" fmla="*/ 3693319 w 3799427"/>
                  <a:gd name="connsiteY548" fmla="*/ 83153 h 190405"/>
                  <a:gd name="connsiteX549" fmla="*/ 3693033 w 3799427"/>
                  <a:gd name="connsiteY549" fmla="*/ 91059 h 190405"/>
                  <a:gd name="connsiteX550" fmla="*/ 3658934 w 3799427"/>
                  <a:gd name="connsiteY550" fmla="*/ 93726 h 190405"/>
                  <a:gd name="connsiteX551" fmla="*/ 3631407 w 3799427"/>
                  <a:gd name="connsiteY551" fmla="*/ 93726 h 190405"/>
                  <a:gd name="connsiteX552" fmla="*/ 3665506 w 3799427"/>
                  <a:gd name="connsiteY552" fmla="*/ 130874 h 190405"/>
                  <a:gd name="connsiteX553" fmla="*/ 3688842 w 3799427"/>
                  <a:gd name="connsiteY553" fmla="*/ 122015 h 190405"/>
                  <a:gd name="connsiteX554" fmla="*/ 3691319 w 3799427"/>
                  <a:gd name="connsiteY554" fmla="*/ 123920 h 190405"/>
                  <a:gd name="connsiteX555" fmla="*/ 3687604 w 3799427"/>
                  <a:gd name="connsiteY555" fmla="*/ 130302 h 190405"/>
                  <a:gd name="connsiteX556" fmla="*/ 3657505 w 3799427"/>
                  <a:gd name="connsiteY556" fmla="*/ 140875 h 190405"/>
                  <a:gd name="connsiteX557" fmla="*/ 3613976 w 3799427"/>
                  <a:gd name="connsiteY557" fmla="*/ 97346 h 190405"/>
                  <a:gd name="connsiteX558" fmla="*/ 3627597 w 3799427"/>
                  <a:gd name="connsiteY558" fmla="*/ 61436 h 190405"/>
                  <a:gd name="connsiteX559" fmla="*/ 3639217 w 3799427"/>
                  <a:gd name="connsiteY559" fmla="*/ 53912 h 190405"/>
                  <a:gd name="connsiteX560" fmla="*/ 3657696 w 3799427"/>
                  <a:gd name="connsiteY560" fmla="*/ 48768 h 190405"/>
                  <a:gd name="connsiteX561" fmla="*/ 3277363 w 3799427"/>
                  <a:gd name="connsiteY561" fmla="*/ 48673 h 190405"/>
                  <a:gd name="connsiteX562" fmla="*/ 3313177 w 3799427"/>
                  <a:gd name="connsiteY562" fmla="*/ 83153 h 190405"/>
                  <a:gd name="connsiteX563" fmla="*/ 3312796 w 3799427"/>
                  <a:gd name="connsiteY563" fmla="*/ 91059 h 190405"/>
                  <a:gd name="connsiteX564" fmla="*/ 3278696 w 3799427"/>
                  <a:gd name="connsiteY564" fmla="*/ 93726 h 190405"/>
                  <a:gd name="connsiteX565" fmla="*/ 3251169 w 3799427"/>
                  <a:gd name="connsiteY565" fmla="*/ 93726 h 190405"/>
                  <a:gd name="connsiteX566" fmla="*/ 3285268 w 3799427"/>
                  <a:gd name="connsiteY566" fmla="*/ 130874 h 190405"/>
                  <a:gd name="connsiteX567" fmla="*/ 3308605 w 3799427"/>
                  <a:gd name="connsiteY567" fmla="*/ 122015 h 190405"/>
                  <a:gd name="connsiteX568" fmla="*/ 3311081 w 3799427"/>
                  <a:gd name="connsiteY568" fmla="*/ 123920 h 190405"/>
                  <a:gd name="connsiteX569" fmla="*/ 3307366 w 3799427"/>
                  <a:gd name="connsiteY569" fmla="*/ 130302 h 190405"/>
                  <a:gd name="connsiteX570" fmla="*/ 3277172 w 3799427"/>
                  <a:gd name="connsiteY570" fmla="*/ 140875 h 190405"/>
                  <a:gd name="connsiteX571" fmla="*/ 3233643 w 3799427"/>
                  <a:gd name="connsiteY571" fmla="*/ 97346 h 190405"/>
                  <a:gd name="connsiteX572" fmla="*/ 3247264 w 3799427"/>
                  <a:gd name="connsiteY572" fmla="*/ 61436 h 190405"/>
                  <a:gd name="connsiteX573" fmla="*/ 3258884 w 3799427"/>
                  <a:gd name="connsiteY573" fmla="*/ 53912 h 190405"/>
                  <a:gd name="connsiteX574" fmla="*/ 3277363 w 3799427"/>
                  <a:gd name="connsiteY574" fmla="*/ 48768 h 190405"/>
                  <a:gd name="connsiteX575" fmla="*/ 1429608 w 3799427"/>
                  <a:gd name="connsiteY575" fmla="*/ 48673 h 190405"/>
                  <a:gd name="connsiteX576" fmla="*/ 1465422 w 3799427"/>
                  <a:gd name="connsiteY576" fmla="*/ 83153 h 190405"/>
                  <a:gd name="connsiteX577" fmla="*/ 1465041 w 3799427"/>
                  <a:gd name="connsiteY577" fmla="*/ 91059 h 190405"/>
                  <a:gd name="connsiteX578" fmla="*/ 1430941 w 3799427"/>
                  <a:gd name="connsiteY578" fmla="*/ 93726 h 190405"/>
                  <a:gd name="connsiteX579" fmla="*/ 1403414 w 3799427"/>
                  <a:gd name="connsiteY579" fmla="*/ 93726 h 190405"/>
                  <a:gd name="connsiteX580" fmla="*/ 1437513 w 3799427"/>
                  <a:gd name="connsiteY580" fmla="*/ 130874 h 190405"/>
                  <a:gd name="connsiteX581" fmla="*/ 1460850 w 3799427"/>
                  <a:gd name="connsiteY581" fmla="*/ 122015 h 190405"/>
                  <a:gd name="connsiteX582" fmla="*/ 1463326 w 3799427"/>
                  <a:gd name="connsiteY582" fmla="*/ 123920 h 190405"/>
                  <a:gd name="connsiteX583" fmla="*/ 1459516 w 3799427"/>
                  <a:gd name="connsiteY583" fmla="*/ 130302 h 190405"/>
                  <a:gd name="connsiteX584" fmla="*/ 1429417 w 3799427"/>
                  <a:gd name="connsiteY584" fmla="*/ 140875 h 190405"/>
                  <a:gd name="connsiteX585" fmla="*/ 1385888 w 3799427"/>
                  <a:gd name="connsiteY585" fmla="*/ 97346 h 190405"/>
                  <a:gd name="connsiteX586" fmla="*/ 1399509 w 3799427"/>
                  <a:gd name="connsiteY586" fmla="*/ 61436 h 190405"/>
                  <a:gd name="connsiteX587" fmla="*/ 1411129 w 3799427"/>
                  <a:gd name="connsiteY587" fmla="*/ 53912 h 190405"/>
                  <a:gd name="connsiteX588" fmla="*/ 1429608 w 3799427"/>
                  <a:gd name="connsiteY588" fmla="*/ 48768 h 190405"/>
                  <a:gd name="connsiteX589" fmla="*/ 926783 w 3799427"/>
                  <a:gd name="connsiteY589" fmla="*/ 48673 h 190405"/>
                  <a:gd name="connsiteX590" fmla="*/ 962502 w 3799427"/>
                  <a:gd name="connsiteY590" fmla="*/ 83153 h 190405"/>
                  <a:gd name="connsiteX591" fmla="*/ 962121 w 3799427"/>
                  <a:gd name="connsiteY591" fmla="*/ 91059 h 190405"/>
                  <a:gd name="connsiteX592" fmla="*/ 928021 w 3799427"/>
                  <a:gd name="connsiteY592" fmla="*/ 93726 h 190405"/>
                  <a:gd name="connsiteX593" fmla="*/ 900589 w 3799427"/>
                  <a:gd name="connsiteY593" fmla="*/ 93726 h 190405"/>
                  <a:gd name="connsiteX594" fmla="*/ 934593 w 3799427"/>
                  <a:gd name="connsiteY594" fmla="*/ 130874 h 190405"/>
                  <a:gd name="connsiteX595" fmla="*/ 958025 w 3799427"/>
                  <a:gd name="connsiteY595" fmla="*/ 122015 h 190405"/>
                  <a:gd name="connsiteX596" fmla="*/ 960501 w 3799427"/>
                  <a:gd name="connsiteY596" fmla="*/ 123920 h 190405"/>
                  <a:gd name="connsiteX597" fmla="*/ 956691 w 3799427"/>
                  <a:gd name="connsiteY597" fmla="*/ 130302 h 190405"/>
                  <a:gd name="connsiteX598" fmla="*/ 926592 w 3799427"/>
                  <a:gd name="connsiteY598" fmla="*/ 140875 h 190405"/>
                  <a:gd name="connsiteX599" fmla="*/ 883063 w 3799427"/>
                  <a:gd name="connsiteY599" fmla="*/ 97346 h 190405"/>
                  <a:gd name="connsiteX600" fmla="*/ 896684 w 3799427"/>
                  <a:gd name="connsiteY600" fmla="*/ 61436 h 190405"/>
                  <a:gd name="connsiteX601" fmla="*/ 908304 w 3799427"/>
                  <a:gd name="connsiteY601" fmla="*/ 53912 h 190405"/>
                  <a:gd name="connsiteX602" fmla="*/ 926783 w 3799427"/>
                  <a:gd name="connsiteY602" fmla="*/ 48768 h 190405"/>
                  <a:gd name="connsiteX603" fmla="*/ 768002 w 3799427"/>
                  <a:gd name="connsiteY603" fmla="*/ 48673 h 190405"/>
                  <a:gd name="connsiteX604" fmla="*/ 803815 w 3799427"/>
                  <a:gd name="connsiteY604" fmla="*/ 83153 h 190405"/>
                  <a:gd name="connsiteX605" fmla="*/ 803434 w 3799427"/>
                  <a:gd name="connsiteY605" fmla="*/ 91059 h 190405"/>
                  <a:gd name="connsiteX606" fmla="*/ 769335 w 3799427"/>
                  <a:gd name="connsiteY606" fmla="*/ 93726 h 190405"/>
                  <a:gd name="connsiteX607" fmla="*/ 741903 w 3799427"/>
                  <a:gd name="connsiteY607" fmla="*/ 93726 h 190405"/>
                  <a:gd name="connsiteX608" fmla="*/ 776002 w 3799427"/>
                  <a:gd name="connsiteY608" fmla="*/ 130874 h 190405"/>
                  <a:gd name="connsiteX609" fmla="*/ 799339 w 3799427"/>
                  <a:gd name="connsiteY609" fmla="*/ 122015 h 190405"/>
                  <a:gd name="connsiteX610" fmla="*/ 801815 w 3799427"/>
                  <a:gd name="connsiteY610" fmla="*/ 123920 h 190405"/>
                  <a:gd name="connsiteX611" fmla="*/ 798005 w 3799427"/>
                  <a:gd name="connsiteY611" fmla="*/ 130302 h 190405"/>
                  <a:gd name="connsiteX612" fmla="*/ 767811 w 3799427"/>
                  <a:gd name="connsiteY612" fmla="*/ 140875 h 190405"/>
                  <a:gd name="connsiteX613" fmla="*/ 724377 w 3799427"/>
                  <a:gd name="connsiteY613" fmla="*/ 97346 h 190405"/>
                  <a:gd name="connsiteX614" fmla="*/ 737902 w 3799427"/>
                  <a:gd name="connsiteY614" fmla="*/ 61436 h 190405"/>
                  <a:gd name="connsiteX615" fmla="*/ 749618 w 3799427"/>
                  <a:gd name="connsiteY615" fmla="*/ 53912 h 190405"/>
                  <a:gd name="connsiteX616" fmla="*/ 768002 w 3799427"/>
                  <a:gd name="connsiteY616" fmla="*/ 48768 h 190405"/>
                  <a:gd name="connsiteX617" fmla="*/ 262986 w 3799427"/>
                  <a:gd name="connsiteY617" fmla="*/ 48673 h 190405"/>
                  <a:gd name="connsiteX618" fmla="*/ 298705 w 3799427"/>
                  <a:gd name="connsiteY618" fmla="*/ 83153 h 190405"/>
                  <a:gd name="connsiteX619" fmla="*/ 298323 w 3799427"/>
                  <a:gd name="connsiteY619" fmla="*/ 91059 h 190405"/>
                  <a:gd name="connsiteX620" fmla="*/ 264224 w 3799427"/>
                  <a:gd name="connsiteY620" fmla="*/ 93726 h 190405"/>
                  <a:gd name="connsiteX621" fmla="*/ 236792 w 3799427"/>
                  <a:gd name="connsiteY621" fmla="*/ 93726 h 190405"/>
                  <a:gd name="connsiteX622" fmla="*/ 270892 w 3799427"/>
                  <a:gd name="connsiteY622" fmla="*/ 130874 h 190405"/>
                  <a:gd name="connsiteX623" fmla="*/ 294228 w 3799427"/>
                  <a:gd name="connsiteY623" fmla="*/ 122015 h 190405"/>
                  <a:gd name="connsiteX624" fmla="*/ 296704 w 3799427"/>
                  <a:gd name="connsiteY624" fmla="*/ 123920 h 190405"/>
                  <a:gd name="connsiteX625" fmla="*/ 292990 w 3799427"/>
                  <a:gd name="connsiteY625" fmla="*/ 130302 h 190405"/>
                  <a:gd name="connsiteX626" fmla="*/ 262795 w 3799427"/>
                  <a:gd name="connsiteY626" fmla="*/ 140875 h 190405"/>
                  <a:gd name="connsiteX627" fmla="*/ 219266 w 3799427"/>
                  <a:gd name="connsiteY627" fmla="*/ 97346 h 190405"/>
                  <a:gd name="connsiteX628" fmla="*/ 232887 w 3799427"/>
                  <a:gd name="connsiteY628" fmla="*/ 61436 h 190405"/>
                  <a:gd name="connsiteX629" fmla="*/ 244507 w 3799427"/>
                  <a:gd name="connsiteY629" fmla="*/ 53912 h 190405"/>
                  <a:gd name="connsiteX630" fmla="*/ 262986 w 3799427"/>
                  <a:gd name="connsiteY630" fmla="*/ 48768 h 190405"/>
                  <a:gd name="connsiteX631" fmla="*/ 1691641 w 3799427"/>
                  <a:gd name="connsiteY631" fmla="*/ 20002 h 190405"/>
                  <a:gd name="connsiteX632" fmla="*/ 1693832 w 3799427"/>
                  <a:gd name="connsiteY632" fmla="*/ 22098 h 190405"/>
                  <a:gd name="connsiteX633" fmla="*/ 1691831 w 3799427"/>
                  <a:gd name="connsiteY633" fmla="*/ 48863 h 190405"/>
                  <a:gd name="connsiteX634" fmla="*/ 1691831 w 3799427"/>
                  <a:gd name="connsiteY634" fmla="*/ 56006 h 190405"/>
                  <a:gd name="connsiteX635" fmla="*/ 1715453 w 3799427"/>
                  <a:gd name="connsiteY635" fmla="*/ 54957 h 190405"/>
                  <a:gd name="connsiteX636" fmla="*/ 1715453 w 3799427"/>
                  <a:gd name="connsiteY636" fmla="*/ 50673 h 190405"/>
                  <a:gd name="connsiteX637" fmla="*/ 1737361 w 3799427"/>
                  <a:gd name="connsiteY637" fmla="*/ 51244 h 190405"/>
                  <a:gd name="connsiteX638" fmla="*/ 1759173 w 3799427"/>
                  <a:gd name="connsiteY638" fmla="*/ 50673 h 190405"/>
                  <a:gd name="connsiteX639" fmla="*/ 1759173 w 3799427"/>
                  <a:gd name="connsiteY639" fmla="*/ 55912 h 190405"/>
                  <a:gd name="connsiteX640" fmla="*/ 1752029 w 3799427"/>
                  <a:gd name="connsiteY640" fmla="*/ 56293 h 190405"/>
                  <a:gd name="connsiteX641" fmla="*/ 1747552 w 3799427"/>
                  <a:gd name="connsiteY641" fmla="*/ 68485 h 190405"/>
                  <a:gd name="connsiteX642" fmla="*/ 1769174 w 3799427"/>
                  <a:gd name="connsiteY642" fmla="*/ 120872 h 190405"/>
                  <a:gd name="connsiteX643" fmla="*/ 1769174 w 3799427"/>
                  <a:gd name="connsiteY643" fmla="*/ 120968 h 190405"/>
                  <a:gd name="connsiteX644" fmla="*/ 1791558 w 3799427"/>
                  <a:gd name="connsiteY644" fmla="*/ 66008 h 190405"/>
                  <a:gd name="connsiteX645" fmla="*/ 1784795 w 3799427"/>
                  <a:gd name="connsiteY645" fmla="*/ 56388 h 190405"/>
                  <a:gd name="connsiteX646" fmla="*/ 1779842 w 3799427"/>
                  <a:gd name="connsiteY646" fmla="*/ 56007 h 190405"/>
                  <a:gd name="connsiteX647" fmla="*/ 1779842 w 3799427"/>
                  <a:gd name="connsiteY647" fmla="*/ 50768 h 190405"/>
                  <a:gd name="connsiteX648" fmla="*/ 1797749 w 3799427"/>
                  <a:gd name="connsiteY648" fmla="*/ 51340 h 190405"/>
                  <a:gd name="connsiteX649" fmla="*/ 1815656 w 3799427"/>
                  <a:gd name="connsiteY649" fmla="*/ 50768 h 190405"/>
                  <a:gd name="connsiteX650" fmla="*/ 1815656 w 3799427"/>
                  <a:gd name="connsiteY650" fmla="*/ 56007 h 190405"/>
                  <a:gd name="connsiteX651" fmla="*/ 1810322 w 3799427"/>
                  <a:gd name="connsiteY651" fmla="*/ 56388 h 190405"/>
                  <a:gd name="connsiteX652" fmla="*/ 1794511 w 3799427"/>
                  <a:gd name="connsiteY652" fmla="*/ 79153 h 190405"/>
                  <a:gd name="connsiteX653" fmla="*/ 1756315 w 3799427"/>
                  <a:gd name="connsiteY653" fmla="*/ 167259 h 190405"/>
                  <a:gd name="connsiteX654" fmla="*/ 1727645 w 3799427"/>
                  <a:gd name="connsiteY654" fmla="*/ 190405 h 190405"/>
                  <a:gd name="connsiteX655" fmla="*/ 1718215 w 3799427"/>
                  <a:gd name="connsiteY655" fmla="*/ 187643 h 190405"/>
                  <a:gd name="connsiteX656" fmla="*/ 1722787 w 3799427"/>
                  <a:gd name="connsiteY656" fmla="*/ 173450 h 190405"/>
                  <a:gd name="connsiteX657" fmla="*/ 1725264 w 3799427"/>
                  <a:gd name="connsiteY657" fmla="*/ 173450 h 190405"/>
                  <a:gd name="connsiteX658" fmla="*/ 1734789 w 3799427"/>
                  <a:gd name="connsiteY658" fmla="*/ 177832 h 190405"/>
                  <a:gd name="connsiteX659" fmla="*/ 1755363 w 3799427"/>
                  <a:gd name="connsiteY659" fmla="*/ 153162 h 190405"/>
                  <a:gd name="connsiteX660" fmla="*/ 1759649 w 3799427"/>
                  <a:gd name="connsiteY660" fmla="*/ 141637 h 190405"/>
                  <a:gd name="connsiteX661" fmla="*/ 1728598 w 3799427"/>
                  <a:gd name="connsiteY661" fmla="*/ 65532 h 190405"/>
                  <a:gd name="connsiteX662" fmla="*/ 1718787 w 3799427"/>
                  <a:gd name="connsiteY662" fmla="*/ 56293 h 190405"/>
                  <a:gd name="connsiteX663" fmla="*/ 1717348 w 3799427"/>
                  <a:gd name="connsiteY663" fmla="*/ 56129 h 190405"/>
                  <a:gd name="connsiteX664" fmla="*/ 1715929 w 3799427"/>
                  <a:gd name="connsiteY664" fmla="*/ 65055 h 190405"/>
                  <a:gd name="connsiteX665" fmla="*/ 1691831 w 3799427"/>
                  <a:gd name="connsiteY665" fmla="*/ 65055 h 190405"/>
                  <a:gd name="connsiteX666" fmla="*/ 1691831 w 3799427"/>
                  <a:gd name="connsiteY666" fmla="*/ 114395 h 190405"/>
                  <a:gd name="connsiteX667" fmla="*/ 1702118 w 3799427"/>
                  <a:gd name="connsiteY667" fmla="*/ 127444 h 190405"/>
                  <a:gd name="connsiteX668" fmla="*/ 1713262 w 3799427"/>
                  <a:gd name="connsiteY668" fmla="*/ 123825 h 190405"/>
                  <a:gd name="connsiteX669" fmla="*/ 1715739 w 3799427"/>
                  <a:gd name="connsiteY669" fmla="*/ 127063 h 190405"/>
                  <a:gd name="connsiteX670" fmla="*/ 1706690 w 3799427"/>
                  <a:gd name="connsiteY670" fmla="*/ 137064 h 190405"/>
                  <a:gd name="connsiteX671" fmla="*/ 1694403 w 3799427"/>
                  <a:gd name="connsiteY671" fmla="*/ 139350 h 190405"/>
                  <a:gd name="connsiteX672" fmla="*/ 1675925 w 3799427"/>
                  <a:gd name="connsiteY672" fmla="*/ 119348 h 190405"/>
                  <a:gd name="connsiteX673" fmla="*/ 1675925 w 3799427"/>
                  <a:gd name="connsiteY673" fmla="*/ 65151 h 190405"/>
                  <a:gd name="connsiteX674" fmla="*/ 1676020 w 3799427"/>
                  <a:gd name="connsiteY674" fmla="*/ 65055 h 190405"/>
                  <a:gd name="connsiteX675" fmla="*/ 1661637 w 3799427"/>
                  <a:gd name="connsiteY675" fmla="*/ 65817 h 190405"/>
                  <a:gd name="connsiteX676" fmla="*/ 1661637 w 3799427"/>
                  <a:gd name="connsiteY676" fmla="*/ 61817 h 190405"/>
                  <a:gd name="connsiteX677" fmla="*/ 1676401 w 3799427"/>
                  <a:gd name="connsiteY677" fmla="*/ 55244 h 190405"/>
                  <a:gd name="connsiteX678" fmla="*/ 1676401 w 3799427"/>
                  <a:gd name="connsiteY678" fmla="*/ 42005 h 190405"/>
                  <a:gd name="connsiteX679" fmla="*/ 1675639 w 3799427"/>
                  <a:gd name="connsiteY679" fmla="*/ 27146 h 190405"/>
                  <a:gd name="connsiteX680" fmla="*/ 1691641 w 3799427"/>
                  <a:gd name="connsiteY680" fmla="*/ 20002 h 190405"/>
                  <a:gd name="connsiteX681" fmla="*/ 1634966 w 3799427"/>
                  <a:gd name="connsiteY681" fmla="*/ 7715 h 190405"/>
                  <a:gd name="connsiteX682" fmla="*/ 1645539 w 3799427"/>
                  <a:gd name="connsiteY682" fmla="*/ 18288 h 190405"/>
                  <a:gd name="connsiteX683" fmla="*/ 1634966 w 3799427"/>
                  <a:gd name="connsiteY683" fmla="*/ 28575 h 190405"/>
                  <a:gd name="connsiteX684" fmla="*/ 1624584 w 3799427"/>
                  <a:gd name="connsiteY684" fmla="*/ 18288 h 190405"/>
                  <a:gd name="connsiteX685" fmla="*/ 1634966 w 3799427"/>
                  <a:gd name="connsiteY685" fmla="*/ 7715 h 190405"/>
                  <a:gd name="connsiteX686" fmla="*/ 1262253 w 3799427"/>
                  <a:gd name="connsiteY686" fmla="*/ 7715 h 190405"/>
                  <a:gd name="connsiteX687" fmla="*/ 1272826 w 3799427"/>
                  <a:gd name="connsiteY687" fmla="*/ 18288 h 190405"/>
                  <a:gd name="connsiteX688" fmla="*/ 1262253 w 3799427"/>
                  <a:gd name="connsiteY688" fmla="*/ 28575 h 190405"/>
                  <a:gd name="connsiteX689" fmla="*/ 1251871 w 3799427"/>
                  <a:gd name="connsiteY689" fmla="*/ 18288 h 190405"/>
                  <a:gd name="connsiteX690" fmla="*/ 1262253 w 3799427"/>
                  <a:gd name="connsiteY690" fmla="*/ 7715 h 190405"/>
                  <a:gd name="connsiteX691" fmla="*/ 593027 w 3799427"/>
                  <a:gd name="connsiteY691" fmla="*/ 7715 h 190405"/>
                  <a:gd name="connsiteX692" fmla="*/ 603600 w 3799427"/>
                  <a:gd name="connsiteY692" fmla="*/ 18288 h 190405"/>
                  <a:gd name="connsiteX693" fmla="*/ 593027 w 3799427"/>
                  <a:gd name="connsiteY693" fmla="*/ 28575 h 190405"/>
                  <a:gd name="connsiteX694" fmla="*/ 582645 w 3799427"/>
                  <a:gd name="connsiteY694" fmla="*/ 18288 h 190405"/>
                  <a:gd name="connsiteX695" fmla="*/ 593027 w 3799427"/>
                  <a:gd name="connsiteY695" fmla="*/ 7715 h 190405"/>
                  <a:gd name="connsiteX696" fmla="*/ 2040350 w 3799427"/>
                  <a:gd name="connsiteY696" fmla="*/ 6858 h 190405"/>
                  <a:gd name="connsiteX697" fmla="*/ 2068258 w 3799427"/>
                  <a:gd name="connsiteY697" fmla="*/ 7429 h 190405"/>
                  <a:gd name="connsiteX698" fmla="*/ 2095500 w 3799427"/>
                  <a:gd name="connsiteY698" fmla="*/ 6858 h 190405"/>
                  <a:gd name="connsiteX699" fmla="*/ 2095500 w 3799427"/>
                  <a:gd name="connsiteY699" fmla="*/ 12573 h 190405"/>
                  <a:gd name="connsiteX700" fmla="*/ 2086451 w 3799427"/>
                  <a:gd name="connsiteY700" fmla="*/ 13144 h 190405"/>
                  <a:gd name="connsiteX701" fmla="*/ 2078545 w 3799427"/>
                  <a:gd name="connsiteY701" fmla="*/ 15907 h 190405"/>
                  <a:gd name="connsiteX702" fmla="*/ 2076831 w 3799427"/>
                  <a:gd name="connsiteY702" fmla="*/ 30004 h 190405"/>
                  <a:gd name="connsiteX703" fmla="*/ 2076831 w 3799427"/>
                  <a:gd name="connsiteY703" fmla="*/ 63436 h 190405"/>
                  <a:gd name="connsiteX704" fmla="*/ 2092357 w 3799427"/>
                  <a:gd name="connsiteY704" fmla="*/ 63817 h 190405"/>
                  <a:gd name="connsiteX705" fmla="*/ 2136457 w 3799427"/>
                  <a:gd name="connsiteY705" fmla="*/ 63817 h 190405"/>
                  <a:gd name="connsiteX706" fmla="*/ 2152078 w 3799427"/>
                  <a:gd name="connsiteY706" fmla="*/ 63436 h 190405"/>
                  <a:gd name="connsiteX707" fmla="*/ 2152078 w 3799427"/>
                  <a:gd name="connsiteY707" fmla="*/ 30004 h 190405"/>
                  <a:gd name="connsiteX708" fmla="*/ 2150364 w 3799427"/>
                  <a:gd name="connsiteY708" fmla="*/ 15907 h 190405"/>
                  <a:gd name="connsiteX709" fmla="*/ 2142458 w 3799427"/>
                  <a:gd name="connsiteY709" fmla="*/ 13144 h 190405"/>
                  <a:gd name="connsiteX710" fmla="*/ 2133409 w 3799427"/>
                  <a:gd name="connsiteY710" fmla="*/ 12573 h 190405"/>
                  <a:gd name="connsiteX711" fmla="*/ 2133409 w 3799427"/>
                  <a:gd name="connsiteY711" fmla="*/ 6858 h 190405"/>
                  <a:gd name="connsiteX712" fmla="*/ 2161222 w 3799427"/>
                  <a:gd name="connsiteY712" fmla="*/ 7429 h 190405"/>
                  <a:gd name="connsiteX713" fmla="*/ 2188559 w 3799427"/>
                  <a:gd name="connsiteY713" fmla="*/ 6858 h 190405"/>
                  <a:gd name="connsiteX714" fmla="*/ 2188559 w 3799427"/>
                  <a:gd name="connsiteY714" fmla="*/ 12573 h 190405"/>
                  <a:gd name="connsiteX715" fmla="*/ 2179510 w 3799427"/>
                  <a:gd name="connsiteY715" fmla="*/ 13144 h 190405"/>
                  <a:gd name="connsiteX716" fmla="*/ 2171604 w 3799427"/>
                  <a:gd name="connsiteY716" fmla="*/ 15907 h 190405"/>
                  <a:gd name="connsiteX717" fmla="*/ 2169985 w 3799427"/>
                  <a:gd name="connsiteY717" fmla="*/ 30004 h 190405"/>
                  <a:gd name="connsiteX718" fmla="*/ 2169985 w 3799427"/>
                  <a:gd name="connsiteY718" fmla="*/ 114395 h 190405"/>
                  <a:gd name="connsiteX719" fmla="*/ 2171604 w 3799427"/>
                  <a:gd name="connsiteY719" fmla="*/ 128492 h 190405"/>
                  <a:gd name="connsiteX720" fmla="*/ 2179510 w 3799427"/>
                  <a:gd name="connsiteY720" fmla="*/ 131350 h 190405"/>
                  <a:gd name="connsiteX721" fmla="*/ 2188559 w 3799427"/>
                  <a:gd name="connsiteY721" fmla="*/ 131921 h 190405"/>
                  <a:gd name="connsiteX722" fmla="*/ 2188559 w 3799427"/>
                  <a:gd name="connsiteY722" fmla="*/ 137636 h 190405"/>
                  <a:gd name="connsiteX723" fmla="*/ 2161222 w 3799427"/>
                  <a:gd name="connsiteY723" fmla="*/ 137065 h 190405"/>
                  <a:gd name="connsiteX724" fmla="*/ 2133409 w 3799427"/>
                  <a:gd name="connsiteY724" fmla="*/ 137636 h 190405"/>
                  <a:gd name="connsiteX725" fmla="*/ 2133409 w 3799427"/>
                  <a:gd name="connsiteY725" fmla="*/ 131921 h 190405"/>
                  <a:gd name="connsiteX726" fmla="*/ 2142458 w 3799427"/>
                  <a:gd name="connsiteY726" fmla="*/ 131350 h 190405"/>
                  <a:gd name="connsiteX727" fmla="*/ 2150364 w 3799427"/>
                  <a:gd name="connsiteY727" fmla="*/ 128492 h 190405"/>
                  <a:gd name="connsiteX728" fmla="*/ 2152078 w 3799427"/>
                  <a:gd name="connsiteY728" fmla="*/ 114395 h 190405"/>
                  <a:gd name="connsiteX729" fmla="*/ 2152078 w 3799427"/>
                  <a:gd name="connsiteY729" fmla="*/ 72485 h 190405"/>
                  <a:gd name="connsiteX730" fmla="*/ 2136457 w 3799427"/>
                  <a:gd name="connsiteY730" fmla="*/ 72104 h 190405"/>
                  <a:gd name="connsiteX731" fmla="*/ 2092357 w 3799427"/>
                  <a:gd name="connsiteY731" fmla="*/ 72104 h 190405"/>
                  <a:gd name="connsiteX732" fmla="*/ 2076831 w 3799427"/>
                  <a:gd name="connsiteY732" fmla="*/ 72485 h 190405"/>
                  <a:gd name="connsiteX733" fmla="*/ 2076831 w 3799427"/>
                  <a:gd name="connsiteY733" fmla="*/ 114395 h 190405"/>
                  <a:gd name="connsiteX734" fmla="*/ 2078545 w 3799427"/>
                  <a:gd name="connsiteY734" fmla="*/ 128492 h 190405"/>
                  <a:gd name="connsiteX735" fmla="*/ 2086451 w 3799427"/>
                  <a:gd name="connsiteY735" fmla="*/ 131350 h 190405"/>
                  <a:gd name="connsiteX736" fmla="*/ 2095500 w 3799427"/>
                  <a:gd name="connsiteY736" fmla="*/ 131921 h 190405"/>
                  <a:gd name="connsiteX737" fmla="*/ 2095500 w 3799427"/>
                  <a:gd name="connsiteY737" fmla="*/ 137636 h 190405"/>
                  <a:gd name="connsiteX738" fmla="*/ 2068258 w 3799427"/>
                  <a:gd name="connsiteY738" fmla="*/ 137065 h 190405"/>
                  <a:gd name="connsiteX739" fmla="*/ 2040350 w 3799427"/>
                  <a:gd name="connsiteY739" fmla="*/ 137636 h 190405"/>
                  <a:gd name="connsiteX740" fmla="*/ 2040350 w 3799427"/>
                  <a:gd name="connsiteY740" fmla="*/ 131921 h 190405"/>
                  <a:gd name="connsiteX741" fmla="*/ 2049399 w 3799427"/>
                  <a:gd name="connsiteY741" fmla="*/ 131350 h 190405"/>
                  <a:gd name="connsiteX742" fmla="*/ 2057304 w 3799427"/>
                  <a:gd name="connsiteY742" fmla="*/ 128492 h 190405"/>
                  <a:gd name="connsiteX743" fmla="*/ 2059019 w 3799427"/>
                  <a:gd name="connsiteY743" fmla="*/ 114395 h 190405"/>
                  <a:gd name="connsiteX744" fmla="*/ 2059019 w 3799427"/>
                  <a:gd name="connsiteY744" fmla="*/ 30004 h 190405"/>
                  <a:gd name="connsiteX745" fmla="*/ 2057304 w 3799427"/>
                  <a:gd name="connsiteY745" fmla="*/ 15907 h 190405"/>
                  <a:gd name="connsiteX746" fmla="*/ 2049399 w 3799427"/>
                  <a:gd name="connsiteY746" fmla="*/ 13144 h 190405"/>
                  <a:gd name="connsiteX747" fmla="*/ 2040350 w 3799427"/>
                  <a:gd name="connsiteY747" fmla="*/ 12573 h 190405"/>
                  <a:gd name="connsiteX748" fmla="*/ 0 w 3799427"/>
                  <a:gd name="connsiteY748" fmla="*/ 6762 h 190405"/>
                  <a:gd name="connsiteX749" fmla="*/ 40672 w 3799427"/>
                  <a:gd name="connsiteY749" fmla="*/ 7333 h 190405"/>
                  <a:gd name="connsiteX750" fmla="*/ 67913 w 3799427"/>
                  <a:gd name="connsiteY750" fmla="*/ 7333 h 190405"/>
                  <a:gd name="connsiteX751" fmla="*/ 88297 w 3799427"/>
                  <a:gd name="connsiteY751" fmla="*/ 6953 h 190405"/>
                  <a:gd name="connsiteX752" fmla="*/ 108680 w 3799427"/>
                  <a:gd name="connsiteY752" fmla="*/ 6762 h 190405"/>
                  <a:gd name="connsiteX753" fmla="*/ 107347 w 3799427"/>
                  <a:gd name="connsiteY753" fmla="*/ 37052 h 190405"/>
                  <a:gd name="connsiteX754" fmla="*/ 101537 w 3799427"/>
                  <a:gd name="connsiteY754" fmla="*/ 37052 h 190405"/>
                  <a:gd name="connsiteX755" fmla="*/ 100775 w 3799427"/>
                  <a:gd name="connsiteY755" fmla="*/ 22192 h 190405"/>
                  <a:gd name="connsiteX756" fmla="*/ 93250 w 3799427"/>
                  <a:gd name="connsiteY756" fmla="*/ 16001 h 190405"/>
                  <a:gd name="connsiteX757" fmla="*/ 64103 w 3799427"/>
                  <a:gd name="connsiteY757" fmla="*/ 16001 h 190405"/>
                  <a:gd name="connsiteX758" fmla="*/ 63341 w 3799427"/>
                  <a:gd name="connsiteY758" fmla="*/ 34861 h 190405"/>
                  <a:gd name="connsiteX759" fmla="*/ 63341 w 3799427"/>
                  <a:gd name="connsiteY759" fmla="*/ 114395 h 190405"/>
                  <a:gd name="connsiteX760" fmla="*/ 65056 w 3799427"/>
                  <a:gd name="connsiteY760" fmla="*/ 128491 h 190405"/>
                  <a:gd name="connsiteX761" fmla="*/ 72962 w 3799427"/>
                  <a:gd name="connsiteY761" fmla="*/ 131349 h 190405"/>
                  <a:gd name="connsiteX762" fmla="*/ 82010 w 3799427"/>
                  <a:gd name="connsiteY762" fmla="*/ 131920 h 190405"/>
                  <a:gd name="connsiteX763" fmla="*/ 82010 w 3799427"/>
                  <a:gd name="connsiteY763" fmla="*/ 137636 h 190405"/>
                  <a:gd name="connsiteX764" fmla="*/ 54674 w 3799427"/>
                  <a:gd name="connsiteY764" fmla="*/ 137064 h 190405"/>
                  <a:gd name="connsiteX765" fmla="*/ 26765 w 3799427"/>
                  <a:gd name="connsiteY765" fmla="*/ 137636 h 190405"/>
                  <a:gd name="connsiteX766" fmla="*/ 26765 w 3799427"/>
                  <a:gd name="connsiteY766" fmla="*/ 131920 h 190405"/>
                  <a:gd name="connsiteX767" fmla="*/ 35814 w 3799427"/>
                  <a:gd name="connsiteY767" fmla="*/ 131349 h 190405"/>
                  <a:gd name="connsiteX768" fmla="*/ 43815 w 3799427"/>
                  <a:gd name="connsiteY768" fmla="*/ 128491 h 190405"/>
                  <a:gd name="connsiteX769" fmla="*/ 45434 w 3799427"/>
                  <a:gd name="connsiteY769" fmla="*/ 114395 h 190405"/>
                  <a:gd name="connsiteX770" fmla="*/ 45339 w 3799427"/>
                  <a:gd name="connsiteY770" fmla="*/ 114395 h 190405"/>
                  <a:gd name="connsiteX771" fmla="*/ 45339 w 3799427"/>
                  <a:gd name="connsiteY771" fmla="*/ 34861 h 190405"/>
                  <a:gd name="connsiteX772" fmla="*/ 44577 w 3799427"/>
                  <a:gd name="connsiteY772" fmla="*/ 16001 h 190405"/>
                  <a:gd name="connsiteX773" fmla="*/ 15431 w 3799427"/>
                  <a:gd name="connsiteY773" fmla="*/ 16001 h 190405"/>
                  <a:gd name="connsiteX774" fmla="*/ 7906 w 3799427"/>
                  <a:gd name="connsiteY774" fmla="*/ 22192 h 190405"/>
                  <a:gd name="connsiteX775" fmla="*/ 7144 w 3799427"/>
                  <a:gd name="connsiteY775" fmla="*/ 37052 h 190405"/>
                  <a:gd name="connsiteX776" fmla="*/ 1238 w 3799427"/>
                  <a:gd name="connsiteY776" fmla="*/ 37052 h 190405"/>
                  <a:gd name="connsiteX777" fmla="*/ 0 w 3799427"/>
                  <a:gd name="connsiteY777" fmla="*/ 6762 h 190405"/>
                  <a:gd name="connsiteX778" fmla="*/ 2527364 w 3799427"/>
                  <a:gd name="connsiteY778" fmla="*/ 6667 h 190405"/>
                  <a:gd name="connsiteX779" fmla="*/ 2555177 w 3799427"/>
                  <a:gd name="connsiteY779" fmla="*/ 7238 h 190405"/>
                  <a:gd name="connsiteX780" fmla="*/ 2582514 w 3799427"/>
                  <a:gd name="connsiteY780" fmla="*/ 6667 h 190405"/>
                  <a:gd name="connsiteX781" fmla="*/ 2582514 w 3799427"/>
                  <a:gd name="connsiteY781" fmla="*/ 12382 h 190405"/>
                  <a:gd name="connsiteX782" fmla="*/ 2573465 w 3799427"/>
                  <a:gd name="connsiteY782" fmla="*/ 12954 h 190405"/>
                  <a:gd name="connsiteX783" fmla="*/ 2565559 w 3799427"/>
                  <a:gd name="connsiteY783" fmla="*/ 15811 h 190405"/>
                  <a:gd name="connsiteX784" fmla="*/ 2563845 w 3799427"/>
                  <a:gd name="connsiteY784" fmla="*/ 29908 h 190405"/>
                  <a:gd name="connsiteX785" fmla="*/ 2563845 w 3799427"/>
                  <a:gd name="connsiteY785" fmla="*/ 70199 h 190405"/>
                  <a:gd name="connsiteX786" fmla="*/ 2616137 w 3799427"/>
                  <a:gd name="connsiteY786" fmla="*/ 19240 h 190405"/>
                  <a:gd name="connsiteX787" fmla="*/ 2621662 w 3799427"/>
                  <a:gd name="connsiteY787" fmla="*/ 11906 h 190405"/>
                  <a:gd name="connsiteX788" fmla="*/ 2621662 w 3799427"/>
                  <a:gd name="connsiteY788" fmla="*/ 6762 h 190405"/>
                  <a:gd name="connsiteX789" fmla="*/ 2638426 w 3799427"/>
                  <a:gd name="connsiteY789" fmla="*/ 7334 h 190405"/>
                  <a:gd name="connsiteX790" fmla="*/ 2653475 w 3799427"/>
                  <a:gd name="connsiteY790" fmla="*/ 6762 h 190405"/>
                  <a:gd name="connsiteX791" fmla="*/ 2653475 w 3799427"/>
                  <a:gd name="connsiteY791" fmla="*/ 12477 h 190405"/>
                  <a:gd name="connsiteX792" fmla="*/ 2645569 w 3799427"/>
                  <a:gd name="connsiteY792" fmla="*/ 12858 h 190405"/>
                  <a:gd name="connsiteX793" fmla="*/ 2630806 w 3799427"/>
                  <a:gd name="connsiteY793" fmla="*/ 20002 h 190405"/>
                  <a:gd name="connsiteX794" fmla="*/ 2580704 w 3799427"/>
                  <a:gd name="connsiteY794" fmla="*/ 65150 h 190405"/>
                  <a:gd name="connsiteX795" fmla="*/ 2642902 w 3799427"/>
                  <a:gd name="connsiteY795" fmla="*/ 123825 h 190405"/>
                  <a:gd name="connsiteX796" fmla="*/ 2654523 w 3799427"/>
                  <a:gd name="connsiteY796" fmla="*/ 131540 h 190405"/>
                  <a:gd name="connsiteX797" fmla="*/ 2658523 w 3799427"/>
                  <a:gd name="connsiteY797" fmla="*/ 131921 h 190405"/>
                  <a:gd name="connsiteX798" fmla="*/ 2658523 w 3799427"/>
                  <a:gd name="connsiteY798" fmla="*/ 137636 h 190405"/>
                  <a:gd name="connsiteX799" fmla="*/ 2646046 w 3799427"/>
                  <a:gd name="connsiteY799" fmla="*/ 137064 h 190405"/>
                  <a:gd name="connsiteX800" fmla="*/ 2631091 w 3799427"/>
                  <a:gd name="connsiteY800" fmla="*/ 137636 h 190405"/>
                  <a:gd name="connsiteX801" fmla="*/ 2565559 w 3799427"/>
                  <a:gd name="connsiteY801" fmla="*/ 74580 h 190405"/>
                  <a:gd name="connsiteX802" fmla="*/ 2563655 w 3799427"/>
                  <a:gd name="connsiteY802" fmla="*/ 75914 h 190405"/>
                  <a:gd name="connsiteX803" fmla="*/ 2563845 w 3799427"/>
                  <a:gd name="connsiteY803" fmla="*/ 75818 h 190405"/>
                  <a:gd name="connsiteX804" fmla="*/ 2563845 w 3799427"/>
                  <a:gd name="connsiteY804" fmla="*/ 114395 h 190405"/>
                  <a:gd name="connsiteX805" fmla="*/ 2565559 w 3799427"/>
                  <a:gd name="connsiteY805" fmla="*/ 128492 h 190405"/>
                  <a:gd name="connsiteX806" fmla="*/ 2573465 w 3799427"/>
                  <a:gd name="connsiteY806" fmla="*/ 131349 h 190405"/>
                  <a:gd name="connsiteX807" fmla="*/ 2582514 w 3799427"/>
                  <a:gd name="connsiteY807" fmla="*/ 131921 h 190405"/>
                  <a:gd name="connsiteX808" fmla="*/ 2582514 w 3799427"/>
                  <a:gd name="connsiteY808" fmla="*/ 137636 h 190405"/>
                  <a:gd name="connsiteX809" fmla="*/ 2555177 w 3799427"/>
                  <a:gd name="connsiteY809" fmla="*/ 137064 h 190405"/>
                  <a:gd name="connsiteX810" fmla="*/ 2527364 w 3799427"/>
                  <a:gd name="connsiteY810" fmla="*/ 137636 h 190405"/>
                  <a:gd name="connsiteX811" fmla="*/ 2527364 w 3799427"/>
                  <a:gd name="connsiteY811" fmla="*/ 131921 h 190405"/>
                  <a:gd name="connsiteX812" fmla="*/ 2536413 w 3799427"/>
                  <a:gd name="connsiteY812" fmla="*/ 131349 h 190405"/>
                  <a:gd name="connsiteX813" fmla="*/ 2544318 w 3799427"/>
                  <a:gd name="connsiteY813" fmla="*/ 128492 h 190405"/>
                  <a:gd name="connsiteX814" fmla="*/ 2546033 w 3799427"/>
                  <a:gd name="connsiteY814" fmla="*/ 114395 h 190405"/>
                  <a:gd name="connsiteX815" fmla="*/ 2546033 w 3799427"/>
                  <a:gd name="connsiteY815" fmla="*/ 29908 h 190405"/>
                  <a:gd name="connsiteX816" fmla="*/ 2544318 w 3799427"/>
                  <a:gd name="connsiteY816" fmla="*/ 15811 h 190405"/>
                  <a:gd name="connsiteX817" fmla="*/ 2536413 w 3799427"/>
                  <a:gd name="connsiteY817" fmla="*/ 12954 h 190405"/>
                  <a:gd name="connsiteX818" fmla="*/ 2527364 w 3799427"/>
                  <a:gd name="connsiteY818" fmla="*/ 12382 h 190405"/>
                  <a:gd name="connsiteX819" fmla="*/ 998696 w 3799427"/>
                  <a:gd name="connsiteY819" fmla="*/ 6572 h 190405"/>
                  <a:gd name="connsiteX820" fmla="*/ 1026604 w 3799427"/>
                  <a:gd name="connsiteY820" fmla="*/ 7144 h 190405"/>
                  <a:gd name="connsiteX821" fmla="*/ 1053941 w 3799427"/>
                  <a:gd name="connsiteY821" fmla="*/ 6572 h 190405"/>
                  <a:gd name="connsiteX822" fmla="*/ 1053941 w 3799427"/>
                  <a:gd name="connsiteY822" fmla="*/ 12287 h 190405"/>
                  <a:gd name="connsiteX823" fmla="*/ 1044988 w 3799427"/>
                  <a:gd name="connsiteY823" fmla="*/ 12859 h 190405"/>
                  <a:gd name="connsiteX824" fmla="*/ 1037082 w 3799427"/>
                  <a:gd name="connsiteY824" fmla="*/ 15716 h 190405"/>
                  <a:gd name="connsiteX825" fmla="*/ 1035367 w 3799427"/>
                  <a:gd name="connsiteY825" fmla="*/ 29813 h 190405"/>
                  <a:gd name="connsiteX826" fmla="*/ 1035367 w 3799427"/>
                  <a:gd name="connsiteY826" fmla="*/ 94583 h 190405"/>
                  <a:gd name="connsiteX827" fmla="*/ 1074134 w 3799427"/>
                  <a:gd name="connsiteY827" fmla="*/ 129064 h 190405"/>
                  <a:gd name="connsiteX828" fmla="*/ 1112901 w 3799427"/>
                  <a:gd name="connsiteY828" fmla="*/ 90106 h 190405"/>
                  <a:gd name="connsiteX829" fmla="*/ 1112901 w 3799427"/>
                  <a:gd name="connsiteY829" fmla="*/ 29908 h 190405"/>
                  <a:gd name="connsiteX830" fmla="*/ 1111186 w 3799427"/>
                  <a:gd name="connsiteY830" fmla="*/ 15811 h 190405"/>
                  <a:gd name="connsiteX831" fmla="*/ 1103281 w 3799427"/>
                  <a:gd name="connsiteY831" fmla="*/ 12954 h 190405"/>
                  <a:gd name="connsiteX832" fmla="*/ 1094994 w 3799427"/>
                  <a:gd name="connsiteY832" fmla="*/ 12382 h 190405"/>
                  <a:gd name="connsiteX833" fmla="*/ 1094994 w 3799427"/>
                  <a:gd name="connsiteY833" fmla="*/ 6667 h 190405"/>
                  <a:gd name="connsiteX834" fmla="*/ 1116901 w 3799427"/>
                  <a:gd name="connsiteY834" fmla="*/ 7239 h 190405"/>
                  <a:gd name="connsiteX835" fmla="*/ 1139476 w 3799427"/>
                  <a:gd name="connsiteY835" fmla="*/ 6667 h 190405"/>
                  <a:gd name="connsiteX836" fmla="*/ 1139476 w 3799427"/>
                  <a:gd name="connsiteY836" fmla="*/ 12382 h 190405"/>
                  <a:gd name="connsiteX837" fmla="*/ 1131189 w 3799427"/>
                  <a:gd name="connsiteY837" fmla="*/ 12954 h 190405"/>
                  <a:gd name="connsiteX838" fmla="*/ 1123283 w 3799427"/>
                  <a:gd name="connsiteY838" fmla="*/ 15811 h 190405"/>
                  <a:gd name="connsiteX839" fmla="*/ 1121569 w 3799427"/>
                  <a:gd name="connsiteY839" fmla="*/ 29908 h 190405"/>
                  <a:gd name="connsiteX840" fmla="*/ 1121569 w 3799427"/>
                  <a:gd name="connsiteY840" fmla="*/ 84296 h 190405"/>
                  <a:gd name="connsiteX841" fmla="*/ 1068324 w 3799427"/>
                  <a:gd name="connsiteY841" fmla="*/ 140779 h 190405"/>
                  <a:gd name="connsiteX842" fmla="*/ 1017460 w 3799427"/>
                  <a:gd name="connsiteY842" fmla="*/ 96774 h 190405"/>
                  <a:gd name="connsiteX843" fmla="*/ 1017365 w 3799427"/>
                  <a:gd name="connsiteY843" fmla="*/ 96583 h 190405"/>
                  <a:gd name="connsiteX844" fmla="*/ 1017365 w 3799427"/>
                  <a:gd name="connsiteY844" fmla="*/ 29813 h 190405"/>
                  <a:gd name="connsiteX845" fmla="*/ 1015651 w 3799427"/>
                  <a:gd name="connsiteY845" fmla="*/ 15716 h 190405"/>
                  <a:gd name="connsiteX846" fmla="*/ 1007745 w 3799427"/>
                  <a:gd name="connsiteY846" fmla="*/ 12859 h 190405"/>
                  <a:gd name="connsiteX847" fmla="*/ 998696 w 3799427"/>
                  <a:gd name="connsiteY847" fmla="*/ 12287 h 190405"/>
                  <a:gd name="connsiteX848" fmla="*/ 3090196 w 3799427"/>
                  <a:gd name="connsiteY848" fmla="*/ 4095 h 190405"/>
                  <a:gd name="connsiteX849" fmla="*/ 3107341 w 3799427"/>
                  <a:gd name="connsiteY849" fmla="*/ 6191 h 190405"/>
                  <a:gd name="connsiteX850" fmla="*/ 3124676 w 3799427"/>
                  <a:gd name="connsiteY850" fmla="*/ 12287 h 190405"/>
                  <a:gd name="connsiteX851" fmla="*/ 3122771 w 3799427"/>
                  <a:gd name="connsiteY851" fmla="*/ 23145 h 190405"/>
                  <a:gd name="connsiteX852" fmla="*/ 3121914 w 3799427"/>
                  <a:gd name="connsiteY852" fmla="*/ 38004 h 190405"/>
                  <a:gd name="connsiteX853" fmla="*/ 3115723 w 3799427"/>
                  <a:gd name="connsiteY853" fmla="*/ 38004 h 190405"/>
                  <a:gd name="connsiteX854" fmla="*/ 3114866 w 3799427"/>
                  <a:gd name="connsiteY854" fmla="*/ 22478 h 190405"/>
                  <a:gd name="connsiteX855" fmla="*/ 3108579 w 3799427"/>
                  <a:gd name="connsiteY855" fmla="*/ 16478 h 190405"/>
                  <a:gd name="connsiteX856" fmla="*/ 3088672 w 3799427"/>
                  <a:gd name="connsiteY856" fmla="*/ 11144 h 190405"/>
                  <a:gd name="connsiteX857" fmla="*/ 3067241 w 3799427"/>
                  <a:gd name="connsiteY857" fmla="*/ 19240 h 190405"/>
                  <a:gd name="connsiteX858" fmla="*/ 3059240 w 3799427"/>
                  <a:gd name="connsiteY858" fmla="*/ 40385 h 190405"/>
                  <a:gd name="connsiteX859" fmla="*/ 3062097 w 3799427"/>
                  <a:gd name="connsiteY859" fmla="*/ 52482 h 190405"/>
                  <a:gd name="connsiteX860" fmla="*/ 3072384 w 3799427"/>
                  <a:gd name="connsiteY860" fmla="*/ 59340 h 190405"/>
                  <a:gd name="connsiteX861" fmla="*/ 3089053 w 3799427"/>
                  <a:gd name="connsiteY861" fmla="*/ 62674 h 190405"/>
                  <a:gd name="connsiteX862" fmla="*/ 3109817 w 3799427"/>
                  <a:gd name="connsiteY862" fmla="*/ 66008 h 190405"/>
                  <a:gd name="connsiteX863" fmla="*/ 3122676 w 3799427"/>
                  <a:gd name="connsiteY863" fmla="*/ 72199 h 190405"/>
                  <a:gd name="connsiteX864" fmla="*/ 3129534 w 3799427"/>
                  <a:gd name="connsiteY864" fmla="*/ 81533 h 190405"/>
                  <a:gd name="connsiteX865" fmla="*/ 3132201 w 3799427"/>
                  <a:gd name="connsiteY865" fmla="*/ 95059 h 190405"/>
                  <a:gd name="connsiteX866" fmla="*/ 3116961 w 3799427"/>
                  <a:gd name="connsiteY866" fmla="*/ 127158 h 190405"/>
                  <a:gd name="connsiteX867" fmla="*/ 3077432 w 3799427"/>
                  <a:gd name="connsiteY867" fmla="*/ 140874 h 190405"/>
                  <a:gd name="connsiteX868" fmla="*/ 3044285 w 3799427"/>
                  <a:gd name="connsiteY868" fmla="*/ 133635 h 190405"/>
                  <a:gd name="connsiteX869" fmla="*/ 3044285 w 3799427"/>
                  <a:gd name="connsiteY869" fmla="*/ 133540 h 190405"/>
                  <a:gd name="connsiteX870" fmla="*/ 3046000 w 3799427"/>
                  <a:gd name="connsiteY870" fmla="*/ 104774 h 190405"/>
                  <a:gd name="connsiteX871" fmla="*/ 3052191 w 3799427"/>
                  <a:gd name="connsiteY871" fmla="*/ 104774 h 190405"/>
                  <a:gd name="connsiteX872" fmla="*/ 3053715 w 3799427"/>
                  <a:gd name="connsiteY872" fmla="*/ 120681 h 190405"/>
                  <a:gd name="connsiteX873" fmla="*/ 3058858 w 3799427"/>
                  <a:gd name="connsiteY873" fmla="*/ 125920 h 190405"/>
                  <a:gd name="connsiteX874" fmla="*/ 3069812 w 3799427"/>
                  <a:gd name="connsiteY874" fmla="*/ 130873 h 190405"/>
                  <a:gd name="connsiteX875" fmla="*/ 3083052 w 3799427"/>
                  <a:gd name="connsiteY875" fmla="*/ 133064 h 190405"/>
                  <a:gd name="connsiteX876" fmla="*/ 3100292 w 3799427"/>
                  <a:gd name="connsiteY876" fmla="*/ 128777 h 190405"/>
                  <a:gd name="connsiteX877" fmla="*/ 3111722 w 3799427"/>
                  <a:gd name="connsiteY877" fmla="*/ 117538 h 190405"/>
                  <a:gd name="connsiteX878" fmla="*/ 3115342 w 3799427"/>
                  <a:gd name="connsiteY878" fmla="*/ 102583 h 190405"/>
                  <a:gd name="connsiteX879" fmla="*/ 3113532 w 3799427"/>
                  <a:gd name="connsiteY879" fmla="*/ 92011 h 190405"/>
                  <a:gd name="connsiteX880" fmla="*/ 3108007 w 3799427"/>
                  <a:gd name="connsiteY880" fmla="*/ 84867 h 190405"/>
                  <a:gd name="connsiteX881" fmla="*/ 3098863 w 3799427"/>
                  <a:gd name="connsiteY881" fmla="*/ 81057 h 190405"/>
                  <a:gd name="connsiteX882" fmla="*/ 3085243 w 3799427"/>
                  <a:gd name="connsiteY882" fmla="*/ 79152 h 190405"/>
                  <a:gd name="connsiteX883" fmla="*/ 3067812 w 3799427"/>
                  <a:gd name="connsiteY883" fmla="*/ 76295 h 190405"/>
                  <a:gd name="connsiteX884" fmla="*/ 3053620 w 3799427"/>
                  <a:gd name="connsiteY884" fmla="*/ 69341 h 190405"/>
                  <a:gd name="connsiteX885" fmla="*/ 3046285 w 3799427"/>
                  <a:gd name="connsiteY885" fmla="*/ 58864 h 190405"/>
                  <a:gd name="connsiteX886" fmla="*/ 3043428 w 3799427"/>
                  <a:gd name="connsiteY886" fmla="*/ 44957 h 190405"/>
                  <a:gd name="connsiteX887" fmla="*/ 3049143 w 3799427"/>
                  <a:gd name="connsiteY887" fmla="*/ 24383 h 190405"/>
                  <a:gd name="connsiteX888" fmla="*/ 3066002 w 3799427"/>
                  <a:gd name="connsiteY888" fmla="*/ 9429 h 190405"/>
                  <a:gd name="connsiteX889" fmla="*/ 3090196 w 3799427"/>
                  <a:gd name="connsiteY889" fmla="*/ 4095 h 190405"/>
                  <a:gd name="connsiteX890" fmla="*/ 416243 w 3799427"/>
                  <a:gd name="connsiteY890" fmla="*/ 3429 h 190405"/>
                  <a:gd name="connsiteX891" fmla="*/ 459772 w 3799427"/>
                  <a:gd name="connsiteY891" fmla="*/ 11144 h 190405"/>
                  <a:gd name="connsiteX892" fmla="*/ 456153 w 3799427"/>
                  <a:gd name="connsiteY892" fmla="*/ 39814 h 190405"/>
                  <a:gd name="connsiteX893" fmla="*/ 450343 w 3799427"/>
                  <a:gd name="connsiteY893" fmla="*/ 39814 h 190405"/>
                  <a:gd name="connsiteX894" fmla="*/ 450343 w 3799427"/>
                  <a:gd name="connsiteY894" fmla="*/ 26289 h 190405"/>
                  <a:gd name="connsiteX895" fmla="*/ 434150 w 3799427"/>
                  <a:gd name="connsiteY895" fmla="*/ 14573 h 190405"/>
                  <a:gd name="connsiteX896" fmla="*/ 413100 w 3799427"/>
                  <a:gd name="connsiteY896" fmla="*/ 11430 h 190405"/>
                  <a:gd name="connsiteX897" fmla="*/ 358998 w 3799427"/>
                  <a:gd name="connsiteY897" fmla="*/ 69247 h 190405"/>
                  <a:gd name="connsiteX898" fmla="*/ 421005 w 3799427"/>
                  <a:gd name="connsiteY898" fmla="*/ 130588 h 190405"/>
                  <a:gd name="connsiteX899" fmla="*/ 459201 w 3799427"/>
                  <a:gd name="connsiteY899" fmla="*/ 119348 h 190405"/>
                  <a:gd name="connsiteX900" fmla="*/ 460908 w 3799427"/>
                  <a:gd name="connsiteY900" fmla="*/ 121245 h 190405"/>
                  <a:gd name="connsiteX901" fmla="*/ 455677 w 3799427"/>
                  <a:gd name="connsiteY901" fmla="*/ 130492 h 190405"/>
                  <a:gd name="connsiteX902" fmla="*/ 414624 w 3799427"/>
                  <a:gd name="connsiteY902" fmla="*/ 140684 h 190405"/>
                  <a:gd name="connsiteX903" fmla="*/ 338900 w 3799427"/>
                  <a:gd name="connsiteY903" fmla="*/ 72104 h 190405"/>
                  <a:gd name="connsiteX904" fmla="*/ 361855 w 3799427"/>
                  <a:gd name="connsiteY904" fmla="*/ 21431 h 190405"/>
                  <a:gd name="connsiteX905" fmla="*/ 416243 w 3799427"/>
                  <a:gd name="connsiteY905" fmla="*/ 3429 h 190405"/>
                  <a:gd name="connsiteX906" fmla="*/ 3538728 w 3799427"/>
                  <a:gd name="connsiteY906" fmla="*/ 286 h 190405"/>
                  <a:gd name="connsiteX907" fmla="*/ 3540443 w 3799427"/>
                  <a:gd name="connsiteY907" fmla="*/ 1810 h 190405"/>
                  <a:gd name="connsiteX908" fmla="*/ 3540443 w 3799427"/>
                  <a:gd name="connsiteY908" fmla="*/ 65437 h 190405"/>
                  <a:gd name="connsiteX909" fmla="*/ 3540824 w 3799427"/>
                  <a:gd name="connsiteY909" fmla="*/ 65437 h 190405"/>
                  <a:gd name="connsiteX910" fmla="*/ 3554825 w 3799427"/>
                  <a:gd name="connsiteY910" fmla="*/ 53340 h 190405"/>
                  <a:gd name="connsiteX911" fmla="*/ 3570065 w 3799427"/>
                  <a:gd name="connsiteY911" fmla="*/ 48673 h 190405"/>
                  <a:gd name="connsiteX912" fmla="*/ 3601212 w 3799427"/>
                  <a:gd name="connsiteY912" fmla="*/ 81439 h 190405"/>
                  <a:gd name="connsiteX913" fmla="*/ 3601212 w 3799427"/>
                  <a:gd name="connsiteY913" fmla="*/ 117729 h 190405"/>
                  <a:gd name="connsiteX914" fmla="*/ 3602165 w 3799427"/>
                  <a:gd name="connsiteY914" fmla="*/ 128683 h 190405"/>
                  <a:gd name="connsiteX915" fmla="*/ 3608261 w 3799427"/>
                  <a:gd name="connsiteY915" fmla="*/ 131350 h 190405"/>
                  <a:gd name="connsiteX916" fmla="*/ 3615976 w 3799427"/>
                  <a:gd name="connsiteY916" fmla="*/ 131921 h 190405"/>
                  <a:gd name="connsiteX917" fmla="*/ 3615976 w 3799427"/>
                  <a:gd name="connsiteY917" fmla="*/ 137636 h 190405"/>
                  <a:gd name="connsiteX918" fmla="*/ 3600545 w 3799427"/>
                  <a:gd name="connsiteY918" fmla="*/ 137065 h 190405"/>
                  <a:gd name="connsiteX919" fmla="*/ 3585496 w 3799427"/>
                  <a:gd name="connsiteY919" fmla="*/ 137636 h 190405"/>
                  <a:gd name="connsiteX920" fmla="*/ 3585496 w 3799427"/>
                  <a:gd name="connsiteY920" fmla="*/ 84106 h 190405"/>
                  <a:gd name="connsiteX921" fmla="*/ 3563874 w 3799427"/>
                  <a:gd name="connsiteY921" fmla="*/ 60198 h 190405"/>
                  <a:gd name="connsiteX922" fmla="*/ 3540728 w 3799427"/>
                  <a:gd name="connsiteY922" fmla="*/ 77915 h 190405"/>
                  <a:gd name="connsiteX923" fmla="*/ 3540728 w 3799427"/>
                  <a:gd name="connsiteY923" fmla="*/ 117824 h 190405"/>
                  <a:gd name="connsiteX924" fmla="*/ 3541776 w 3799427"/>
                  <a:gd name="connsiteY924" fmla="*/ 128778 h 190405"/>
                  <a:gd name="connsiteX925" fmla="*/ 3547777 w 3799427"/>
                  <a:gd name="connsiteY925" fmla="*/ 131445 h 190405"/>
                  <a:gd name="connsiteX926" fmla="*/ 3556254 w 3799427"/>
                  <a:gd name="connsiteY926" fmla="*/ 132017 h 190405"/>
                  <a:gd name="connsiteX927" fmla="*/ 3556254 w 3799427"/>
                  <a:gd name="connsiteY927" fmla="*/ 137732 h 190405"/>
                  <a:gd name="connsiteX928" fmla="*/ 3532918 w 3799427"/>
                  <a:gd name="connsiteY928" fmla="*/ 137160 h 190405"/>
                  <a:gd name="connsiteX929" fmla="*/ 3509486 w 3799427"/>
                  <a:gd name="connsiteY929" fmla="*/ 137732 h 190405"/>
                  <a:gd name="connsiteX930" fmla="*/ 3509486 w 3799427"/>
                  <a:gd name="connsiteY930" fmla="*/ 132017 h 190405"/>
                  <a:gd name="connsiteX931" fmla="*/ 3517963 w 3799427"/>
                  <a:gd name="connsiteY931" fmla="*/ 131445 h 190405"/>
                  <a:gd name="connsiteX932" fmla="*/ 3523964 w 3799427"/>
                  <a:gd name="connsiteY932" fmla="*/ 128778 h 190405"/>
                  <a:gd name="connsiteX933" fmla="*/ 3524917 w 3799427"/>
                  <a:gd name="connsiteY933" fmla="*/ 117824 h 190405"/>
                  <a:gd name="connsiteX934" fmla="*/ 3524536 w 3799427"/>
                  <a:gd name="connsiteY934" fmla="*/ 117634 h 190405"/>
                  <a:gd name="connsiteX935" fmla="*/ 3524536 w 3799427"/>
                  <a:gd name="connsiteY935" fmla="*/ 20193 h 190405"/>
                  <a:gd name="connsiteX936" fmla="*/ 3519869 w 3799427"/>
                  <a:gd name="connsiteY936" fmla="*/ 12478 h 190405"/>
                  <a:gd name="connsiteX937" fmla="*/ 3509296 w 3799427"/>
                  <a:gd name="connsiteY937" fmla="*/ 12478 h 190405"/>
                  <a:gd name="connsiteX938" fmla="*/ 3509296 w 3799427"/>
                  <a:gd name="connsiteY938" fmla="*/ 7239 h 190405"/>
                  <a:gd name="connsiteX939" fmla="*/ 3538728 w 3799427"/>
                  <a:gd name="connsiteY939" fmla="*/ 286 h 190405"/>
                  <a:gd name="connsiteX940" fmla="*/ 3158395 w 3799427"/>
                  <a:gd name="connsiteY940" fmla="*/ 286 h 190405"/>
                  <a:gd name="connsiteX941" fmla="*/ 3160110 w 3799427"/>
                  <a:gd name="connsiteY941" fmla="*/ 1810 h 190405"/>
                  <a:gd name="connsiteX942" fmla="*/ 3160110 w 3799427"/>
                  <a:gd name="connsiteY942" fmla="*/ 65437 h 190405"/>
                  <a:gd name="connsiteX943" fmla="*/ 3160490 w 3799427"/>
                  <a:gd name="connsiteY943" fmla="*/ 65437 h 190405"/>
                  <a:gd name="connsiteX944" fmla="*/ 3174492 w 3799427"/>
                  <a:gd name="connsiteY944" fmla="*/ 53340 h 190405"/>
                  <a:gd name="connsiteX945" fmla="*/ 3189732 w 3799427"/>
                  <a:gd name="connsiteY945" fmla="*/ 48673 h 190405"/>
                  <a:gd name="connsiteX946" fmla="*/ 3220879 w 3799427"/>
                  <a:gd name="connsiteY946" fmla="*/ 81439 h 190405"/>
                  <a:gd name="connsiteX947" fmla="*/ 3220879 w 3799427"/>
                  <a:gd name="connsiteY947" fmla="*/ 117729 h 190405"/>
                  <a:gd name="connsiteX948" fmla="*/ 3221831 w 3799427"/>
                  <a:gd name="connsiteY948" fmla="*/ 128683 h 190405"/>
                  <a:gd name="connsiteX949" fmla="*/ 3227928 w 3799427"/>
                  <a:gd name="connsiteY949" fmla="*/ 131350 h 190405"/>
                  <a:gd name="connsiteX950" fmla="*/ 3235643 w 3799427"/>
                  <a:gd name="connsiteY950" fmla="*/ 131921 h 190405"/>
                  <a:gd name="connsiteX951" fmla="*/ 3235643 w 3799427"/>
                  <a:gd name="connsiteY951" fmla="*/ 137636 h 190405"/>
                  <a:gd name="connsiteX952" fmla="*/ 3220212 w 3799427"/>
                  <a:gd name="connsiteY952" fmla="*/ 137065 h 190405"/>
                  <a:gd name="connsiteX953" fmla="*/ 3205163 w 3799427"/>
                  <a:gd name="connsiteY953" fmla="*/ 137636 h 190405"/>
                  <a:gd name="connsiteX954" fmla="*/ 3205163 w 3799427"/>
                  <a:gd name="connsiteY954" fmla="*/ 84106 h 190405"/>
                  <a:gd name="connsiteX955" fmla="*/ 3183541 w 3799427"/>
                  <a:gd name="connsiteY955" fmla="*/ 60198 h 190405"/>
                  <a:gd name="connsiteX956" fmla="*/ 3160395 w 3799427"/>
                  <a:gd name="connsiteY956" fmla="*/ 77915 h 190405"/>
                  <a:gd name="connsiteX957" fmla="*/ 3160395 w 3799427"/>
                  <a:gd name="connsiteY957" fmla="*/ 117824 h 190405"/>
                  <a:gd name="connsiteX958" fmla="*/ 3161443 w 3799427"/>
                  <a:gd name="connsiteY958" fmla="*/ 128778 h 190405"/>
                  <a:gd name="connsiteX959" fmla="*/ 3167444 w 3799427"/>
                  <a:gd name="connsiteY959" fmla="*/ 131445 h 190405"/>
                  <a:gd name="connsiteX960" fmla="*/ 3175921 w 3799427"/>
                  <a:gd name="connsiteY960" fmla="*/ 132017 h 190405"/>
                  <a:gd name="connsiteX961" fmla="*/ 3175921 w 3799427"/>
                  <a:gd name="connsiteY961" fmla="*/ 137732 h 190405"/>
                  <a:gd name="connsiteX962" fmla="*/ 3152585 w 3799427"/>
                  <a:gd name="connsiteY962" fmla="*/ 137160 h 190405"/>
                  <a:gd name="connsiteX963" fmla="*/ 3129153 w 3799427"/>
                  <a:gd name="connsiteY963" fmla="*/ 137732 h 190405"/>
                  <a:gd name="connsiteX964" fmla="*/ 3129153 w 3799427"/>
                  <a:gd name="connsiteY964" fmla="*/ 132017 h 190405"/>
                  <a:gd name="connsiteX965" fmla="*/ 3137630 w 3799427"/>
                  <a:gd name="connsiteY965" fmla="*/ 131445 h 190405"/>
                  <a:gd name="connsiteX966" fmla="*/ 3143631 w 3799427"/>
                  <a:gd name="connsiteY966" fmla="*/ 128778 h 190405"/>
                  <a:gd name="connsiteX967" fmla="*/ 3144584 w 3799427"/>
                  <a:gd name="connsiteY967" fmla="*/ 117824 h 190405"/>
                  <a:gd name="connsiteX968" fmla="*/ 3144298 w 3799427"/>
                  <a:gd name="connsiteY968" fmla="*/ 117634 h 190405"/>
                  <a:gd name="connsiteX969" fmla="*/ 3144298 w 3799427"/>
                  <a:gd name="connsiteY969" fmla="*/ 20193 h 190405"/>
                  <a:gd name="connsiteX970" fmla="*/ 3139631 w 3799427"/>
                  <a:gd name="connsiteY970" fmla="*/ 12478 h 190405"/>
                  <a:gd name="connsiteX971" fmla="*/ 3129058 w 3799427"/>
                  <a:gd name="connsiteY971" fmla="*/ 12478 h 190405"/>
                  <a:gd name="connsiteX972" fmla="*/ 3129058 w 3799427"/>
                  <a:gd name="connsiteY972" fmla="*/ 7239 h 190405"/>
                  <a:gd name="connsiteX973" fmla="*/ 3158395 w 3799427"/>
                  <a:gd name="connsiteY973" fmla="*/ 286 h 190405"/>
                  <a:gd name="connsiteX974" fmla="*/ 493014 w 3799427"/>
                  <a:gd name="connsiteY974" fmla="*/ 286 h 190405"/>
                  <a:gd name="connsiteX975" fmla="*/ 494729 w 3799427"/>
                  <a:gd name="connsiteY975" fmla="*/ 1810 h 190405"/>
                  <a:gd name="connsiteX976" fmla="*/ 494729 w 3799427"/>
                  <a:gd name="connsiteY976" fmla="*/ 65437 h 190405"/>
                  <a:gd name="connsiteX977" fmla="*/ 495110 w 3799427"/>
                  <a:gd name="connsiteY977" fmla="*/ 65437 h 190405"/>
                  <a:gd name="connsiteX978" fmla="*/ 509111 w 3799427"/>
                  <a:gd name="connsiteY978" fmla="*/ 53340 h 190405"/>
                  <a:gd name="connsiteX979" fmla="*/ 524352 w 3799427"/>
                  <a:gd name="connsiteY979" fmla="*/ 48673 h 190405"/>
                  <a:gd name="connsiteX980" fmla="*/ 555498 w 3799427"/>
                  <a:gd name="connsiteY980" fmla="*/ 81439 h 190405"/>
                  <a:gd name="connsiteX981" fmla="*/ 555498 w 3799427"/>
                  <a:gd name="connsiteY981" fmla="*/ 117729 h 190405"/>
                  <a:gd name="connsiteX982" fmla="*/ 556451 w 3799427"/>
                  <a:gd name="connsiteY982" fmla="*/ 128683 h 190405"/>
                  <a:gd name="connsiteX983" fmla="*/ 562452 w 3799427"/>
                  <a:gd name="connsiteY983" fmla="*/ 131350 h 190405"/>
                  <a:gd name="connsiteX984" fmla="*/ 570167 w 3799427"/>
                  <a:gd name="connsiteY984" fmla="*/ 131921 h 190405"/>
                  <a:gd name="connsiteX985" fmla="*/ 570167 w 3799427"/>
                  <a:gd name="connsiteY985" fmla="*/ 137636 h 190405"/>
                  <a:gd name="connsiteX986" fmla="*/ 554736 w 3799427"/>
                  <a:gd name="connsiteY986" fmla="*/ 137065 h 190405"/>
                  <a:gd name="connsiteX987" fmla="*/ 539687 w 3799427"/>
                  <a:gd name="connsiteY987" fmla="*/ 137636 h 190405"/>
                  <a:gd name="connsiteX988" fmla="*/ 539687 w 3799427"/>
                  <a:gd name="connsiteY988" fmla="*/ 84106 h 190405"/>
                  <a:gd name="connsiteX989" fmla="*/ 518065 w 3799427"/>
                  <a:gd name="connsiteY989" fmla="*/ 60198 h 190405"/>
                  <a:gd name="connsiteX990" fmla="*/ 494919 w 3799427"/>
                  <a:gd name="connsiteY990" fmla="*/ 77915 h 190405"/>
                  <a:gd name="connsiteX991" fmla="*/ 494919 w 3799427"/>
                  <a:gd name="connsiteY991" fmla="*/ 117824 h 190405"/>
                  <a:gd name="connsiteX992" fmla="*/ 495872 w 3799427"/>
                  <a:gd name="connsiteY992" fmla="*/ 128778 h 190405"/>
                  <a:gd name="connsiteX993" fmla="*/ 501873 w 3799427"/>
                  <a:gd name="connsiteY993" fmla="*/ 131445 h 190405"/>
                  <a:gd name="connsiteX994" fmla="*/ 510350 w 3799427"/>
                  <a:gd name="connsiteY994" fmla="*/ 132017 h 190405"/>
                  <a:gd name="connsiteX995" fmla="*/ 510350 w 3799427"/>
                  <a:gd name="connsiteY995" fmla="*/ 137732 h 190405"/>
                  <a:gd name="connsiteX996" fmla="*/ 487013 w 3799427"/>
                  <a:gd name="connsiteY996" fmla="*/ 137160 h 190405"/>
                  <a:gd name="connsiteX997" fmla="*/ 463677 w 3799427"/>
                  <a:gd name="connsiteY997" fmla="*/ 137732 h 190405"/>
                  <a:gd name="connsiteX998" fmla="*/ 463677 w 3799427"/>
                  <a:gd name="connsiteY998" fmla="*/ 132017 h 190405"/>
                  <a:gd name="connsiteX999" fmla="*/ 472155 w 3799427"/>
                  <a:gd name="connsiteY999" fmla="*/ 131445 h 190405"/>
                  <a:gd name="connsiteX1000" fmla="*/ 478251 w 3799427"/>
                  <a:gd name="connsiteY1000" fmla="*/ 128778 h 190405"/>
                  <a:gd name="connsiteX1001" fmla="*/ 479108 w 3799427"/>
                  <a:gd name="connsiteY1001" fmla="*/ 117824 h 190405"/>
                  <a:gd name="connsiteX1002" fmla="*/ 478822 w 3799427"/>
                  <a:gd name="connsiteY1002" fmla="*/ 117634 h 190405"/>
                  <a:gd name="connsiteX1003" fmla="*/ 478822 w 3799427"/>
                  <a:gd name="connsiteY1003" fmla="*/ 20193 h 190405"/>
                  <a:gd name="connsiteX1004" fmla="*/ 474155 w 3799427"/>
                  <a:gd name="connsiteY1004" fmla="*/ 12478 h 190405"/>
                  <a:gd name="connsiteX1005" fmla="*/ 463582 w 3799427"/>
                  <a:gd name="connsiteY1005" fmla="*/ 12478 h 190405"/>
                  <a:gd name="connsiteX1006" fmla="*/ 463582 w 3799427"/>
                  <a:gd name="connsiteY1006" fmla="*/ 7239 h 190405"/>
                  <a:gd name="connsiteX1007" fmla="*/ 493014 w 3799427"/>
                  <a:gd name="connsiteY1007" fmla="*/ 286 h 190405"/>
                  <a:gd name="connsiteX1008" fmla="*/ 141065 w 3799427"/>
                  <a:gd name="connsiteY1008" fmla="*/ 286 h 190405"/>
                  <a:gd name="connsiteX1009" fmla="*/ 142780 w 3799427"/>
                  <a:gd name="connsiteY1009" fmla="*/ 1810 h 190405"/>
                  <a:gd name="connsiteX1010" fmla="*/ 142780 w 3799427"/>
                  <a:gd name="connsiteY1010" fmla="*/ 65437 h 190405"/>
                  <a:gd name="connsiteX1011" fmla="*/ 143161 w 3799427"/>
                  <a:gd name="connsiteY1011" fmla="*/ 65437 h 190405"/>
                  <a:gd name="connsiteX1012" fmla="*/ 157162 w 3799427"/>
                  <a:gd name="connsiteY1012" fmla="*/ 53340 h 190405"/>
                  <a:gd name="connsiteX1013" fmla="*/ 172403 w 3799427"/>
                  <a:gd name="connsiteY1013" fmla="*/ 48673 h 190405"/>
                  <a:gd name="connsiteX1014" fmla="*/ 203454 w 3799427"/>
                  <a:gd name="connsiteY1014" fmla="*/ 81439 h 190405"/>
                  <a:gd name="connsiteX1015" fmla="*/ 203454 w 3799427"/>
                  <a:gd name="connsiteY1015" fmla="*/ 117729 h 190405"/>
                  <a:gd name="connsiteX1016" fmla="*/ 204407 w 3799427"/>
                  <a:gd name="connsiteY1016" fmla="*/ 128683 h 190405"/>
                  <a:gd name="connsiteX1017" fmla="*/ 210503 w 3799427"/>
                  <a:gd name="connsiteY1017" fmla="*/ 131350 h 190405"/>
                  <a:gd name="connsiteX1018" fmla="*/ 218218 w 3799427"/>
                  <a:gd name="connsiteY1018" fmla="*/ 131921 h 190405"/>
                  <a:gd name="connsiteX1019" fmla="*/ 218218 w 3799427"/>
                  <a:gd name="connsiteY1019" fmla="*/ 137636 h 190405"/>
                  <a:gd name="connsiteX1020" fmla="*/ 202692 w 3799427"/>
                  <a:gd name="connsiteY1020" fmla="*/ 137065 h 190405"/>
                  <a:gd name="connsiteX1021" fmla="*/ 187643 w 3799427"/>
                  <a:gd name="connsiteY1021" fmla="*/ 137636 h 190405"/>
                  <a:gd name="connsiteX1022" fmla="*/ 187643 w 3799427"/>
                  <a:gd name="connsiteY1022" fmla="*/ 84106 h 190405"/>
                  <a:gd name="connsiteX1023" fmla="*/ 166021 w 3799427"/>
                  <a:gd name="connsiteY1023" fmla="*/ 60198 h 190405"/>
                  <a:gd name="connsiteX1024" fmla="*/ 142875 w 3799427"/>
                  <a:gd name="connsiteY1024" fmla="*/ 77915 h 190405"/>
                  <a:gd name="connsiteX1025" fmla="*/ 142875 w 3799427"/>
                  <a:gd name="connsiteY1025" fmla="*/ 117824 h 190405"/>
                  <a:gd name="connsiteX1026" fmla="*/ 143923 w 3799427"/>
                  <a:gd name="connsiteY1026" fmla="*/ 128778 h 190405"/>
                  <a:gd name="connsiteX1027" fmla="*/ 149923 w 3799427"/>
                  <a:gd name="connsiteY1027" fmla="*/ 131445 h 190405"/>
                  <a:gd name="connsiteX1028" fmla="*/ 158401 w 3799427"/>
                  <a:gd name="connsiteY1028" fmla="*/ 132017 h 190405"/>
                  <a:gd name="connsiteX1029" fmla="*/ 158401 w 3799427"/>
                  <a:gd name="connsiteY1029" fmla="*/ 137732 h 190405"/>
                  <a:gd name="connsiteX1030" fmla="*/ 135065 w 3799427"/>
                  <a:gd name="connsiteY1030" fmla="*/ 137160 h 190405"/>
                  <a:gd name="connsiteX1031" fmla="*/ 111633 w 3799427"/>
                  <a:gd name="connsiteY1031" fmla="*/ 137732 h 190405"/>
                  <a:gd name="connsiteX1032" fmla="*/ 111633 w 3799427"/>
                  <a:gd name="connsiteY1032" fmla="*/ 132017 h 190405"/>
                  <a:gd name="connsiteX1033" fmla="*/ 120110 w 3799427"/>
                  <a:gd name="connsiteY1033" fmla="*/ 131445 h 190405"/>
                  <a:gd name="connsiteX1034" fmla="*/ 126111 w 3799427"/>
                  <a:gd name="connsiteY1034" fmla="*/ 128778 h 190405"/>
                  <a:gd name="connsiteX1035" fmla="*/ 127063 w 3799427"/>
                  <a:gd name="connsiteY1035" fmla="*/ 117824 h 190405"/>
                  <a:gd name="connsiteX1036" fmla="*/ 126968 w 3799427"/>
                  <a:gd name="connsiteY1036" fmla="*/ 117634 h 190405"/>
                  <a:gd name="connsiteX1037" fmla="*/ 126968 w 3799427"/>
                  <a:gd name="connsiteY1037" fmla="*/ 20193 h 190405"/>
                  <a:gd name="connsiteX1038" fmla="*/ 122301 w 3799427"/>
                  <a:gd name="connsiteY1038" fmla="*/ 12478 h 190405"/>
                  <a:gd name="connsiteX1039" fmla="*/ 111728 w 3799427"/>
                  <a:gd name="connsiteY1039" fmla="*/ 12478 h 190405"/>
                  <a:gd name="connsiteX1040" fmla="*/ 111728 w 3799427"/>
                  <a:gd name="connsiteY1040" fmla="*/ 7239 h 190405"/>
                  <a:gd name="connsiteX1041" fmla="*/ 141065 w 3799427"/>
                  <a:gd name="connsiteY1041" fmla="*/ 286 h 190405"/>
                  <a:gd name="connsiteX1042" fmla="*/ 1993297 w 3799427"/>
                  <a:gd name="connsiteY1042" fmla="*/ 0 h 190405"/>
                  <a:gd name="connsiteX1043" fmla="*/ 2001869 w 3799427"/>
                  <a:gd name="connsiteY1043" fmla="*/ 2096 h 190405"/>
                  <a:gd name="connsiteX1044" fmla="*/ 2001774 w 3799427"/>
                  <a:gd name="connsiteY1044" fmla="*/ 2096 h 190405"/>
                  <a:gd name="connsiteX1045" fmla="*/ 2001774 w 3799427"/>
                  <a:gd name="connsiteY1045" fmla="*/ 16669 h 190405"/>
                  <a:gd name="connsiteX1046" fmla="*/ 1999488 w 3799427"/>
                  <a:gd name="connsiteY1046" fmla="*/ 17812 h 190405"/>
                  <a:gd name="connsiteX1047" fmla="*/ 1987106 w 3799427"/>
                  <a:gd name="connsiteY1047" fmla="*/ 12573 h 190405"/>
                  <a:gd name="connsiteX1048" fmla="*/ 1973390 w 3799427"/>
                  <a:gd name="connsiteY1048" fmla="*/ 39433 h 190405"/>
                  <a:gd name="connsiteX1049" fmla="*/ 1973390 w 3799427"/>
                  <a:gd name="connsiteY1049" fmla="*/ 55435 h 190405"/>
                  <a:gd name="connsiteX1050" fmla="*/ 1998059 w 3799427"/>
                  <a:gd name="connsiteY1050" fmla="*/ 54673 h 190405"/>
                  <a:gd name="connsiteX1051" fmla="*/ 1996726 w 3799427"/>
                  <a:gd name="connsiteY1051" fmla="*/ 64675 h 190405"/>
                  <a:gd name="connsiteX1052" fmla="*/ 1973390 w 3799427"/>
                  <a:gd name="connsiteY1052" fmla="*/ 64675 h 190405"/>
                  <a:gd name="connsiteX1053" fmla="*/ 1973390 w 3799427"/>
                  <a:gd name="connsiteY1053" fmla="*/ 117919 h 190405"/>
                  <a:gd name="connsiteX1054" fmla="*/ 1974247 w 3799427"/>
                  <a:gd name="connsiteY1054" fmla="*/ 128873 h 190405"/>
                  <a:gd name="connsiteX1055" fmla="*/ 1980343 w 3799427"/>
                  <a:gd name="connsiteY1055" fmla="*/ 131445 h 190405"/>
                  <a:gd name="connsiteX1056" fmla="*/ 1989011 w 3799427"/>
                  <a:gd name="connsiteY1056" fmla="*/ 132017 h 190405"/>
                  <a:gd name="connsiteX1057" fmla="*/ 1989011 w 3799427"/>
                  <a:gd name="connsiteY1057" fmla="*/ 137731 h 190405"/>
                  <a:gd name="connsiteX1058" fmla="*/ 1965484 w 3799427"/>
                  <a:gd name="connsiteY1058" fmla="*/ 137160 h 190405"/>
                  <a:gd name="connsiteX1059" fmla="*/ 1941957 w 3799427"/>
                  <a:gd name="connsiteY1059" fmla="*/ 137731 h 190405"/>
                  <a:gd name="connsiteX1060" fmla="*/ 1941957 w 3799427"/>
                  <a:gd name="connsiteY1060" fmla="*/ 132017 h 190405"/>
                  <a:gd name="connsiteX1061" fmla="*/ 1950625 w 3799427"/>
                  <a:gd name="connsiteY1061" fmla="*/ 131445 h 190405"/>
                  <a:gd name="connsiteX1062" fmla="*/ 1956626 w 3799427"/>
                  <a:gd name="connsiteY1062" fmla="*/ 128873 h 190405"/>
                  <a:gd name="connsiteX1063" fmla="*/ 1957578 w 3799427"/>
                  <a:gd name="connsiteY1063" fmla="*/ 117919 h 190405"/>
                  <a:gd name="connsiteX1064" fmla="*/ 1957578 w 3799427"/>
                  <a:gd name="connsiteY1064" fmla="*/ 64675 h 190405"/>
                  <a:gd name="connsiteX1065" fmla="*/ 1944624 w 3799427"/>
                  <a:gd name="connsiteY1065" fmla="*/ 65437 h 190405"/>
                  <a:gd name="connsiteX1066" fmla="*/ 1944624 w 3799427"/>
                  <a:gd name="connsiteY1066" fmla="*/ 61246 h 190405"/>
                  <a:gd name="connsiteX1067" fmla="*/ 1957578 w 3799427"/>
                  <a:gd name="connsiteY1067" fmla="*/ 55340 h 190405"/>
                  <a:gd name="connsiteX1068" fmla="*/ 1957578 w 3799427"/>
                  <a:gd name="connsiteY1068" fmla="*/ 47434 h 190405"/>
                  <a:gd name="connsiteX1069" fmla="*/ 1965484 w 3799427"/>
                  <a:gd name="connsiteY1069" fmla="*/ 20288 h 190405"/>
                  <a:gd name="connsiteX1070" fmla="*/ 1976342 w 3799427"/>
                  <a:gd name="connsiteY1070" fmla="*/ 7906 h 190405"/>
                  <a:gd name="connsiteX1071" fmla="*/ 1993297 w 3799427"/>
                  <a:gd name="connsiteY1071" fmla="*/ 0 h 19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</a:cxnLst>
                <a:rect l="l" t="t" r="r" b="b"/>
                <a:pathLst>
                  <a:path w="3799427" h="190405">
                    <a:moveTo>
                      <a:pt x="2906744" y="139732"/>
                    </a:moveTo>
                    <a:cubicBezTo>
                      <a:pt x="2901791" y="139732"/>
                      <a:pt x="2895219" y="139732"/>
                      <a:pt x="2886742" y="140494"/>
                    </a:cubicBezTo>
                    <a:cubicBezTo>
                      <a:pt x="2881408" y="141065"/>
                      <a:pt x="2870930" y="148399"/>
                      <a:pt x="2870930" y="160210"/>
                    </a:cubicBezTo>
                    <a:cubicBezTo>
                      <a:pt x="2870930" y="176403"/>
                      <a:pt x="2883313" y="184499"/>
                      <a:pt x="2898362" y="184499"/>
                    </a:cubicBezTo>
                    <a:lnTo>
                      <a:pt x="2898458" y="184594"/>
                    </a:lnTo>
                    <a:cubicBezTo>
                      <a:pt x="2919127" y="184594"/>
                      <a:pt x="2933319" y="171736"/>
                      <a:pt x="2933319" y="156686"/>
                    </a:cubicBezTo>
                    <a:cubicBezTo>
                      <a:pt x="2933319" y="145542"/>
                      <a:pt x="2927985" y="139732"/>
                      <a:pt x="2906744" y="139732"/>
                    </a:cubicBezTo>
                    <a:close/>
                    <a:moveTo>
                      <a:pt x="2444401" y="139732"/>
                    </a:moveTo>
                    <a:cubicBezTo>
                      <a:pt x="2439449" y="139732"/>
                      <a:pt x="2432876" y="139732"/>
                      <a:pt x="2424399" y="140494"/>
                    </a:cubicBezTo>
                    <a:cubicBezTo>
                      <a:pt x="2419065" y="141065"/>
                      <a:pt x="2408588" y="148399"/>
                      <a:pt x="2408588" y="160210"/>
                    </a:cubicBezTo>
                    <a:cubicBezTo>
                      <a:pt x="2408588" y="176403"/>
                      <a:pt x="2420970" y="184499"/>
                      <a:pt x="2436020" y="184499"/>
                    </a:cubicBezTo>
                    <a:lnTo>
                      <a:pt x="2436115" y="184594"/>
                    </a:lnTo>
                    <a:cubicBezTo>
                      <a:pt x="2456879" y="184594"/>
                      <a:pt x="2470976" y="171736"/>
                      <a:pt x="2470976" y="156686"/>
                    </a:cubicBezTo>
                    <a:cubicBezTo>
                      <a:pt x="2470976" y="145542"/>
                      <a:pt x="2465642" y="139732"/>
                      <a:pt x="2444401" y="139732"/>
                    </a:cubicBezTo>
                    <a:close/>
                    <a:moveTo>
                      <a:pt x="461011" y="121063"/>
                    </a:moveTo>
                    <a:lnTo>
                      <a:pt x="460915" y="121253"/>
                    </a:lnTo>
                    <a:lnTo>
                      <a:pt x="460908" y="121245"/>
                    </a:lnTo>
                    <a:close/>
                    <a:moveTo>
                      <a:pt x="2998566" y="113347"/>
                    </a:moveTo>
                    <a:lnTo>
                      <a:pt x="3000947" y="115919"/>
                    </a:lnTo>
                    <a:cubicBezTo>
                      <a:pt x="2993327" y="133730"/>
                      <a:pt x="2983993" y="149066"/>
                      <a:pt x="2973039" y="162020"/>
                    </a:cubicBezTo>
                    <a:lnTo>
                      <a:pt x="2965133" y="165639"/>
                    </a:lnTo>
                    <a:lnTo>
                      <a:pt x="2962847" y="163353"/>
                    </a:lnTo>
                    <a:cubicBezTo>
                      <a:pt x="2967514" y="155543"/>
                      <a:pt x="2970848" y="149542"/>
                      <a:pt x="2972848" y="145256"/>
                    </a:cubicBezTo>
                    <a:cubicBezTo>
                      <a:pt x="2974849" y="140969"/>
                      <a:pt x="2976373" y="136683"/>
                      <a:pt x="2977516" y="132588"/>
                    </a:cubicBezTo>
                    <a:cubicBezTo>
                      <a:pt x="2978087" y="130492"/>
                      <a:pt x="2978754" y="125920"/>
                      <a:pt x="2979706" y="118872"/>
                    </a:cubicBezTo>
                    <a:lnTo>
                      <a:pt x="2989708" y="116395"/>
                    </a:lnTo>
                    <a:cubicBezTo>
                      <a:pt x="2991041" y="115919"/>
                      <a:pt x="2993994" y="114966"/>
                      <a:pt x="2998566" y="113347"/>
                    </a:cubicBezTo>
                    <a:close/>
                    <a:moveTo>
                      <a:pt x="811721" y="110109"/>
                    </a:moveTo>
                    <a:lnTo>
                      <a:pt x="811714" y="110204"/>
                    </a:lnTo>
                    <a:lnTo>
                      <a:pt x="811435" y="110204"/>
                    </a:lnTo>
                    <a:close/>
                    <a:moveTo>
                      <a:pt x="2895695" y="55150"/>
                    </a:moveTo>
                    <a:cubicBezTo>
                      <a:pt x="2883027" y="55150"/>
                      <a:pt x="2876836" y="65056"/>
                      <a:pt x="2876836" y="77438"/>
                    </a:cubicBezTo>
                    <a:cubicBezTo>
                      <a:pt x="2876836" y="94012"/>
                      <a:pt x="2886075" y="102489"/>
                      <a:pt x="2898076" y="102489"/>
                    </a:cubicBezTo>
                    <a:cubicBezTo>
                      <a:pt x="2909221" y="102489"/>
                      <a:pt x="2917317" y="94012"/>
                      <a:pt x="2917317" y="82486"/>
                    </a:cubicBezTo>
                    <a:cubicBezTo>
                      <a:pt x="2917317" y="68771"/>
                      <a:pt x="2911316" y="55150"/>
                      <a:pt x="2895695" y="55150"/>
                    </a:cubicBezTo>
                    <a:close/>
                    <a:moveTo>
                      <a:pt x="2433257" y="55150"/>
                    </a:moveTo>
                    <a:cubicBezTo>
                      <a:pt x="2420684" y="55150"/>
                      <a:pt x="2414493" y="65056"/>
                      <a:pt x="2414493" y="77438"/>
                    </a:cubicBezTo>
                    <a:cubicBezTo>
                      <a:pt x="2414493" y="94012"/>
                      <a:pt x="2423732" y="102489"/>
                      <a:pt x="2435829" y="102489"/>
                    </a:cubicBezTo>
                    <a:cubicBezTo>
                      <a:pt x="2446878" y="102489"/>
                      <a:pt x="2454974" y="94012"/>
                      <a:pt x="2454974" y="82486"/>
                    </a:cubicBezTo>
                    <a:cubicBezTo>
                      <a:pt x="2454974" y="68771"/>
                      <a:pt x="2448878" y="55150"/>
                      <a:pt x="2433257" y="55150"/>
                    </a:cubicBezTo>
                    <a:close/>
                    <a:moveTo>
                      <a:pt x="2699195" y="54959"/>
                    </a:moveTo>
                    <a:cubicBezTo>
                      <a:pt x="2679288" y="54959"/>
                      <a:pt x="2673001" y="71152"/>
                      <a:pt x="2673001" y="88678"/>
                    </a:cubicBezTo>
                    <a:cubicBezTo>
                      <a:pt x="2673001" y="108585"/>
                      <a:pt x="2680145" y="134684"/>
                      <a:pt x="2704338" y="134684"/>
                    </a:cubicBezTo>
                    <a:cubicBezTo>
                      <a:pt x="2721483" y="134684"/>
                      <a:pt x="2728818" y="117539"/>
                      <a:pt x="2728818" y="100013"/>
                    </a:cubicBezTo>
                    <a:cubicBezTo>
                      <a:pt x="2728818" y="75724"/>
                      <a:pt x="2717388" y="54959"/>
                      <a:pt x="2699290" y="54959"/>
                    </a:cubicBezTo>
                    <a:close/>
                    <a:moveTo>
                      <a:pt x="2236852" y="54959"/>
                    </a:moveTo>
                    <a:lnTo>
                      <a:pt x="2236912" y="54977"/>
                    </a:lnTo>
                    <a:lnTo>
                      <a:pt x="2216349" y="65246"/>
                    </a:lnTo>
                    <a:cubicBezTo>
                      <a:pt x="2212301" y="71485"/>
                      <a:pt x="2210753" y="79915"/>
                      <a:pt x="2210753" y="88678"/>
                    </a:cubicBezTo>
                    <a:cubicBezTo>
                      <a:pt x="2210753" y="108585"/>
                      <a:pt x="2217897" y="134684"/>
                      <a:pt x="2241995" y="134684"/>
                    </a:cubicBezTo>
                    <a:cubicBezTo>
                      <a:pt x="2259045" y="134684"/>
                      <a:pt x="2266474" y="117539"/>
                      <a:pt x="2266474" y="100013"/>
                    </a:cubicBezTo>
                    <a:cubicBezTo>
                      <a:pt x="2266474" y="81796"/>
                      <a:pt x="2259991" y="65562"/>
                      <a:pt x="2249115" y="58583"/>
                    </a:cubicBezTo>
                    <a:lnTo>
                      <a:pt x="2236912" y="54977"/>
                    </a:lnTo>
                    <a:lnTo>
                      <a:pt x="2236947" y="54959"/>
                    </a:lnTo>
                    <a:close/>
                    <a:moveTo>
                      <a:pt x="1890141" y="54959"/>
                    </a:moveTo>
                    <a:cubicBezTo>
                      <a:pt x="1870234" y="54959"/>
                      <a:pt x="1864043" y="71152"/>
                      <a:pt x="1864043" y="88678"/>
                    </a:cubicBezTo>
                    <a:cubicBezTo>
                      <a:pt x="1864043" y="108585"/>
                      <a:pt x="1871187" y="134684"/>
                      <a:pt x="1895285" y="134684"/>
                    </a:cubicBezTo>
                    <a:cubicBezTo>
                      <a:pt x="1912430" y="134684"/>
                      <a:pt x="1919764" y="117539"/>
                      <a:pt x="1919764" y="100013"/>
                    </a:cubicBezTo>
                    <a:cubicBezTo>
                      <a:pt x="1919764" y="75724"/>
                      <a:pt x="1908239" y="54959"/>
                      <a:pt x="1890141" y="54959"/>
                    </a:cubicBezTo>
                    <a:close/>
                    <a:moveTo>
                      <a:pt x="3656648" y="54864"/>
                    </a:moveTo>
                    <a:cubicBezTo>
                      <a:pt x="3642170" y="54864"/>
                      <a:pt x="3630930" y="65627"/>
                      <a:pt x="3631883" y="86106"/>
                    </a:cubicBezTo>
                    <a:cubicBezTo>
                      <a:pt x="3647218" y="87821"/>
                      <a:pt x="3663125" y="87440"/>
                      <a:pt x="3676650" y="86678"/>
                    </a:cubicBezTo>
                    <a:cubicBezTo>
                      <a:pt x="3676650" y="69152"/>
                      <a:pt x="3670269" y="54864"/>
                      <a:pt x="3656648" y="54864"/>
                    </a:cubicBezTo>
                    <a:close/>
                    <a:moveTo>
                      <a:pt x="3276410" y="54864"/>
                    </a:moveTo>
                    <a:cubicBezTo>
                      <a:pt x="3261932" y="54864"/>
                      <a:pt x="3250693" y="65627"/>
                      <a:pt x="3251645" y="86106"/>
                    </a:cubicBezTo>
                    <a:cubicBezTo>
                      <a:pt x="3266981" y="87821"/>
                      <a:pt x="3282887" y="87440"/>
                      <a:pt x="3296413" y="86678"/>
                    </a:cubicBezTo>
                    <a:cubicBezTo>
                      <a:pt x="3296413" y="69152"/>
                      <a:pt x="3290031" y="54864"/>
                      <a:pt x="3276410" y="54864"/>
                    </a:cubicBezTo>
                    <a:close/>
                    <a:moveTo>
                      <a:pt x="1428560" y="54864"/>
                    </a:moveTo>
                    <a:cubicBezTo>
                      <a:pt x="1414177" y="54864"/>
                      <a:pt x="1402842" y="65627"/>
                      <a:pt x="1403795" y="86106"/>
                    </a:cubicBezTo>
                    <a:cubicBezTo>
                      <a:pt x="1419321" y="87821"/>
                      <a:pt x="1435132" y="87440"/>
                      <a:pt x="1448658" y="86678"/>
                    </a:cubicBezTo>
                    <a:cubicBezTo>
                      <a:pt x="1448658" y="69152"/>
                      <a:pt x="1442276" y="54864"/>
                      <a:pt x="1428655" y="54864"/>
                    </a:cubicBezTo>
                    <a:close/>
                    <a:moveTo>
                      <a:pt x="925830" y="54864"/>
                    </a:moveTo>
                    <a:cubicBezTo>
                      <a:pt x="911352" y="54864"/>
                      <a:pt x="900018" y="65627"/>
                      <a:pt x="900970" y="86106"/>
                    </a:cubicBezTo>
                    <a:cubicBezTo>
                      <a:pt x="916401" y="87821"/>
                      <a:pt x="932212" y="87440"/>
                      <a:pt x="945738" y="86678"/>
                    </a:cubicBezTo>
                    <a:cubicBezTo>
                      <a:pt x="945738" y="69152"/>
                      <a:pt x="939356" y="54864"/>
                      <a:pt x="925830" y="54864"/>
                    </a:cubicBezTo>
                    <a:close/>
                    <a:moveTo>
                      <a:pt x="767049" y="54864"/>
                    </a:moveTo>
                    <a:cubicBezTo>
                      <a:pt x="752571" y="54864"/>
                      <a:pt x="741236" y="65627"/>
                      <a:pt x="742189" y="86106"/>
                    </a:cubicBezTo>
                    <a:cubicBezTo>
                      <a:pt x="757619" y="87821"/>
                      <a:pt x="773431" y="87440"/>
                      <a:pt x="786956" y="86678"/>
                    </a:cubicBezTo>
                    <a:cubicBezTo>
                      <a:pt x="786956" y="69152"/>
                      <a:pt x="780670" y="54864"/>
                      <a:pt x="767049" y="54864"/>
                    </a:cubicBezTo>
                    <a:close/>
                    <a:moveTo>
                      <a:pt x="262033" y="54864"/>
                    </a:moveTo>
                    <a:lnTo>
                      <a:pt x="262073" y="54889"/>
                    </a:lnTo>
                    <a:lnTo>
                      <a:pt x="243876" y="62806"/>
                    </a:lnTo>
                    <a:cubicBezTo>
                      <a:pt x="239364" y="68056"/>
                      <a:pt x="236792" y="75867"/>
                      <a:pt x="237268" y="86106"/>
                    </a:cubicBezTo>
                    <a:cubicBezTo>
                      <a:pt x="252604" y="87821"/>
                      <a:pt x="268510" y="87440"/>
                      <a:pt x="282036" y="86678"/>
                    </a:cubicBezTo>
                    <a:cubicBezTo>
                      <a:pt x="282036" y="77915"/>
                      <a:pt x="280417" y="69962"/>
                      <a:pt x="277107" y="64199"/>
                    </a:cubicBezTo>
                    <a:lnTo>
                      <a:pt x="262073" y="54889"/>
                    </a:lnTo>
                    <a:lnTo>
                      <a:pt x="262129" y="54864"/>
                    </a:lnTo>
                    <a:close/>
                    <a:moveTo>
                      <a:pt x="3432620" y="51720"/>
                    </a:moveTo>
                    <a:cubicBezTo>
                      <a:pt x="3455480" y="52101"/>
                      <a:pt x="3473863" y="52387"/>
                      <a:pt x="3487770" y="52387"/>
                    </a:cubicBezTo>
                    <a:cubicBezTo>
                      <a:pt x="3494437" y="52387"/>
                      <a:pt x="3500343" y="52196"/>
                      <a:pt x="3505391" y="51720"/>
                    </a:cubicBezTo>
                    <a:lnTo>
                      <a:pt x="3505391" y="56578"/>
                    </a:lnTo>
                    <a:cubicBezTo>
                      <a:pt x="3501200" y="60959"/>
                      <a:pt x="3493961" y="69722"/>
                      <a:pt x="3483579" y="82962"/>
                    </a:cubicBezTo>
                    <a:cubicBezTo>
                      <a:pt x="3463671" y="108013"/>
                      <a:pt x="3451289" y="124015"/>
                      <a:pt x="3446241" y="131063"/>
                    </a:cubicBezTo>
                    <a:lnTo>
                      <a:pt x="3452718" y="131063"/>
                    </a:lnTo>
                    <a:cubicBezTo>
                      <a:pt x="3457861" y="131063"/>
                      <a:pt x="3465195" y="130968"/>
                      <a:pt x="3474625" y="130682"/>
                    </a:cubicBezTo>
                    <a:cubicBezTo>
                      <a:pt x="3484055" y="130492"/>
                      <a:pt x="3490818" y="129920"/>
                      <a:pt x="3495104" y="128968"/>
                    </a:cubicBezTo>
                    <a:cubicBezTo>
                      <a:pt x="3496437" y="128682"/>
                      <a:pt x="3497295" y="128301"/>
                      <a:pt x="3497580" y="128015"/>
                    </a:cubicBezTo>
                    <a:cubicBezTo>
                      <a:pt x="3497866" y="127825"/>
                      <a:pt x="3498057" y="127444"/>
                      <a:pt x="3498247" y="126777"/>
                    </a:cubicBezTo>
                    <a:cubicBezTo>
                      <a:pt x="3499486" y="122872"/>
                      <a:pt x="3500628" y="117633"/>
                      <a:pt x="3501771" y="111061"/>
                    </a:cubicBezTo>
                    <a:lnTo>
                      <a:pt x="3507486" y="111061"/>
                    </a:lnTo>
                    <a:cubicBezTo>
                      <a:pt x="3506534" y="118300"/>
                      <a:pt x="3505962" y="122586"/>
                      <a:pt x="3505772" y="124110"/>
                    </a:cubicBezTo>
                    <a:cubicBezTo>
                      <a:pt x="3505677" y="125062"/>
                      <a:pt x="3505296" y="129349"/>
                      <a:pt x="3504724" y="136969"/>
                    </a:cubicBezTo>
                    <a:cubicBezTo>
                      <a:pt x="3501105" y="137636"/>
                      <a:pt x="3496628" y="138016"/>
                      <a:pt x="3491199" y="138016"/>
                    </a:cubicBezTo>
                    <a:lnTo>
                      <a:pt x="3451098" y="137350"/>
                    </a:lnTo>
                    <a:lnTo>
                      <a:pt x="3423666" y="138016"/>
                    </a:lnTo>
                    <a:lnTo>
                      <a:pt x="3423476" y="138016"/>
                    </a:lnTo>
                    <a:lnTo>
                      <a:pt x="3422428" y="133730"/>
                    </a:lnTo>
                    <a:cubicBezTo>
                      <a:pt x="3428810" y="126967"/>
                      <a:pt x="3433668" y="121443"/>
                      <a:pt x="3437192" y="117252"/>
                    </a:cubicBezTo>
                    <a:cubicBezTo>
                      <a:pt x="3445288" y="107441"/>
                      <a:pt x="3456242" y="93916"/>
                      <a:pt x="3470053" y="76771"/>
                    </a:cubicBezTo>
                    <a:cubicBezTo>
                      <a:pt x="3471768" y="74580"/>
                      <a:pt x="3476149" y="68579"/>
                      <a:pt x="3483293" y="58578"/>
                    </a:cubicBezTo>
                    <a:lnTo>
                      <a:pt x="3461957" y="58578"/>
                    </a:lnTo>
                    <a:cubicBezTo>
                      <a:pt x="3459004" y="58578"/>
                      <a:pt x="3454242" y="58769"/>
                      <a:pt x="3447765" y="59245"/>
                    </a:cubicBezTo>
                    <a:cubicBezTo>
                      <a:pt x="3443764" y="59435"/>
                      <a:pt x="3441383" y="59721"/>
                      <a:pt x="3440526" y="60197"/>
                    </a:cubicBezTo>
                    <a:cubicBezTo>
                      <a:pt x="3440049" y="60388"/>
                      <a:pt x="3439764" y="60674"/>
                      <a:pt x="3439478" y="61150"/>
                    </a:cubicBezTo>
                    <a:cubicBezTo>
                      <a:pt x="3439192" y="61626"/>
                      <a:pt x="3438716" y="63150"/>
                      <a:pt x="3438144" y="65627"/>
                    </a:cubicBezTo>
                    <a:lnTo>
                      <a:pt x="3436335" y="76295"/>
                    </a:lnTo>
                    <a:lnTo>
                      <a:pt x="3431096" y="76295"/>
                    </a:lnTo>
                    <a:cubicBezTo>
                      <a:pt x="3431763" y="65627"/>
                      <a:pt x="3432048" y="59721"/>
                      <a:pt x="3432048" y="58578"/>
                    </a:cubicBezTo>
                    <a:cubicBezTo>
                      <a:pt x="3432048" y="57149"/>
                      <a:pt x="3432048" y="55054"/>
                      <a:pt x="3431858" y="52387"/>
                    </a:cubicBezTo>
                    <a:close/>
                    <a:moveTo>
                      <a:pt x="1283780" y="50768"/>
                    </a:moveTo>
                    <a:cubicBezTo>
                      <a:pt x="1291019" y="50959"/>
                      <a:pt x="1298448" y="51340"/>
                      <a:pt x="1305783" y="51340"/>
                    </a:cubicBezTo>
                    <a:cubicBezTo>
                      <a:pt x="1313117" y="51340"/>
                      <a:pt x="1320261" y="50959"/>
                      <a:pt x="1327595" y="50768"/>
                    </a:cubicBezTo>
                    <a:lnTo>
                      <a:pt x="1327595" y="56007"/>
                    </a:lnTo>
                    <a:lnTo>
                      <a:pt x="1318356" y="56388"/>
                    </a:lnTo>
                    <a:cubicBezTo>
                      <a:pt x="1313403" y="56578"/>
                      <a:pt x="1312164" y="59245"/>
                      <a:pt x="1315308" y="67151"/>
                    </a:cubicBezTo>
                    <a:lnTo>
                      <a:pt x="1337691" y="121348"/>
                    </a:lnTo>
                    <a:cubicBezTo>
                      <a:pt x="1341692" y="112681"/>
                      <a:pt x="1345788" y="103822"/>
                      <a:pt x="1349407" y="94964"/>
                    </a:cubicBezTo>
                    <a:lnTo>
                      <a:pt x="1357313" y="75057"/>
                    </a:lnTo>
                    <a:cubicBezTo>
                      <a:pt x="1362361" y="62008"/>
                      <a:pt x="1361980" y="56578"/>
                      <a:pt x="1356360" y="56388"/>
                    </a:cubicBezTo>
                    <a:lnTo>
                      <a:pt x="1348645" y="56007"/>
                    </a:lnTo>
                    <a:lnTo>
                      <a:pt x="1348645" y="50768"/>
                    </a:lnTo>
                    <a:cubicBezTo>
                      <a:pt x="1354455" y="50959"/>
                      <a:pt x="1360551" y="51340"/>
                      <a:pt x="1366362" y="51340"/>
                    </a:cubicBezTo>
                    <a:cubicBezTo>
                      <a:pt x="1372172" y="51340"/>
                      <a:pt x="1378173" y="50959"/>
                      <a:pt x="1384078" y="50768"/>
                    </a:cubicBezTo>
                    <a:lnTo>
                      <a:pt x="1384078" y="56007"/>
                    </a:lnTo>
                    <a:lnTo>
                      <a:pt x="1378173" y="56388"/>
                    </a:lnTo>
                    <a:cubicBezTo>
                      <a:pt x="1373505" y="56674"/>
                      <a:pt x="1370362" y="63246"/>
                      <a:pt x="1367695" y="68961"/>
                    </a:cubicBezTo>
                    <a:lnTo>
                      <a:pt x="1367790" y="68961"/>
                    </a:lnTo>
                    <a:lnTo>
                      <a:pt x="1345502" y="117919"/>
                    </a:lnTo>
                    <a:cubicBezTo>
                      <a:pt x="1342359" y="124968"/>
                      <a:pt x="1340454" y="132112"/>
                      <a:pt x="1337787" y="138493"/>
                    </a:cubicBezTo>
                    <a:lnTo>
                      <a:pt x="1328357" y="138493"/>
                    </a:lnTo>
                    <a:lnTo>
                      <a:pt x="1295972" y="62579"/>
                    </a:lnTo>
                    <a:cubicBezTo>
                      <a:pt x="1294829" y="59912"/>
                      <a:pt x="1293781" y="56578"/>
                      <a:pt x="1290162" y="56388"/>
                    </a:cubicBezTo>
                    <a:lnTo>
                      <a:pt x="1283780" y="56007"/>
                    </a:lnTo>
                    <a:close/>
                    <a:moveTo>
                      <a:pt x="3722179" y="48863"/>
                    </a:moveTo>
                    <a:lnTo>
                      <a:pt x="3723989" y="49625"/>
                    </a:lnTo>
                    <a:lnTo>
                      <a:pt x="3723989" y="65627"/>
                    </a:lnTo>
                    <a:lnTo>
                      <a:pt x="3724370" y="65627"/>
                    </a:lnTo>
                    <a:lnTo>
                      <a:pt x="3738372" y="53626"/>
                    </a:lnTo>
                    <a:cubicBezTo>
                      <a:pt x="3742563" y="50006"/>
                      <a:pt x="3746087" y="48863"/>
                      <a:pt x="3753612" y="48863"/>
                    </a:cubicBezTo>
                    <a:cubicBezTo>
                      <a:pt x="3775710" y="48863"/>
                      <a:pt x="3784759" y="61150"/>
                      <a:pt x="3784759" y="81629"/>
                    </a:cubicBezTo>
                    <a:lnTo>
                      <a:pt x="3784759" y="117919"/>
                    </a:lnTo>
                    <a:cubicBezTo>
                      <a:pt x="3784759" y="123063"/>
                      <a:pt x="3784949" y="126778"/>
                      <a:pt x="3785711" y="128873"/>
                    </a:cubicBezTo>
                    <a:cubicBezTo>
                      <a:pt x="3786378" y="130492"/>
                      <a:pt x="3788473" y="131254"/>
                      <a:pt x="3791712" y="131445"/>
                    </a:cubicBezTo>
                    <a:lnTo>
                      <a:pt x="3799427" y="132016"/>
                    </a:lnTo>
                    <a:lnTo>
                      <a:pt x="3799427" y="137731"/>
                    </a:lnTo>
                    <a:cubicBezTo>
                      <a:pt x="3794760" y="137541"/>
                      <a:pt x="3789235" y="137160"/>
                      <a:pt x="3783997" y="137160"/>
                    </a:cubicBezTo>
                    <a:cubicBezTo>
                      <a:pt x="3778758" y="137160"/>
                      <a:pt x="3773233" y="137541"/>
                      <a:pt x="3768947" y="137731"/>
                    </a:cubicBezTo>
                    <a:lnTo>
                      <a:pt x="3768947" y="84201"/>
                    </a:lnTo>
                    <a:cubicBezTo>
                      <a:pt x="3768947" y="68580"/>
                      <a:pt x="3760089" y="60293"/>
                      <a:pt x="3747325" y="60293"/>
                    </a:cubicBezTo>
                    <a:cubicBezTo>
                      <a:pt x="3735895" y="60293"/>
                      <a:pt x="3724180" y="70199"/>
                      <a:pt x="3724180" y="77914"/>
                    </a:cubicBezTo>
                    <a:lnTo>
                      <a:pt x="3723894" y="77914"/>
                    </a:lnTo>
                    <a:lnTo>
                      <a:pt x="3723894" y="117824"/>
                    </a:lnTo>
                    <a:cubicBezTo>
                      <a:pt x="3723894" y="122967"/>
                      <a:pt x="3724084" y="126682"/>
                      <a:pt x="3724846" y="128778"/>
                    </a:cubicBezTo>
                    <a:cubicBezTo>
                      <a:pt x="3725608" y="130397"/>
                      <a:pt x="3727704" y="131159"/>
                      <a:pt x="3730847" y="131350"/>
                    </a:cubicBezTo>
                    <a:lnTo>
                      <a:pt x="3739419" y="131921"/>
                    </a:lnTo>
                    <a:lnTo>
                      <a:pt x="3739419" y="137636"/>
                    </a:lnTo>
                    <a:cubicBezTo>
                      <a:pt x="3732752" y="137446"/>
                      <a:pt x="3725227" y="137065"/>
                      <a:pt x="3715988" y="137065"/>
                    </a:cubicBezTo>
                    <a:cubicBezTo>
                      <a:pt x="3706749" y="137065"/>
                      <a:pt x="3699319" y="137446"/>
                      <a:pt x="3692652" y="137636"/>
                    </a:cubicBezTo>
                    <a:lnTo>
                      <a:pt x="3692652" y="131921"/>
                    </a:lnTo>
                    <a:lnTo>
                      <a:pt x="3701129" y="131350"/>
                    </a:lnTo>
                    <a:cubicBezTo>
                      <a:pt x="3704273" y="131159"/>
                      <a:pt x="3706368" y="130397"/>
                      <a:pt x="3707130" y="128778"/>
                    </a:cubicBezTo>
                    <a:cubicBezTo>
                      <a:pt x="3707892" y="126682"/>
                      <a:pt x="3708082" y="122872"/>
                      <a:pt x="3708082" y="117824"/>
                    </a:cubicBezTo>
                    <a:lnTo>
                      <a:pt x="3708082" y="75533"/>
                    </a:lnTo>
                    <a:cubicBezTo>
                      <a:pt x="3708082" y="69532"/>
                      <a:pt x="3707701" y="65437"/>
                      <a:pt x="3706749" y="63913"/>
                    </a:cubicBezTo>
                    <a:cubicBezTo>
                      <a:pt x="3705606" y="62388"/>
                      <a:pt x="3703701" y="61817"/>
                      <a:pt x="3699796" y="61817"/>
                    </a:cubicBezTo>
                    <a:lnTo>
                      <a:pt x="3692842" y="61817"/>
                    </a:lnTo>
                    <a:lnTo>
                      <a:pt x="3692842" y="56578"/>
                    </a:lnTo>
                    <a:cubicBezTo>
                      <a:pt x="3703986" y="55435"/>
                      <a:pt x="3715226" y="51911"/>
                      <a:pt x="3722179" y="48863"/>
                    </a:cubicBezTo>
                    <a:close/>
                    <a:moveTo>
                      <a:pt x="3342037" y="48863"/>
                    </a:moveTo>
                    <a:lnTo>
                      <a:pt x="3343752" y="49625"/>
                    </a:lnTo>
                    <a:lnTo>
                      <a:pt x="3343752" y="65627"/>
                    </a:lnTo>
                    <a:lnTo>
                      <a:pt x="3344133" y="65627"/>
                    </a:lnTo>
                    <a:lnTo>
                      <a:pt x="3358135" y="53626"/>
                    </a:lnTo>
                    <a:cubicBezTo>
                      <a:pt x="3362231" y="50006"/>
                      <a:pt x="3365850" y="48863"/>
                      <a:pt x="3373375" y="48863"/>
                    </a:cubicBezTo>
                    <a:cubicBezTo>
                      <a:pt x="3395377" y="48863"/>
                      <a:pt x="3404426" y="61150"/>
                      <a:pt x="3404426" y="81629"/>
                    </a:cubicBezTo>
                    <a:lnTo>
                      <a:pt x="3404426" y="117919"/>
                    </a:lnTo>
                    <a:cubicBezTo>
                      <a:pt x="3404426" y="123063"/>
                      <a:pt x="3404617" y="126778"/>
                      <a:pt x="3405379" y="128873"/>
                    </a:cubicBezTo>
                    <a:cubicBezTo>
                      <a:pt x="3406045" y="130492"/>
                      <a:pt x="3408141" y="131254"/>
                      <a:pt x="3411380" y="131445"/>
                    </a:cubicBezTo>
                    <a:lnTo>
                      <a:pt x="3419095" y="132016"/>
                    </a:lnTo>
                    <a:lnTo>
                      <a:pt x="3419095" y="137731"/>
                    </a:lnTo>
                    <a:cubicBezTo>
                      <a:pt x="3414427" y="137541"/>
                      <a:pt x="3408903" y="137160"/>
                      <a:pt x="3403664" y="137160"/>
                    </a:cubicBezTo>
                    <a:cubicBezTo>
                      <a:pt x="3398425" y="137160"/>
                      <a:pt x="3392901" y="137541"/>
                      <a:pt x="3388615" y="137731"/>
                    </a:cubicBezTo>
                    <a:lnTo>
                      <a:pt x="3388615" y="84201"/>
                    </a:lnTo>
                    <a:cubicBezTo>
                      <a:pt x="3388615" y="68580"/>
                      <a:pt x="3379756" y="60293"/>
                      <a:pt x="3366993" y="60293"/>
                    </a:cubicBezTo>
                    <a:cubicBezTo>
                      <a:pt x="3355563" y="60293"/>
                      <a:pt x="3343847" y="70199"/>
                      <a:pt x="3343847" y="77914"/>
                    </a:cubicBezTo>
                    <a:lnTo>
                      <a:pt x="3343752" y="77914"/>
                    </a:lnTo>
                    <a:lnTo>
                      <a:pt x="3343752" y="117824"/>
                    </a:lnTo>
                    <a:cubicBezTo>
                      <a:pt x="3343752" y="122967"/>
                      <a:pt x="3343942" y="126682"/>
                      <a:pt x="3344705" y="128778"/>
                    </a:cubicBezTo>
                    <a:cubicBezTo>
                      <a:pt x="3345466" y="130397"/>
                      <a:pt x="3347562" y="131159"/>
                      <a:pt x="3350705" y="131350"/>
                    </a:cubicBezTo>
                    <a:lnTo>
                      <a:pt x="3359278" y="131921"/>
                    </a:lnTo>
                    <a:lnTo>
                      <a:pt x="3359278" y="137636"/>
                    </a:lnTo>
                    <a:cubicBezTo>
                      <a:pt x="3352610" y="137446"/>
                      <a:pt x="3345085" y="137065"/>
                      <a:pt x="3335846" y="137065"/>
                    </a:cubicBezTo>
                    <a:cubicBezTo>
                      <a:pt x="3326607" y="137065"/>
                      <a:pt x="3319082" y="137446"/>
                      <a:pt x="3312510" y="137636"/>
                    </a:cubicBezTo>
                    <a:lnTo>
                      <a:pt x="3312510" y="131921"/>
                    </a:lnTo>
                    <a:lnTo>
                      <a:pt x="3320987" y="131350"/>
                    </a:lnTo>
                    <a:cubicBezTo>
                      <a:pt x="3324131" y="131159"/>
                      <a:pt x="3326226" y="130397"/>
                      <a:pt x="3326988" y="128778"/>
                    </a:cubicBezTo>
                    <a:cubicBezTo>
                      <a:pt x="3327655" y="126682"/>
                      <a:pt x="3327940" y="122872"/>
                      <a:pt x="3327940" y="117824"/>
                    </a:cubicBezTo>
                    <a:lnTo>
                      <a:pt x="3327940" y="75533"/>
                    </a:lnTo>
                    <a:cubicBezTo>
                      <a:pt x="3327940" y="69532"/>
                      <a:pt x="3327559" y="65437"/>
                      <a:pt x="3326607" y="63913"/>
                    </a:cubicBezTo>
                    <a:cubicBezTo>
                      <a:pt x="3325464" y="62388"/>
                      <a:pt x="3323559" y="61817"/>
                      <a:pt x="3319654" y="61817"/>
                    </a:cubicBezTo>
                    <a:lnTo>
                      <a:pt x="3312700" y="61817"/>
                    </a:lnTo>
                    <a:lnTo>
                      <a:pt x="3312700" y="56578"/>
                    </a:lnTo>
                    <a:cubicBezTo>
                      <a:pt x="3323845" y="55435"/>
                      <a:pt x="3335084" y="51911"/>
                      <a:pt x="3342037" y="48863"/>
                    </a:cubicBezTo>
                    <a:close/>
                    <a:moveTo>
                      <a:pt x="2777300" y="48863"/>
                    </a:moveTo>
                    <a:lnTo>
                      <a:pt x="2779014" y="49625"/>
                    </a:lnTo>
                    <a:lnTo>
                      <a:pt x="2779014" y="65627"/>
                    </a:lnTo>
                    <a:lnTo>
                      <a:pt x="2779395" y="65627"/>
                    </a:lnTo>
                    <a:lnTo>
                      <a:pt x="2793301" y="53626"/>
                    </a:lnTo>
                    <a:cubicBezTo>
                      <a:pt x="2797397" y="50006"/>
                      <a:pt x="2801017" y="48863"/>
                      <a:pt x="2808542" y="48863"/>
                    </a:cubicBezTo>
                    <a:cubicBezTo>
                      <a:pt x="2830544" y="48863"/>
                      <a:pt x="2839593" y="61150"/>
                      <a:pt x="2839593" y="81629"/>
                    </a:cubicBezTo>
                    <a:lnTo>
                      <a:pt x="2839593" y="117919"/>
                    </a:lnTo>
                    <a:cubicBezTo>
                      <a:pt x="2839593" y="123063"/>
                      <a:pt x="2839688" y="126778"/>
                      <a:pt x="2840450" y="128873"/>
                    </a:cubicBezTo>
                    <a:cubicBezTo>
                      <a:pt x="2841212" y="130492"/>
                      <a:pt x="2843308" y="131254"/>
                      <a:pt x="2846546" y="131445"/>
                    </a:cubicBezTo>
                    <a:lnTo>
                      <a:pt x="2854261" y="132016"/>
                    </a:lnTo>
                    <a:lnTo>
                      <a:pt x="2854261" y="137731"/>
                    </a:lnTo>
                    <a:cubicBezTo>
                      <a:pt x="2849594" y="137541"/>
                      <a:pt x="2844070" y="137160"/>
                      <a:pt x="2838831" y="137160"/>
                    </a:cubicBezTo>
                    <a:cubicBezTo>
                      <a:pt x="2833592" y="137160"/>
                      <a:pt x="2828068" y="137541"/>
                      <a:pt x="2823782" y="137731"/>
                    </a:cubicBezTo>
                    <a:lnTo>
                      <a:pt x="2823782" y="84201"/>
                    </a:lnTo>
                    <a:cubicBezTo>
                      <a:pt x="2823782" y="68580"/>
                      <a:pt x="2815018" y="60293"/>
                      <a:pt x="2802160" y="60293"/>
                    </a:cubicBezTo>
                    <a:cubicBezTo>
                      <a:pt x="2790730" y="60293"/>
                      <a:pt x="2779014" y="70199"/>
                      <a:pt x="2779014" y="77914"/>
                    </a:cubicBezTo>
                    <a:lnTo>
                      <a:pt x="2779014" y="117824"/>
                    </a:lnTo>
                    <a:cubicBezTo>
                      <a:pt x="2779014" y="122967"/>
                      <a:pt x="2779204" y="126682"/>
                      <a:pt x="2779967" y="128778"/>
                    </a:cubicBezTo>
                    <a:cubicBezTo>
                      <a:pt x="2780728" y="130397"/>
                      <a:pt x="2782824" y="131159"/>
                      <a:pt x="2785967" y="131350"/>
                    </a:cubicBezTo>
                    <a:lnTo>
                      <a:pt x="2794444" y="131921"/>
                    </a:lnTo>
                    <a:lnTo>
                      <a:pt x="2794444" y="137636"/>
                    </a:lnTo>
                    <a:cubicBezTo>
                      <a:pt x="2787872" y="137446"/>
                      <a:pt x="2780348" y="137065"/>
                      <a:pt x="2771108" y="137065"/>
                    </a:cubicBezTo>
                    <a:cubicBezTo>
                      <a:pt x="2761869" y="137065"/>
                      <a:pt x="2754440" y="137446"/>
                      <a:pt x="2747772" y="137636"/>
                    </a:cubicBezTo>
                    <a:lnTo>
                      <a:pt x="2747772" y="131921"/>
                    </a:lnTo>
                    <a:lnTo>
                      <a:pt x="2756249" y="131350"/>
                    </a:lnTo>
                    <a:cubicBezTo>
                      <a:pt x="2759393" y="131159"/>
                      <a:pt x="2761488" y="130397"/>
                      <a:pt x="2762250" y="128778"/>
                    </a:cubicBezTo>
                    <a:cubicBezTo>
                      <a:pt x="2763012" y="126682"/>
                      <a:pt x="2763202" y="122872"/>
                      <a:pt x="2763202" y="117824"/>
                    </a:cubicBezTo>
                    <a:lnTo>
                      <a:pt x="2763202" y="75533"/>
                    </a:lnTo>
                    <a:cubicBezTo>
                      <a:pt x="2763202" y="69532"/>
                      <a:pt x="2762821" y="65437"/>
                      <a:pt x="2761869" y="63913"/>
                    </a:cubicBezTo>
                    <a:cubicBezTo>
                      <a:pt x="2760726" y="62388"/>
                      <a:pt x="2758821" y="61817"/>
                      <a:pt x="2754916" y="61817"/>
                    </a:cubicBezTo>
                    <a:lnTo>
                      <a:pt x="2747962" y="61817"/>
                    </a:lnTo>
                    <a:lnTo>
                      <a:pt x="2747962" y="56578"/>
                    </a:lnTo>
                    <a:cubicBezTo>
                      <a:pt x="2759107" y="55435"/>
                      <a:pt x="2770346" y="51911"/>
                      <a:pt x="2777300" y="48863"/>
                    </a:cubicBezTo>
                    <a:close/>
                    <a:moveTo>
                      <a:pt x="2314766" y="48863"/>
                    </a:moveTo>
                    <a:lnTo>
                      <a:pt x="2316480" y="49625"/>
                    </a:lnTo>
                    <a:lnTo>
                      <a:pt x="2316480" y="65627"/>
                    </a:lnTo>
                    <a:lnTo>
                      <a:pt x="2316861" y="65627"/>
                    </a:lnTo>
                    <a:lnTo>
                      <a:pt x="2330863" y="53626"/>
                    </a:lnTo>
                    <a:cubicBezTo>
                      <a:pt x="2334959" y="50006"/>
                      <a:pt x="2338578" y="48863"/>
                      <a:pt x="2346103" y="48863"/>
                    </a:cubicBezTo>
                    <a:cubicBezTo>
                      <a:pt x="2368106" y="48863"/>
                      <a:pt x="2377155" y="61150"/>
                      <a:pt x="2377155" y="81629"/>
                    </a:cubicBezTo>
                    <a:lnTo>
                      <a:pt x="2377155" y="117919"/>
                    </a:lnTo>
                    <a:cubicBezTo>
                      <a:pt x="2377155" y="123063"/>
                      <a:pt x="2377345" y="126778"/>
                      <a:pt x="2378107" y="128873"/>
                    </a:cubicBezTo>
                    <a:cubicBezTo>
                      <a:pt x="2378869" y="130492"/>
                      <a:pt x="2380869" y="131254"/>
                      <a:pt x="2384108" y="131445"/>
                    </a:cubicBezTo>
                    <a:lnTo>
                      <a:pt x="2391823" y="132016"/>
                    </a:lnTo>
                    <a:lnTo>
                      <a:pt x="2391823" y="137731"/>
                    </a:lnTo>
                    <a:cubicBezTo>
                      <a:pt x="2387156" y="137541"/>
                      <a:pt x="2381631" y="137160"/>
                      <a:pt x="2376393" y="137160"/>
                    </a:cubicBezTo>
                    <a:cubicBezTo>
                      <a:pt x="2371154" y="137160"/>
                      <a:pt x="2365725" y="137541"/>
                      <a:pt x="2361343" y="137731"/>
                    </a:cubicBezTo>
                    <a:lnTo>
                      <a:pt x="2361343" y="84201"/>
                    </a:lnTo>
                    <a:cubicBezTo>
                      <a:pt x="2361343" y="68580"/>
                      <a:pt x="2352580" y="60293"/>
                      <a:pt x="2339721" y="60293"/>
                    </a:cubicBezTo>
                    <a:cubicBezTo>
                      <a:pt x="2328291" y="60293"/>
                      <a:pt x="2316576" y="70199"/>
                      <a:pt x="2316576" y="77914"/>
                    </a:cubicBezTo>
                    <a:lnTo>
                      <a:pt x="2316385" y="77914"/>
                    </a:lnTo>
                    <a:lnTo>
                      <a:pt x="2316385" y="117824"/>
                    </a:lnTo>
                    <a:cubicBezTo>
                      <a:pt x="2316385" y="122967"/>
                      <a:pt x="2316576" y="126682"/>
                      <a:pt x="2317338" y="128778"/>
                    </a:cubicBezTo>
                    <a:cubicBezTo>
                      <a:pt x="2318100" y="130397"/>
                      <a:pt x="2320195" y="131159"/>
                      <a:pt x="2323338" y="131350"/>
                    </a:cubicBezTo>
                    <a:lnTo>
                      <a:pt x="2331816" y="131921"/>
                    </a:lnTo>
                    <a:lnTo>
                      <a:pt x="2331816" y="137636"/>
                    </a:lnTo>
                    <a:cubicBezTo>
                      <a:pt x="2325243" y="137446"/>
                      <a:pt x="2317719" y="137065"/>
                      <a:pt x="2308479" y="137065"/>
                    </a:cubicBezTo>
                    <a:cubicBezTo>
                      <a:pt x="2299240" y="137065"/>
                      <a:pt x="2291811" y="137446"/>
                      <a:pt x="2285143" y="137636"/>
                    </a:cubicBezTo>
                    <a:lnTo>
                      <a:pt x="2285143" y="131921"/>
                    </a:lnTo>
                    <a:lnTo>
                      <a:pt x="2293620" y="131350"/>
                    </a:lnTo>
                    <a:cubicBezTo>
                      <a:pt x="2296764" y="131159"/>
                      <a:pt x="2298859" y="130397"/>
                      <a:pt x="2299621" y="128778"/>
                    </a:cubicBezTo>
                    <a:cubicBezTo>
                      <a:pt x="2300383" y="126682"/>
                      <a:pt x="2300574" y="122872"/>
                      <a:pt x="2300574" y="117824"/>
                    </a:cubicBezTo>
                    <a:lnTo>
                      <a:pt x="2300574" y="75533"/>
                    </a:lnTo>
                    <a:cubicBezTo>
                      <a:pt x="2300574" y="69532"/>
                      <a:pt x="2300193" y="65437"/>
                      <a:pt x="2299240" y="63913"/>
                    </a:cubicBezTo>
                    <a:cubicBezTo>
                      <a:pt x="2298097" y="62388"/>
                      <a:pt x="2296287" y="61817"/>
                      <a:pt x="2292287" y="61817"/>
                    </a:cubicBezTo>
                    <a:lnTo>
                      <a:pt x="2285334" y="61817"/>
                    </a:lnTo>
                    <a:lnTo>
                      <a:pt x="2285334" y="56578"/>
                    </a:lnTo>
                    <a:cubicBezTo>
                      <a:pt x="2296478" y="55435"/>
                      <a:pt x="2307813" y="51911"/>
                      <a:pt x="2314766" y="48863"/>
                    </a:cubicBezTo>
                    <a:close/>
                    <a:moveTo>
                      <a:pt x="1499140" y="48863"/>
                    </a:moveTo>
                    <a:lnTo>
                      <a:pt x="1500854" y="49625"/>
                    </a:lnTo>
                    <a:lnTo>
                      <a:pt x="1500854" y="68580"/>
                    </a:lnTo>
                    <a:lnTo>
                      <a:pt x="1501235" y="68580"/>
                    </a:lnTo>
                    <a:lnTo>
                      <a:pt x="1511427" y="56578"/>
                    </a:lnTo>
                    <a:cubicBezTo>
                      <a:pt x="1515904" y="51149"/>
                      <a:pt x="1522381" y="48863"/>
                      <a:pt x="1527238" y="48863"/>
                    </a:cubicBezTo>
                    <a:cubicBezTo>
                      <a:pt x="1530477" y="48863"/>
                      <a:pt x="1534382" y="49816"/>
                      <a:pt x="1535906" y="50768"/>
                    </a:cubicBezTo>
                    <a:lnTo>
                      <a:pt x="1534192" y="73533"/>
                    </a:lnTo>
                    <a:lnTo>
                      <a:pt x="1530286" y="73533"/>
                    </a:lnTo>
                    <a:cubicBezTo>
                      <a:pt x="1528191" y="68961"/>
                      <a:pt x="1524286" y="64865"/>
                      <a:pt x="1517523" y="64865"/>
                    </a:cubicBezTo>
                    <a:cubicBezTo>
                      <a:pt x="1509236" y="64865"/>
                      <a:pt x="1500950" y="73533"/>
                      <a:pt x="1500950" y="85534"/>
                    </a:cubicBezTo>
                    <a:lnTo>
                      <a:pt x="1500950" y="117824"/>
                    </a:lnTo>
                    <a:cubicBezTo>
                      <a:pt x="1500950" y="122967"/>
                      <a:pt x="1501235" y="126682"/>
                      <a:pt x="1501902" y="128778"/>
                    </a:cubicBezTo>
                    <a:cubicBezTo>
                      <a:pt x="1502664" y="130492"/>
                      <a:pt x="1505521" y="131254"/>
                      <a:pt x="1509808" y="131445"/>
                    </a:cubicBezTo>
                    <a:lnTo>
                      <a:pt x="1519618" y="132016"/>
                    </a:lnTo>
                    <a:lnTo>
                      <a:pt x="1519618" y="137731"/>
                    </a:lnTo>
                    <a:cubicBezTo>
                      <a:pt x="1509808" y="137541"/>
                      <a:pt x="1502283" y="137160"/>
                      <a:pt x="1493044" y="137160"/>
                    </a:cubicBezTo>
                    <a:cubicBezTo>
                      <a:pt x="1483805" y="137160"/>
                      <a:pt x="1476280" y="137541"/>
                      <a:pt x="1469517" y="137731"/>
                    </a:cubicBezTo>
                    <a:lnTo>
                      <a:pt x="1469517" y="132016"/>
                    </a:lnTo>
                    <a:lnTo>
                      <a:pt x="1478089" y="131445"/>
                    </a:lnTo>
                    <a:cubicBezTo>
                      <a:pt x="1481328" y="131159"/>
                      <a:pt x="1483328" y="130397"/>
                      <a:pt x="1484090" y="128778"/>
                    </a:cubicBezTo>
                    <a:cubicBezTo>
                      <a:pt x="1484852" y="126682"/>
                      <a:pt x="1485043" y="122872"/>
                      <a:pt x="1485043" y="117824"/>
                    </a:cubicBezTo>
                    <a:lnTo>
                      <a:pt x="1485043" y="75533"/>
                    </a:lnTo>
                    <a:cubicBezTo>
                      <a:pt x="1485043" y="69532"/>
                      <a:pt x="1484567" y="65437"/>
                      <a:pt x="1483709" y="63913"/>
                    </a:cubicBezTo>
                    <a:cubicBezTo>
                      <a:pt x="1482661" y="62388"/>
                      <a:pt x="1480756" y="61817"/>
                      <a:pt x="1476756" y="61817"/>
                    </a:cubicBezTo>
                    <a:lnTo>
                      <a:pt x="1469803" y="61817"/>
                    </a:lnTo>
                    <a:lnTo>
                      <a:pt x="1469803" y="56578"/>
                    </a:lnTo>
                    <a:cubicBezTo>
                      <a:pt x="1480852" y="55435"/>
                      <a:pt x="1492186" y="51911"/>
                      <a:pt x="1499140" y="48863"/>
                    </a:cubicBezTo>
                    <a:close/>
                    <a:moveTo>
                      <a:pt x="1162431" y="48863"/>
                    </a:moveTo>
                    <a:lnTo>
                      <a:pt x="1164146" y="49625"/>
                    </a:lnTo>
                    <a:lnTo>
                      <a:pt x="1164146" y="65627"/>
                    </a:lnTo>
                    <a:lnTo>
                      <a:pt x="1164527" y="65627"/>
                    </a:lnTo>
                    <a:lnTo>
                      <a:pt x="1178433" y="53626"/>
                    </a:lnTo>
                    <a:cubicBezTo>
                      <a:pt x="1182625" y="50006"/>
                      <a:pt x="1186149" y="48863"/>
                      <a:pt x="1193673" y="48863"/>
                    </a:cubicBezTo>
                    <a:cubicBezTo>
                      <a:pt x="1215676" y="48863"/>
                      <a:pt x="1224725" y="61150"/>
                      <a:pt x="1224725" y="81629"/>
                    </a:cubicBezTo>
                    <a:lnTo>
                      <a:pt x="1224725" y="117919"/>
                    </a:lnTo>
                    <a:cubicBezTo>
                      <a:pt x="1224725" y="123063"/>
                      <a:pt x="1224915" y="126778"/>
                      <a:pt x="1225677" y="128873"/>
                    </a:cubicBezTo>
                    <a:cubicBezTo>
                      <a:pt x="1226344" y="130492"/>
                      <a:pt x="1228440" y="131254"/>
                      <a:pt x="1231678" y="131445"/>
                    </a:cubicBezTo>
                    <a:lnTo>
                      <a:pt x="1239394" y="132016"/>
                    </a:lnTo>
                    <a:lnTo>
                      <a:pt x="1239394" y="137731"/>
                    </a:lnTo>
                    <a:cubicBezTo>
                      <a:pt x="1234726" y="137541"/>
                      <a:pt x="1229297" y="137160"/>
                      <a:pt x="1223963" y="137160"/>
                    </a:cubicBezTo>
                    <a:cubicBezTo>
                      <a:pt x="1218629" y="137160"/>
                      <a:pt x="1213295" y="137541"/>
                      <a:pt x="1208914" y="137731"/>
                    </a:cubicBezTo>
                    <a:lnTo>
                      <a:pt x="1208914" y="84201"/>
                    </a:lnTo>
                    <a:cubicBezTo>
                      <a:pt x="1208914" y="68580"/>
                      <a:pt x="1200150" y="60293"/>
                      <a:pt x="1187292" y="60293"/>
                    </a:cubicBezTo>
                    <a:cubicBezTo>
                      <a:pt x="1175767" y="60293"/>
                      <a:pt x="1164146" y="70199"/>
                      <a:pt x="1164146" y="77914"/>
                    </a:cubicBezTo>
                    <a:lnTo>
                      <a:pt x="1164241" y="77914"/>
                    </a:lnTo>
                    <a:lnTo>
                      <a:pt x="1164241" y="117824"/>
                    </a:lnTo>
                    <a:cubicBezTo>
                      <a:pt x="1164241" y="122967"/>
                      <a:pt x="1164432" y="126682"/>
                      <a:pt x="1165194" y="128778"/>
                    </a:cubicBezTo>
                    <a:cubicBezTo>
                      <a:pt x="1165956" y="130397"/>
                      <a:pt x="1167956" y="131159"/>
                      <a:pt x="1171194" y="131350"/>
                    </a:cubicBezTo>
                    <a:lnTo>
                      <a:pt x="1179672" y="131921"/>
                    </a:lnTo>
                    <a:lnTo>
                      <a:pt x="1179672" y="137636"/>
                    </a:lnTo>
                    <a:cubicBezTo>
                      <a:pt x="1173004" y="137446"/>
                      <a:pt x="1165670" y="137065"/>
                      <a:pt x="1156335" y="137065"/>
                    </a:cubicBezTo>
                    <a:cubicBezTo>
                      <a:pt x="1147001" y="137065"/>
                      <a:pt x="1139476" y="137446"/>
                      <a:pt x="1132904" y="137636"/>
                    </a:cubicBezTo>
                    <a:lnTo>
                      <a:pt x="1132904" y="131921"/>
                    </a:lnTo>
                    <a:lnTo>
                      <a:pt x="1141381" y="131350"/>
                    </a:lnTo>
                    <a:cubicBezTo>
                      <a:pt x="1144525" y="131159"/>
                      <a:pt x="1146620" y="130397"/>
                      <a:pt x="1147382" y="128778"/>
                    </a:cubicBezTo>
                    <a:cubicBezTo>
                      <a:pt x="1148144" y="126682"/>
                      <a:pt x="1148335" y="122872"/>
                      <a:pt x="1148335" y="117824"/>
                    </a:cubicBezTo>
                    <a:lnTo>
                      <a:pt x="1148335" y="75533"/>
                    </a:lnTo>
                    <a:cubicBezTo>
                      <a:pt x="1148335" y="69532"/>
                      <a:pt x="1147954" y="65437"/>
                      <a:pt x="1147001" y="63913"/>
                    </a:cubicBezTo>
                    <a:cubicBezTo>
                      <a:pt x="1145858" y="62388"/>
                      <a:pt x="1143953" y="61817"/>
                      <a:pt x="1140048" y="61817"/>
                    </a:cubicBezTo>
                    <a:lnTo>
                      <a:pt x="1133094" y="61817"/>
                    </a:lnTo>
                    <a:lnTo>
                      <a:pt x="1133094" y="56578"/>
                    </a:lnTo>
                    <a:cubicBezTo>
                      <a:pt x="1144144" y="55435"/>
                      <a:pt x="1155478" y="51911"/>
                      <a:pt x="1162431" y="48863"/>
                    </a:cubicBezTo>
                    <a:close/>
                    <a:moveTo>
                      <a:pt x="2902744" y="48768"/>
                    </a:moveTo>
                    <a:cubicBezTo>
                      <a:pt x="2910935" y="48768"/>
                      <a:pt x="2919603" y="51244"/>
                      <a:pt x="2925604" y="56674"/>
                    </a:cubicBezTo>
                    <a:lnTo>
                      <a:pt x="2952369" y="55912"/>
                    </a:lnTo>
                    <a:lnTo>
                      <a:pt x="2953131" y="58198"/>
                    </a:lnTo>
                    <a:lnTo>
                      <a:pt x="2948368" y="65913"/>
                    </a:lnTo>
                    <a:lnTo>
                      <a:pt x="2931128" y="65913"/>
                    </a:lnTo>
                    <a:cubicBezTo>
                      <a:pt x="2932652" y="69342"/>
                      <a:pt x="2933224" y="72866"/>
                      <a:pt x="2933224" y="76486"/>
                    </a:cubicBezTo>
                    <a:cubicBezTo>
                      <a:pt x="2933224" y="86582"/>
                      <a:pt x="2928080" y="94678"/>
                      <a:pt x="2920555" y="99822"/>
                    </a:cubicBezTo>
                    <a:cubicBezTo>
                      <a:pt x="2912269" y="105632"/>
                      <a:pt x="2902839" y="108871"/>
                      <a:pt x="2894171" y="108871"/>
                    </a:cubicBezTo>
                    <a:cubicBezTo>
                      <a:pt x="2892933" y="108871"/>
                      <a:pt x="2891600" y="108680"/>
                      <a:pt x="2890266" y="108490"/>
                    </a:cubicBezTo>
                    <a:cubicBezTo>
                      <a:pt x="2887599" y="111157"/>
                      <a:pt x="2881598" y="114967"/>
                      <a:pt x="2881598" y="119063"/>
                    </a:cubicBezTo>
                    <a:cubicBezTo>
                      <a:pt x="2881598" y="126206"/>
                      <a:pt x="2890266" y="126587"/>
                      <a:pt x="2895886" y="126587"/>
                    </a:cubicBezTo>
                    <a:lnTo>
                      <a:pt x="2925985" y="126587"/>
                    </a:lnTo>
                    <a:cubicBezTo>
                      <a:pt x="2942939" y="126587"/>
                      <a:pt x="2948273" y="140494"/>
                      <a:pt x="2948273" y="149923"/>
                    </a:cubicBezTo>
                    <a:cubicBezTo>
                      <a:pt x="2948273" y="169926"/>
                      <a:pt x="2929033" y="190405"/>
                      <a:pt x="2897219" y="190405"/>
                    </a:cubicBezTo>
                    <a:cubicBezTo>
                      <a:pt x="2874454" y="190405"/>
                      <a:pt x="2856738" y="178975"/>
                      <a:pt x="2856738" y="162115"/>
                    </a:cubicBezTo>
                    <a:cubicBezTo>
                      <a:pt x="2856738" y="156686"/>
                      <a:pt x="2858071" y="150590"/>
                      <a:pt x="2861977" y="147066"/>
                    </a:cubicBezTo>
                    <a:lnTo>
                      <a:pt x="2878360" y="138208"/>
                    </a:lnTo>
                    <a:cubicBezTo>
                      <a:pt x="2870073" y="135922"/>
                      <a:pt x="2865977" y="132493"/>
                      <a:pt x="2865977" y="127064"/>
                    </a:cubicBezTo>
                    <a:cubicBezTo>
                      <a:pt x="2865977" y="124206"/>
                      <a:pt x="2867120" y="121348"/>
                      <a:pt x="2868835" y="119158"/>
                    </a:cubicBezTo>
                    <a:lnTo>
                      <a:pt x="2883313" y="108014"/>
                    </a:lnTo>
                    <a:lnTo>
                      <a:pt x="2883313" y="107632"/>
                    </a:lnTo>
                    <a:cubicBezTo>
                      <a:pt x="2877217" y="107442"/>
                      <a:pt x="2861024" y="102013"/>
                      <a:pt x="2861024" y="82391"/>
                    </a:cubicBezTo>
                    <a:cubicBezTo>
                      <a:pt x="2861024" y="70390"/>
                      <a:pt x="2866930" y="62293"/>
                      <a:pt x="2875407" y="56864"/>
                    </a:cubicBezTo>
                    <a:cubicBezTo>
                      <a:pt x="2884075" y="51244"/>
                      <a:pt x="2895505" y="48768"/>
                      <a:pt x="2902744" y="48768"/>
                    </a:cubicBezTo>
                    <a:close/>
                    <a:moveTo>
                      <a:pt x="2703481" y="48768"/>
                    </a:moveTo>
                    <a:cubicBezTo>
                      <a:pt x="2727579" y="48768"/>
                      <a:pt x="2746248" y="67627"/>
                      <a:pt x="2746248" y="91726"/>
                    </a:cubicBezTo>
                    <a:cubicBezTo>
                      <a:pt x="2746248" y="120586"/>
                      <a:pt x="2725674" y="140875"/>
                      <a:pt x="2696909" y="140875"/>
                    </a:cubicBezTo>
                    <a:cubicBezTo>
                      <a:pt x="2673192" y="141542"/>
                      <a:pt x="2655475" y="122777"/>
                      <a:pt x="2655475" y="96774"/>
                    </a:cubicBezTo>
                    <a:cubicBezTo>
                      <a:pt x="2655475" y="68580"/>
                      <a:pt x="2673192" y="48768"/>
                      <a:pt x="2703481" y="48768"/>
                    </a:cubicBezTo>
                    <a:close/>
                    <a:moveTo>
                      <a:pt x="2440306" y="48768"/>
                    </a:moveTo>
                    <a:cubicBezTo>
                      <a:pt x="2448592" y="48768"/>
                      <a:pt x="2457260" y="51244"/>
                      <a:pt x="2463261" y="56674"/>
                    </a:cubicBezTo>
                    <a:lnTo>
                      <a:pt x="2490026" y="55912"/>
                    </a:lnTo>
                    <a:lnTo>
                      <a:pt x="2490788" y="58198"/>
                    </a:lnTo>
                    <a:lnTo>
                      <a:pt x="2486026" y="65913"/>
                    </a:lnTo>
                    <a:lnTo>
                      <a:pt x="2468785" y="65913"/>
                    </a:lnTo>
                    <a:cubicBezTo>
                      <a:pt x="2470309" y="69342"/>
                      <a:pt x="2470881" y="72866"/>
                      <a:pt x="2470881" y="76486"/>
                    </a:cubicBezTo>
                    <a:cubicBezTo>
                      <a:pt x="2470881" y="86582"/>
                      <a:pt x="2465737" y="94678"/>
                      <a:pt x="2458213" y="99822"/>
                    </a:cubicBezTo>
                    <a:cubicBezTo>
                      <a:pt x="2449926" y="105632"/>
                      <a:pt x="2440496" y="108871"/>
                      <a:pt x="2431829" y="108871"/>
                    </a:cubicBezTo>
                    <a:cubicBezTo>
                      <a:pt x="2430590" y="108871"/>
                      <a:pt x="2429257" y="108680"/>
                      <a:pt x="2427923" y="108490"/>
                    </a:cubicBezTo>
                    <a:cubicBezTo>
                      <a:pt x="2425256" y="111157"/>
                      <a:pt x="2419255" y="114967"/>
                      <a:pt x="2419255" y="119063"/>
                    </a:cubicBezTo>
                    <a:cubicBezTo>
                      <a:pt x="2419255" y="126206"/>
                      <a:pt x="2427923" y="126587"/>
                      <a:pt x="2433543" y="126587"/>
                    </a:cubicBezTo>
                    <a:lnTo>
                      <a:pt x="2463642" y="126587"/>
                    </a:lnTo>
                    <a:cubicBezTo>
                      <a:pt x="2480597" y="126587"/>
                      <a:pt x="2485835" y="140494"/>
                      <a:pt x="2485835" y="149923"/>
                    </a:cubicBezTo>
                    <a:cubicBezTo>
                      <a:pt x="2485835" y="169926"/>
                      <a:pt x="2466595" y="190405"/>
                      <a:pt x="2434781" y="190405"/>
                    </a:cubicBezTo>
                    <a:cubicBezTo>
                      <a:pt x="2412017" y="190405"/>
                      <a:pt x="2394300" y="178975"/>
                      <a:pt x="2394300" y="162115"/>
                    </a:cubicBezTo>
                    <a:cubicBezTo>
                      <a:pt x="2394300" y="156686"/>
                      <a:pt x="2395633" y="150590"/>
                      <a:pt x="2399634" y="147066"/>
                    </a:cubicBezTo>
                    <a:lnTo>
                      <a:pt x="2416017" y="138208"/>
                    </a:lnTo>
                    <a:cubicBezTo>
                      <a:pt x="2407730" y="135922"/>
                      <a:pt x="2403634" y="132493"/>
                      <a:pt x="2403634" y="127064"/>
                    </a:cubicBezTo>
                    <a:cubicBezTo>
                      <a:pt x="2403634" y="124206"/>
                      <a:pt x="2404778" y="121348"/>
                      <a:pt x="2406397" y="119158"/>
                    </a:cubicBezTo>
                    <a:lnTo>
                      <a:pt x="2420875" y="108014"/>
                    </a:lnTo>
                    <a:lnTo>
                      <a:pt x="2420875" y="107632"/>
                    </a:lnTo>
                    <a:cubicBezTo>
                      <a:pt x="2414874" y="107442"/>
                      <a:pt x="2398682" y="102013"/>
                      <a:pt x="2398682" y="82391"/>
                    </a:cubicBezTo>
                    <a:cubicBezTo>
                      <a:pt x="2398682" y="70390"/>
                      <a:pt x="2404492" y="62293"/>
                      <a:pt x="2412969" y="56864"/>
                    </a:cubicBezTo>
                    <a:cubicBezTo>
                      <a:pt x="2421637" y="51244"/>
                      <a:pt x="2433067" y="48768"/>
                      <a:pt x="2440306" y="48768"/>
                    </a:cubicBezTo>
                    <a:close/>
                    <a:moveTo>
                      <a:pt x="2241233" y="48768"/>
                    </a:moveTo>
                    <a:cubicBezTo>
                      <a:pt x="2265331" y="48768"/>
                      <a:pt x="2284000" y="67627"/>
                      <a:pt x="2284000" y="91726"/>
                    </a:cubicBezTo>
                    <a:cubicBezTo>
                      <a:pt x="2284000" y="120586"/>
                      <a:pt x="2263426" y="140875"/>
                      <a:pt x="2234661" y="140875"/>
                    </a:cubicBezTo>
                    <a:lnTo>
                      <a:pt x="2234565" y="140875"/>
                    </a:lnTo>
                    <a:cubicBezTo>
                      <a:pt x="2210944" y="141542"/>
                      <a:pt x="2193227" y="122777"/>
                      <a:pt x="2193227" y="96774"/>
                    </a:cubicBezTo>
                    <a:cubicBezTo>
                      <a:pt x="2193227" y="68580"/>
                      <a:pt x="2210944" y="48768"/>
                      <a:pt x="2241233" y="48768"/>
                    </a:cubicBezTo>
                    <a:close/>
                    <a:moveTo>
                      <a:pt x="1894523" y="48768"/>
                    </a:moveTo>
                    <a:cubicBezTo>
                      <a:pt x="1918716" y="48768"/>
                      <a:pt x="1937290" y="67627"/>
                      <a:pt x="1937290" y="91726"/>
                    </a:cubicBezTo>
                    <a:cubicBezTo>
                      <a:pt x="1937290" y="120586"/>
                      <a:pt x="1916716" y="140875"/>
                      <a:pt x="1887951" y="140875"/>
                    </a:cubicBezTo>
                    <a:cubicBezTo>
                      <a:pt x="1864234" y="141542"/>
                      <a:pt x="1846517" y="122777"/>
                      <a:pt x="1846517" y="96774"/>
                    </a:cubicBezTo>
                    <a:cubicBezTo>
                      <a:pt x="1846517" y="68580"/>
                      <a:pt x="1864234" y="48768"/>
                      <a:pt x="1894523" y="48768"/>
                    </a:cubicBezTo>
                    <a:close/>
                    <a:moveTo>
                      <a:pt x="1642205" y="48768"/>
                    </a:moveTo>
                    <a:lnTo>
                      <a:pt x="1643824" y="49530"/>
                    </a:lnTo>
                    <a:lnTo>
                      <a:pt x="1643920" y="49434"/>
                    </a:lnTo>
                    <a:lnTo>
                      <a:pt x="1643920" y="117729"/>
                    </a:lnTo>
                    <a:cubicBezTo>
                      <a:pt x="1643920" y="122872"/>
                      <a:pt x="1644110" y="126587"/>
                      <a:pt x="1644872" y="128682"/>
                    </a:cubicBezTo>
                    <a:cubicBezTo>
                      <a:pt x="1645634" y="130397"/>
                      <a:pt x="1647634" y="131159"/>
                      <a:pt x="1650873" y="131349"/>
                    </a:cubicBezTo>
                    <a:lnTo>
                      <a:pt x="1659541" y="131921"/>
                    </a:lnTo>
                    <a:lnTo>
                      <a:pt x="1659541" y="137636"/>
                    </a:lnTo>
                    <a:cubicBezTo>
                      <a:pt x="1652778" y="137445"/>
                      <a:pt x="1645253" y="137065"/>
                      <a:pt x="1636014" y="137065"/>
                    </a:cubicBezTo>
                    <a:cubicBezTo>
                      <a:pt x="1626775" y="137065"/>
                      <a:pt x="1619250" y="137445"/>
                      <a:pt x="1612487" y="137636"/>
                    </a:cubicBezTo>
                    <a:lnTo>
                      <a:pt x="1612487" y="131921"/>
                    </a:lnTo>
                    <a:lnTo>
                      <a:pt x="1621059" y="131349"/>
                    </a:lnTo>
                    <a:cubicBezTo>
                      <a:pt x="1624298" y="131159"/>
                      <a:pt x="1626394" y="130397"/>
                      <a:pt x="1627156" y="128682"/>
                    </a:cubicBezTo>
                    <a:cubicBezTo>
                      <a:pt x="1627917" y="126587"/>
                      <a:pt x="1628108" y="122777"/>
                      <a:pt x="1628108" y="117729"/>
                    </a:cubicBezTo>
                    <a:lnTo>
                      <a:pt x="1628108" y="75438"/>
                    </a:lnTo>
                    <a:cubicBezTo>
                      <a:pt x="1628108" y="69437"/>
                      <a:pt x="1627727" y="65246"/>
                      <a:pt x="1626775" y="63817"/>
                    </a:cubicBezTo>
                    <a:cubicBezTo>
                      <a:pt x="1625727" y="62293"/>
                      <a:pt x="1623822" y="61722"/>
                      <a:pt x="1619821" y="61722"/>
                    </a:cubicBezTo>
                    <a:lnTo>
                      <a:pt x="1612868" y="61722"/>
                    </a:lnTo>
                    <a:lnTo>
                      <a:pt x="1612868" y="56483"/>
                    </a:lnTo>
                    <a:cubicBezTo>
                      <a:pt x="1623917" y="55340"/>
                      <a:pt x="1635252" y="51816"/>
                      <a:pt x="1642205" y="48768"/>
                    </a:cubicBezTo>
                    <a:close/>
                    <a:moveTo>
                      <a:pt x="1576579" y="48768"/>
                    </a:moveTo>
                    <a:cubicBezTo>
                      <a:pt x="1585437" y="48768"/>
                      <a:pt x="1593533" y="50864"/>
                      <a:pt x="1600867" y="53531"/>
                    </a:cubicBezTo>
                    <a:cubicBezTo>
                      <a:pt x="1600296" y="60293"/>
                      <a:pt x="1600105" y="67247"/>
                      <a:pt x="1599915" y="74771"/>
                    </a:cubicBezTo>
                    <a:lnTo>
                      <a:pt x="1594676" y="74771"/>
                    </a:lnTo>
                    <a:lnTo>
                      <a:pt x="1594676" y="70485"/>
                    </a:lnTo>
                    <a:cubicBezTo>
                      <a:pt x="1594676" y="60674"/>
                      <a:pt x="1583532" y="55055"/>
                      <a:pt x="1572864" y="55055"/>
                    </a:cubicBezTo>
                    <a:cubicBezTo>
                      <a:pt x="1556862" y="55055"/>
                      <a:pt x="1554385" y="63913"/>
                      <a:pt x="1554385" y="70294"/>
                    </a:cubicBezTo>
                    <a:cubicBezTo>
                      <a:pt x="1554385" y="78391"/>
                      <a:pt x="1560577" y="82677"/>
                      <a:pt x="1574864" y="85153"/>
                    </a:cubicBezTo>
                    <a:cubicBezTo>
                      <a:pt x="1597343" y="88964"/>
                      <a:pt x="1607820" y="94583"/>
                      <a:pt x="1607820" y="109252"/>
                    </a:cubicBezTo>
                    <a:cubicBezTo>
                      <a:pt x="1607820" y="129921"/>
                      <a:pt x="1587056" y="140875"/>
                      <a:pt x="1566196" y="140875"/>
                    </a:cubicBezTo>
                    <a:cubicBezTo>
                      <a:pt x="1557148" y="140875"/>
                      <a:pt x="1549051" y="139446"/>
                      <a:pt x="1539812" y="136303"/>
                    </a:cubicBezTo>
                    <a:cubicBezTo>
                      <a:pt x="1541717" y="128016"/>
                      <a:pt x="1541908" y="118967"/>
                      <a:pt x="1541908" y="110109"/>
                    </a:cubicBezTo>
                    <a:lnTo>
                      <a:pt x="1542003" y="110204"/>
                    </a:lnTo>
                    <a:lnTo>
                      <a:pt x="1547623" y="110204"/>
                    </a:lnTo>
                    <a:lnTo>
                      <a:pt x="1547623" y="117919"/>
                    </a:lnTo>
                    <a:cubicBezTo>
                      <a:pt x="1547623" y="129540"/>
                      <a:pt x="1560958" y="133922"/>
                      <a:pt x="1571911" y="133922"/>
                    </a:cubicBezTo>
                    <a:cubicBezTo>
                      <a:pt x="1583722" y="133922"/>
                      <a:pt x="1593914" y="126968"/>
                      <a:pt x="1593914" y="116776"/>
                    </a:cubicBezTo>
                    <a:cubicBezTo>
                      <a:pt x="1593914" y="110681"/>
                      <a:pt x="1590676" y="105823"/>
                      <a:pt x="1584865" y="104299"/>
                    </a:cubicBezTo>
                    <a:cubicBezTo>
                      <a:pt x="1576674" y="102203"/>
                      <a:pt x="1566291" y="100108"/>
                      <a:pt x="1557243" y="96774"/>
                    </a:cubicBezTo>
                    <a:cubicBezTo>
                      <a:pt x="1548194" y="93345"/>
                      <a:pt x="1541241" y="87725"/>
                      <a:pt x="1541241" y="76200"/>
                    </a:cubicBezTo>
                    <a:cubicBezTo>
                      <a:pt x="1541241" y="55912"/>
                      <a:pt x="1558862" y="48768"/>
                      <a:pt x="1576579" y="48768"/>
                    </a:cubicBezTo>
                    <a:close/>
                    <a:moveTo>
                      <a:pt x="1269397" y="48768"/>
                    </a:moveTo>
                    <a:lnTo>
                      <a:pt x="1271112" y="49530"/>
                    </a:lnTo>
                    <a:lnTo>
                      <a:pt x="1271207" y="49434"/>
                    </a:lnTo>
                    <a:lnTo>
                      <a:pt x="1271207" y="117729"/>
                    </a:lnTo>
                    <a:cubicBezTo>
                      <a:pt x="1271207" y="122872"/>
                      <a:pt x="1271397" y="126587"/>
                      <a:pt x="1272159" y="128682"/>
                    </a:cubicBezTo>
                    <a:cubicBezTo>
                      <a:pt x="1272921" y="130397"/>
                      <a:pt x="1274921" y="131159"/>
                      <a:pt x="1278160" y="131349"/>
                    </a:cubicBezTo>
                    <a:lnTo>
                      <a:pt x="1286828" y="131921"/>
                    </a:lnTo>
                    <a:lnTo>
                      <a:pt x="1286828" y="137636"/>
                    </a:lnTo>
                    <a:cubicBezTo>
                      <a:pt x="1279970" y="137445"/>
                      <a:pt x="1272636" y="137065"/>
                      <a:pt x="1263301" y="137065"/>
                    </a:cubicBezTo>
                    <a:cubicBezTo>
                      <a:pt x="1253967" y="137065"/>
                      <a:pt x="1246442" y="137445"/>
                      <a:pt x="1239679" y="137636"/>
                    </a:cubicBezTo>
                    <a:lnTo>
                      <a:pt x="1239679" y="131921"/>
                    </a:lnTo>
                    <a:lnTo>
                      <a:pt x="1248347" y="131349"/>
                    </a:lnTo>
                    <a:cubicBezTo>
                      <a:pt x="1251490" y="131159"/>
                      <a:pt x="1253681" y="130397"/>
                      <a:pt x="1254347" y="128682"/>
                    </a:cubicBezTo>
                    <a:cubicBezTo>
                      <a:pt x="1255109" y="126587"/>
                      <a:pt x="1255300" y="122777"/>
                      <a:pt x="1255300" y="117729"/>
                    </a:cubicBezTo>
                    <a:lnTo>
                      <a:pt x="1255300" y="75438"/>
                    </a:lnTo>
                    <a:cubicBezTo>
                      <a:pt x="1255300" y="69437"/>
                      <a:pt x="1254919" y="65246"/>
                      <a:pt x="1253967" y="63817"/>
                    </a:cubicBezTo>
                    <a:cubicBezTo>
                      <a:pt x="1252824" y="62293"/>
                      <a:pt x="1250919" y="61722"/>
                      <a:pt x="1247013" y="61722"/>
                    </a:cubicBezTo>
                    <a:lnTo>
                      <a:pt x="1240060" y="61722"/>
                    </a:lnTo>
                    <a:lnTo>
                      <a:pt x="1240060" y="56483"/>
                    </a:lnTo>
                    <a:cubicBezTo>
                      <a:pt x="1251109" y="55340"/>
                      <a:pt x="1262444" y="51816"/>
                      <a:pt x="1269397" y="48768"/>
                    </a:cubicBezTo>
                    <a:close/>
                    <a:moveTo>
                      <a:pt x="846201" y="48768"/>
                    </a:moveTo>
                    <a:cubicBezTo>
                      <a:pt x="855059" y="48768"/>
                      <a:pt x="863156" y="50864"/>
                      <a:pt x="870490" y="53531"/>
                    </a:cubicBezTo>
                    <a:cubicBezTo>
                      <a:pt x="869918" y="60293"/>
                      <a:pt x="869728" y="67247"/>
                      <a:pt x="869537" y="74771"/>
                    </a:cubicBezTo>
                    <a:lnTo>
                      <a:pt x="864299" y="74771"/>
                    </a:lnTo>
                    <a:lnTo>
                      <a:pt x="864299" y="70485"/>
                    </a:lnTo>
                    <a:cubicBezTo>
                      <a:pt x="864299" y="60674"/>
                      <a:pt x="853154" y="55055"/>
                      <a:pt x="842486" y="55055"/>
                    </a:cubicBezTo>
                    <a:cubicBezTo>
                      <a:pt x="826484" y="55055"/>
                      <a:pt x="824008" y="63913"/>
                      <a:pt x="824008" y="70294"/>
                    </a:cubicBezTo>
                    <a:cubicBezTo>
                      <a:pt x="824008" y="78391"/>
                      <a:pt x="830294" y="82677"/>
                      <a:pt x="844582" y="85153"/>
                    </a:cubicBezTo>
                    <a:cubicBezTo>
                      <a:pt x="867061" y="88964"/>
                      <a:pt x="877633" y="94583"/>
                      <a:pt x="877633" y="109252"/>
                    </a:cubicBezTo>
                    <a:cubicBezTo>
                      <a:pt x="877633" y="129921"/>
                      <a:pt x="856869" y="140875"/>
                      <a:pt x="836009" y="140875"/>
                    </a:cubicBezTo>
                    <a:cubicBezTo>
                      <a:pt x="826960" y="140875"/>
                      <a:pt x="818864" y="139446"/>
                      <a:pt x="809625" y="136303"/>
                    </a:cubicBezTo>
                    <a:lnTo>
                      <a:pt x="811714" y="110204"/>
                    </a:lnTo>
                    <a:lnTo>
                      <a:pt x="817054" y="110204"/>
                    </a:lnTo>
                    <a:lnTo>
                      <a:pt x="817054" y="117919"/>
                    </a:lnTo>
                    <a:cubicBezTo>
                      <a:pt x="817054" y="129540"/>
                      <a:pt x="830485" y="133922"/>
                      <a:pt x="841343" y="133922"/>
                    </a:cubicBezTo>
                    <a:cubicBezTo>
                      <a:pt x="853250" y="133922"/>
                      <a:pt x="863441" y="126968"/>
                      <a:pt x="863441" y="116776"/>
                    </a:cubicBezTo>
                    <a:cubicBezTo>
                      <a:pt x="863441" y="110681"/>
                      <a:pt x="860298" y="105823"/>
                      <a:pt x="854393" y="104299"/>
                    </a:cubicBezTo>
                    <a:cubicBezTo>
                      <a:pt x="846201" y="102203"/>
                      <a:pt x="835819" y="100108"/>
                      <a:pt x="826770" y="96774"/>
                    </a:cubicBezTo>
                    <a:cubicBezTo>
                      <a:pt x="817721" y="93345"/>
                      <a:pt x="810768" y="87725"/>
                      <a:pt x="810768" y="76200"/>
                    </a:cubicBezTo>
                    <a:cubicBezTo>
                      <a:pt x="810768" y="55912"/>
                      <a:pt x="828485" y="48768"/>
                      <a:pt x="846201" y="48768"/>
                    </a:cubicBezTo>
                    <a:close/>
                    <a:moveTo>
                      <a:pt x="600171" y="48768"/>
                    </a:moveTo>
                    <a:lnTo>
                      <a:pt x="601885" y="49530"/>
                    </a:lnTo>
                    <a:lnTo>
                      <a:pt x="601885" y="117729"/>
                    </a:lnTo>
                    <a:cubicBezTo>
                      <a:pt x="601885" y="122872"/>
                      <a:pt x="602076" y="126587"/>
                      <a:pt x="602838" y="128682"/>
                    </a:cubicBezTo>
                    <a:cubicBezTo>
                      <a:pt x="603505" y="130397"/>
                      <a:pt x="605600" y="131159"/>
                      <a:pt x="608839" y="131349"/>
                    </a:cubicBezTo>
                    <a:lnTo>
                      <a:pt x="617073" y="131893"/>
                    </a:lnTo>
                    <a:lnTo>
                      <a:pt x="625126" y="131350"/>
                    </a:lnTo>
                    <a:cubicBezTo>
                      <a:pt x="628269" y="131159"/>
                      <a:pt x="630365" y="130397"/>
                      <a:pt x="631127" y="128778"/>
                    </a:cubicBezTo>
                    <a:cubicBezTo>
                      <a:pt x="631889" y="126682"/>
                      <a:pt x="632079" y="122872"/>
                      <a:pt x="632079" y="117824"/>
                    </a:cubicBezTo>
                    <a:lnTo>
                      <a:pt x="632079" y="75533"/>
                    </a:lnTo>
                    <a:cubicBezTo>
                      <a:pt x="632079" y="69532"/>
                      <a:pt x="631698" y="65437"/>
                      <a:pt x="630746" y="63913"/>
                    </a:cubicBezTo>
                    <a:cubicBezTo>
                      <a:pt x="629603" y="62388"/>
                      <a:pt x="627698" y="61817"/>
                      <a:pt x="623793" y="61817"/>
                    </a:cubicBezTo>
                    <a:lnTo>
                      <a:pt x="616839" y="61817"/>
                    </a:lnTo>
                    <a:lnTo>
                      <a:pt x="616839" y="56578"/>
                    </a:lnTo>
                    <a:cubicBezTo>
                      <a:pt x="627984" y="55435"/>
                      <a:pt x="639223" y="51911"/>
                      <a:pt x="646176" y="48863"/>
                    </a:cubicBezTo>
                    <a:lnTo>
                      <a:pt x="647891" y="49625"/>
                    </a:lnTo>
                    <a:lnTo>
                      <a:pt x="647891" y="65627"/>
                    </a:lnTo>
                    <a:lnTo>
                      <a:pt x="648272" y="65627"/>
                    </a:lnTo>
                    <a:lnTo>
                      <a:pt x="662274" y="53626"/>
                    </a:lnTo>
                    <a:cubicBezTo>
                      <a:pt x="666465" y="50006"/>
                      <a:pt x="669989" y="48863"/>
                      <a:pt x="677514" y="48863"/>
                    </a:cubicBezTo>
                    <a:cubicBezTo>
                      <a:pt x="699516" y="48863"/>
                      <a:pt x="708565" y="61150"/>
                      <a:pt x="708565" y="81629"/>
                    </a:cubicBezTo>
                    <a:lnTo>
                      <a:pt x="708565" y="117919"/>
                    </a:lnTo>
                    <a:cubicBezTo>
                      <a:pt x="708565" y="123063"/>
                      <a:pt x="708756" y="126778"/>
                      <a:pt x="709518" y="128873"/>
                    </a:cubicBezTo>
                    <a:cubicBezTo>
                      <a:pt x="710185" y="130492"/>
                      <a:pt x="712280" y="131254"/>
                      <a:pt x="715518" y="131445"/>
                    </a:cubicBezTo>
                    <a:lnTo>
                      <a:pt x="723234" y="132016"/>
                    </a:lnTo>
                    <a:lnTo>
                      <a:pt x="723234" y="137731"/>
                    </a:lnTo>
                    <a:cubicBezTo>
                      <a:pt x="718566" y="137541"/>
                      <a:pt x="713042" y="137160"/>
                      <a:pt x="707803" y="137160"/>
                    </a:cubicBezTo>
                    <a:cubicBezTo>
                      <a:pt x="702564" y="137160"/>
                      <a:pt x="697040" y="137541"/>
                      <a:pt x="692754" y="137731"/>
                    </a:cubicBezTo>
                    <a:lnTo>
                      <a:pt x="692754" y="84201"/>
                    </a:lnTo>
                    <a:cubicBezTo>
                      <a:pt x="692754" y="68580"/>
                      <a:pt x="683895" y="60293"/>
                      <a:pt x="671132" y="60293"/>
                    </a:cubicBezTo>
                    <a:cubicBezTo>
                      <a:pt x="659702" y="60293"/>
                      <a:pt x="647986" y="70199"/>
                      <a:pt x="647986" y="77914"/>
                    </a:cubicBezTo>
                    <a:lnTo>
                      <a:pt x="647796" y="77914"/>
                    </a:lnTo>
                    <a:lnTo>
                      <a:pt x="647796" y="117824"/>
                    </a:lnTo>
                    <a:cubicBezTo>
                      <a:pt x="647796" y="122967"/>
                      <a:pt x="647986" y="126682"/>
                      <a:pt x="648748" y="128778"/>
                    </a:cubicBezTo>
                    <a:cubicBezTo>
                      <a:pt x="649510" y="130397"/>
                      <a:pt x="651606" y="131159"/>
                      <a:pt x="654749" y="131350"/>
                    </a:cubicBezTo>
                    <a:lnTo>
                      <a:pt x="663321" y="131921"/>
                    </a:lnTo>
                    <a:lnTo>
                      <a:pt x="663321" y="137636"/>
                    </a:lnTo>
                    <a:cubicBezTo>
                      <a:pt x="656749" y="137446"/>
                      <a:pt x="649224" y="137065"/>
                      <a:pt x="639985" y="137065"/>
                    </a:cubicBezTo>
                    <a:lnTo>
                      <a:pt x="617506" y="137615"/>
                    </a:lnTo>
                    <a:lnTo>
                      <a:pt x="617506" y="137636"/>
                    </a:lnTo>
                    <a:lnTo>
                      <a:pt x="617076" y="137626"/>
                    </a:lnTo>
                    <a:lnTo>
                      <a:pt x="616649" y="137636"/>
                    </a:lnTo>
                    <a:lnTo>
                      <a:pt x="616649" y="137615"/>
                    </a:lnTo>
                    <a:lnTo>
                      <a:pt x="593980" y="137065"/>
                    </a:lnTo>
                    <a:cubicBezTo>
                      <a:pt x="584836" y="137065"/>
                      <a:pt x="577311" y="137445"/>
                      <a:pt x="570453" y="137636"/>
                    </a:cubicBezTo>
                    <a:lnTo>
                      <a:pt x="570453" y="131921"/>
                    </a:lnTo>
                    <a:lnTo>
                      <a:pt x="579121" y="131349"/>
                    </a:lnTo>
                    <a:cubicBezTo>
                      <a:pt x="582264" y="131159"/>
                      <a:pt x="584359" y="130397"/>
                      <a:pt x="585121" y="128682"/>
                    </a:cubicBezTo>
                    <a:cubicBezTo>
                      <a:pt x="585883" y="126587"/>
                      <a:pt x="586074" y="122777"/>
                      <a:pt x="586074" y="117729"/>
                    </a:cubicBezTo>
                    <a:lnTo>
                      <a:pt x="586074" y="75438"/>
                    </a:lnTo>
                    <a:cubicBezTo>
                      <a:pt x="586074" y="69437"/>
                      <a:pt x="585693" y="65246"/>
                      <a:pt x="584741" y="63817"/>
                    </a:cubicBezTo>
                    <a:cubicBezTo>
                      <a:pt x="583597" y="62293"/>
                      <a:pt x="581693" y="61722"/>
                      <a:pt x="577787" y="61722"/>
                    </a:cubicBezTo>
                    <a:lnTo>
                      <a:pt x="570834" y="61722"/>
                    </a:lnTo>
                    <a:lnTo>
                      <a:pt x="570834" y="56483"/>
                    </a:lnTo>
                    <a:cubicBezTo>
                      <a:pt x="581883" y="55340"/>
                      <a:pt x="593218" y="51816"/>
                      <a:pt x="600171" y="48768"/>
                    </a:cubicBezTo>
                    <a:close/>
                    <a:moveTo>
                      <a:pt x="3657600" y="48673"/>
                    </a:moveTo>
                    <a:cubicBezTo>
                      <a:pt x="3678079" y="48673"/>
                      <a:pt x="3693319" y="61817"/>
                      <a:pt x="3693319" y="83153"/>
                    </a:cubicBezTo>
                    <a:cubicBezTo>
                      <a:pt x="3693319" y="85820"/>
                      <a:pt x="3693319" y="88487"/>
                      <a:pt x="3693033" y="91059"/>
                    </a:cubicBezTo>
                    <a:cubicBezTo>
                      <a:pt x="3681699" y="92964"/>
                      <a:pt x="3670269" y="93726"/>
                      <a:pt x="3658934" y="93726"/>
                    </a:cubicBezTo>
                    <a:lnTo>
                      <a:pt x="3631407" y="93726"/>
                    </a:lnTo>
                    <a:cubicBezTo>
                      <a:pt x="3631407" y="115824"/>
                      <a:pt x="3642265" y="130874"/>
                      <a:pt x="3665506" y="130874"/>
                    </a:cubicBezTo>
                    <a:cubicBezTo>
                      <a:pt x="3674555" y="130874"/>
                      <a:pt x="3681699" y="126397"/>
                      <a:pt x="3688842" y="122015"/>
                    </a:cubicBezTo>
                    <a:lnTo>
                      <a:pt x="3691319" y="123920"/>
                    </a:lnTo>
                    <a:lnTo>
                      <a:pt x="3687604" y="130302"/>
                    </a:lnTo>
                    <a:cubicBezTo>
                      <a:pt x="3686271" y="132588"/>
                      <a:pt x="3670269" y="140875"/>
                      <a:pt x="3657505" y="140875"/>
                    </a:cubicBezTo>
                    <a:cubicBezTo>
                      <a:pt x="3629025" y="140875"/>
                      <a:pt x="3613976" y="122777"/>
                      <a:pt x="3613976" y="97346"/>
                    </a:cubicBezTo>
                    <a:cubicBezTo>
                      <a:pt x="3613976" y="79153"/>
                      <a:pt x="3618929" y="68199"/>
                      <a:pt x="3627597" y="61436"/>
                    </a:cubicBezTo>
                    <a:cubicBezTo>
                      <a:pt x="3631121" y="58674"/>
                      <a:pt x="3635122" y="55817"/>
                      <a:pt x="3639217" y="53912"/>
                    </a:cubicBezTo>
                    <a:cubicBezTo>
                      <a:pt x="3645885" y="50864"/>
                      <a:pt x="3651314" y="48768"/>
                      <a:pt x="3657696" y="48768"/>
                    </a:cubicBezTo>
                    <a:close/>
                    <a:moveTo>
                      <a:pt x="3277363" y="48673"/>
                    </a:moveTo>
                    <a:cubicBezTo>
                      <a:pt x="3297937" y="48673"/>
                      <a:pt x="3313177" y="61817"/>
                      <a:pt x="3313177" y="83153"/>
                    </a:cubicBezTo>
                    <a:cubicBezTo>
                      <a:pt x="3313177" y="85820"/>
                      <a:pt x="3313177" y="88487"/>
                      <a:pt x="3312796" y="91059"/>
                    </a:cubicBezTo>
                    <a:cubicBezTo>
                      <a:pt x="3301461" y="92964"/>
                      <a:pt x="3290031" y="93726"/>
                      <a:pt x="3278696" y="93726"/>
                    </a:cubicBezTo>
                    <a:lnTo>
                      <a:pt x="3251169" y="93726"/>
                    </a:lnTo>
                    <a:cubicBezTo>
                      <a:pt x="3251169" y="115824"/>
                      <a:pt x="3262027" y="130874"/>
                      <a:pt x="3285268" y="130874"/>
                    </a:cubicBezTo>
                    <a:cubicBezTo>
                      <a:pt x="3294317" y="130874"/>
                      <a:pt x="3301461" y="126397"/>
                      <a:pt x="3308605" y="122015"/>
                    </a:cubicBezTo>
                    <a:lnTo>
                      <a:pt x="3311081" y="123920"/>
                    </a:lnTo>
                    <a:lnTo>
                      <a:pt x="3307366" y="130302"/>
                    </a:lnTo>
                    <a:cubicBezTo>
                      <a:pt x="3306033" y="132588"/>
                      <a:pt x="3290031" y="140875"/>
                      <a:pt x="3277172" y="140875"/>
                    </a:cubicBezTo>
                    <a:cubicBezTo>
                      <a:pt x="3248692" y="140875"/>
                      <a:pt x="3233643" y="122777"/>
                      <a:pt x="3233643" y="97346"/>
                    </a:cubicBezTo>
                    <a:cubicBezTo>
                      <a:pt x="3233643" y="79153"/>
                      <a:pt x="3238596" y="68199"/>
                      <a:pt x="3247264" y="61436"/>
                    </a:cubicBezTo>
                    <a:cubicBezTo>
                      <a:pt x="3250788" y="58674"/>
                      <a:pt x="3254789" y="55817"/>
                      <a:pt x="3258884" y="53912"/>
                    </a:cubicBezTo>
                    <a:cubicBezTo>
                      <a:pt x="3265552" y="50864"/>
                      <a:pt x="3270981" y="48768"/>
                      <a:pt x="3277363" y="48768"/>
                    </a:cubicBezTo>
                    <a:close/>
                    <a:moveTo>
                      <a:pt x="1429608" y="48673"/>
                    </a:moveTo>
                    <a:cubicBezTo>
                      <a:pt x="1450182" y="48673"/>
                      <a:pt x="1465422" y="61817"/>
                      <a:pt x="1465422" y="83153"/>
                    </a:cubicBezTo>
                    <a:cubicBezTo>
                      <a:pt x="1465422" y="85820"/>
                      <a:pt x="1465422" y="88487"/>
                      <a:pt x="1465041" y="91059"/>
                    </a:cubicBezTo>
                    <a:cubicBezTo>
                      <a:pt x="1453706" y="92964"/>
                      <a:pt x="1442181" y="93726"/>
                      <a:pt x="1430941" y="93726"/>
                    </a:cubicBezTo>
                    <a:lnTo>
                      <a:pt x="1403414" y="93726"/>
                    </a:lnTo>
                    <a:cubicBezTo>
                      <a:pt x="1403414" y="115824"/>
                      <a:pt x="1414272" y="130874"/>
                      <a:pt x="1437513" y="130874"/>
                    </a:cubicBezTo>
                    <a:cubicBezTo>
                      <a:pt x="1446562" y="130874"/>
                      <a:pt x="1453706" y="126397"/>
                      <a:pt x="1460850" y="122015"/>
                    </a:cubicBezTo>
                    <a:lnTo>
                      <a:pt x="1463326" y="123920"/>
                    </a:lnTo>
                    <a:lnTo>
                      <a:pt x="1459516" y="130302"/>
                    </a:lnTo>
                    <a:cubicBezTo>
                      <a:pt x="1458183" y="132588"/>
                      <a:pt x="1442181" y="140875"/>
                      <a:pt x="1429417" y="140875"/>
                    </a:cubicBezTo>
                    <a:cubicBezTo>
                      <a:pt x="1400938" y="140875"/>
                      <a:pt x="1385888" y="122777"/>
                      <a:pt x="1385888" y="97346"/>
                    </a:cubicBezTo>
                    <a:cubicBezTo>
                      <a:pt x="1385888" y="79153"/>
                      <a:pt x="1390841" y="68199"/>
                      <a:pt x="1399509" y="61436"/>
                    </a:cubicBezTo>
                    <a:cubicBezTo>
                      <a:pt x="1403033" y="58674"/>
                      <a:pt x="1407034" y="55817"/>
                      <a:pt x="1411129" y="53912"/>
                    </a:cubicBezTo>
                    <a:cubicBezTo>
                      <a:pt x="1417797" y="50864"/>
                      <a:pt x="1423226" y="48768"/>
                      <a:pt x="1429608" y="48768"/>
                    </a:cubicBezTo>
                    <a:close/>
                    <a:moveTo>
                      <a:pt x="926783" y="48673"/>
                    </a:moveTo>
                    <a:cubicBezTo>
                      <a:pt x="947262" y="48673"/>
                      <a:pt x="962502" y="61817"/>
                      <a:pt x="962502" y="83153"/>
                    </a:cubicBezTo>
                    <a:cubicBezTo>
                      <a:pt x="962502" y="85820"/>
                      <a:pt x="962502" y="88487"/>
                      <a:pt x="962121" y="91059"/>
                    </a:cubicBezTo>
                    <a:cubicBezTo>
                      <a:pt x="950881" y="92964"/>
                      <a:pt x="939451" y="93726"/>
                      <a:pt x="928021" y="93726"/>
                    </a:cubicBezTo>
                    <a:lnTo>
                      <a:pt x="900589" y="93726"/>
                    </a:lnTo>
                    <a:cubicBezTo>
                      <a:pt x="900589" y="115824"/>
                      <a:pt x="911448" y="130874"/>
                      <a:pt x="934593" y="130874"/>
                    </a:cubicBezTo>
                    <a:cubicBezTo>
                      <a:pt x="943737" y="130874"/>
                      <a:pt x="950881" y="126397"/>
                      <a:pt x="958025" y="122015"/>
                    </a:cubicBezTo>
                    <a:lnTo>
                      <a:pt x="960501" y="123920"/>
                    </a:lnTo>
                    <a:lnTo>
                      <a:pt x="956691" y="130302"/>
                    </a:lnTo>
                    <a:cubicBezTo>
                      <a:pt x="955453" y="132588"/>
                      <a:pt x="939451" y="140875"/>
                      <a:pt x="926592" y="140875"/>
                    </a:cubicBezTo>
                    <a:cubicBezTo>
                      <a:pt x="898113" y="140875"/>
                      <a:pt x="883063" y="122777"/>
                      <a:pt x="883063" y="97346"/>
                    </a:cubicBezTo>
                    <a:cubicBezTo>
                      <a:pt x="883063" y="79153"/>
                      <a:pt x="888016" y="68199"/>
                      <a:pt x="896684" y="61436"/>
                    </a:cubicBezTo>
                    <a:cubicBezTo>
                      <a:pt x="900208" y="58674"/>
                      <a:pt x="904113" y="55817"/>
                      <a:pt x="908304" y="53912"/>
                    </a:cubicBezTo>
                    <a:cubicBezTo>
                      <a:pt x="914877" y="50864"/>
                      <a:pt x="920401" y="48768"/>
                      <a:pt x="926783" y="48768"/>
                    </a:cubicBezTo>
                    <a:close/>
                    <a:moveTo>
                      <a:pt x="768002" y="48673"/>
                    </a:moveTo>
                    <a:cubicBezTo>
                      <a:pt x="788575" y="48673"/>
                      <a:pt x="803815" y="61817"/>
                      <a:pt x="803815" y="83153"/>
                    </a:cubicBezTo>
                    <a:cubicBezTo>
                      <a:pt x="803815" y="85820"/>
                      <a:pt x="803815" y="88487"/>
                      <a:pt x="803434" y="91059"/>
                    </a:cubicBezTo>
                    <a:cubicBezTo>
                      <a:pt x="792100" y="92964"/>
                      <a:pt x="780670" y="93726"/>
                      <a:pt x="769335" y="93726"/>
                    </a:cubicBezTo>
                    <a:lnTo>
                      <a:pt x="741903" y="93726"/>
                    </a:lnTo>
                    <a:cubicBezTo>
                      <a:pt x="741903" y="115824"/>
                      <a:pt x="752857" y="130874"/>
                      <a:pt x="776002" y="130874"/>
                    </a:cubicBezTo>
                    <a:cubicBezTo>
                      <a:pt x="785051" y="130874"/>
                      <a:pt x="792195" y="126397"/>
                      <a:pt x="799339" y="122015"/>
                    </a:cubicBezTo>
                    <a:lnTo>
                      <a:pt x="801815" y="123920"/>
                    </a:lnTo>
                    <a:lnTo>
                      <a:pt x="798005" y="130302"/>
                    </a:lnTo>
                    <a:cubicBezTo>
                      <a:pt x="796672" y="132588"/>
                      <a:pt x="780670" y="140875"/>
                      <a:pt x="767811" y="140875"/>
                    </a:cubicBezTo>
                    <a:cubicBezTo>
                      <a:pt x="739427" y="140875"/>
                      <a:pt x="724377" y="122777"/>
                      <a:pt x="724377" y="97346"/>
                    </a:cubicBezTo>
                    <a:cubicBezTo>
                      <a:pt x="724377" y="79153"/>
                      <a:pt x="729235" y="68199"/>
                      <a:pt x="737902" y="61436"/>
                    </a:cubicBezTo>
                    <a:cubicBezTo>
                      <a:pt x="741522" y="58674"/>
                      <a:pt x="745427" y="55817"/>
                      <a:pt x="749618" y="53912"/>
                    </a:cubicBezTo>
                    <a:cubicBezTo>
                      <a:pt x="756190" y="50864"/>
                      <a:pt x="761620" y="48768"/>
                      <a:pt x="768002" y="48768"/>
                    </a:cubicBezTo>
                    <a:close/>
                    <a:moveTo>
                      <a:pt x="262986" y="48673"/>
                    </a:moveTo>
                    <a:cubicBezTo>
                      <a:pt x="283464" y="48673"/>
                      <a:pt x="298705" y="61817"/>
                      <a:pt x="298705" y="83153"/>
                    </a:cubicBezTo>
                    <a:cubicBezTo>
                      <a:pt x="298705" y="85820"/>
                      <a:pt x="298705" y="88487"/>
                      <a:pt x="298323" y="91059"/>
                    </a:cubicBezTo>
                    <a:cubicBezTo>
                      <a:pt x="287084" y="92964"/>
                      <a:pt x="275559" y="93726"/>
                      <a:pt x="264224" y="93726"/>
                    </a:cubicBezTo>
                    <a:lnTo>
                      <a:pt x="236792" y="93726"/>
                    </a:lnTo>
                    <a:cubicBezTo>
                      <a:pt x="236792" y="115824"/>
                      <a:pt x="247650" y="130874"/>
                      <a:pt x="270892" y="130874"/>
                    </a:cubicBezTo>
                    <a:cubicBezTo>
                      <a:pt x="279940" y="130874"/>
                      <a:pt x="287084" y="126397"/>
                      <a:pt x="294228" y="122015"/>
                    </a:cubicBezTo>
                    <a:lnTo>
                      <a:pt x="296704" y="123920"/>
                    </a:lnTo>
                    <a:lnTo>
                      <a:pt x="292990" y="130302"/>
                    </a:lnTo>
                    <a:cubicBezTo>
                      <a:pt x="291656" y="132588"/>
                      <a:pt x="275654" y="140875"/>
                      <a:pt x="262795" y="140875"/>
                    </a:cubicBezTo>
                    <a:cubicBezTo>
                      <a:pt x="234315" y="140875"/>
                      <a:pt x="219266" y="122777"/>
                      <a:pt x="219266" y="97346"/>
                    </a:cubicBezTo>
                    <a:cubicBezTo>
                      <a:pt x="219266" y="79153"/>
                      <a:pt x="224219" y="68199"/>
                      <a:pt x="232887" y="61436"/>
                    </a:cubicBezTo>
                    <a:cubicBezTo>
                      <a:pt x="236411" y="58674"/>
                      <a:pt x="240411" y="55817"/>
                      <a:pt x="244507" y="53912"/>
                    </a:cubicBezTo>
                    <a:cubicBezTo>
                      <a:pt x="251175" y="50864"/>
                      <a:pt x="256604" y="48768"/>
                      <a:pt x="262986" y="48768"/>
                    </a:cubicBezTo>
                    <a:close/>
                    <a:moveTo>
                      <a:pt x="1691641" y="20002"/>
                    </a:moveTo>
                    <a:lnTo>
                      <a:pt x="1693832" y="22098"/>
                    </a:lnTo>
                    <a:cubicBezTo>
                      <a:pt x="1692784" y="30384"/>
                      <a:pt x="1691831" y="40957"/>
                      <a:pt x="1691831" y="48863"/>
                    </a:cubicBezTo>
                    <a:lnTo>
                      <a:pt x="1691831" y="56006"/>
                    </a:lnTo>
                    <a:lnTo>
                      <a:pt x="1715453" y="54957"/>
                    </a:lnTo>
                    <a:lnTo>
                      <a:pt x="1715453" y="50673"/>
                    </a:lnTo>
                    <a:cubicBezTo>
                      <a:pt x="1722882" y="50864"/>
                      <a:pt x="1730026" y="51244"/>
                      <a:pt x="1737361" y="51244"/>
                    </a:cubicBezTo>
                    <a:cubicBezTo>
                      <a:pt x="1744695" y="51244"/>
                      <a:pt x="1751839" y="50864"/>
                      <a:pt x="1759173" y="50673"/>
                    </a:cubicBezTo>
                    <a:lnTo>
                      <a:pt x="1759173" y="55912"/>
                    </a:lnTo>
                    <a:lnTo>
                      <a:pt x="1752029" y="56293"/>
                    </a:lnTo>
                    <a:cubicBezTo>
                      <a:pt x="1746790" y="56483"/>
                      <a:pt x="1743552" y="58293"/>
                      <a:pt x="1747552" y="68485"/>
                    </a:cubicBezTo>
                    <a:lnTo>
                      <a:pt x="1769174" y="120872"/>
                    </a:lnTo>
                    <a:lnTo>
                      <a:pt x="1769174" y="120968"/>
                    </a:lnTo>
                    <a:lnTo>
                      <a:pt x="1791558" y="66008"/>
                    </a:lnTo>
                    <a:cubicBezTo>
                      <a:pt x="1794415" y="59055"/>
                      <a:pt x="1791558" y="56960"/>
                      <a:pt x="1784795" y="56388"/>
                    </a:cubicBezTo>
                    <a:lnTo>
                      <a:pt x="1779842" y="56007"/>
                    </a:lnTo>
                    <a:lnTo>
                      <a:pt x="1779842" y="50768"/>
                    </a:lnTo>
                    <a:cubicBezTo>
                      <a:pt x="1785938" y="50959"/>
                      <a:pt x="1791748" y="51340"/>
                      <a:pt x="1797749" y="51340"/>
                    </a:cubicBezTo>
                    <a:cubicBezTo>
                      <a:pt x="1803750" y="51340"/>
                      <a:pt x="1809560" y="50959"/>
                      <a:pt x="1815656" y="50768"/>
                    </a:cubicBezTo>
                    <a:lnTo>
                      <a:pt x="1815656" y="56007"/>
                    </a:lnTo>
                    <a:lnTo>
                      <a:pt x="1810322" y="56388"/>
                    </a:lnTo>
                    <a:cubicBezTo>
                      <a:pt x="1805845" y="56674"/>
                      <a:pt x="1801749" y="62579"/>
                      <a:pt x="1794511" y="79153"/>
                    </a:cubicBezTo>
                    <a:lnTo>
                      <a:pt x="1756315" y="167259"/>
                    </a:lnTo>
                    <a:cubicBezTo>
                      <a:pt x="1750315" y="180975"/>
                      <a:pt x="1743457" y="190405"/>
                      <a:pt x="1727645" y="190405"/>
                    </a:cubicBezTo>
                    <a:cubicBezTo>
                      <a:pt x="1724407" y="190405"/>
                      <a:pt x="1720311" y="188881"/>
                      <a:pt x="1718215" y="187643"/>
                    </a:cubicBezTo>
                    <a:lnTo>
                      <a:pt x="1722787" y="173450"/>
                    </a:lnTo>
                    <a:lnTo>
                      <a:pt x="1725264" y="173450"/>
                    </a:lnTo>
                    <a:cubicBezTo>
                      <a:pt x="1727455" y="175736"/>
                      <a:pt x="1732217" y="178022"/>
                      <a:pt x="1734789" y="177832"/>
                    </a:cubicBezTo>
                    <a:cubicBezTo>
                      <a:pt x="1745743" y="177070"/>
                      <a:pt x="1751743" y="161830"/>
                      <a:pt x="1755363" y="153162"/>
                    </a:cubicBezTo>
                    <a:lnTo>
                      <a:pt x="1759649" y="141637"/>
                    </a:lnTo>
                    <a:lnTo>
                      <a:pt x="1728598" y="65532"/>
                    </a:lnTo>
                    <a:cubicBezTo>
                      <a:pt x="1725549" y="58388"/>
                      <a:pt x="1722978" y="56674"/>
                      <a:pt x="1718787" y="56293"/>
                    </a:cubicBezTo>
                    <a:lnTo>
                      <a:pt x="1717348" y="56129"/>
                    </a:lnTo>
                    <a:lnTo>
                      <a:pt x="1715929" y="65055"/>
                    </a:lnTo>
                    <a:lnTo>
                      <a:pt x="1691831" y="65055"/>
                    </a:lnTo>
                    <a:lnTo>
                      <a:pt x="1691831" y="114395"/>
                    </a:lnTo>
                    <a:cubicBezTo>
                      <a:pt x="1691831" y="123063"/>
                      <a:pt x="1694212" y="127444"/>
                      <a:pt x="1702118" y="127444"/>
                    </a:cubicBezTo>
                    <a:cubicBezTo>
                      <a:pt x="1707071" y="127444"/>
                      <a:pt x="1710595" y="125348"/>
                      <a:pt x="1713262" y="123825"/>
                    </a:cubicBezTo>
                    <a:lnTo>
                      <a:pt x="1715739" y="127063"/>
                    </a:lnTo>
                    <a:lnTo>
                      <a:pt x="1706690" y="137064"/>
                    </a:lnTo>
                    <a:cubicBezTo>
                      <a:pt x="1704976" y="138969"/>
                      <a:pt x="1698308" y="139350"/>
                      <a:pt x="1694403" y="139350"/>
                    </a:cubicBezTo>
                    <a:cubicBezTo>
                      <a:pt x="1684402" y="139350"/>
                      <a:pt x="1675925" y="134588"/>
                      <a:pt x="1675925" y="119348"/>
                    </a:cubicBezTo>
                    <a:lnTo>
                      <a:pt x="1675925" y="65151"/>
                    </a:lnTo>
                    <a:lnTo>
                      <a:pt x="1676020" y="65055"/>
                    </a:lnTo>
                    <a:lnTo>
                      <a:pt x="1661637" y="65817"/>
                    </a:lnTo>
                    <a:lnTo>
                      <a:pt x="1661637" y="61817"/>
                    </a:lnTo>
                    <a:lnTo>
                      <a:pt x="1676401" y="55244"/>
                    </a:lnTo>
                    <a:lnTo>
                      <a:pt x="1676401" y="42005"/>
                    </a:lnTo>
                    <a:cubicBezTo>
                      <a:pt x="1676401" y="37147"/>
                      <a:pt x="1676210" y="32194"/>
                      <a:pt x="1675639" y="27146"/>
                    </a:cubicBezTo>
                    <a:cubicBezTo>
                      <a:pt x="1682401" y="25146"/>
                      <a:pt x="1688402" y="22098"/>
                      <a:pt x="1691641" y="20002"/>
                    </a:cubicBezTo>
                    <a:close/>
                    <a:moveTo>
                      <a:pt x="1634966" y="7715"/>
                    </a:moveTo>
                    <a:cubicBezTo>
                      <a:pt x="1640395" y="7715"/>
                      <a:pt x="1645539" y="12858"/>
                      <a:pt x="1645539" y="18288"/>
                    </a:cubicBezTo>
                    <a:cubicBezTo>
                      <a:pt x="1645539" y="23717"/>
                      <a:pt x="1640491" y="28575"/>
                      <a:pt x="1634966" y="28575"/>
                    </a:cubicBezTo>
                    <a:cubicBezTo>
                      <a:pt x="1629441" y="28575"/>
                      <a:pt x="1624584" y="23812"/>
                      <a:pt x="1624584" y="18288"/>
                    </a:cubicBezTo>
                    <a:cubicBezTo>
                      <a:pt x="1624584" y="12763"/>
                      <a:pt x="1629537" y="7715"/>
                      <a:pt x="1634966" y="7715"/>
                    </a:cubicBezTo>
                    <a:close/>
                    <a:moveTo>
                      <a:pt x="1262253" y="7715"/>
                    </a:moveTo>
                    <a:cubicBezTo>
                      <a:pt x="1267778" y="7715"/>
                      <a:pt x="1272826" y="12858"/>
                      <a:pt x="1272826" y="18288"/>
                    </a:cubicBezTo>
                    <a:cubicBezTo>
                      <a:pt x="1272826" y="23717"/>
                      <a:pt x="1267778" y="28575"/>
                      <a:pt x="1262253" y="28575"/>
                    </a:cubicBezTo>
                    <a:cubicBezTo>
                      <a:pt x="1256729" y="28575"/>
                      <a:pt x="1251871" y="23812"/>
                      <a:pt x="1251871" y="18288"/>
                    </a:cubicBezTo>
                    <a:cubicBezTo>
                      <a:pt x="1251871" y="12763"/>
                      <a:pt x="1256729" y="7715"/>
                      <a:pt x="1262253" y="7715"/>
                    </a:cubicBezTo>
                    <a:close/>
                    <a:moveTo>
                      <a:pt x="593027" y="7715"/>
                    </a:moveTo>
                    <a:cubicBezTo>
                      <a:pt x="598552" y="7715"/>
                      <a:pt x="603600" y="12858"/>
                      <a:pt x="603600" y="18288"/>
                    </a:cubicBezTo>
                    <a:cubicBezTo>
                      <a:pt x="603600" y="23717"/>
                      <a:pt x="598456" y="28575"/>
                      <a:pt x="593027" y="28575"/>
                    </a:cubicBezTo>
                    <a:cubicBezTo>
                      <a:pt x="587598" y="28575"/>
                      <a:pt x="582645" y="23812"/>
                      <a:pt x="582645" y="18288"/>
                    </a:cubicBezTo>
                    <a:cubicBezTo>
                      <a:pt x="582645" y="12763"/>
                      <a:pt x="587598" y="7715"/>
                      <a:pt x="593027" y="7715"/>
                    </a:cubicBezTo>
                    <a:close/>
                    <a:moveTo>
                      <a:pt x="2040350" y="6858"/>
                    </a:moveTo>
                    <a:cubicBezTo>
                      <a:pt x="2050161" y="7239"/>
                      <a:pt x="2059019" y="7429"/>
                      <a:pt x="2068258" y="7429"/>
                    </a:cubicBezTo>
                    <a:cubicBezTo>
                      <a:pt x="2076831" y="7429"/>
                      <a:pt x="2085689" y="7239"/>
                      <a:pt x="2095500" y="6858"/>
                    </a:cubicBezTo>
                    <a:lnTo>
                      <a:pt x="2095500" y="12573"/>
                    </a:lnTo>
                    <a:lnTo>
                      <a:pt x="2086451" y="13144"/>
                    </a:lnTo>
                    <a:cubicBezTo>
                      <a:pt x="2081879" y="13240"/>
                      <a:pt x="2079688" y="14002"/>
                      <a:pt x="2078545" y="15907"/>
                    </a:cubicBezTo>
                    <a:cubicBezTo>
                      <a:pt x="2077212" y="18002"/>
                      <a:pt x="2076831" y="22860"/>
                      <a:pt x="2076831" y="30004"/>
                    </a:cubicBezTo>
                    <a:lnTo>
                      <a:pt x="2076831" y="63436"/>
                    </a:lnTo>
                    <a:cubicBezTo>
                      <a:pt x="2079021" y="63627"/>
                      <a:pt x="2084070" y="63817"/>
                      <a:pt x="2092357" y="63817"/>
                    </a:cubicBezTo>
                    <a:lnTo>
                      <a:pt x="2136457" y="63817"/>
                    </a:lnTo>
                    <a:cubicBezTo>
                      <a:pt x="2144649" y="63817"/>
                      <a:pt x="2149792" y="63627"/>
                      <a:pt x="2152078" y="63436"/>
                    </a:cubicBezTo>
                    <a:lnTo>
                      <a:pt x="2152078" y="30004"/>
                    </a:lnTo>
                    <a:cubicBezTo>
                      <a:pt x="2152078" y="22860"/>
                      <a:pt x="2151697" y="18002"/>
                      <a:pt x="2150364" y="15907"/>
                    </a:cubicBezTo>
                    <a:cubicBezTo>
                      <a:pt x="2149221" y="14097"/>
                      <a:pt x="2147030" y="13240"/>
                      <a:pt x="2142458" y="13144"/>
                    </a:cubicBezTo>
                    <a:lnTo>
                      <a:pt x="2133409" y="12573"/>
                    </a:lnTo>
                    <a:lnTo>
                      <a:pt x="2133409" y="6858"/>
                    </a:lnTo>
                    <a:cubicBezTo>
                      <a:pt x="2143125" y="7239"/>
                      <a:pt x="2152078" y="7429"/>
                      <a:pt x="2161222" y="7429"/>
                    </a:cubicBezTo>
                    <a:cubicBezTo>
                      <a:pt x="2169985" y="7429"/>
                      <a:pt x="2178748" y="7239"/>
                      <a:pt x="2188559" y="6858"/>
                    </a:cubicBezTo>
                    <a:lnTo>
                      <a:pt x="2188559" y="12573"/>
                    </a:lnTo>
                    <a:lnTo>
                      <a:pt x="2179510" y="13144"/>
                    </a:lnTo>
                    <a:cubicBezTo>
                      <a:pt x="2175034" y="13240"/>
                      <a:pt x="2172748" y="14002"/>
                      <a:pt x="2171604" y="15907"/>
                    </a:cubicBezTo>
                    <a:cubicBezTo>
                      <a:pt x="2170366" y="18002"/>
                      <a:pt x="2169985" y="22860"/>
                      <a:pt x="2169985" y="30004"/>
                    </a:cubicBezTo>
                    <a:lnTo>
                      <a:pt x="2169985" y="114395"/>
                    </a:lnTo>
                    <a:cubicBezTo>
                      <a:pt x="2169985" y="121539"/>
                      <a:pt x="2170366" y="126492"/>
                      <a:pt x="2171604" y="128492"/>
                    </a:cubicBezTo>
                    <a:cubicBezTo>
                      <a:pt x="2172748" y="130397"/>
                      <a:pt x="2175034" y="131159"/>
                      <a:pt x="2179510" y="131350"/>
                    </a:cubicBezTo>
                    <a:lnTo>
                      <a:pt x="2188559" y="131921"/>
                    </a:lnTo>
                    <a:lnTo>
                      <a:pt x="2188559" y="137636"/>
                    </a:lnTo>
                    <a:cubicBezTo>
                      <a:pt x="2178748" y="137255"/>
                      <a:pt x="2170366" y="137065"/>
                      <a:pt x="2161222" y="137065"/>
                    </a:cubicBezTo>
                    <a:cubicBezTo>
                      <a:pt x="2152078" y="137065"/>
                      <a:pt x="2143220" y="137255"/>
                      <a:pt x="2133409" y="137636"/>
                    </a:cubicBezTo>
                    <a:lnTo>
                      <a:pt x="2133409" y="131921"/>
                    </a:lnTo>
                    <a:lnTo>
                      <a:pt x="2142458" y="131350"/>
                    </a:lnTo>
                    <a:cubicBezTo>
                      <a:pt x="2147030" y="131159"/>
                      <a:pt x="2149221" y="130397"/>
                      <a:pt x="2150364" y="128492"/>
                    </a:cubicBezTo>
                    <a:cubicBezTo>
                      <a:pt x="2151602" y="126492"/>
                      <a:pt x="2152078" y="121539"/>
                      <a:pt x="2152078" y="114395"/>
                    </a:cubicBezTo>
                    <a:lnTo>
                      <a:pt x="2152078" y="72485"/>
                    </a:lnTo>
                    <a:cubicBezTo>
                      <a:pt x="2149792" y="72295"/>
                      <a:pt x="2144744" y="72104"/>
                      <a:pt x="2136457" y="72104"/>
                    </a:cubicBezTo>
                    <a:lnTo>
                      <a:pt x="2092357" y="72104"/>
                    </a:lnTo>
                    <a:cubicBezTo>
                      <a:pt x="2084165" y="72104"/>
                      <a:pt x="2079117" y="72295"/>
                      <a:pt x="2076831" y="72485"/>
                    </a:cubicBezTo>
                    <a:lnTo>
                      <a:pt x="2076831" y="114395"/>
                    </a:lnTo>
                    <a:cubicBezTo>
                      <a:pt x="2076831" y="121539"/>
                      <a:pt x="2077212" y="126492"/>
                      <a:pt x="2078545" y="128492"/>
                    </a:cubicBezTo>
                    <a:cubicBezTo>
                      <a:pt x="2079688" y="130397"/>
                      <a:pt x="2081974" y="131159"/>
                      <a:pt x="2086451" y="131350"/>
                    </a:cubicBezTo>
                    <a:lnTo>
                      <a:pt x="2095500" y="131921"/>
                    </a:lnTo>
                    <a:lnTo>
                      <a:pt x="2095500" y="137636"/>
                    </a:lnTo>
                    <a:cubicBezTo>
                      <a:pt x="2085689" y="137255"/>
                      <a:pt x="2076926" y="137065"/>
                      <a:pt x="2068258" y="137065"/>
                    </a:cubicBezTo>
                    <a:cubicBezTo>
                      <a:pt x="2058924" y="137065"/>
                      <a:pt x="2050066" y="137255"/>
                      <a:pt x="2040350" y="137636"/>
                    </a:cubicBezTo>
                    <a:lnTo>
                      <a:pt x="2040350" y="131921"/>
                    </a:lnTo>
                    <a:lnTo>
                      <a:pt x="2049399" y="131350"/>
                    </a:lnTo>
                    <a:cubicBezTo>
                      <a:pt x="2053875" y="131159"/>
                      <a:pt x="2056162" y="130397"/>
                      <a:pt x="2057304" y="128492"/>
                    </a:cubicBezTo>
                    <a:cubicBezTo>
                      <a:pt x="2058638" y="126492"/>
                      <a:pt x="2059019" y="121539"/>
                      <a:pt x="2059019" y="114395"/>
                    </a:cubicBezTo>
                    <a:lnTo>
                      <a:pt x="2059019" y="30004"/>
                    </a:lnTo>
                    <a:cubicBezTo>
                      <a:pt x="2059019" y="22860"/>
                      <a:pt x="2058638" y="18002"/>
                      <a:pt x="2057304" y="15907"/>
                    </a:cubicBezTo>
                    <a:cubicBezTo>
                      <a:pt x="2056162" y="14097"/>
                      <a:pt x="2053971" y="13240"/>
                      <a:pt x="2049399" y="13144"/>
                    </a:cubicBezTo>
                    <a:lnTo>
                      <a:pt x="2040350" y="12573"/>
                    </a:lnTo>
                    <a:close/>
                    <a:moveTo>
                      <a:pt x="0" y="6762"/>
                    </a:moveTo>
                    <a:cubicBezTo>
                      <a:pt x="13526" y="6762"/>
                      <a:pt x="27146" y="7333"/>
                      <a:pt x="40672" y="7333"/>
                    </a:cubicBezTo>
                    <a:lnTo>
                      <a:pt x="67913" y="7333"/>
                    </a:lnTo>
                    <a:cubicBezTo>
                      <a:pt x="74771" y="7333"/>
                      <a:pt x="81534" y="7143"/>
                      <a:pt x="88297" y="6953"/>
                    </a:cubicBezTo>
                    <a:cubicBezTo>
                      <a:pt x="95155" y="6953"/>
                      <a:pt x="101917" y="6762"/>
                      <a:pt x="108680" y="6762"/>
                    </a:cubicBezTo>
                    <a:cubicBezTo>
                      <a:pt x="107728" y="16573"/>
                      <a:pt x="107347" y="26860"/>
                      <a:pt x="107347" y="37052"/>
                    </a:cubicBezTo>
                    <a:lnTo>
                      <a:pt x="101537" y="37052"/>
                    </a:lnTo>
                    <a:lnTo>
                      <a:pt x="100775" y="22192"/>
                    </a:lnTo>
                    <a:cubicBezTo>
                      <a:pt x="100394" y="17716"/>
                      <a:pt x="98965" y="16001"/>
                      <a:pt x="93250" y="16001"/>
                    </a:cubicBezTo>
                    <a:lnTo>
                      <a:pt x="64103" y="16001"/>
                    </a:lnTo>
                    <a:cubicBezTo>
                      <a:pt x="63532" y="21621"/>
                      <a:pt x="63341" y="27717"/>
                      <a:pt x="63341" y="34861"/>
                    </a:cubicBezTo>
                    <a:lnTo>
                      <a:pt x="63341" y="114395"/>
                    </a:lnTo>
                    <a:cubicBezTo>
                      <a:pt x="63341" y="121538"/>
                      <a:pt x="63722" y="126491"/>
                      <a:pt x="65056" y="128491"/>
                    </a:cubicBezTo>
                    <a:cubicBezTo>
                      <a:pt x="66104" y="130396"/>
                      <a:pt x="68390" y="131158"/>
                      <a:pt x="72962" y="131349"/>
                    </a:cubicBezTo>
                    <a:lnTo>
                      <a:pt x="82010" y="131920"/>
                    </a:lnTo>
                    <a:lnTo>
                      <a:pt x="82010" y="137636"/>
                    </a:lnTo>
                    <a:cubicBezTo>
                      <a:pt x="72200" y="137254"/>
                      <a:pt x="63341" y="137064"/>
                      <a:pt x="54674" y="137064"/>
                    </a:cubicBezTo>
                    <a:cubicBezTo>
                      <a:pt x="45434" y="137064"/>
                      <a:pt x="36576" y="137254"/>
                      <a:pt x="26765" y="137636"/>
                    </a:cubicBezTo>
                    <a:lnTo>
                      <a:pt x="26765" y="131920"/>
                    </a:lnTo>
                    <a:lnTo>
                      <a:pt x="35814" y="131349"/>
                    </a:lnTo>
                    <a:cubicBezTo>
                      <a:pt x="40386" y="131158"/>
                      <a:pt x="42672" y="130396"/>
                      <a:pt x="43815" y="128491"/>
                    </a:cubicBezTo>
                    <a:cubicBezTo>
                      <a:pt x="45053" y="126491"/>
                      <a:pt x="45434" y="121538"/>
                      <a:pt x="45434" y="114395"/>
                    </a:cubicBezTo>
                    <a:lnTo>
                      <a:pt x="45339" y="114395"/>
                    </a:lnTo>
                    <a:lnTo>
                      <a:pt x="45339" y="34861"/>
                    </a:lnTo>
                    <a:cubicBezTo>
                      <a:pt x="45339" y="27717"/>
                      <a:pt x="45149" y="21621"/>
                      <a:pt x="44577" y="16001"/>
                    </a:cubicBezTo>
                    <a:lnTo>
                      <a:pt x="15431" y="16001"/>
                    </a:lnTo>
                    <a:cubicBezTo>
                      <a:pt x="9811" y="16001"/>
                      <a:pt x="8287" y="17716"/>
                      <a:pt x="7906" y="22192"/>
                    </a:cubicBezTo>
                    <a:lnTo>
                      <a:pt x="7144" y="37052"/>
                    </a:lnTo>
                    <a:lnTo>
                      <a:pt x="1238" y="37052"/>
                    </a:lnTo>
                    <a:cubicBezTo>
                      <a:pt x="1238" y="26955"/>
                      <a:pt x="953" y="16573"/>
                      <a:pt x="0" y="6762"/>
                    </a:cubicBezTo>
                    <a:close/>
                    <a:moveTo>
                      <a:pt x="2527364" y="6667"/>
                    </a:moveTo>
                    <a:cubicBezTo>
                      <a:pt x="2537175" y="7143"/>
                      <a:pt x="2546033" y="7238"/>
                      <a:pt x="2555177" y="7238"/>
                    </a:cubicBezTo>
                    <a:cubicBezTo>
                      <a:pt x="2563845" y="7238"/>
                      <a:pt x="2572703" y="7048"/>
                      <a:pt x="2582514" y="6667"/>
                    </a:cubicBezTo>
                    <a:lnTo>
                      <a:pt x="2582514" y="12382"/>
                    </a:lnTo>
                    <a:lnTo>
                      <a:pt x="2573465" y="12954"/>
                    </a:lnTo>
                    <a:cubicBezTo>
                      <a:pt x="2568893" y="13144"/>
                      <a:pt x="2566702" y="13906"/>
                      <a:pt x="2565559" y="15811"/>
                    </a:cubicBezTo>
                    <a:cubicBezTo>
                      <a:pt x="2564226" y="17906"/>
                      <a:pt x="2563845" y="22764"/>
                      <a:pt x="2563845" y="29908"/>
                    </a:cubicBezTo>
                    <a:lnTo>
                      <a:pt x="2563845" y="70199"/>
                    </a:lnTo>
                    <a:lnTo>
                      <a:pt x="2616137" y="19240"/>
                    </a:lnTo>
                    <a:cubicBezTo>
                      <a:pt x="2618995" y="16383"/>
                      <a:pt x="2621662" y="13239"/>
                      <a:pt x="2621662" y="11906"/>
                    </a:cubicBezTo>
                    <a:lnTo>
                      <a:pt x="2621662" y="6762"/>
                    </a:lnTo>
                    <a:cubicBezTo>
                      <a:pt x="2627662" y="6953"/>
                      <a:pt x="2633092" y="7334"/>
                      <a:pt x="2638426" y="7334"/>
                    </a:cubicBezTo>
                    <a:cubicBezTo>
                      <a:pt x="2643760" y="7334"/>
                      <a:pt x="2648998" y="6953"/>
                      <a:pt x="2653475" y="6762"/>
                    </a:cubicBezTo>
                    <a:lnTo>
                      <a:pt x="2653475" y="12477"/>
                    </a:lnTo>
                    <a:lnTo>
                      <a:pt x="2645569" y="12858"/>
                    </a:lnTo>
                    <a:cubicBezTo>
                      <a:pt x="2640616" y="13049"/>
                      <a:pt x="2635473" y="15716"/>
                      <a:pt x="2630806" y="20002"/>
                    </a:cubicBezTo>
                    <a:lnTo>
                      <a:pt x="2580704" y="65150"/>
                    </a:lnTo>
                    <a:lnTo>
                      <a:pt x="2642902" y="123825"/>
                    </a:lnTo>
                    <a:cubicBezTo>
                      <a:pt x="2647570" y="128111"/>
                      <a:pt x="2651094" y="131159"/>
                      <a:pt x="2654523" y="131540"/>
                    </a:cubicBezTo>
                    <a:lnTo>
                      <a:pt x="2658523" y="131921"/>
                    </a:lnTo>
                    <a:lnTo>
                      <a:pt x="2658523" y="137636"/>
                    </a:lnTo>
                    <a:cubicBezTo>
                      <a:pt x="2654904" y="137445"/>
                      <a:pt x="2650522" y="137064"/>
                      <a:pt x="2646046" y="137064"/>
                    </a:cubicBezTo>
                    <a:cubicBezTo>
                      <a:pt x="2641569" y="137064"/>
                      <a:pt x="2636902" y="137445"/>
                      <a:pt x="2631091" y="137636"/>
                    </a:cubicBezTo>
                    <a:lnTo>
                      <a:pt x="2565559" y="74580"/>
                    </a:lnTo>
                    <a:lnTo>
                      <a:pt x="2563655" y="75914"/>
                    </a:lnTo>
                    <a:lnTo>
                      <a:pt x="2563845" y="75818"/>
                    </a:lnTo>
                    <a:lnTo>
                      <a:pt x="2563845" y="114395"/>
                    </a:lnTo>
                    <a:cubicBezTo>
                      <a:pt x="2563845" y="121538"/>
                      <a:pt x="2564226" y="126492"/>
                      <a:pt x="2565559" y="128492"/>
                    </a:cubicBezTo>
                    <a:cubicBezTo>
                      <a:pt x="2566702" y="130397"/>
                      <a:pt x="2568988" y="131159"/>
                      <a:pt x="2573465" y="131349"/>
                    </a:cubicBezTo>
                    <a:lnTo>
                      <a:pt x="2582514" y="131921"/>
                    </a:lnTo>
                    <a:lnTo>
                      <a:pt x="2582514" y="137636"/>
                    </a:lnTo>
                    <a:cubicBezTo>
                      <a:pt x="2572703" y="137255"/>
                      <a:pt x="2563845" y="137064"/>
                      <a:pt x="2555177" y="137064"/>
                    </a:cubicBezTo>
                    <a:cubicBezTo>
                      <a:pt x="2546033" y="137064"/>
                      <a:pt x="2537175" y="137255"/>
                      <a:pt x="2527364" y="137636"/>
                    </a:cubicBezTo>
                    <a:lnTo>
                      <a:pt x="2527364" y="131921"/>
                    </a:lnTo>
                    <a:lnTo>
                      <a:pt x="2536413" y="131349"/>
                    </a:lnTo>
                    <a:cubicBezTo>
                      <a:pt x="2540985" y="131159"/>
                      <a:pt x="2543176" y="130397"/>
                      <a:pt x="2544318" y="128492"/>
                    </a:cubicBezTo>
                    <a:cubicBezTo>
                      <a:pt x="2545652" y="126492"/>
                      <a:pt x="2546033" y="121538"/>
                      <a:pt x="2546033" y="114395"/>
                    </a:cubicBezTo>
                    <a:lnTo>
                      <a:pt x="2546033" y="29908"/>
                    </a:lnTo>
                    <a:cubicBezTo>
                      <a:pt x="2546033" y="22764"/>
                      <a:pt x="2545652" y="17906"/>
                      <a:pt x="2544318" y="15811"/>
                    </a:cubicBezTo>
                    <a:cubicBezTo>
                      <a:pt x="2543176" y="13906"/>
                      <a:pt x="2540985" y="13144"/>
                      <a:pt x="2536413" y="12954"/>
                    </a:cubicBezTo>
                    <a:lnTo>
                      <a:pt x="2527364" y="12382"/>
                    </a:lnTo>
                    <a:close/>
                    <a:moveTo>
                      <a:pt x="998696" y="6572"/>
                    </a:moveTo>
                    <a:cubicBezTo>
                      <a:pt x="1008507" y="7048"/>
                      <a:pt x="1017365" y="7144"/>
                      <a:pt x="1026604" y="7144"/>
                    </a:cubicBezTo>
                    <a:cubicBezTo>
                      <a:pt x="1035272" y="7144"/>
                      <a:pt x="1044130" y="6953"/>
                      <a:pt x="1053941" y="6572"/>
                    </a:cubicBezTo>
                    <a:lnTo>
                      <a:pt x="1053941" y="12287"/>
                    </a:lnTo>
                    <a:lnTo>
                      <a:pt x="1044988" y="12859"/>
                    </a:lnTo>
                    <a:cubicBezTo>
                      <a:pt x="1040416" y="13049"/>
                      <a:pt x="1038225" y="13811"/>
                      <a:pt x="1037082" y="15716"/>
                    </a:cubicBezTo>
                    <a:cubicBezTo>
                      <a:pt x="1035748" y="17812"/>
                      <a:pt x="1035367" y="22669"/>
                      <a:pt x="1035367" y="29813"/>
                    </a:cubicBezTo>
                    <a:lnTo>
                      <a:pt x="1035367" y="94583"/>
                    </a:lnTo>
                    <a:cubicBezTo>
                      <a:pt x="1035367" y="121348"/>
                      <a:pt x="1049274" y="129064"/>
                      <a:pt x="1074134" y="129064"/>
                    </a:cubicBezTo>
                    <a:cubicBezTo>
                      <a:pt x="1094422" y="129064"/>
                      <a:pt x="1112901" y="121348"/>
                      <a:pt x="1112901" y="90106"/>
                    </a:cubicBezTo>
                    <a:lnTo>
                      <a:pt x="1112901" y="29908"/>
                    </a:lnTo>
                    <a:cubicBezTo>
                      <a:pt x="1112901" y="22765"/>
                      <a:pt x="1112425" y="17907"/>
                      <a:pt x="1111186" y="15811"/>
                    </a:cubicBezTo>
                    <a:cubicBezTo>
                      <a:pt x="1110043" y="13906"/>
                      <a:pt x="1107757" y="13335"/>
                      <a:pt x="1103281" y="12954"/>
                    </a:cubicBezTo>
                    <a:lnTo>
                      <a:pt x="1094994" y="12382"/>
                    </a:lnTo>
                    <a:lnTo>
                      <a:pt x="1094994" y="6667"/>
                    </a:lnTo>
                    <a:cubicBezTo>
                      <a:pt x="1102519" y="6858"/>
                      <a:pt x="1110139" y="7239"/>
                      <a:pt x="1116901" y="7239"/>
                    </a:cubicBezTo>
                    <a:cubicBezTo>
                      <a:pt x="1124426" y="7239"/>
                      <a:pt x="1131189" y="6858"/>
                      <a:pt x="1139476" y="6667"/>
                    </a:cubicBezTo>
                    <a:lnTo>
                      <a:pt x="1139476" y="12382"/>
                    </a:lnTo>
                    <a:lnTo>
                      <a:pt x="1131189" y="12954"/>
                    </a:lnTo>
                    <a:cubicBezTo>
                      <a:pt x="1126712" y="13335"/>
                      <a:pt x="1124426" y="13906"/>
                      <a:pt x="1123283" y="15811"/>
                    </a:cubicBezTo>
                    <a:cubicBezTo>
                      <a:pt x="1121950" y="17907"/>
                      <a:pt x="1121569" y="22765"/>
                      <a:pt x="1121569" y="29908"/>
                    </a:cubicBezTo>
                    <a:lnTo>
                      <a:pt x="1121569" y="84296"/>
                    </a:lnTo>
                    <a:cubicBezTo>
                      <a:pt x="1121569" y="124587"/>
                      <a:pt x="1106329" y="140779"/>
                      <a:pt x="1068324" y="140779"/>
                    </a:cubicBezTo>
                    <a:cubicBezTo>
                      <a:pt x="1036320" y="140779"/>
                      <a:pt x="1017460" y="131254"/>
                      <a:pt x="1017460" y="96774"/>
                    </a:cubicBezTo>
                    <a:lnTo>
                      <a:pt x="1017365" y="96583"/>
                    </a:lnTo>
                    <a:lnTo>
                      <a:pt x="1017365" y="29813"/>
                    </a:lnTo>
                    <a:cubicBezTo>
                      <a:pt x="1017365" y="22669"/>
                      <a:pt x="1016984" y="17812"/>
                      <a:pt x="1015651" y="15716"/>
                    </a:cubicBezTo>
                    <a:cubicBezTo>
                      <a:pt x="1014508" y="13811"/>
                      <a:pt x="1012222" y="13049"/>
                      <a:pt x="1007745" y="12859"/>
                    </a:cubicBezTo>
                    <a:lnTo>
                      <a:pt x="998696" y="12287"/>
                    </a:lnTo>
                    <a:close/>
                    <a:moveTo>
                      <a:pt x="3090196" y="4095"/>
                    </a:moveTo>
                    <a:cubicBezTo>
                      <a:pt x="3095434" y="4095"/>
                      <a:pt x="3101149" y="4762"/>
                      <a:pt x="3107341" y="6191"/>
                    </a:cubicBezTo>
                    <a:cubicBezTo>
                      <a:pt x="3113532" y="7619"/>
                      <a:pt x="3119342" y="9620"/>
                      <a:pt x="3124676" y="12287"/>
                    </a:cubicBezTo>
                    <a:cubicBezTo>
                      <a:pt x="3123819" y="16192"/>
                      <a:pt x="3123152" y="19811"/>
                      <a:pt x="3122771" y="23145"/>
                    </a:cubicBezTo>
                    <a:cubicBezTo>
                      <a:pt x="3122390" y="26479"/>
                      <a:pt x="3122104" y="31432"/>
                      <a:pt x="3121914" y="38004"/>
                    </a:cubicBezTo>
                    <a:lnTo>
                      <a:pt x="3115723" y="38004"/>
                    </a:lnTo>
                    <a:cubicBezTo>
                      <a:pt x="3115532" y="28479"/>
                      <a:pt x="3115246" y="23336"/>
                      <a:pt x="3114866" y="22478"/>
                    </a:cubicBezTo>
                    <a:cubicBezTo>
                      <a:pt x="3113341" y="20287"/>
                      <a:pt x="3111246" y="18287"/>
                      <a:pt x="3108579" y="16478"/>
                    </a:cubicBezTo>
                    <a:cubicBezTo>
                      <a:pt x="3102197" y="12858"/>
                      <a:pt x="3095625" y="11144"/>
                      <a:pt x="3088672" y="11144"/>
                    </a:cubicBezTo>
                    <a:cubicBezTo>
                      <a:pt x="3079718" y="11144"/>
                      <a:pt x="3072574" y="13906"/>
                      <a:pt x="3067241" y="19240"/>
                    </a:cubicBezTo>
                    <a:cubicBezTo>
                      <a:pt x="3061907" y="24669"/>
                      <a:pt x="3059240" y="31717"/>
                      <a:pt x="3059240" y="40385"/>
                    </a:cubicBezTo>
                    <a:cubicBezTo>
                      <a:pt x="3059240" y="45624"/>
                      <a:pt x="3060192" y="49624"/>
                      <a:pt x="3062097" y="52482"/>
                    </a:cubicBezTo>
                    <a:cubicBezTo>
                      <a:pt x="3064002" y="55340"/>
                      <a:pt x="3067431" y="57625"/>
                      <a:pt x="3072384" y="59340"/>
                    </a:cubicBezTo>
                    <a:cubicBezTo>
                      <a:pt x="3075813" y="60483"/>
                      <a:pt x="3081337" y="61626"/>
                      <a:pt x="3089053" y="62674"/>
                    </a:cubicBezTo>
                    <a:cubicBezTo>
                      <a:pt x="3096768" y="63721"/>
                      <a:pt x="3103721" y="64769"/>
                      <a:pt x="3109817" y="66008"/>
                    </a:cubicBezTo>
                    <a:cubicBezTo>
                      <a:pt x="3115627" y="67722"/>
                      <a:pt x="3119914" y="69817"/>
                      <a:pt x="3122676" y="72199"/>
                    </a:cubicBezTo>
                    <a:cubicBezTo>
                      <a:pt x="3125438" y="74580"/>
                      <a:pt x="3127724" y="77628"/>
                      <a:pt x="3129534" y="81533"/>
                    </a:cubicBezTo>
                    <a:cubicBezTo>
                      <a:pt x="3131344" y="85343"/>
                      <a:pt x="3132201" y="89915"/>
                      <a:pt x="3132201" y="95059"/>
                    </a:cubicBezTo>
                    <a:cubicBezTo>
                      <a:pt x="3132201" y="107346"/>
                      <a:pt x="3127153" y="118014"/>
                      <a:pt x="3116961" y="127158"/>
                    </a:cubicBezTo>
                    <a:cubicBezTo>
                      <a:pt x="3106769" y="136302"/>
                      <a:pt x="3093625" y="140874"/>
                      <a:pt x="3077432" y="140874"/>
                    </a:cubicBezTo>
                    <a:cubicBezTo>
                      <a:pt x="3065240" y="140874"/>
                      <a:pt x="3054191" y="138493"/>
                      <a:pt x="3044285" y="133635"/>
                    </a:cubicBezTo>
                    <a:lnTo>
                      <a:pt x="3044285" y="133540"/>
                    </a:lnTo>
                    <a:cubicBezTo>
                      <a:pt x="3045238" y="127634"/>
                      <a:pt x="3045809" y="118014"/>
                      <a:pt x="3046000" y="104774"/>
                    </a:cubicBezTo>
                    <a:lnTo>
                      <a:pt x="3052191" y="104774"/>
                    </a:lnTo>
                    <a:cubicBezTo>
                      <a:pt x="3052477" y="113823"/>
                      <a:pt x="3052953" y="119062"/>
                      <a:pt x="3053715" y="120681"/>
                    </a:cubicBezTo>
                    <a:cubicBezTo>
                      <a:pt x="3054382" y="122300"/>
                      <a:pt x="3056191" y="124110"/>
                      <a:pt x="3058858" y="125920"/>
                    </a:cubicBezTo>
                    <a:cubicBezTo>
                      <a:pt x="3061621" y="127729"/>
                      <a:pt x="3065240" y="129444"/>
                      <a:pt x="3069812" y="130873"/>
                    </a:cubicBezTo>
                    <a:cubicBezTo>
                      <a:pt x="3074384" y="132302"/>
                      <a:pt x="3078766" y="133064"/>
                      <a:pt x="3083052" y="133064"/>
                    </a:cubicBezTo>
                    <a:cubicBezTo>
                      <a:pt x="3089338" y="133064"/>
                      <a:pt x="3095053" y="131635"/>
                      <a:pt x="3100292" y="128777"/>
                    </a:cubicBezTo>
                    <a:cubicBezTo>
                      <a:pt x="3105531" y="125920"/>
                      <a:pt x="3109341" y="122205"/>
                      <a:pt x="3111722" y="117538"/>
                    </a:cubicBezTo>
                    <a:cubicBezTo>
                      <a:pt x="3114103" y="112870"/>
                      <a:pt x="3115342" y="107917"/>
                      <a:pt x="3115342" y="102583"/>
                    </a:cubicBezTo>
                    <a:cubicBezTo>
                      <a:pt x="3115342" y="98488"/>
                      <a:pt x="3114770" y="94964"/>
                      <a:pt x="3113532" y="92011"/>
                    </a:cubicBezTo>
                    <a:cubicBezTo>
                      <a:pt x="3112294" y="89058"/>
                      <a:pt x="3110484" y="86677"/>
                      <a:pt x="3108007" y="84867"/>
                    </a:cubicBezTo>
                    <a:cubicBezTo>
                      <a:pt x="3105531" y="83057"/>
                      <a:pt x="3102483" y="81819"/>
                      <a:pt x="3098863" y="81057"/>
                    </a:cubicBezTo>
                    <a:cubicBezTo>
                      <a:pt x="3096577" y="80676"/>
                      <a:pt x="3092005" y="80009"/>
                      <a:pt x="3085243" y="79152"/>
                    </a:cubicBezTo>
                    <a:cubicBezTo>
                      <a:pt x="3078385" y="78295"/>
                      <a:pt x="3072574" y="77342"/>
                      <a:pt x="3067812" y="76295"/>
                    </a:cubicBezTo>
                    <a:cubicBezTo>
                      <a:pt x="3061430" y="74294"/>
                      <a:pt x="3056668" y="72008"/>
                      <a:pt x="3053620" y="69341"/>
                    </a:cubicBezTo>
                    <a:cubicBezTo>
                      <a:pt x="3050572" y="66674"/>
                      <a:pt x="3048191" y="63245"/>
                      <a:pt x="3046285" y="58864"/>
                    </a:cubicBezTo>
                    <a:cubicBezTo>
                      <a:pt x="3044380" y="54578"/>
                      <a:pt x="3043428" y="49910"/>
                      <a:pt x="3043428" y="44957"/>
                    </a:cubicBezTo>
                    <a:cubicBezTo>
                      <a:pt x="3043428" y="37718"/>
                      <a:pt x="3045333" y="30860"/>
                      <a:pt x="3049143" y="24383"/>
                    </a:cubicBezTo>
                    <a:cubicBezTo>
                      <a:pt x="3052953" y="17906"/>
                      <a:pt x="3058573" y="12953"/>
                      <a:pt x="3066002" y="9429"/>
                    </a:cubicBezTo>
                    <a:cubicBezTo>
                      <a:pt x="3073432" y="5810"/>
                      <a:pt x="3081528" y="4095"/>
                      <a:pt x="3090196" y="4095"/>
                    </a:cubicBezTo>
                    <a:close/>
                    <a:moveTo>
                      <a:pt x="416243" y="3429"/>
                    </a:moveTo>
                    <a:cubicBezTo>
                      <a:pt x="433769" y="3429"/>
                      <a:pt x="450724" y="7906"/>
                      <a:pt x="459772" y="11144"/>
                    </a:cubicBezTo>
                    <a:cubicBezTo>
                      <a:pt x="457867" y="20002"/>
                      <a:pt x="456153" y="30004"/>
                      <a:pt x="456153" y="39814"/>
                    </a:cubicBezTo>
                    <a:lnTo>
                      <a:pt x="450343" y="39814"/>
                    </a:lnTo>
                    <a:lnTo>
                      <a:pt x="450343" y="26289"/>
                    </a:lnTo>
                    <a:cubicBezTo>
                      <a:pt x="450343" y="20955"/>
                      <a:pt x="442818" y="17812"/>
                      <a:pt x="434150" y="14573"/>
                    </a:cubicBezTo>
                    <a:cubicBezTo>
                      <a:pt x="428149" y="12573"/>
                      <a:pt x="420053" y="11430"/>
                      <a:pt x="413100" y="11430"/>
                    </a:cubicBezTo>
                    <a:cubicBezTo>
                      <a:pt x="377667" y="11430"/>
                      <a:pt x="358998" y="37243"/>
                      <a:pt x="358998" y="69247"/>
                    </a:cubicBezTo>
                    <a:cubicBezTo>
                      <a:pt x="358998" y="106489"/>
                      <a:pt x="383763" y="130588"/>
                      <a:pt x="421005" y="130588"/>
                    </a:cubicBezTo>
                    <a:cubicBezTo>
                      <a:pt x="434531" y="130588"/>
                      <a:pt x="450533" y="125730"/>
                      <a:pt x="459201" y="119348"/>
                    </a:cubicBezTo>
                    <a:lnTo>
                      <a:pt x="460908" y="121245"/>
                    </a:lnTo>
                    <a:lnTo>
                      <a:pt x="455677" y="130492"/>
                    </a:lnTo>
                    <a:cubicBezTo>
                      <a:pt x="444723" y="137065"/>
                      <a:pt x="426149" y="140684"/>
                      <a:pt x="414624" y="140684"/>
                    </a:cubicBezTo>
                    <a:cubicBezTo>
                      <a:pt x="369475" y="140684"/>
                      <a:pt x="338900" y="114871"/>
                      <a:pt x="338900" y="72104"/>
                    </a:cubicBezTo>
                    <a:cubicBezTo>
                      <a:pt x="338900" y="50482"/>
                      <a:pt x="347377" y="33337"/>
                      <a:pt x="361855" y="21431"/>
                    </a:cubicBezTo>
                    <a:cubicBezTo>
                      <a:pt x="375952" y="9811"/>
                      <a:pt x="395098" y="3429"/>
                      <a:pt x="416243" y="3429"/>
                    </a:cubicBezTo>
                    <a:close/>
                    <a:moveTo>
                      <a:pt x="3538728" y="286"/>
                    </a:moveTo>
                    <a:lnTo>
                      <a:pt x="3540443" y="1810"/>
                    </a:lnTo>
                    <a:lnTo>
                      <a:pt x="3540443" y="65437"/>
                    </a:lnTo>
                    <a:lnTo>
                      <a:pt x="3540824" y="65437"/>
                    </a:lnTo>
                    <a:lnTo>
                      <a:pt x="3554825" y="53340"/>
                    </a:lnTo>
                    <a:cubicBezTo>
                      <a:pt x="3559017" y="49816"/>
                      <a:pt x="3562541" y="48673"/>
                      <a:pt x="3570065" y="48673"/>
                    </a:cubicBezTo>
                    <a:cubicBezTo>
                      <a:pt x="3592163" y="48673"/>
                      <a:pt x="3601212" y="60960"/>
                      <a:pt x="3601212" y="81439"/>
                    </a:cubicBezTo>
                    <a:lnTo>
                      <a:pt x="3601212" y="117729"/>
                    </a:lnTo>
                    <a:cubicBezTo>
                      <a:pt x="3601212" y="122873"/>
                      <a:pt x="3601403" y="126587"/>
                      <a:pt x="3602165" y="128683"/>
                    </a:cubicBezTo>
                    <a:cubicBezTo>
                      <a:pt x="3602927" y="130397"/>
                      <a:pt x="3605022" y="131159"/>
                      <a:pt x="3608261" y="131350"/>
                    </a:cubicBezTo>
                    <a:lnTo>
                      <a:pt x="3615976" y="131921"/>
                    </a:lnTo>
                    <a:lnTo>
                      <a:pt x="3615976" y="137636"/>
                    </a:lnTo>
                    <a:cubicBezTo>
                      <a:pt x="3611309" y="137446"/>
                      <a:pt x="3605784" y="137065"/>
                      <a:pt x="3600545" y="137065"/>
                    </a:cubicBezTo>
                    <a:cubicBezTo>
                      <a:pt x="3595307" y="137065"/>
                      <a:pt x="3589782" y="137446"/>
                      <a:pt x="3585496" y="137636"/>
                    </a:cubicBezTo>
                    <a:lnTo>
                      <a:pt x="3585496" y="84106"/>
                    </a:lnTo>
                    <a:cubicBezTo>
                      <a:pt x="3585496" y="68485"/>
                      <a:pt x="3576733" y="60198"/>
                      <a:pt x="3563874" y="60198"/>
                    </a:cubicBezTo>
                    <a:cubicBezTo>
                      <a:pt x="3552444" y="60198"/>
                      <a:pt x="3540728" y="70199"/>
                      <a:pt x="3540728" y="77915"/>
                    </a:cubicBezTo>
                    <a:lnTo>
                      <a:pt x="3540728" y="117824"/>
                    </a:lnTo>
                    <a:cubicBezTo>
                      <a:pt x="3540728" y="122968"/>
                      <a:pt x="3540919" y="126683"/>
                      <a:pt x="3541776" y="128778"/>
                    </a:cubicBezTo>
                    <a:cubicBezTo>
                      <a:pt x="3542538" y="130493"/>
                      <a:pt x="3544538" y="131255"/>
                      <a:pt x="3547777" y="131445"/>
                    </a:cubicBezTo>
                    <a:lnTo>
                      <a:pt x="3556254" y="132017"/>
                    </a:lnTo>
                    <a:lnTo>
                      <a:pt x="3556254" y="137732"/>
                    </a:lnTo>
                    <a:cubicBezTo>
                      <a:pt x="3549682" y="137541"/>
                      <a:pt x="3542252" y="137160"/>
                      <a:pt x="3532918" y="137160"/>
                    </a:cubicBezTo>
                    <a:cubicBezTo>
                      <a:pt x="3523584" y="137160"/>
                      <a:pt x="3516154" y="137541"/>
                      <a:pt x="3509486" y="137732"/>
                    </a:cubicBezTo>
                    <a:lnTo>
                      <a:pt x="3509486" y="132017"/>
                    </a:lnTo>
                    <a:lnTo>
                      <a:pt x="3517963" y="131445"/>
                    </a:lnTo>
                    <a:cubicBezTo>
                      <a:pt x="3521202" y="131159"/>
                      <a:pt x="3523298" y="130397"/>
                      <a:pt x="3523964" y="128778"/>
                    </a:cubicBezTo>
                    <a:cubicBezTo>
                      <a:pt x="3524726" y="126683"/>
                      <a:pt x="3524917" y="122873"/>
                      <a:pt x="3524917" y="117824"/>
                    </a:cubicBezTo>
                    <a:lnTo>
                      <a:pt x="3524536" y="117634"/>
                    </a:lnTo>
                    <a:lnTo>
                      <a:pt x="3524536" y="20193"/>
                    </a:lnTo>
                    <a:cubicBezTo>
                      <a:pt x="3524536" y="15907"/>
                      <a:pt x="3523964" y="12478"/>
                      <a:pt x="3519869" y="12478"/>
                    </a:cubicBezTo>
                    <a:lnTo>
                      <a:pt x="3509296" y="12478"/>
                    </a:lnTo>
                    <a:lnTo>
                      <a:pt x="3509296" y="7239"/>
                    </a:lnTo>
                    <a:cubicBezTo>
                      <a:pt x="3519297" y="5715"/>
                      <a:pt x="3529298" y="4001"/>
                      <a:pt x="3538728" y="286"/>
                    </a:cubicBezTo>
                    <a:close/>
                    <a:moveTo>
                      <a:pt x="3158395" y="286"/>
                    </a:moveTo>
                    <a:lnTo>
                      <a:pt x="3160110" y="1810"/>
                    </a:lnTo>
                    <a:lnTo>
                      <a:pt x="3160110" y="65437"/>
                    </a:lnTo>
                    <a:lnTo>
                      <a:pt x="3160490" y="65437"/>
                    </a:lnTo>
                    <a:lnTo>
                      <a:pt x="3174492" y="53340"/>
                    </a:lnTo>
                    <a:cubicBezTo>
                      <a:pt x="3178683" y="49816"/>
                      <a:pt x="3182207" y="48673"/>
                      <a:pt x="3189732" y="48673"/>
                    </a:cubicBezTo>
                    <a:cubicBezTo>
                      <a:pt x="3211830" y="48673"/>
                      <a:pt x="3220879" y="60960"/>
                      <a:pt x="3220879" y="81439"/>
                    </a:cubicBezTo>
                    <a:lnTo>
                      <a:pt x="3220879" y="117729"/>
                    </a:lnTo>
                    <a:cubicBezTo>
                      <a:pt x="3220879" y="122873"/>
                      <a:pt x="3221070" y="126587"/>
                      <a:pt x="3221831" y="128683"/>
                    </a:cubicBezTo>
                    <a:cubicBezTo>
                      <a:pt x="3222594" y="130397"/>
                      <a:pt x="3224689" y="131159"/>
                      <a:pt x="3227928" y="131350"/>
                    </a:cubicBezTo>
                    <a:lnTo>
                      <a:pt x="3235643" y="131921"/>
                    </a:lnTo>
                    <a:lnTo>
                      <a:pt x="3235643" y="137636"/>
                    </a:lnTo>
                    <a:cubicBezTo>
                      <a:pt x="3230976" y="137446"/>
                      <a:pt x="3225451" y="137065"/>
                      <a:pt x="3220212" y="137065"/>
                    </a:cubicBezTo>
                    <a:cubicBezTo>
                      <a:pt x="3214973" y="137065"/>
                      <a:pt x="3209449" y="137446"/>
                      <a:pt x="3205163" y="137636"/>
                    </a:cubicBezTo>
                    <a:lnTo>
                      <a:pt x="3205163" y="84106"/>
                    </a:lnTo>
                    <a:cubicBezTo>
                      <a:pt x="3205163" y="68485"/>
                      <a:pt x="3196400" y="60198"/>
                      <a:pt x="3183541" y="60198"/>
                    </a:cubicBezTo>
                    <a:cubicBezTo>
                      <a:pt x="3172111" y="60198"/>
                      <a:pt x="3160395" y="70199"/>
                      <a:pt x="3160395" y="77915"/>
                    </a:cubicBezTo>
                    <a:lnTo>
                      <a:pt x="3160395" y="117824"/>
                    </a:lnTo>
                    <a:cubicBezTo>
                      <a:pt x="3160395" y="122968"/>
                      <a:pt x="3160586" y="126683"/>
                      <a:pt x="3161443" y="128778"/>
                    </a:cubicBezTo>
                    <a:cubicBezTo>
                      <a:pt x="3162205" y="130493"/>
                      <a:pt x="3164205" y="131255"/>
                      <a:pt x="3167444" y="131445"/>
                    </a:cubicBezTo>
                    <a:lnTo>
                      <a:pt x="3175921" y="132017"/>
                    </a:lnTo>
                    <a:lnTo>
                      <a:pt x="3175921" y="137732"/>
                    </a:lnTo>
                    <a:cubicBezTo>
                      <a:pt x="3169349" y="137541"/>
                      <a:pt x="3161919" y="137160"/>
                      <a:pt x="3152585" y="137160"/>
                    </a:cubicBezTo>
                    <a:cubicBezTo>
                      <a:pt x="3143250" y="137160"/>
                      <a:pt x="3135821" y="137541"/>
                      <a:pt x="3129153" y="137732"/>
                    </a:cubicBezTo>
                    <a:lnTo>
                      <a:pt x="3129153" y="132017"/>
                    </a:lnTo>
                    <a:lnTo>
                      <a:pt x="3137630" y="131445"/>
                    </a:lnTo>
                    <a:cubicBezTo>
                      <a:pt x="3140869" y="131159"/>
                      <a:pt x="3142964" y="130397"/>
                      <a:pt x="3143631" y="128778"/>
                    </a:cubicBezTo>
                    <a:cubicBezTo>
                      <a:pt x="3144393" y="126683"/>
                      <a:pt x="3144584" y="122873"/>
                      <a:pt x="3144584" y="117824"/>
                    </a:cubicBezTo>
                    <a:lnTo>
                      <a:pt x="3144298" y="117634"/>
                    </a:lnTo>
                    <a:lnTo>
                      <a:pt x="3144298" y="20193"/>
                    </a:lnTo>
                    <a:cubicBezTo>
                      <a:pt x="3144298" y="15907"/>
                      <a:pt x="3143727" y="12478"/>
                      <a:pt x="3139631" y="12478"/>
                    </a:cubicBezTo>
                    <a:lnTo>
                      <a:pt x="3129058" y="12478"/>
                    </a:lnTo>
                    <a:lnTo>
                      <a:pt x="3129058" y="7239"/>
                    </a:lnTo>
                    <a:cubicBezTo>
                      <a:pt x="3138964" y="5715"/>
                      <a:pt x="3148965" y="4001"/>
                      <a:pt x="3158395" y="286"/>
                    </a:cubicBezTo>
                    <a:close/>
                    <a:moveTo>
                      <a:pt x="493014" y="286"/>
                    </a:moveTo>
                    <a:lnTo>
                      <a:pt x="494729" y="1810"/>
                    </a:lnTo>
                    <a:lnTo>
                      <a:pt x="494729" y="65437"/>
                    </a:lnTo>
                    <a:lnTo>
                      <a:pt x="495110" y="65437"/>
                    </a:lnTo>
                    <a:lnTo>
                      <a:pt x="509111" y="53340"/>
                    </a:lnTo>
                    <a:cubicBezTo>
                      <a:pt x="513303" y="49816"/>
                      <a:pt x="516827" y="48673"/>
                      <a:pt x="524352" y="48673"/>
                    </a:cubicBezTo>
                    <a:cubicBezTo>
                      <a:pt x="546450" y="48673"/>
                      <a:pt x="555498" y="60960"/>
                      <a:pt x="555498" y="81439"/>
                    </a:cubicBezTo>
                    <a:lnTo>
                      <a:pt x="555498" y="117729"/>
                    </a:lnTo>
                    <a:cubicBezTo>
                      <a:pt x="555498" y="122873"/>
                      <a:pt x="555689" y="126587"/>
                      <a:pt x="556451" y="128683"/>
                    </a:cubicBezTo>
                    <a:cubicBezTo>
                      <a:pt x="557118" y="130397"/>
                      <a:pt x="559213" y="131159"/>
                      <a:pt x="562452" y="131350"/>
                    </a:cubicBezTo>
                    <a:lnTo>
                      <a:pt x="570167" y="131921"/>
                    </a:lnTo>
                    <a:lnTo>
                      <a:pt x="570167" y="137636"/>
                    </a:lnTo>
                    <a:cubicBezTo>
                      <a:pt x="565404" y="137446"/>
                      <a:pt x="559975" y="137065"/>
                      <a:pt x="554736" y="137065"/>
                    </a:cubicBezTo>
                    <a:cubicBezTo>
                      <a:pt x="549498" y="137065"/>
                      <a:pt x="544068" y="137446"/>
                      <a:pt x="539687" y="137636"/>
                    </a:cubicBezTo>
                    <a:lnTo>
                      <a:pt x="539687" y="84106"/>
                    </a:lnTo>
                    <a:cubicBezTo>
                      <a:pt x="539687" y="68485"/>
                      <a:pt x="530924" y="60198"/>
                      <a:pt x="518065" y="60198"/>
                    </a:cubicBezTo>
                    <a:cubicBezTo>
                      <a:pt x="506540" y="60198"/>
                      <a:pt x="494919" y="70199"/>
                      <a:pt x="494919" y="77915"/>
                    </a:cubicBezTo>
                    <a:lnTo>
                      <a:pt x="494919" y="117824"/>
                    </a:lnTo>
                    <a:cubicBezTo>
                      <a:pt x="494919" y="122968"/>
                      <a:pt x="495110" y="126683"/>
                      <a:pt x="495872" y="128778"/>
                    </a:cubicBezTo>
                    <a:cubicBezTo>
                      <a:pt x="496634" y="130493"/>
                      <a:pt x="498729" y="131255"/>
                      <a:pt x="501873" y="131445"/>
                    </a:cubicBezTo>
                    <a:lnTo>
                      <a:pt x="510350" y="132017"/>
                    </a:lnTo>
                    <a:lnTo>
                      <a:pt x="510350" y="137732"/>
                    </a:lnTo>
                    <a:cubicBezTo>
                      <a:pt x="503778" y="137541"/>
                      <a:pt x="496253" y="137160"/>
                      <a:pt x="487013" y="137160"/>
                    </a:cubicBezTo>
                    <a:cubicBezTo>
                      <a:pt x="477774" y="137160"/>
                      <a:pt x="470250" y="137541"/>
                      <a:pt x="463677" y="137732"/>
                    </a:cubicBezTo>
                    <a:lnTo>
                      <a:pt x="463677" y="132017"/>
                    </a:lnTo>
                    <a:lnTo>
                      <a:pt x="472155" y="131445"/>
                    </a:lnTo>
                    <a:cubicBezTo>
                      <a:pt x="475393" y="131159"/>
                      <a:pt x="477488" y="130397"/>
                      <a:pt x="478251" y="128778"/>
                    </a:cubicBezTo>
                    <a:cubicBezTo>
                      <a:pt x="478917" y="126683"/>
                      <a:pt x="479108" y="122873"/>
                      <a:pt x="479108" y="117824"/>
                    </a:cubicBezTo>
                    <a:lnTo>
                      <a:pt x="478822" y="117634"/>
                    </a:lnTo>
                    <a:lnTo>
                      <a:pt x="478822" y="20193"/>
                    </a:lnTo>
                    <a:cubicBezTo>
                      <a:pt x="478822" y="15907"/>
                      <a:pt x="478251" y="12478"/>
                      <a:pt x="474155" y="12478"/>
                    </a:cubicBezTo>
                    <a:lnTo>
                      <a:pt x="463582" y="12478"/>
                    </a:lnTo>
                    <a:lnTo>
                      <a:pt x="463582" y="7239"/>
                    </a:lnTo>
                    <a:cubicBezTo>
                      <a:pt x="473679" y="5715"/>
                      <a:pt x="483584" y="4001"/>
                      <a:pt x="493014" y="286"/>
                    </a:cubicBezTo>
                    <a:close/>
                    <a:moveTo>
                      <a:pt x="141065" y="286"/>
                    </a:moveTo>
                    <a:lnTo>
                      <a:pt x="142780" y="1810"/>
                    </a:lnTo>
                    <a:lnTo>
                      <a:pt x="142780" y="65437"/>
                    </a:lnTo>
                    <a:lnTo>
                      <a:pt x="143161" y="65437"/>
                    </a:lnTo>
                    <a:lnTo>
                      <a:pt x="157162" y="53340"/>
                    </a:lnTo>
                    <a:cubicBezTo>
                      <a:pt x="161354" y="49816"/>
                      <a:pt x="164878" y="48673"/>
                      <a:pt x="172403" y="48673"/>
                    </a:cubicBezTo>
                    <a:cubicBezTo>
                      <a:pt x="194405" y="48673"/>
                      <a:pt x="203454" y="60960"/>
                      <a:pt x="203454" y="81439"/>
                    </a:cubicBezTo>
                    <a:lnTo>
                      <a:pt x="203454" y="117729"/>
                    </a:lnTo>
                    <a:cubicBezTo>
                      <a:pt x="203454" y="122873"/>
                      <a:pt x="203645" y="126587"/>
                      <a:pt x="204407" y="128683"/>
                    </a:cubicBezTo>
                    <a:cubicBezTo>
                      <a:pt x="205169" y="130397"/>
                      <a:pt x="207264" y="131159"/>
                      <a:pt x="210503" y="131350"/>
                    </a:cubicBezTo>
                    <a:lnTo>
                      <a:pt x="218218" y="131921"/>
                    </a:lnTo>
                    <a:lnTo>
                      <a:pt x="218218" y="137636"/>
                    </a:lnTo>
                    <a:cubicBezTo>
                      <a:pt x="213455" y="137446"/>
                      <a:pt x="207931" y="137065"/>
                      <a:pt x="202692" y="137065"/>
                    </a:cubicBezTo>
                    <a:cubicBezTo>
                      <a:pt x="197453" y="137065"/>
                      <a:pt x="191929" y="137446"/>
                      <a:pt x="187643" y="137636"/>
                    </a:cubicBezTo>
                    <a:lnTo>
                      <a:pt x="187643" y="84106"/>
                    </a:lnTo>
                    <a:cubicBezTo>
                      <a:pt x="187643" y="68485"/>
                      <a:pt x="178880" y="60198"/>
                      <a:pt x="166021" y="60198"/>
                    </a:cubicBezTo>
                    <a:cubicBezTo>
                      <a:pt x="154591" y="60198"/>
                      <a:pt x="142875" y="70199"/>
                      <a:pt x="142875" y="77915"/>
                    </a:cubicBezTo>
                    <a:lnTo>
                      <a:pt x="142875" y="117824"/>
                    </a:lnTo>
                    <a:cubicBezTo>
                      <a:pt x="142875" y="122968"/>
                      <a:pt x="143161" y="126683"/>
                      <a:pt x="143923" y="128778"/>
                    </a:cubicBezTo>
                    <a:cubicBezTo>
                      <a:pt x="144685" y="130493"/>
                      <a:pt x="146685" y="131255"/>
                      <a:pt x="149923" y="131445"/>
                    </a:cubicBezTo>
                    <a:lnTo>
                      <a:pt x="158401" y="132017"/>
                    </a:lnTo>
                    <a:lnTo>
                      <a:pt x="158401" y="137732"/>
                    </a:lnTo>
                    <a:cubicBezTo>
                      <a:pt x="151829" y="137541"/>
                      <a:pt x="144399" y="137160"/>
                      <a:pt x="135065" y="137160"/>
                    </a:cubicBezTo>
                    <a:cubicBezTo>
                      <a:pt x="125730" y="137160"/>
                      <a:pt x="118205" y="137541"/>
                      <a:pt x="111633" y="137732"/>
                    </a:cubicBezTo>
                    <a:lnTo>
                      <a:pt x="111633" y="132017"/>
                    </a:lnTo>
                    <a:lnTo>
                      <a:pt x="120110" y="131445"/>
                    </a:lnTo>
                    <a:cubicBezTo>
                      <a:pt x="123349" y="131159"/>
                      <a:pt x="125444" y="130397"/>
                      <a:pt x="126111" y="128778"/>
                    </a:cubicBezTo>
                    <a:cubicBezTo>
                      <a:pt x="126873" y="126683"/>
                      <a:pt x="127063" y="122873"/>
                      <a:pt x="127063" y="117824"/>
                    </a:cubicBezTo>
                    <a:lnTo>
                      <a:pt x="126968" y="117634"/>
                    </a:lnTo>
                    <a:lnTo>
                      <a:pt x="126968" y="20193"/>
                    </a:lnTo>
                    <a:cubicBezTo>
                      <a:pt x="126968" y="15907"/>
                      <a:pt x="126397" y="12478"/>
                      <a:pt x="122301" y="12478"/>
                    </a:cubicBezTo>
                    <a:lnTo>
                      <a:pt x="111728" y="12478"/>
                    </a:lnTo>
                    <a:lnTo>
                      <a:pt x="111728" y="7239"/>
                    </a:lnTo>
                    <a:cubicBezTo>
                      <a:pt x="121634" y="5715"/>
                      <a:pt x="131636" y="4001"/>
                      <a:pt x="141065" y="286"/>
                    </a:cubicBezTo>
                    <a:close/>
                    <a:moveTo>
                      <a:pt x="1993297" y="0"/>
                    </a:moveTo>
                    <a:cubicBezTo>
                      <a:pt x="1996154" y="0"/>
                      <a:pt x="1999202" y="952"/>
                      <a:pt x="2001869" y="2096"/>
                    </a:cubicBezTo>
                    <a:lnTo>
                      <a:pt x="2001774" y="2096"/>
                    </a:lnTo>
                    <a:lnTo>
                      <a:pt x="2001774" y="16669"/>
                    </a:lnTo>
                    <a:lnTo>
                      <a:pt x="1999488" y="17812"/>
                    </a:lnTo>
                    <a:cubicBezTo>
                      <a:pt x="1996154" y="14668"/>
                      <a:pt x="1991773" y="12573"/>
                      <a:pt x="1987106" y="12573"/>
                    </a:cubicBezTo>
                    <a:cubicBezTo>
                      <a:pt x="1975485" y="12573"/>
                      <a:pt x="1973390" y="18002"/>
                      <a:pt x="1973390" y="39433"/>
                    </a:cubicBezTo>
                    <a:lnTo>
                      <a:pt x="1973390" y="55435"/>
                    </a:lnTo>
                    <a:lnTo>
                      <a:pt x="1998059" y="54673"/>
                    </a:lnTo>
                    <a:lnTo>
                      <a:pt x="1996726" y="64675"/>
                    </a:lnTo>
                    <a:lnTo>
                      <a:pt x="1973390" y="64675"/>
                    </a:lnTo>
                    <a:lnTo>
                      <a:pt x="1973390" y="117919"/>
                    </a:lnTo>
                    <a:cubicBezTo>
                      <a:pt x="1973390" y="123063"/>
                      <a:pt x="1973485" y="126778"/>
                      <a:pt x="1974247" y="128873"/>
                    </a:cubicBezTo>
                    <a:cubicBezTo>
                      <a:pt x="1975104" y="130492"/>
                      <a:pt x="1977104" y="131254"/>
                      <a:pt x="1980343" y="131445"/>
                    </a:cubicBezTo>
                    <a:lnTo>
                      <a:pt x="1989011" y="132017"/>
                    </a:lnTo>
                    <a:lnTo>
                      <a:pt x="1989011" y="137731"/>
                    </a:lnTo>
                    <a:cubicBezTo>
                      <a:pt x="1982248" y="137541"/>
                      <a:pt x="1974723" y="137160"/>
                      <a:pt x="1965484" y="137160"/>
                    </a:cubicBezTo>
                    <a:cubicBezTo>
                      <a:pt x="1956245" y="137160"/>
                      <a:pt x="1948720" y="137541"/>
                      <a:pt x="1941957" y="137731"/>
                    </a:cubicBezTo>
                    <a:lnTo>
                      <a:pt x="1941957" y="132017"/>
                    </a:lnTo>
                    <a:lnTo>
                      <a:pt x="1950625" y="131445"/>
                    </a:lnTo>
                    <a:cubicBezTo>
                      <a:pt x="1953863" y="131254"/>
                      <a:pt x="1955864" y="130492"/>
                      <a:pt x="1956626" y="128873"/>
                    </a:cubicBezTo>
                    <a:cubicBezTo>
                      <a:pt x="1957388" y="126778"/>
                      <a:pt x="1957578" y="122968"/>
                      <a:pt x="1957578" y="117919"/>
                    </a:cubicBezTo>
                    <a:lnTo>
                      <a:pt x="1957578" y="64675"/>
                    </a:lnTo>
                    <a:lnTo>
                      <a:pt x="1944624" y="65437"/>
                    </a:lnTo>
                    <a:lnTo>
                      <a:pt x="1944624" y="61246"/>
                    </a:lnTo>
                    <a:lnTo>
                      <a:pt x="1957578" y="55340"/>
                    </a:lnTo>
                    <a:lnTo>
                      <a:pt x="1957578" y="47434"/>
                    </a:lnTo>
                    <a:cubicBezTo>
                      <a:pt x="1957578" y="34957"/>
                      <a:pt x="1960055" y="26479"/>
                      <a:pt x="1965484" y="20288"/>
                    </a:cubicBezTo>
                    <a:lnTo>
                      <a:pt x="1976342" y="7906"/>
                    </a:lnTo>
                    <a:cubicBezTo>
                      <a:pt x="1981200" y="2286"/>
                      <a:pt x="1988058" y="0"/>
                      <a:pt x="1993297" y="0"/>
                    </a:cubicBezTo>
                    <a:close/>
                  </a:path>
                </a:pathLst>
              </a:custGeom>
              <a:solidFill>
                <a:srgbClr val="22171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2257834" y="3070700"/>
                <a:ext cx="5500479" cy="485300"/>
              </a:xfrm>
              <a:custGeom>
                <a:avLst/>
                <a:gdLst>
                  <a:gd name="connsiteX0" fmla="*/ 350329 w 2532697"/>
                  <a:gd name="connsiteY0" fmla="*/ 164401 h 223456"/>
                  <a:gd name="connsiteX1" fmla="*/ 349948 w 2532697"/>
                  <a:gd name="connsiteY1" fmla="*/ 164496 h 223456"/>
                  <a:gd name="connsiteX2" fmla="*/ 348858 w 2532697"/>
                  <a:gd name="connsiteY2" fmla="*/ 165381 h 223456"/>
                  <a:gd name="connsiteX3" fmla="*/ 348329 w 2532697"/>
                  <a:gd name="connsiteY3" fmla="*/ 165734 h 223456"/>
                  <a:gd name="connsiteX4" fmla="*/ 348424 w 2532697"/>
                  <a:gd name="connsiteY4" fmla="*/ 165734 h 223456"/>
                  <a:gd name="connsiteX5" fmla="*/ 348858 w 2532697"/>
                  <a:gd name="connsiteY5" fmla="*/ 165381 h 223456"/>
                  <a:gd name="connsiteX6" fmla="*/ 436625 w 2532697"/>
                  <a:gd name="connsiteY6" fmla="*/ 126206 h 223456"/>
                  <a:gd name="connsiteX7" fmla="*/ 423386 w 2532697"/>
                  <a:gd name="connsiteY7" fmla="*/ 128396 h 223456"/>
                  <a:gd name="connsiteX8" fmla="*/ 409765 w 2532697"/>
                  <a:gd name="connsiteY8" fmla="*/ 130301 h 223456"/>
                  <a:gd name="connsiteX9" fmla="*/ 409765 w 2532697"/>
                  <a:gd name="connsiteY9" fmla="*/ 150780 h 223456"/>
                  <a:gd name="connsiteX10" fmla="*/ 418718 w 2532697"/>
                  <a:gd name="connsiteY10" fmla="*/ 149637 h 223456"/>
                  <a:gd name="connsiteX11" fmla="*/ 429482 w 2532697"/>
                  <a:gd name="connsiteY11" fmla="*/ 147065 h 223456"/>
                  <a:gd name="connsiteX12" fmla="*/ 435768 w 2532697"/>
                  <a:gd name="connsiteY12" fmla="*/ 144684 h 223456"/>
                  <a:gd name="connsiteX13" fmla="*/ 437387 w 2532697"/>
                  <a:gd name="connsiteY13" fmla="*/ 140017 h 223456"/>
                  <a:gd name="connsiteX14" fmla="*/ 438054 w 2532697"/>
                  <a:gd name="connsiteY14" fmla="*/ 132206 h 223456"/>
                  <a:gd name="connsiteX15" fmla="*/ 437483 w 2532697"/>
                  <a:gd name="connsiteY15" fmla="*/ 126968 h 223456"/>
                  <a:gd name="connsiteX16" fmla="*/ 436625 w 2532697"/>
                  <a:gd name="connsiteY16" fmla="*/ 126206 h 223456"/>
                  <a:gd name="connsiteX17" fmla="*/ 118491 w 2532697"/>
                  <a:gd name="connsiteY17" fmla="*/ 125349 h 223456"/>
                  <a:gd name="connsiteX18" fmla="*/ 89725 w 2532697"/>
                  <a:gd name="connsiteY18" fmla="*/ 130016 h 223456"/>
                  <a:gd name="connsiteX19" fmla="*/ 74295 w 2532697"/>
                  <a:gd name="connsiteY19" fmla="*/ 131731 h 223456"/>
                  <a:gd name="connsiteX20" fmla="*/ 74866 w 2532697"/>
                  <a:gd name="connsiteY20" fmla="*/ 146399 h 223456"/>
                  <a:gd name="connsiteX21" fmla="*/ 74771 w 2532697"/>
                  <a:gd name="connsiteY21" fmla="*/ 151543 h 223456"/>
                  <a:gd name="connsiteX22" fmla="*/ 81248 w 2532697"/>
                  <a:gd name="connsiteY22" fmla="*/ 150019 h 223456"/>
                  <a:gd name="connsiteX23" fmla="*/ 91345 w 2532697"/>
                  <a:gd name="connsiteY23" fmla="*/ 146780 h 223456"/>
                  <a:gd name="connsiteX24" fmla="*/ 104394 w 2532697"/>
                  <a:gd name="connsiteY24" fmla="*/ 143923 h 223456"/>
                  <a:gd name="connsiteX25" fmla="*/ 113157 w 2532697"/>
                  <a:gd name="connsiteY25" fmla="*/ 146113 h 223456"/>
                  <a:gd name="connsiteX26" fmla="*/ 117919 w 2532697"/>
                  <a:gd name="connsiteY26" fmla="*/ 151733 h 223456"/>
                  <a:gd name="connsiteX27" fmla="*/ 116967 w 2532697"/>
                  <a:gd name="connsiteY27" fmla="*/ 154019 h 223456"/>
                  <a:gd name="connsiteX28" fmla="*/ 100393 w 2532697"/>
                  <a:gd name="connsiteY28" fmla="*/ 157734 h 223456"/>
                  <a:gd name="connsiteX29" fmla="*/ 74771 w 2532697"/>
                  <a:gd name="connsiteY29" fmla="*/ 160115 h 223456"/>
                  <a:gd name="connsiteX30" fmla="*/ 75057 w 2532697"/>
                  <a:gd name="connsiteY30" fmla="*/ 180975 h 223456"/>
                  <a:gd name="connsiteX31" fmla="*/ 93726 w 2532697"/>
                  <a:gd name="connsiteY31" fmla="*/ 177736 h 223456"/>
                  <a:gd name="connsiteX32" fmla="*/ 113919 w 2532697"/>
                  <a:gd name="connsiteY32" fmla="*/ 174402 h 223456"/>
                  <a:gd name="connsiteX33" fmla="*/ 122587 w 2532697"/>
                  <a:gd name="connsiteY33" fmla="*/ 178879 h 223456"/>
                  <a:gd name="connsiteX34" fmla="*/ 125181 w 2532697"/>
                  <a:gd name="connsiteY34" fmla="*/ 181566 h 223456"/>
                  <a:gd name="connsiteX35" fmla="*/ 125158 w 2532697"/>
                  <a:gd name="connsiteY35" fmla="*/ 181737 h 223456"/>
                  <a:gd name="connsiteX36" fmla="*/ 125254 w 2532697"/>
                  <a:gd name="connsiteY36" fmla="*/ 181641 h 223456"/>
                  <a:gd name="connsiteX37" fmla="*/ 125181 w 2532697"/>
                  <a:gd name="connsiteY37" fmla="*/ 181566 h 223456"/>
                  <a:gd name="connsiteX38" fmla="*/ 126027 w 2532697"/>
                  <a:gd name="connsiteY38" fmla="*/ 175462 h 223456"/>
                  <a:gd name="connsiteX39" fmla="*/ 126397 w 2532697"/>
                  <a:gd name="connsiteY39" fmla="*/ 162115 h 223456"/>
                  <a:gd name="connsiteX40" fmla="*/ 125730 w 2532697"/>
                  <a:gd name="connsiteY40" fmla="*/ 143161 h 223456"/>
                  <a:gd name="connsiteX41" fmla="*/ 124777 w 2532697"/>
                  <a:gd name="connsiteY41" fmla="*/ 130206 h 223456"/>
                  <a:gd name="connsiteX42" fmla="*/ 122968 w 2532697"/>
                  <a:gd name="connsiteY42" fmla="*/ 126777 h 223456"/>
                  <a:gd name="connsiteX43" fmla="*/ 118491 w 2532697"/>
                  <a:gd name="connsiteY43" fmla="*/ 125349 h 223456"/>
                  <a:gd name="connsiteX44" fmla="*/ 122968 w 2532697"/>
                  <a:gd name="connsiteY44" fmla="*/ 111061 h 223456"/>
                  <a:gd name="connsiteX45" fmla="*/ 137827 w 2532697"/>
                  <a:gd name="connsiteY45" fmla="*/ 115348 h 223456"/>
                  <a:gd name="connsiteX46" fmla="*/ 137922 w 2532697"/>
                  <a:gd name="connsiteY46" fmla="*/ 115348 h 223456"/>
                  <a:gd name="connsiteX47" fmla="*/ 148685 w 2532697"/>
                  <a:gd name="connsiteY47" fmla="*/ 124015 h 223456"/>
                  <a:gd name="connsiteX48" fmla="*/ 145732 w 2532697"/>
                  <a:gd name="connsiteY48" fmla="*/ 129730 h 223456"/>
                  <a:gd name="connsiteX49" fmla="*/ 143542 w 2532697"/>
                  <a:gd name="connsiteY49" fmla="*/ 146494 h 223456"/>
                  <a:gd name="connsiteX50" fmla="*/ 144304 w 2532697"/>
                  <a:gd name="connsiteY50" fmla="*/ 174212 h 223456"/>
                  <a:gd name="connsiteX51" fmla="*/ 129826 w 2532697"/>
                  <a:gd name="connsiteY51" fmla="*/ 214503 h 223456"/>
                  <a:gd name="connsiteX52" fmla="*/ 129159 w 2532697"/>
                  <a:gd name="connsiteY52" fmla="*/ 215074 h 223456"/>
                  <a:gd name="connsiteX53" fmla="*/ 125635 w 2532697"/>
                  <a:gd name="connsiteY53" fmla="*/ 214217 h 223456"/>
                  <a:gd name="connsiteX54" fmla="*/ 124682 w 2532697"/>
                  <a:gd name="connsiteY54" fmla="*/ 214217 h 223456"/>
                  <a:gd name="connsiteX55" fmla="*/ 121539 w 2532697"/>
                  <a:gd name="connsiteY55" fmla="*/ 205073 h 223456"/>
                  <a:gd name="connsiteX56" fmla="*/ 117538 w 2532697"/>
                  <a:gd name="connsiteY56" fmla="*/ 194881 h 223456"/>
                  <a:gd name="connsiteX57" fmla="*/ 113538 w 2532697"/>
                  <a:gd name="connsiteY57" fmla="*/ 188595 h 223456"/>
                  <a:gd name="connsiteX58" fmla="*/ 108680 w 2532697"/>
                  <a:gd name="connsiteY58" fmla="*/ 186594 h 223456"/>
                  <a:gd name="connsiteX59" fmla="*/ 94297 w 2532697"/>
                  <a:gd name="connsiteY59" fmla="*/ 188499 h 223456"/>
                  <a:gd name="connsiteX60" fmla="*/ 77533 w 2532697"/>
                  <a:gd name="connsiteY60" fmla="*/ 190404 h 223456"/>
                  <a:gd name="connsiteX61" fmla="*/ 74581 w 2532697"/>
                  <a:gd name="connsiteY61" fmla="*/ 190119 h 223456"/>
                  <a:gd name="connsiteX62" fmla="*/ 69247 w 2532697"/>
                  <a:gd name="connsiteY62" fmla="*/ 208883 h 223456"/>
                  <a:gd name="connsiteX63" fmla="*/ 63055 w 2532697"/>
                  <a:gd name="connsiteY63" fmla="*/ 201263 h 223456"/>
                  <a:gd name="connsiteX64" fmla="*/ 60103 w 2532697"/>
                  <a:gd name="connsiteY64" fmla="*/ 186880 h 223456"/>
                  <a:gd name="connsiteX65" fmla="*/ 61436 w 2532697"/>
                  <a:gd name="connsiteY65" fmla="*/ 178403 h 223456"/>
                  <a:gd name="connsiteX66" fmla="*/ 62770 w 2532697"/>
                  <a:gd name="connsiteY66" fmla="*/ 162877 h 223456"/>
                  <a:gd name="connsiteX67" fmla="*/ 62008 w 2532697"/>
                  <a:gd name="connsiteY67" fmla="*/ 144589 h 223456"/>
                  <a:gd name="connsiteX68" fmla="*/ 59912 w 2532697"/>
                  <a:gd name="connsiteY68" fmla="*/ 132873 h 223456"/>
                  <a:gd name="connsiteX69" fmla="*/ 56483 w 2532697"/>
                  <a:gd name="connsiteY69" fmla="*/ 124301 h 223456"/>
                  <a:gd name="connsiteX70" fmla="*/ 61531 w 2532697"/>
                  <a:gd name="connsiteY70" fmla="*/ 120586 h 223456"/>
                  <a:gd name="connsiteX71" fmla="*/ 68770 w 2532697"/>
                  <a:gd name="connsiteY71" fmla="*/ 121824 h 223456"/>
                  <a:gd name="connsiteX72" fmla="*/ 72961 w 2532697"/>
                  <a:gd name="connsiteY72" fmla="*/ 122777 h 223456"/>
                  <a:gd name="connsiteX73" fmla="*/ 85249 w 2532697"/>
                  <a:gd name="connsiteY73" fmla="*/ 121158 h 223456"/>
                  <a:gd name="connsiteX74" fmla="*/ 110680 w 2532697"/>
                  <a:gd name="connsiteY74" fmla="*/ 115348 h 223456"/>
                  <a:gd name="connsiteX75" fmla="*/ 122968 w 2532697"/>
                  <a:gd name="connsiteY75" fmla="*/ 111061 h 223456"/>
                  <a:gd name="connsiteX76" fmla="*/ 1980437 w 2532697"/>
                  <a:gd name="connsiteY76" fmla="*/ 108394 h 223456"/>
                  <a:gd name="connsiteX77" fmla="*/ 1985581 w 2532697"/>
                  <a:gd name="connsiteY77" fmla="*/ 108394 h 223456"/>
                  <a:gd name="connsiteX78" fmla="*/ 1963768 w 2532697"/>
                  <a:gd name="connsiteY78" fmla="*/ 154685 h 223456"/>
                  <a:gd name="connsiteX79" fmla="*/ 1962435 w 2532697"/>
                  <a:gd name="connsiteY79" fmla="*/ 158019 h 223456"/>
                  <a:gd name="connsiteX80" fmla="*/ 1961673 w 2532697"/>
                  <a:gd name="connsiteY80" fmla="*/ 160019 h 223456"/>
                  <a:gd name="connsiteX81" fmla="*/ 1957482 w 2532697"/>
                  <a:gd name="connsiteY81" fmla="*/ 174116 h 223456"/>
                  <a:gd name="connsiteX82" fmla="*/ 1957387 w 2532697"/>
                  <a:gd name="connsiteY82" fmla="*/ 174307 h 223456"/>
                  <a:gd name="connsiteX83" fmla="*/ 1951195 w 2532697"/>
                  <a:gd name="connsiteY83" fmla="*/ 183260 h 223456"/>
                  <a:gd name="connsiteX84" fmla="*/ 1941670 w 2532697"/>
                  <a:gd name="connsiteY84" fmla="*/ 169449 h 223456"/>
                  <a:gd name="connsiteX85" fmla="*/ 1937670 w 2532697"/>
                  <a:gd name="connsiteY85" fmla="*/ 151733 h 223456"/>
                  <a:gd name="connsiteX86" fmla="*/ 1943671 w 2532697"/>
                  <a:gd name="connsiteY86" fmla="*/ 148018 h 223456"/>
                  <a:gd name="connsiteX87" fmla="*/ 1951195 w 2532697"/>
                  <a:gd name="connsiteY87" fmla="*/ 144684 h 223456"/>
                  <a:gd name="connsiteX88" fmla="*/ 1965292 w 2532697"/>
                  <a:gd name="connsiteY88" fmla="*/ 127634 h 223456"/>
                  <a:gd name="connsiteX89" fmla="*/ 1645633 w 2532697"/>
                  <a:gd name="connsiteY89" fmla="*/ 99631 h 223456"/>
                  <a:gd name="connsiteX90" fmla="*/ 1668970 w 2532697"/>
                  <a:gd name="connsiteY90" fmla="*/ 109918 h 223456"/>
                  <a:gd name="connsiteX91" fmla="*/ 1669446 w 2532697"/>
                  <a:gd name="connsiteY91" fmla="*/ 110299 h 223456"/>
                  <a:gd name="connsiteX92" fmla="*/ 1669636 w 2532697"/>
                  <a:gd name="connsiteY92" fmla="*/ 110871 h 223456"/>
                  <a:gd name="connsiteX93" fmla="*/ 1669732 w 2532697"/>
                  <a:gd name="connsiteY93" fmla="*/ 112109 h 223456"/>
                  <a:gd name="connsiteX94" fmla="*/ 1663255 w 2532697"/>
                  <a:gd name="connsiteY94" fmla="*/ 119253 h 223456"/>
                  <a:gd name="connsiteX95" fmla="*/ 1639061 w 2532697"/>
                  <a:gd name="connsiteY95" fmla="*/ 136969 h 223456"/>
                  <a:gd name="connsiteX96" fmla="*/ 1640395 w 2532697"/>
                  <a:gd name="connsiteY96" fmla="*/ 137731 h 223456"/>
                  <a:gd name="connsiteX97" fmla="*/ 1644586 w 2532697"/>
                  <a:gd name="connsiteY97" fmla="*/ 137350 h 223456"/>
                  <a:gd name="connsiteX98" fmla="*/ 1663826 w 2532697"/>
                  <a:gd name="connsiteY98" fmla="*/ 134493 h 223456"/>
                  <a:gd name="connsiteX99" fmla="*/ 1684305 w 2532697"/>
                  <a:gd name="connsiteY99" fmla="*/ 131540 h 223456"/>
                  <a:gd name="connsiteX100" fmla="*/ 1700783 w 2532697"/>
                  <a:gd name="connsiteY100" fmla="*/ 136017 h 223456"/>
                  <a:gd name="connsiteX101" fmla="*/ 1700878 w 2532697"/>
                  <a:gd name="connsiteY101" fmla="*/ 136207 h 223456"/>
                  <a:gd name="connsiteX102" fmla="*/ 1708117 w 2532697"/>
                  <a:gd name="connsiteY102" fmla="*/ 145065 h 223456"/>
                  <a:gd name="connsiteX103" fmla="*/ 1702688 w 2532697"/>
                  <a:gd name="connsiteY103" fmla="*/ 149256 h 223456"/>
                  <a:gd name="connsiteX104" fmla="*/ 1669732 w 2532697"/>
                  <a:gd name="connsiteY104" fmla="*/ 148114 h 223456"/>
                  <a:gd name="connsiteX105" fmla="*/ 1642109 w 2532697"/>
                  <a:gd name="connsiteY105" fmla="*/ 149066 h 223456"/>
                  <a:gd name="connsiteX106" fmla="*/ 1644490 w 2532697"/>
                  <a:gd name="connsiteY106" fmla="*/ 174307 h 223456"/>
                  <a:gd name="connsiteX107" fmla="*/ 1622488 w 2532697"/>
                  <a:gd name="connsiteY107" fmla="*/ 218979 h 223456"/>
                  <a:gd name="connsiteX108" fmla="*/ 1620964 w 2532697"/>
                  <a:gd name="connsiteY108" fmla="*/ 219646 h 223456"/>
                  <a:gd name="connsiteX109" fmla="*/ 1620202 w 2532697"/>
                  <a:gd name="connsiteY109" fmla="*/ 218122 h 223456"/>
                  <a:gd name="connsiteX110" fmla="*/ 1596770 w 2532697"/>
                  <a:gd name="connsiteY110" fmla="*/ 195834 h 223456"/>
                  <a:gd name="connsiteX111" fmla="*/ 1598103 w 2532697"/>
                  <a:gd name="connsiteY111" fmla="*/ 192690 h 223456"/>
                  <a:gd name="connsiteX112" fmla="*/ 1620678 w 2532697"/>
                  <a:gd name="connsiteY112" fmla="*/ 196596 h 223456"/>
                  <a:gd name="connsiteX113" fmla="*/ 1630870 w 2532697"/>
                  <a:gd name="connsiteY113" fmla="*/ 169831 h 223456"/>
                  <a:gd name="connsiteX114" fmla="*/ 1629155 w 2532697"/>
                  <a:gd name="connsiteY114" fmla="*/ 150114 h 223456"/>
                  <a:gd name="connsiteX115" fmla="*/ 1594198 w 2532697"/>
                  <a:gd name="connsiteY115" fmla="*/ 156019 h 223456"/>
                  <a:gd name="connsiteX116" fmla="*/ 1565814 w 2532697"/>
                  <a:gd name="connsiteY116" fmla="*/ 161639 h 223456"/>
                  <a:gd name="connsiteX117" fmla="*/ 1554479 w 2532697"/>
                  <a:gd name="connsiteY117" fmla="*/ 157162 h 223456"/>
                  <a:gd name="connsiteX118" fmla="*/ 1547716 w 2532697"/>
                  <a:gd name="connsiteY118" fmla="*/ 149733 h 223456"/>
                  <a:gd name="connsiteX119" fmla="*/ 1547907 w 2532697"/>
                  <a:gd name="connsiteY119" fmla="*/ 147637 h 223456"/>
                  <a:gd name="connsiteX120" fmla="*/ 1549526 w 2532697"/>
                  <a:gd name="connsiteY120" fmla="*/ 147637 h 223456"/>
                  <a:gd name="connsiteX121" fmla="*/ 1626012 w 2532697"/>
                  <a:gd name="connsiteY121" fmla="*/ 139446 h 223456"/>
                  <a:gd name="connsiteX122" fmla="*/ 1622678 w 2532697"/>
                  <a:gd name="connsiteY122" fmla="*/ 136017 h 223456"/>
                  <a:gd name="connsiteX123" fmla="*/ 1617820 w 2532697"/>
                  <a:gd name="connsiteY123" fmla="*/ 130111 h 223456"/>
                  <a:gd name="connsiteX124" fmla="*/ 1622297 w 2532697"/>
                  <a:gd name="connsiteY124" fmla="*/ 126777 h 223456"/>
                  <a:gd name="connsiteX125" fmla="*/ 1634013 w 2532697"/>
                  <a:gd name="connsiteY125" fmla="*/ 131159 h 223456"/>
                  <a:gd name="connsiteX126" fmla="*/ 1645157 w 2532697"/>
                  <a:gd name="connsiteY126" fmla="*/ 113728 h 223456"/>
                  <a:gd name="connsiteX127" fmla="*/ 1644490 w 2532697"/>
                  <a:gd name="connsiteY127" fmla="*/ 111347 h 223456"/>
                  <a:gd name="connsiteX128" fmla="*/ 1641633 w 2532697"/>
                  <a:gd name="connsiteY128" fmla="*/ 111347 h 223456"/>
                  <a:gd name="connsiteX129" fmla="*/ 1606771 w 2532697"/>
                  <a:gd name="connsiteY129" fmla="*/ 122206 h 223456"/>
                  <a:gd name="connsiteX130" fmla="*/ 1588578 w 2532697"/>
                  <a:gd name="connsiteY130" fmla="*/ 114014 h 223456"/>
                  <a:gd name="connsiteX131" fmla="*/ 1585911 w 2532697"/>
                  <a:gd name="connsiteY131" fmla="*/ 111061 h 223456"/>
                  <a:gd name="connsiteX132" fmla="*/ 1589912 w 2532697"/>
                  <a:gd name="connsiteY132" fmla="*/ 111061 h 223456"/>
                  <a:gd name="connsiteX133" fmla="*/ 1609248 w 2532697"/>
                  <a:gd name="connsiteY133" fmla="*/ 109632 h 223456"/>
                  <a:gd name="connsiteX134" fmla="*/ 1627726 w 2532697"/>
                  <a:gd name="connsiteY134" fmla="*/ 105346 h 223456"/>
                  <a:gd name="connsiteX135" fmla="*/ 1645633 w 2532697"/>
                  <a:gd name="connsiteY135" fmla="*/ 99631 h 223456"/>
                  <a:gd name="connsiteX136" fmla="*/ 2047875 w 2532697"/>
                  <a:gd name="connsiteY136" fmla="*/ 80009 h 223456"/>
                  <a:gd name="connsiteX137" fmla="*/ 2059400 w 2532697"/>
                  <a:gd name="connsiteY137" fmla="*/ 83438 h 223456"/>
                  <a:gd name="connsiteX138" fmla="*/ 2062829 w 2532697"/>
                  <a:gd name="connsiteY138" fmla="*/ 88105 h 223456"/>
                  <a:gd name="connsiteX139" fmla="*/ 2061591 w 2532697"/>
                  <a:gd name="connsiteY139" fmla="*/ 94582 h 223456"/>
                  <a:gd name="connsiteX140" fmla="*/ 2060448 w 2532697"/>
                  <a:gd name="connsiteY140" fmla="*/ 103917 h 223456"/>
                  <a:gd name="connsiteX141" fmla="*/ 2067782 w 2532697"/>
                  <a:gd name="connsiteY141" fmla="*/ 103250 h 223456"/>
                  <a:gd name="connsiteX142" fmla="*/ 2097786 w 2532697"/>
                  <a:gd name="connsiteY142" fmla="*/ 98678 h 223456"/>
                  <a:gd name="connsiteX143" fmla="*/ 2103310 w 2532697"/>
                  <a:gd name="connsiteY143" fmla="*/ 97726 h 223456"/>
                  <a:gd name="connsiteX144" fmla="*/ 2115121 w 2532697"/>
                  <a:gd name="connsiteY144" fmla="*/ 101155 h 223456"/>
                  <a:gd name="connsiteX145" fmla="*/ 2123884 w 2532697"/>
                  <a:gd name="connsiteY145" fmla="*/ 109822 h 223456"/>
                  <a:gd name="connsiteX146" fmla="*/ 2112073 w 2532697"/>
                  <a:gd name="connsiteY146" fmla="*/ 114204 h 223456"/>
                  <a:gd name="connsiteX147" fmla="*/ 2087022 w 2532697"/>
                  <a:gd name="connsiteY147" fmla="*/ 113251 h 223456"/>
                  <a:gd name="connsiteX148" fmla="*/ 2064067 w 2532697"/>
                  <a:gd name="connsiteY148" fmla="*/ 114490 h 223456"/>
                  <a:gd name="connsiteX149" fmla="*/ 2072830 w 2532697"/>
                  <a:gd name="connsiteY149" fmla="*/ 121824 h 223456"/>
                  <a:gd name="connsiteX150" fmla="*/ 2109406 w 2532697"/>
                  <a:gd name="connsiteY150" fmla="*/ 154304 h 223456"/>
                  <a:gd name="connsiteX151" fmla="*/ 2148363 w 2532697"/>
                  <a:gd name="connsiteY151" fmla="*/ 172783 h 223456"/>
                  <a:gd name="connsiteX152" fmla="*/ 2148459 w 2532697"/>
                  <a:gd name="connsiteY152" fmla="*/ 172497 h 223456"/>
                  <a:gd name="connsiteX153" fmla="*/ 2152554 w 2532697"/>
                  <a:gd name="connsiteY153" fmla="*/ 175354 h 223456"/>
                  <a:gd name="connsiteX154" fmla="*/ 2148363 w 2532697"/>
                  <a:gd name="connsiteY154" fmla="*/ 178974 h 223456"/>
                  <a:gd name="connsiteX155" fmla="*/ 2120646 w 2532697"/>
                  <a:gd name="connsiteY155" fmla="*/ 183546 h 223456"/>
                  <a:gd name="connsiteX156" fmla="*/ 2110644 w 2532697"/>
                  <a:gd name="connsiteY156" fmla="*/ 180307 h 223456"/>
                  <a:gd name="connsiteX157" fmla="*/ 2079021 w 2532697"/>
                  <a:gd name="connsiteY157" fmla="*/ 143446 h 223456"/>
                  <a:gd name="connsiteX158" fmla="*/ 2064162 w 2532697"/>
                  <a:gd name="connsiteY158" fmla="*/ 126396 h 223456"/>
                  <a:gd name="connsiteX159" fmla="*/ 2060067 w 2532697"/>
                  <a:gd name="connsiteY159" fmla="*/ 122586 h 223456"/>
                  <a:gd name="connsiteX160" fmla="*/ 2060067 w 2532697"/>
                  <a:gd name="connsiteY160" fmla="*/ 154113 h 223456"/>
                  <a:gd name="connsiteX161" fmla="*/ 2060543 w 2532697"/>
                  <a:gd name="connsiteY161" fmla="*/ 182117 h 223456"/>
                  <a:gd name="connsiteX162" fmla="*/ 2061019 w 2532697"/>
                  <a:gd name="connsiteY162" fmla="*/ 192309 h 223456"/>
                  <a:gd name="connsiteX163" fmla="*/ 2059019 w 2532697"/>
                  <a:gd name="connsiteY163" fmla="*/ 202786 h 223456"/>
                  <a:gd name="connsiteX164" fmla="*/ 2053494 w 2532697"/>
                  <a:gd name="connsiteY164" fmla="*/ 208311 h 223456"/>
                  <a:gd name="connsiteX165" fmla="*/ 2047303 w 2532697"/>
                  <a:gd name="connsiteY165" fmla="*/ 202120 h 223456"/>
                  <a:gd name="connsiteX166" fmla="*/ 2044350 w 2532697"/>
                  <a:gd name="connsiteY166" fmla="*/ 191642 h 223456"/>
                  <a:gd name="connsiteX167" fmla="*/ 2045112 w 2532697"/>
                  <a:gd name="connsiteY167" fmla="*/ 186022 h 223456"/>
                  <a:gd name="connsiteX168" fmla="*/ 2046255 w 2532697"/>
                  <a:gd name="connsiteY168" fmla="*/ 158400 h 223456"/>
                  <a:gd name="connsiteX169" fmla="*/ 2046255 w 2532697"/>
                  <a:gd name="connsiteY169" fmla="*/ 132682 h 223456"/>
                  <a:gd name="connsiteX170" fmla="*/ 2028634 w 2532697"/>
                  <a:gd name="connsiteY170" fmla="*/ 154113 h 223456"/>
                  <a:gd name="connsiteX171" fmla="*/ 2006536 w 2532697"/>
                  <a:gd name="connsiteY171" fmla="*/ 171163 h 223456"/>
                  <a:gd name="connsiteX172" fmla="*/ 1981295 w 2532697"/>
                  <a:gd name="connsiteY172" fmla="*/ 181165 h 223456"/>
                  <a:gd name="connsiteX173" fmla="*/ 1981104 w 2532697"/>
                  <a:gd name="connsiteY173" fmla="*/ 181165 h 223456"/>
                  <a:gd name="connsiteX174" fmla="*/ 1979390 w 2532697"/>
                  <a:gd name="connsiteY174" fmla="*/ 179450 h 223456"/>
                  <a:gd name="connsiteX175" fmla="*/ 1982914 w 2532697"/>
                  <a:gd name="connsiteY175" fmla="*/ 175926 h 223456"/>
                  <a:gd name="connsiteX176" fmla="*/ 2015585 w 2532697"/>
                  <a:gd name="connsiteY176" fmla="*/ 149542 h 223456"/>
                  <a:gd name="connsiteX177" fmla="*/ 2038159 w 2532697"/>
                  <a:gd name="connsiteY177" fmla="*/ 121919 h 223456"/>
                  <a:gd name="connsiteX178" fmla="*/ 2040826 w 2532697"/>
                  <a:gd name="connsiteY178" fmla="*/ 116776 h 223456"/>
                  <a:gd name="connsiteX179" fmla="*/ 2020062 w 2532697"/>
                  <a:gd name="connsiteY179" fmla="*/ 121347 h 223456"/>
                  <a:gd name="connsiteX180" fmla="*/ 2013870 w 2532697"/>
                  <a:gd name="connsiteY180" fmla="*/ 122586 h 223456"/>
                  <a:gd name="connsiteX181" fmla="*/ 2002536 w 2532697"/>
                  <a:gd name="connsiteY181" fmla="*/ 119633 h 223456"/>
                  <a:gd name="connsiteX182" fmla="*/ 1994344 w 2532697"/>
                  <a:gd name="connsiteY182" fmla="*/ 113442 h 223456"/>
                  <a:gd name="connsiteX183" fmla="*/ 1999869 w 2532697"/>
                  <a:gd name="connsiteY183" fmla="*/ 110013 h 223456"/>
                  <a:gd name="connsiteX184" fmla="*/ 2028920 w 2532697"/>
                  <a:gd name="connsiteY184" fmla="*/ 107632 h 223456"/>
                  <a:gd name="connsiteX185" fmla="*/ 2045970 w 2532697"/>
                  <a:gd name="connsiteY185" fmla="*/ 105536 h 223456"/>
                  <a:gd name="connsiteX186" fmla="*/ 2044350 w 2532697"/>
                  <a:gd name="connsiteY186" fmla="*/ 88867 h 223456"/>
                  <a:gd name="connsiteX187" fmla="*/ 2043303 w 2532697"/>
                  <a:gd name="connsiteY187" fmla="*/ 84295 h 223456"/>
                  <a:gd name="connsiteX188" fmla="*/ 2047875 w 2532697"/>
                  <a:gd name="connsiteY188" fmla="*/ 80009 h 223456"/>
                  <a:gd name="connsiteX189" fmla="*/ 2424825 w 2532697"/>
                  <a:gd name="connsiteY189" fmla="*/ 78438 h 223456"/>
                  <a:gd name="connsiteX190" fmla="*/ 2424684 w 2532697"/>
                  <a:gd name="connsiteY190" fmla="*/ 106871 h 223456"/>
                  <a:gd name="connsiteX191" fmla="*/ 2424779 w 2532697"/>
                  <a:gd name="connsiteY191" fmla="*/ 87475 h 223456"/>
                  <a:gd name="connsiteX192" fmla="*/ 2424838 w 2532697"/>
                  <a:gd name="connsiteY192" fmla="*/ 75894 h 223456"/>
                  <a:gd name="connsiteX193" fmla="*/ 2424825 w 2532697"/>
                  <a:gd name="connsiteY193" fmla="*/ 78438 h 223456"/>
                  <a:gd name="connsiteX194" fmla="*/ 2424838 w 2532697"/>
                  <a:gd name="connsiteY194" fmla="*/ 75903 h 223456"/>
                  <a:gd name="connsiteX195" fmla="*/ 1938718 w 2532697"/>
                  <a:gd name="connsiteY195" fmla="*/ 70199 h 223456"/>
                  <a:gd name="connsiteX196" fmla="*/ 1941766 w 2532697"/>
                  <a:gd name="connsiteY196" fmla="*/ 70485 h 223456"/>
                  <a:gd name="connsiteX197" fmla="*/ 1966341 w 2532697"/>
                  <a:gd name="connsiteY197" fmla="*/ 77724 h 223456"/>
                  <a:gd name="connsiteX198" fmla="*/ 1972151 w 2532697"/>
                  <a:gd name="connsiteY198" fmla="*/ 90868 h 223456"/>
                  <a:gd name="connsiteX199" fmla="*/ 1964340 w 2532697"/>
                  <a:gd name="connsiteY199" fmla="*/ 100203 h 223456"/>
                  <a:gd name="connsiteX200" fmla="*/ 1964340 w 2532697"/>
                  <a:gd name="connsiteY200" fmla="*/ 100298 h 223456"/>
                  <a:gd name="connsiteX201" fmla="*/ 1940052 w 2532697"/>
                  <a:gd name="connsiteY201" fmla="*/ 72961 h 223456"/>
                  <a:gd name="connsiteX202" fmla="*/ 323659 w 2532697"/>
                  <a:gd name="connsiteY202" fmla="*/ 70198 h 223456"/>
                  <a:gd name="connsiteX203" fmla="*/ 326707 w 2532697"/>
                  <a:gd name="connsiteY203" fmla="*/ 70484 h 223456"/>
                  <a:gd name="connsiteX204" fmla="*/ 351281 w 2532697"/>
                  <a:gd name="connsiteY204" fmla="*/ 77723 h 223456"/>
                  <a:gd name="connsiteX205" fmla="*/ 357092 w 2532697"/>
                  <a:gd name="connsiteY205" fmla="*/ 90868 h 223456"/>
                  <a:gd name="connsiteX206" fmla="*/ 349281 w 2532697"/>
                  <a:gd name="connsiteY206" fmla="*/ 100202 h 223456"/>
                  <a:gd name="connsiteX207" fmla="*/ 349281 w 2532697"/>
                  <a:gd name="connsiteY207" fmla="*/ 100298 h 223456"/>
                  <a:gd name="connsiteX208" fmla="*/ 324992 w 2532697"/>
                  <a:gd name="connsiteY208" fmla="*/ 72961 h 223456"/>
                  <a:gd name="connsiteX209" fmla="*/ 709516 w 2532697"/>
                  <a:gd name="connsiteY209" fmla="*/ 67342 h 223456"/>
                  <a:gd name="connsiteX210" fmla="*/ 669702 w 2532697"/>
                  <a:gd name="connsiteY210" fmla="*/ 72866 h 223456"/>
                  <a:gd name="connsiteX211" fmla="*/ 672274 w 2532697"/>
                  <a:gd name="connsiteY211" fmla="*/ 111633 h 223456"/>
                  <a:gd name="connsiteX212" fmla="*/ 709516 w 2532697"/>
                  <a:gd name="connsiteY212" fmla="*/ 108109 h 223456"/>
                  <a:gd name="connsiteX213" fmla="*/ 709516 w 2532697"/>
                  <a:gd name="connsiteY213" fmla="*/ 67437 h 223456"/>
                  <a:gd name="connsiteX214" fmla="*/ 2001154 w 2532697"/>
                  <a:gd name="connsiteY214" fmla="*/ 66932 h 223456"/>
                  <a:gd name="connsiteX215" fmla="*/ 2001202 w 2532697"/>
                  <a:gd name="connsiteY215" fmla="*/ 66960 h 223456"/>
                  <a:gd name="connsiteX216" fmla="*/ 2000916 w 2532697"/>
                  <a:gd name="connsiteY216" fmla="*/ 67055 h 223456"/>
                  <a:gd name="connsiteX217" fmla="*/ 762475 w 2532697"/>
                  <a:gd name="connsiteY217" fmla="*/ 61150 h 223456"/>
                  <a:gd name="connsiteX218" fmla="*/ 724566 w 2532697"/>
                  <a:gd name="connsiteY218" fmla="*/ 65437 h 223456"/>
                  <a:gd name="connsiteX219" fmla="*/ 724375 w 2532697"/>
                  <a:gd name="connsiteY219" fmla="*/ 106775 h 223456"/>
                  <a:gd name="connsiteX220" fmla="*/ 759428 w 2532697"/>
                  <a:gd name="connsiteY220" fmla="*/ 101251 h 223456"/>
                  <a:gd name="connsiteX221" fmla="*/ 767714 w 2532697"/>
                  <a:gd name="connsiteY221" fmla="*/ 86011 h 223456"/>
                  <a:gd name="connsiteX222" fmla="*/ 770466 w 2532697"/>
                  <a:gd name="connsiteY222" fmla="*/ 68734 h 223456"/>
                  <a:gd name="connsiteX223" fmla="*/ 770476 w 2532697"/>
                  <a:gd name="connsiteY223" fmla="*/ 68771 h 223456"/>
                  <a:gd name="connsiteX224" fmla="*/ 770476 w 2532697"/>
                  <a:gd name="connsiteY224" fmla="*/ 68675 h 223456"/>
                  <a:gd name="connsiteX225" fmla="*/ 770466 w 2532697"/>
                  <a:gd name="connsiteY225" fmla="*/ 68734 h 223456"/>
                  <a:gd name="connsiteX226" fmla="*/ 768953 w 2532697"/>
                  <a:gd name="connsiteY226" fmla="*/ 62865 h 223456"/>
                  <a:gd name="connsiteX227" fmla="*/ 762475 w 2532697"/>
                  <a:gd name="connsiteY227" fmla="*/ 61150 h 223456"/>
                  <a:gd name="connsiteX228" fmla="*/ 370578 w 2532697"/>
                  <a:gd name="connsiteY228" fmla="*/ 55798 h 223456"/>
                  <a:gd name="connsiteX229" fmla="*/ 370617 w 2532697"/>
                  <a:gd name="connsiteY229" fmla="*/ 55816 h 223456"/>
                  <a:gd name="connsiteX230" fmla="*/ 370522 w 2532697"/>
                  <a:gd name="connsiteY230" fmla="*/ 55816 h 223456"/>
                  <a:gd name="connsiteX231" fmla="*/ 1985733 w 2532697"/>
                  <a:gd name="connsiteY231" fmla="*/ 55702 h 223456"/>
                  <a:gd name="connsiteX232" fmla="*/ 1985772 w 2532697"/>
                  <a:gd name="connsiteY232" fmla="*/ 55720 h 223456"/>
                  <a:gd name="connsiteX233" fmla="*/ 1985676 w 2532697"/>
                  <a:gd name="connsiteY233" fmla="*/ 55720 h 223456"/>
                  <a:gd name="connsiteX234" fmla="*/ 445007 w 2532697"/>
                  <a:gd name="connsiteY234" fmla="*/ 53530 h 223456"/>
                  <a:gd name="connsiteX235" fmla="*/ 417956 w 2532697"/>
                  <a:gd name="connsiteY235" fmla="*/ 58769 h 223456"/>
                  <a:gd name="connsiteX236" fmla="*/ 418337 w 2532697"/>
                  <a:gd name="connsiteY236" fmla="*/ 80295 h 223456"/>
                  <a:gd name="connsiteX237" fmla="*/ 439769 w 2532697"/>
                  <a:gd name="connsiteY237" fmla="*/ 76390 h 223456"/>
                  <a:gd name="connsiteX238" fmla="*/ 445007 w 2532697"/>
                  <a:gd name="connsiteY238" fmla="*/ 53530 h 223456"/>
                  <a:gd name="connsiteX239" fmla="*/ 1067371 w 2532697"/>
                  <a:gd name="connsiteY239" fmla="*/ 46006 h 223456"/>
                  <a:gd name="connsiteX240" fmla="*/ 1081372 w 2532697"/>
                  <a:gd name="connsiteY240" fmla="*/ 48863 h 223456"/>
                  <a:gd name="connsiteX241" fmla="*/ 1088611 w 2532697"/>
                  <a:gd name="connsiteY241" fmla="*/ 56102 h 223456"/>
                  <a:gd name="connsiteX242" fmla="*/ 1082325 w 2532697"/>
                  <a:gd name="connsiteY242" fmla="*/ 63341 h 223456"/>
                  <a:gd name="connsiteX243" fmla="*/ 1023556 w 2532697"/>
                  <a:gd name="connsiteY243" fmla="*/ 71532 h 223456"/>
                  <a:gd name="connsiteX244" fmla="*/ 1030795 w 2532697"/>
                  <a:gd name="connsiteY244" fmla="*/ 75628 h 223456"/>
                  <a:gd name="connsiteX245" fmla="*/ 1036795 w 2532697"/>
                  <a:gd name="connsiteY245" fmla="*/ 82867 h 223456"/>
                  <a:gd name="connsiteX246" fmla="*/ 1034128 w 2532697"/>
                  <a:gd name="connsiteY246" fmla="*/ 87535 h 223456"/>
                  <a:gd name="connsiteX247" fmla="*/ 1031080 w 2532697"/>
                  <a:gd name="connsiteY247" fmla="*/ 93059 h 223456"/>
                  <a:gd name="connsiteX248" fmla="*/ 1025461 w 2532697"/>
                  <a:gd name="connsiteY248" fmla="*/ 112681 h 223456"/>
                  <a:gd name="connsiteX249" fmla="*/ 1017841 w 2532697"/>
                  <a:gd name="connsiteY249" fmla="*/ 134969 h 223456"/>
                  <a:gd name="connsiteX250" fmla="*/ 1060132 w 2532697"/>
                  <a:gd name="connsiteY250" fmla="*/ 164973 h 223456"/>
                  <a:gd name="connsiteX251" fmla="*/ 1124711 w 2532697"/>
                  <a:gd name="connsiteY251" fmla="*/ 180118 h 223456"/>
                  <a:gd name="connsiteX252" fmla="*/ 1124902 w 2532697"/>
                  <a:gd name="connsiteY252" fmla="*/ 180118 h 223456"/>
                  <a:gd name="connsiteX253" fmla="*/ 1124902 w 2532697"/>
                  <a:gd name="connsiteY253" fmla="*/ 183642 h 223456"/>
                  <a:gd name="connsiteX254" fmla="*/ 1097660 w 2532697"/>
                  <a:gd name="connsiteY254" fmla="*/ 188976 h 223456"/>
                  <a:gd name="connsiteX255" fmla="*/ 1070609 w 2532697"/>
                  <a:gd name="connsiteY255" fmla="*/ 193643 h 223456"/>
                  <a:gd name="connsiteX256" fmla="*/ 1044987 w 2532697"/>
                  <a:gd name="connsiteY256" fmla="*/ 179641 h 223456"/>
                  <a:gd name="connsiteX257" fmla="*/ 1010316 w 2532697"/>
                  <a:gd name="connsiteY257" fmla="*/ 145637 h 223456"/>
                  <a:gd name="connsiteX258" fmla="*/ 972121 w 2532697"/>
                  <a:gd name="connsiteY258" fmla="*/ 169735 h 223456"/>
                  <a:gd name="connsiteX259" fmla="*/ 937450 w 2532697"/>
                  <a:gd name="connsiteY259" fmla="*/ 176784 h 223456"/>
                  <a:gd name="connsiteX260" fmla="*/ 919257 w 2532697"/>
                  <a:gd name="connsiteY260" fmla="*/ 173736 h 223456"/>
                  <a:gd name="connsiteX261" fmla="*/ 919543 w 2532697"/>
                  <a:gd name="connsiteY261" fmla="*/ 170307 h 223456"/>
                  <a:gd name="connsiteX262" fmla="*/ 1000029 w 2532697"/>
                  <a:gd name="connsiteY262" fmla="*/ 133826 h 223456"/>
                  <a:gd name="connsiteX263" fmla="*/ 958309 w 2532697"/>
                  <a:gd name="connsiteY263" fmla="*/ 97440 h 223456"/>
                  <a:gd name="connsiteX264" fmla="*/ 957643 w 2532697"/>
                  <a:gd name="connsiteY264" fmla="*/ 97440 h 223456"/>
                  <a:gd name="connsiteX265" fmla="*/ 956881 w 2532697"/>
                  <a:gd name="connsiteY265" fmla="*/ 94583 h 223456"/>
                  <a:gd name="connsiteX266" fmla="*/ 967358 w 2532697"/>
                  <a:gd name="connsiteY266" fmla="*/ 89535 h 223456"/>
                  <a:gd name="connsiteX267" fmla="*/ 978312 w 2532697"/>
                  <a:gd name="connsiteY267" fmla="*/ 93059 h 223456"/>
                  <a:gd name="connsiteX268" fmla="*/ 993361 w 2532697"/>
                  <a:gd name="connsiteY268" fmla="*/ 108489 h 223456"/>
                  <a:gd name="connsiteX269" fmla="*/ 1005172 w 2532697"/>
                  <a:gd name="connsiteY269" fmla="*/ 122110 h 223456"/>
                  <a:gd name="connsiteX270" fmla="*/ 1013078 w 2532697"/>
                  <a:gd name="connsiteY270" fmla="*/ 83915 h 223456"/>
                  <a:gd name="connsiteX271" fmla="*/ 1012221 w 2532697"/>
                  <a:gd name="connsiteY271" fmla="*/ 75438 h 223456"/>
                  <a:gd name="connsiteX272" fmla="*/ 1012983 w 2532697"/>
                  <a:gd name="connsiteY272" fmla="*/ 73914 h 223456"/>
                  <a:gd name="connsiteX273" fmla="*/ 958214 w 2532697"/>
                  <a:gd name="connsiteY273" fmla="*/ 83724 h 223456"/>
                  <a:gd name="connsiteX274" fmla="*/ 938116 w 2532697"/>
                  <a:gd name="connsiteY274" fmla="*/ 74104 h 223456"/>
                  <a:gd name="connsiteX275" fmla="*/ 936402 w 2532697"/>
                  <a:gd name="connsiteY275" fmla="*/ 71342 h 223456"/>
                  <a:gd name="connsiteX276" fmla="*/ 939640 w 2532697"/>
                  <a:gd name="connsiteY276" fmla="*/ 71342 h 223456"/>
                  <a:gd name="connsiteX277" fmla="*/ 1043749 w 2532697"/>
                  <a:gd name="connsiteY277" fmla="*/ 52482 h 223456"/>
                  <a:gd name="connsiteX278" fmla="*/ 1067371 w 2532697"/>
                  <a:gd name="connsiteY278" fmla="*/ 46006 h 223456"/>
                  <a:gd name="connsiteX279" fmla="*/ 1636203 w 2532697"/>
                  <a:gd name="connsiteY279" fmla="*/ 44481 h 223456"/>
                  <a:gd name="connsiteX280" fmla="*/ 1643538 w 2532697"/>
                  <a:gd name="connsiteY280" fmla="*/ 47720 h 223456"/>
                  <a:gd name="connsiteX281" fmla="*/ 1644205 w 2532697"/>
                  <a:gd name="connsiteY281" fmla="*/ 48196 h 223456"/>
                  <a:gd name="connsiteX282" fmla="*/ 1644205 w 2532697"/>
                  <a:gd name="connsiteY282" fmla="*/ 48958 h 223456"/>
                  <a:gd name="connsiteX283" fmla="*/ 1644300 w 2532697"/>
                  <a:gd name="connsiteY283" fmla="*/ 50197 h 223456"/>
                  <a:gd name="connsiteX284" fmla="*/ 1641347 w 2532697"/>
                  <a:gd name="connsiteY284" fmla="*/ 57626 h 223456"/>
                  <a:gd name="connsiteX285" fmla="*/ 1638680 w 2532697"/>
                  <a:gd name="connsiteY285" fmla="*/ 61150 h 223456"/>
                  <a:gd name="connsiteX286" fmla="*/ 1646967 w 2532697"/>
                  <a:gd name="connsiteY286" fmla="*/ 74485 h 223456"/>
                  <a:gd name="connsiteX287" fmla="*/ 1646300 w 2532697"/>
                  <a:gd name="connsiteY287" fmla="*/ 78295 h 223456"/>
                  <a:gd name="connsiteX288" fmla="*/ 1646110 w 2532697"/>
                  <a:gd name="connsiteY288" fmla="*/ 79819 h 223456"/>
                  <a:gd name="connsiteX289" fmla="*/ 1641157 w 2532697"/>
                  <a:gd name="connsiteY289" fmla="*/ 78676 h 223456"/>
                  <a:gd name="connsiteX290" fmla="*/ 1632298 w 2532697"/>
                  <a:gd name="connsiteY290" fmla="*/ 69437 h 223456"/>
                  <a:gd name="connsiteX291" fmla="*/ 1609915 w 2532697"/>
                  <a:gd name="connsiteY291" fmla="*/ 84486 h 223456"/>
                  <a:gd name="connsiteX292" fmla="*/ 1605057 w 2532697"/>
                  <a:gd name="connsiteY292" fmla="*/ 85344 h 223456"/>
                  <a:gd name="connsiteX293" fmla="*/ 1605057 w 2532697"/>
                  <a:gd name="connsiteY293" fmla="*/ 85248 h 223456"/>
                  <a:gd name="connsiteX294" fmla="*/ 1617249 w 2532697"/>
                  <a:gd name="connsiteY294" fmla="*/ 71247 h 223456"/>
                  <a:gd name="connsiteX295" fmla="*/ 1624107 w 2532697"/>
                  <a:gd name="connsiteY295" fmla="*/ 62960 h 223456"/>
                  <a:gd name="connsiteX296" fmla="*/ 1615058 w 2532697"/>
                  <a:gd name="connsiteY296" fmla="*/ 54959 h 223456"/>
                  <a:gd name="connsiteX297" fmla="*/ 1611153 w 2532697"/>
                  <a:gd name="connsiteY297" fmla="*/ 52387 h 223456"/>
                  <a:gd name="connsiteX298" fmla="*/ 1618773 w 2532697"/>
                  <a:gd name="connsiteY298" fmla="*/ 51435 h 223456"/>
                  <a:gd name="connsiteX299" fmla="*/ 1629727 w 2532697"/>
                  <a:gd name="connsiteY299" fmla="*/ 55435 h 223456"/>
                  <a:gd name="connsiteX300" fmla="*/ 1630870 w 2532697"/>
                  <a:gd name="connsiteY300" fmla="*/ 51149 h 223456"/>
                  <a:gd name="connsiteX301" fmla="*/ 1636203 w 2532697"/>
                  <a:gd name="connsiteY301" fmla="*/ 44481 h 223456"/>
                  <a:gd name="connsiteX302" fmla="*/ 2030063 w 2532697"/>
                  <a:gd name="connsiteY302" fmla="*/ 42957 h 223456"/>
                  <a:gd name="connsiteX303" fmla="*/ 2039874 w 2532697"/>
                  <a:gd name="connsiteY303" fmla="*/ 46386 h 223456"/>
                  <a:gd name="connsiteX304" fmla="*/ 2044827 w 2532697"/>
                  <a:gd name="connsiteY304" fmla="*/ 53053 h 223456"/>
                  <a:gd name="connsiteX305" fmla="*/ 2044160 w 2532697"/>
                  <a:gd name="connsiteY305" fmla="*/ 55054 h 223456"/>
                  <a:gd name="connsiteX306" fmla="*/ 2044160 w 2532697"/>
                  <a:gd name="connsiteY306" fmla="*/ 55244 h 223456"/>
                  <a:gd name="connsiteX307" fmla="*/ 2040160 w 2532697"/>
                  <a:gd name="connsiteY307" fmla="*/ 60388 h 223456"/>
                  <a:gd name="connsiteX308" fmla="*/ 2027968 w 2532697"/>
                  <a:gd name="connsiteY308" fmla="*/ 77628 h 223456"/>
                  <a:gd name="connsiteX309" fmla="*/ 2009584 w 2532697"/>
                  <a:gd name="connsiteY309" fmla="*/ 90296 h 223456"/>
                  <a:gd name="connsiteX310" fmla="*/ 2002536 w 2532697"/>
                  <a:gd name="connsiteY310" fmla="*/ 92297 h 223456"/>
                  <a:gd name="connsiteX311" fmla="*/ 2001107 w 2532697"/>
                  <a:gd name="connsiteY311" fmla="*/ 90868 h 223456"/>
                  <a:gd name="connsiteX312" fmla="*/ 2001107 w 2532697"/>
                  <a:gd name="connsiteY312" fmla="*/ 90487 h 223456"/>
                  <a:gd name="connsiteX313" fmla="*/ 2001393 w 2532697"/>
                  <a:gd name="connsiteY313" fmla="*/ 90296 h 223456"/>
                  <a:gd name="connsiteX314" fmla="*/ 2016728 w 2532697"/>
                  <a:gd name="connsiteY314" fmla="*/ 75723 h 223456"/>
                  <a:gd name="connsiteX315" fmla="*/ 2025777 w 2532697"/>
                  <a:gd name="connsiteY315" fmla="*/ 60674 h 223456"/>
                  <a:gd name="connsiteX316" fmla="*/ 2028348 w 2532697"/>
                  <a:gd name="connsiteY316" fmla="*/ 50386 h 223456"/>
                  <a:gd name="connsiteX317" fmla="*/ 2027396 w 2532697"/>
                  <a:gd name="connsiteY317" fmla="*/ 45719 h 223456"/>
                  <a:gd name="connsiteX318" fmla="*/ 2030063 w 2532697"/>
                  <a:gd name="connsiteY318" fmla="*/ 42957 h 223456"/>
                  <a:gd name="connsiteX319" fmla="*/ 2365248 w 2532697"/>
                  <a:gd name="connsiteY319" fmla="*/ 38385 h 223456"/>
                  <a:gd name="connsiteX320" fmla="*/ 2376392 w 2532697"/>
                  <a:gd name="connsiteY320" fmla="*/ 40576 h 223456"/>
                  <a:gd name="connsiteX321" fmla="*/ 2376202 w 2532697"/>
                  <a:gd name="connsiteY321" fmla="*/ 40576 h 223456"/>
                  <a:gd name="connsiteX322" fmla="*/ 2382964 w 2532697"/>
                  <a:gd name="connsiteY322" fmla="*/ 47529 h 223456"/>
                  <a:gd name="connsiteX323" fmla="*/ 2381535 w 2532697"/>
                  <a:gd name="connsiteY323" fmla="*/ 58292 h 223456"/>
                  <a:gd name="connsiteX324" fmla="*/ 2380106 w 2532697"/>
                  <a:gd name="connsiteY324" fmla="*/ 79914 h 223456"/>
                  <a:gd name="connsiteX325" fmla="*/ 2380106 w 2532697"/>
                  <a:gd name="connsiteY325" fmla="*/ 148399 h 223456"/>
                  <a:gd name="connsiteX326" fmla="*/ 2377344 w 2532697"/>
                  <a:gd name="connsiteY326" fmla="*/ 160305 h 223456"/>
                  <a:gd name="connsiteX327" fmla="*/ 2370963 w 2532697"/>
                  <a:gd name="connsiteY327" fmla="*/ 164972 h 223456"/>
                  <a:gd name="connsiteX328" fmla="*/ 2365248 w 2532697"/>
                  <a:gd name="connsiteY328" fmla="*/ 158781 h 223456"/>
                  <a:gd name="connsiteX329" fmla="*/ 2363533 w 2532697"/>
                  <a:gd name="connsiteY329" fmla="*/ 150304 h 223456"/>
                  <a:gd name="connsiteX330" fmla="*/ 2365248 w 2532697"/>
                  <a:gd name="connsiteY330" fmla="*/ 125348 h 223456"/>
                  <a:gd name="connsiteX331" fmla="*/ 2366486 w 2532697"/>
                  <a:gd name="connsiteY331" fmla="*/ 70198 h 223456"/>
                  <a:gd name="connsiteX332" fmla="*/ 2364390 w 2532697"/>
                  <a:gd name="connsiteY332" fmla="*/ 47339 h 223456"/>
                  <a:gd name="connsiteX333" fmla="*/ 2362295 w 2532697"/>
                  <a:gd name="connsiteY333" fmla="*/ 42481 h 223456"/>
                  <a:gd name="connsiteX334" fmla="*/ 2361914 w 2532697"/>
                  <a:gd name="connsiteY334" fmla="*/ 42481 h 223456"/>
                  <a:gd name="connsiteX335" fmla="*/ 2361914 w 2532697"/>
                  <a:gd name="connsiteY335" fmla="*/ 41719 h 223456"/>
                  <a:gd name="connsiteX336" fmla="*/ 2365248 w 2532697"/>
                  <a:gd name="connsiteY336" fmla="*/ 38385 h 223456"/>
                  <a:gd name="connsiteX337" fmla="*/ 2065687 w 2532697"/>
                  <a:gd name="connsiteY337" fmla="*/ 37528 h 223456"/>
                  <a:gd name="connsiteX338" fmla="*/ 2073973 w 2532697"/>
                  <a:gd name="connsiteY338" fmla="*/ 39719 h 223456"/>
                  <a:gd name="connsiteX339" fmla="*/ 2079688 w 2532697"/>
                  <a:gd name="connsiteY339" fmla="*/ 45720 h 223456"/>
                  <a:gd name="connsiteX340" fmla="*/ 2079688 w 2532697"/>
                  <a:gd name="connsiteY340" fmla="*/ 46005 h 223456"/>
                  <a:gd name="connsiteX341" fmla="*/ 2079498 w 2532697"/>
                  <a:gd name="connsiteY341" fmla="*/ 46196 h 223456"/>
                  <a:gd name="connsiteX342" fmla="*/ 2078926 w 2532697"/>
                  <a:gd name="connsiteY342" fmla="*/ 47243 h 223456"/>
                  <a:gd name="connsiteX343" fmla="*/ 2078736 w 2532697"/>
                  <a:gd name="connsiteY343" fmla="*/ 47434 h 223456"/>
                  <a:gd name="connsiteX344" fmla="*/ 2076355 w 2532697"/>
                  <a:gd name="connsiteY344" fmla="*/ 53149 h 223456"/>
                  <a:gd name="connsiteX345" fmla="*/ 2074926 w 2532697"/>
                  <a:gd name="connsiteY345" fmla="*/ 62579 h 223456"/>
                  <a:gd name="connsiteX346" fmla="*/ 2093023 w 2532697"/>
                  <a:gd name="connsiteY346" fmla="*/ 73151 h 223456"/>
                  <a:gd name="connsiteX347" fmla="*/ 2099405 w 2532697"/>
                  <a:gd name="connsiteY347" fmla="*/ 72675 h 223456"/>
                  <a:gd name="connsiteX348" fmla="*/ 2108168 w 2532697"/>
                  <a:gd name="connsiteY348" fmla="*/ 71246 h 223456"/>
                  <a:gd name="connsiteX349" fmla="*/ 2113121 w 2532697"/>
                  <a:gd name="connsiteY349" fmla="*/ 73342 h 223456"/>
                  <a:gd name="connsiteX350" fmla="*/ 2113312 w 2532697"/>
                  <a:gd name="connsiteY350" fmla="*/ 73342 h 223456"/>
                  <a:gd name="connsiteX351" fmla="*/ 2115407 w 2532697"/>
                  <a:gd name="connsiteY351" fmla="*/ 78676 h 223456"/>
                  <a:gd name="connsiteX352" fmla="*/ 2111883 w 2532697"/>
                  <a:gd name="connsiteY352" fmla="*/ 83438 h 223456"/>
                  <a:gd name="connsiteX353" fmla="*/ 2097881 w 2532697"/>
                  <a:gd name="connsiteY353" fmla="*/ 85915 h 223456"/>
                  <a:gd name="connsiteX354" fmla="*/ 2078640 w 2532697"/>
                  <a:gd name="connsiteY354" fmla="*/ 83438 h 223456"/>
                  <a:gd name="connsiteX355" fmla="*/ 2078545 w 2532697"/>
                  <a:gd name="connsiteY355" fmla="*/ 83629 h 223456"/>
                  <a:gd name="connsiteX356" fmla="*/ 2063020 w 2532697"/>
                  <a:gd name="connsiteY356" fmla="*/ 64579 h 223456"/>
                  <a:gd name="connsiteX357" fmla="*/ 2063020 w 2532697"/>
                  <a:gd name="connsiteY357" fmla="*/ 54197 h 223456"/>
                  <a:gd name="connsiteX358" fmla="*/ 2062543 w 2532697"/>
                  <a:gd name="connsiteY358" fmla="*/ 45815 h 223456"/>
                  <a:gd name="connsiteX359" fmla="*/ 2062067 w 2532697"/>
                  <a:gd name="connsiteY359" fmla="*/ 40195 h 223456"/>
                  <a:gd name="connsiteX360" fmla="*/ 2065687 w 2532697"/>
                  <a:gd name="connsiteY360" fmla="*/ 37528 h 223456"/>
                  <a:gd name="connsiteX361" fmla="*/ 2323147 w 2532697"/>
                  <a:gd name="connsiteY361" fmla="*/ 37433 h 223456"/>
                  <a:gd name="connsiteX362" fmla="*/ 2335816 w 2532697"/>
                  <a:gd name="connsiteY362" fmla="*/ 42100 h 223456"/>
                  <a:gd name="connsiteX363" fmla="*/ 2341721 w 2532697"/>
                  <a:gd name="connsiteY363" fmla="*/ 49435 h 223456"/>
                  <a:gd name="connsiteX364" fmla="*/ 2340959 w 2532697"/>
                  <a:gd name="connsiteY364" fmla="*/ 55435 h 223456"/>
                  <a:gd name="connsiteX365" fmla="*/ 2339530 w 2532697"/>
                  <a:gd name="connsiteY365" fmla="*/ 69723 h 223456"/>
                  <a:gd name="connsiteX366" fmla="*/ 2333244 w 2532697"/>
                  <a:gd name="connsiteY366" fmla="*/ 140875 h 223456"/>
                  <a:gd name="connsiteX367" fmla="*/ 2311813 w 2532697"/>
                  <a:gd name="connsiteY367" fmla="*/ 176689 h 223456"/>
                  <a:gd name="connsiteX368" fmla="*/ 2294001 w 2532697"/>
                  <a:gd name="connsiteY368" fmla="*/ 187737 h 223456"/>
                  <a:gd name="connsiteX369" fmla="*/ 2291334 w 2532697"/>
                  <a:gd name="connsiteY369" fmla="*/ 186023 h 223456"/>
                  <a:gd name="connsiteX370" fmla="*/ 2294858 w 2532697"/>
                  <a:gd name="connsiteY370" fmla="*/ 182499 h 223456"/>
                  <a:gd name="connsiteX371" fmla="*/ 2317242 w 2532697"/>
                  <a:gd name="connsiteY371" fmla="*/ 144589 h 223456"/>
                  <a:gd name="connsiteX372" fmla="*/ 2324195 w 2532697"/>
                  <a:gd name="connsiteY372" fmla="*/ 93440 h 223456"/>
                  <a:gd name="connsiteX373" fmla="*/ 2324195 w 2532697"/>
                  <a:gd name="connsiteY373" fmla="*/ 78200 h 223456"/>
                  <a:gd name="connsiteX374" fmla="*/ 2323433 w 2532697"/>
                  <a:gd name="connsiteY374" fmla="*/ 56769 h 223456"/>
                  <a:gd name="connsiteX375" fmla="*/ 2319909 w 2532697"/>
                  <a:gd name="connsiteY375" fmla="*/ 45720 h 223456"/>
                  <a:gd name="connsiteX376" fmla="*/ 2317623 w 2532697"/>
                  <a:gd name="connsiteY376" fmla="*/ 41053 h 223456"/>
                  <a:gd name="connsiteX377" fmla="*/ 2323147 w 2532697"/>
                  <a:gd name="connsiteY377" fmla="*/ 37433 h 223456"/>
                  <a:gd name="connsiteX378" fmla="*/ 349471 w 2532697"/>
                  <a:gd name="connsiteY378" fmla="*/ 27812 h 223456"/>
                  <a:gd name="connsiteX379" fmla="*/ 369474 w 2532697"/>
                  <a:gd name="connsiteY379" fmla="*/ 33146 h 223456"/>
                  <a:gd name="connsiteX380" fmla="*/ 377475 w 2532697"/>
                  <a:gd name="connsiteY380" fmla="*/ 47529 h 223456"/>
                  <a:gd name="connsiteX381" fmla="*/ 374963 w 2532697"/>
                  <a:gd name="connsiteY381" fmla="*/ 54387 h 223456"/>
                  <a:gd name="connsiteX382" fmla="*/ 370578 w 2532697"/>
                  <a:gd name="connsiteY382" fmla="*/ 55798 h 223456"/>
                  <a:gd name="connsiteX383" fmla="*/ 362044 w 2532697"/>
                  <a:gd name="connsiteY383" fmla="*/ 51756 h 223456"/>
                  <a:gd name="connsiteX384" fmla="*/ 343471 w 2532697"/>
                  <a:gd name="connsiteY384" fmla="*/ 31051 h 223456"/>
                  <a:gd name="connsiteX385" fmla="*/ 341375 w 2532697"/>
                  <a:gd name="connsiteY385" fmla="*/ 28669 h 223456"/>
                  <a:gd name="connsiteX386" fmla="*/ 1964531 w 2532697"/>
                  <a:gd name="connsiteY386" fmla="*/ 27717 h 223456"/>
                  <a:gd name="connsiteX387" fmla="*/ 1984629 w 2532697"/>
                  <a:gd name="connsiteY387" fmla="*/ 33051 h 223456"/>
                  <a:gd name="connsiteX388" fmla="*/ 1992630 w 2532697"/>
                  <a:gd name="connsiteY388" fmla="*/ 47434 h 223456"/>
                  <a:gd name="connsiteX389" fmla="*/ 1990118 w 2532697"/>
                  <a:gd name="connsiteY389" fmla="*/ 54292 h 223456"/>
                  <a:gd name="connsiteX390" fmla="*/ 1985733 w 2532697"/>
                  <a:gd name="connsiteY390" fmla="*/ 55702 h 223456"/>
                  <a:gd name="connsiteX391" fmla="*/ 1977199 w 2532697"/>
                  <a:gd name="connsiteY391" fmla="*/ 51660 h 223456"/>
                  <a:gd name="connsiteX392" fmla="*/ 1958625 w 2532697"/>
                  <a:gd name="connsiteY392" fmla="*/ 30955 h 223456"/>
                  <a:gd name="connsiteX393" fmla="*/ 1956530 w 2532697"/>
                  <a:gd name="connsiteY393" fmla="*/ 28574 h 223456"/>
                  <a:gd name="connsiteX394" fmla="*/ 2493835 w 2532697"/>
                  <a:gd name="connsiteY394" fmla="*/ 27050 h 223456"/>
                  <a:gd name="connsiteX395" fmla="*/ 2522601 w 2532697"/>
                  <a:gd name="connsiteY395" fmla="*/ 64483 h 223456"/>
                  <a:gd name="connsiteX396" fmla="*/ 2532697 w 2532697"/>
                  <a:gd name="connsiteY396" fmla="*/ 111918 h 223456"/>
                  <a:gd name="connsiteX397" fmla="*/ 2529363 w 2532697"/>
                  <a:gd name="connsiteY397" fmla="*/ 139254 h 223456"/>
                  <a:gd name="connsiteX398" fmla="*/ 2520600 w 2532697"/>
                  <a:gd name="connsiteY398" fmla="*/ 161638 h 223456"/>
                  <a:gd name="connsiteX399" fmla="*/ 2507551 w 2532697"/>
                  <a:gd name="connsiteY399" fmla="*/ 180784 h 223456"/>
                  <a:gd name="connsiteX400" fmla="*/ 2493169 w 2532697"/>
                  <a:gd name="connsiteY400" fmla="*/ 194880 h 223456"/>
                  <a:gd name="connsiteX401" fmla="*/ 2493264 w 2532697"/>
                  <a:gd name="connsiteY401" fmla="*/ 194785 h 223456"/>
                  <a:gd name="connsiteX402" fmla="*/ 2489644 w 2532697"/>
                  <a:gd name="connsiteY402" fmla="*/ 190309 h 223456"/>
                  <a:gd name="connsiteX403" fmla="*/ 2510504 w 2532697"/>
                  <a:gd name="connsiteY403" fmla="*/ 156209 h 223456"/>
                  <a:gd name="connsiteX404" fmla="*/ 2517362 w 2532697"/>
                  <a:gd name="connsiteY404" fmla="*/ 112394 h 223456"/>
                  <a:gd name="connsiteX405" fmla="*/ 2510885 w 2532697"/>
                  <a:gd name="connsiteY405" fmla="*/ 67150 h 223456"/>
                  <a:gd name="connsiteX406" fmla="*/ 2489549 w 2532697"/>
                  <a:gd name="connsiteY406" fmla="*/ 30765 h 223456"/>
                  <a:gd name="connsiteX407" fmla="*/ 1882235 w 2532697"/>
                  <a:gd name="connsiteY407" fmla="*/ 26860 h 223456"/>
                  <a:gd name="connsiteX408" fmla="*/ 1885759 w 2532697"/>
                  <a:gd name="connsiteY408" fmla="*/ 31337 h 223456"/>
                  <a:gd name="connsiteX409" fmla="*/ 1864899 w 2532697"/>
                  <a:gd name="connsiteY409" fmla="*/ 65436 h 223456"/>
                  <a:gd name="connsiteX410" fmla="*/ 1858041 w 2532697"/>
                  <a:gd name="connsiteY410" fmla="*/ 109251 h 223456"/>
                  <a:gd name="connsiteX411" fmla="*/ 1864518 w 2532697"/>
                  <a:gd name="connsiteY411" fmla="*/ 154495 h 223456"/>
                  <a:gd name="connsiteX412" fmla="*/ 1885854 w 2532697"/>
                  <a:gd name="connsiteY412" fmla="*/ 190881 h 223456"/>
                  <a:gd name="connsiteX413" fmla="*/ 1881568 w 2532697"/>
                  <a:gd name="connsiteY413" fmla="*/ 194691 h 223456"/>
                  <a:gd name="connsiteX414" fmla="*/ 1881473 w 2532697"/>
                  <a:gd name="connsiteY414" fmla="*/ 194786 h 223456"/>
                  <a:gd name="connsiteX415" fmla="*/ 1852707 w 2532697"/>
                  <a:gd name="connsiteY415" fmla="*/ 157353 h 223456"/>
                  <a:gd name="connsiteX416" fmla="*/ 1842706 w 2532697"/>
                  <a:gd name="connsiteY416" fmla="*/ 109918 h 223456"/>
                  <a:gd name="connsiteX417" fmla="*/ 1845944 w 2532697"/>
                  <a:gd name="connsiteY417" fmla="*/ 82486 h 223456"/>
                  <a:gd name="connsiteX418" fmla="*/ 1854708 w 2532697"/>
                  <a:gd name="connsiteY418" fmla="*/ 60102 h 223456"/>
                  <a:gd name="connsiteX419" fmla="*/ 1867757 w 2532697"/>
                  <a:gd name="connsiteY419" fmla="*/ 40957 h 223456"/>
                  <a:gd name="connsiteX420" fmla="*/ 1882235 w 2532697"/>
                  <a:gd name="connsiteY420" fmla="*/ 26860 h 223456"/>
                  <a:gd name="connsiteX421" fmla="*/ 2267521 w 2532697"/>
                  <a:gd name="connsiteY421" fmla="*/ 20288 h 223456"/>
                  <a:gd name="connsiteX422" fmla="*/ 2282761 w 2532697"/>
                  <a:gd name="connsiteY422" fmla="*/ 24669 h 223456"/>
                  <a:gd name="connsiteX423" fmla="*/ 2289905 w 2532697"/>
                  <a:gd name="connsiteY423" fmla="*/ 33242 h 223456"/>
                  <a:gd name="connsiteX424" fmla="*/ 2287619 w 2532697"/>
                  <a:gd name="connsiteY424" fmla="*/ 37909 h 223456"/>
                  <a:gd name="connsiteX425" fmla="*/ 2284380 w 2532697"/>
                  <a:gd name="connsiteY425" fmla="*/ 60293 h 223456"/>
                  <a:gd name="connsiteX426" fmla="*/ 2284380 w 2532697"/>
                  <a:gd name="connsiteY426" fmla="*/ 79724 h 223456"/>
                  <a:gd name="connsiteX427" fmla="*/ 2294191 w 2532697"/>
                  <a:gd name="connsiteY427" fmla="*/ 76200 h 223456"/>
                  <a:gd name="connsiteX428" fmla="*/ 2297620 w 2532697"/>
                  <a:gd name="connsiteY428" fmla="*/ 74961 h 223456"/>
                  <a:gd name="connsiteX429" fmla="*/ 2307336 w 2532697"/>
                  <a:gd name="connsiteY429" fmla="*/ 77724 h 223456"/>
                  <a:gd name="connsiteX430" fmla="*/ 2311622 w 2532697"/>
                  <a:gd name="connsiteY430" fmla="*/ 82201 h 223456"/>
                  <a:gd name="connsiteX431" fmla="*/ 2307336 w 2532697"/>
                  <a:gd name="connsiteY431" fmla="*/ 86487 h 223456"/>
                  <a:gd name="connsiteX432" fmla="*/ 2286190 w 2532697"/>
                  <a:gd name="connsiteY432" fmla="*/ 92107 h 223456"/>
                  <a:gd name="connsiteX433" fmla="*/ 2284380 w 2532697"/>
                  <a:gd name="connsiteY433" fmla="*/ 92487 h 223456"/>
                  <a:gd name="connsiteX434" fmla="*/ 2284380 w 2532697"/>
                  <a:gd name="connsiteY434" fmla="*/ 130683 h 223456"/>
                  <a:gd name="connsiteX435" fmla="*/ 2304573 w 2532697"/>
                  <a:gd name="connsiteY435" fmla="*/ 123349 h 223456"/>
                  <a:gd name="connsiteX436" fmla="*/ 2314479 w 2532697"/>
                  <a:gd name="connsiteY436" fmla="*/ 120396 h 223456"/>
                  <a:gd name="connsiteX437" fmla="*/ 2317146 w 2532697"/>
                  <a:gd name="connsiteY437" fmla="*/ 122777 h 223456"/>
                  <a:gd name="connsiteX438" fmla="*/ 2314384 w 2532697"/>
                  <a:gd name="connsiteY438" fmla="*/ 126015 h 223456"/>
                  <a:gd name="connsiteX439" fmla="*/ 2280285 w 2532697"/>
                  <a:gd name="connsiteY439" fmla="*/ 145065 h 223456"/>
                  <a:gd name="connsiteX440" fmla="*/ 2251138 w 2532697"/>
                  <a:gd name="connsiteY440" fmla="*/ 161925 h 223456"/>
                  <a:gd name="connsiteX441" fmla="*/ 2246661 w 2532697"/>
                  <a:gd name="connsiteY441" fmla="*/ 163925 h 223456"/>
                  <a:gd name="connsiteX442" fmla="*/ 2233422 w 2532697"/>
                  <a:gd name="connsiteY442" fmla="*/ 158019 h 223456"/>
                  <a:gd name="connsiteX443" fmla="*/ 2227135 w 2532697"/>
                  <a:gd name="connsiteY443" fmla="*/ 149257 h 223456"/>
                  <a:gd name="connsiteX444" fmla="*/ 2229707 w 2532697"/>
                  <a:gd name="connsiteY444" fmla="*/ 147542 h 223456"/>
                  <a:gd name="connsiteX445" fmla="*/ 2240946 w 2532697"/>
                  <a:gd name="connsiteY445" fmla="*/ 145161 h 223456"/>
                  <a:gd name="connsiteX446" fmla="*/ 2270569 w 2532697"/>
                  <a:gd name="connsiteY446" fmla="*/ 135731 h 223456"/>
                  <a:gd name="connsiteX447" fmla="*/ 2269426 w 2532697"/>
                  <a:gd name="connsiteY447" fmla="*/ 95345 h 223456"/>
                  <a:gd name="connsiteX448" fmla="*/ 2254186 w 2532697"/>
                  <a:gd name="connsiteY448" fmla="*/ 97155 h 223456"/>
                  <a:gd name="connsiteX449" fmla="*/ 2242280 w 2532697"/>
                  <a:gd name="connsiteY449" fmla="*/ 95440 h 223456"/>
                  <a:gd name="connsiteX450" fmla="*/ 2238565 w 2532697"/>
                  <a:gd name="connsiteY450" fmla="*/ 90964 h 223456"/>
                  <a:gd name="connsiteX451" fmla="*/ 2245233 w 2532697"/>
                  <a:gd name="connsiteY451" fmla="*/ 88106 h 223456"/>
                  <a:gd name="connsiteX452" fmla="*/ 2269236 w 2532697"/>
                  <a:gd name="connsiteY452" fmla="*/ 83439 h 223456"/>
                  <a:gd name="connsiteX453" fmla="*/ 2268759 w 2532697"/>
                  <a:gd name="connsiteY453" fmla="*/ 58483 h 223456"/>
                  <a:gd name="connsiteX454" fmla="*/ 2267045 w 2532697"/>
                  <a:gd name="connsiteY454" fmla="*/ 38290 h 223456"/>
                  <a:gd name="connsiteX455" fmla="*/ 2264283 w 2532697"/>
                  <a:gd name="connsiteY455" fmla="*/ 29908 h 223456"/>
                  <a:gd name="connsiteX456" fmla="*/ 2262187 w 2532697"/>
                  <a:gd name="connsiteY456" fmla="*/ 25812 h 223456"/>
                  <a:gd name="connsiteX457" fmla="*/ 2267521 w 2532697"/>
                  <a:gd name="connsiteY457" fmla="*/ 20288 h 223456"/>
                  <a:gd name="connsiteX458" fmla="*/ 2102929 w 2532697"/>
                  <a:gd name="connsiteY458" fmla="*/ 16668 h 223456"/>
                  <a:gd name="connsiteX459" fmla="*/ 2115693 w 2532697"/>
                  <a:gd name="connsiteY459" fmla="*/ 24288 h 223456"/>
                  <a:gd name="connsiteX460" fmla="*/ 2126075 w 2532697"/>
                  <a:gd name="connsiteY460" fmla="*/ 37147 h 223456"/>
                  <a:gd name="connsiteX461" fmla="*/ 2117979 w 2532697"/>
                  <a:gd name="connsiteY461" fmla="*/ 44386 h 223456"/>
                  <a:gd name="connsiteX462" fmla="*/ 2091880 w 2532697"/>
                  <a:gd name="connsiteY462" fmla="*/ 53815 h 223456"/>
                  <a:gd name="connsiteX463" fmla="*/ 2091594 w 2532697"/>
                  <a:gd name="connsiteY463" fmla="*/ 53815 h 223456"/>
                  <a:gd name="connsiteX464" fmla="*/ 2089975 w 2532697"/>
                  <a:gd name="connsiteY464" fmla="*/ 52101 h 223456"/>
                  <a:gd name="connsiteX465" fmla="*/ 2089975 w 2532697"/>
                  <a:gd name="connsiteY465" fmla="*/ 51910 h 223456"/>
                  <a:gd name="connsiteX466" fmla="*/ 2096452 w 2532697"/>
                  <a:gd name="connsiteY466" fmla="*/ 30670 h 223456"/>
                  <a:gd name="connsiteX467" fmla="*/ 2092547 w 2532697"/>
                  <a:gd name="connsiteY467" fmla="*/ 28479 h 223456"/>
                  <a:gd name="connsiteX468" fmla="*/ 2028063 w 2532697"/>
                  <a:gd name="connsiteY468" fmla="*/ 39338 h 223456"/>
                  <a:gd name="connsiteX469" fmla="*/ 2023491 w 2532697"/>
                  <a:gd name="connsiteY469" fmla="*/ 39814 h 223456"/>
                  <a:gd name="connsiteX470" fmla="*/ 2017299 w 2532697"/>
                  <a:gd name="connsiteY470" fmla="*/ 39052 h 223456"/>
                  <a:gd name="connsiteX471" fmla="*/ 2013966 w 2532697"/>
                  <a:gd name="connsiteY471" fmla="*/ 49720 h 223456"/>
                  <a:gd name="connsiteX472" fmla="*/ 2006060 w 2532697"/>
                  <a:gd name="connsiteY472" fmla="*/ 64388 h 223456"/>
                  <a:gd name="connsiteX473" fmla="*/ 2001154 w 2532697"/>
                  <a:gd name="connsiteY473" fmla="*/ 66932 h 223456"/>
                  <a:gd name="connsiteX474" fmla="*/ 1996249 w 2532697"/>
                  <a:gd name="connsiteY474" fmla="*/ 64007 h 223456"/>
                  <a:gd name="connsiteX475" fmla="*/ 1994630 w 2532697"/>
                  <a:gd name="connsiteY475" fmla="*/ 58768 h 223456"/>
                  <a:gd name="connsiteX476" fmla="*/ 1996439 w 2532697"/>
                  <a:gd name="connsiteY476" fmla="*/ 51625 h 223456"/>
                  <a:gd name="connsiteX477" fmla="*/ 2008155 w 2532697"/>
                  <a:gd name="connsiteY477" fmla="*/ 23145 h 223456"/>
                  <a:gd name="connsiteX478" fmla="*/ 2011489 w 2532697"/>
                  <a:gd name="connsiteY478" fmla="*/ 19525 h 223456"/>
                  <a:gd name="connsiteX479" fmla="*/ 2016061 w 2532697"/>
                  <a:gd name="connsiteY479" fmla="*/ 25336 h 223456"/>
                  <a:gd name="connsiteX480" fmla="*/ 2017204 w 2532697"/>
                  <a:gd name="connsiteY480" fmla="*/ 28955 h 223456"/>
                  <a:gd name="connsiteX481" fmla="*/ 2019014 w 2532697"/>
                  <a:gd name="connsiteY481" fmla="*/ 28955 h 223456"/>
                  <a:gd name="connsiteX482" fmla="*/ 2096071 w 2532697"/>
                  <a:gd name="connsiteY482" fmla="*/ 18383 h 223456"/>
                  <a:gd name="connsiteX483" fmla="*/ 2102929 w 2532697"/>
                  <a:gd name="connsiteY483" fmla="*/ 16668 h 223456"/>
                  <a:gd name="connsiteX484" fmla="*/ 987646 w 2532697"/>
                  <a:gd name="connsiteY484" fmla="*/ 12287 h 223456"/>
                  <a:gd name="connsiteX485" fmla="*/ 989456 w 2532697"/>
                  <a:gd name="connsiteY485" fmla="*/ 12287 h 223456"/>
                  <a:gd name="connsiteX486" fmla="*/ 1013269 w 2532697"/>
                  <a:gd name="connsiteY486" fmla="*/ 13811 h 223456"/>
                  <a:gd name="connsiteX487" fmla="*/ 1027175 w 2532697"/>
                  <a:gd name="connsiteY487" fmla="*/ 19907 h 223456"/>
                  <a:gd name="connsiteX488" fmla="*/ 1034033 w 2532697"/>
                  <a:gd name="connsiteY488" fmla="*/ 31242 h 223456"/>
                  <a:gd name="connsiteX489" fmla="*/ 1026794 w 2532697"/>
                  <a:gd name="connsiteY489" fmla="*/ 43243 h 223456"/>
                  <a:gd name="connsiteX490" fmla="*/ 1002982 w 2532697"/>
                  <a:gd name="connsiteY490" fmla="*/ 30670 h 223456"/>
                  <a:gd name="connsiteX491" fmla="*/ 1002886 w 2532697"/>
                  <a:gd name="connsiteY491" fmla="*/ 30575 h 223456"/>
                  <a:gd name="connsiteX492" fmla="*/ 987170 w 2532697"/>
                  <a:gd name="connsiteY492" fmla="*/ 14192 h 223456"/>
                  <a:gd name="connsiteX493" fmla="*/ 987646 w 2532697"/>
                  <a:gd name="connsiteY493" fmla="*/ 12287 h 223456"/>
                  <a:gd name="connsiteX494" fmla="*/ 1679352 w 2532697"/>
                  <a:gd name="connsiteY494" fmla="*/ 7620 h 223456"/>
                  <a:gd name="connsiteX495" fmla="*/ 1690496 w 2532697"/>
                  <a:gd name="connsiteY495" fmla="*/ 13430 h 223456"/>
                  <a:gd name="connsiteX496" fmla="*/ 1700211 w 2532697"/>
                  <a:gd name="connsiteY496" fmla="*/ 21907 h 223456"/>
                  <a:gd name="connsiteX497" fmla="*/ 1696687 w 2532697"/>
                  <a:gd name="connsiteY497" fmla="*/ 26384 h 223456"/>
                  <a:gd name="connsiteX498" fmla="*/ 1692401 w 2532697"/>
                  <a:gd name="connsiteY498" fmla="*/ 31432 h 223456"/>
                  <a:gd name="connsiteX499" fmla="*/ 1686972 w 2532697"/>
                  <a:gd name="connsiteY499" fmla="*/ 50768 h 223456"/>
                  <a:gd name="connsiteX500" fmla="*/ 1680781 w 2532697"/>
                  <a:gd name="connsiteY500" fmla="*/ 79629 h 223456"/>
                  <a:gd name="connsiteX501" fmla="*/ 1700211 w 2532697"/>
                  <a:gd name="connsiteY501" fmla="*/ 77628 h 223456"/>
                  <a:gd name="connsiteX502" fmla="*/ 1710975 w 2532697"/>
                  <a:gd name="connsiteY502" fmla="*/ 75438 h 223456"/>
                  <a:gd name="connsiteX503" fmla="*/ 1724881 w 2532697"/>
                  <a:gd name="connsiteY503" fmla="*/ 83629 h 223456"/>
                  <a:gd name="connsiteX504" fmla="*/ 1724977 w 2532697"/>
                  <a:gd name="connsiteY504" fmla="*/ 83534 h 223456"/>
                  <a:gd name="connsiteX505" fmla="*/ 1732882 w 2532697"/>
                  <a:gd name="connsiteY505" fmla="*/ 93821 h 223456"/>
                  <a:gd name="connsiteX506" fmla="*/ 1720119 w 2532697"/>
                  <a:gd name="connsiteY506" fmla="*/ 98774 h 223456"/>
                  <a:gd name="connsiteX507" fmla="*/ 1712308 w 2532697"/>
                  <a:gd name="connsiteY507" fmla="*/ 99345 h 223456"/>
                  <a:gd name="connsiteX508" fmla="*/ 1694497 w 2532697"/>
                  <a:gd name="connsiteY508" fmla="*/ 104394 h 223456"/>
                  <a:gd name="connsiteX509" fmla="*/ 1692782 w 2532697"/>
                  <a:gd name="connsiteY509" fmla="*/ 101441 h 223456"/>
                  <a:gd name="connsiteX510" fmla="*/ 1703450 w 2532697"/>
                  <a:gd name="connsiteY510" fmla="*/ 88773 h 223456"/>
                  <a:gd name="connsiteX511" fmla="*/ 1701831 w 2532697"/>
                  <a:gd name="connsiteY511" fmla="*/ 88392 h 223456"/>
                  <a:gd name="connsiteX512" fmla="*/ 1693449 w 2532697"/>
                  <a:gd name="connsiteY512" fmla="*/ 88011 h 223456"/>
                  <a:gd name="connsiteX513" fmla="*/ 1628488 w 2532697"/>
                  <a:gd name="connsiteY513" fmla="*/ 94202 h 223456"/>
                  <a:gd name="connsiteX514" fmla="*/ 1564099 w 2532697"/>
                  <a:gd name="connsiteY514" fmla="*/ 103346 h 223456"/>
                  <a:gd name="connsiteX515" fmla="*/ 1558384 w 2532697"/>
                  <a:gd name="connsiteY515" fmla="*/ 120681 h 223456"/>
                  <a:gd name="connsiteX516" fmla="*/ 1546954 w 2532697"/>
                  <a:gd name="connsiteY516" fmla="*/ 129159 h 223456"/>
                  <a:gd name="connsiteX517" fmla="*/ 1540382 w 2532697"/>
                  <a:gd name="connsiteY517" fmla="*/ 119824 h 223456"/>
                  <a:gd name="connsiteX518" fmla="*/ 1545621 w 2532697"/>
                  <a:gd name="connsiteY518" fmla="*/ 106775 h 223456"/>
                  <a:gd name="connsiteX519" fmla="*/ 1549716 w 2532697"/>
                  <a:gd name="connsiteY519" fmla="*/ 86391 h 223456"/>
                  <a:gd name="connsiteX520" fmla="*/ 1549716 w 2532697"/>
                  <a:gd name="connsiteY520" fmla="*/ 84106 h 223456"/>
                  <a:gd name="connsiteX521" fmla="*/ 1551907 w 2532697"/>
                  <a:gd name="connsiteY521" fmla="*/ 84582 h 223456"/>
                  <a:gd name="connsiteX522" fmla="*/ 1562385 w 2532697"/>
                  <a:gd name="connsiteY522" fmla="*/ 94964 h 223456"/>
                  <a:gd name="connsiteX523" fmla="*/ 1585816 w 2532697"/>
                  <a:gd name="connsiteY523" fmla="*/ 90392 h 223456"/>
                  <a:gd name="connsiteX524" fmla="*/ 1568386 w 2532697"/>
                  <a:gd name="connsiteY524" fmla="*/ 36099 h 223456"/>
                  <a:gd name="connsiteX525" fmla="*/ 1565719 w 2532697"/>
                  <a:gd name="connsiteY525" fmla="*/ 32099 h 223456"/>
                  <a:gd name="connsiteX526" fmla="*/ 1579911 w 2532697"/>
                  <a:gd name="connsiteY526" fmla="*/ 27527 h 223456"/>
                  <a:gd name="connsiteX527" fmla="*/ 1585816 w 2532697"/>
                  <a:gd name="connsiteY527" fmla="*/ 13430 h 223456"/>
                  <a:gd name="connsiteX528" fmla="*/ 1590769 w 2532697"/>
                  <a:gd name="connsiteY528" fmla="*/ 10001 h 223456"/>
                  <a:gd name="connsiteX529" fmla="*/ 1600009 w 2532697"/>
                  <a:gd name="connsiteY529" fmla="*/ 12763 h 223456"/>
                  <a:gd name="connsiteX530" fmla="*/ 1605819 w 2532697"/>
                  <a:gd name="connsiteY530" fmla="*/ 19907 h 223456"/>
                  <a:gd name="connsiteX531" fmla="*/ 1605819 w 2532697"/>
                  <a:gd name="connsiteY531" fmla="*/ 20955 h 223456"/>
                  <a:gd name="connsiteX532" fmla="*/ 1587055 w 2532697"/>
                  <a:gd name="connsiteY532" fmla="*/ 32194 h 223456"/>
                  <a:gd name="connsiteX533" fmla="*/ 1587626 w 2532697"/>
                  <a:gd name="connsiteY533" fmla="*/ 39052 h 223456"/>
                  <a:gd name="connsiteX534" fmla="*/ 1588483 w 2532697"/>
                  <a:gd name="connsiteY534" fmla="*/ 44101 h 223456"/>
                  <a:gd name="connsiteX535" fmla="*/ 1593246 w 2532697"/>
                  <a:gd name="connsiteY535" fmla="*/ 42481 h 223456"/>
                  <a:gd name="connsiteX536" fmla="*/ 1602295 w 2532697"/>
                  <a:gd name="connsiteY536" fmla="*/ 40005 h 223456"/>
                  <a:gd name="connsiteX537" fmla="*/ 1608390 w 2532697"/>
                  <a:gd name="connsiteY537" fmla="*/ 44958 h 223456"/>
                  <a:gd name="connsiteX538" fmla="*/ 1599056 w 2532697"/>
                  <a:gd name="connsiteY538" fmla="*/ 52197 h 223456"/>
                  <a:gd name="connsiteX539" fmla="*/ 1590960 w 2532697"/>
                  <a:gd name="connsiteY539" fmla="*/ 54769 h 223456"/>
                  <a:gd name="connsiteX540" fmla="*/ 1593055 w 2532697"/>
                  <a:gd name="connsiteY540" fmla="*/ 66579 h 223456"/>
                  <a:gd name="connsiteX541" fmla="*/ 1598580 w 2532697"/>
                  <a:gd name="connsiteY541" fmla="*/ 64865 h 223456"/>
                  <a:gd name="connsiteX542" fmla="*/ 1607057 w 2532697"/>
                  <a:gd name="connsiteY542" fmla="*/ 62484 h 223456"/>
                  <a:gd name="connsiteX543" fmla="*/ 1613439 w 2532697"/>
                  <a:gd name="connsiteY543" fmla="*/ 64770 h 223456"/>
                  <a:gd name="connsiteX544" fmla="*/ 1613820 w 2532697"/>
                  <a:gd name="connsiteY544" fmla="*/ 65056 h 223456"/>
                  <a:gd name="connsiteX545" fmla="*/ 1614010 w 2532697"/>
                  <a:gd name="connsiteY545" fmla="*/ 65436 h 223456"/>
                  <a:gd name="connsiteX546" fmla="*/ 1614296 w 2532697"/>
                  <a:gd name="connsiteY546" fmla="*/ 66865 h 223456"/>
                  <a:gd name="connsiteX547" fmla="*/ 1612391 w 2532697"/>
                  <a:gd name="connsiteY547" fmla="*/ 69913 h 223456"/>
                  <a:gd name="connsiteX548" fmla="*/ 1611439 w 2532697"/>
                  <a:gd name="connsiteY548" fmla="*/ 70485 h 223456"/>
                  <a:gd name="connsiteX549" fmla="*/ 1610486 w 2532697"/>
                  <a:gd name="connsiteY549" fmla="*/ 71152 h 223456"/>
                  <a:gd name="connsiteX550" fmla="*/ 1602104 w 2532697"/>
                  <a:gd name="connsiteY550" fmla="*/ 73342 h 223456"/>
                  <a:gd name="connsiteX551" fmla="*/ 1594960 w 2532697"/>
                  <a:gd name="connsiteY551" fmla="*/ 74961 h 223456"/>
                  <a:gd name="connsiteX552" fmla="*/ 1596770 w 2532697"/>
                  <a:gd name="connsiteY552" fmla="*/ 88773 h 223456"/>
                  <a:gd name="connsiteX553" fmla="*/ 1668398 w 2532697"/>
                  <a:gd name="connsiteY553" fmla="*/ 80677 h 223456"/>
                  <a:gd name="connsiteX554" fmla="*/ 1670874 w 2532697"/>
                  <a:gd name="connsiteY554" fmla="*/ 65532 h 223456"/>
                  <a:gd name="connsiteX555" fmla="*/ 1666493 w 2532697"/>
                  <a:gd name="connsiteY555" fmla="*/ 66008 h 223456"/>
                  <a:gd name="connsiteX556" fmla="*/ 1658873 w 2532697"/>
                  <a:gd name="connsiteY556" fmla="*/ 66675 h 223456"/>
                  <a:gd name="connsiteX557" fmla="*/ 1648777 w 2532697"/>
                  <a:gd name="connsiteY557" fmla="*/ 60388 h 223456"/>
                  <a:gd name="connsiteX558" fmla="*/ 1648110 w 2532697"/>
                  <a:gd name="connsiteY558" fmla="*/ 58388 h 223456"/>
                  <a:gd name="connsiteX559" fmla="*/ 1672494 w 2532697"/>
                  <a:gd name="connsiteY559" fmla="*/ 56197 h 223456"/>
                  <a:gd name="connsiteX560" fmla="*/ 1674970 w 2532697"/>
                  <a:gd name="connsiteY560" fmla="*/ 44196 h 223456"/>
                  <a:gd name="connsiteX561" fmla="*/ 1673923 w 2532697"/>
                  <a:gd name="connsiteY561" fmla="*/ 44101 h 223456"/>
                  <a:gd name="connsiteX562" fmla="*/ 1662111 w 2532697"/>
                  <a:gd name="connsiteY562" fmla="*/ 45053 h 223456"/>
                  <a:gd name="connsiteX563" fmla="*/ 1650872 w 2532697"/>
                  <a:gd name="connsiteY563" fmla="*/ 39910 h 223456"/>
                  <a:gd name="connsiteX564" fmla="*/ 1649157 w 2532697"/>
                  <a:gd name="connsiteY564" fmla="*/ 37528 h 223456"/>
                  <a:gd name="connsiteX565" fmla="*/ 1652015 w 2532697"/>
                  <a:gd name="connsiteY565" fmla="*/ 37052 h 223456"/>
                  <a:gd name="connsiteX566" fmla="*/ 1676590 w 2532697"/>
                  <a:gd name="connsiteY566" fmla="*/ 34766 h 223456"/>
                  <a:gd name="connsiteX567" fmla="*/ 1678209 w 2532697"/>
                  <a:gd name="connsiteY567" fmla="*/ 26384 h 223456"/>
                  <a:gd name="connsiteX568" fmla="*/ 1675447 w 2532697"/>
                  <a:gd name="connsiteY568" fmla="*/ 21526 h 223456"/>
                  <a:gd name="connsiteX569" fmla="*/ 1669827 w 2532697"/>
                  <a:gd name="connsiteY569" fmla="*/ 22479 h 223456"/>
                  <a:gd name="connsiteX570" fmla="*/ 1663445 w 2532697"/>
                  <a:gd name="connsiteY570" fmla="*/ 23431 h 223456"/>
                  <a:gd name="connsiteX571" fmla="*/ 1652206 w 2532697"/>
                  <a:gd name="connsiteY571" fmla="*/ 18954 h 223456"/>
                  <a:gd name="connsiteX572" fmla="*/ 1649157 w 2532697"/>
                  <a:gd name="connsiteY572" fmla="*/ 16669 h 223456"/>
                  <a:gd name="connsiteX573" fmla="*/ 1652872 w 2532697"/>
                  <a:gd name="connsiteY573" fmla="*/ 15906 h 223456"/>
                  <a:gd name="connsiteX574" fmla="*/ 1671160 w 2532697"/>
                  <a:gd name="connsiteY574" fmla="*/ 10668 h 223456"/>
                  <a:gd name="connsiteX575" fmla="*/ 1679352 w 2532697"/>
                  <a:gd name="connsiteY575" fmla="*/ 7620 h 223456"/>
                  <a:gd name="connsiteX576" fmla="*/ 1289875 w 2532697"/>
                  <a:gd name="connsiteY576" fmla="*/ 7143 h 223456"/>
                  <a:gd name="connsiteX577" fmla="*/ 1304353 w 2532697"/>
                  <a:gd name="connsiteY577" fmla="*/ 9429 h 223456"/>
                  <a:gd name="connsiteX578" fmla="*/ 1315117 w 2532697"/>
                  <a:gd name="connsiteY578" fmla="*/ 14287 h 223456"/>
                  <a:gd name="connsiteX579" fmla="*/ 1319212 w 2532697"/>
                  <a:gd name="connsiteY579" fmla="*/ 21907 h 223456"/>
                  <a:gd name="connsiteX580" fmla="*/ 1315974 w 2532697"/>
                  <a:gd name="connsiteY580" fmla="*/ 35718 h 223456"/>
                  <a:gd name="connsiteX581" fmla="*/ 1312354 w 2532697"/>
                  <a:gd name="connsiteY581" fmla="*/ 79152 h 223456"/>
                  <a:gd name="connsiteX582" fmla="*/ 1345025 w 2532697"/>
                  <a:gd name="connsiteY582" fmla="*/ 71722 h 223456"/>
                  <a:gd name="connsiteX583" fmla="*/ 1361980 w 2532697"/>
                  <a:gd name="connsiteY583" fmla="*/ 66103 h 223456"/>
                  <a:gd name="connsiteX584" fmla="*/ 1380077 w 2532697"/>
                  <a:gd name="connsiteY584" fmla="*/ 70198 h 223456"/>
                  <a:gd name="connsiteX585" fmla="*/ 1388173 w 2532697"/>
                  <a:gd name="connsiteY585" fmla="*/ 78581 h 223456"/>
                  <a:gd name="connsiteX586" fmla="*/ 1382363 w 2532697"/>
                  <a:gd name="connsiteY586" fmla="*/ 83724 h 223456"/>
                  <a:gd name="connsiteX587" fmla="*/ 1351121 w 2532697"/>
                  <a:gd name="connsiteY587" fmla="*/ 86963 h 223456"/>
                  <a:gd name="connsiteX588" fmla="*/ 1311783 w 2532697"/>
                  <a:gd name="connsiteY588" fmla="*/ 91915 h 223456"/>
                  <a:gd name="connsiteX589" fmla="*/ 1311211 w 2532697"/>
                  <a:gd name="connsiteY589" fmla="*/ 103726 h 223456"/>
                  <a:gd name="connsiteX590" fmla="*/ 1335405 w 2532697"/>
                  <a:gd name="connsiteY590" fmla="*/ 138016 h 223456"/>
                  <a:gd name="connsiteX591" fmla="*/ 1361885 w 2532697"/>
                  <a:gd name="connsiteY591" fmla="*/ 162019 h 223456"/>
                  <a:gd name="connsiteX592" fmla="*/ 1391126 w 2532697"/>
                  <a:gd name="connsiteY592" fmla="*/ 174973 h 223456"/>
                  <a:gd name="connsiteX593" fmla="*/ 1391221 w 2532697"/>
                  <a:gd name="connsiteY593" fmla="*/ 174973 h 223456"/>
                  <a:gd name="connsiteX594" fmla="*/ 1426273 w 2532697"/>
                  <a:gd name="connsiteY594" fmla="*/ 183070 h 223456"/>
                  <a:gd name="connsiteX595" fmla="*/ 1426273 w 2532697"/>
                  <a:gd name="connsiteY595" fmla="*/ 186499 h 223456"/>
                  <a:gd name="connsiteX596" fmla="*/ 1370076 w 2532697"/>
                  <a:gd name="connsiteY596" fmla="*/ 193261 h 223456"/>
                  <a:gd name="connsiteX597" fmla="*/ 1341120 w 2532697"/>
                  <a:gd name="connsiteY597" fmla="*/ 168020 h 223456"/>
                  <a:gd name="connsiteX598" fmla="*/ 1308068 w 2532697"/>
                  <a:gd name="connsiteY598" fmla="*/ 118205 h 223456"/>
                  <a:gd name="connsiteX599" fmla="*/ 1274350 w 2532697"/>
                  <a:gd name="connsiteY599" fmla="*/ 170782 h 223456"/>
                  <a:gd name="connsiteX600" fmla="*/ 1229582 w 2532697"/>
                  <a:gd name="connsiteY600" fmla="*/ 188118 h 223456"/>
                  <a:gd name="connsiteX601" fmla="*/ 1229106 w 2532697"/>
                  <a:gd name="connsiteY601" fmla="*/ 184784 h 223456"/>
                  <a:gd name="connsiteX602" fmla="*/ 1296067 w 2532697"/>
                  <a:gd name="connsiteY602" fmla="*/ 94297 h 223456"/>
                  <a:gd name="connsiteX603" fmla="*/ 1279493 w 2532697"/>
                  <a:gd name="connsiteY603" fmla="*/ 97916 h 223456"/>
                  <a:gd name="connsiteX604" fmla="*/ 1257490 w 2532697"/>
                  <a:gd name="connsiteY604" fmla="*/ 101250 h 223456"/>
                  <a:gd name="connsiteX605" fmla="*/ 1237583 w 2532697"/>
                  <a:gd name="connsiteY605" fmla="*/ 92677 h 223456"/>
                  <a:gd name="connsiteX606" fmla="*/ 1235678 w 2532697"/>
                  <a:gd name="connsiteY606" fmla="*/ 90201 h 223456"/>
                  <a:gd name="connsiteX607" fmla="*/ 1296448 w 2532697"/>
                  <a:gd name="connsiteY607" fmla="*/ 81914 h 223456"/>
                  <a:gd name="connsiteX608" fmla="*/ 1297114 w 2532697"/>
                  <a:gd name="connsiteY608" fmla="*/ 56578 h 223456"/>
                  <a:gd name="connsiteX609" fmla="*/ 1287399 w 2532697"/>
                  <a:gd name="connsiteY609" fmla="*/ 15335 h 223456"/>
                  <a:gd name="connsiteX610" fmla="*/ 1285113 w 2532697"/>
                  <a:gd name="connsiteY610" fmla="*/ 11524 h 223456"/>
                  <a:gd name="connsiteX611" fmla="*/ 1289875 w 2532697"/>
                  <a:gd name="connsiteY611" fmla="*/ 7143 h 223456"/>
                  <a:gd name="connsiteX612" fmla="*/ 2403919 w 2532697"/>
                  <a:gd name="connsiteY612" fmla="*/ 3048 h 223456"/>
                  <a:gd name="connsiteX613" fmla="*/ 2404395 w 2532697"/>
                  <a:gd name="connsiteY613" fmla="*/ 3048 h 223456"/>
                  <a:gd name="connsiteX614" fmla="*/ 2404776 w 2532697"/>
                  <a:gd name="connsiteY614" fmla="*/ 3048 h 223456"/>
                  <a:gd name="connsiteX615" fmla="*/ 2421826 w 2532697"/>
                  <a:gd name="connsiteY615" fmla="*/ 8763 h 223456"/>
                  <a:gd name="connsiteX616" fmla="*/ 2429636 w 2532697"/>
                  <a:gd name="connsiteY616" fmla="*/ 18383 h 223456"/>
                  <a:gd name="connsiteX617" fmla="*/ 2428589 w 2532697"/>
                  <a:gd name="connsiteY617" fmla="*/ 23908 h 223456"/>
                  <a:gd name="connsiteX618" fmla="*/ 2425255 w 2532697"/>
                  <a:gd name="connsiteY618" fmla="*/ 58293 h 223456"/>
                  <a:gd name="connsiteX619" fmla="*/ 2425064 w 2532697"/>
                  <a:gd name="connsiteY619" fmla="*/ 58388 h 223456"/>
                  <a:gd name="connsiteX620" fmla="*/ 2424838 w 2532697"/>
                  <a:gd name="connsiteY620" fmla="*/ 75680 h 223456"/>
                  <a:gd name="connsiteX621" fmla="*/ 2424874 w 2532697"/>
                  <a:gd name="connsiteY621" fmla="*/ 68580 h 223456"/>
                  <a:gd name="connsiteX622" fmla="*/ 2424838 w 2532697"/>
                  <a:gd name="connsiteY622" fmla="*/ 75689 h 223456"/>
                  <a:gd name="connsiteX623" fmla="*/ 2424838 w 2532697"/>
                  <a:gd name="connsiteY623" fmla="*/ 75680 h 223456"/>
                  <a:gd name="connsiteX624" fmla="*/ 2424838 w 2532697"/>
                  <a:gd name="connsiteY624" fmla="*/ 75703 h 223456"/>
                  <a:gd name="connsiteX625" fmla="*/ 2424838 w 2532697"/>
                  <a:gd name="connsiteY625" fmla="*/ 75725 h 223456"/>
                  <a:gd name="connsiteX626" fmla="*/ 2424838 w 2532697"/>
                  <a:gd name="connsiteY626" fmla="*/ 75762 h 223456"/>
                  <a:gd name="connsiteX627" fmla="*/ 2424838 w 2532697"/>
                  <a:gd name="connsiteY627" fmla="*/ 75821 h 223456"/>
                  <a:gd name="connsiteX628" fmla="*/ 2424838 w 2532697"/>
                  <a:gd name="connsiteY628" fmla="*/ 75858 h 223456"/>
                  <a:gd name="connsiteX629" fmla="*/ 2424838 w 2532697"/>
                  <a:gd name="connsiteY629" fmla="*/ 75880 h 223456"/>
                  <a:gd name="connsiteX630" fmla="*/ 2424838 w 2532697"/>
                  <a:gd name="connsiteY630" fmla="*/ 75903 h 223456"/>
                  <a:gd name="connsiteX631" fmla="*/ 2424302 w 2532697"/>
                  <a:gd name="connsiteY631" fmla="*/ 117062 h 223456"/>
                  <a:gd name="connsiteX632" fmla="*/ 2425160 w 2532697"/>
                  <a:gd name="connsiteY632" fmla="*/ 180118 h 223456"/>
                  <a:gd name="connsiteX633" fmla="*/ 2419064 w 2532697"/>
                  <a:gd name="connsiteY633" fmla="*/ 220027 h 223456"/>
                  <a:gd name="connsiteX634" fmla="*/ 2418016 w 2532697"/>
                  <a:gd name="connsiteY634" fmla="*/ 220789 h 223456"/>
                  <a:gd name="connsiteX635" fmla="*/ 2417349 w 2532697"/>
                  <a:gd name="connsiteY635" fmla="*/ 220789 h 223456"/>
                  <a:gd name="connsiteX636" fmla="*/ 2410872 w 2532697"/>
                  <a:gd name="connsiteY636" fmla="*/ 205264 h 223456"/>
                  <a:gd name="connsiteX637" fmla="*/ 2408015 w 2532697"/>
                  <a:gd name="connsiteY637" fmla="*/ 186690 h 223456"/>
                  <a:gd name="connsiteX638" fmla="*/ 2409158 w 2532697"/>
                  <a:gd name="connsiteY638" fmla="*/ 152876 h 223456"/>
                  <a:gd name="connsiteX639" fmla="*/ 2409825 w 2532697"/>
                  <a:gd name="connsiteY639" fmla="*/ 117920 h 223456"/>
                  <a:gd name="connsiteX640" fmla="*/ 2409634 w 2532697"/>
                  <a:gd name="connsiteY640" fmla="*/ 60293 h 223456"/>
                  <a:gd name="connsiteX641" fmla="*/ 2407062 w 2532697"/>
                  <a:gd name="connsiteY641" fmla="*/ 27337 h 223456"/>
                  <a:gd name="connsiteX642" fmla="*/ 2399633 w 2532697"/>
                  <a:gd name="connsiteY642" fmla="*/ 10763 h 223456"/>
                  <a:gd name="connsiteX643" fmla="*/ 2399347 w 2532697"/>
                  <a:gd name="connsiteY643" fmla="*/ 8572 h 223456"/>
                  <a:gd name="connsiteX644" fmla="*/ 2403919 w 2532697"/>
                  <a:gd name="connsiteY644" fmla="*/ 3048 h 223456"/>
                  <a:gd name="connsiteX645" fmla="*/ 448817 w 2532697"/>
                  <a:gd name="connsiteY645" fmla="*/ 2952 h 223456"/>
                  <a:gd name="connsiteX646" fmla="*/ 449389 w 2532697"/>
                  <a:gd name="connsiteY646" fmla="*/ 2952 h 223456"/>
                  <a:gd name="connsiteX647" fmla="*/ 462152 w 2532697"/>
                  <a:gd name="connsiteY647" fmla="*/ 6667 h 223456"/>
                  <a:gd name="connsiteX648" fmla="*/ 472534 w 2532697"/>
                  <a:gd name="connsiteY648" fmla="*/ 14287 h 223456"/>
                  <a:gd name="connsiteX649" fmla="*/ 472820 w 2532697"/>
                  <a:gd name="connsiteY649" fmla="*/ 14858 h 223456"/>
                  <a:gd name="connsiteX650" fmla="*/ 461962 w 2532697"/>
                  <a:gd name="connsiteY650" fmla="*/ 38861 h 223456"/>
                  <a:gd name="connsiteX651" fmla="*/ 476535 w 2532697"/>
                  <a:gd name="connsiteY651" fmla="*/ 36480 h 223456"/>
                  <a:gd name="connsiteX652" fmla="*/ 487489 w 2532697"/>
                  <a:gd name="connsiteY652" fmla="*/ 43148 h 223456"/>
                  <a:gd name="connsiteX653" fmla="*/ 476535 w 2532697"/>
                  <a:gd name="connsiteY653" fmla="*/ 48958 h 223456"/>
                  <a:gd name="connsiteX654" fmla="*/ 463867 w 2532697"/>
                  <a:gd name="connsiteY654" fmla="*/ 50196 h 223456"/>
                  <a:gd name="connsiteX655" fmla="*/ 457009 w 2532697"/>
                  <a:gd name="connsiteY655" fmla="*/ 51244 h 223456"/>
                  <a:gd name="connsiteX656" fmla="*/ 450341 w 2532697"/>
                  <a:gd name="connsiteY656" fmla="*/ 73913 h 223456"/>
                  <a:gd name="connsiteX657" fmla="*/ 487489 w 2532697"/>
                  <a:gd name="connsiteY657" fmla="*/ 67055 h 223456"/>
                  <a:gd name="connsiteX658" fmla="*/ 498824 w 2532697"/>
                  <a:gd name="connsiteY658" fmla="*/ 71341 h 223456"/>
                  <a:gd name="connsiteX659" fmla="*/ 504062 w 2532697"/>
                  <a:gd name="connsiteY659" fmla="*/ 78581 h 223456"/>
                  <a:gd name="connsiteX660" fmla="*/ 498728 w 2532697"/>
                  <a:gd name="connsiteY660" fmla="*/ 82295 h 223456"/>
                  <a:gd name="connsiteX661" fmla="*/ 476821 w 2532697"/>
                  <a:gd name="connsiteY661" fmla="*/ 83152 h 223456"/>
                  <a:gd name="connsiteX662" fmla="*/ 443293 w 2532697"/>
                  <a:gd name="connsiteY662" fmla="*/ 86486 h 223456"/>
                  <a:gd name="connsiteX663" fmla="*/ 483203 w 2532697"/>
                  <a:gd name="connsiteY663" fmla="*/ 116776 h 223456"/>
                  <a:gd name="connsiteX664" fmla="*/ 535114 w 2532697"/>
                  <a:gd name="connsiteY664" fmla="*/ 136969 h 223456"/>
                  <a:gd name="connsiteX665" fmla="*/ 535209 w 2532697"/>
                  <a:gd name="connsiteY665" fmla="*/ 137064 h 223456"/>
                  <a:gd name="connsiteX666" fmla="*/ 537495 w 2532697"/>
                  <a:gd name="connsiteY666" fmla="*/ 139540 h 223456"/>
                  <a:gd name="connsiteX667" fmla="*/ 519683 w 2532697"/>
                  <a:gd name="connsiteY667" fmla="*/ 145256 h 223456"/>
                  <a:gd name="connsiteX668" fmla="*/ 499681 w 2532697"/>
                  <a:gd name="connsiteY668" fmla="*/ 147732 h 223456"/>
                  <a:gd name="connsiteX669" fmla="*/ 491870 w 2532697"/>
                  <a:gd name="connsiteY669" fmla="*/ 146398 h 223456"/>
                  <a:gd name="connsiteX670" fmla="*/ 478535 w 2532697"/>
                  <a:gd name="connsiteY670" fmla="*/ 136397 h 223456"/>
                  <a:gd name="connsiteX671" fmla="*/ 456628 w 2532697"/>
                  <a:gd name="connsiteY671" fmla="*/ 114204 h 223456"/>
                  <a:gd name="connsiteX672" fmla="*/ 433196 w 2532697"/>
                  <a:gd name="connsiteY672" fmla="*/ 87915 h 223456"/>
                  <a:gd name="connsiteX673" fmla="*/ 413765 w 2532697"/>
                  <a:gd name="connsiteY673" fmla="*/ 91725 h 223456"/>
                  <a:gd name="connsiteX674" fmla="*/ 419957 w 2532697"/>
                  <a:gd name="connsiteY674" fmla="*/ 98678 h 223456"/>
                  <a:gd name="connsiteX675" fmla="*/ 411479 w 2532697"/>
                  <a:gd name="connsiteY675" fmla="*/ 110680 h 223456"/>
                  <a:gd name="connsiteX676" fmla="*/ 403574 w 2532697"/>
                  <a:gd name="connsiteY676" fmla="*/ 120681 h 223456"/>
                  <a:gd name="connsiteX677" fmla="*/ 406812 w 2532697"/>
                  <a:gd name="connsiteY677" fmla="*/ 121157 h 223456"/>
                  <a:gd name="connsiteX678" fmla="*/ 418528 w 2532697"/>
                  <a:gd name="connsiteY678" fmla="*/ 119538 h 223456"/>
                  <a:gd name="connsiteX679" fmla="*/ 429482 w 2532697"/>
                  <a:gd name="connsiteY679" fmla="*/ 115823 h 223456"/>
                  <a:gd name="connsiteX680" fmla="*/ 439959 w 2532697"/>
                  <a:gd name="connsiteY680" fmla="*/ 111347 h 223456"/>
                  <a:gd name="connsiteX681" fmla="*/ 451961 w 2532697"/>
                  <a:gd name="connsiteY681" fmla="*/ 116109 h 223456"/>
                  <a:gd name="connsiteX682" fmla="*/ 460819 w 2532697"/>
                  <a:gd name="connsiteY682" fmla="*/ 124681 h 223456"/>
                  <a:gd name="connsiteX683" fmla="*/ 456533 w 2532697"/>
                  <a:gd name="connsiteY683" fmla="*/ 129730 h 223456"/>
                  <a:gd name="connsiteX684" fmla="*/ 451961 w 2532697"/>
                  <a:gd name="connsiteY684" fmla="*/ 134969 h 223456"/>
                  <a:gd name="connsiteX685" fmla="*/ 447960 w 2532697"/>
                  <a:gd name="connsiteY685" fmla="*/ 143827 h 223456"/>
                  <a:gd name="connsiteX686" fmla="*/ 452913 w 2532697"/>
                  <a:gd name="connsiteY686" fmla="*/ 149256 h 223456"/>
                  <a:gd name="connsiteX687" fmla="*/ 451199 w 2532697"/>
                  <a:gd name="connsiteY687" fmla="*/ 153256 h 223456"/>
                  <a:gd name="connsiteX688" fmla="*/ 433101 w 2532697"/>
                  <a:gd name="connsiteY688" fmla="*/ 158305 h 223456"/>
                  <a:gd name="connsiteX689" fmla="*/ 414051 w 2532697"/>
                  <a:gd name="connsiteY689" fmla="*/ 160877 h 223456"/>
                  <a:gd name="connsiteX690" fmla="*/ 409479 w 2532697"/>
                  <a:gd name="connsiteY690" fmla="*/ 160591 h 223456"/>
                  <a:gd name="connsiteX691" fmla="*/ 410527 w 2532697"/>
                  <a:gd name="connsiteY691" fmla="*/ 174593 h 223456"/>
                  <a:gd name="connsiteX692" fmla="*/ 416337 w 2532697"/>
                  <a:gd name="connsiteY692" fmla="*/ 184022 h 223456"/>
                  <a:gd name="connsiteX693" fmla="*/ 433577 w 2532697"/>
                  <a:gd name="connsiteY693" fmla="*/ 186213 h 223456"/>
                  <a:gd name="connsiteX694" fmla="*/ 453675 w 2532697"/>
                  <a:gd name="connsiteY694" fmla="*/ 184308 h 223456"/>
                  <a:gd name="connsiteX695" fmla="*/ 466153 w 2532697"/>
                  <a:gd name="connsiteY695" fmla="*/ 180689 h 223456"/>
                  <a:gd name="connsiteX696" fmla="*/ 473201 w 2532697"/>
                  <a:gd name="connsiteY696" fmla="*/ 178498 h 223456"/>
                  <a:gd name="connsiteX697" fmla="*/ 480440 w 2532697"/>
                  <a:gd name="connsiteY697" fmla="*/ 180498 h 223456"/>
                  <a:gd name="connsiteX698" fmla="*/ 485774 w 2532697"/>
                  <a:gd name="connsiteY698" fmla="*/ 186499 h 223456"/>
                  <a:gd name="connsiteX699" fmla="*/ 469867 w 2532697"/>
                  <a:gd name="connsiteY699" fmla="*/ 197834 h 223456"/>
                  <a:gd name="connsiteX700" fmla="*/ 438816 w 2532697"/>
                  <a:gd name="connsiteY700" fmla="*/ 201263 h 223456"/>
                  <a:gd name="connsiteX701" fmla="*/ 405002 w 2532697"/>
                  <a:gd name="connsiteY701" fmla="*/ 191833 h 223456"/>
                  <a:gd name="connsiteX702" fmla="*/ 397192 w 2532697"/>
                  <a:gd name="connsiteY702" fmla="*/ 171640 h 223456"/>
                  <a:gd name="connsiteX703" fmla="*/ 397859 w 2532697"/>
                  <a:gd name="connsiteY703" fmla="*/ 152209 h 223456"/>
                  <a:gd name="connsiteX704" fmla="*/ 395954 w 2532697"/>
                  <a:gd name="connsiteY704" fmla="*/ 131254 h 223456"/>
                  <a:gd name="connsiteX705" fmla="*/ 348805 w 2532697"/>
                  <a:gd name="connsiteY705" fmla="*/ 166687 h 223456"/>
                  <a:gd name="connsiteX706" fmla="*/ 347948 w 2532697"/>
                  <a:gd name="connsiteY706" fmla="*/ 166877 h 223456"/>
                  <a:gd name="connsiteX707" fmla="*/ 344995 w 2532697"/>
                  <a:gd name="connsiteY707" fmla="*/ 164686 h 223456"/>
                  <a:gd name="connsiteX708" fmla="*/ 342328 w 2532697"/>
                  <a:gd name="connsiteY708" fmla="*/ 174402 h 223456"/>
                  <a:gd name="connsiteX709" fmla="*/ 336136 w 2532697"/>
                  <a:gd name="connsiteY709" fmla="*/ 183356 h 223456"/>
                  <a:gd name="connsiteX710" fmla="*/ 326611 w 2532697"/>
                  <a:gd name="connsiteY710" fmla="*/ 169544 h 223456"/>
                  <a:gd name="connsiteX711" fmla="*/ 322611 w 2532697"/>
                  <a:gd name="connsiteY711" fmla="*/ 151828 h 223456"/>
                  <a:gd name="connsiteX712" fmla="*/ 328612 w 2532697"/>
                  <a:gd name="connsiteY712" fmla="*/ 148113 h 223456"/>
                  <a:gd name="connsiteX713" fmla="*/ 336136 w 2532697"/>
                  <a:gd name="connsiteY713" fmla="*/ 144779 h 223456"/>
                  <a:gd name="connsiteX714" fmla="*/ 350234 w 2532697"/>
                  <a:gd name="connsiteY714" fmla="*/ 127730 h 223456"/>
                  <a:gd name="connsiteX715" fmla="*/ 365378 w 2532697"/>
                  <a:gd name="connsiteY715" fmla="*/ 108489 h 223456"/>
                  <a:gd name="connsiteX716" fmla="*/ 370522 w 2532697"/>
                  <a:gd name="connsiteY716" fmla="*/ 108489 h 223456"/>
                  <a:gd name="connsiteX717" fmla="*/ 348709 w 2532697"/>
                  <a:gd name="connsiteY717" fmla="*/ 154781 h 223456"/>
                  <a:gd name="connsiteX718" fmla="*/ 345471 w 2532697"/>
                  <a:gd name="connsiteY718" fmla="*/ 163353 h 223456"/>
                  <a:gd name="connsiteX719" fmla="*/ 346328 w 2532697"/>
                  <a:gd name="connsiteY719" fmla="*/ 162686 h 223456"/>
                  <a:gd name="connsiteX720" fmla="*/ 401669 w 2532697"/>
                  <a:gd name="connsiteY720" fmla="*/ 94392 h 223456"/>
                  <a:gd name="connsiteX721" fmla="*/ 393763 w 2532697"/>
                  <a:gd name="connsiteY721" fmla="*/ 96297 h 223456"/>
                  <a:gd name="connsiteX722" fmla="*/ 380428 w 2532697"/>
                  <a:gd name="connsiteY722" fmla="*/ 98297 h 223456"/>
                  <a:gd name="connsiteX723" fmla="*/ 364426 w 2532697"/>
                  <a:gd name="connsiteY723" fmla="*/ 90963 h 223456"/>
                  <a:gd name="connsiteX724" fmla="*/ 362616 w 2532697"/>
                  <a:gd name="connsiteY724" fmla="*/ 88486 h 223456"/>
                  <a:gd name="connsiteX725" fmla="*/ 365664 w 2532697"/>
                  <a:gd name="connsiteY725" fmla="*/ 88201 h 223456"/>
                  <a:gd name="connsiteX726" fmla="*/ 408908 w 2532697"/>
                  <a:gd name="connsiteY726" fmla="*/ 81819 h 223456"/>
                  <a:gd name="connsiteX727" fmla="*/ 406145 w 2532697"/>
                  <a:gd name="connsiteY727" fmla="*/ 61055 h 223456"/>
                  <a:gd name="connsiteX728" fmla="*/ 394906 w 2532697"/>
                  <a:gd name="connsiteY728" fmla="*/ 63245 h 223456"/>
                  <a:gd name="connsiteX729" fmla="*/ 381857 w 2532697"/>
                  <a:gd name="connsiteY729" fmla="*/ 58292 h 223456"/>
                  <a:gd name="connsiteX730" fmla="*/ 379190 w 2532697"/>
                  <a:gd name="connsiteY730" fmla="*/ 55911 h 223456"/>
                  <a:gd name="connsiteX731" fmla="*/ 405193 w 2532697"/>
                  <a:gd name="connsiteY731" fmla="*/ 50768 h 223456"/>
                  <a:gd name="connsiteX732" fmla="*/ 403192 w 2532697"/>
                  <a:gd name="connsiteY732" fmla="*/ 41909 h 223456"/>
                  <a:gd name="connsiteX733" fmla="*/ 398525 w 2532697"/>
                  <a:gd name="connsiteY733" fmla="*/ 28193 h 223456"/>
                  <a:gd name="connsiteX734" fmla="*/ 394906 w 2532697"/>
                  <a:gd name="connsiteY734" fmla="*/ 20954 h 223456"/>
                  <a:gd name="connsiteX735" fmla="*/ 399383 w 2532697"/>
                  <a:gd name="connsiteY735" fmla="*/ 17525 h 223456"/>
                  <a:gd name="connsiteX736" fmla="*/ 418528 w 2532697"/>
                  <a:gd name="connsiteY736" fmla="*/ 24288 h 223456"/>
                  <a:gd name="connsiteX737" fmla="*/ 419290 w 2532697"/>
                  <a:gd name="connsiteY737" fmla="*/ 24764 h 223456"/>
                  <a:gd name="connsiteX738" fmla="*/ 418242 w 2532697"/>
                  <a:gd name="connsiteY738" fmla="*/ 38290 h 223456"/>
                  <a:gd name="connsiteX739" fmla="*/ 417766 w 2532697"/>
                  <a:gd name="connsiteY739" fmla="*/ 48005 h 223456"/>
                  <a:gd name="connsiteX740" fmla="*/ 447198 w 2532697"/>
                  <a:gd name="connsiteY740" fmla="*/ 42195 h 223456"/>
                  <a:gd name="connsiteX741" fmla="*/ 450056 w 2532697"/>
                  <a:gd name="connsiteY741" fmla="*/ 22383 h 223456"/>
                  <a:gd name="connsiteX742" fmla="*/ 448341 w 2532697"/>
                  <a:gd name="connsiteY742" fmla="*/ 13048 h 223456"/>
                  <a:gd name="connsiteX743" fmla="*/ 446436 w 2532697"/>
                  <a:gd name="connsiteY743" fmla="*/ 7143 h 223456"/>
                  <a:gd name="connsiteX744" fmla="*/ 448341 w 2532697"/>
                  <a:gd name="connsiteY744" fmla="*/ 3333 h 223456"/>
                  <a:gd name="connsiteX745" fmla="*/ 1632203 w 2532697"/>
                  <a:gd name="connsiteY745" fmla="*/ 2381 h 223456"/>
                  <a:gd name="connsiteX746" fmla="*/ 1634489 w 2532697"/>
                  <a:gd name="connsiteY746" fmla="*/ 2762 h 223456"/>
                  <a:gd name="connsiteX747" fmla="*/ 1648300 w 2532697"/>
                  <a:gd name="connsiteY747" fmla="*/ 10001 h 223456"/>
                  <a:gd name="connsiteX748" fmla="*/ 1643538 w 2532697"/>
                  <a:gd name="connsiteY748" fmla="*/ 20955 h 223456"/>
                  <a:gd name="connsiteX749" fmla="*/ 1639347 w 2532697"/>
                  <a:gd name="connsiteY749" fmla="*/ 25812 h 223456"/>
                  <a:gd name="connsiteX750" fmla="*/ 1648110 w 2532697"/>
                  <a:gd name="connsiteY750" fmla="*/ 39624 h 223456"/>
                  <a:gd name="connsiteX751" fmla="*/ 1644681 w 2532697"/>
                  <a:gd name="connsiteY751" fmla="*/ 45624 h 223456"/>
                  <a:gd name="connsiteX752" fmla="*/ 1644014 w 2532697"/>
                  <a:gd name="connsiteY752" fmla="*/ 46101 h 223456"/>
                  <a:gd name="connsiteX753" fmla="*/ 1643157 w 2532697"/>
                  <a:gd name="connsiteY753" fmla="*/ 45815 h 223456"/>
                  <a:gd name="connsiteX754" fmla="*/ 1634965 w 2532697"/>
                  <a:gd name="connsiteY754" fmla="*/ 39624 h 223456"/>
                  <a:gd name="connsiteX755" fmla="*/ 1631346 w 2532697"/>
                  <a:gd name="connsiteY755" fmla="*/ 35337 h 223456"/>
                  <a:gd name="connsiteX756" fmla="*/ 1613058 w 2532697"/>
                  <a:gd name="connsiteY756" fmla="*/ 46863 h 223456"/>
                  <a:gd name="connsiteX757" fmla="*/ 1608105 w 2532697"/>
                  <a:gd name="connsiteY757" fmla="*/ 48101 h 223456"/>
                  <a:gd name="connsiteX758" fmla="*/ 1623249 w 2532697"/>
                  <a:gd name="connsiteY758" fmla="*/ 28956 h 223456"/>
                  <a:gd name="connsiteX759" fmla="*/ 1617439 w 2532697"/>
                  <a:gd name="connsiteY759" fmla="*/ 23717 h 223456"/>
                  <a:gd name="connsiteX760" fmla="*/ 1617249 w 2532697"/>
                  <a:gd name="connsiteY760" fmla="*/ 23527 h 223456"/>
                  <a:gd name="connsiteX761" fmla="*/ 1609915 w 2532697"/>
                  <a:gd name="connsiteY761" fmla="*/ 16859 h 223456"/>
                  <a:gd name="connsiteX762" fmla="*/ 1608295 w 2532697"/>
                  <a:gd name="connsiteY762" fmla="*/ 14382 h 223456"/>
                  <a:gd name="connsiteX763" fmla="*/ 1611343 w 2532697"/>
                  <a:gd name="connsiteY763" fmla="*/ 14192 h 223456"/>
                  <a:gd name="connsiteX764" fmla="*/ 1622297 w 2532697"/>
                  <a:gd name="connsiteY764" fmla="*/ 17145 h 223456"/>
                  <a:gd name="connsiteX765" fmla="*/ 1628393 w 2532697"/>
                  <a:gd name="connsiteY765" fmla="*/ 20193 h 223456"/>
                  <a:gd name="connsiteX766" fmla="*/ 1632679 w 2532697"/>
                  <a:gd name="connsiteY766" fmla="*/ 7334 h 223456"/>
                  <a:gd name="connsiteX767" fmla="*/ 1632489 w 2532697"/>
                  <a:gd name="connsiteY767" fmla="*/ 4667 h 223456"/>
                  <a:gd name="connsiteX768" fmla="*/ 120396 w 2532697"/>
                  <a:gd name="connsiteY768" fmla="*/ 2000 h 223456"/>
                  <a:gd name="connsiteX769" fmla="*/ 134874 w 2532697"/>
                  <a:gd name="connsiteY769" fmla="*/ 9048 h 223456"/>
                  <a:gd name="connsiteX770" fmla="*/ 144970 w 2532697"/>
                  <a:gd name="connsiteY770" fmla="*/ 19145 h 223456"/>
                  <a:gd name="connsiteX771" fmla="*/ 141732 w 2532697"/>
                  <a:gd name="connsiteY771" fmla="*/ 21812 h 223456"/>
                  <a:gd name="connsiteX772" fmla="*/ 102870 w 2532697"/>
                  <a:gd name="connsiteY772" fmla="*/ 30099 h 223456"/>
                  <a:gd name="connsiteX773" fmla="*/ 112395 w 2532697"/>
                  <a:gd name="connsiteY773" fmla="*/ 38290 h 223456"/>
                  <a:gd name="connsiteX774" fmla="*/ 110871 w 2532697"/>
                  <a:gd name="connsiteY774" fmla="*/ 42005 h 223456"/>
                  <a:gd name="connsiteX775" fmla="*/ 109823 w 2532697"/>
                  <a:gd name="connsiteY775" fmla="*/ 43719 h 223456"/>
                  <a:gd name="connsiteX776" fmla="*/ 108109 w 2532697"/>
                  <a:gd name="connsiteY776" fmla="*/ 54387 h 223456"/>
                  <a:gd name="connsiteX777" fmla="*/ 137827 w 2532697"/>
                  <a:gd name="connsiteY777" fmla="*/ 48577 h 223456"/>
                  <a:gd name="connsiteX778" fmla="*/ 158115 w 2532697"/>
                  <a:gd name="connsiteY778" fmla="*/ 44767 h 223456"/>
                  <a:gd name="connsiteX779" fmla="*/ 169259 w 2532697"/>
                  <a:gd name="connsiteY779" fmla="*/ 47529 h 223456"/>
                  <a:gd name="connsiteX780" fmla="*/ 174879 w 2532697"/>
                  <a:gd name="connsiteY780" fmla="*/ 55531 h 223456"/>
                  <a:gd name="connsiteX781" fmla="*/ 170783 w 2532697"/>
                  <a:gd name="connsiteY781" fmla="*/ 59817 h 223456"/>
                  <a:gd name="connsiteX782" fmla="*/ 145542 w 2532697"/>
                  <a:gd name="connsiteY782" fmla="*/ 61055 h 223456"/>
                  <a:gd name="connsiteX783" fmla="*/ 113252 w 2532697"/>
                  <a:gd name="connsiteY783" fmla="*/ 63055 h 223456"/>
                  <a:gd name="connsiteX784" fmla="*/ 157543 w 2532697"/>
                  <a:gd name="connsiteY784" fmla="*/ 93154 h 223456"/>
                  <a:gd name="connsiteX785" fmla="*/ 212979 w 2532697"/>
                  <a:gd name="connsiteY785" fmla="*/ 107918 h 223456"/>
                  <a:gd name="connsiteX786" fmla="*/ 216979 w 2532697"/>
                  <a:gd name="connsiteY786" fmla="*/ 109347 h 223456"/>
                  <a:gd name="connsiteX787" fmla="*/ 217075 w 2532697"/>
                  <a:gd name="connsiteY787" fmla="*/ 109156 h 223456"/>
                  <a:gd name="connsiteX788" fmla="*/ 217646 w 2532697"/>
                  <a:gd name="connsiteY788" fmla="*/ 110966 h 223456"/>
                  <a:gd name="connsiteX789" fmla="*/ 217551 w 2532697"/>
                  <a:gd name="connsiteY789" fmla="*/ 112014 h 223456"/>
                  <a:gd name="connsiteX790" fmla="*/ 217170 w 2532697"/>
                  <a:gd name="connsiteY790" fmla="*/ 113061 h 223456"/>
                  <a:gd name="connsiteX791" fmla="*/ 216122 w 2532697"/>
                  <a:gd name="connsiteY791" fmla="*/ 113252 h 223456"/>
                  <a:gd name="connsiteX792" fmla="*/ 170116 w 2532697"/>
                  <a:gd name="connsiteY792" fmla="*/ 120396 h 223456"/>
                  <a:gd name="connsiteX793" fmla="*/ 134874 w 2532697"/>
                  <a:gd name="connsiteY793" fmla="*/ 96298 h 223456"/>
                  <a:gd name="connsiteX794" fmla="*/ 107347 w 2532697"/>
                  <a:gd name="connsiteY794" fmla="*/ 68389 h 223456"/>
                  <a:gd name="connsiteX795" fmla="*/ 108204 w 2532697"/>
                  <a:gd name="connsiteY795" fmla="*/ 88297 h 223456"/>
                  <a:gd name="connsiteX796" fmla="*/ 105537 w 2532697"/>
                  <a:gd name="connsiteY796" fmla="*/ 108204 h 223456"/>
                  <a:gd name="connsiteX797" fmla="*/ 99536 w 2532697"/>
                  <a:gd name="connsiteY797" fmla="*/ 117538 h 223456"/>
                  <a:gd name="connsiteX798" fmla="*/ 97060 w 2532697"/>
                  <a:gd name="connsiteY798" fmla="*/ 116490 h 223456"/>
                  <a:gd name="connsiteX799" fmla="*/ 96583 w 2532697"/>
                  <a:gd name="connsiteY799" fmla="*/ 116110 h 223456"/>
                  <a:gd name="connsiteX800" fmla="*/ 95726 w 2532697"/>
                  <a:gd name="connsiteY800" fmla="*/ 115728 h 223456"/>
                  <a:gd name="connsiteX801" fmla="*/ 95726 w 2532697"/>
                  <a:gd name="connsiteY801" fmla="*/ 115443 h 223456"/>
                  <a:gd name="connsiteX802" fmla="*/ 90964 w 2532697"/>
                  <a:gd name="connsiteY802" fmla="*/ 102298 h 223456"/>
                  <a:gd name="connsiteX803" fmla="*/ 93821 w 2532697"/>
                  <a:gd name="connsiteY803" fmla="*/ 88773 h 223456"/>
                  <a:gd name="connsiteX804" fmla="*/ 96393 w 2532697"/>
                  <a:gd name="connsiteY804" fmla="*/ 70199 h 223456"/>
                  <a:gd name="connsiteX805" fmla="*/ 84582 w 2532697"/>
                  <a:gd name="connsiteY805" fmla="*/ 85820 h 223456"/>
                  <a:gd name="connsiteX806" fmla="*/ 67627 w 2532697"/>
                  <a:gd name="connsiteY806" fmla="*/ 103727 h 223456"/>
                  <a:gd name="connsiteX807" fmla="*/ 48196 w 2532697"/>
                  <a:gd name="connsiteY807" fmla="*/ 119062 h 223456"/>
                  <a:gd name="connsiteX808" fmla="*/ 24670 w 2532697"/>
                  <a:gd name="connsiteY808" fmla="*/ 131349 h 223456"/>
                  <a:gd name="connsiteX809" fmla="*/ 2953 w 2532697"/>
                  <a:gd name="connsiteY809" fmla="*/ 136779 h 223456"/>
                  <a:gd name="connsiteX810" fmla="*/ 0 w 2532697"/>
                  <a:gd name="connsiteY810" fmla="*/ 134588 h 223456"/>
                  <a:gd name="connsiteX811" fmla="*/ 0 w 2532697"/>
                  <a:gd name="connsiteY811" fmla="*/ 132302 h 223456"/>
                  <a:gd name="connsiteX812" fmla="*/ 1048 w 2532697"/>
                  <a:gd name="connsiteY812" fmla="*/ 131826 h 223456"/>
                  <a:gd name="connsiteX813" fmla="*/ 79057 w 2532697"/>
                  <a:gd name="connsiteY813" fmla="*/ 69818 h 223456"/>
                  <a:gd name="connsiteX814" fmla="*/ 56293 w 2532697"/>
                  <a:gd name="connsiteY814" fmla="*/ 74676 h 223456"/>
                  <a:gd name="connsiteX815" fmla="*/ 40672 w 2532697"/>
                  <a:gd name="connsiteY815" fmla="*/ 77438 h 223456"/>
                  <a:gd name="connsiteX816" fmla="*/ 25622 w 2532697"/>
                  <a:gd name="connsiteY816" fmla="*/ 69247 h 223456"/>
                  <a:gd name="connsiteX817" fmla="*/ 22765 w 2532697"/>
                  <a:gd name="connsiteY817" fmla="*/ 66484 h 223456"/>
                  <a:gd name="connsiteX818" fmla="*/ 26670 w 2532697"/>
                  <a:gd name="connsiteY818" fmla="*/ 66198 h 223456"/>
                  <a:gd name="connsiteX819" fmla="*/ 64103 w 2532697"/>
                  <a:gd name="connsiteY819" fmla="*/ 61150 h 223456"/>
                  <a:gd name="connsiteX820" fmla="*/ 95821 w 2532697"/>
                  <a:gd name="connsiteY820" fmla="*/ 56102 h 223456"/>
                  <a:gd name="connsiteX821" fmla="*/ 95821 w 2532697"/>
                  <a:gd name="connsiteY821" fmla="*/ 55911 h 223456"/>
                  <a:gd name="connsiteX822" fmla="*/ 94583 w 2532697"/>
                  <a:gd name="connsiteY822" fmla="*/ 44767 h 223456"/>
                  <a:gd name="connsiteX823" fmla="*/ 92202 w 2532697"/>
                  <a:gd name="connsiteY823" fmla="*/ 33337 h 223456"/>
                  <a:gd name="connsiteX824" fmla="*/ 64294 w 2532697"/>
                  <a:gd name="connsiteY824" fmla="*/ 38195 h 223456"/>
                  <a:gd name="connsiteX825" fmla="*/ 63341 w 2532697"/>
                  <a:gd name="connsiteY825" fmla="*/ 38195 h 223456"/>
                  <a:gd name="connsiteX826" fmla="*/ 60769 w 2532697"/>
                  <a:gd name="connsiteY826" fmla="*/ 34671 h 223456"/>
                  <a:gd name="connsiteX827" fmla="*/ 62865 w 2532697"/>
                  <a:gd name="connsiteY827" fmla="*/ 33814 h 223456"/>
                  <a:gd name="connsiteX828" fmla="*/ 115824 w 2532697"/>
                  <a:gd name="connsiteY828" fmla="*/ 8477 h 223456"/>
                  <a:gd name="connsiteX829" fmla="*/ 117443 w 2532697"/>
                  <a:gd name="connsiteY829" fmla="*/ 3143 h 223456"/>
                  <a:gd name="connsiteX830" fmla="*/ 120396 w 2532697"/>
                  <a:gd name="connsiteY830" fmla="*/ 2000 h 223456"/>
                  <a:gd name="connsiteX831" fmla="*/ 703706 w 2532697"/>
                  <a:gd name="connsiteY831" fmla="*/ 0 h 223456"/>
                  <a:gd name="connsiteX832" fmla="*/ 704183 w 2532697"/>
                  <a:gd name="connsiteY832" fmla="*/ 0 h 223456"/>
                  <a:gd name="connsiteX833" fmla="*/ 704563 w 2532697"/>
                  <a:gd name="connsiteY833" fmla="*/ 0 h 223456"/>
                  <a:gd name="connsiteX834" fmla="*/ 721613 w 2532697"/>
                  <a:gd name="connsiteY834" fmla="*/ 5715 h 223456"/>
                  <a:gd name="connsiteX835" fmla="*/ 729424 w 2532697"/>
                  <a:gd name="connsiteY835" fmla="*/ 15335 h 223456"/>
                  <a:gd name="connsiteX836" fmla="*/ 728376 w 2532697"/>
                  <a:gd name="connsiteY836" fmla="*/ 20860 h 223456"/>
                  <a:gd name="connsiteX837" fmla="*/ 724947 w 2532697"/>
                  <a:gd name="connsiteY837" fmla="*/ 55245 h 223456"/>
                  <a:gd name="connsiteX838" fmla="*/ 763714 w 2532697"/>
                  <a:gd name="connsiteY838" fmla="*/ 48482 h 223456"/>
                  <a:gd name="connsiteX839" fmla="*/ 772667 w 2532697"/>
                  <a:gd name="connsiteY839" fmla="*/ 45529 h 223456"/>
                  <a:gd name="connsiteX840" fmla="*/ 789908 w 2532697"/>
                  <a:gd name="connsiteY840" fmla="*/ 54102 h 223456"/>
                  <a:gd name="connsiteX841" fmla="*/ 790003 w 2532697"/>
                  <a:gd name="connsiteY841" fmla="*/ 54007 h 223456"/>
                  <a:gd name="connsiteX842" fmla="*/ 802004 w 2532697"/>
                  <a:gd name="connsiteY842" fmla="*/ 65627 h 223456"/>
                  <a:gd name="connsiteX843" fmla="*/ 794670 w 2532697"/>
                  <a:gd name="connsiteY843" fmla="*/ 73533 h 223456"/>
                  <a:gd name="connsiteX844" fmla="*/ 773429 w 2532697"/>
                  <a:gd name="connsiteY844" fmla="*/ 101632 h 223456"/>
                  <a:gd name="connsiteX845" fmla="*/ 781049 w 2532697"/>
                  <a:gd name="connsiteY845" fmla="*/ 110680 h 223456"/>
                  <a:gd name="connsiteX846" fmla="*/ 772000 w 2532697"/>
                  <a:gd name="connsiteY846" fmla="*/ 114300 h 223456"/>
                  <a:gd name="connsiteX847" fmla="*/ 724185 w 2532697"/>
                  <a:gd name="connsiteY847" fmla="*/ 116872 h 223456"/>
                  <a:gd name="connsiteX848" fmla="*/ 725042 w 2532697"/>
                  <a:gd name="connsiteY848" fmla="*/ 182689 h 223456"/>
                  <a:gd name="connsiteX849" fmla="*/ 718946 w 2532697"/>
                  <a:gd name="connsiteY849" fmla="*/ 222599 h 223456"/>
                  <a:gd name="connsiteX850" fmla="*/ 717899 w 2532697"/>
                  <a:gd name="connsiteY850" fmla="*/ 223456 h 223456"/>
                  <a:gd name="connsiteX851" fmla="*/ 717137 w 2532697"/>
                  <a:gd name="connsiteY851" fmla="*/ 223456 h 223456"/>
                  <a:gd name="connsiteX852" fmla="*/ 710659 w 2532697"/>
                  <a:gd name="connsiteY852" fmla="*/ 207931 h 223456"/>
                  <a:gd name="connsiteX853" fmla="*/ 707802 w 2532697"/>
                  <a:gd name="connsiteY853" fmla="*/ 189357 h 223456"/>
                  <a:gd name="connsiteX854" fmla="*/ 709040 w 2532697"/>
                  <a:gd name="connsiteY854" fmla="*/ 152876 h 223456"/>
                  <a:gd name="connsiteX855" fmla="*/ 709707 w 2532697"/>
                  <a:gd name="connsiteY855" fmla="*/ 117920 h 223456"/>
                  <a:gd name="connsiteX856" fmla="*/ 672464 w 2532697"/>
                  <a:gd name="connsiteY856" fmla="*/ 121253 h 223456"/>
                  <a:gd name="connsiteX857" fmla="*/ 667607 w 2532697"/>
                  <a:gd name="connsiteY857" fmla="*/ 135160 h 223456"/>
                  <a:gd name="connsiteX858" fmla="*/ 656176 w 2532697"/>
                  <a:gd name="connsiteY858" fmla="*/ 109156 h 223456"/>
                  <a:gd name="connsiteX859" fmla="*/ 650652 w 2532697"/>
                  <a:gd name="connsiteY859" fmla="*/ 77724 h 223456"/>
                  <a:gd name="connsiteX860" fmla="*/ 642460 w 2532697"/>
                  <a:gd name="connsiteY860" fmla="*/ 65627 h 223456"/>
                  <a:gd name="connsiteX861" fmla="*/ 641508 w 2532697"/>
                  <a:gd name="connsiteY861" fmla="*/ 62008 h 223456"/>
                  <a:gd name="connsiteX862" fmla="*/ 643318 w 2532697"/>
                  <a:gd name="connsiteY862" fmla="*/ 58293 h 223456"/>
                  <a:gd name="connsiteX863" fmla="*/ 643604 w 2532697"/>
                  <a:gd name="connsiteY863" fmla="*/ 57912 h 223456"/>
                  <a:gd name="connsiteX864" fmla="*/ 659605 w 2532697"/>
                  <a:gd name="connsiteY864" fmla="*/ 59626 h 223456"/>
                  <a:gd name="connsiteX865" fmla="*/ 674941 w 2532697"/>
                  <a:gd name="connsiteY865" fmla="*/ 61150 h 223456"/>
                  <a:gd name="connsiteX866" fmla="*/ 709516 w 2532697"/>
                  <a:gd name="connsiteY866" fmla="*/ 57245 h 223456"/>
                  <a:gd name="connsiteX867" fmla="*/ 706945 w 2532697"/>
                  <a:gd name="connsiteY867" fmla="*/ 24289 h 223456"/>
                  <a:gd name="connsiteX868" fmla="*/ 699515 w 2532697"/>
                  <a:gd name="connsiteY868" fmla="*/ 7715 h 223456"/>
                  <a:gd name="connsiteX869" fmla="*/ 699229 w 2532697"/>
                  <a:gd name="connsiteY869" fmla="*/ 5524 h 223456"/>
                  <a:gd name="connsiteX870" fmla="*/ 703706 w 2532697"/>
                  <a:gd name="connsiteY870" fmla="*/ 0 h 223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</a:cxnLst>
                <a:rect l="l" t="t" r="r" b="b"/>
                <a:pathLst>
                  <a:path w="2532697" h="223456">
                    <a:moveTo>
                      <a:pt x="350329" y="164401"/>
                    </a:moveTo>
                    <a:cubicBezTo>
                      <a:pt x="350234" y="164496"/>
                      <a:pt x="350043" y="164496"/>
                      <a:pt x="349948" y="164496"/>
                    </a:cubicBezTo>
                    <a:lnTo>
                      <a:pt x="348858" y="165381"/>
                    </a:lnTo>
                    <a:lnTo>
                      <a:pt x="348329" y="165734"/>
                    </a:lnTo>
                    <a:lnTo>
                      <a:pt x="348424" y="165734"/>
                    </a:lnTo>
                    <a:lnTo>
                      <a:pt x="348858" y="165381"/>
                    </a:lnTo>
                    <a:close/>
                    <a:moveTo>
                      <a:pt x="436625" y="126206"/>
                    </a:moveTo>
                    <a:lnTo>
                      <a:pt x="423386" y="128396"/>
                    </a:lnTo>
                    <a:cubicBezTo>
                      <a:pt x="417385" y="129635"/>
                      <a:pt x="413003" y="130301"/>
                      <a:pt x="409765" y="130301"/>
                    </a:cubicBezTo>
                    <a:lnTo>
                      <a:pt x="409765" y="150780"/>
                    </a:lnTo>
                    <a:cubicBezTo>
                      <a:pt x="412813" y="150399"/>
                      <a:pt x="418718" y="149637"/>
                      <a:pt x="418718" y="149637"/>
                    </a:cubicBezTo>
                    <a:lnTo>
                      <a:pt x="429482" y="147065"/>
                    </a:lnTo>
                    <a:cubicBezTo>
                      <a:pt x="434815" y="145827"/>
                      <a:pt x="435768" y="144684"/>
                      <a:pt x="435768" y="144684"/>
                    </a:cubicBezTo>
                    <a:lnTo>
                      <a:pt x="437387" y="140017"/>
                    </a:lnTo>
                    <a:lnTo>
                      <a:pt x="438054" y="132206"/>
                    </a:lnTo>
                    <a:cubicBezTo>
                      <a:pt x="438054" y="132206"/>
                      <a:pt x="437483" y="127063"/>
                      <a:pt x="437483" y="126968"/>
                    </a:cubicBezTo>
                    <a:cubicBezTo>
                      <a:pt x="437387" y="126206"/>
                      <a:pt x="437197" y="126206"/>
                      <a:pt x="436625" y="126206"/>
                    </a:cubicBezTo>
                    <a:close/>
                    <a:moveTo>
                      <a:pt x="118491" y="125349"/>
                    </a:moveTo>
                    <a:cubicBezTo>
                      <a:pt x="113633" y="125349"/>
                      <a:pt x="104013" y="126968"/>
                      <a:pt x="89725" y="130016"/>
                    </a:cubicBezTo>
                    <a:cubicBezTo>
                      <a:pt x="84677" y="131159"/>
                      <a:pt x="79438" y="131635"/>
                      <a:pt x="74295" y="131731"/>
                    </a:cubicBezTo>
                    <a:cubicBezTo>
                      <a:pt x="74581" y="136969"/>
                      <a:pt x="74866" y="142018"/>
                      <a:pt x="74866" y="146399"/>
                    </a:cubicBezTo>
                    <a:cubicBezTo>
                      <a:pt x="74866" y="148209"/>
                      <a:pt x="74771" y="149923"/>
                      <a:pt x="74771" y="151543"/>
                    </a:cubicBezTo>
                    <a:cubicBezTo>
                      <a:pt x="77248" y="150971"/>
                      <a:pt x="81248" y="150019"/>
                      <a:pt x="81248" y="150019"/>
                    </a:cubicBezTo>
                    <a:lnTo>
                      <a:pt x="91345" y="146780"/>
                    </a:lnTo>
                    <a:cubicBezTo>
                      <a:pt x="96583" y="144875"/>
                      <a:pt x="100965" y="143923"/>
                      <a:pt x="104394" y="143923"/>
                    </a:cubicBezTo>
                    <a:cubicBezTo>
                      <a:pt x="107442" y="143923"/>
                      <a:pt x="110395" y="144685"/>
                      <a:pt x="113157" y="146113"/>
                    </a:cubicBezTo>
                    <a:cubicBezTo>
                      <a:pt x="116300" y="147637"/>
                      <a:pt x="117919" y="149542"/>
                      <a:pt x="117919" y="151733"/>
                    </a:cubicBezTo>
                    <a:cubicBezTo>
                      <a:pt x="117919" y="151733"/>
                      <a:pt x="116872" y="154210"/>
                      <a:pt x="116967" y="154019"/>
                    </a:cubicBezTo>
                    <a:cubicBezTo>
                      <a:pt x="116395" y="154781"/>
                      <a:pt x="116110" y="155162"/>
                      <a:pt x="100393" y="157734"/>
                    </a:cubicBezTo>
                    <a:cubicBezTo>
                      <a:pt x="91154" y="159353"/>
                      <a:pt x="82486" y="160115"/>
                      <a:pt x="74771" y="160115"/>
                    </a:cubicBezTo>
                    <a:cubicBezTo>
                      <a:pt x="74866" y="162973"/>
                      <a:pt x="75057" y="177831"/>
                      <a:pt x="75057" y="180975"/>
                    </a:cubicBezTo>
                    <a:cubicBezTo>
                      <a:pt x="79248" y="180594"/>
                      <a:pt x="85153" y="179546"/>
                      <a:pt x="93726" y="177736"/>
                    </a:cubicBezTo>
                    <a:cubicBezTo>
                      <a:pt x="103727" y="175545"/>
                      <a:pt x="110395" y="174402"/>
                      <a:pt x="113919" y="174402"/>
                    </a:cubicBezTo>
                    <a:cubicBezTo>
                      <a:pt x="116776" y="174402"/>
                      <a:pt x="119729" y="175831"/>
                      <a:pt x="122587" y="178879"/>
                    </a:cubicBezTo>
                    <a:lnTo>
                      <a:pt x="125181" y="181566"/>
                    </a:lnTo>
                    <a:lnTo>
                      <a:pt x="125158" y="181737"/>
                    </a:lnTo>
                    <a:lnTo>
                      <a:pt x="125254" y="181641"/>
                    </a:lnTo>
                    <a:lnTo>
                      <a:pt x="125181" y="181566"/>
                    </a:lnTo>
                    <a:lnTo>
                      <a:pt x="126027" y="175462"/>
                    </a:lnTo>
                    <a:cubicBezTo>
                      <a:pt x="126254" y="172355"/>
                      <a:pt x="126397" y="168069"/>
                      <a:pt x="126397" y="162115"/>
                    </a:cubicBezTo>
                    <a:lnTo>
                      <a:pt x="125730" y="143161"/>
                    </a:lnTo>
                    <a:lnTo>
                      <a:pt x="124777" y="130206"/>
                    </a:lnTo>
                    <a:cubicBezTo>
                      <a:pt x="124682" y="128778"/>
                      <a:pt x="124015" y="127730"/>
                      <a:pt x="122968" y="126777"/>
                    </a:cubicBezTo>
                    <a:cubicBezTo>
                      <a:pt x="121729" y="125825"/>
                      <a:pt x="120301" y="125349"/>
                      <a:pt x="118491" y="125349"/>
                    </a:cubicBezTo>
                    <a:close/>
                    <a:moveTo>
                      <a:pt x="122968" y="111061"/>
                    </a:moveTo>
                    <a:cubicBezTo>
                      <a:pt x="126301" y="111061"/>
                      <a:pt x="131159" y="112395"/>
                      <a:pt x="137827" y="115348"/>
                    </a:cubicBezTo>
                    <a:lnTo>
                      <a:pt x="137922" y="115348"/>
                    </a:lnTo>
                    <a:cubicBezTo>
                      <a:pt x="145351" y="118491"/>
                      <a:pt x="148685" y="121158"/>
                      <a:pt x="148685" y="124015"/>
                    </a:cubicBezTo>
                    <a:cubicBezTo>
                      <a:pt x="148685" y="124968"/>
                      <a:pt x="148304" y="126301"/>
                      <a:pt x="145732" y="129730"/>
                    </a:cubicBezTo>
                    <a:cubicBezTo>
                      <a:pt x="144875" y="130778"/>
                      <a:pt x="143542" y="134493"/>
                      <a:pt x="143542" y="146494"/>
                    </a:cubicBezTo>
                    <a:lnTo>
                      <a:pt x="144304" y="174212"/>
                    </a:lnTo>
                    <a:cubicBezTo>
                      <a:pt x="144304" y="193072"/>
                      <a:pt x="139446" y="206692"/>
                      <a:pt x="129826" y="214503"/>
                    </a:cubicBezTo>
                    <a:lnTo>
                      <a:pt x="129159" y="215074"/>
                    </a:lnTo>
                    <a:cubicBezTo>
                      <a:pt x="129159" y="215074"/>
                      <a:pt x="125635" y="214217"/>
                      <a:pt x="125635" y="214217"/>
                    </a:cubicBezTo>
                    <a:lnTo>
                      <a:pt x="124682" y="214217"/>
                    </a:lnTo>
                    <a:lnTo>
                      <a:pt x="121539" y="205073"/>
                    </a:lnTo>
                    <a:lnTo>
                      <a:pt x="117538" y="194881"/>
                    </a:lnTo>
                    <a:cubicBezTo>
                      <a:pt x="116395" y="192214"/>
                      <a:pt x="115062" y="190119"/>
                      <a:pt x="113538" y="188595"/>
                    </a:cubicBezTo>
                    <a:cubicBezTo>
                      <a:pt x="112300" y="187261"/>
                      <a:pt x="110680" y="186594"/>
                      <a:pt x="108680" y="186594"/>
                    </a:cubicBezTo>
                    <a:lnTo>
                      <a:pt x="94297" y="188499"/>
                    </a:lnTo>
                    <a:lnTo>
                      <a:pt x="77533" y="190404"/>
                    </a:lnTo>
                    <a:cubicBezTo>
                      <a:pt x="77533" y="190404"/>
                      <a:pt x="76009" y="190214"/>
                      <a:pt x="74581" y="190119"/>
                    </a:cubicBezTo>
                    <a:cubicBezTo>
                      <a:pt x="72961" y="207169"/>
                      <a:pt x="71342" y="208883"/>
                      <a:pt x="69247" y="208883"/>
                    </a:cubicBezTo>
                    <a:cubicBezTo>
                      <a:pt x="67246" y="208883"/>
                      <a:pt x="65532" y="206787"/>
                      <a:pt x="63055" y="201263"/>
                    </a:cubicBezTo>
                    <a:cubicBezTo>
                      <a:pt x="61055" y="196691"/>
                      <a:pt x="60103" y="191928"/>
                      <a:pt x="60103" y="186880"/>
                    </a:cubicBezTo>
                    <a:lnTo>
                      <a:pt x="61436" y="178403"/>
                    </a:lnTo>
                    <a:cubicBezTo>
                      <a:pt x="62293" y="175165"/>
                      <a:pt x="62770" y="169926"/>
                      <a:pt x="62770" y="162877"/>
                    </a:cubicBezTo>
                    <a:lnTo>
                      <a:pt x="62008" y="144589"/>
                    </a:lnTo>
                    <a:cubicBezTo>
                      <a:pt x="61531" y="139446"/>
                      <a:pt x="60865" y="135445"/>
                      <a:pt x="59912" y="132873"/>
                    </a:cubicBezTo>
                    <a:cubicBezTo>
                      <a:pt x="59912" y="132873"/>
                      <a:pt x="56674" y="124968"/>
                      <a:pt x="56483" y="124301"/>
                    </a:cubicBezTo>
                    <a:cubicBezTo>
                      <a:pt x="56483" y="123158"/>
                      <a:pt x="56959" y="120586"/>
                      <a:pt x="61531" y="120586"/>
                    </a:cubicBezTo>
                    <a:lnTo>
                      <a:pt x="68770" y="121824"/>
                    </a:lnTo>
                    <a:lnTo>
                      <a:pt x="72961" y="122777"/>
                    </a:lnTo>
                    <a:lnTo>
                      <a:pt x="85249" y="121158"/>
                    </a:lnTo>
                    <a:cubicBezTo>
                      <a:pt x="92869" y="120015"/>
                      <a:pt x="101536" y="118110"/>
                      <a:pt x="110680" y="115348"/>
                    </a:cubicBezTo>
                    <a:cubicBezTo>
                      <a:pt x="110680" y="115348"/>
                      <a:pt x="122396" y="111156"/>
                      <a:pt x="122968" y="111061"/>
                    </a:cubicBezTo>
                    <a:close/>
                    <a:moveTo>
                      <a:pt x="1980437" y="108394"/>
                    </a:moveTo>
                    <a:lnTo>
                      <a:pt x="1985581" y="108394"/>
                    </a:lnTo>
                    <a:lnTo>
                      <a:pt x="1963768" y="154685"/>
                    </a:lnTo>
                    <a:cubicBezTo>
                      <a:pt x="1963292" y="155828"/>
                      <a:pt x="1962816" y="156971"/>
                      <a:pt x="1962435" y="158019"/>
                    </a:cubicBezTo>
                    <a:cubicBezTo>
                      <a:pt x="1962149" y="158686"/>
                      <a:pt x="1961864" y="159353"/>
                      <a:pt x="1961673" y="160019"/>
                    </a:cubicBezTo>
                    <a:cubicBezTo>
                      <a:pt x="1961673" y="160019"/>
                      <a:pt x="1958053" y="170307"/>
                      <a:pt x="1957482" y="174116"/>
                    </a:cubicBezTo>
                    <a:lnTo>
                      <a:pt x="1957387" y="174307"/>
                    </a:lnTo>
                    <a:cubicBezTo>
                      <a:pt x="1956910" y="177164"/>
                      <a:pt x="1955863" y="183260"/>
                      <a:pt x="1951195" y="183260"/>
                    </a:cubicBezTo>
                    <a:cubicBezTo>
                      <a:pt x="1947576" y="183260"/>
                      <a:pt x="1944623" y="178974"/>
                      <a:pt x="1941670" y="169449"/>
                    </a:cubicBezTo>
                    <a:cubicBezTo>
                      <a:pt x="1939003" y="160782"/>
                      <a:pt x="1937670" y="155066"/>
                      <a:pt x="1937670" y="151733"/>
                    </a:cubicBezTo>
                    <a:cubicBezTo>
                      <a:pt x="1937670" y="149542"/>
                      <a:pt x="1939670" y="148208"/>
                      <a:pt x="1943671" y="148018"/>
                    </a:cubicBezTo>
                    <a:cubicBezTo>
                      <a:pt x="1946147" y="147923"/>
                      <a:pt x="1948719" y="146780"/>
                      <a:pt x="1951195" y="144684"/>
                    </a:cubicBezTo>
                    <a:cubicBezTo>
                      <a:pt x="1953862" y="142303"/>
                      <a:pt x="1958625" y="136588"/>
                      <a:pt x="1965292" y="127634"/>
                    </a:cubicBezTo>
                    <a:close/>
                    <a:moveTo>
                      <a:pt x="1645633" y="99631"/>
                    </a:moveTo>
                    <a:cubicBezTo>
                      <a:pt x="1652586" y="99631"/>
                      <a:pt x="1660397" y="103060"/>
                      <a:pt x="1668970" y="109918"/>
                    </a:cubicBezTo>
                    <a:lnTo>
                      <a:pt x="1669446" y="110299"/>
                    </a:lnTo>
                    <a:lnTo>
                      <a:pt x="1669636" y="110871"/>
                    </a:lnTo>
                    <a:cubicBezTo>
                      <a:pt x="1669732" y="111252"/>
                      <a:pt x="1669732" y="111633"/>
                      <a:pt x="1669732" y="112109"/>
                    </a:cubicBezTo>
                    <a:cubicBezTo>
                      <a:pt x="1669732" y="114395"/>
                      <a:pt x="1668398" y="117157"/>
                      <a:pt x="1663255" y="119253"/>
                    </a:cubicBezTo>
                    <a:cubicBezTo>
                      <a:pt x="1654873" y="124110"/>
                      <a:pt x="1646776" y="130206"/>
                      <a:pt x="1639061" y="136969"/>
                    </a:cubicBezTo>
                    <a:cubicBezTo>
                      <a:pt x="1639442" y="137445"/>
                      <a:pt x="1639823" y="137731"/>
                      <a:pt x="1640395" y="137731"/>
                    </a:cubicBezTo>
                    <a:cubicBezTo>
                      <a:pt x="1640395" y="137731"/>
                      <a:pt x="1644395" y="137350"/>
                      <a:pt x="1644586" y="137350"/>
                    </a:cubicBezTo>
                    <a:cubicBezTo>
                      <a:pt x="1648491" y="137350"/>
                      <a:pt x="1654968" y="136398"/>
                      <a:pt x="1663826" y="134493"/>
                    </a:cubicBezTo>
                    <a:cubicBezTo>
                      <a:pt x="1673065" y="132493"/>
                      <a:pt x="1679733" y="131540"/>
                      <a:pt x="1684305" y="131540"/>
                    </a:cubicBezTo>
                    <a:cubicBezTo>
                      <a:pt x="1690782" y="131540"/>
                      <a:pt x="1696306" y="132969"/>
                      <a:pt x="1700783" y="136017"/>
                    </a:cubicBezTo>
                    <a:lnTo>
                      <a:pt x="1700878" y="136207"/>
                    </a:lnTo>
                    <a:cubicBezTo>
                      <a:pt x="1705736" y="139446"/>
                      <a:pt x="1708117" y="142303"/>
                      <a:pt x="1708117" y="145065"/>
                    </a:cubicBezTo>
                    <a:cubicBezTo>
                      <a:pt x="1708117" y="146304"/>
                      <a:pt x="1707546" y="149256"/>
                      <a:pt x="1702688" y="149256"/>
                    </a:cubicBezTo>
                    <a:lnTo>
                      <a:pt x="1669732" y="148114"/>
                    </a:lnTo>
                    <a:cubicBezTo>
                      <a:pt x="1669732" y="148114"/>
                      <a:pt x="1645348" y="149066"/>
                      <a:pt x="1642109" y="149066"/>
                    </a:cubicBezTo>
                    <a:cubicBezTo>
                      <a:pt x="1643633" y="159067"/>
                      <a:pt x="1644490" y="167640"/>
                      <a:pt x="1644490" y="174307"/>
                    </a:cubicBezTo>
                    <a:cubicBezTo>
                      <a:pt x="1644490" y="197739"/>
                      <a:pt x="1637061" y="212788"/>
                      <a:pt x="1622488" y="218979"/>
                    </a:cubicBezTo>
                    <a:lnTo>
                      <a:pt x="1620964" y="219646"/>
                    </a:lnTo>
                    <a:lnTo>
                      <a:pt x="1620202" y="218122"/>
                    </a:lnTo>
                    <a:cubicBezTo>
                      <a:pt x="1617153" y="211264"/>
                      <a:pt x="1609248" y="203835"/>
                      <a:pt x="1596770" y="195834"/>
                    </a:cubicBezTo>
                    <a:lnTo>
                      <a:pt x="1598103" y="192690"/>
                    </a:lnTo>
                    <a:cubicBezTo>
                      <a:pt x="1610105" y="195262"/>
                      <a:pt x="1617630" y="196596"/>
                      <a:pt x="1620678" y="196596"/>
                    </a:cubicBezTo>
                    <a:cubicBezTo>
                      <a:pt x="1627440" y="196596"/>
                      <a:pt x="1630870" y="187547"/>
                      <a:pt x="1630870" y="169831"/>
                    </a:cubicBezTo>
                    <a:cubicBezTo>
                      <a:pt x="1630870" y="162877"/>
                      <a:pt x="1630203" y="156305"/>
                      <a:pt x="1629155" y="150114"/>
                    </a:cubicBezTo>
                    <a:cubicBezTo>
                      <a:pt x="1621249" y="150685"/>
                      <a:pt x="1609724" y="152590"/>
                      <a:pt x="1594198" y="156019"/>
                    </a:cubicBezTo>
                    <a:cubicBezTo>
                      <a:pt x="1572005" y="161068"/>
                      <a:pt x="1567338" y="161639"/>
                      <a:pt x="1565814" y="161639"/>
                    </a:cubicBezTo>
                    <a:cubicBezTo>
                      <a:pt x="1562575" y="161639"/>
                      <a:pt x="1558861" y="160115"/>
                      <a:pt x="1554479" y="157162"/>
                    </a:cubicBezTo>
                    <a:cubicBezTo>
                      <a:pt x="1548574" y="152971"/>
                      <a:pt x="1547716" y="151161"/>
                      <a:pt x="1547716" y="149733"/>
                    </a:cubicBezTo>
                    <a:cubicBezTo>
                      <a:pt x="1547716" y="149733"/>
                      <a:pt x="1547907" y="147637"/>
                      <a:pt x="1547907" y="147637"/>
                    </a:cubicBezTo>
                    <a:lnTo>
                      <a:pt x="1549526" y="147637"/>
                    </a:lnTo>
                    <a:cubicBezTo>
                      <a:pt x="1564195" y="146780"/>
                      <a:pt x="1590007" y="144018"/>
                      <a:pt x="1626012" y="139446"/>
                    </a:cubicBezTo>
                    <a:cubicBezTo>
                      <a:pt x="1625345" y="138589"/>
                      <a:pt x="1624393" y="137445"/>
                      <a:pt x="1622678" y="136017"/>
                    </a:cubicBezTo>
                    <a:cubicBezTo>
                      <a:pt x="1618582" y="132493"/>
                      <a:pt x="1617820" y="131254"/>
                      <a:pt x="1617820" y="130111"/>
                    </a:cubicBezTo>
                    <a:cubicBezTo>
                      <a:pt x="1617820" y="129064"/>
                      <a:pt x="1618201" y="126777"/>
                      <a:pt x="1622297" y="126777"/>
                    </a:cubicBezTo>
                    <a:cubicBezTo>
                      <a:pt x="1626393" y="126777"/>
                      <a:pt x="1630298" y="128397"/>
                      <a:pt x="1634013" y="131159"/>
                    </a:cubicBezTo>
                    <a:cubicBezTo>
                      <a:pt x="1643824" y="118681"/>
                      <a:pt x="1645157" y="114776"/>
                      <a:pt x="1645157" y="113728"/>
                    </a:cubicBezTo>
                    <a:cubicBezTo>
                      <a:pt x="1645157" y="112871"/>
                      <a:pt x="1644966" y="111347"/>
                      <a:pt x="1644490" y="111347"/>
                    </a:cubicBezTo>
                    <a:lnTo>
                      <a:pt x="1641633" y="111347"/>
                    </a:lnTo>
                    <a:cubicBezTo>
                      <a:pt x="1640204" y="111823"/>
                      <a:pt x="1607152" y="122110"/>
                      <a:pt x="1606771" y="122206"/>
                    </a:cubicBezTo>
                    <a:cubicBezTo>
                      <a:pt x="1599723" y="122491"/>
                      <a:pt x="1593627" y="119729"/>
                      <a:pt x="1588578" y="114014"/>
                    </a:cubicBezTo>
                    <a:cubicBezTo>
                      <a:pt x="1588578" y="114014"/>
                      <a:pt x="1585911" y="111061"/>
                      <a:pt x="1585911" y="111061"/>
                    </a:cubicBezTo>
                    <a:lnTo>
                      <a:pt x="1589912" y="111061"/>
                    </a:lnTo>
                    <a:cubicBezTo>
                      <a:pt x="1596484" y="111061"/>
                      <a:pt x="1602961" y="110585"/>
                      <a:pt x="1609248" y="109632"/>
                    </a:cubicBezTo>
                    <a:lnTo>
                      <a:pt x="1627726" y="105346"/>
                    </a:lnTo>
                    <a:cubicBezTo>
                      <a:pt x="1627726" y="105346"/>
                      <a:pt x="1645062" y="99727"/>
                      <a:pt x="1645633" y="99631"/>
                    </a:cubicBezTo>
                    <a:close/>
                    <a:moveTo>
                      <a:pt x="2047875" y="80009"/>
                    </a:moveTo>
                    <a:cubicBezTo>
                      <a:pt x="2051780" y="80009"/>
                      <a:pt x="2055590" y="81152"/>
                      <a:pt x="2059400" y="83438"/>
                    </a:cubicBezTo>
                    <a:cubicBezTo>
                      <a:pt x="2061686" y="84676"/>
                      <a:pt x="2062829" y="86200"/>
                      <a:pt x="2062829" y="88105"/>
                    </a:cubicBezTo>
                    <a:cubicBezTo>
                      <a:pt x="2062829" y="89439"/>
                      <a:pt x="2062448" y="91630"/>
                      <a:pt x="2061591" y="94582"/>
                    </a:cubicBezTo>
                    <a:cubicBezTo>
                      <a:pt x="2061114" y="97440"/>
                      <a:pt x="2060733" y="100583"/>
                      <a:pt x="2060448" y="103917"/>
                    </a:cubicBezTo>
                    <a:cubicBezTo>
                      <a:pt x="2062829" y="103631"/>
                      <a:pt x="2065305" y="103441"/>
                      <a:pt x="2067782" y="103250"/>
                    </a:cubicBezTo>
                    <a:cubicBezTo>
                      <a:pt x="2080831" y="101917"/>
                      <a:pt x="2090928" y="100392"/>
                      <a:pt x="2097786" y="98678"/>
                    </a:cubicBezTo>
                    <a:cubicBezTo>
                      <a:pt x="2101977" y="97821"/>
                      <a:pt x="2102929" y="97726"/>
                      <a:pt x="2103310" y="97726"/>
                    </a:cubicBezTo>
                    <a:cubicBezTo>
                      <a:pt x="2103977" y="97726"/>
                      <a:pt x="2105977" y="98107"/>
                      <a:pt x="2115121" y="101155"/>
                    </a:cubicBezTo>
                    <a:cubicBezTo>
                      <a:pt x="2121027" y="104298"/>
                      <a:pt x="2123884" y="107060"/>
                      <a:pt x="2123884" y="109822"/>
                    </a:cubicBezTo>
                    <a:cubicBezTo>
                      <a:pt x="2123884" y="112775"/>
                      <a:pt x="2120074" y="114204"/>
                      <a:pt x="2112073" y="114204"/>
                    </a:cubicBezTo>
                    <a:cubicBezTo>
                      <a:pt x="2104358" y="113537"/>
                      <a:pt x="2095976" y="113251"/>
                      <a:pt x="2087022" y="113251"/>
                    </a:cubicBezTo>
                    <a:cubicBezTo>
                      <a:pt x="2080927" y="113251"/>
                      <a:pt x="2073211" y="113632"/>
                      <a:pt x="2064067" y="114490"/>
                    </a:cubicBezTo>
                    <a:cubicBezTo>
                      <a:pt x="2066734" y="116299"/>
                      <a:pt x="2069687" y="118776"/>
                      <a:pt x="2072830" y="121824"/>
                    </a:cubicBezTo>
                    <a:cubicBezTo>
                      <a:pt x="2089213" y="138016"/>
                      <a:pt x="2101500" y="148875"/>
                      <a:pt x="2109406" y="154304"/>
                    </a:cubicBezTo>
                    <a:cubicBezTo>
                      <a:pt x="2117503" y="159352"/>
                      <a:pt x="2130647" y="165639"/>
                      <a:pt x="2148363" y="172783"/>
                    </a:cubicBezTo>
                    <a:lnTo>
                      <a:pt x="2148459" y="172497"/>
                    </a:lnTo>
                    <a:cubicBezTo>
                      <a:pt x="2151221" y="173259"/>
                      <a:pt x="2152554" y="174116"/>
                      <a:pt x="2152554" y="175354"/>
                    </a:cubicBezTo>
                    <a:cubicBezTo>
                      <a:pt x="2152554" y="176974"/>
                      <a:pt x="2151126" y="178212"/>
                      <a:pt x="2148363" y="178974"/>
                    </a:cubicBezTo>
                    <a:cubicBezTo>
                      <a:pt x="2135124" y="182022"/>
                      <a:pt x="2125885" y="183546"/>
                      <a:pt x="2120646" y="183546"/>
                    </a:cubicBezTo>
                    <a:cubicBezTo>
                      <a:pt x="2117503" y="183546"/>
                      <a:pt x="2114169" y="182498"/>
                      <a:pt x="2110644" y="180307"/>
                    </a:cubicBezTo>
                    <a:cubicBezTo>
                      <a:pt x="2106739" y="177450"/>
                      <a:pt x="2096452" y="165448"/>
                      <a:pt x="2079021" y="143446"/>
                    </a:cubicBezTo>
                    <a:cubicBezTo>
                      <a:pt x="2073878" y="136969"/>
                      <a:pt x="2068830" y="131254"/>
                      <a:pt x="2064162" y="126396"/>
                    </a:cubicBezTo>
                    <a:cubicBezTo>
                      <a:pt x="2062829" y="124967"/>
                      <a:pt x="2061400" y="123634"/>
                      <a:pt x="2060067" y="122586"/>
                    </a:cubicBezTo>
                    <a:lnTo>
                      <a:pt x="2060067" y="154113"/>
                    </a:lnTo>
                    <a:cubicBezTo>
                      <a:pt x="2060067" y="165067"/>
                      <a:pt x="2060257" y="174497"/>
                      <a:pt x="2060543" y="182117"/>
                    </a:cubicBezTo>
                    <a:cubicBezTo>
                      <a:pt x="2060829" y="186499"/>
                      <a:pt x="2061019" y="189832"/>
                      <a:pt x="2061019" y="192309"/>
                    </a:cubicBezTo>
                    <a:cubicBezTo>
                      <a:pt x="2061019" y="196405"/>
                      <a:pt x="2060353" y="199929"/>
                      <a:pt x="2059019" y="202786"/>
                    </a:cubicBezTo>
                    <a:cubicBezTo>
                      <a:pt x="2057209" y="206501"/>
                      <a:pt x="2055399" y="208311"/>
                      <a:pt x="2053494" y="208311"/>
                    </a:cubicBezTo>
                    <a:cubicBezTo>
                      <a:pt x="2051589" y="208311"/>
                      <a:pt x="2049589" y="206311"/>
                      <a:pt x="2047303" y="202120"/>
                    </a:cubicBezTo>
                    <a:cubicBezTo>
                      <a:pt x="2045303" y="197738"/>
                      <a:pt x="2044350" y="194309"/>
                      <a:pt x="2044350" y="191642"/>
                    </a:cubicBezTo>
                    <a:cubicBezTo>
                      <a:pt x="2044541" y="190690"/>
                      <a:pt x="2044731" y="188880"/>
                      <a:pt x="2045112" y="186022"/>
                    </a:cubicBezTo>
                    <a:cubicBezTo>
                      <a:pt x="2045874" y="182022"/>
                      <a:pt x="2046255" y="172783"/>
                      <a:pt x="2046255" y="158400"/>
                    </a:cubicBezTo>
                    <a:lnTo>
                      <a:pt x="2046255" y="132682"/>
                    </a:lnTo>
                    <a:cubicBezTo>
                      <a:pt x="2040731" y="140588"/>
                      <a:pt x="2034825" y="147732"/>
                      <a:pt x="2028634" y="154113"/>
                    </a:cubicBezTo>
                    <a:cubicBezTo>
                      <a:pt x="2022062" y="160972"/>
                      <a:pt x="2014632" y="166687"/>
                      <a:pt x="2006536" y="171163"/>
                    </a:cubicBezTo>
                    <a:cubicBezTo>
                      <a:pt x="1999488" y="175259"/>
                      <a:pt x="1990915" y="178593"/>
                      <a:pt x="1981295" y="181165"/>
                    </a:cubicBezTo>
                    <a:lnTo>
                      <a:pt x="1981104" y="181165"/>
                    </a:lnTo>
                    <a:cubicBezTo>
                      <a:pt x="1980057" y="181165"/>
                      <a:pt x="1979390" y="180498"/>
                      <a:pt x="1979390" y="179450"/>
                    </a:cubicBezTo>
                    <a:cubicBezTo>
                      <a:pt x="1979390" y="178497"/>
                      <a:pt x="1980438" y="177450"/>
                      <a:pt x="1982914" y="175926"/>
                    </a:cubicBezTo>
                    <a:cubicBezTo>
                      <a:pt x="1997869" y="165544"/>
                      <a:pt x="2008918" y="156685"/>
                      <a:pt x="2015585" y="149542"/>
                    </a:cubicBezTo>
                    <a:cubicBezTo>
                      <a:pt x="2022729" y="142493"/>
                      <a:pt x="2030349" y="133254"/>
                      <a:pt x="2038159" y="121919"/>
                    </a:cubicBezTo>
                    <a:cubicBezTo>
                      <a:pt x="2039112" y="120205"/>
                      <a:pt x="2039969" y="118490"/>
                      <a:pt x="2040826" y="116776"/>
                    </a:cubicBezTo>
                    <a:cubicBezTo>
                      <a:pt x="2034254" y="117823"/>
                      <a:pt x="2027301" y="119442"/>
                      <a:pt x="2020062" y="121347"/>
                    </a:cubicBezTo>
                    <a:cubicBezTo>
                      <a:pt x="2016919" y="122205"/>
                      <a:pt x="2014918" y="122586"/>
                      <a:pt x="2013870" y="122586"/>
                    </a:cubicBezTo>
                    <a:cubicBezTo>
                      <a:pt x="2011394" y="122586"/>
                      <a:pt x="2007679" y="121633"/>
                      <a:pt x="2002536" y="119633"/>
                    </a:cubicBezTo>
                    <a:cubicBezTo>
                      <a:pt x="1996821" y="117157"/>
                      <a:pt x="1994344" y="115251"/>
                      <a:pt x="1994344" y="113442"/>
                    </a:cubicBezTo>
                    <a:cubicBezTo>
                      <a:pt x="1994344" y="111346"/>
                      <a:pt x="1996249" y="110203"/>
                      <a:pt x="1999869" y="110013"/>
                    </a:cubicBezTo>
                    <a:cubicBezTo>
                      <a:pt x="2012918" y="109727"/>
                      <a:pt x="2022729" y="108870"/>
                      <a:pt x="2028920" y="107632"/>
                    </a:cubicBezTo>
                    <a:cubicBezTo>
                      <a:pt x="2034349" y="106870"/>
                      <a:pt x="2040064" y="106203"/>
                      <a:pt x="2045970" y="105536"/>
                    </a:cubicBezTo>
                    <a:cubicBezTo>
                      <a:pt x="2045779" y="96773"/>
                      <a:pt x="2045303" y="91153"/>
                      <a:pt x="2044350" y="88867"/>
                    </a:cubicBezTo>
                    <a:cubicBezTo>
                      <a:pt x="2043588" y="86676"/>
                      <a:pt x="2043303" y="85153"/>
                      <a:pt x="2043303" y="84295"/>
                    </a:cubicBezTo>
                    <a:cubicBezTo>
                      <a:pt x="2043303" y="81533"/>
                      <a:pt x="2044922" y="80009"/>
                      <a:pt x="2047875" y="80009"/>
                    </a:cubicBezTo>
                    <a:close/>
                    <a:moveTo>
                      <a:pt x="2424825" y="78438"/>
                    </a:moveTo>
                    <a:lnTo>
                      <a:pt x="2424684" y="106871"/>
                    </a:lnTo>
                    <a:cubicBezTo>
                      <a:pt x="2424684" y="105157"/>
                      <a:pt x="2424731" y="96274"/>
                      <a:pt x="2424779" y="87475"/>
                    </a:cubicBezTo>
                    <a:close/>
                    <a:moveTo>
                      <a:pt x="2424838" y="75894"/>
                    </a:moveTo>
                    <a:lnTo>
                      <a:pt x="2424825" y="78438"/>
                    </a:lnTo>
                    <a:lnTo>
                      <a:pt x="2424838" y="75903"/>
                    </a:lnTo>
                    <a:close/>
                    <a:moveTo>
                      <a:pt x="1938718" y="70199"/>
                    </a:moveTo>
                    <a:lnTo>
                      <a:pt x="1941766" y="70485"/>
                    </a:lnTo>
                    <a:cubicBezTo>
                      <a:pt x="1954530" y="71723"/>
                      <a:pt x="1962626" y="74104"/>
                      <a:pt x="1966341" y="77724"/>
                    </a:cubicBezTo>
                    <a:cubicBezTo>
                      <a:pt x="1970246" y="81343"/>
                      <a:pt x="1972151" y="85820"/>
                      <a:pt x="1972151" y="90868"/>
                    </a:cubicBezTo>
                    <a:cubicBezTo>
                      <a:pt x="1972151" y="98965"/>
                      <a:pt x="1967293" y="100203"/>
                      <a:pt x="1964340" y="100203"/>
                    </a:cubicBezTo>
                    <a:lnTo>
                      <a:pt x="1964340" y="100298"/>
                    </a:lnTo>
                    <a:cubicBezTo>
                      <a:pt x="1956720" y="100298"/>
                      <a:pt x="1948719" y="91345"/>
                      <a:pt x="1940052" y="72961"/>
                    </a:cubicBezTo>
                    <a:close/>
                    <a:moveTo>
                      <a:pt x="323659" y="70198"/>
                    </a:moveTo>
                    <a:lnTo>
                      <a:pt x="326707" y="70484"/>
                    </a:lnTo>
                    <a:cubicBezTo>
                      <a:pt x="339470" y="71723"/>
                      <a:pt x="347567" y="74104"/>
                      <a:pt x="351281" y="77723"/>
                    </a:cubicBezTo>
                    <a:cubicBezTo>
                      <a:pt x="355186" y="81438"/>
                      <a:pt x="357092" y="85819"/>
                      <a:pt x="357092" y="90868"/>
                    </a:cubicBezTo>
                    <a:cubicBezTo>
                      <a:pt x="357092" y="98964"/>
                      <a:pt x="352138" y="100202"/>
                      <a:pt x="349281" y="100202"/>
                    </a:cubicBezTo>
                    <a:lnTo>
                      <a:pt x="349281" y="100298"/>
                    </a:lnTo>
                    <a:cubicBezTo>
                      <a:pt x="341566" y="100298"/>
                      <a:pt x="333660" y="91344"/>
                      <a:pt x="324992" y="72961"/>
                    </a:cubicBezTo>
                    <a:close/>
                    <a:moveTo>
                      <a:pt x="709516" y="67342"/>
                    </a:moveTo>
                    <a:cubicBezTo>
                      <a:pt x="706087" y="67818"/>
                      <a:pt x="672655" y="72485"/>
                      <a:pt x="669702" y="72866"/>
                    </a:cubicBezTo>
                    <a:cubicBezTo>
                      <a:pt x="671321" y="83629"/>
                      <a:pt x="672274" y="96583"/>
                      <a:pt x="672274" y="111633"/>
                    </a:cubicBezTo>
                    <a:cubicBezTo>
                      <a:pt x="675512" y="111347"/>
                      <a:pt x="706754" y="108395"/>
                      <a:pt x="709516" y="108109"/>
                    </a:cubicBezTo>
                    <a:lnTo>
                      <a:pt x="709516" y="67437"/>
                    </a:lnTo>
                    <a:close/>
                    <a:moveTo>
                      <a:pt x="2001154" y="66932"/>
                    </a:moveTo>
                    <a:lnTo>
                      <a:pt x="2001202" y="66960"/>
                    </a:lnTo>
                    <a:lnTo>
                      <a:pt x="2000916" y="67055"/>
                    </a:lnTo>
                    <a:close/>
                    <a:moveTo>
                      <a:pt x="762475" y="61150"/>
                    </a:moveTo>
                    <a:cubicBezTo>
                      <a:pt x="755237" y="61150"/>
                      <a:pt x="742473" y="62579"/>
                      <a:pt x="724566" y="65437"/>
                    </a:cubicBezTo>
                    <a:cubicBezTo>
                      <a:pt x="724566" y="68199"/>
                      <a:pt x="724375" y="103346"/>
                      <a:pt x="724375" y="106775"/>
                    </a:cubicBezTo>
                    <a:cubicBezTo>
                      <a:pt x="743711" y="104966"/>
                      <a:pt x="755522" y="103156"/>
                      <a:pt x="759428" y="101251"/>
                    </a:cubicBezTo>
                    <a:cubicBezTo>
                      <a:pt x="763237" y="99155"/>
                      <a:pt x="766000" y="94107"/>
                      <a:pt x="767714" y="86011"/>
                    </a:cubicBezTo>
                    <a:lnTo>
                      <a:pt x="770466" y="68734"/>
                    </a:lnTo>
                    <a:lnTo>
                      <a:pt x="770476" y="68771"/>
                    </a:lnTo>
                    <a:lnTo>
                      <a:pt x="770476" y="68675"/>
                    </a:lnTo>
                    <a:lnTo>
                      <a:pt x="770466" y="68734"/>
                    </a:lnTo>
                    <a:lnTo>
                      <a:pt x="768953" y="62865"/>
                    </a:lnTo>
                    <a:cubicBezTo>
                      <a:pt x="768476" y="62198"/>
                      <a:pt x="767047" y="61150"/>
                      <a:pt x="762475" y="61150"/>
                    </a:cubicBezTo>
                    <a:close/>
                    <a:moveTo>
                      <a:pt x="370578" y="55798"/>
                    </a:moveTo>
                    <a:lnTo>
                      <a:pt x="370617" y="55816"/>
                    </a:lnTo>
                    <a:lnTo>
                      <a:pt x="370522" y="55816"/>
                    </a:lnTo>
                    <a:close/>
                    <a:moveTo>
                      <a:pt x="1985733" y="55702"/>
                    </a:moveTo>
                    <a:lnTo>
                      <a:pt x="1985772" y="55720"/>
                    </a:lnTo>
                    <a:lnTo>
                      <a:pt x="1985676" y="55720"/>
                    </a:lnTo>
                    <a:close/>
                    <a:moveTo>
                      <a:pt x="445007" y="53530"/>
                    </a:moveTo>
                    <a:cubicBezTo>
                      <a:pt x="440816" y="54387"/>
                      <a:pt x="420433" y="58388"/>
                      <a:pt x="417956" y="58769"/>
                    </a:cubicBezTo>
                    <a:cubicBezTo>
                      <a:pt x="417956" y="61150"/>
                      <a:pt x="418337" y="77056"/>
                      <a:pt x="418337" y="80295"/>
                    </a:cubicBezTo>
                    <a:cubicBezTo>
                      <a:pt x="421576" y="79723"/>
                      <a:pt x="437863" y="76771"/>
                      <a:pt x="439769" y="76390"/>
                    </a:cubicBezTo>
                    <a:cubicBezTo>
                      <a:pt x="440150" y="74485"/>
                      <a:pt x="444055" y="57626"/>
                      <a:pt x="445007" y="53530"/>
                    </a:cubicBezTo>
                    <a:close/>
                    <a:moveTo>
                      <a:pt x="1067371" y="46006"/>
                    </a:moveTo>
                    <a:cubicBezTo>
                      <a:pt x="1072228" y="46006"/>
                      <a:pt x="1076991" y="46958"/>
                      <a:pt x="1081372" y="48863"/>
                    </a:cubicBezTo>
                    <a:cubicBezTo>
                      <a:pt x="1086230" y="50958"/>
                      <a:pt x="1088611" y="53340"/>
                      <a:pt x="1088611" y="56102"/>
                    </a:cubicBezTo>
                    <a:cubicBezTo>
                      <a:pt x="1088611" y="58388"/>
                      <a:pt x="1086802" y="60674"/>
                      <a:pt x="1082325" y="63341"/>
                    </a:cubicBezTo>
                    <a:cubicBezTo>
                      <a:pt x="1061751" y="65436"/>
                      <a:pt x="1042129" y="68199"/>
                      <a:pt x="1023556" y="71532"/>
                    </a:cubicBezTo>
                    <a:cubicBezTo>
                      <a:pt x="1026032" y="72771"/>
                      <a:pt x="1028509" y="73818"/>
                      <a:pt x="1030795" y="75628"/>
                    </a:cubicBezTo>
                    <a:cubicBezTo>
                      <a:pt x="1035081" y="78962"/>
                      <a:pt x="1036795" y="81057"/>
                      <a:pt x="1036795" y="82867"/>
                    </a:cubicBezTo>
                    <a:lnTo>
                      <a:pt x="1034128" y="87535"/>
                    </a:lnTo>
                    <a:cubicBezTo>
                      <a:pt x="1033081" y="88677"/>
                      <a:pt x="1031938" y="90487"/>
                      <a:pt x="1031080" y="93059"/>
                    </a:cubicBezTo>
                    <a:lnTo>
                      <a:pt x="1025461" y="112681"/>
                    </a:lnTo>
                    <a:cubicBezTo>
                      <a:pt x="1022794" y="122301"/>
                      <a:pt x="1020317" y="129635"/>
                      <a:pt x="1017841" y="134969"/>
                    </a:cubicBezTo>
                    <a:cubicBezTo>
                      <a:pt x="1030414" y="147542"/>
                      <a:pt x="1044701" y="157734"/>
                      <a:pt x="1060132" y="164973"/>
                    </a:cubicBezTo>
                    <a:cubicBezTo>
                      <a:pt x="1076134" y="172402"/>
                      <a:pt x="1097851" y="177451"/>
                      <a:pt x="1124711" y="180118"/>
                    </a:cubicBezTo>
                    <a:lnTo>
                      <a:pt x="1124902" y="180118"/>
                    </a:lnTo>
                    <a:lnTo>
                      <a:pt x="1124902" y="183642"/>
                    </a:lnTo>
                    <a:lnTo>
                      <a:pt x="1097660" y="188976"/>
                    </a:lnTo>
                    <a:cubicBezTo>
                      <a:pt x="1083754" y="192119"/>
                      <a:pt x="1074991" y="193643"/>
                      <a:pt x="1070609" y="193643"/>
                    </a:cubicBezTo>
                    <a:cubicBezTo>
                      <a:pt x="1065085" y="193643"/>
                      <a:pt x="1056703" y="189071"/>
                      <a:pt x="1044987" y="179641"/>
                    </a:cubicBezTo>
                    <a:cubicBezTo>
                      <a:pt x="1033938" y="170688"/>
                      <a:pt x="1022317" y="159258"/>
                      <a:pt x="1010316" y="145637"/>
                    </a:cubicBezTo>
                    <a:cubicBezTo>
                      <a:pt x="1000029" y="157067"/>
                      <a:pt x="987265" y="165258"/>
                      <a:pt x="972121" y="169735"/>
                    </a:cubicBezTo>
                    <a:cubicBezTo>
                      <a:pt x="956500" y="174402"/>
                      <a:pt x="944879" y="176784"/>
                      <a:pt x="937450" y="176784"/>
                    </a:cubicBezTo>
                    <a:cubicBezTo>
                      <a:pt x="931925" y="176784"/>
                      <a:pt x="925829" y="175736"/>
                      <a:pt x="919257" y="173736"/>
                    </a:cubicBezTo>
                    <a:lnTo>
                      <a:pt x="919543" y="170307"/>
                    </a:lnTo>
                    <a:cubicBezTo>
                      <a:pt x="958976" y="164782"/>
                      <a:pt x="985837" y="152400"/>
                      <a:pt x="1000029" y="133826"/>
                    </a:cubicBezTo>
                    <a:cubicBezTo>
                      <a:pt x="986122" y="116014"/>
                      <a:pt x="972121" y="103727"/>
                      <a:pt x="958309" y="97440"/>
                    </a:cubicBezTo>
                    <a:lnTo>
                      <a:pt x="957643" y="97440"/>
                    </a:lnTo>
                    <a:lnTo>
                      <a:pt x="956881" y="94583"/>
                    </a:lnTo>
                    <a:cubicBezTo>
                      <a:pt x="956881" y="89535"/>
                      <a:pt x="964786" y="89535"/>
                      <a:pt x="967358" y="89535"/>
                    </a:cubicBezTo>
                    <a:cubicBezTo>
                      <a:pt x="970882" y="89535"/>
                      <a:pt x="974597" y="90678"/>
                      <a:pt x="978312" y="93059"/>
                    </a:cubicBezTo>
                    <a:cubicBezTo>
                      <a:pt x="982122" y="95250"/>
                      <a:pt x="986980" y="100393"/>
                      <a:pt x="993361" y="108489"/>
                    </a:cubicBezTo>
                    <a:cubicBezTo>
                      <a:pt x="993361" y="108489"/>
                      <a:pt x="1002220" y="118777"/>
                      <a:pt x="1005172" y="122110"/>
                    </a:cubicBezTo>
                    <a:cubicBezTo>
                      <a:pt x="1010316" y="105156"/>
                      <a:pt x="1013078" y="92106"/>
                      <a:pt x="1013078" y="83915"/>
                    </a:cubicBezTo>
                    <a:cubicBezTo>
                      <a:pt x="1013078" y="83915"/>
                      <a:pt x="1012221" y="75628"/>
                      <a:pt x="1012221" y="75438"/>
                    </a:cubicBezTo>
                    <a:cubicBezTo>
                      <a:pt x="1012221" y="74866"/>
                      <a:pt x="1012792" y="74485"/>
                      <a:pt x="1012983" y="73914"/>
                    </a:cubicBezTo>
                    <a:cubicBezTo>
                      <a:pt x="986218" y="80391"/>
                      <a:pt x="967739" y="83724"/>
                      <a:pt x="958214" y="83724"/>
                    </a:cubicBezTo>
                    <a:cubicBezTo>
                      <a:pt x="949165" y="83724"/>
                      <a:pt x="942498" y="80486"/>
                      <a:pt x="938116" y="74104"/>
                    </a:cubicBezTo>
                    <a:cubicBezTo>
                      <a:pt x="938116" y="74104"/>
                      <a:pt x="936402" y="71342"/>
                      <a:pt x="936402" y="71342"/>
                    </a:cubicBezTo>
                    <a:lnTo>
                      <a:pt x="939640" y="71342"/>
                    </a:lnTo>
                    <a:cubicBezTo>
                      <a:pt x="980979" y="70675"/>
                      <a:pt x="1016031" y="64293"/>
                      <a:pt x="1043749" y="52482"/>
                    </a:cubicBezTo>
                    <a:cubicBezTo>
                      <a:pt x="1051654" y="48196"/>
                      <a:pt x="1059465" y="46006"/>
                      <a:pt x="1067371" y="46006"/>
                    </a:cubicBezTo>
                    <a:close/>
                    <a:moveTo>
                      <a:pt x="1636203" y="44481"/>
                    </a:moveTo>
                    <a:cubicBezTo>
                      <a:pt x="1638204" y="44481"/>
                      <a:pt x="1640490" y="45529"/>
                      <a:pt x="1643538" y="47720"/>
                    </a:cubicBezTo>
                    <a:cubicBezTo>
                      <a:pt x="1643538" y="47720"/>
                      <a:pt x="1644205" y="48196"/>
                      <a:pt x="1644205" y="48196"/>
                    </a:cubicBezTo>
                    <a:lnTo>
                      <a:pt x="1644205" y="48958"/>
                    </a:lnTo>
                    <a:cubicBezTo>
                      <a:pt x="1644300" y="49339"/>
                      <a:pt x="1644300" y="49815"/>
                      <a:pt x="1644300" y="50197"/>
                    </a:cubicBezTo>
                    <a:cubicBezTo>
                      <a:pt x="1644300" y="52673"/>
                      <a:pt x="1643252" y="55245"/>
                      <a:pt x="1641347" y="57626"/>
                    </a:cubicBezTo>
                    <a:cubicBezTo>
                      <a:pt x="1641347" y="57626"/>
                      <a:pt x="1639537" y="59912"/>
                      <a:pt x="1638680" y="61150"/>
                    </a:cubicBezTo>
                    <a:cubicBezTo>
                      <a:pt x="1644014" y="66294"/>
                      <a:pt x="1646967" y="70770"/>
                      <a:pt x="1646967" y="74485"/>
                    </a:cubicBezTo>
                    <a:lnTo>
                      <a:pt x="1646300" y="78295"/>
                    </a:lnTo>
                    <a:lnTo>
                      <a:pt x="1646110" y="79819"/>
                    </a:lnTo>
                    <a:lnTo>
                      <a:pt x="1641157" y="78676"/>
                    </a:lnTo>
                    <a:cubicBezTo>
                      <a:pt x="1641157" y="78676"/>
                      <a:pt x="1634013" y="71247"/>
                      <a:pt x="1632298" y="69437"/>
                    </a:cubicBezTo>
                    <a:cubicBezTo>
                      <a:pt x="1623249" y="78200"/>
                      <a:pt x="1615915" y="83344"/>
                      <a:pt x="1609915" y="84486"/>
                    </a:cubicBezTo>
                    <a:lnTo>
                      <a:pt x="1605057" y="85344"/>
                    </a:lnTo>
                    <a:lnTo>
                      <a:pt x="1605057" y="85248"/>
                    </a:lnTo>
                    <a:lnTo>
                      <a:pt x="1617249" y="71247"/>
                    </a:lnTo>
                    <a:cubicBezTo>
                      <a:pt x="1617249" y="71247"/>
                      <a:pt x="1622488" y="64865"/>
                      <a:pt x="1624107" y="62960"/>
                    </a:cubicBezTo>
                    <a:cubicBezTo>
                      <a:pt x="1622392" y="60674"/>
                      <a:pt x="1619440" y="58102"/>
                      <a:pt x="1615058" y="54959"/>
                    </a:cubicBezTo>
                    <a:lnTo>
                      <a:pt x="1611153" y="52387"/>
                    </a:lnTo>
                    <a:lnTo>
                      <a:pt x="1618773" y="51435"/>
                    </a:lnTo>
                    <a:cubicBezTo>
                      <a:pt x="1622011" y="51435"/>
                      <a:pt x="1625631" y="52864"/>
                      <a:pt x="1629727" y="55435"/>
                    </a:cubicBezTo>
                    <a:cubicBezTo>
                      <a:pt x="1630012" y="54769"/>
                      <a:pt x="1630489" y="53626"/>
                      <a:pt x="1630870" y="51149"/>
                    </a:cubicBezTo>
                    <a:cubicBezTo>
                      <a:pt x="1631822" y="45624"/>
                      <a:pt x="1634203" y="44481"/>
                      <a:pt x="1636203" y="44481"/>
                    </a:cubicBezTo>
                    <a:close/>
                    <a:moveTo>
                      <a:pt x="2030063" y="42957"/>
                    </a:moveTo>
                    <a:cubicBezTo>
                      <a:pt x="2032635" y="42957"/>
                      <a:pt x="2035873" y="44005"/>
                      <a:pt x="2039874" y="46386"/>
                    </a:cubicBezTo>
                    <a:cubicBezTo>
                      <a:pt x="2043207" y="48291"/>
                      <a:pt x="2044827" y="50577"/>
                      <a:pt x="2044827" y="53053"/>
                    </a:cubicBezTo>
                    <a:cubicBezTo>
                      <a:pt x="2044827" y="53625"/>
                      <a:pt x="2044636" y="54292"/>
                      <a:pt x="2044160" y="55054"/>
                    </a:cubicBezTo>
                    <a:lnTo>
                      <a:pt x="2044160" y="55244"/>
                    </a:lnTo>
                    <a:cubicBezTo>
                      <a:pt x="2042160" y="57626"/>
                      <a:pt x="2040731" y="59340"/>
                      <a:pt x="2040160" y="60388"/>
                    </a:cubicBezTo>
                    <a:cubicBezTo>
                      <a:pt x="2036635" y="67246"/>
                      <a:pt x="2032539" y="73151"/>
                      <a:pt x="2027968" y="77628"/>
                    </a:cubicBezTo>
                    <a:cubicBezTo>
                      <a:pt x="2022633" y="83248"/>
                      <a:pt x="2016442" y="87534"/>
                      <a:pt x="2009584" y="90296"/>
                    </a:cubicBezTo>
                    <a:cubicBezTo>
                      <a:pt x="2006250" y="91630"/>
                      <a:pt x="2003964" y="92297"/>
                      <a:pt x="2002536" y="92297"/>
                    </a:cubicBezTo>
                    <a:cubicBezTo>
                      <a:pt x="2001678" y="92297"/>
                      <a:pt x="2001107" y="91725"/>
                      <a:pt x="2001107" y="90868"/>
                    </a:cubicBezTo>
                    <a:lnTo>
                      <a:pt x="2001107" y="90487"/>
                    </a:lnTo>
                    <a:lnTo>
                      <a:pt x="2001393" y="90296"/>
                    </a:lnTo>
                    <a:cubicBezTo>
                      <a:pt x="2007394" y="85534"/>
                      <a:pt x="2012632" y="80676"/>
                      <a:pt x="2016728" y="75723"/>
                    </a:cubicBezTo>
                    <a:cubicBezTo>
                      <a:pt x="2020157" y="71627"/>
                      <a:pt x="2023205" y="66484"/>
                      <a:pt x="2025777" y="60674"/>
                    </a:cubicBezTo>
                    <a:cubicBezTo>
                      <a:pt x="2027491" y="56959"/>
                      <a:pt x="2028348" y="53435"/>
                      <a:pt x="2028348" y="50386"/>
                    </a:cubicBezTo>
                    <a:lnTo>
                      <a:pt x="2027396" y="45719"/>
                    </a:lnTo>
                    <a:cubicBezTo>
                      <a:pt x="2027396" y="43910"/>
                      <a:pt x="2028348" y="42957"/>
                      <a:pt x="2030063" y="42957"/>
                    </a:cubicBezTo>
                    <a:close/>
                    <a:moveTo>
                      <a:pt x="2365248" y="38385"/>
                    </a:moveTo>
                    <a:cubicBezTo>
                      <a:pt x="2368391" y="38385"/>
                      <a:pt x="2372106" y="39147"/>
                      <a:pt x="2376392" y="40576"/>
                    </a:cubicBezTo>
                    <a:lnTo>
                      <a:pt x="2376202" y="40576"/>
                    </a:lnTo>
                    <a:cubicBezTo>
                      <a:pt x="2380678" y="42481"/>
                      <a:pt x="2382964" y="44767"/>
                      <a:pt x="2382964" y="47529"/>
                    </a:cubicBezTo>
                    <a:cubicBezTo>
                      <a:pt x="2382964" y="49339"/>
                      <a:pt x="2382488" y="52958"/>
                      <a:pt x="2381535" y="58292"/>
                    </a:cubicBezTo>
                    <a:cubicBezTo>
                      <a:pt x="2380583" y="64960"/>
                      <a:pt x="2380106" y="72199"/>
                      <a:pt x="2380106" y="79914"/>
                    </a:cubicBezTo>
                    <a:lnTo>
                      <a:pt x="2380106" y="148399"/>
                    </a:lnTo>
                    <a:cubicBezTo>
                      <a:pt x="2380106" y="153161"/>
                      <a:pt x="2379154" y="157162"/>
                      <a:pt x="2377344" y="160305"/>
                    </a:cubicBezTo>
                    <a:cubicBezTo>
                      <a:pt x="2375630" y="163448"/>
                      <a:pt x="2373439" y="164972"/>
                      <a:pt x="2370963" y="164972"/>
                    </a:cubicBezTo>
                    <a:cubicBezTo>
                      <a:pt x="2368867" y="164972"/>
                      <a:pt x="2366962" y="162972"/>
                      <a:pt x="2365248" y="158781"/>
                    </a:cubicBezTo>
                    <a:cubicBezTo>
                      <a:pt x="2364105" y="155447"/>
                      <a:pt x="2363533" y="152590"/>
                      <a:pt x="2363533" y="150304"/>
                    </a:cubicBezTo>
                    <a:cubicBezTo>
                      <a:pt x="2363533" y="143351"/>
                      <a:pt x="2364105" y="134968"/>
                      <a:pt x="2365248" y="125348"/>
                    </a:cubicBezTo>
                    <a:cubicBezTo>
                      <a:pt x="2366105" y="112966"/>
                      <a:pt x="2366486" y="94487"/>
                      <a:pt x="2366486" y="70198"/>
                    </a:cubicBezTo>
                    <a:cubicBezTo>
                      <a:pt x="2366486" y="58768"/>
                      <a:pt x="2365819" y="51148"/>
                      <a:pt x="2364390" y="47339"/>
                    </a:cubicBezTo>
                    <a:cubicBezTo>
                      <a:pt x="2363057" y="44100"/>
                      <a:pt x="2362295" y="42481"/>
                      <a:pt x="2362295" y="42481"/>
                    </a:cubicBezTo>
                    <a:lnTo>
                      <a:pt x="2361914" y="42481"/>
                    </a:lnTo>
                    <a:lnTo>
                      <a:pt x="2361914" y="41719"/>
                    </a:lnTo>
                    <a:cubicBezTo>
                      <a:pt x="2361914" y="39623"/>
                      <a:pt x="2363057" y="38385"/>
                      <a:pt x="2365248" y="38385"/>
                    </a:cubicBezTo>
                    <a:close/>
                    <a:moveTo>
                      <a:pt x="2065687" y="37528"/>
                    </a:moveTo>
                    <a:cubicBezTo>
                      <a:pt x="2067972" y="37528"/>
                      <a:pt x="2070639" y="38195"/>
                      <a:pt x="2073973" y="39719"/>
                    </a:cubicBezTo>
                    <a:cubicBezTo>
                      <a:pt x="2077783" y="41338"/>
                      <a:pt x="2079688" y="43338"/>
                      <a:pt x="2079688" y="45720"/>
                    </a:cubicBezTo>
                    <a:lnTo>
                      <a:pt x="2079688" y="46005"/>
                    </a:lnTo>
                    <a:lnTo>
                      <a:pt x="2079498" y="46196"/>
                    </a:lnTo>
                    <a:cubicBezTo>
                      <a:pt x="2079498" y="46291"/>
                      <a:pt x="2079307" y="46482"/>
                      <a:pt x="2078926" y="47243"/>
                    </a:cubicBezTo>
                    <a:lnTo>
                      <a:pt x="2078736" y="47434"/>
                    </a:lnTo>
                    <a:cubicBezTo>
                      <a:pt x="2078164" y="48005"/>
                      <a:pt x="2077307" y="49339"/>
                      <a:pt x="2076355" y="53149"/>
                    </a:cubicBezTo>
                    <a:cubicBezTo>
                      <a:pt x="2075402" y="58102"/>
                      <a:pt x="2074926" y="61341"/>
                      <a:pt x="2074926" y="62579"/>
                    </a:cubicBezTo>
                    <a:cubicBezTo>
                      <a:pt x="2074926" y="69722"/>
                      <a:pt x="2080831" y="73151"/>
                      <a:pt x="2093023" y="73151"/>
                    </a:cubicBezTo>
                    <a:cubicBezTo>
                      <a:pt x="2094262" y="73151"/>
                      <a:pt x="2096452" y="72961"/>
                      <a:pt x="2099405" y="72675"/>
                    </a:cubicBezTo>
                    <a:cubicBezTo>
                      <a:pt x="2103024" y="71723"/>
                      <a:pt x="2106072" y="71246"/>
                      <a:pt x="2108168" y="71246"/>
                    </a:cubicBezTo>
                    <a:cubicBezTo>
                      <a:pt x="2108739" y="71246"/>
                      <a:pt x="2109978" y="71437"/>
                      <a:pt x="2113121" y="73342"/>
                    </a:cubicBezTo>
                    <a:lnTo>
                      <a:pt x="2113312" y="73342"/>
                    </a:lnTo>
                    <a:cubicBezTo>
                      <a:pt x="2114645" y="74771"/>
                      <a:pt x="2115407" y="76580"/>
                      <a:pt x="2115407" y="78676"/>
                    </a:cubicBezTo>
                    <a:cubicBezTo>
                      <a:pt x="2115407" y="80771"/>
                      <a:pt x="2114264" y="82295"/>
                      <a:pt x="2111883" y="83438"/>
                    </a:cubicBezTo>
                    <a:cubicBezTo>
                      <a:pt x="2108358" y="85058"/>
                      <a:pt x="2103596" y="85915"/>
                      <a:pt x="2097881" y="85915"/>
                    </a:cubicBezTo>
                    <a:cubicBezTo>
                      <a:pt x="2091118" y="85915"/>
                      <a:pt x="2084641" y="85058"/>
                      <a:pt x="2078640" y="83438"/>
                    </a:cubicBezTo>
                    <a:lnTo>
                      <a:pt x="2078545" y="83629"/>
                    </a:lnTo>
                    <a:cubicBezTo>
                      <a:pt x="2068163" y="80771"/>
                      <a:pt x="2063020" y="74390"/>
                      <a:pt x="2063020" y="64579"/>
                    </a:cubicBezTo>
                    <a:lnTo>
                      <a:pt x="2063020" y="54197"/>
                    </a:lnTo>
                    <a:cubicBezTo>
                      <a:pt x="2063020" y="50768"/>
                      <a:pt x="2062829" y="48005"/>
                      <a:pt x="2062543" y="45815"/>
                    </a:cubicBezTo>
                    <a:cubicBezTo>
                      <a:pt x="2062257" y="43624"/>
                      <a:pt x="2062067" y="41719"/>
                      <a:pt x="2062067" y="40195"/>
                    </a:cubicBezTo>
                    <a:cubicBezTo>
                      <a:pt x="2062067" y="39147"/>
                      <a:pt x="2062543" y="37528"/>
                      <a:pt x="2065687" y="37528"/>
                    </a:cubicBezTo>
                    <a:close/>
                    <a:moveTo>
                      <a:pt x="2323147" y="37433"/>
                    </a:moveTo>
                    <a:cubicBezTo>
                      <a:pt x="2326481" y="37433"/>
                      <a:pt x="2330672" y="38957"/>
                      <a:pt x="2335816" y="42100"/>
                    </a:cubicBezTo>
                    <a:cubicBezTo>
                      <a:pt x="2339816" y="44482"/>
                      <a:pt x="2341721" y="46958"/>
                      <a:pt x="2341721" y="49435"/>
                    </a:cubicBezTo>
                    <a:cubicBezTo>
                      <a:pt x="2341721" y="51340"/>
                      <a:pt x="2341435" y="53245"/>
                      <a:pt x="2340959" y="55435"/>
                    </a:cubicBezTo>
                    <a:cubicBezTo>
                      <a:pt x="2340007" y="59722"/>
                      <a:pt x="2339530" y="64484"/>
                      <a:pt x="2339530" y="69723"/>
                    </a:cubicBezTo>
                    <a:cubicBezTo>
                      <a:pt x="2339054" y="104870"/>
                      <a:pt x="2336959" y="128778"/>
                      <a:pt x="2333244" y="140875"/>
                    </a:cubicBezTo>
                    <a:cubicBezTo>
                      <a:pt x="2328100" y="156400"/>
                      <a:pt x="2320862" y="168497"/>
                      <a:pt x="2311813" y="176689"/>
                    </a:cubicBezTo>
                    <a:cubicBezTo>
                      <a:pt x="2303431" y="183832"/>
                      <a:pt x="2297525" y="187452"/>
                      <a:pt x="2294001" y="187737"/>
                    </a:cubicBezTo>
                    <a:cubicBezTo>
                      <a:pt x="2291810" y="187737"/>
                      <a:pt x="2291334" y="186785"/>
                      <a:pt x="2291334" y="186023"/>
                    </a:cubicBezTo>
                    <a:cubicBezTo>
                      <a:pt x="2291334" y="185071"/>
                      <a:pt x="2292477" y="184023"/>
                      <a:pt x="2294858" y="182499"/>
                    </a:cubicBezTo>
                    <a:cubicBezTo>
                      <a:pt x="2304097" y="173164"/>
                      <a:pt x="2311717" y="160306"/>
                      <a:pt x="2317242" y="144589"/>
                    </a:cubicBezTo>
                    <a:cubicBezTo>
                      <a:pt x="2321814" y="131159"/>
                      <a:pt x="2324195" y="114014"/>
                      <a:pt x="2324195" y="93440"/>
                    </a:cubicBezTo>
                    <a:lnTo>
                      <a:pt x="2324195" y="78200"/>
                    </a:lnTo>
                    <a:cubicBezTo>
                      <a:pt x="2324195" y="70866"/>
                      <a:pt x="2323909" y="63627"/>
                      <a:pt x="2323433" y="56769"/>
                    </a:cubicBezTo>
                    <a:cubicBezTo>
                      <a:pt x="2322766" y="52387"/>
                      <a:pt x="2321623" y="48673"/>
                      <a:pt x="2319909" y="45720"/>
                    </a:cubicBezTo>
                    <a:cubicBezTo>
                      <a:pt x="2317909" y="42577"/>
                      <a:pt x="2317623" y="41624"/>
                      <a:pt x="2317623" y="41053"/>
                    </a:cubicBezTo>
                    <a:cubicBezTo>
                      <a:pt x="2317623" y="39433"/>
                      <a:pt x="2318575" y="37433"/>
                      <a:pt x="2323147" y="37433"/>
                    </a:cubicBezTo>
                    <a:close/>
                    <a:moveTo>
                      <a:pt x="349471" y="27812"/>
                    </a:moveTo>
                    <a:cubicBezTo>
                      <a:pt x="357663" y="27812"/>
                      <a:pt x="364331" y="29622"/>
                      <a:pt x="369474" y="33146"/>
                    </a:cubicBezTo>
                    <a:cubicBezTo>
                      <a:pt x="374713" y="36766"/>
                      <a:pt x="377475" y="41623"/>
                      <a:pt x="377475" y="47529"/>
                    </a:cubicBezTo>
                    <a:cubicBezTo>
                      <a:pt x="377475" y="51149"/>
                      <a:pt x="376380" y="53220"/>
                      <a:pt x="374963" y="54387"/>
                    </a:cubicBezTo>
                    <a:lnTo>
                      <a:pt x="370578" y="55798"/>
                    </a:lnTo>
                    <a:lnTo>
                      <a:pt x="362044" y="51756"/>
                    </a:lnTo>
                    <a:cubicBezTo>
                      <a:pt x="357830" y="48339"/>
                      <a:pt x="351948" y="42148"/>
                      <a:pt x="343471" y="31051"/>
                    </a:cubicBezTo>
                    <a:lnTo>
                      <a:pt x="341375" y="28669"/>
                    </a:lnTo>
                    <a:close/>
                    <a:moveTo>
                      <a:pt x="1964531" y="27717"/>
                    </a:moveTo>
                    <a:cubicBezTo>
                      <a:pt x="1972818" y="27717"/>
                      <a:pt x="1979485" y="29527"/>
                      <a:pt x="1984629" y="33051"/>
                    </a:cubicBezTo>
                    <a:cubicBezTo>
                      <a:pt x="1989868" y="36670"/>
                      <a:pt x="1992630" y="41528"/>
                      <a:pt x="1992630" y="47434"/>
                    </a:cubicBezTo>
                    <a:cubicBezTo>
                      <a:pt x="1992630" y="51054"/>
                      <a:pt x="1991535" y="53125"/>
                      <a:pt x="1990118" y="54292"/>
                    </a:cubicBezTo>
                    <a:lnTo>
                      <a:pt x="1985733" y="55702"/>
                    </a:lnTo>
                    <a:lnTo>
                      <a:pt x="1977199" y="51660"/>
                    </a:lnTo>
                    <a:cubicBezTo>
                      <a:pt x="1972984" y="48243"/>
                      <a:pt x="1967103" y="42052"/>
                      <a:pt x="1958625" y="30955"/>
                    </a:cubicBezTo>
                    <a:lnTo>
                      <a:pt x="1956530" y="28574"/>
                    </a:lnTo>
                    <a:close/>
                    <a:moveTo>
                      <a:pt x="2493835" y="27050"/>
                    </a:moveTo>
                    <a:cubicBezTo>
                      <a:pt x="2506313" y="37528"/>
                      <a:pt x="2515838" y="50005"/>
                      <a:pt x="2522601" y="64483"/>
                    </a:cubicBezTo>
                    <a:cubicBezTo>
                      <a:pt x="2529268" y="78961"/>
                      <a:pt x="2532697" y="94773"/>
                      <a:pt x="2532697" y="111918"/>
                    </a:cubicBezTo>
                    <a:cubicBezTo>
                      <a:pt x="2532697" y="121919"/>
                      <a:pt x="2531554" y="130968"/>
                      <a:pt x="2529363" y="139254"/>
                    </a:cubicBezTo>
                    <a:cubicBezTo>
                      <a:pt x="2527173" y="147446"/>
                      <a:pt x="2524220" y="154971"/>
                      <a:pt x="2520600" y="161638"/>
                    </a:cubicBezTo>
                    <a:cubicBezTo>
                      <a:pt x="2516886" y="168306"/>
                      <a:pt x="2512599" y="174783"/>
                      <a:pt x="2507551" y="180784"/>
                    </a:cubicBezTo>
                    <a:cubicBezTo>
                      <a:pt x="2502503" y="186784"/>
                      <a:pt x="2497740" y="191547"/>
                      <a:pt x="2493169" y="194880"/>
                    </a:cubicBezTo>
                    <a:lnTo>
                      <a:pt x="2493264" y="194785"/>
                    </a:lnTo>
                    <a:lnTo>
                      <a:pt x="2489644" y="190309"/>
                    </a:lnTo>
                    <a:cubicBezTo>
                      <a:pt x="2498979" y="180212"/>
                      <a:pt x="2505932" y="168877"/>
                      <a:pt x="2510504" y="156209"/>
                    </a:cubicBezTo>
                    <a:cubicBezTo>
                      <a:pt x="2515076" y="143541"/>
                      <a:pt x="2517362" y="128967"/>
                      <a:pt x="2517362" y="112394"/>
                    </a:cubicBezTo>
                    <a:cubicBezTo>
                      <a:pt x="2517362" y="94487"/>
                      <a:pt x="2515171" y="79342"/>
                      <a:pt x="2510885" y="67150"/>
                    </a:cubicBezTo>
                    <a:cubicBezTo>
                      <a:pt x="2506599" y="54958"/>
                      <a:pt x="2499455" y="42766"/>
                      <a:pt x="2489549" y="30765"/>
                    </a:cubicBezTo>
                    <a:close/>
                    <a:moveTo>
                      <a:pt x="1882235" y="26860"/>
                    </a:moveTo>
                    <a:lnTo>
                      <a:pt x="1885759" y="31337"/>
                    </a:lnTo>
                    <a:cubicBezTo>
                      <a:pt x="1876425" y="41433"/>
                      <a:pt x="1869471" y="52768"/>
                      <a:pt x="1864899" y="65436"/>
                    </a:cubicBezTo>
                    <a:cubicBezTo>
                      <a:pt x="1860327" y="78105"/>
                      <a:pt x="1858041" y="92678"/>
                      <a:pt x="1858041" y="109251"/>
                    </a:cubicBezTo>
                    <a:cubicBezTo>
                      <a:pt x="1858041" y="127254"/>
                      <a:pt x="1860232" y="142303"/>
                      <a:pt x="1864518" y="154495"/>
                    </a:cubicBezTo>
                    <a:cubicBezTo>
                      <a:pt x="1868804" y="166687"/>
                      <a:pt x="1875948" y="178784"/>
                      <a:pt x="1885854" y="190881"/>
                    </a:cubicBezTo>
                    <a:lnTo>
                      <a:pt x="1881568" y="194691"/>
                    </a:lnTo>
                    <a:lnTo>
                      <a:pt x="1881473" y="194786"/>
                    </a:lnTo>
                    <a:cubicBezTo>
                      <a:pt x="1869090" y="184308"/>
                      <a:pt x="1859470" y="171831"/>
                      <a:pt x="1852707" y="157353"/>
                    </a:cubicBezTo>
                    <a:cubicBezTo>
                      <a:pt x="1846040" y="142875"/>
                      <a:pt x="1842706" y="127063"/>
                      <a:pt x="1842706" y="109918"/>
                    </a:cubicBezTo>
                    <a:cubicBezTo>
                      <a:pt x="1842706" y="99822"/>
                      <a:pt x="1843754" y="90773"/>
                      <a:pt x="1845944" y="82486"/>
                    </a:cubicBezTo>
                    <a:cubicBezTo>
                      <a:pt x="1848135" y="74295"/>
                      <a:pt x="1851088" y="66770"/>
                      <a:pt x="1854708" y="60102"/>
                    </a:cubicBezTo>
                    <a:cubicBezTo>
                      <a:pt x="1858422" y="53435"/>
                      <a:pt x="1862709" y="47053"/>
                      <a:pt x="1867757" y="40957"/>
                    </a:cubicBezTo>
                    <a:cubicBezTo>
                      <a:pt x="1872805" y="34861"/>
                      <a:pt x="1877568" y="30194"/>
                      <a:pt x="1882235" y="26860"/>
                    </a:cubicBezTo>
                    <a:close/>
                    <a:moveTo>
                      <a:pt x="2267521" y="20288"/>
                    </a:moveTo>
                    <a:cubicBezTo>
                      <a:pt x="2271617" y="20288"/>
                      <a:pt x="2276760" y="21717"/>
                      <a:pt x="2282761" y="24669"/>
                    </a:cubicBezTo>
                    <a:cubicBezTo>
                      <a:pt x="2287524" y="26860"/>
                      <a:pt x="2289905" y="29718"/>
                      <a:pt x="2289905" y="33242"/>
                    </a:cubicBezTo>
                    <a:cubicBezTo>
                      <a:pt x="2289905" y="33432"/>
                      <a:pt x="2289905" y="33909"/>
                      <a:pt x="2287619" y="37909"/>
                    </a:cubicBezTo>
                    <a:cubicBezTo>
                      <a:pt x="2287143" y="38957"/>
                      <a:pt x="2286190" y="43624"/>
                      <a:pt x="2284380" y="60293"/>
                    </a:cubicBezTo>
                    <a:lnTo>
                      <a:pt x="2284380" y="79724"/>
                    </a:lnTo>
                    <a:cubicBezTo>
                      <a:pt x="2288095" y="78581"/>
                      <a:pt x="2291429" y="77343"/>
                      <a:pt x="2294191" y="76200"/>
                    </a:cubicBezTo>
                    <a:cubicBezTo>
                      <a:pt x="2295715" y="75343"/>
                      <a:pt x="2296858" y="74961"/>
                      <a:pt x="2297620" y="74961"/>
                    </a:cubicBezTo>
                    <a:cubicBezTo>
                      <a:pt x="2300287" y="74961"/>
                      <a:pt x="2303526" y="75914"/>
                      <a:pt x="2307336" y="77724"/>
                    </a:cubicBezTo>
                    <a:cubicBezTo>
                      <a:pt x="2310193" y="78772"/>
                      <a:pt x="2311622" y="80295"/>
                      <a:pt x="2311622" y="82201"/>
                    </a:cubicBezTo>
                    <a:cubicBezTo>
                      <a:pt x="2311622" y="84010"/>
                      <a:pt x="2310193" y="85439"/>
                      <a:pt x="2307336" y="86487"/>
                    </a:cubicBezTo>
                    <a:cubicBezTo>
                      <a:pt x="2304097" y="88201"/>
                      <a:pt x="2297144" y="90011"/>
                      <a:pt x="2286190" y="92107"/>
                    </a:cubicBezTo>
                    <a:lnTo>
                      <a:pt x="2284380" y="92487"/>
                    </a:lnTo>
                    <a:lnTo>
                      <a:pt x="2284380" y="130683"/>
                    </a:lnTo>
                    <a:cubicBezTo>
                      <a:pt x="2290572" y="128587"/>
                      <a:pt x="2297430" y="126111"/>
                      <a:pt x="2304573" y="123349"/>
                    </a:cubicBezTo>
                    <a:cubicBezTo>
                      <a:pt x="2311812" y="120682"/>
                      <a:pt x="2313718" y="120396"/>
                      <a:pt x="2314479" y="120396"/>
                    </a:cubicBezTo>
                    <a:cubicBezTo>
                      <a:pt x="2316194" y="120396"/>
                      <a:pt x="2317146" y="121253"/>
                      <a:pt x="2317146" y="122777"/>
                    </a:cubicBezTo>
                    <a:cubicBezTo>
                      <a:pt x="2317146" y="123825"/>
                      <a:pt x="2316289" y="124873"/>
                      <a:pt x="2314384" y="126015"/>
                    </a:cubicBezTo>
                    <a:cubicBezTo>
                      <a:pt x="2306955" y="130587"/>
                      <a:pt x="2295525" y="137065"/>
                      <a:pt x="2280285" y="145065"/>
                    </a:cubicBezTo>
                    <a:cubicBezTo>
                      <a:pt x="2272188" y="149542"/>
                      <a:pt x="2262378" y="155162"/>
                      <a:pt x="2251138" y="161925"/>
                    </a:cubicBezTo>
                    <a:cubicBezTo>
                      <a:pt x="2249424" y="163258"/>
                      <a:pt x="2247995" y="163925"/>
                      <a:pt x="2246661" y="163925"/>
                    </a:cubicBezTo>
                    <a:cubicBezTo>
                      <a:pt x="2243042" y="163925"/>
                      <a:pt x="2238756" y="162020"/>
                      <a:pt x="2233422" y="158019"/>
                    </a:cubicBezTo>
                    <a:cubicBezTo>
                      <a:pt x="2229231" y="154305"/>
                      <a:pt x="2227135" y="151447"/>
                      <a:pt x="2227135" y="149257"/>
                    </a:cubicBezTo>
                    <a:cubicBezTo>
                      <a:pt x="2227135" y="147828"/>
                      <a:pt x="2229040" y="147542"/>
                      <a:pt x="2229707" y="147542"/>
                    </a:cubicBezTo>
                    <a:cubicBezTo>
                      <a:pt x="2233517" y="147256"/>
                      <a:pt x="2237327" y="146399"/>
                      <a:pt x="2240946" y="145161"/>
                    </a:cubicBezTo>
                    <a:cubicBezTo>
                      <a:pt x="2248757" y="142970"/>
                      <a:pt x="2258663" y="139827"/>
                      <a:pt x="2270569" y="135731"/>
                    </a:cubicBezTo>
                    <a:lnTo>
                      <a:pt x="2269426" y="95345"/>
                    </a:lnTo>
                    <a:cubicBezTo>
                      <a:pt x="2262473" y="96583"/>
                      <a:pt x="2257329" y="97155"/>
                      <a:pt x="2254186" y="97155"/>
                    </a:cubicBezTo>
                    <a:cubicBezTo>
                      <a:pt x="2248376" y="97155"/>
                      <a:pt x="2244471" y="96583"/>
                      <a:pt x="2242280" y="95440"/>
                    </a:cubicBezTo>
                    <a:cubicBezTo>
                      <a:pt x="2239708" y="93631"/>
                      <a:pt x="2238565" y="92202"/>
                      <a:pt x="2238565" y="90964"/>
                    </a:cubicBezTo>
                    <a:cubicBezTo>
                      <a:pt x="2238565" y="89344"/>
                      <a:pt x="2240565" y="88487"/>
                      <a:pt x="2245233" y="88106"/>
                    </a:cubicBezTo>
                    <a:cubicBezTo>
                      <a:pt x="2252757" y="87153"/>
                      <a:pt x="2260758" y="85629"/>
                      <a:pt x="2269236" y="83439"/>
                    </a:cubicBezTo>
                    <a:lnTo>
                      <a:pt x="2268759" y="58483"/>
                    </a:lnTo>
                    <a:cubicBezTo>
                      <a:pt x="2268759" y="52292"/>
                      <a:pt x="2268188" y="45529"/>
                      <a:pt x="2267045" y="38290"/>
                    </a:cubicBezTo>
                    <a:cubicBezTo>
                      <a:pt x="2266759" y="34671"/>
                      <a:pt x="2265806" y="31908"/>
                      <a:pt x="2264283" y="29908"/>
                    </a:cubicBezTo>
                    <a:cubicBezTo>
                      <a:pt x="2262187" y="26479"/>
                      <a:pt x="2262187" y="26098"/>
                      <a:pt x="2262187" y="25812"/>
                    </a:cubicBezTo>
                    <a:cubicBezTo>
                      <a:pt x="2262187" y="22193"/>
                      <a:pt x="2264092" y="20288"/>
                      <a:pt x="2267521" y="20288"/>
                    </a:cubicBezTo>
                    <a:close/>
                    <a:moveTo>
                      <a:pt x="2102929" y="16668"/>
                    </a:moveTo>
                    <a:cubicBezTo>
                      <a:pt x="2105406" y="16668"/>
                      <a:pt x="2109597" y="19144"/>
                      <a:pt x="2115693" y="24288"/>
                    </a:cubicBezTo>
                    <a:cubicBezTo>
                      <a:pt x="2122646" y="29908"/>
                      <a:pt x="2126075" y="34194"/>
                      <a:pt x="2126075" y="37147"/>
                    </a:cubicBezTo>
                    <a:cubicBezTo>
                      <a:pt x="2126075" y="41243"/>
                      <a:pt x="2123408" y="43719"/>
                      <a:pt x="2117979" y="44386"/>
                    </a:cubicBezTo>
                    <a:cubicBezTo>
                      <a:pt x="2110739" y="46005"/>
                      <a:pt x="2101977" y="49148"/>
                      <a:pt x="2091880" y="53815"/>
                    </a:cubicBezTo>
                    <a:lnTo>
                      <a:pt x="2091594" y="53815"/>
                    </a:lnTo>
                    <a:cubicBezTo>
                      <a:pt x="2090547" y="53815"/>
                      <a:pt x="2089975" y="53149"/>
                      <a:pt x="2089975" y="52101"/>
                    </a:cubicBezTo>
                    <a:lnTo>
                      <a:pt x="2089975" y="51910"/>
                    </a:lnTo>
                    <a:cubicBezTo>
                      <a:pt x="2095309" y="36861"/>
                      <a:pt x="2096452" y="32003"/>
                      <a:pt x="2096452" y="30670"/>
                    </a:cubicBezTo>
                    <a:cubicBezTo>
                      <a:pt x="2096452" y="30003"/>
                      <a:pt x="2096452" y="28479"/>
                      <a:pt x="2092547" y="28479"/>
                    </a:cubicBezTo>
                    <a:cubicBezTo>
                      <a:pt x="2077402" y="28955"/>
                      <a:pt x="2055685" y="32670"/>
                      <a:pt x="2028063" y="39338"/>
                    </a:cubicBezTo>
                    <a:cubicBezTo>
                      <a:pt x="2025681" y="39623"/>
                      <a:pt x="2024253" y="39814"/>
                      <a:pt x="2023491" y="39814"/>
                    </a:cubicBezTo>
                    <a:cubicBezTo>
                      <a:pt x="2021109" y="39814"/>
                      <a:pt x="2019014" y="39528"/>
                      <a:pt x="2017299" y="39052"/>
                    </a:cubicBezTo>
                    <a:cubicBezTo>
                      <a:pt x="2016728" y="42100"/>
                      <a:pt x="2015585" y="45719"/>
                      <a:pt x="2013966" y="49720"/>
                    </a:cubicBezTo>
                    <a:cubicBezTo>
                      <a:pt x="2011108" y="56959"/>
                      <a:pt x="2008536" y="61721"/>
                      <a:pt x="2006060" y="64388"/>
                    </a:cubicBezTo>
                    <a:lnTo>
                      <a:pt x="2001154" y="66932"/>
                    </a:lnTo>
                    <a:lnTo>
                      <a:pt x="1996249" y="64007"/>
                    </a:lnTo>
                    <a:cubicBezTo>
                      <a:pt x="1995106" y="62388"/>
                      <a:pt x="1994630" y="60673"/>
                      <a:pt x="1994630" y="58768"/>
                    </a:cubicBezTo>
                    <a:cubicBezTo>
                      <a:pt x="1994630" y="55911"/>
                      <a:pt x="1995297" y="53530"/>
                      <a:pt x="1996439" y="51625"/>
                    </a:cubicBezTo>
                    <a:cubicBezTo>
                      <a:pt x="1999773" y="47243"/>
                      <a:pt x="2003679" y="37623"/>
                      <a:pt x="2008155" y="23145"/>
                    </a:cubicBezTo>
                    <a:cubicBezTo>
                      <a:pt x="2008822" y="20764"/>
                      <a:pt x="2009965" y="19525"/>
                      <a:pt x="2011489" y="19525"/>
                    </a:cubicBezTo>
                    <a:cubicBezTo>
                      <a:pt x="2013204" y="19525"/>
                      <a:pt x="2014632" y="21335"/>
                      <a:pt x="2016061" y="25336"/>
                    </a:cubicBezTo>
                    <a:cubicBezTo>
                      <a:pt x="2016537" y="26574"/>
                      <a:pt x="2016823" y="27812"/>
                      <a:pt x="2017204" y="28955"/>
                    </a:cubicBezTo>
                    <a:lnTo>
                      <a:pt x="2019014" y="28955"/>
                    </a:lnTo>
                    <a:cubicBezTo>
                      <a:pt x="2040731" y="28193"/>
                      <a:pt x="2066639" y="24574"/>
                      <a:pt x="2096071" y="18383"/>
                    </a:cubicBezTo>
                    <a:cubicBezTo>
                      <a:pt x="2100834" y="16858"/>
                      <a:pt x="2102262" y="16668"/>
                      <a:pt x="2102929" y="16668"/>
                    </a:cubicBezTo>
                    <a:close/>
                    <a:moveTo>
                      <a:pt x="987646" y="12287"/>
                    </a:moveTo>
                    <a:lnTo>
                      <a:pt x="989456" y="12287"/>
                    </a:lnTo>
                    <a:cubicBezTo>
                      <a:pt x="1000886" y="12573"/>
                      <a:pt x="1008697" y="13049"/>
                      <a:pt x="1013269" y="13811"/>
                    </a:cubicBezTo>
                    <a:cubicBezTo>
                      <a:pt x="1018222" y="14478"/>
                      <a:pt x="1022889" y="16573"/>
                      <a:pt x="1027175" y="19907"/>
                    </a:cubicBezTo>
                    <a:cubicBezTo>
                      <a:pt x="1031747" y="23431"/>
                      <a:pt x="1034033" y="27241"/>
                      <a:pt x="1034033" y="31242"/>
                    </a:cubicBezTo>
                    <a:cubicBezTo>
                      <a:pt x="1034033" y="41148"/>
                      <a:pt x="1030128" y="43243"/>
                      <a:pt x="1026794" y="43243"/>
                    </a:cubicBezTo>
                    <a:cubicBezTo>
                      <a:pt x="1021270" y="43243"/>
                      <a:pt x="1013554" y="39147"/>
                      <a:pt x="1002982" y="30670"/>
                    </a:cubicBezTo>
                    <a:lnTo>
                      <a:pt x="1002886" y="30575"/>
                    </a:lnTo>
                    <a:cubicBezTo>
                      <a:pt x="988313" y="18764"/>
                      <a:pt x="987170" y="15906"/>
                      <a:pt x="987170" y="14192"/>
                    </a:cubicBezTo>
                    <a:cubicBezTo>
                      <a:pt x="987170" y="14192"/>
                      <a:pt x="987646" y="12287"/>
                      <a:pt x="987646" y="12287"/>
                    </a:cubicBezTo>
                    <a:close/>
                    <a:moveTo>
                      <a:pt x="1679352" y="7620"/>
                    </a:moveTo>
                    <a:cubicBezTo>
                      <a:pt x="1680304" y="7620"/>
                      <a:pt x="1682114" y="8096"/>
                      <a:pt x="1690496" y="13430"/>
                    </a:cubicBezTo>
                    <a:cubicBezTo>
                      <a:pt x="1699449" y="18859"/>
                      <a:pt x="1700211" y="20574"/>
                      <a:pt x="1700211" y="21907"/>
                    </a:cubicBezTo>
                    <a:cubicBezTo>
                      <a:pt x="1700211" y="23241"/>
                      <a:pt x="1699164" y="24669"/>
                      <a:pt x="1696687" y="26384"/>
                    </a:cubicBezTo>
                    <a:cubicBezTo>
                      <a:pt x="1695068" y="27527"/>
                      <a:pt x="1693735" y="29241"/>
                      <a:pt x="1692401" y="31432"/>
                    </a:cubicBezTo>
                    <a:cubicBezTo>
                      <a:pt x="1691544" y="33052"/>
                      <a:pt x="1689924" y="37719"/>
                      <a:pt x="1686972" y="50768"/>
                    </a:cubicBezTo>
                    <a:cubicBezTo>
                      <a:pt x="1686972" y="50768"/>
                      <a:pt x="1681638" y="75819"/>
                      <a:pt x="1680781" y="79629"/>
                    </a:cubicBezTo>
                    <a:cubicBezTo>
                      <a:pt x="1688496" y="79438"/>
                      <a:pt x="1695163" y="78772"/>
                      <a:pt x="1700211" y="77628"/>
                    </a:cubicBezTo>
                    <a:lnTo>
                      <a:pt x="1710975" y="75438"/>
                    </a:lnTo>
                    <a:cubicBezTo>
                      <a:pt x="1714975" y="75438"/>
                      <a:pt x="1719547" y="78105"/>
                      <a:pt x="1724881" y="83629"/>
                    </a:cubicBezTo>
                    <a:lnTo>
                      <a:pt x="1724977" y="83534"/>
                    </a:lnTo>
                    <a:cubicBezTo>
                      <a:pt x="1732311" y="90964"/>
                      <a:pt x="1732882" y="92678"/>
                      <a:pt x="1732882" y="93821"/>
                    </a:cubicBezTo>
                    <a:cubicBezTo>
                      <a:pt x="1732882" y="98202"/>
                      <a:pt x="1726024" y="98774"/>
                      <a:pt x="1720119" y="98774"/>
                    </a:cubicBezTo>
                    <a:lnTo>
                      <a:pt x="1712308" y="99345"/>
                    </a:lnTo>
                    <a:lnTo>
                      <a:pt x="1694497" y="104394"/>
                    </a:lnTo>
                    <a:lnTo>
                      <a:pt x="1692782" y="101441"/>
                    </a:lnTo>
                    <a:cubicBezTo>
                      <a:pt x="1702593" y="92297"/>
                      <a:pt x="1703450" y="88773"/>
                      <a:pt x="1703450" y="88773"/>
                    </a:cubicBezTo>
                    <a:lnTo>
                      <a:pt x="1701831" y="88392"/>
                    </a:lnTo>
                    <a:lnTo>
                      <a:pt x="1693449" y="88011"/>
                    </a:lnTo>
                    <a:cubicBezTo>
                      <a:pt x="1686591" y="88011"/>
                      <a:pt x="1664778" y="90106"/>
                      <a:pt x="1628488" y="94202"/>
                    </a:cubicBezTo>
                    <a:cubicBezTo>
                      <a:pt x="1593627" y="98202"/>
                      <a:pt x="1572195" y="101346"/>
                      <a:pt x="1564099" y="103346"/>
                    </a:cubicBezTo>
                    <a:cubicBezTo>
                      <a:pt x="1563814" y="109823"/>
                      <a:pt x="1562004" y="115633"/>
                      <a:pt x="1558384" y="120681"/>
                    </a:cubicBezTo>
                    <a:cubicBezTo>
                      <a:pt x="1554193" y="126397"/>
                      <a:pt x="1550478" y="129159"/>
                      <a:pt x="1546954" y="129159"/>
                    </a:cubicBezTo>
                    <a:cubicBezTo>
                      <a:pt x="1544478" y="129159"/>
                      <a:pt x="1540382" y="127920"/>
                      <a:pt x="1540382" y="119824"/>
                    </a:cubicBezTo>
                    <a:cubicBezTo>
                      <a:pt x="1540382" y="116490"/>
                      <a:pt x="1542001" y="112204"/>
                      <a:pt x="1545621" y="106775"/>
                    </a:cubicBezTo>
                    <a:cubicBezTo>
                      <a:pt x="1548764" y="102012"/>
                      <a:pt x="1550193" y="95154"/>
                      <a:pt x="1549716" y="86391"/>
                    </a:cubicBezTo>
                    <a:lnTo>
                      <a:pt x="1549716" y="84106"/>
                    </a:lnTo>
                    <a:lnTo>
                      <a:pt x="1551907" y="84582"/>
                    </a:lnTo>
                    <a:cubicBezTo>
                      <a:pt x="1555432" y="85344"/>
                      <a:pt x="1558861" y="88963"/>
                      <a:pt x="1562385" y="94964"/>
                    </a:cubicBezTo>
                    <a:cubicBezTo>
                      <a:pt x="1564385" y="94488"/>
                      <a:pt x="1582864" y="90964"/>
                      <a:pt x="1585816" y="90392"/>
                    </a:cubicBezTo>
                    <a:cubicBezTo>
                      <a:pt x="1580197" y="59817"/>
                      <a:pt x="1574386" y="41529"/>
                      <a:pt x="1568386" y="36099"/>
                    </a:cubicBezTo>
                    <a:lnTo>
                      <a:pt x="1565719" y="32099"/>
                    </a:lnTo>
                    <a:cubicBezTo>
                      <a:pt x="1565719" y="28860"/>
                      <a:pt x="1569814" y="27622"/>
                      <a:pt x="1579911" y="27527"/>
                    </a:cubicBezTo>
                    <a:cubicBezTo>
                      <a:pt x="1583816" y="23146"/>
                      <a:pt x="1585816" y="18383"/>
                      <a:pt x="1585816" y="13430"/>
                    </a:cubicBezTo>
                    <a:cubicBezTo>
                      <a:pt x="1585816" y="12382"/>
                      <a:pt x="1586293" y="10001"/>
                      <a:pt x="1590769" y="10001"/>
                    </a:cubicBezTo>
                    <a:cubicBezTo>
                      <a:pt x="1593722" y="10001"/>
                      <a:pt x="1596770" y="10858"/>
                      <a:pt x="1600009" y="12763"/>
                    </a:cubicBezTo>
                    <a:cubicBezTo>
                      <a:pt x="1603533" y="14668"/>
                      <a:pt x="1605438" y="17050"/>
                      <a:pt x="1605819" y="19907"/>
                    </a:cubicBezTo>
                    <a:lnTo>
                      <a:pt x="1605819" y="20955"/>
                    </a:lnTo>
                    <a:cubicBezTo>
                      <a:pt x="1605819" y="20955"/>
                      <a:pt x="1588674" y="31242"/>
                      <a:pt x="1587055" y="32194"/>
                    </a:cubicBezTo>
                    <a:cubicBezTo>
                      <a:pt x="1587150" y="33909"/>
                      <a:pt x="1587626" y="39052"/>
                      <a:pt x="1587626" y="39052"/>
                    </a:cubicBezTo>
                    <a:cubicBezTo>
                      <a:pt x="1587626" y="39052"/>
                      <a:pt x="1588102" y="42005"/>
                      <a:pt x="1588483" y="44101"/>
                    </a:cubicBezTo>
                    <a:cubicBezTo>
                      <a:pt x="1590388" y="43529"/>
                      <a:pt x="1593246" y="42481"/>
                      <a:pt x="1593246" y="42481"/>
                    </a:cubicBezTo>
                    <a:cubicBezTo>
                      <a:pt x="1596865" y="40862"/>
                      <a:pt x="1599818" y="40005"/>
                      <a:pt x="1602295" y="40005"/>
                    </a:cubicBezTo>
                    <a:cubicBezTo>
                      <a:pt x="1607819" y="40005"/>
                      <a:pt x="1608390" y="43529"/>
                      <a:pt x="1608390" y="44958"/>
                    </a:cubicBezTo>
                    <a:cubicBezTo>
                      <a:pt x="1608390" y="48768"/>
                      <a:pt x="1603057" y="50958"/>
                      <a:pt x="1599056" y="52197"/>
                    </a:cubicBezTo>
                    <a:cubicBezTo>
                      <a:pt x="1599056" y="52197"/>
                      <a:pt x="1592960" y="54102"/>
                      <a:pt x="1590960" y="54769"/>
                    </a:cubicBezTo>
                    <a:cubicBezTo>
                      <a:pt x="1591341" y="56959"/>
                      <a:pt x="1592674" y="64294"/>
                      <a:pt x="1593055" y="66579"/>
                    </a:cubicBezTo>
                    <a:cubicBezTo>
                      <a:pt x="1594198" y="66389"/>
                      <a:pt x="1595722" y="66008"/>
                      <a:pt x="1598580" y="64865"/>
                    </a:cubicBezTo>
                    <a:cubicBezTo>
                      <a:pt x="1602295" y="63246"/>
                      <a:pt x="1605057" y="62484"/>
                      <a:pt x="1607057" y="62484"/>
                    </a:cubicBezTo>
                    <a:cubicBezTo>
                      <a:pt x="1609438" y="62484"/>
                      <a:pt x="1611534" y="63246"/>
                      <a:pt x="1613439" y="64770"/>
                    </a:cubicBezTo>
                    <a:lnTo>
                      <a:pt x="1613820" y="65056"/>
                    </a:lnTo>
                    <a:lnTo>
                      <a:pt x="1614010" y="65436"/>
                    </a:lnTo>
                    <a:cubicBezTo>
                      <a:pt x="1614296" y="65913"/>
                      <a:pt x="1614296" y="66389"/>
                      <a:pt x="1614296" y="66865"/>
                    </a:cubicBezTo>
                    <a:cubicBezTo>
                      <a:pt x="1614296" y="68103"/>
                      <a:pt x="1613629" y="69151"/>
                      <a:pt x="1612391" y="69913"/>
                    </a:cubicBezTo>
                    <a:lnTo>
                      <a:pt x="1611439" y="70485"/>
                    </a:lnTo>
                    <a:lnTo>
                      <a:pt x="1610486" y="71152"/>
                    </a:lnTo>
                    <a:lnTo>
                      <a:pt x="1602104" y="73342"/>
                    </a:lnTo>
                    <a:cubicBezTo>
                      <a:pt x="1602104" y="73342"/>
                      <a:pt x="1597246" y="74485"/>
                      <a:pt x="1594960" y="74961"/>
                    </a:cubicBezTo>
                    <a:cubicBezTo>
                      <a:pt x="1595246" y="77248"/>
                      <a:pt x="1596484" y="86296"/>
                      <a:pt x="1596770" y="88773"/>
                    </a:cubicBezTo>
                    <a:cubicBezTo>
                      <a:pt x="1600009" y="88392"/>
                      <a:pt x="1665922" y="80962"/>
                      <a:pt x="1668398" y="80677"/>
                    </a:cubicBezTo>
                    <a:cubicBezTo>
                      <a:pt x="1668684" y="78676"/>
                      <a:pt x="1670303" y="68770"/>
                      <a:pt x="1670874" y="65532"/>
                    </a:cubicBezTo>
                    <a:cubicBezTo>
                      <a:pt x="1668970" y="65722"/>
                      <a:pt x="1666493" y="66008"/>
                      <a:pt x="1666493" y="66008"/>
                    </a:cubicBezTo>
                    <a:lnTo>
                      <a:pt x="1658873" y="66675"/>
                    </a:lnTo>
                    <a:cubicBezTo>
                      <a:pt x="1652110" y="66675"/>
                      <a:pt x="1649634" y="63246"/>
                      <a:pt x="1648777" y="60388"/>
                    </a:cubicBezTo>
                    <a:lnTo>
                      <a:pt x="1648110" y="58388"/>
                    </a:lnTo>
                    <a:cubicBezTo>
                      <a:pt x="1648110" y="58388"/>
                      <a:pt x="1670208" y="56388"/>
                      <a:pt x="1672494" y="56197"/>
                    </a:cubicBezTo>
                    <a:cubicBezTo>
                      <a:pt x="1672875" y="54292"/>
                      <a:pt x="1674494" y="46863"/>
                      <a:pt x="1674970" y="44196"/>
                    </a:cubicBezTo>
                    <a:cubicBezTo>
                      <a:pt x="1674494" y="44101"/>
                      <a:pt x="1673923" y="44101"/>
                      <a:pt x="1673923" y="44101"/>
                    </a:cubicBezTo>
                    <a:lnTo>
                      <a:pt x="1662111" y="45053"/>
                    </a:lnTo>
                    <a:cubicBezTo>
                      <a:pt x="1657159" y="45053"/>
                      <a:pt x="1653349" y="43339"/>
                      <a:pt x="1650872" y="39910"/>
                    </a:cubicBezTo>
                    <a:lnTo>
                      <a:pt x="1649157" y="37528"/>
                    </a:lnTo>
                    <a:lnTo>
                      <a:pt x="1652015" y="37052"/>
                    </a:lnTo>
                    <a:cubicBezTo>
                      <a:pt x="1662207" y="35528"/>
                      <a:pt x="1670494" y="34766"/>
                      <a:pt x="1676590" y="34766"/>
                    </a:cubicBezTo>
                    <a:cubicBezTo>
                      <a:pt x="1677542" y="31813"/>
                      <a:pt x="1678209" y="28956"/>
                      <a:pt x="1678209" y="26384"/>
                    </a:cubicBezTo>
                    <a:cubicBezTo>
                      <a:pt x="1678209" y="21526"/>
                      <a:pt x="1676304" y="21526"/>
                      <a:pt x="1675447" y="21526"/>
                    </a:cubicBezTo>
                    <a:lnTo>
                      <a:pt x="1669827" y="22479"/>
                    </a:lnTo>
                    <a:lnTo>
                      <a:pt x="1663445" y="23431"/>
                    </a:lnTo>
                    <a:cubicBezTo>
                      <a:pt x="1659826" y="23431"/>
                      <a:pt x="1656015" y="22002"/>
                      <a:pt x="1652206" y="18954"/>
                    </a:cubicBezTo>
                    <a:lnTo>
                      <a:pt x="1649157" y="16669"/>
                    </a:lnTo>
                    <a:lnTo>
                      <a:pt x="1652872" y="15906"/>
                    </a:lnTo>
                    <a:cubicBezTo>
                      <a:pt x="1660778" y="14192"/>
                      <a:pt x="1666874" y="12477"/>
                      <a:pt x="1671160" y="10668"/>
                    </a:cubicBezTo>
                    <a:cubicBezTo>
                      <a:pt x="1678209" y="7620"/>
                      <a:pt x="1678780" y="7620"/>
                      <a:pt x="1679352" y="7620"/>
                    </a:cubicBezTo>
                    <a:close/>
                    <a:moveTo>
                      <a:pt x="1289875" y="7143"/>
                    </a:moveTo>
                    <a:cubicBezTo>
                      <a:pt x="1294543" y="7143"/>
                      <a:pt x="1299496" y="7905"/>
                      <a:pt x="1304353" y="9429"/>
                    </a:cubicBezTo>
                    <a:cubicBezTo>
                      <a:pt x="1309211" y="10953"/>
                      <a:pt x="1312926" y="12667"/>
                      <a:pt x="1315117" y="14287"/>
                    </a:cubicBezTo>
                    <a:cubicBezTo>
                      <a:pt x="1317784" y="16001"/>
                      <a:pt x="1319212" y="18668"/>
                      <a:pt x="1319212" y="21907"/>
                    </a:cubicBezTo>
                    <a:cubicBezTo>
                      <a:pt x="1319212" y="24193"/>
                      <a:pt x="1318165" y="28669"/>
                      <a:pt x="1315974" y="35718"/>
                    </a:cubicBezTo>
                    <a:cubicBezTo>
                      <a:pt x="1314069" y="42005"/>
                      <a:pt x="1312831" y="56768"/>
                      <a:pt x="1312354" y="79152"/>
                    </a:cubicBezTo>
                    <a:cubicBezTo>
                      <a:pt x="1324737" y="77533"/>
                      <a:pt x="1335786" y="75151"/>
                      <a:pt x="1345025" y="71722"/>
                    </a:cubicBezTo>
                    <a:cubicBezTo>
                      <a:pt x="1360360" y="66103"/>
                      <a:pt x="1361408" y="66103"/>
                      <a:pt x="1361980" y="66103"/>
                    </a:cubicBezTo>
                    <a:cubicBezTo>
                      <a:pt x="1369028" y="66103"/>
                      <a:pt x="1375124" y="67531"/>
                      <a:pt x="1380077" y="70198"/>
                    </a:cubicBezTo>
                    <a:cubicBezTo>
                      <a:pt x="1385602" y="73151"/>
                      <a:pt x="1388173" y="75723"/>
                      <a:pt x="1388173" y="78581"/>
                    </a:cubicBezTo>
                    <a:cubicBezTo>
                      <a:pt x="1388173" y="80105"/>
                      <a:pt x="1387411" y="82867"/>
                      <a:pt x="1382363" y="83724"/>
                    </a:cubicBezTo>
                    <a:lnTo>
                      <a:pt x="1351121" y="86963"/>
                    </a:lnTo>
                    <a:cubicBezTo>
                      <a:pt x="1334071" y="88486"/>
                      <a:pt x="1321022" y="90201"/>
                      <a:pt x="1311783" y="91915"/>
                    </a:cubicBezTo>
                    <a:cubicBezTo>
                      <a:pt x="1311688" y="94106"/>
                      <a:pt x="1311211" y="102774"/>
                      <a:pt x="1311211" y="103726"/>
                    </a:cubicBezTo>
                    <a:cubicBezTo>
                      <a:pt x="1319022" y="116776"/>
                      <a:pt x="1327118" y="128396"/>
                      <a:pt x="1335405" y="138016"/>
                    </a:cubicBezTo>
                    <a:cubicBezTo>
                      <a:pt x="1343882" y="147732"/>
                      <a:pt x="1352836" y="155828"/>
                      <a:pt x="1361885" y="162019"/>
                    </a:cubicBezTo>
                    <a:cubicBezTo>
                      <a:pt x="1371028" y="168115"/>
                      <a:pt x="1380935" y="172497"/>
                      <a:pt x="1391126" y="174973"/>
                    </a:cubicBezTo>
                    <a:lnTo>
                      <a:pt x="1391221" y="174973"/>
                    </a:lnTo>
                    <a:cubicBezTo>
                      <a:pt x="1391221" y="174973"/>
                      <a:pt x="1426273" y="183070"/>
                      <a:pt x="1426273" y="183070"/>
                    </a:cubicBezTo>
                    <a:lnTo>
                      <a:pt x="1426273" y="186499"/>
                    </a:lnTo>
                    <a:cubicBezTo>
                      <a:pt x="1401890" y="190976"/>
                      <a:pt x="1382935" y="193261"/>
                      <a:pt x="1370076" y="193261"/>
                    </a:cubicBezTo>
                    <a:cubicBezTo>
                      <a:pt x="1366266" y="193261"/>
                      <a:pt x="1359027" y="190594"/>
                      <a:pt x="1341120" y="168020"/>
                    </a:cubicBezTo>
                    <a:cubicBezTo>
                      <a:pt x="1328833" y="152494"/>
                      <a:pt x="1317784" y="135731"/>
                      <a:pt x="1308068" y="118205"/>
                    </a:cubicBezTo>
                    <a:cubicBezTo>
                      <a:pt x="1301020" y="141445"/>
                      <a:pt x="1289875" y="159257"/>
                      <a:pt x="1274350" y="170782"/>
                    </a:cubicBezTo>
                    <a:cubicBezTo>
                      <a:pt x="1257967" y="182974"/>
                      <a:pt x="1242917" y="188785"/>
                      <a:pt x="1229582" y="188118"/>
                    </a:cubicBezTo>
                    <a:lnTo>
                      <a:pt x="1229106" y="184784"/>
                    </a:lnTo>
                    <a:cubicBezTo>
                      <a:pt x="1269873" y="169068"/>
                      <a:pt x="1292352" y="138493"/>
                      <a:pt x="1296067" y="94297"/>
                    </a:cubicBezTo>
                    <a:cubicBezTo>
                      <a:pt x="1291114" y="95440"/>
                      <a:pt x="1279493" y="97916"/>
                      <a:pt x="1279493" y="97916"/>
                    </a:cubicBezTo>
                    <a:cubicBezTo>
                      <a:pt x="1270064" y="100107"/>
                      <a:pt x="1262634" y="101250"/>
                      <a:pt x="1257490" y="101250"/>
                    </a:cubicBezTo>
                    <a:cubicBezTo>
                      <a:pt x="1248727" y="101250"/>
                      <a:pt x="1241965" y="98393"/>
                      <a:pt x="1237583" y="92677"/>
                    </a:cubicBezTo>
                    <a:lnTo>
                      <a:pt x="1235678" y="90201"/>
                    </a:lnTo>
                    <a:cubicBezTo>
                      <a:pt x="1235678" y="90201"/>
                      <a:pt x="1293685" y="82295"/>
                      <a:pt x="1296448" y="81914"/>
                    </a:cubicBezTo>
                    <a:cubicBezTo>
                      <a:pt x="1296543" y="79343"/>
                      <a:pt x="1297114" y="56578"/>
                      <a:pt x="1297114" y="56578"/>
                    </a:cubicBezTo>
                    <a:cubicBezTo>
                      <a:pt x="1297114" y="36766"/>
                      <a:pt x="1293685" y="22764"/>
                      <a:pt x="1287399" y="15335"/>
                    </a:cubicBezTo>
                    <a:cubicBezTo>
                      <a:pt x="1285875" y="14096"/>
                      <a:pt x="1285113" y="12858"/>
                      <a:pt x="1285113" y="11524"/>
                    </a:cubicBezTo>
                    <a:cubicBezTo>
                      <a:pt x="1285113" y="8762"/>
                      <a:pt x="1286827" y="7143"/>
                      <a:pt x="1289875" y="7143"/>
                    </a:cubicBezTo>
                    <a:close/>
                    <a:moveTo>
                      <a:pt x="2403919" y="3048"/>
                    </a:moveTo>
                    <a:cubicBezTo>
                      <a:pt x="2403919" y="3048"/>
                      <a:pt x="2404395" y="3048"/>
                      <a:pt x="2404395" y="3048"/>
                    </a:cubicBezTo>
                    <a:lnTo>
                      <a:pt x="2404776" y="3048"/>
                    </a:lnTo>
                    <a:cubicBezTo>
                      <a:pt x="2411349" y="4096"/>
                      <a:pt x="2417063" y="6001"/>
                      <a:pt x="2421826" y="8763"/>
                    </a:cubicBezTo>
                    <a:cubicBezTo>
                      <a:pt x="2427065" y="11716"/>
                      <a:pt x="2429636" y="14859"/>
                      <a:pt x="2429636" y="18383"/>
                    </a:cubicBezTo>
                    <a:lnTo>
                      <a:pt x="2428589" y="23908"/>
                    </a:lnTo>
                    <a:cubicBezTo>
                      <a:pt x="2426969" y="29718"/>
                      <a:pt x="2425826" y="41434"/>
                      <a:pt x="2425255" y="58293"/>
                    </a:cubicBezTo>
                    <a:lnTo>
                      <a:pt x="2425064" y="58388"/>
                    </a:lnTo>
                    <a:lnTo>
                      <a:pt x="2424838" y="75680"/>
                    </a:lnTo>
                    <a:lnTo>
                      <a:pt x="2424874" y="68580"/>
                    </a:lnTo>
                    <a:lnTo>
                      <a:pt x="2424838" y="75689"/>
                    </a:lnTo>
                    <a:lnTo>
                      <a:pt x="2424838" y="75680"/>
                    </a:lnTo>
                    <a:lnTo>
                      <a:pt x="2424838" y="75703"/>
                    </a:lnTo>
                    <a:lnTo>
                      <a:pt x="2424838" y="75725"/>
                    </a:lnTo>
                    <a:lnTo>
                      <a:pt x="2424838" y="75762"/>
                    </a:lnTo>
                    <a:lnTo>
                      <a:pt x="2424838" y="75821"/>
                    </a:lnTo>
                    <a:lnTo>
                      <a:pt x="2424838" y="75858"/>
                    </a:lnTo>
                    <a:lnTo>
                      <a:pt x="2424838" y="75880"/>
                    </a:lnTo>
                    <a:lnTo>
                      <a:pt x="2424838" y="75903"/>
                    </a:lnTo>
                    <a:lnTo>
                      <a:pt x="2424302" y="117062"/>
                    </a:lnTo>
                    <a:cubicBezTo>
                      <a:pt x="2424398" y="125254"/>
                      <a:pt x="2425160" y="180118"/>
                      <a:pt x="2425160" y="180118"/>
                    </a:cubicBezTo>
                    <a:cubicBezTo>
                      <a:pt x="2425160" y="210884"/>
                      <a:pt x="2421731" y="217646"/>
                      <a:pt x="2419064" y="220027"/>
                    </a:cubicBezTo>
                    <a:lnTo>
                      <a:pt x="2418016" y="220789"/>
                    </a:lnTo>
                    <a:lnTo>
                      <a:pt x="2417349" y="220789"/>
                    </a:lnTo>
                    <a:cubicBezTo>
                      <a:pt x="2415159" y="220789"/>
                      <a:pt x="2413539" y="218408"/>
                      <a:pt x="2410872" y="205264"/>
                    </a:cubicBezTo>
                    <a:cubicBezTo>
                      <a:pt x="2408967" y="195643"/>
                      <a:pt x="2408015" y="189643"/>
                      <a:pt x="2408015" y="186690"/>
                    </a:cubicBezTo>
                    <a:lnTo>
                      <a:pt x="2409158" y="152876"/>
                    </a:lnTo>
                    <a:cubicBezTo>
                      <a:pt x="2409158" y="152876"/>
                      <a:pt x="2409825" y="121348"/>
                      <a:pt x="2409825" y="117920"/>
                    </a:cubicBezTo>
                    <a:lnTo>
                      <a:pt x="2409634" y="60293"/>
                    </a:lnTo>
                    <a:cubicBezTo>
                      <a:pt x="2409634" y="44863"/>
                      <a:pt x="2408777" y="33718"/>
                      <a:pt x="2407062" y="27337"/>
                    </a:cubicBezTo>
                    <a:cubicBezTo>
                      <a:pt x="2405348" y="20860"/>
                      <a:pt x="2402967" y="15526"/>
                      <a:pt x="2399633" y="10763"/>
                    </a:cubicBezTo>
                    <a:lnTo>
                      <a:pt x="2399347" y="8572"/>
                    </a:lnTo>
                    <a:cubicBezTo>
                      <a:pt x="2399347" y="6858"/>
                      <a:pt x="2400109" y="4477"/>
                      <a:pt x="2403919" y="3048"/>
                    </a:cubicBezTo>
                    <a:close/>
                    <a:moveTo>
                      <a:pt x="448817" y="2952"/>
                    </a:moveTo>
                    <a:lnTo>
                      <a:pt x="449389" y="2952"/>
                    </a:lnTo>
                    <a:cubicBezTo>
                      <a:pt x="452246" y="2952"/>
                      <a:pt x="456342" y="4095"/>
                      <a:pt x="462152" y="6667"/>
                    </a:cubicBezTo>
                    <a:cubicBezTo>
                      <a:pt x="468344" y="9429"/>
                      <a:pt x="471582" y="11810"/>
                      <a:pt x="472534" y="14287"/>
                    </a:cubicBezTo>
                    <a:lnTo>
                      <a:pt x="472820" y="14858"/>
                    </a:lnTo>
                    <a:cubicBezTo>
                      <a:pt x="472820" y="14858"/>
                      <a:pt x="464248" y="33908"/>
                      <a:pt x="461962" y="38861"/>
                    </a:cubicBezTo>
                    <a:cubicBezTo>
                      <a:pt x="468629" y="37337"/>
                      <a:pt x="473678" y="36480"/>
                      <a:pt x="476535" y="36480"/>
                    </a:cubicBezTo>
                    <a:cubicBezTo>
                      <a:pt x="485584" y="36480"/>
                      <a:pt x="487489" y="40099"/>
                      <a:pt x="487489" y="43148"/>
                    </a:cubicBezTo>
                    <a:cubicBezTo>
                      <a:pt x="487489" y="47529"/>
                      <a:pt x="481202" y="48577"/>
                      <a:pt x="476535" y="48958"/>
                    </a:cubicBezTo>
                    <a:lnTo>
                      <a:pt x="463867" y="50196"/>
                    </a:lnTo>
                    <a:cubicBezTo>
                      <a:pt x="463867" y="50196"/>
                      <a:pt x="458628" y="51053"/>
                      <a:pt x="457009" y="51244"/>
                    </a:cubicBezTo>
                    <a:cubicBezTo>
                      <a:pt x="456533" y="53053"/>
                      <a:pt x="451675" y="69436"/>
                      <a:pt x="450341" y="73913"/>
                    </a:cubicBezTo>
                    <a:cubicBezTo>
                      <a:pt x="467010" y="69436"/>
                      <a:pt x="479678" y="67055"/>
                      <a:pt x="487489" y="67055"/>
                    </a:cubicBezTo>
                    <a:cubicBezTo>
                      <a:pt x="491775" y="67055"/>
                      <a:pt x="495585" y="68484"/>
                      <a:pt x="498824" y="71341"/>
                    </a:cubicBezTo>
                    <a:cubicBezTo>
                      <a:pt x="502443" y="74485"/>
                      <a:pt x="504062" y="76676"/>
                      <a:pt x="504062" y="78581"/>
                    </a:cubicBezTo>
                    <a:cubicBezTo>
                      <a:pt x="504062" y="80009"/>
                      <a:pt x="503110" y="81914"/>
                      <a:pt x="498728" y="82295"/>
                    </a:cubicBezTo>
                    <a:lnTo>
                      <a:pt x="476821" y="83152"/>
                    </a:lnTo>
                    <a:cubicBezTo>
                      <a:pt x="465962" y="83438"/>
                      <a:pt x="454723" y="84677"/>
                      <a:pt x="443293" y="86486"/>
                    </a:cubicBezTo>
                    <a:cubicBezTo>
                      <a:pt x="460152" y="100774"/>
                      <a:pt x="473678" y="111061"/>
                      <a:pt x="483203" y="116776"/>
                    </a:cubicBezTo>
                    <a:cubicBezTo>
                      <a:pt x="493394" y="122872"/>
                      <a:pt x="510825" y="129635"/>
                      <a:pt x="535114" y="136969"/>
                    </a:cubicBezTo>
                    <a:lnTo>
                      <a:pt x="535209" y="137064"/>
                    </a:lnTo>
                    <a:cubicBezTo>
                      <a:pt x="537114" y="137636"/>
                      <a:pt x="537495" y="138778"/>
                      <a:pt x="537495" y="139540"/>
                    </a:cubicBezTo>
                    <a:cubicBezTo>
                      <a:pt x="537495" y="141541"/>
                      <a:pt x="536638" y="142684"/>
                      <a:pt x="519683" y="145256"/>
                    </a:cubicBezTo>
                    <a:cubicBezTo>
                      <a:pt x="508634" y="146970"/>
                      <a:pt x="502157" y="147732"/>
                      <a:pt x="499681" y="147732"/>
                    </a:cubicBezTo>
                    <a:cubicBezTo>
                      <a:pt x="499681" y="147732"/>
                      <a:pt x="491870" y="146398"/>
                      <a:pt x="491870" y="146398"/>
                    </a:cubicBezTo>
                    <a:cubicBezTo>
                      <a:pt x="489489" y="145541"/>
                      <a:pt x="485203" y="142207"/>
                      <a:pt x="478535" y="136397"/>
                    </a:cubicBezTo>
                    <a:cubicBezTo>
                      <a:pt x="472058" y="130682"/>
                      <a:pt x="464915" y="123443"/>
                      <a:pt x="456628" y="114204"/>
                    </a:cubicBezTo>
                    <a:cubicBezTo>
                      <a:pt x="456628" y="114204"/>
                      <a:pt x="434434" y="89344"/>
                      <a:pt x="433196" y="87915"/>
                    </a:cubicBezTo>
                    <a:cubicBezTo>
                      <a:pt x="431672" y="88201"/>
                      <a:pt x="419004" y="90677"/>
                      <a:pt x="413765" y="91725"/>
                    </a:cubicBezTo>
                    <a:cubicBezTo>
                      <a:pt x="418623" y="95344"/>
                      <a:pt x="419957" y="97249"/>
                      <a:pt x="419957" y="98678"/>
                    </a:cubicBezTo>
                    <a:cubicBezTo>
                      <a:pt x="419957" y="99440"/>
                      <a:pt x="419957" y="99916"/>
                      <a:pt x="411479" y="110680"/>
                    </a:cubicBezTo>
                    <a:cubicBezTo>
                      <a:pt x="411479" y="110680"/>
                      <a:pt x="405955" y="117538"/>
                      <a:pt x="403574" y="120681"/>
                    </a:cubicBezTo>
                    <a:cubicBezTo>
                      <a:pt x="405193" y="120872"/>
                      <a:pt x="406812" y="121157"/>
                      <a:pt x="406812" y="121157"/>
                    </a:cubicBezTo>
                    <a:cubicBezTo>
                      <a:pt x="410527" y="121157"/>
                      <a:pt x="414432" y="120586"/>
                      <a:pt x="418528" y="119538"/>
                    </a:cubicBezTo>
                    <a:lnTo>
                      <a:pt x="429482" y="115823"/>
                    </a:lnTo>
                    <a:cubicBezTo>
                      <a:pt x="429482" y="115823"/>
                      <a:pt x="439197" y="111442"/>
                      <a:pt x="439959" y="111347"/>
                    </a:cubicBezTo>
                    <a:cubicBezTo>
                      <a:pt x="442436" y="111347"/>
                      <a:pt x="446246" y="112870"/>
                      <a:pt x="451961" y="116109"/>
                    </a:cubicBezTo>
                    <a:cubicBezTo>
                      <a:pt x="458057" y="119538"/>
                      <a:pt x="460819" y="122110"/>
                      <a:pt x="460819" y="124681"/>
                    </a:cubicBezTo>
                    <a:cubicBezTo>
                      <a:pt x="460819" y="126110"/>
                      <a:pt x="459676" y="127539"/>
                      <a:pt x="456533" y="129730"/>
                    </a:cubicBezTo>
                    <a:cubicBezTo>
                      <a:pt x="454437" y="131063"/>
                      <a:pt x="452913" y="132873"/>
                      <a:pt x="451961" y="134969"/>
                    </a:cubicBezTo>
                    <a:cubicBezTo>
                      <a:pt x="451961" y="134969"/>
                      <a:pt x="449008" y="141445"/>
                      <a:pt x="447960" y="143827"/>
                    </a:cubicBezTo>
                    <a:cubicBezTo>
                      <a:pt x="450056" y="144684"/>
                      <a:pt x="452913" y="146303"/>
                      <a:pt x="452913" y="149256"/>
                    </a:cubicBezTo>
                    <a:lnTo>
                      <a:pt x="451199" y="153256"/>
                    </a:lnTo>
                    <a:cubicBezTo>
                      <a:pt x="450436" y="154019"/>
                      <a:pt x="449294" y="155447"/>
                      <a:pt x="433101" y="158305"/>
                    </a:cubicBezTo>
                    <a:cubicBezTo>
                      <a:pt x="422624" y="160019"/>
                      <a:pt x="416432" y="160877"/>
                      <a:pt x="414051" y="160877"/>
                    </a:cubicBezTo>
                    <a:cubicBezTo>
                      <a:pt x="414051" y="160877"/>
                      <a:pt x="411479" y="160686"/>
                      <a:pt x="409479" y="160591"/>
                    </a:cubicBezTo>
                    <a:cubicBezTo>
                      <a:pt x="409765" y="164591"/>
                      <a:pt x="410527" y="174593"/>
                      <a:pt x="410527" y="174593"/>
                    </a:cubicBezTo>
                    <a:cubicBezTo>
                      <a:pt x="411098" y="179545"/>
                      <a:pt x="412908" y="182594"/>
                      <a:pt x="416337" y="184022"/>
                    </a:cubicBezTo>
                    <a:cubicBezTo>
                      <a:pt x="420052" y="185451"/>
                      <a:pt x="425957" y="186213"/>
                      <a:pt x="433577" y="186213"/>
                    </a:cubicBezTo>
                    <a:cubicBezTo>
                      <a:pt x="440721" y="186213"/>
                      <a:pt x="447484" y="185546"/>
                      <a:pt x="453675" y="184308"/>
                    </a:cubicBezTo>
                    <a:cubicBezTo>
                      <a:pt x="459771" y="183070"/>
                      <a:pt x="464057" y="181831"/>
                      <a:pt x="466153" y="180689"/>
                    </a:cubicBezTo>
                    <a:cubicBezTo>
                      <a:pt x="468915" y="179260"/>
                      <a:pt x="471201" y="178498"/>
                      <a:pt x="473201" y="178498"/>
                    </a:cubicBezTo>
                    <a:lnTo>
                      <a:pt x="480440" y="180498"/>
                    </a:lnTo>
                    <a:cubicBezTo>
                      <a:pt x="483965" y="182022"/>
                      <a:pt x="485774" y="184022"/>
                      <a:pt x="485774" y="186499"/>
                    </a:cubicBezTo>
                    <a:cubicBezTo>
                      <a:pt x="485774" y="191642"/>
                      <a:pt x="480631" y="195262"/>
                      <a:pt x="469867" y="197834"/>
                    </a:cubicBezTo>
                    <a:cubicBezTo>
                      <a:pt x="460057" y="200119"/>
                      <a:pt x="449579" y="201263"/>
                      <a:pt x="438816" y="201263"/>
                    </a:cubicBezTo>
                    <a:cubicBezTo>
                      <a:pt x="421481" y="201263"/>
                      <a:pt x="410432" y="198215"/>
                      <a:pt x="405002" y="191833"/>
                    </a:cubicBezTo>
                    <a:cubicBezTo>
                      <a:pt x="399859" y="185641"/>
                      <a:pt x="397192" y="178879"/>
                      <a:pt x="397192" y="171640"/>
                    </a:cubicBezTo>
                    <a:lnTo>
                      <a:pt x="397859" y="152209"/>
                    </a:lnTo>
                    <a:cubicBezTo>
                      <a:pt x="397859" y="144113"/>
                      <a:pt x="397097" y="137255"/>
                      <a:pt x="395954" y="131254"/>
                    </a:cubicBezTo>
                    <a:cubicBezTo>
                      <a:pt x="383761" y="149065"/>
                      <a:pt x="367950" y="161162"/>
                      <a:pt x="348805" y="166687"/>
                    </a:cubicBezTo>
                    <a:lnTo>
                      <a:pt x="347948" y="166877"/>
                    </a:lnTo>
                    <a:lnTo>
                      <a:pt x="344995" y="164686"/>
                    </a:lnTo>
                    <a:cubicBezTo>
                      <a:pt x="343757" y="168401"/>
                      <a:pt x="342804" y="171640"/>
                      <a:pt x="342328" y="174402"/>
                    </a:cubicBezTo>
                    <a:cubicBezTo>
                      <a:pt x="341947" y="176593"/>
                      <a:pt x="340804" y="183356"/>
                      <a:pt x="336136" y="183356"/>
                    </a:cubicBezTo>
                    <a:cubicBezTo>
                      <a:pt x="332422" y="183356"/>
                      <a:pt x="329564" y="179069"/>
                      <a:pt x="326611" y="169544"/>
                    </a:cubicBezTo>
                    <a:cubicBezTo>
                      <a:pt x="323944" y="160877"/>
                      <a:pt x="322611" y="155066"/>
                      <a:pt x="322611" y="151828"/>
                    </a:cubicBezTo>
                    <a:cubicBezTo>
                      <a:pt x="322611" y="149637"/>
                      <a:pt x="324611" y="148303"/>
                      <a:pt x="328612" y="148113"/>
                    </a:cubicBezTo>
                    <a:cubicBezTo>
                      <a:pt x="331088" y="148018"/>
                      <a:pt x="333660" y="146780"/>
                      <a:pt x="336136" y="144779"/>
                    </a:cubicBezTo>
                    <a:cubicBezTo>
                      <a:pt x="338899" y="142398"/>
                      <a:pt x="343566" y="136683"/>
                      <a:pt x="350234" y="127730"/>
                    </a:cubicBezTo>
                    <a:lnTo>
                      <a:pt x="365378" y="108489"/>
                    </a:lnTo>
                    <a:lnTo>
                      <a:pt x="370522" y="108489"/>
                    </a:lnTo>
                    <a:lnTo>
                      <a:pt x="348709" y="154781"/>
                    </a:lnTo>
                    <a:cubicBezTo>
                      <a:pt x="347471" y="157924"/>
                      <a:pt x="346424" y="160686"/>
                      <a:pt x="345471" y="163353"/>
                    </a:cubicBezTo>
                    <a:lnTo>
                      <a:pt x="346328" y="162686"/>
                    </a:lnTo>
                    <a:cubicBezTo>
                      <a:pt x="374522" y="141922"/>
                      <a:pt x="393001" y="118966"/>
                      <a:pt x="401669" y="94392"/>
                    </a:cubicBezTo>
                    <a:cubicBezTo>
                      <a:pt x="398335" y="95154"/>
                      <a:pt x="393763" y="96297"/>
                      <a:pt x="393763" y="96297"/>
                    </a:cubicBezTo>
                    <a:cubicBezTo>
                      <a:pt x="388905" y="97631"/>
                      <a:pt x="384428" y="98297"/>
                      <a:pt x="380428" y="98297"/>
                    </a:cubicBezTo>
                    <a:cubicBezTo>
                      <a:pt x="373379" y="98297"/>
                      <a:pt x="368045" y="95821"/>
                      <a:pt x="364426" y="90963"/>
                    </a:cubicBezTo>
                    <a:lnTo>
                      <a:pt x="362616" y="88486"/>
                    </a:lnTo>
                    <a:lnTo>
                      <a:pt x="365664" y="88201"/>
                    </a:lnTo>
                    <a:cubicBezTo>
                      <a:pt x="379094" y="87058"/>
                      <a:pt x="393572" y="84867"/>
                      <a:pt x="408908" y="81819"/>
                    </a:cubicBezTo>
                    <a:cubicBezTo>
                      <a:pt x="408622" y="79152"/>
                      <a:pt x="406526" y="64102"/>
                      <a:pt x="406145" y="61055"/>
                    </a:cubicBezTo>
                    <a:cubicBezTo>
                      <a:pt x="401192" y="62483"/>
                      <a:pt x="397382" y="63245"/>
                      <a:pt x="394906" y="63245"/>
                    </a:cubicBezTo>
                    <a:cubicBezTo>
                      <a:pt x="389953" y="63245"/>
                      <a:pt x="385571" y="61626"/>
                      <a:pt x="381857" y="58292"/>
                    </a:cubicBezTo>
                    <a:lnTo>
                      <a:pt x="379190" y="55911"/>
                    </a:lnTo>
                    <a:cubicBezTo>
                      <a:pt x="379190" y="55911"/>
                      <a:pt x="402240" y="51339"/>
                      <a:pt x="405193" y="50768"/>
                    </a:cubicBezTo>
                    <a:cubicBezTo>
                      <a:pt x="404431" y="47719"/>
                      <a:pt x="403192" y="41909"/>
                      <a:pt x="403192" y="41909"/>
                    </a:cubicBezTo>
                    <a:cubicBezTo>
                      <a:pt x="402240" y="36575"/>
                      <a:pt x="400716" y="32003"/>
                      <a:pt x="398525" y="28193"/>
                    </a:cubicBezTo>
                    <a:cubicBezTo>
                      <a:pt x="394906" y="21621"/>
                      <a:pt x="394906" y="21526"/>
                      <a:pt x="394906" y="20954"/>
                    </a:cubicBezTo>
                    <a:cubicBezTo>
                      <a:pt x="394906" y="20097"/>
                      <a:pt x="395192" y="17525"/>
                      <a:pt x="399383" y="17525"/>
                    </a:cubicBezTo>
                    <a:cubicBezTo>
                      <a:pt x="405764" y="17525"/>
                      <a:pt x="412146" y="19811"/>
                      <a:pt x="418528" y="24288"/>
                    </a:cubicBezTo>
                    <a:lnTo>
                      <a:pt x="419290" y="24764"/>
                    </a:lnTo>
                    <a:lnTo>
                      <a:pt x="418242" y="38290"/>
                    </a:lnTo>
                    <a:cubicBezTo>
                      <a:pt x="418242" y="38290"/>
                      <a:pt x="417956" y="45243"/>
                      <a:pt x="417766" y="48005"/>
                    </a:cubicBezTo>
                    <a:cubicBezTo>
                      <a:pt x="421385" y="47339"/>
                      <a:pt x="445198" y="42576"/>
                      <a:pt x="447198" y="42195"/>
                    </a:cubicBezTo>
                    <a:cubicBezTo>
                      <a:pt x="449008" y="31622"/>
                      <a:pt x="450056" y="24764"/>
                      <a:pt x="450056" y="22383"/>
                    </a:cubicBezTo>
                    <a:cubicBezTo>
                      <a:pt x="450056" y="18573"/>
                      <a:pt x="449484" y="15430"/>
                      <a:pt x="448341" y="13048"/>
                    </a:cubicBezTo>
                    <a:lnTo>
                      <a:pt x="446436" y="7143"/>
                    </a:lnTo>
                    <a:cubicBezTo>
                      <a:pt x="446436" y="6190"/>
                      <a:pt x="446722" y="4667"/>
                      <a:pt x="448341" y="3333"/>
                    </a:cubicBezTo>
                    <a:close/>
                    <a:moveTo>
                      <a:pt x="1632203" y="2381"/>
                    </a:moveTo>
                    <a:lnTo>
                      <a:pt x="1634489" y="2762"/>
                    </a:lnTo>
                    <a:cubicBezTo>
                      <a:pt x="1644014" y="4286"/>
                      <a:pt x="1648300" y="6381"/>
                      <a:pt x="1648300" y="10001"/>
                    </a:cubicBezTo>
                    <a:cubicBezTo>
                      <a:pt x="1648300" y="13621"/>
                      <a:pt x="1646681" y="17335"/>
                      <a:pt x="1643538" y="20955"/>
                    </a:cubicBezTo>
                    <a:cubicBezTo>
                      <a:pt x="1643538" y="20955"/>
                      <a:pt x="1640585" y="24384"/>
                      <a:pt x="1639347" y="25812"/>
                    </a:cubicBezTo>
                    <a:cubicBezTo>
                      <a:pt x="1645062" y="31051"/>
                      <a:pt x="1648110" y="35623"/>
                      <a:pt x="1648110" y="39624"/>
                    </a:cubicBezTo>
                    <a:cubicBezTo>
                      <a:pt x="1648110" y="41910"/>
                      <a:pt x="1646967" y="43910"/>
                      <a:pt x="1644681" y="45624"/>
                    </a:cubicBezTo>
                    <a:lnTo>
                      <a:pt x="1644014" y="46101"/>
                    </a:lnTo>
                    <a:lnTo>
                      <a:pt x="1643157" y="45815"/>
                    </a:lnTo>
                    <a:cubicBezTo>
                      <a:pt x="1640395" y="45053"/>
                      <a:pt x="1637823" y="42957"/>
                      <a:pt x="1634965" y="39624"/>
                    </a:cubicBezTo>
                    <a:cubicBezTo>
                      <a:pt x="1634965" y="39624"/>
                      <a:pt x="1632489" y="36766"/>
                      <a:pt x="1631346" y="35337"/>
                    </a:cubicBezTo>
                    <a:cubicBezTo>
                      <a:pt x="1626012" y="41148"/>
                      <a:pt x="1619916" y="45148"/>
                      <a:pt x="1613058" y="46863"/>
                    </a:cubicBezTo>
                    <a:lnTo>
                      <a:pt x="1608105" y="48101"/>
                    </a:lnTo>
                    <a:cubicBezTo>
                      <a:pt x="1608105" y="48101"/>
                      <a:pt x="1621726" y="30861"/>
                      <a:pt x="1623249" y="28956"/>
                    </a:cubicBezTo>
                    <a:cubicBezTo>
                      <a:pt x="1622107" y="27432"/>
                      <a:pt x="1620202" y="25717"/>
                      <a:pt x="1617439" y="23717"/>
                    </a:cubicBezTo>
                    <a:lnTo>
                      <a:pt x="1617249" y="23527"/>
                    </a:lnTo>
                    <a:cubicBezTo>
                      <a:pt x="1613534" y="20859"/>
                      <a:pt x="1611153" y="18669"/>
                      <a:pt x="1609915" y="16859"/>
                    </a:cubicBezTo>
                    <a:lnTo>
                      <a:pt x="1608295" y="14382"/>
                    </a:lnTo>
                    <a:lnTo>
                      <a:pt x="1611343" y="14192"/>
                    </a:lnTo>
                    <a:cubicBezTo>
                      <a:pt x="1614486" y="14002"/>
                      <a:pt x="1618201" y="14954"/>
                      <a:pt x="1622297" y="17145"/>
                    </a:cubicBezTo>
                    <a:cubicBezTo>
                      <a:pt x="1622297" y="17145"/>
                      <a:pt x="1626488" y="19240"/>
                      <a:pt x="1628393" y="20193"/>
                    </a:cubicBezTo>
                    <a:cubicBezTo>
                      <a:pt x="1631155" y="15811"/>
                      <a:pt x="1632679" y="11430"/>
                      <a:pt x="1632679" y="7334"/>
                    </a:cubicBezTo>
                    <a:cubicBezTo>
                      <a:pt x="1632679" y="6381"/>
                      <a:pt x="1632584" y="5524"/>
                      <a:pt x="1632489" y="4667"/>
                    </a:cubicBezTo>
                    <a:close/>
                    <a:moveTo>
                      <a:pt x="120396" y="2000"/>
                    </a:moveTo>
                    <a:cubicBezTo>
                      <a:pt x="123634" y="2000"/>
                      <a:pt x="128397" y="4286"/>
                      <a:pt x="134874" y="9048"/>
                    </a:cubicBezTo>
                    <a:cubicBezTo>
                      <a:pt x="144113" y="15621"/>
                      <a:pt x="144970" y="17716"/>
                      <a:pt x="144970" y="19145"/>
                    </a:cubicBezTo>
                    <a:cubicBezTo>
                      <a:pt x="144970" y="19621"/>
                      <a:pt x="144780" y="21812"/>
                      <a:pt x="141732" y="21812"/>
                    </a:cubicBezTo>
                    <a:cubicBezTo>
                      <a:pt x="130969" y="23622"/>
                      <a:pt x="117729" y="26479"/>
                      <a:pt x="102870" y="30099"/>
                    </a:cubicBezTo>
                    <a:cubicBezTo>
                      <a:pt x="109252" y="32575"/>
                      <a:pt x="112395" y="35242"/>
                      <a:pt x="112395" y="38290"/>
                    </a:cubicBezTo>
                    <a:lnTo>
                      <a:pt x="110871" y="42005"/>
                    </a:lnTo>
                    <a:cubicBezTo>
                      <a:pt x="110871" y="42005"/>
                      <a:pt x="109823" y="43815"/>
                      <a:pt x="109823" y="43719"/>
                    </a:cubicBezTo>
                    <a:cubicBezTo>
                      <a:pt x="109823" y="43719"/>
                      <a:pt x="108680" y="51149"/>
                      <a:pt x="108109" y="54387"/>
                    </a:cubicBezTo>
                    <a:cubicBezTo>
                      <a:pt x="115443" y="52959"/>
                      <a:pt x="137827" y="48577"/>
                      <a:pt x="137827" y="48577"/>
                    </a:cubicBezTo>
                    <a:cubicBezTo>
                      <a:pt x="148304" y="46006"/>
                      <a:pt x="154972" y="44767"/>
                      <a:pt x="158115" y="44767"/>
                    </a:cubicBezTo>
                    <a:cubicBezTo>
                      <a:pt x="162211" y="44767"/>
                      <a:pt x="165925" y="45720"/>
                      <a:pt x="169259" y="47529"/>
                    </a:cubicBezTo>
                    <a:cubicBezTo>
                      <a:pt x="172974" y="49625"/>
                      <a:pt x="174879" y="52292"/>
                      <a:pt x="174879" y="55531"/>
                    </a:cubicBezTo>
                    <a:cubicBezTo>
                      <a:pt x="174879" y="56959"/>
                      <a:pt x="174212" y="58864"/>
                      <a:pt x="170783" y="59817"/>
                    </a:cubicBezTo>
                    <a:cubicBezTo>
                      <a:pt x="169450" y="60198"/>
                      <a:pt x="165449" y="60769"/>
                      <a:pt x="145542" y="61055"/>
                    </a:cubicBezTo>
                    <a:cubicBezTo>
                      <a:pt x="132969" y="61341"/>
                      <a:pt x="122396" y="62007"/>
                      <a:pt x="113252" y="63055"/>
                    </a:cubicBezTo>
                    <a:cubicBezTo>
                      <a:pt x="128588" y="76009"/>
                      <a:pt x="143542" y="86296"/>
                      <a:pt x="157543" y="93154"/>
                    </a:cubicBezTo>
                    <a:cubicBezTo>
                      <a:pt x="172402" y="100393"/>
                      <a:pt x="191167" y="105346"/>
                      <a:pt x="212979" y="107918"/>
                    </a:cubicBezTo>
                    <a:cubicBezTo>
                      <a:pt x="214979" y="107918"/>
                      <a:pt x="216217" y="108394"/>
                      <a:pt x="216979" y="109347"/>
                    </a:cubicBezTo>
                    <a:lnTo>
                      <a:pt x="217075" y="109156"/>
                    </a:lnTo>
                    <a:cubicBezTo>
                      <a:pt x="217361" y="109537"/>
                      <a:pt x="217646" y="110109"/>
                      <a:pt x="217646" y="110966"/>
                    </a:cubicBezTo>
                    <a:cubicBezTo>
                      <a:pt x="217646" y="111347"/>
                      <a:pt x="217551" y="112014"/>
                      <a:pt x="217551" y="112014"/>
                    </a:cubicBezTo>
                    <a:lnTo>
                      <a:pt x="217170" y="113061"/>
                    </a:lnTo>
                    <a:lnTo>
                      <a:pt x="216122" y="113252"/>
                    </a:lnTo>
                    <a:cubicBezTo>
                      <a:pt x="192119" y="118110"/>
                      <a:pt x="176593" y="120396"/>
                      <a:pt x="170116" y="120396"/>
                    </a:cubicBezTo>
                    <a:cubicBezTo>
                      <a:pt x="163640" y="120396"/>
                      <a:pt x="152019" y="112490"/>
                      <a:pt x="134874" y="96298"/>
                    </a:cubicBezTo>
                    <a:cubicBezTo>
                      <a:pt x="121063" y="83248"/>
                      <a:pt x="112204" y="74199"/>
                      <a:pt x="107347" y="68389"/>
                    </a:cubicBezTo>
                    <a:cubicBezTo>
                      <a:pt x="107632" y="75343"/>
                      <a:pt x="108204" y="88297"/>
                      <a:pt x="108204" y="88297"/>
                    </a:cubicBezTo>
                    <a:cubicBezTo>
                      <a:pt x="108204" y="96012"/>
                      <a:pt x="107347" y="102679"/>
                      <a:pt x="105537" y="108204"/>
                    </a:cubicBezTo>
                    <a:cubicBezTo>
                      <a:pt x="103537" y="114871"/>
                      <a:pt x="101822" y="117538"/>
                      <a:pt x="99536" y="117538"/>
                    </a:cubicBezTo>
                    <a:cubicBezTo>
                      <a:pt x="99536" y="117538"/>
                      <a:pt x="97060" y="116490"/>
                      <a:pt x="97060" y="116490"/>
                    </a:cubicBezTo>
                    <a:lnTo>
                      <a:pt x="96583" y="116110"/>
                    </a:lnTo>
                    <a:cubicBezTo>
                      <a:pt x="96583" y="116110"/>
                      <a:pt x="95726" y="115728"/>
                      <a:pt x="95726" y="115728"/>
                    </a:cubicBezTo>
                    <a:lnTo>
                      <a:pt x="95726" y="115443"/>
                    </a:lnTo>
                    <a:cubicBezTo>
                      <a:pt x="92583" y="110680"/>
                      <a:pt x="90964" y="106203"/>
                      <a:pt x="90964" y="102298"/>
                    </a:cubicBezTo>
                    <a:cubicBezTo>
                      <a:pt x="90964" y="100107"/>
                      <a:pt x="91821" y="95821"/>
                      <a:pt x="93821" y="88773"/>
                    </a:cubicBezTo>
                    <a:cubicBezTo>
                      <a:pt x="95345" y="83344"/>
                      <a:pt x="96107" y="77057"/>
                      <a:pt x="96393" y="70199"/>
                    </a:cubicBezTo>
                    <a:cubicBezTo>
                      <a:pt x="92107" y="75819"/>
                      <a:pt x="84582" y="85820"/>
                      <a:pt x="84582" y="85820"/>
                    </a:cubicBezTo>
                    <a:cubicBezTo>
                      <a:pt x="79438" y="92011"/>
                      <a:pt x="73723" y="98012"/>
                      <a:pt x="67627" y="103727"/>
                    </a:cubicBezTo>
                    <a:cubicBezTo>
                      <a:pt x="61531" y="109347"/>
                      <a:pt x="55054" y="114490"/>
                      <a:pt x="48196" y="119062"/>
                    </a:cubicBezTo>
                    <a:cubicBezTo>
                      <a:pt x="41434" y="123634"/>
                      <a:pt x="33528" y="127730"/>
                      <a:pt x="24670" y="131349"/>
                    </a:cubicBezTo>
                    <a:cubicBezTo>
                      <a:pt x="15526" y="134969"/>
                      <a:pt x="8382" y="136779"/>
                      <a:pt x="2953" y="136779"/>
                    </a:cubicBezTo>
                    <a:cubicBezTo>
                      <a:pt x="95" y="136779"/>
                      <a:pt x="0" y="134588"/>
                      <a:pt x="0" y="134588"/>
                    </a:cubicBezTo>
                    <a:lnTo>
                      <a:pt x="0" y="132302"/>
                    </a:lnTo>
                    <a:lnTo>
                      <a:pt x="1048" y="131826"/>
                    </a:lnTo>
                    <a:cubicBezTo>
                      <a:pt x="34766" y="116681"/>
                      <a:pt x="60769" y="95726"/>
                      <a:pt x="79057" y="69818"/>
                    </a:cubicBezTo>
                    <a:cubicBezTo>
                      <a:pt x="71247" y="71437"/>
                      <a:pt x="56293" y="74676"/>
                      <a:pt x="56293" y="74676"/>
                    </a:cubicBezTo>
                    <a:cubicBezTo>
                      <a:pt x="44672" y="77152"/>
                      <a:pt x="41815" y="77438"/>
                      <a:pt x="40672" y="77438"/>
                    </a:cubicBezTo>
                    <a:cubicBezTo>
                      <a:pt x="36385" y="77438"/>
                      <a:pt x="31337" y="74771"/>
                      <a:pt x="25622" y="69247"/>
                    </a:cubicBezTo>
                    <a:lnTo>
                      <a:pt x="22765" y="66484"/>
                    </a:lnTo>
                    <a:lnTo>
                      <a:pt x="26670" y="66198"/>
                    </a:lnTo>
                    <a:cubicBezTo>
                      <a:pt x="36576" y="65532"/>
                      <a:pt x="49149" y="63817"/>
                      <a:pt x="64103" y="61150"/>
                    </a:cubicBezTo>
                    <a:cubicBezTo>
                      <a:pt x="64103" y="61150"/>
                      <a:pt x="93059" y="56578"/>
                      <a:pt x="95821" y="56102"/>
                    </a:cubicBezTo>
                    <a:lnTo>
                      <a:pt x="95821" y="55911"/>
                    </a:lnTo>
                    <a:cubicBezTo>
                      <a:pt x="95821" y="52292"/>
                      <a:pt x="95440" y="48577"/>
                      <a:pt x="94583" y="44767"/>
                    </a:cubicBezTo>
                    <a:cubicBezTo>
                      <a:pt x="94583" y="44767"/>
                      <a:pt x="92202" y="33337"/>
                      <a:pt x="92202" y="33337"/>
                    </a:cubicBezTo>
                    <a:cubicBezTo>
                      <a:pt x="82582" y="36004"/>
                      <a:pt x="73152" y="37623"/>
                      <a:pt x="64294" y="38195"/>
                    </a:cubicBezTo>
                    <a:lnTo>
                      <a:pt x="63341" y="38195"/>
                    </a:lnTo>
                    <a:lnTo>
                      <a:pt x="60769" y="34671"/>
                    </a:lnTo>
                    <a:lnTo>
                      <a:pt x="62865" y="33814"/>
                    </a:lnTo>
                    <a:cubicBezTo>
                      <a:pt x="92297" y="22288"/>
                      <a:pt x="110014" y="13811"/>
                      <a:pt x="115824" y="8477"/>
                    </a:cubicBezTo>
                    <a:cubicBezTo>
                      <a:pt x="116205" y="7144"/>
                      <a:pt x="117348" y="3429"/>
                      <a:pt x="117443" y="3143"/>
                    </a:cubicBezTo>
                    <a:cubicBezTo>
                      <a:pt x="118300" y="2000"/>
                      <a:pt x="119920" y="2000"/>
                      <a:pt x="120396" y="2000"/>
                    </a:cubicBezTo>
                    <a:close/>
                    <a:moveTo>
                      <a:pt x="703706" y="0"/>
                    </a:moveTo>
                    <a:cubicBezTo>
                      <a:pt x="703706" y="0"/>
                      <a:pt x="704183" y="0"/>
                      <a:pt x="704183" y="0"/>
                    </a:cubicBezTo>
                    <a:lnTo>
                      <a:pt x="704563" y="0"/>
                    </a:lnTo>
                    <a:cubicBezTo>
                      <a:pt x="711136" y="1048"/>
                      <a:pt x="716851" y="2953"/>
                      <a:pt x="721613" y="5715"/>
                    </a:cubicBezTo>
                    <a:cubicBezTo>
                      <a:pt x="726947" y="8668"/>
                      <a:pt x="729424" y="11811"/>
                      <a:pt x="729424" y="15335"/>
                    </a:cubicBezTo>
                    <a:lnTo>
                      <a:pt x="728376" y="20860"/>
                    </a:lnTo>
                    <a:cubicBezTo>
                      <a:pt x="726662" y="26670"/>
                      <a:pt x="725614" y="38386"/>
                      <a:pt x="724947" y="55245"/>
                    </a:cubicBezTo>
                    <a:cubicBezTo>
                      <a:pt x="746092" y="52483"/>
                      <a:pt x="759237" y="50197"/>
                      <a:pt x="763714" y="48482"/>
                    </a:cubicBezTo>
                    <a:cubicBezTo>
                      <a:pt x="770762" y="45720"/>
                      <a:pt x="772000" y="45529"/>
                      <a:pt x="772667" y="45529"/>
                    </a:cubicBezTo>
                    <a:cubicBezTo>
                      <a:pt x="776477" y="45529"/>
                      <a:pt x="782097" y="48292"/>
                      <a:pt x="789908" y="54102"/>
                    </a:cubicBezTo>
                    <a:lnTo>
                      <a:pt x="790003" y="54007"/>
                    </a:lnTo>
                    <a:cubicBezTo>
                      <a:pt x="801052" y="62103"/>
                      <a:pt x="802004" y="64008"/>
                      <a:pt x="802004" y="65627"/>
                    </a:cubicBezTo>
                    <a:cubicBezTo>
                      <a:pt x="802004" y="67246"/>
                      <a:pt x="800766" y="69056"/>
                      <a:pt x="794670" y="73533"/>
                    </a:cubicBezTo>
                    <a:cubicBezTo>
                      <a:pt x="790765" y="76486"/>
                      <a:pt x="783526" y="86011"/>
                      <a:pt x="773429" y="101632"/>
                    </a:cubicBezTo>
                    <a:cubicBezTo>
                      <a:pt x="779430" y="103537"/>
                      <a:pt x="781049" y="107442"/>
                      <a:pt x="781049" y="110680"/>
                    </a:cubicBezTo>
                    <a:cubicBezTo>
                      <a:pt x="781049" y="114300"/>
                      <a:pt x="774953" y="114300"/>
                      <a:pt x="772000" y="114300"/>
                    </a:cubicBezTo>
                    <a:cubicBezTo>
                      <a:pt x="762380" y="114300"/>
                      <a:pt x="746188" y="115157"/>
                      <a:pt x="724185" y="116872"/>
                    </a:cubicBezTo>
                    <a:cubicBezTo>
                      <a:pt x="724280" y="125158"/>
                      <a:pt x="725042" y="182689"/>
                      <a:pt x="725042" y="182689"/>
                    </a:cubicBezTo>
                    <a:cubicBezTo>
                      <a:pt x="725042" y="213455"/>
                      <a:pt x="721518" y="220313"/>
                      <a:pt x="718946" y="222599"/>
                    </a:cubicBezTo>
                    <a:lnTo>
                      <a:pt x="717899" y="223456"/>
                    </a:lnTo>
                    <a:lnTo>
                      <a:pt x="717137" y="223456"/>
                    </a:lnTo>
                    <a:cubicBezTo>
                      <a:pt x="714946" y="223456"/>
                      <a:pt x="713326" y="221075"/>
                      <a:pt x="710659" y="207931"/>
                    </a:cubicBezTo>
                    <a:cubicBezTo>
                      <a:pt x="708754" y="198310"/>
                      <a:pt x="707802" y="192310"/>
                      <a:pt x="707802" y="189357"/>
                    </a:cubicBezTo>
                    <a:lnTo>
                      <a:pt x="709040" y="152876"/>
                    </a:lnTo>
                    <a:cubicBezTo>
                      <a:pt x="709040" y="152876"/>
                      <a:pt x="709707" y="121348"/>
                      <a:pt x="709707" y="117920"/>
                    </a:cubicBezTo>
                    <a:cubicBezTo>
                      <a:pt x="706373" y="118205"/>
                      <a:pt x="675036" y="121063"/>
                      <a:pt x="672464" y="121253"/>
                    </a:cubicBezTo>
                    <a:cubicBezTo>
                      <a:pt x="671893" y="131254"/>
                      <a:pt x="670559" y="135160"/>
                      <a:pt x="667607" y="135160"/>
                    </a:cubicBezTo>
                    <a:cubicBezTo>
                      <a:pt x="661510" y="135160"/>
                      <a:pt x="657891" y="126968"/>
                      <a:pt x="656176" y="109156"/>
                    </a:cubicBezTo>
                    <a:cubicBezTo>
                      <a:pt x="654653" y="93154"/>
                      <a:pt x="652747" y="82582"/>
                      <a:pt x="650652" y="77724"/>
                    </a:cubicBezTo>
                    <a:cubicBezTo>
                      <a:pt x="648557" y="72962"/>
                      <a:pt x="645985" y="69056"/>
                      <a:pt x="642460" y="65627"/>
                    </a:cubicBezTo>
                    <a:lnTo>
                      <a:pt x="641508" y="62008"/>
                    </a:lnTo>
                    <a:cubicBezTo>
                      <a:pt x="641508" y="59817"/>
                      <a:pt x="642460" y="58769"/>
                      <a:pt x="643318" y="58293"/>
                    </a:cubicBezTo>
                    <a:lnTo>
                      <a:pt x="643604" y="57912"/>
                    </a:lnTo>
                    <a:lnTo>
                      <a:pt x="659605" y="59626"/>
                    </a:lnTo>
                    <a:lnTo>
                      <a:pt x="674941" y="61150"/>
                    </a:lnTo>
                    <a:cubicBezTo>
                      <a:pt x="681322" y="61150"/>
                      <a:pt x="693038" y="59817"/>
                      <a:pt x="709516" y="57245"/>
                    </a:cubicBezTo>
                    <a:cubicBezTo>
                      <a:pt x="709516" y="41815"/>
                      <a:pt x="708659" y="30671"/>
                      <a:pt x="706945" y="24289"/>
                    </a:cubicBezTo>
                    <a:cubicBezTo>
                      <a:pt x="705230" y="17812"/>
                      <a:pt x="702849" y="12478"/>
                      <a:pt x="699515" y="7715"/>
                    </a:cubicBezTo>
                    <a:lnTo>
                      <a:pt x="699229" y="5524"/>
                    </a:lnTo>
                    <a:cubicBezTo>
                      <a:pt x="699229" y="3810"/>
                      <a:pt x="699991" y="1429"/>
                      <a:pt x="703706" y="0"/>
                    </a:cubicBezTo>
                    <a:close/>
                  </a:path>
                </a:pathLst>
              </a:custGeom>
              <a:solidFill>
                <a:srgbClr val="22171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图形 4"/>
            <p:cNvGrpSpPr/>
            <p:nvPr/>
          </p:nvGrpSpPr>
          <p:grpSpPr>
            <a:xfrm>
              <a:off x="9540195" y="249677"/>
              <a:ext cx="363619" cy="287346"/>
              <a:chOff x="6994364" y="609600"/>
              <a:chExt cx="1271818" cy="1005041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7287533" y="609600"/>
                <a:ext cx="683725" cy="800004"/>
              </a:xfrm>
              <a:custGeom>
                <a:avLst/>
                <a:gdLst>
                  <a:gd name="connsiteX0" fmla="*/ 341895 w 683725"/>
                  <a:gd name="connsiteY0" fmla="*/ 800005 h 800004"/>
                  <a:gd name="connsiteX1" fmla="*/ 409999 w 683725"/>
                  <a:gd name="connsiteY1" fmla="*/ 776192 h 800004"/>
                  <a:gd name="connsiteX2" fmla="*/ 626883 w 683725"/>
                  <a:gd name="connsiteY2" fmla="*/ 577977 h 800004"/>
                  <a:gd name="connsiteX3" fmla="*/ 676604 w 683725"/>
                  <a:gd name="connsiteY3" fmla="*/ 341376 h 800004"/>
                  <a:gd name="connsiteX4" fmla="*/ 682700 w 683725"/>
                  <a:gd name="connsiteY4" fmla="*/ 34195 h 800004"/>
                  <a:gd name="connsiteX5" fmla="*/ 520870 w 683725"/>
                  <a:gd name="connsiteY5" fmla="*/ 9335 h 800004"/>
                  <a:gd name="connsiteX6" fmla="*/ 341895 w 683725"/>
                  <a:gd name="connsiteY6" fmla="*/ 0 h 800004"/>
                  <a:gd name="connsiteX7" fmla="*/ 162921 w 683725"/>
                  <a:gd name="connsiteY7" fmla="*/ 9239 h 800004"/>
                  <a:gd name="connsiteX8" fmla="*/ 1091 w 683725"/>
                  <a:gd name="connsiteY8" fmla="*/ 34100 h 800004"/>
                  <a:gd name="connsiteX9" fmla="*/ 7187 w 683725"/>
                  <a:gd name="connsiteY9" fmla="*/ 341281 h 800004"/>
                  <a:gd name="connsiteX10" fmla="*/ 56907 w 683725"/>
                  <a:gd name="connsiteY10" fmla="*/ 577882 h 800004"/>
                  <a:gd name="connsiteX11" fmla="*/ 273792 w 683725"/>
                  <a:gd name="connsiteY11" fmla="*/ 776097 h 800004"/>
                  <a:gd name="connsiteX12" fmla="*/ 341991 w 683725"/>
                  <a:gd name="connsiteY12" fmla="*/ 799910 h 80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83725" h="800004">
                    <a:moveTo>
                      <a:pt x="341895" y="800005"/>
                    </a:moveTo>
                    <a:cubicBezTo>
                      <a:pt x="351039" y="800005"/>
                      <a:pt x="393426" y="784860"/>
                      <a:pt x="409999" y="776192"/>
                    </a:cubicBezTo>
                    <a:cubicBezTo>
                      <a:pt x="498772" y="729234"/>
                      <a:pt x="576306" y="665702"/>
                      <a:pt x="626883" y="577977"/>
                    </a:cubicBezTo>
                    <a:cubicBezTo>
                      <a:pt x="667460" y="507397"/>
                      <a:pt x="669936" y="420434"/>
                      <a:pt x="676604" y="341376"/>
                    </a:cubicBezTo>
                    <a:cubicBezTo>
                      <a:pt x="685081" y="239173"/>
                      <a:pt x="684319" y="136779"/>
                      <a:pt x="682700" y="34195"/>
                    </a:cubicBezTo>
                    <a:cubicBezTo>
                      <a:pt x="682700" y="26861"/>
                      <a:pt x="535920" y="10668"/>
                      <a:pt x="520870" y="9335"/>
                    </a:cubicBezTo>
                    <a:cubicBezTo>
                      <a:pt x="461434" y="3715"/>
                      <a:pt x="381710" y="0"/>
                      <a:pt x="341895" y="0"/>
                    </a:cubicBezTo>
                    <a:cubicBezTo>
                      <a:pt x="302081" y="0"/>
                      <a:pt x="222357" y="3715"/>
                      <a:pt x="162921" y="9239"/>
                    </a:cubicBezTo>
                    <a:cubicBezTo>
                      <a:pt x="147871" y="10668"/>
                      <a:pt x="1186" y="26765"/>
                      <a:pt x="1091" y="34100"/>
                    </a:cubicBezTo>
                    <a:cubicBezTo>
                      <a:pt x="-624" y="136684"/>
                      <a:pt x="-1386" y="239078"/>
                      <a:pt x="7187" y="341281"/>
                    </a:cubicBezTo>
                    <a:cubicBezTo>
                      <a:pt x="13950" y="420338"/>
                      <a:pt x="16426" y="507397"/>
                      <a:pt x="56907" y="577882"/>
                    </a:cubicBezTo>
                    <a:cubicBezTo>
                      <a:pt x="107485" y="665607"/>
                      <a:pt x="184923" y="729139"/>
                      <a:pt x="273792" y="776097"/>
                    </a:cubicBezTo>
                    <a:cubicBezTo>
                      <a:pt x="290365" y="784765"/>
                      <a:pt x="332751" y="799910"/>
                      <a:pt x="341991" y="799910"/>
                    </a:cubicBezTo>
                  </a:path>
                </a:pathLst>
              </a:custGeom>
              <a:solidFill>
                <a:srgbClr val="6D226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7301674" y="624935"/>
                <a:ext cx="647479" cy="768953"/>
              </a:xfrm>
              <a:custGeom>
                <a:avLst/>
                <a:gdLst>
                  <a:gd name="connsiteX0" fmla="*/ 546545 w 647479"/>
                  <a:gd name="connsiteY0" fmla="*/ 394145 h 768953"/>
                  <a:gd name="connsiteX1" fmla="*/ 546545 w 647479"/>
                  <a:gd name="connsiteY1" fmla="*/ 394145 h 768953"/>
                  <a:gd name="connsiteX2" fmla="*/ 547688 w 647479"/>
                  <a:gd name="connsiteY2" fmla="*/ 394526 h 768953"/>
                  <a:gd name="connsiteX3" fmla="*/ 546545 w 647479"/>
                  <a:gd name="connsiteY3" fmla="*/ 394145 h 768953"/>
                  <a:gd name="connsiteX4" fmla="*/ 583311 w 647479"/>
                  <a:gd name="connsiteY4" fmla="*/ 400526 h 768953"/>
                  <a:gd name="connsiteX5" fmla="*/ 584263 w 647479"/>
                  <a:gd name="connsiteY5" fmla="*/ 401384 h 768953"/>
                  <a:gd name="connsiteX6" fmla="*/ 584263 w 647479"/>
                  <a:gd name="connsiteY6" fmla="*/ 401193 h 768953"/>
                  <a:gd name="connsiteX7" fmla="*/ 583216 w 647479"/>
                  <a:gd name="connsiteY7" fmla="*/ 400526 h 768953"/>
                  <a:gd name="connsiteX8" fmla="*/ 577120 w 647479"/>
                  <a:gd name="connsiteY8" fmla="*/ 419671 h 768953"/>
                  <a:gd name="connsiteX9" fmla="*/ 578168 w 647479"/>
                  <a:gd name="connsiteY9" fmla="*/ 420338 h 768953"/>
                  <a:gd name="connsiteX10" fmla="*/ 578168 w 647479"/>
                  <a:gd name="connsiteY10" fmla="*/ 420338 h 768953"/>
                  <a:gd name="connsiteX11" fmla="*/ 577120 w 647479"/>
                  <a:gd name="connsiteY11" fmla="*/ 419671 h 768953"/>
                  <a:gd name="connsiteX12" fmla="*/ 563499 w 647479"/>
                  <a:gd name="connsiteY12" fmla="*/ 465392 h 768953"/>
                  <a:gd name="connsiteX13" fmla="*/ 564547 w 647479"/>
                  <a:gd name="connsiteY13" fmla="*/ 466344 h 768953"/>
                  <a:gd name="connsiteX14" fmla="*/ 564547 w 647479"/>
                  <a:gd name="connsiteY14" fmla="*/ 466154 h 768953"/>
                  <a:gd name="connsiteX15" fmla="*/ 563499 w 647479"/>
                  <a:gd name="connsiteY15" fmla="*/ 465392 h 768953"/>
                  <a:gd name="connsiteX16" fmla="*/ 564451 w 647479"/>
                  <a:gd name="connsiteY16" fmla="*/ 379286 h 768953"/>
                  <a:gd name="connsiteX17" fmla="*/ 561975 w 647479"/>
                  <a:gd name="connsiteY17" fmla="*/ 378714 h 768953"/>
                  <a:gd name="connsiteX18" fmla="*/ 562070 w 647479"/>
                  <a:gd name="connsiteY18" fmla="*/ 378905 h 768953"/>
                  <a:gd name="connsiteX19" fmla="*/ 564451 w 647479"/>
                  <a:gd name="connsiteY19" fmla="*/ 379381 h 768953"/>
                  <a:gd name="connsiteX20" fmla="*/ 336518 w 647479"/>
                  <a:gd name="connsiteY20" fmla="*/ 625316 h 768953"/>
                  <a:gd name="connsiteX21" fmla="*/ 327565 w 647479"/>
                  <a:gd name="connsiteY21" fmla="*/ 628079 h 768953"/>
                  <a:gd name="connsiteX22" fmla="*/ 328613 w 647479"/>
                  <a:gd name="connsiteY22" fmla="*/ 628079 h 768953"/>
                  <a:gd name="connsiteX23" fmla="*/ 336423 w 647479"/>
                  <a:gd name="connsiteY23" fmla="*/ 625316 h 768953"/>
                  <a:gd name="connsiteX24" fmla="*/ 505873 w 647479"/>
                  <a:gd name="connsiteY24" fmla="*/ 166116 h 768953"/>
                  <a:gd name="connsiteX25" fmla="*/ 503206 w 647479"/>
                  <a:gd name="connsiteY25" fmla="*/ 167735 h 768953"/>
                  <a:gd name="connsiteX26" fmla="*/ 505777 w 647479"/>
                  <a:gd name="connsiteY26" fmla="*/ 166307 h 768953"/>
                  <a:gd name="connsiteX27" fmla="*/ 505873 w 647479"/>
                  <a:gd name="connsiteY27" fmla="*/ 166116 h 768953"/>
                  <a:gd name="connsiteX28" fmla="*/ 538639 w 647479"/>
                  <a:gd name="connsiteY28" fmla="*/ 54959 h 768953"/>
                  <a:gd name="connsiteX29" fmla="*/ 538639 w 647479"/>
                  <a:gd name="connsiteY29" fmla="*/ 54959 h 768953"/>
                  <a:gd name="connsiteX30" fmla="*/ 537591 w 647479"/>
                  <a:gd name="connsiteY30" fmla="*/ 55245 h 768953"/>
                  <a:gd name="connsiteX31" fmla="*/ 538543 w 647479"/>
                  <a:gd name="connsiteY31" fmla="*/ 54959 h 768953"/>
                  <a:gd name="connsiteX32" fmla="*/ 526161 w 647479"/>
                  <a:gd name="connsiteY32" fmla="*/ 105632 h 768953"/>
                  <a:gd name="connsiteX33" fmla="*/ 523684 w 647479"/>
                  <a:gd name="connsiteY33" fmla="*/ 106966 h 768953"/>
                  <a:gd name="connsiteX34" fmla="*/ 526066 w 647479"/>
                  <a:gd name="connsiteY34" fmla="*/ 105823 h 768953"/>
                  <a:gd name="connsiteX35" fmla="*/ 526161 w 647479"/>
                  <a:gd name="connsiteY35" fmla="*/ 105632 h 768953"/>
                  <a:gd name="connsiteX36" fmla="*/ 571500 w 647479"/>
                  <a:gd name="connsiteY36" fmla="*/ 442913 h 768953"/>
                  <a:gd name="connsiteX37" fmla="*/ 572452 w 647479"/>
                  <a:gd name="connsiteY37" fmla="*/ 443865 h 768953"/>
                  <a:gd name="connsiteX38" fmla="*/ 572452 w 647479"/>
                  <a:gd name="connsiteY38" fmla="*/ 443675 h 768953"/>
                  <a:gd name="connsiteX39" fmla="*/ 571500 w 647479"/>
                  <a:gd name="connsiteY39" fmla="*/ 443008 h 768953"/>
                  <a:gd name="connsiteX40" fmla="*/ 568928 w 647479"/>
                  <a:gd name="connsiteY40" fmla="*/ 238411 h 768953"/>
                  <a:gd name="connsiteX41" fmla="*/ 571786 w 647479"/>
                  <a:gd name="connsiteY41" fmla="*/ 236411 h 768953"/>
                  <a:gd name="connsiteX42" fmla="*/ 568833 w 647479"/>
                  <a:gd name="connsiteY42" fmla="*/ 238315 h 768953"/>
                  <a:gd name="connsiteX43" fmla="*/ 568833 w 647479"/>
                  <a:gd name="connsiteY43" fmla="*/ 238411 h 768953"/>
                  <a:gd name="connsiteX44" fmla="*/ 507111 w 647479"/>
                  <a:gd name="connsiteY44" fmla="*/ 314992 h 768953"/>
                  <a:gd name="connsiteX45" fmla="*/ 508540 w 647479"/>
                  <a:gd name="connsiteY45" fmla="*/ 314611 h 768953"/>
                  <a:gd name="connsiteX46" fmla="*/ 507111 w 647479"/>
                  <a:gd name="connsiteY46" fmla="*/ 314896 h 768953"/>
                  <a:gd name="connsiteX47" fmla="*/ 507111 w 647479"/>
                  <a:gd name="connsiteY47" fmla="*/ 314896 h 768953"/>
                  <a:gd name="connsiteX48" fmla="*/ 602361 w 647479"/>
                  <a:gd name="connsiteY48" fmla="*/ 176308 h 768953"/>
                  <a:gd name="connsiteX49" fmla="*/ 601789 w 647479"/>
                  <a:gd name="connsiteY49" fmla="*/ 184785 h 768953"/>
                  <a:gd name="connsiteX50" fmla="*/ 520160 w 647479"/>
                  <a:gd name="connsiteY50" fmla="*/ 377476 h 768953"/>
                  <a:gd name="connsiteX51" fmla="*/ 518827 w 647479"/>
                  <a:gd name="connsiteY51" fmla="*/ 378524 h 768953"/>
                  <a:gd name="connsiteX52" fmla="*/ 471202 w 647479"/>
                  <a:gd name="connsiteY52" fmla="*/ 404432 h 768953"/>
                  <a:gd name="connsiteX53" fmla="*/ 470440 w 647479"/>
                  <a:gd name="connsiteY53" fmla="*/ 404717 h 768953"/>
                  <a:gd name="connsiteX54" fmla="*/ 448913 w 647479"/>
                  <a:gd name="connsiteY54" fmla="*/ 416528 h 768953"/>
                  <a:gd name="connsiteX55" fmla="*/ 443770 w 647479"/>
                  <a:gd name="connsiteY55" fmla="*/ 422624 h 768953"/>
                  <a:gd name="connsiteX56" fmla="*/ 446151 w 647479"/>
                  <a:gd name="connsiteY56" fmla="*/ 411766 h 768953"/>
                  <a:gd name="connsiteX57" fmla="*/ 461772 w 647479"/>
                  <a:gd name="connsiteY57" fmla="*/ 400145 h 768953"/>
                  <a:gd name="connsiteX58" fmla="*/ 479870 w 647479"/>
                  <a:gd name="connsiteY58" fmla="*/ 377857 h 768953"/>
                  <a:gd name="connsiteX59" fmla="*/ 467868 w 647479"/>
                  <a:gd name="connsiteY59" fmla="*/ 361283 h 768953"/>
                  <a:gd name="connsiteX60" fmla="*/ 454247 w 647479"/>
                  <a:gd name="connsiteY60" fmla="*/ 364046 h 768953"/>
                  <a:gd name="connsiteX61" fmla="*/ 460058 w 647479"/>
                  <a:gd name="connsiteY61" fmla="*/ 372332 h 768953"/>
                  <a:gd name="connsiteX62" fmla="*/ 451771 w 647479"/>
                  <a:gd name="connsiteY62" fmla="*/ 385763 h 768953"/>
                  <a:gd name="connsiteX63" fmla="*/ 439674 w 647479"/>
                  <a:gd name="connsiteY63" fmla="*/ 375857 h 768953"/>
                  <a:gd name="connsiteX64" fmla="*/ 448913 w 647479"/>
                  <a:gd name="connsiteY64" fmla="*/ 351854 h 768953"/>
                  <a:gd name="connsiteX65" fmla="*/ 461391 w 647479"/>
                  <a:gd name="connsiteY65" fmla="*/ 345948 h 768953"/>
                  <a:gd name="connsiteX66" fmla="*/ 468154 w 647479"/>
                  <a:gd name="connsiteY66" fmla="*/ 343471 h 768953"/>
                  <a:gd name="connsiteX67" fmla="*/ 490347 w 647479"/>
                  <a:gd name="connsiteY67" fmla="*/ 350615 h 768953"/>
                  <a:gd name="connsiteX68" fmla="*/ 493681 w 647479"/>
                  <a:gd name="connsiteY68" fmla="*/ 352520 h 768953"/>
                  <a:gd name="connsiteX69" fmla="*/ 494252 w 647479"/>
                  <a:gd name="connsiteY69" fmla="*/ 351949 h 768953"/>
                  <a:gd name="connsiteX70" fmla="*/ 490918 w 647479"/>
                  <a:gd name="connsiteY70" fmla="*/ 329565 h 768953"/>
                  <a:gd name="connsiteX71" fmla="*/ 490918 w 647479"/>
                  <a:gd name="connsiteY71" fmla="*/ 328898 h 768953"/>
                  <a:gd name="connsiteX72" fmla="*/ 491490 w 647479"/>
                  <a:gd name="connsiteY72" fmla="*/ 328898 h 768953"/>
                  <a:gd name="connsiteX73" fmla="*/ 509397 w 647479"/>
                  <a:gd name="connsiteY73" fmla="*/ 338042 h 768953"/>
                  <a:gd name="connsiteX74" fmla="*/ 511778 w 647479"/>
                  <a:gd name="connsiteY74" fmla="*/ 340519 h 768953"/>
                  <a:gd name="connsiteX75" fmla="*/ 512350 w 647479"/>
                  <a:gd name="connsiteY75" fmla="*/ 339757 h 768953"/>
                  <a:gd name="connsiteX76" fmla="*/ 507111 w 647479"/>
                  <a:gd name="connsiteY76" fmla="*/ 315754 h 768953"/>
                  <a:gd name="connsiteX77" fmla="*/ 506825 w 647479"/>
                  <a:gd name="connsiteY77" fmla="*/ 315182 h 768953"/>
                  <a:gd name="connsiteX78" fmla="*/ 506921 w 647479"/>
                  <a:gd name="connsiteY78" fmla="*/ 315182 h 768953"/>
                  <a:gd name="connsiteX79" fmla="*/ 506730 w 647479"/>
                  <a:gd name="connsiteY79" fmla="*/ 314896 h 768953"/>
                  <a:gd name="connsiteX80" fmla="*/ 526256 w 647479"/>
                  <a:gd name="connsiteY80" fmla="*/ 320421 h 768953"/>
                  <a:gd name="connsiteX81" fmla="*/ 529018 w 647479"/>
                  <a:gd name="connsiteY81" fmla="*/ 322231 h 768953"/>
                  <a:gd name="connsiteX82" fmla="*/ 529495 w 647479"/>
                  <a:gd name="connsiteY82" fmla="*/ 321564 h 768953"/>
                  <a:gd name="connsiteX83" fmla="*/ 522256 w 647479"/>
                  <a:gd name="connsiteY83" fmla="*/ 298704 h 768953"/>
                  <a:gd name="connsiteX84" fmla="*/ 524256 w 647479"/>
                  <a:gd name="connsiteY84" fmla="*/ 296609 h 768953"/>
                  <a:gd name="connsiteX85" fmla="*/ 543782 w 647479"/>
                  <a:gd name="connsiteY85" fmla="*/ 298990 h 768953"/>
                  <a:gd name="connsiteX86" fmla="*/ 546735 w 647479"/>
                  <a:gd name="connsiteY86" fmla="*/ 300228 h 768953"/>
                  <a:gd name="connsiteX87" fmla="*/ 547211 w 647479"/>
                  <a:gd name="connsiteY87" fmla="*/ 299371 h 768953"/>
                  <a:gd name="connsiteX88" fmla="*/ 539496 w 647479"/>
                  <a:gd name="connsiteY88" fmla="*/ 278606 h 768953"/>
                  <a:gd name="connsiteX89" fmla="*/ 541496 w 647479"/>
                  <a:gd name="connsiteY89" fmla="*/ 276130 h 768953"/>
                  <a:gd name="connsiteX90" fmla="*/ 558737 w 647479"/>
                  <a:gd name="connsiteY90" fmla="*/ 276606 h 768953"/>
                  <a:gd name="connsiteX91" fmla="*/ 561784 w 647479"/>
                  <a:gd name="connsiteY91" fmla="*/ 277273 h 768953"/>
                  <a:gd name="connsiteX92" fmla="*/ 562261 w 647479"/>
                  <a:gd name="connsiteY92" fmla="*/ 276320 h 768953"/>
                  <a:gd name="connsiteX93" fmla="*/ 554736 w 647479"/>
                  <a:gd name="connsiteY93" fmla="*/ 258604 h 768953"/>
                  <a:gd name="connsiteX94" fmla="*/ 556451 w 647479"/>
                  <a:gd name="connsiteY94" fmla="*/ 256223 h 768953"/>
                  <a:gd name="connsiteX95" fmla="*/ 572452 w 647479"/>
                  <a:gd name="connsiteY95" fmla="*/ 256604 h 768953"/>
                  <a:gd name="connsiteX96" fmla="*/ 575310 w 647479"/>
                  <a:gd name="connsiteY96" fmla="*/ 257175 h 768953"/>
                  <a:gd name="connsiteX97" fmla="*/ 575691 w 647479"/>
                  <a:gd name="connsiteY97" fmla="*/ 255842 h 768953"/>
                  <a:gd name="connsiteX98" fmla="*/ 568643 w 647479"/>
                  <a:gd name="connsiteY98" fmla="*/ 238792 h 768953"/>
                  <a:gd name="connsiteX99" fmla="*/ 568547 w 647479"/>
                  <a:gd name="connsiteY99" fmla="*/ 238792 h 768953"/>
                  <a:gd name="connsiteX100" fmla="*/ 568547 w 647479"/>
                  <a:gd name="connsiteY100" fmla="*/ 238792 h 768953"/>
                  <a:gd name="connsiteX101" fmla="*/ 568262 w 647479"/>
                  <a:gd name="connsiteY101" fmla="*/ 238506 h 768953"/>
                  <a:gd name="connsiteX102" fmla="*/ 585311 w 647479"/>
                  <a:gd name="connsiteY102" fmla="*/ 233267 h 768953"/>
                  <a:gd name="connsiteX103" fmla="*/ 587883 w 647479"/>
                  <a:gd name="connsiteY103" fmla="*/ 233077 h 768953"/>
                  <a:gd name="connsiteX104" fmla="*/ 588074 w 647479"/>
                  <a:gd name="connsiteY104" fmla="*/ 232315 h 768953"/>
                  <a:gd name="connsiteX105" fmla="*/ 579406 w 647479"/>
                  <a:gd name="connsiteY105" fmla="*/ 219361 h 768953"/>
                  <a:gd name="connsiteX106" fmla="*/ 596932 w 647479"/>
                  <a:gd name="connsiteY106" fmla="*/ 176308 h 768953"/>
                  <a:gd name="connsiteX107" fmla="*/ 602361 w 647479"/>
                  <a:gd name="connsiteY107" fmla="*/ 160020 h 768953"/>
                  <a:gd name="connsiteX108" fmla="*/ 602266 w 647479"/>
                  <a:gd name="connsiteY108" fmla="*/ 176308 h 768953"/>
                  <a:gd name="connsiteX109" fmla="*/ 408622 w 647479"/>
                  <a:gd name="connsiteY109" fmla="*/ 458724 h 768953"/>
                  <a:gd name="connsiteX110" fmla="*/ 408622 w 647479"/>
                  <a:gd name="connsiteY110" fmla="*/ 458724 h 768953"/>
                  <a:gd name="connsiteX111" fmla="*/ 348043 w 647479"/>
                  <a:gd name="connsiteY111" fmla="*/ 488728 h 768953"/>
                  <a:gd name="connsiteX112" fmla="*/ 326898 w 647479"/>
                  <a:gd name="connsiteY112" fmla="*/ 488728 h 768953"/>
                  <a:gd name="connsiteX113" fmla="*/ 326898 w 647479"/>
                  <a:gd name="connsiteY113" fmla="*/ 469297 h 768953"/>
                  <a:gd name="connsiteX114" fmla="*/ 345853 w 647479"/>
                  <a:gd name="connsiteY114" fmla="*/ 469297 h 768953"/>
                  <a:gd name="connsiteX115" fmla="*/ 403098 w 647479"/>
                  <a:gd name="connsiteY115" fmla="*/ 458057 h 768953"/>
                  <a:gd name="connsiteX116" fmla="*/ 408718 w 647479"/>
                  <a:gd name="connsiteY116" fmla="*/ 455200 h 768953"/>
                  <a:gd name="connsiteX117" fmla="*/ 408527 w 647479"/>
                  <a:gd name="connsiteY117" fmla="*/ 458819 h 768953"/>
                  <a:gd name="connsiteX118" fmla="*/ 326898 w 647479"/>
                  <a:gd name="connsiteY118" fmla="*/ 318326 h 768953"/>
                  <a:gd name="connsiteX119" fmla="*/ 333756 w 647479"/>
                  <a:gd name="connsiteY119" fmla="*/ 317945 h 768953"/>
                  <a:gd name="connsiteX120" fmla="*/ 358521 w 647479"/>
                  <a:gd name="connsiteY120" fmla="*/ 344043 h 768953"/>
                  <a:gd name="connsiteX121" fmla="*/ 326898 w 647479"/>
                  <a:gd name="connsiteY121" fmla="*/ 371570 h 768953"/>
                  <a:gd name="connsiteX122" fmla="*/ 326898 w 647479"/>
                  <a:gd name="connsiteY122" fmla="*/ 318230 h 768953"/>
                  <a:gd name="connsiteX123" fmla="*/ 326898 w 647479"/>
                  <a:gd name="connsiteY123" fmla="*/ 30575 h 768953"/>
                  <a:gd name="connsiteX124" fmla="*/ 352330 w 647479"/>
                  <a:gd name="connsiteY124" fmla="*/ 69247 h 768953"/>
                  <a:gd name="connsiteX125" fmla="*/ 326898 w 647479"/>
                  <a:gd name="connsiteY125" fmla="*/ 104489 h 768953"/>
                  <a:gd name="connsiteX126" fmla="*/ 326898 w 647479"/>
                  <a:gd name="connsiteY126" fmla="*/ 30575 h 768953"/>
                  <a:gd name="connsiteX127" fmla="*/ 623030 w 647479"/>
                  <a:gd name="connsiteY127" fmla="*/ 233934 h 768953"/>
                  <a:gd name="connsiteX128" fmla="*/ 623602 w 647479"/>
                  <a:gd name="connsiteY128" fmla="*/ 228505 h 768953"/>
                  <a:gd name="connsiteX129" fmla="*/ 647033 w 647479"/>
                  <a:gd name="connsiteY129" fmla="*/ 199549 h 768953"/>
                  <a:gd name="connsiteX130" fmla="*/ 647319 w 647479"/>
                  <a:gd name="connsiteY130" fmla="*/ 188786 h 768953"/>
                  <a:gd name="connsiteX131" fmla="*/ 646367 w 647479"/>
                  <a:gd name="connsiteY131" fmla="*/ 189643 h 768953"/>
                  <a:gd name="connsiteX132" fmla="*/ 627507 w 647479"/>
                  <a:gd name="connsiteY132" fmla="*/ 200977 h 768953"/>
                  <a:gd name="connsiteX133" fmla="*/ 624364 w 647479"/>
                  <a:gd name="connsiteY133" fmla="*/ 198025 h 768953"/>
                  <a:gd name="connsiteX134" fmla="*/ 620554 w 647479"/>
                  <a:gd name="connsiteY134" fmla="*/ 138875 h 768953"/>
                  <a:gd name="connsiteX135" fmla="*/ 639127 w 647479"/>
                  <a:gd name="connsiteY135" fmla="*/ 106490 h 768953"/>
                  <a:gd name="connsiteX136" fmla="*/ 638270 w 647479"/>
                  <a:gd name="connsiteY136" fmla="*/ 98012 h 768953"/>
                  <a:gd name="connsiteX137" fmla="*/ 637222 w 647479"/>
                  <a:gd name="connsiteY137" fmla="*/ 99155 h 768953"/>
                  <a:gd name="connsiteX138" fmla="*/ 620173 w 647479"/>
                  <a:gd name="connsiteY138" fmla="*/ 112205 h 768953"/>
                  <a:gd name="connsiteX139" fmla="*/ 617410 w 647479"/>
                  <a:gd name="connsiteY139" fmla="*/ 109919 h 768953"/>
                  <a:gd name="connsiteX140" fmla="*/ 617125 w 647479"/>
                  <a:gd name="connsiteY140" fmla="*/ 107061 h 768953"/>
                  <a:gd name="connsiteX141" fmla="*/ 585597 w 647479"/>
                  <a:gd name="connsiteY141" fmla="*/ 31242 h 768953"/>
                  <a:gd name="connsiteX142" fmla="*/ 584454 w 647479"/>
                  <a:gd name="connsiteY142" fmla="*/ 30671 h 768953"/>
                  <a:gd name="connsiteX143" fmla="*/ 586168 w 647479"/>
                  <a:gd name="connsiteY143" fmla="*/ 33719 h 768953"/>
                  <a:gd name="connsiteX144" fmla="*/ 595027 w 647479"/>
                  <a:gd name="connsiteY144" fmla="*/ 52007 h 768953"/>
                  <a:gd name="connsiteX145" fmla="*/ 599027 w 647479"/>
                  <a:gd name="connsiteY145" fmla="*/ 84677 h 768953"/>
                  <a:gd name="connsiteX146" fmla="*/ 596075 w 647479"/>
                  <a:gd name="connsiteY146" fmla="*/ 108299 h 768953"/>
                  <a:gd name="connsiteX147" fmla="*/ 585883 w 647479"/>
                  <a:gd name="connsiteY147" fmla="*/ 116491 h 768953"/>
                  <a:gd name="connsiteX148" fmla="*/ 560642 w 647479"/>
                  <a:gd name="connsiteY148" fmla="*/ 98679 h 768953"/>
                  <a:gd name="connsiteX149" fmla="*/ 560070 w 647479"/>
                  <a:gd name="connsiteY149" fmla="*/ 98108 h 768953"/>
                  <a:gd name="connsiteX150" fmla="*/ 557117 w 647479"/>
                  <a:gd name="connsiteY150" fmla="*/ 102203 h 768953"/>
                  <a:gd name="connsiteX151" fmla="*/ 565976 w 647479"/>
                  <a:gd name="connsiteY151" fmla="*/ 134779 h 768953"/>
                  <a:gd name="connsiteX152" fmla="*/ 579406 w 647479"/>
                  <a:gd name="connsiteY152" fmla="*/ 134779 h 768953"/>
                  <a:gd name="connsiteX153" fmla="*/ 586073 w 647479"/>
                  <a:gd name="connsiteY153" fmla="*/ 132493 h 768953"/>
                  <a:gd name="connsiteX154" fmla="*/ 587883 w 647479"/>
                  <a:gd name="connsiteY154" fmla="*/ 134398 h 768953"/>
                  <a:gd name="connsiteX155" fmla="*/ 575024 w 647479"/>
                  <a:gd name="connsiteY155" fmla="*/ 166211 h 768953"/>
                  <a:gd name="connsiteX156" fmla="*/ 565880 w 647479"/>
                  <a:gd name="connsiteY156" fmla="*/ 170212 h 768953"/>
                  <a:gd name="connsiteX157" fmla="*/ 542830 w 647479"/>
                  <a:gd name="connsiteY157" fmla="*/ 147066 h 768953"/>
                  <a:gd name="connsiteX158" fmla="*/ 542449 w 647479"/>
                  <a:gd name="connsiteY158" fmla="*/ 146304 h 768953"/>
                  <a:gd name="connsiteX159" fmla="*/ 538543 w 647479"/>
                  <a:gd name="connsiteY159" fmla="*/ 150019 h 768953"/>
                  <a:gd name="connsiteX160" fmla="*/ 541401 w 647479"/>
                  <a:gd name="connsiteY160" fmla="*/ 185452 h 768953"/>
                  <a:gd name="connsiteX161" fmla="*/ 555498 w 647479"/>
                  <a:gd name="connsiteY161" fmla="*/ 187928 h 768953"/>
                  <a:gd name="connsiteX162" fmla="*/ 562737 w 647479"/>
                  <a:gd name="connsiteY162" fmla="*/ 186690 h 768953"/>
                  <a:gd name="connsiteX163" fmla="*/ 563880 w 647479"/>
                  <a:gd name="connsiteY163" fmla="*/ 188690 h 768953"/>
                  <a:gd name="connsiteX164" fmla="*/ 545687 w 647479"/>
                  <a:gd name="connsiteY164" fmla="*/ 219551 h 768953"/>
                  <a:gd name="connsiteX165" fmla="*/ 537401 w 647479"/>
                  <a:gd name="connsiteY165" fmla="*/ 221837 h 768953"/>
                  <a:gd name="connsiteX166" fmla="*/ 516636 w 647479"/>
                  <a:gd name="connsiteY166" fmla="*/ 198406 h 768953"/>
                  <a:gd name="connsiteX167" fmla="*/ 516255 w 647479"/>
                  <a:gd name="connsiteY167" fmla="*/ 197739 h 768953"/>
                  <a:gd name="connsiteX168" fmla="*/ 511588 w 647479"/>
                  <a:gd name="connsiteY168" fmla="*/ 201263 h 768953"/>
                  <a:gd name="connsiteX169" fmla="*/ 509206 w 647479"/>
                  <a:gd name="connsiteY169" fmla="*/ 235649 h 768953"/>
                  <a:gd name="connsiteX170" fmla="*/ 524066 w 647479"/>
                  <a:gd name="connsiteY170" fmla="*/ 238982 h 768953"/>
                  <a:gd name="connsiteX171" fmla="*/ 531114 w 647479"/>
                  <a:gd name="connsiteY171" fmla="*/ 238030 h 768953"/>
                  <a:gd name="connsiteX172" fmla="*/ 531685 w 647479"/>
                  <a:gd name="connsiteY172" fmla="*/ 239554 h 768953"/>
                  <a:gd name="connsiteX173" fmla="*/ 511207 w 647479"/>
                  <a:gd name="connsiteY173" fmla="*/ 265176 h 768953"/>
                  <a:gd name="connsiteX174" fmla="*/ 496729 w 647479"/>
                  <a:gd name="connsiteY174" fmla="*/ 268700 h 768953"/>
                  <a:gd name="connsiteX175" fmla="*/ 476059 w 647479"/>
                  <a:gd name="connsiteY175" fmla="*/ 236411 h 768953"/>
                  <a:gd name="connsiteX176" fmla="*/ 475679 w 647479"/>
                  <a:gd name="connsiteY176" fmla="*/ 235458 h 768953"/>
                  <a:gd name="connsiteX177" fmla="*/ 470249 w 647479"/>
                  <a:gd name="connsiteY177" fmla="*/ 238792 h 768953"/>
                  <a:gd name="connsiteX178" fmla="*/ 464439 w 647479"/>
                  <a:gd name="connsiteY178" fmla="*/ 280321 h 768953"/>
                  <a:gd name="connsiteX179" fmla="*/ 480155 w 647479"/>
                  <a:gd name="connsiteY179" fmla="*/ 286798 h 768953"/>
                  <a:gd name="connsiteX180" fmla="*/ 488156 w 647479"/>
                  <a:gd name="connsiteY180" fmla="*/ 287179 h 768953"/>
                  <a:gd name="connsiteX181" fmla="*/ 487775 w 647479"/>
                  <a:gd name="connsiteY181" fmla="*/ 290227 h 768953"/>
                  <a:gd name="connsiteX182" fmla="*/ 467011 w 647479"/>
                  <a:gd name="connsiteY182" fmla="*/ 309467 h 768953"/>
                  <a:gd name="connsiteX183" fmla="*/ 445484 w 647479"/>
                  <a:gd name="connsiteY183" fmla="*/ 312992 h 768953"/>
                  <a:gd name="connsiteX184" fmla="*/ 429196 w 647479"/>
                  <a:gd name="connsiteY184" fmla="*/ 271748 h 768953"/>
                  <a:gd name="connsiteX185" fmla="*/ 428911 w 647479"/>
                  <a:gd name="connsiteY185" fmla="*/ 270415 h 768953"/>
                  <a:gd name="connsiteX186" fmla="*/ 421862 w 647479"/>
                  <a:gd name="connsiteY186" fmla="*/ 273082 h 768953"/>
                  <a:gd name="connsiteX187" fmla="*/ 406432 w 647479"/>
                  <a:gd name="connsiteY187" fmla="*/ 319278 h 768953"/>
                  <a:gd name="connsiteX188" fmla="*/ 422910 w 647479"/>
                  <a:gd name="connsiteY188" fmla="*/ 330041 h 768953"/>
                  <a:gd name="connsiteX189" fmla="*/ 432149 w 647479"/>
                  <a:gd name="connsiteY189" fmla="*/ 332422 h 768953"/>
                  <a:gd name="connsiteX190" fmla="*/ 428339 w 647479"/>
                  <a:gd name="connsiteY190" fmla="*/ 338233 h 768953"/>
                  <a:gd name="connsiteX191" fmla="*/ 419576 w 647479"/>
                  <a:gd name="connsiteY191" fmla="*/ 345186 h 768953"/>
                  <a:gd name="connsiteX192" fmla="*/ 409861 w 647479"/>
                  <a:gd name="connsiteY192" fmla="*/ 366332 h 768953"/>
                  <a:gd name="connsiteX193" fmla="*/ 409289 w 647479"/>
                  <a:gd name="connsiteY193" fmla="*/ 373952 h 768953"/>
                  <a:gd name="connsiteX194" fmla="*/ 407194 w 647479"/>
                  <a:gd name="connsiteY194" fmla="*/ 391954 h 768953"/>
                  <a:gd name="connsiteX195" fmla="*/ 401955 w 647479"/>
                  <a:gd name="connsiteY195" fmla="*/ 406813 h 768953"/>
                  <a:gd name="connsiteX196" fmla="*/ 326803 w 647479"/>
                  <a:gd name="connsiteY196" fmla="*/ 447389 h 768953"/>
                  <a:gd name="connsiteX197" fmla="*/ 326803 w 647479"/>
                  <a:gd name="connsiteY197" fmla="*/ 403003 h 768953"/>
                  <a:gd name="connsiteX198" fmla="*/ 382238 w 647479"/>
                  <a:gd name="connsiteY198" fmla="*/ 347091 h 768953"/>
                  <a:gd name="connsiteX199" fmla="*/ 343376 w 647479"/>
                  <a:gd name="connsiteY199" fmla="*/ 300323 h 768953"/>
                  <a:gd name="connsiteX200" fmla="*/ 326803 w 647479"/>
                  <a:gd name="connsiteY200" fmla="*/ 302895 h 768953"/>
                  <a:gd name="connsiteX201" fmla="*/ 326803 w 647479"/>
                  <a:gd name="connsiteY201" fmla="*/ 278321 h 768953"/>
                  <a:gd name="connsiteX202" fmla="*/ 391096 w 647479"/>
                  <a:gd name="connsiteY202" fmla="*/ 253746 h 768953"/>
                  <a:gd name="connsiteX203" fmla="*/ 500920 w 647479"/>
                  <a:gd name="connsiteY203" fmla="*/ 180213 h 768953"/>
                  <a:gd name="connsiteX204" fmla="*/ 505301 w 647479"/>
                  <a:gd name="connsiteY204" fmla="*/ 166592 h 768953"/>
                  <a:gd name="connsiteX205" fmla="*/ 441008 w 647479"/>
                  <a:gd name="connsiteY205" fmla="*/ 196310 h 768953"/>
                  <a:gd name="connsiteX206" fmla="*/ 437388 w 647479"/>
                  <a:gd name="connsiteY206" fmla="*/ 196977 h 768953"/>
                  <a:gd name="connsiteX207" fmla="*/ 428244 w 647479"/>
                  <a:gd name="connsiteY207" fmla="*/ 196787 h 768953"/>
                  <a:gd name="connsiteX208" fmla="*/ 427006 w 647479"/>
                  <a:gd name="connsiteY208" fmla="*/ 193262 h 768953"/>
                  <a:gd name="connsiteX209" fmla="*/ 449104 w 647479"/>
                  <a:gd name="connsiteY209" fmla="*/ 161925 h 768953"/>
                  <a:gd name="connsiteX210" fmla="*/ 450533 w 647479"/>
                  <a:gd name="connsiteY210" fmla="*/ 161258 h 768953"/>
                  <a:gd name="connsiteX211" fmla="*/ 519208 w 647479"/>
                  <a:gd name="connsiteY211" fmla="*/ 120682 h 768953"/>
                  <a:gd name="connsiteX212" fmla="*/ 525780 w 647479"/>
                  <a:gd name="connsiteY212" fmla="*/ 106109 h 768953"/>
                  <a:gd name="connsiteX213" fmla="*/ 462343 w 647479"/>
                  <a:gd name="connsiteY213" fmla="*/ 130397 h 768953"/>
                  <a:gd name="connsiteX214" fmla="*/ 461105 w 647479"/>
                  <a:gd name="connsiteY214" fmla="*/ 130588 h 768953"/>
                  <a:gd name="connsiteX215" fmla="*/ 451199 w 647479"/>
                  <a:gd name="connsiteY215" fmla="*/ 129540 h 768953"/>
                  <a:gd name="connsiteX216" fmla="*/ 450437 w 647479"/>
                  <a:gd name="connsiteY216" fmla="*/ 122492 h 768953"/>
                  <a:gd name="connsiteX217" fmla="*/ 466344 w 647479"/>
                  <a:gd name="connsiteY217" fmla="*/ 100394 h 768953"/>
                  <a:gd name="connsiteX218" fmla="*/ 495491 w 647479"/>
                  <a:gd name="connsiteY218" fmla="*/ 86201 h 768953"/>
                  <a:gd name="connsiteX219" fmla="*/ 534067 w 647479"/>
                  <a:gd name="connsiteY219" fmla="*/ 63532 h 768953"/>
                  <a:gd name="connsiteX220" fmla="*/ 535210 w 647479"/>
                  <a:gd name="connsiteY220" fmla="*/ 62103 h 768953"/>
                  <a:gd name="connsiteX221" fmla="*/ 535496 w 647479"/>
                  <a:gd name="connsiteY221" fmla="*/ 61722 h 768953"/>
                  <a:gd name="connsiteX222" fmla="*/ 538258 w 647479"/>
                  <a:gd name="connsiteY222" fmla="*/ 55340 h 768953"/>
                  <a:gd name="connsiteX223" fmla="*/ 503682 w 647479"/>
                  <a:gd name="connsiteY223" fmla="*/ 66199 h 768953"/>
                  <a:gd name="connsiteX224" fmla="*/ 496824 w 647479"/>
                  <a:gd name="connsiteY224" fmla="*/ 68294 h 768953"/>
                  <a:gd name="connsiteX225" fmla="*/ 473392 w 647479"/>
                  <a:gd name="connsiteY225" fmla="*/ 71342 h 768953"/>
                  <a:gd name="connsiteX226" fmla="*/ 472821 w 647479"/>
                  <a:gd name="connsiteY226" fmla="*/ 65437 h 768953"/>
                  <a:gd name="connsiteX227" fmla="*/ 478917 w 647479"/>
                  <a:gd name="connsiteY227" fmla="*/ 52102 h 768953"/>
                  <a:gd name="connsiteX228" fmla="*/ 549688 w 647479"/>
                  <a:gd name="connsiteY228" fmla="*/ 19717 h 768953"/>
                  <a:gd name="connsiteX229" fmla="*/ 557784 w 647479"/>
                  <a:gd name="connsiteY229" fmla="*/ 19717 h 768953"/>
                  <a:gd name="connsiteX230" fmla="*/ 552831 w 647479"/>
                  <a:gd name="connsiteY230" fmla="*/ 16859 h 768953"/>
                  <a:gd name="connsiteX231" fmla="*/ 486918 w 647479"/>
                  <a:gd name="connsiteY231" fmla="*/ 19145 h 768953"/>
                  <a:gd name="connsiteX232" fmla="*/ 397574 w 647479"/>
                  <a:gd name="connsiteY232" fmla="*/ 168783 h 768953"/>
                  <a:gd name="connsiteX233" fmla="*/ 326898 w 647479"/>
                  <a:gd name="connsiteY233" fmla="*/ 244602 h 768953"/>
                  <a:gd name="connsiteX234" fmla="*/ 326898 w 647479"/>
                  <a:gd name="connsiteY234" fmla="*/ 141732 h 768953"/>
                  <a:gd name="connsiteX235" fmla="*/ 354616 w 647479"/>
                  <a:gd name="connsiteY235" fmla="*/ 123730 h 768953"/>
                  <a:gd name="connsiteX236" fmla="*/ 375666 w 647479"/>
                  <a:gd name="connsiteY236" fmla="*/ 49625 h 768953"/>
                  <a:gd name="connsiteX237" fmla="*/ 331470 w 647479"/>
                  <a:gd name="connsiteY237" fmla="*/ 15050 h 768953"/>
                  <a:gd name="connsiteX238" fmla="*/ 326803 w 647479"/>
                  <a:gd name="connsiteY238" fmla="*/ 14859 h 768953"/>
                  <a:gd name="connsiteX239" fmla="*/ 326803 w 647479"/>
                  <a:gd name="connsiteY239" fmla="*/ 0 h 768953"/>
                  <a:gd name="connsiteX240" fmla="*/ 155829 w 647479"/>
                  <a:gd name="connsiteY240" fmla="*/ 8858 h 768953"/>
                  <a:gd name="connsiteX241" fmla="*/ 952 w 647479"/>
                  <a:gd name="connsiteY241" fmla="*/ 32576 h 768953"/>
                  <a:gd name="connsiteX242" fmla="*/ 0 w 647479"/>
                  <a:gd name="connsiteY242" fmla="*/ 136303 h 768953"/>
                  <a:gd name="connsiteX243" fmla="*/ 6858 w 647479"/>
                  <a:gd name="connsiteY243" fmla="*/ 327851 h 768953"/>
                  <a:gd name="connsiteX244" fmla="*/ 8858 w 647479"/>
                  <a:gd name="connsiteY244" fmla="*/ 352806 h 768953"/>
                  <a:gd name="connsiteX245" fmla="*/ 54578 w 647479"/>
                  <a:gd name="connsiteY245" fmla="*/ 555308 h 768953"/>
                  <a:gd name="connsiteX246" fmla="*/ 262128 w 647479"/>
                  <a:gd name="connsiteY246" fmla="*/ 745808 h 768953"/>
                  <a:gd name="connsiteX247" fmla="*/ 317373 w 647479"/>
                  <a:gd name="connsiteY247" fmla="*/ 767620 h 768953"/>
                  <a:gd name="connsiteX248" fmla="*/ 317659 w 647479"/>
                  <a:gd name="connsiteY248" fmla="*/ 767620 h 768953"/>
                  <a:gd name="connsiteX249" fmla="*/ 320612 w 647479"/>
                  <a:gd name="connsiteY249" fmla="*/ 768191 h 768953"/>
                  <a:gd name="connsiteX250" fmla="*/ 326898 w 647479"/>
                  <a:gd name="connsiteY250" fmla="*/ 768953 h 768953"/>
                  <a:gd name="connsiteX251" fmla="*/ 326898 w 647479"/>
                  <a:gd name="connsiteY251" fmla="*/ 658940 h 768953"/>
                  <a:gd name="connsiteX252" fmla="*/ 419671 w 647479"/>
                  <a:gd name="connsiteY252" fmla="*/ 655320 h 768953"/>
                  <a:gd name="connsiteX253" fmla="*/ 442150 w 647479"/>
                  <a:gd name="connsiteY253" fmla="*/ 628459 h 768953"/>
                  <a:gd name="connsiteX254" fmla="*/ 427672 w 647479"/>
                  <a:gd name="connsiteY254" fmla="*/ 588359 h 768953"/>
                  <a:gd name="connsiteX255" fmla="*/ 423577 w 647479"/>
                  <a:gd name="connsiteY255" fmla="*/ 587788 h 768953"/>
                  <a:gd name="connsiteX256" fmla="*/ 424148 w 647479"/>
                  <a:gd name="connsiteY256" fmla="*/ 590264 h 768953"/>
                  <a:gd name="connsiteX257" fmla="*/ 427196 w 647479"/>
                  <a:gd name="connsiteY257" fmla="*/ 602933 h 768953"/>
                  <a:gd name="connsiteX258" fmla="*/ 420434 w 647479"/>
                  <a:gd name="connsiteY258" fmla="*/ 619030 h 768953"/>
                  <a:gd name="connsiteX259" fmla="*/ 383381 w 647479"/>
                  <a:gd name="connsiteY259" fmla="*/ 628841 h 768953"/>
                  <a:gd name="connsiteX260" fmla="*/ 354806 w 647479"/>
                  <a:gd name="connsiteY260" fmla="*/ 628555 h 768953"/>
                  <a:gd name="connsiteX261" fmla="*/ 327184 w 647479"/>
                  <a:gd name="connsiteY261" fmla="*/ 628555 h 768953"/>
                  <a:gd name="connsiteX262" fmla="*/ 328136 w 647479"/>
                  <a:gd name="connsiteY262" fmla="*/ 628269 h 768953"/>
                  <a:gd name="connsiteX263" fmla="*/ 327088 w 647479"/>
                  <a:gd name="connsiteY263" fmla="*/ 628269 h 768953"/>
                  <a:gd name="connsiteX264" fmla="*/ 359378 w 647479"/>
                  <a:gd name="connsiteY264" fmla="*/ 603980 h 768953"/>
                  <a:gd name="connsiteX265" fmla="*/ 358140 w 647479"/>
                  <a:gd name="connsiteY265" fmla="*/ 562547 h 768953"/>
                  <a:gd name="connsiteX266" fmla="*/ 357188 w 647479"/>
                  <a:gd name="connsiteY266" fmla="*/ 561499 h 768953"/>
                  <a:gd name="connsiteX267" fmla="*/ 357378 w 647479"/>
                  <a:gd name="connsiteY267" fmla="*/ 561499 h 768953"/>
                  <a:gd name="connsiteX268" fmla="*/ 357188 w 647479"/>
                  <a:gd name="connsiteY268" fmla="*/ 561213 h 768953"/>
                  <a:gd name="connsiteX269" fmla="*/ 362712 w 647479"/>
                  <a:gd name="connsiteY269" fmla="*/ 561023 h 768953"/>
                  <a:gd name="connsiteX270" fmla="*/ 357378 w 647479"/>
                  <a:gd name="connsiteY270" fmla="*/ 561213 h 768953"/>
                  <a:gd name="connsiteX271" fmla="*/ 357664 w 647479"/>
                  <a:gd name="connsiteY271" fmla="*/ 561499 h 768953"/>
                  <a:gd name="connsiteX272" fmla="*/ 377476 w 647479"/>
                  <a:gd name="connsiteY272" fmla="*/ 559308 h 768953"/>
                  <a:gd name="connsiteX273" fmla="*/ 363188 w 647479"/>
                  <a:gd name="connsiteY273" fmla="*/ 561023 h 768953"/>
                  <a:gd name="connsiteX274" fmla="*/ 441770 w 647479"/>
                  <a:gd name="connsiteY274" fmla="*/ 475012 h 768953"/>
                  <a:gd name="connsiteX275" fmla="*/ 442913 w 647479"/>
                  <a:gd name="connsiteY275" fmla="*/ 470154 h 768953"/>
                  <a:gd name="connsiteX276" fmla="*/ 463582 w 647479"/>
                  <a:gd name="connsiteY276" fmla="*/ 442151 h 768953"/>
                  <a:gd name="connsiteX277" fmla="*/ 481393 w 647479"/>
                  <a:gd name="connsiteY277" fmla="*/ 434054 h 768953"/>
                  <a:gd name="connsiteX278" fmla="*/ 486156 w 647479"/>
                  <a:gd name="connsiteY278" fmla="*/ 431578 h 768953"/>
                  <a:gd name="connsiteX279" fmla="*/ 487966 w 647479"/>
                  <a:gd name="connsiteY279" fmla="*/ 430911 h 768953"/>
                  <a:gd name="connsiteX280" fmla="*/ 495109 w 647479"/>
                  <a:gd name="connsiteY280" fmla="*/ 441579 h 768953"/>
                  <a:gd name="connsiteX281" fmla="*/ 495586 w 647479"/>
                  <a:gd name="connsiteY281" fmla="*/ 445199 h 768953"/>
                  <a:gd name="connsiteX282" fmla="*/ 497300 w 647479"/>
                  <a:gd name="connsiteY282" fmla="*/ 444722 h 768953"/>
                  <a:gd name="connsiteX283" fmla="*/ 507873 w 647479"/>
                  <a:gd name="connsiteY283" fmla="*/ 421958 h 768953"/>
                  <a:gd name="connsiteX284" fmla="*/ 507873 w 647479"/>
                  <a:gd name="connsiteY284" fmla="*/ 420529 h 768953"/>
                  <a:gd name="connsiteX285" fmla="*/ 507873 w 647479"/>
                  <a:gd name="connsiteY285" fmla="*/ 420529 h 768953"/>
                  <a:gd name="connsiteX286" fmla="*/ 507873 w 647479"/>
                  <a:gd name="connsiteY286" fmla="*/ 420243 h 768953"/>
                  <a:gd name="connsiteX287" fmla="*/ 517208 w 647479"/>
                  <a:gd name="connsiteY287" fmla="*/ 430435 h 768953"/>
                  <a:gd name="connsiteX288" fmla="*/ 517588 w 647479"/>
                  <a:gd name="connsiteY288" fmla="*/ 431864 h 768953"/>
                  <a:gd name="connsiteX289" fmla="*/ 519684 w 647479"/>
                  <a:gd name="connsiteY289" fmla="*/ 430721 h 768953"/>
                  <a:gd name="connsiteX290" fmla="*/ 527018 w 647479"/>
                  <a:gd name="connsiteY290" fmla="*/ 408527 h 768953"/>
                  <a:gd name="connsiteX291" fmla="*/ 527018 w 647479"/>
                  <a:gd name="connsiteY291" fmla="*/ 408242 h 768953"/>
                  <a:gd name="connsiteX292" fmla="*/ 527018 w 647479"/>
                  <a:gd name="connsiteY292" fmla="*/ 408051 h 768953"/>
                  <a:gd name="connsiteX293" fmla="*/ 538448 w 647479"/>
                  <a:gd name="connsiteY293" fmla="*/ 417005 h 768953"/>
                  <a:gd name="connsiteX294" fmla="*/ 538829 w 647479"/>
                  <a:gd name="connsiteY294" fmla="*/ 418433 h 768953"/>
                  <a:gd name="connsiteX295" fmla="*/ 540544 w 647479"/>
                  <a:gd name="connsiteY295" fmla="*/ 417100 h 768953"/>
                  <a:gd name="connsiteX296" fmla="*/ 545497 w 647479"/>
                  <a:gd name="connsiteY296" fmla="*/ 394907 h 768953"/>
                  <a:gd name="connsiteX297" fmla="*/ 545306 w 647479"/>
                  <a:gd name="connsiteY297" fmla="*/ 394240 h 768953"/>
                  <a:gd name="connsiteX298" fmla="*/ 545401 w 647479"/>
                  <a:gd name="connsiteY298" fmla="*/ 394240 h 768953"/>
                  <a:gd name="connsiteX299" fmla="*/ 545401 w 647479"/>
                  <a:gd name="connsiteY299" fmla="*/ 394049 h 768953"/>
                  <a:gd name="connsiteX300" fmla="*/ 554164 w 647479"/>
                  <a:gd name="connsiteY300" fmla="*/ 402241 h 768953"/>
                  <a:gd name="connsiteX301" fmla="*/ 555117 w 647479"/>
                  <a:gd name="connsiteY301" fmla="*/ 404336 h 768953"/>
                  <a:gd name="connsiteX302" fmla="*/ 556546 w 647479"/>
                  <a:gd name="connsiteY302" fmla="*/ 403003 h 768953"/>
                  <a:gd name="connsiteX303" fmla="*/ 561308 w 647479"/>
                  <a:gd name="connsiteY303" fmla="*/ 379857 h 768953"/>
                  <a:gd name="connsiteX304" fmla="*/ 560927 w 647479"/>
                  <a:gd name="connsiteY304" fmla="*/ 378905 h 768953"/>
                  <a:gd name="connsiteX305" fmla="*/ 561022 w 647479"/>
                  <a:gd name="connsiteY305" fmla="*/ 378905 h 768953"/>
                  <a:gd name="connsiteX306" fmla="*/ 561022 w 647479"/>
                  <a:gd name="connsiteY306" fmla="*/ 378619 h 768953"/>
                  <a:gd name="connsiteX307" fmla="*/ 569976 w 647479"/>
                  <a:gd name="connsiteY307" fmla="*/ 385858 h 768953"/>
                  <a:gd name="connsiteX308" fmla="*/ 570833 w 647479"/>
                  <a:gd name="connsiteY308" fmla="*/ 387477 h 768953"/>
                  <a:gd name="connsiteX309" fmla="*/ 572643 w 647479"/>
                  <a:gd name="connsiteY309" fmla="*/ 385953 h 768953"/>
                  <a:gd name="connsiteX310" fmla="*/ 575691 w 647479"/>
                  <a:gd name="connsiteY310" fmla="*/ 362141 h 768953"/>
                  <a:gd name="connsiteX311" fmla="*/ 591407 w 647479"/>
                  <a:gd name="connsiteY311" fmla="*/ 336709 h 768953"/>
                  <a:gd name="connsiteX312" fmla="*/ 593884 w 647479"/>
                  <a:gd name="connsiteY312" fmla="*/ 331280 h 768953"/>
                  <a:gd name="connsiteX313" fmla="*/ 595313 w 647479"/>
                  <a:gd name="connsiteY313" fmla="*/ 335661 h 768953"/>
                  <a:gd name="connsiteX314" fmla="*/ 585978 w 647479"/>
                  <a:gd name="connsiteY314" fmla="*/ 391859 h 768953"/>
                  <a:gd name="connsiteX315" fmla="*/ 585883 w 647479"/>
                  <a:gd name="connsiteY315" fmla="*/ 392240 h 768953"/>
                  <a:gd name="connsiteX316" fmla="*/ 585883 w 647479"/>
                  <a:gd name="connsiteY316" fmla="*/ 392716 h 768953"/>
                  <a:gd name="connsiteX317" fmla="*/ 583883 w 647479"/>
                  <a:gd name="connsiteY317" fmla="*/ 401384 h 768953"/>
                  <a:gd name="connsiteX318" fmla="*/ 583692 w 647479"/>
                  <a:gd name="connsiteY318" fmla="*/ 401193 h 768953"/>
                  <a:gd name="connsiteX319" fmla="*/ 583692 w 647479"/>
                  <a:gd name="connsiteY319" fmla="*/ 401574 h 768953"/>
                  <a:gd name="connsiteX320" fmla="*/ 571691 w 647479"/>
                  <a:gd name="connsiteY320" fmla="*/ 399574 h 768953"/>
                  <a:gd name="connsiteX321" fmla="*/ 572643 w 647479"/>
                  <a:gd name="connsiteY321" fmla="*/ 402527 h 768953"/>
                  <a:gd name="connsiteX322" fmla="*/ 577787 w 647479"/>
                  <a:gd name="connsiteY322" fmla="*/ 417767 h 768953"/>
                  <a:gd name="connsiteX323" fmla="*/ 577977 w 647479"/>
                  <a:gd name="connsiteY323" fmla="*/ 420148 h 768953"/>
                  <a:gd name="connsiteX324" fmla="*/ 577787 w 647479"/>
                  <a:gd name="connsiteY324" fmla="*/ 420148 h 768953"/>
                  <a:gd name="connsiteX325" fmla="*/ 577787 w 647479"/>
                  <a:gd name="connsiteY325" fmla="*/ 420338 h 768953"/>
                  <a:gd name="connsiteX326" fmla="*/ 567214 w 647479"/>
                  <a:gd name="connsiteY326" fmla="*/ 419767 h 768953"/>
                  <a:gd name="connsiteX327" fmla="*/ 568262 w 647479"/>
                  <a:gd name="connsiteY327" fmla="*/ 422624 h 768953"/>
                  <a:gd name="connsiteX328" fmla="*/ 572643 w 647479"/>
                  <a:gd name="connsiteY328" fmla="*/ 440722 h 768953"/>
                  <a:gd name="connsiteX329" fmla="*/ 572262 w 647479"/>
                  <a:gd name="connsiteY329" fmla="*/ 443579 h 768953"/>
                  <a:gd name="connsiteX330" fmla="*/ 572262 w 647479"/>
                  <a:gd name="connsiteY330" fmla="*/ 443579 h 768953"/>
                  <a:gd name="connsiteX331" fmla="*/ 572167 w 647479"/>
                  <a:gd name="connsiteY331" fmla="*/ 443770 h 768953"/>
                  <a:gd name="connsiteX332" fmla="*/ 560165 w 647479"/>
                  <a:gd name="connsiteY332" fmla="*/ 441770 h 768953"/>
                  <a:gd name="connsiteX333" fmla="*/ 561118 w 647479"/>
                  <a:gd name="connsiteY333" fmla="*/ 444722 h 768953"/>
                  <a:gd name="connsiteX334" fmla="*/ 564547 w 647479"/>
                  <a:gd name="connsiteY334" fmla="*/ 463487 h 768953"/>
                  <a:gd name="connsiteX335" fmla="*/ 564261 w 647479"/>
                  <a:gd name="connsiteY335" fmla="*/ 466344 h 768953"/>
                  <a:gd name="connsiteX336" fmla="*/ 564071 w 647479"/>
                  <a:gd name="connsiteY336" fmla="*/ 466249 h 768953"/>
                  <a:gd name="connsiteX337" fmla="*/ 564071 w 647479"/>
                  <a:gd name="connsiteY337" fmla="*/ 466630 h 768953"/>
                  <a:gd name="connsiteX338" fmla="*/ 553784 w 647479"/>
                  <a:gd name="connsiteY338" fmla="*/ 463106 h 768953"/>
                  <a:gd name="connsiteX339" fmla="*/ 554546 w 647479"/>
                  <a:gd name="connsiteY339" fmla="*/ 466249 h 768953"/>
                  <a:gd name="connsiteX340" fmla="*/ 556070 w 647479"/>
                  <a:gd name="connsiteY340" fmla="*/ 488252 h 768953"/>
                  <a:gd name="connsiteX341" fmla="*/ 493109 w 647479"/>
                  <a:gd name="connsiteY341" fmla="*/ 552641 h 768953"/>
                  <a:gd name="connsiteX342" fmla="*/ 463487 w 647479"/>
                  <a:gd name="connsiteY342" fmla="*/ 524542 h 768953"/>
                  <a:gd name="connsiteX343" fmla="*/ 488156 w 647479"/>
                  <a:gd name="connsiteY343" fmla="*/ 491871 h 768953"/>
                  <a:gd name="connsiteX344" fmla="*/ 501491 w 647479"/>
                  <a:gd name="connsiteY344" fmla="*/ 494824 h 768953"/>
                  <a:gd name="connsiteX345" fmla="*/ 504920 w 647479"/>
                  <a:gd name="connsiteY345" fmla="*/ 509492 h 768953"/>
                  <a:gd name="connsiteX346" fmla="*/ 494538 w 647479"/>
                  <a:gd name="connsiteY346" fmla="*/ 514445 h 768953"/>
                  <a:gd name="connsiteX347" fmla="*/ 482822 w 647479"/>
                  <a:gd name="connsiteY347" fmla="*/ 519970 h 768953"/>
                  <a:gd name="connsiteX348" fmla="*/ 485584 w 647479"/>
                  <a:gd name="connsiteY348" fmla="*/ 531305 h 768953"/>
                  <a:gd name="connsiteX349" fmla="*/ 505587 w 647479"/>
                  <a:gd name="connsiteY349" fmla="*/ 532067 h 768953"/>
                  <a:gd name="connsiteX350" fmla="*/ 523970 w 647479"/>
                  <a:gd name="connsiteY350" fmla="*/ 511207 h 768953"/>
                  <a:gd name="connsiteX351" fmla="*/ 517779 w 647479"/>
                  <a:gd name="connsiteY351" fmla="*/ 485966 h 768953"/>
                  <a:gd name="connsiteX352" fmla="*/ 478631 w 647479"/>
                  <a:gd name="connsiteY352" fmla="*/ 473393 h 768953"/>
                  <a:gd name="connsiteX353" fmla="*/ 441388 w 647479"/>
                  <a:gd name="connsiteY353" fmla="*/ 520256 h 768953"/>
                  <a:gd name="connsiteX354" fmla="*/ 465582 w 647479"/>
                  <a:gd name="connsiteY354" fmla="*/ 565785 h 768953"/>
                  <a:gd name="connsiteX355" fmla="*/ 534257 w 647479"/>
                  <a:gd name="connsiteY355" fmla="*/ 556832 h 768953"/>
                  <a:gd name="connsiteX356" fmla="*/ 536353 w 647479"/>
                  <a:gd name="connsiteY356" fmla="*/ 555498 h 768953"/>
                  <a:gd name="connsiteX357" fmla="*/ 574643 w 647479"/>
                  <a:gd name="connsiteY357" fmla="*/ 546545 h 768953"/>
                  <a:gd name="connsiteX358" fmla="*/ 580644 w 647479"/>
                  <a:gd name="connsiteY358" fmla="*/ 539496 h 768953"/>
                  <a:gd name="connsiteX359" fmla="*/ 579120 w 647479"/>
                  <a:gd name="connsiteY359" fmla="*/ 539496 h 768953"/>
                  <a:gd name="connsiteX360" fmla="*/ 558165 w 647479"/>
                  <a:gd name="connsiteY360" fmla="*/ 537305 h 768953"/>
                  <a:gd name="connsiteX361" fmla="*/ 558165 w 647479"/>
                  <a:gd name="connsiteY361" fmla="*/ 532924 h 768953"/>
                  <a:gd name="connsiteX362" fmla="*/ 583883 w 647479"/>
                  <a:gd name="connsiteY362" fmla="*/ 483965 h 768953"/>
                  <a:gd name="connsiteX363" fmla="*/ 613981 w 647479"/>
                  <a:gd name="connsiteY363" fmla="*/ 461772 h 768953"/>
                  <a:gd name="connsiteX364" fmla="*/ 616934 w 647479"/>
                  <a:gd name="connsiteY364" fmla="*/ 451485 h 768953"/>
                  <a:gd name="connsiteX365" fmla="*/ 615505 w 647479"/>
                  <a:gd name="connsiteY365" fmla="*/ 452247 h 768953"/>
                  <a:gd name="connsiteX366" fmla="*/ 594931 w 647479"/>
                  <a:gd name="connsiteY366" fmla="*/ 458724 h 768953"/>
                  <a:gd name="connsiteX367" fmla="*/ 594170 w 647479"/>
                  <a:gd name="connsiteY367" fmla="*/ 452914 h 768953"/>
                  <a:gd name="connsiteX368" fmla="*/ 606647 w 647479"/>
                  <a:gd name="connsiteY368" fmla="*/ 400431 h 768953"/>
                  <a:gd name="connsiteX369" fmla="*/ 634175 w 647479"/>
                  <a:gd name="connsiteY369" fmla="*/ 373190 h 768953"/>
                  <a:gd name="connsiteX370" fmla="*/ 635508 w 647479"/>
                  <a:gd name="connsiteY370" fmla="*/ 364427 h 768953"/>
                  <a:gd name="connsiteX371" fmla="*/ 634175 w 647479"/>
                  <a:gd name="connsiteY371" fmla="*/ 365284 h 768953"/>
                  <a:gd name="connsiteX372" fmla="*/ 613791 w 647479"/>
                  <a:gd name="connsiteY372" fmla="*/ 373571 h 768953"/>
                  <a:gd name="connsiteX373" fmla="*/ 611410 w 647479"/>
                  <a:gd name="connsiteY373" fmla="*/ 370237 h 768953"/>
                  <a:gd name="connsiteX374" fmla="*/ 618172 w 647479"/>
                  <a:gd name="connsiteY374" fmla="*/ 315563 h 768953"/>
                  <a:gd name="connsiteX375" fmla="*/ 642747 w 647479"/>
                  <a:gd name="connsiteY375" fmla="*/ 279464 h 768953"/>
                  <a:gd name="connsiteX376" fmla="*/ 642747 w 647479"/>
                  <a:gd name="connsiteY376" fmla="*/ 276511 h 768953"/>
                  <a:gd name="connsiteX377" fmla="*/ 641985 w 647479"/>
                  <a:gd name="connsiteY377" fmla="*/ 277178 h 768953"/>
                  <a:gd name="connsiteX378" fmla="*/ 623126 w 647479"/>
                  <a:gd name="connsiteY378" fmla="*/ 288322 h 768953"/>
                  <a:gd name="connsiteX379" fmla="*/ 620459 w 647479"/>
                  <a:gd name="connsiteY379" fmla="*/ 285464 h 768953"/>
                  <a:gd name="connsiteX380" fmla="*/ 622745 w 647479"/>
                  <a:gd name="connsiteY380" fmla="*/ 240221 h 768953"/>
                  <a:gd name="connsiteX381" fmla="*/ 623030 w 647479"/>
                  <a:gd name="connsiteY381" fmla="*/ 233172 h 768953"/>
                  <a:gd name="connsiteX382" fmla="*/ 508349 w 647479"/>
                  <a:gd name="connsiteY382" fmla="*/ 421100 h 768953"/>
                  <a:gd name="connsiteX383" fmla="*/ 510064 w 647479"/>
                  <a:gd name="connsiteY383" fmla="*/ 421862 h 768953"/>
                  <a:gd name="connsiteX384" fmla="*/ 508349 w 647479"/>
                  <a:gd name="connsiteY384" fmla="*/ 421005 h 768953"/>
                  <a:gd name="connsiteX385" fmla="*/ 508349 w 647479"/>
                  <a:gd name="connsiteY385" fmla="*/ 421005 h 768953"/>
                  <a:gd name="connsiteX386" fmla="*/ 527685 w 647479"/>
                  <a:gd name="connsiteY386" fmla="*/ 408718 h 768953"/>
                  <a:gd name="connsiteX387" fmla="*/ 528638 w 647479"/>
                  <a:gd name="connsiteY387" fmla="*/ 408813 h 768953"/>
                  <a:gd name="connsiteX388" fmla="*/ 527685 w 647479"/>
                  <a:gd name="connsiteY388" fmla="*/ 408622 h 768953"/>
                  <a:gd name="connsiteX389" fmla="*/ 527685 w 647479"/>
                  <a:gd name="connsiteY389" fmla="*/ 408622 h 768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</a:cxnLst>
                <a:rect l="l" t="t" r="r" b="b"/>
                <a:pathLst>
                  <a:path w="647479" h="768953">
                    <a:moveTo>
                      <a:pt x="546545" y="394145"/>
                    </a:moveTo>
                    <a:lnTo>
                      <a:pt x="546545" y="394145"/>
                    </a:lnTo>
                    <a:cubicBezTo>
                      <a:pt x="546545" y="394145"/>
                      <a:pt x="547306" y="394430"/>
                      <a:pt x="547688" y="394526"/>
                    </a:cubicBezTo>
                    <a:cubicBezTo>
                      <a:pt x="547306" y="394430"/>
                      <a:pt x="546926" y="394240"/>
                      <a:pt x="546545" y="394145"/>
                    </a:cubicBezTo>
                    <a:moveTo>
                      <a:pt x="583311" y="400526"/>
                    </a:moveTo>
                    <a:cubicBezTo>
                      <a:pt x="583311" y="400526"/>
                      <a:pt x="584073" y="401003"/>
                      <a:pt x="584263" y="401384"/>
                    </a:cubicBezTo>
                    <a:cubicBezTo>
                      <a:pt x="584263" y="401384"/>
                      <a:pt x="584263" y="401288"/>
                      <a:pt x="584263" y="401193"/>
                    </a:cubicBezTo>
                    <a:cubicBezTo>
                      <a:pt x="583978" y="401003"/>
                      <a:pt x="583692" y="400717"/>
                      <a:pt x="583216" y="400526"/>
                    </a:cubicBezTo>
                    <a:moveTo>
                      <a:pt x="577120" y="419671"/>
                    </a:moveTo>
                    <a:cubicBezTo>
                      <a:pt x="577120" y="419671"/>
                      <a:pt x="577882" y="420148"/>
                      <a:pt x="578168" y="420338"/>
                    </a:cubicBezTo>
                    <a:lnTo>
                      <a:pt x="578168" y="420338"/>
                    </a:lnTo>
                    <a:cubicBezTo>
                      <a:pt x="578168" y="420338"/>
                      <a:pt x="577405" y="419862"/>
                      <a:pt x="577120" y="419671"/>
                    </a:cubicBezTo>
                    <a:moveTo>
                      <a:pt x="563499" y="465392"/>
                    </a:moveTo>
                    <a:cubicBezTo>
                      <a:pt x="563499" y="465392"/>
                      <a:pt x="564261" y="466058"/>
                      <a:pt x="564547" y="466344"/>
                    </a:cubicBezTo>
                    <a:lnTo>
                      <a:pt x="564547" y="466154"/>
                    </a:lnTo>
                    <a:cubicBezTo>
                      <a:pt x="564547" y="466154"/>
                      <a:pt x="563880" y="465677"/>
                      <a:pt x="563499" y="465392"/>
                    </a:cubicBezTo>
                    <a:moveTo>
                      <a:pt x="564451" y="379286"/>
                    </a:moveTo>
                    <a:cubicBezTo>
                      <a:pt x="563689" y="379000"/>
                      <a:pt x="562927" y="378809"/>
                      <a:pt x="561975" y="378714"/>
                    </a:cubicBezTo>
                    <a:cubicBezTo>
                      <a:pt x="561975" y="378714"/>
                      <a:pt x="561975" y="378809"/>
                      <a:pt x="562070" y="378905"/>
                    </a:cubicBezTo>
                    <a:cubicBezTo>
                      <a:pt x="562927" y="378905"/>
                      <a:pt x="563689" y="379095"/>
                      <a:pt x="564451" y="379381"/>
                    </a:cubicBezTo>
                    <a:moveTo>
                      <a:pt x="336518" y="625316"/>
                    </a:moveTo>
                    <a:cubicBezTo>
                      <a:pt x="333661" y="626459"/>
                      <a:pt x="330803" y="627507"/>
                      <a:pt x="327565" y="628079"/>
                    </a:cubicBezTo>
                    <a:lnTo>
                      <a:pt x="328613" y="628079"/>
                    </a:lnTo>
                    <a:cubicBezTo>
                      <a:pt x="331375" y="627412"/>
                      <a:pt x="333946" y="626459"/>
                      <a:pt x="336423" y="625316"/>
                    </a:cubicBezTo>
                    <a:moveTo>
                      <a:pt x="505873" y="166116"/>
                    </a:moveTo>
                    <a:cubicBezTo>
                      <a:pt x="505873" y="166116"/>
                      <a:pt x="504825" y="166783"/>
                      <a:pt x="503206" y="167735"/>
                    </a:cubicBezTo>
                    <a:cubicBezTo>
                      <a:pt x="504444" y="167069"/>
                      <a:pt x="505301" y="166497"/>
                      <a:pt x="505777" y="166307"/>
                    </a:cubicBezTo>
                    <a:cubicBezTo>
                      <a:pt x="505777" y="166307"/>
                      <a:pt x="505777" y="166116"/>
                      <a:pt x="505873" y="166116"/>
                    </a:cubicBezTo>
                    <a:moveTo>
                      <a:pt x="538639" y="54959"/>
                    </a:moveTo>
                    <a:lnTo>
                      <a:pt x="538639" y="54959"/>
                    </a:lnTo>
                    <a:cubicBezTo>
                      <a:pt x="538639" y="54959"/>
                      <a:pt x="538163" y="54959"/>
                      <a:pt x="537591" y="55245"/>
                    </a:cubicBezTo>
                    <a:cubicBezTo>
                      <a:pt x="537972" y="55055"/>
                      <a:pt x="538353" y="55055"/>
                      <a:pt x="538543" y="54959"/>
                    </a:cubicBezTo>
                    <a:moveTo>
                      <a:pt x="526161" y="105632"/>
                    </a:moveTo>
                    <a:cubicBezTo>
                      <a:pt x="526161" y="105632"/>
                      <a:pt x="525209" y="106204"/>
                      <a:pt x="523684" y="106966"/>
                    </a:cubicBezTo>
                    <a:cubicBezTo>
                      <a:pt x="524923" y="106394"/>
                      <a:pt x="525685" y="106013"/>
                      <a:pt x="526066" y="105823"/>
                    </a:cubicBezTo>
                    <a:cubicBezTo>
                      <a:pt x="526161" y="105823"/>
                      <a:pt x="526161" y="105823"/>
                      <a:pt x="526161" y="105632"/>
                    </a:cubicBezTo>
                    <a:moveTo>
                      <a:pt x="571500" y="442913"/>
                    </a:moveTo>
                    <a:cubicBezTo>
                      <a:pt x="571500" y="442913"/>
                      <a:pt x="572262" y="443484"/>
                      <a:pt x="572452" y="443865"/>
                    </a:cubicBezTo>
                    <a:lnTo>
                      <a:pt x="572452" y="443675"/>
                    </a:lnTo>
                    <a:cubicBezTo>
                      <a:pt x="572452" y="443675"/>
                      <a:pt x="571881" y="443198"/>
                      <a:pt x="571500" y="443008"/>
                    </a:cubicBezTo>
                    <a:moveTo>
                      <a:pt x="568928" y="238411"/>
                    </a:moveTo>
                    <a:cubicBezTo>
                      <a:pt x="569881" y="237649"/>
                      <a:pt x="570833" y="236982"/>
                      <a:pt x="571786" y="236411"/>
                    </a:cubicBezTo>
                    <a:cubicBezTo>
                      <a:pt x="570833" y="236982"/>
                      <a:pt x="569881" y="237554"/>
                      <a:pt x="568833" y="238315"/>
                    </a:cubicBezTo>
                    <a:cubicBezTo>
                      <a:pt x="568833" y="238315"/>
                      <a:pt x="568833" y="238315"/>
                      <a:pt x="568833" y="238411"/>
                    </a:cubicBezTo>
                    <a:moveTo>
                      <a:pt x="507111" y="314992"/>
                    </a:moveTo>
                    <a:cubicBezTo>
                      <a:pt x="507111" y="314992"/>
                      <a:pt x="508159" y="314801"/>
                      <a:pt x="508540" y="314611"/>
                    </a:cubicBezTo>
                    <a:cubicBezTo>
                      <a:pt x="508063" y="314706"/>
                      <a:pt x="507587" y="314706"/>
                      <a:pt x="507111" y="314896"/>
                    </a:cubicBezTo>
                    <a:lnTo>
                      <a:pt x="507111" y="314896"/>
                    </a:lnTo>
                    <a:close/>
                    <a:moveTo>
                      <a:pt x="602361" y="176308"/>
                    </a:moveTo>
                    <a:lnTo>
                      <a:pt x="601789" y="184785"/>
                    </a:lnTo>
                    <a:cubicBezTo>
                      <a:pt x="593884" y="306515"/>
                      <a:pt x="556070" y="350520"/>
                      <a:pt x="520160" y="377476"/>
                    </a:cubicBezTo>
                    <a:lnTo>
                      <a:pt x="518827" y="378524"/>
                    </a:lnTo>
                    <a:cubicBezTo>
                      <a:pt x="507492" y="386906"/>
                      <a:pt x="494729" y="396621"/>
                      <a:pt x="471202" y="404432"/>
                    </a:cubicBezTo>
                    <a:lnTo>
                      <a:pt x="470440" y="404717"/>
                    </a:lnTo>
                    <a:cubicBezTo>
                      <a:pt x="466058" y="406146"/>
                      <a:pt x="452533" y="410432"/>
                      <a:pt x="448913" y="416528"/>
                    </a:cubicBezTo>
                    <a:cubicBezTo>
                      <a:pt x="445484" y="422529"/>
                      <a:pt x="444437" y="422910"/>
                      <a:pt x="443770" y="422624"/>
                    </a:cubicBezTo>
                    <a:cubicBezTo>
                      <a:pt x="442341" y="421862"/>
                      <a:pt x="445199" y="413671"/>
                      <a:pt x="446151" y="411766"/>
                    </a:cubicBezTo>
                    <a:cubicBezTo>
                      <a:pt x="448818" y="406813"/>
                      <a:pt x="453200" y="404051"/>
                      <a:pt x="461772" y="400145"/>
                    </a:cubicBezTo>
                    <a:cubicBezTo>
                      <a:pt x="477869" y="392621"/>
                      <a:pt x="480060" y="383000"/>
                      <a:pt x="479870" y="377857"/>
                    </a:cubicBezTo>
                    <a:cubicBezTo>
                      <a:pt x="479584" y="370713"/>
                      <a:pt x="474631" y="363855"/>
                      <a:pt x="467868" y="361283"/>
                    </a:cubicBezTo>
                    <a:cubicBezTo>
                      <a:pt x="462629" y="359378"/>
                      <a:pt x="457486" y="360426"/>
                      <a:pt x="454247" y="364046"/>
                    </a:cubicBezTo>
                    <a:cubicBezTo>
                      <a:pt x="455676" y="364712"/>
                      <a:pt x="459486" y="366332"/>
                      <a:pt x="460058" y="372332"/>
                    </a:cubicBezTo>
                    <a:cubicBezTo>
                      <a:pt x="460915" y="381381"/>
                      <a:pt x="456152" y="385286"/>
                      <a:pt x="451771" y="385763"/>
                    </a:cubicBezTo>
                    <a:cubicBezTo>
                      <a:pt x="446532" y="386429"/>
                      <a:pt x="440722" y="382810"/>
                      <a:pt x="439674" y="375857"/>
                    </a:cubicBezTo>
                    <a:cubicBezTo>
                      <a:pt x="437769" y="362998"/>
                      <a:pt x="444627" y="354711"/>
                      <a:pt x="448913" y="351854"/>
                    </a:cubicBezTo>
                    <a:cubicBezTo>
                      <a:pt x="454152" y="348329"/>
                      <a:pt x="457486" y="347186"/>
                      <a:pt x="461391" y="345948"/>
                    </a:cubicBezTo>
                    <a:cubicBezTo>
                      <a:pt x="461391" y="345948"/>
                      <a:pt x="468059" y="343471"/>
                      <a:pt x="468154" y="343471"/>
                    </a:cubicBezTo>
                    <a:cubicBezTo>
                      <a:pt x="478917" y="341567"/>
                      <a:pt x="486346" y="347472"/>
                      <a:pt x="490347" y="350615"/>
                    </a:cubicBezTo>
                    <a:cubicBezTo>
                      <a:pt x="491871" y="351758"/>
                      <a:pt x="493109" y="352806"/>
                      <a:pt x="493681" y="352520"/>
                    </a:cubicBezTo>
                    <a:lnTo>
                      <a:pt x="494252" y="351949"/>
                    </a:lnTo>
                    <a:cubicBezTo>
                      <a:pt x="495681" y="348806"/>
                      <a:pt x="493585" y="336233"/>
                      <a:pt x="490918" y="329565"/>
                    </a:cubicBezTo>
                    <a:lnTo>
                      <a:pt x="490918" y="328898"/>
                    </a:lnTo>
                    <a:cubicBezTo>
                      <a:pt x="490918" y="328898"/>
                      <a:pt x="491490" y="328898"/>
                      <a:pt x="491490" y="328898"/>
                    </a:cubicBezTo>
                    <a:cubicBezTo>
                      <a:pt x="501396" y="327565"/>
                      <a:pt x="506444" y="334137"/>
                      <a:pt x="509397" y="338042"/>
                    </a:cubicBezTo>
                    <a:cubicBezTo>
                      <a:pt x="510445" y="339471"/>
                      <a:pt x="511397" y="340709"/>
                      <a:pt x="511778" y="340519"/>
                    </a:cubicBezTo>
                    <a:cubicBezTo>
                      <a:pt x="512064" y="340424"/>
                      <a:pt x="512255" y="340138"/>
                      <a:pt x="512350" y="339757"/>
                    </a:cubicBezTo>
                    <a:cubicBezTo>
                      <a:pt x="513588" y="335947"/>
                      <a:pt x="510159" y="322231"/>
                      <a:pt x="507111" y="315754"/>
                    </a:cubicBezTo>
                    <a:cubicBezTo>
                      <a:pt x="507111" y="315563"/>
                      <a:pt x="506921" y="315278"/>
                      <a:pt x="506825" y="315182"/>
                    </a:cubicBezTo>
                    <a:lnTo>
                      <a:pt x="506921" y="315182"/>
                    </a:lnTo>
                    <a:cubicBezTo>
                      <a:pt x="506921" y="315182"/>
                      <a:pt x="506825" y="314896"/>
                      <a:pt x="506730" y="314896"/>
                    </a:cubicBezTo>
                    <a:cubicBezTo>
                      <a:pt x="516731" y="311944"/>
                      <a:pt x="522827" y="317468"/>
                      <a:pt x="526256" y="320421"/>
                    </a:cubicBezTo>
                    <a:cubicBezTo>
                      <a:pt x="527495" y="321564"/>
                      <a:pt x="528542" y="322517"/>
                      <a:pt x="529018" y="322231"/>
                    </a:cubicBezTo>
                    <a:lnTo>
                      <a:pt x="529495" y="321564"/>
                    </a:lnTo>
                    <a:cubicBezTo>
                      <a:pt x="530447" y="317945"/>
                      <a:pt x="525971" y="305086"/>
                      <a:pt x="522256" y="298704"/>
                    </a:cubicBezTo>
                    <a:cubicBezTo>
                      <a:pt x="522256" y="298704"/>
                      <a:pt x="524161" y="296704"/>
                      <a:pt x="524256" y="296609"/>
                    </a:cubicBezTo>
                    <a:cubicBezTo>
                      <a:pt x="533876" y="292894"/>
                      <a:pt x="540068" y="296704"/>
                      <a:pt x="543782" y="298990"/>
                    </a:cubicBezTo>
                    <a:cubicBezTo>
                      <a:pt x="545211" y="299847"/>
                      <a:pt x="546354" y="300514"/>
                      <a:pt x="546735" y="300228"/>
                    </a:cubicBezTo>
                    <a:lnTo>
                      <a:pt x="547211" y="299371"/>
                    </a:lnTo>
                    <a:cubicBezTo>
                      <a:pt x="548068" y="295751"/>
                      <a:pt x="543306" y="284036"/>
                      <a:pt x="539496" y="278606"/>
                    </a:cubicBezTo>
                    <a:cubicBezTo>
                      <a:pt x="539496" y="278606"/>
                      <a:pt x="541401" y="276225"/>
                      <a:pt x="541496" y="276130"/>
                    </a:cubicBezTo>
                    <a:cubicBezTo>
                      <a:pt x="549212" y="273558"/>
                      <a:pt x="555117" y="275463"/>
                      <a:pt x="558737" y="276606"/>
                    </a:cubicBezTo>
                    <a:cubicBezTo>
                      <a:pt x="560260" y="277178"/>
                      <a:pt x="561404" y="277463"/>
                      <a:pt x="561784" y="277273"/>
                    </a:cubicBezTo>
                    <a:cubicBezTo>
                      <a:pt x="562070" y="277082"/>
                      <a:pt x="562261" y="276797"/>
                      <a:pt x="562261" y="276320"/>
                    </a:cubicBezTo>
                    <a:cubicBezTo>
                      <a:pt x="562737" y="272891"/>
                      <a:pt x="558260" y="262414"/>
                      <a:pt x="554736" y="258604"/>
                    </a:cubicBezTo>
                    <a:cubicBezTo>
                      <a:pt x="554736" y="258604"/>
                      <a:pt x="556355" y="256318"/>
                      <a:pt x="556451" y="256223"/>
                    </a:cubicBezTo>
                    <a:cubicBezTo>
                      <a:pt x="563594" y="253746"/>
                      <a:pt x="569119" y="255556"/>
                      <a:pt x="572452" y="256604"/>
                    </a:cubicBezTo>
                    <a:lnTo>
                      <a:pt x="575310" y="257175"/>
                    </a:lnTo>
                    <a:cubicBezTo>
                      <a:pt x="575310" y="257175"/>
                      <a:pt x="575691" y="256508"/>
                      <a:pt x="575691" y="255842"/>
                    </a:cubicBezTo>
                    <a:cubicBezTo>
                      <a:pt x="575691" y="251651"/>
                      <a:pt x="571309" y="241364"/>
                      <a:pt x="568643" y="238792"/>
                    </a:cubicBezTo>
                    <a:lnTo>
                      <a:pt x="568547" y="238792"/>
                    </a:lnTo>
                    <a:cubicBezTo>
                      <a:pt x="568547" y="238792"/>
                      <a:pt x="568547" y="238792"/>
                      <a:pt x="568547" y="238792"/>
                    </a:cubicBezTo>
                    <a:cubicBezTo>
                      <a:pt x="568547" y="238792"/>
                      <a:pt x="568357" y="238601"/>
                      <a:pt x="568262" y="238506"/>
                    </a:cubicBezTo>
                    <a:cubicBezTo>
                      <a:pt x="575215" y="232696"/>
                      <a:pt x="581787" y="233077"/>
                      <a:pt x="585311" y="233267"/>
                    </a:cubicBezTo>
                    <a:lnTo>
                      <a:pt x="587883" y="233077"/>
                    </a:lnTo>
                    <a:cubicBezTo>
                      <a:pt x="587883" y="233077"/>
                      <a:pt x="588169" y="232696"/>
                      <a:pt x="588074" y="232315"/>
                    </a:cubicBezTo>
                    <a:cubicBezTo>
                      <a:pt x="587883" y="229552"/>
                      <a:pt x="582835" y="222218"/>
                      <a:pt x="579406" y="219361"/>
                    </a:cubicBezTo>
                    <a:cubicBezTo>
                      <a:pt x="587693" y="203930"/>
                      <a:pt x="593598" y="189452"/>
                      <a:pt x="596932" y="176308"/>
                    </a:cubicBezTo>
                    <a:cubicBezTo>
                      <a:pt x="601123" y="159830"/>
                      <a:pt x="601789" y="159925"/>
                      <a:pt x="602361" y="160020"/>
                    </a:cubicBezTo>
                    <a:cubicBezTo>
                      <a:pt x="603313" y="160211"/>
                      <a:pt x="603218" y="163449"/>
                      <a:pt x="602266" y="176308"/>
                    </a:cubicBezTo>
                    <a:moveTo>
                      <a:pt x="408622" y="458724"/>
                    </a:moveTo>
                    <a:lnTo>
                      <a:pt x="408622" y="458724"/>
                    </a:lnTo>
                    <a:cubicBezTo>
                      <a:pt x="397574" y="477298"/>
                      <a:pt x="383476" y="488728"/>
                      <a:pt x="348043" y="488728"/>
                    </a:cubicBezTo>
                    <a:lnTo>
                      <a:pt x="326898" y="488728"/>
                    </a:lnTo>
                    <a:lnTo>
                      <a:pt x="326898" y="469297"/>
                    </a:lnTo>
                    <a:lnTo>
                      <a:pt x="345853" y="469297"/>
                    </a:lnTo>
                    <a:cubicBezTo>
                      <a:pt x="374809" y="469297"/>
                      <a:pt x="394621" y="465392"/>
                      <a:pt x="403098" y="458057"/>
                    </a:cubicBezTo>
                    <a:cubicBezTo>
                      <a:pt x="407003" y="454628"/>
                      <a:pt x="408146" y="454819"/>
                      <a:pt x="408718" y="455200"/>
                    </a:cubicBezTo>
                    <a:cubicBezTo>
                      <a:pt x="409670" y="455962"/>
                      <a:pt x="408718" y="458343"/>
                      <a:pt x="408527" y="458819"/>
                    </a:cubicBezTo>
                    <a:moveTo>
                      <a:pt x="326898" y="318326"/>
                    </a:moveTo>
                    <a:cubicBezTo>
                      <a:pt x="328993" y="318135"/>
                      <a:pt x="331184" y="317945"/>
                      <a:pt x="333756" y="317945"/>
                    </a:cubicBezTo>
                    <a:cubicBezTo>
                      <a:pt x="350901" y="317945"/>
                      <a:pt x="358521" y="326041"/>
                      <a:pt x="358521" y="344043"/>
                    </a:cubicBezTo>
                    <a:cubicBezTo>
                      <a:pt x="358521" y="357092"/>
                      <a:pt x="354616" y="370332"/>
                      <a:pt x="326898" y="371570"/>
                    </a:cubicBezTo>
                    <a:lnTo>
                      <a:pt x="326898" y="318230"/>
                    </a:lnTo>
                    <a:close/>
                    <a:moveTo>
                      <a:pt x="326898" y="30575"/>
                    </a:moveTo>
                    <a:cubicBezTo>
                      <a:pt x="344329" y="36671"/>
                      <a:pt x="353854" y="50959"/>
                      <a:pt x="352330" y="69247"/>
                    </a:cubicBezTo>
                    <a:cubicBezTo>
                      <a:pt x="350901" y="86773"/>
                      <a:pt x="339566" y="102584"/>
                      <a:pt x="326898" y="104489"/>
                    </a:cubicBezTo>
                    <a:lnTo>
                      <a:pt x="326898" y="30575"/>
                    </a:lnTo>
                    <a:close/>
                    <a:moveTo>
                      <a:pt x="623030" y="233934"/>
                    </a:moveTo>
                    <a:cubicBezTo>
                      <a:pt x="623030" y="233934"/>
                      <a:pt x="623411" y="228790"/>
                      <a:pt x="623602" y="228505"/>
                    </a:cubicBezTo>
                    <a:cubicBezTo>
                      <a:pt x="627412" y="227267"/>
                      <a:pt x="643985" y="220599"/>
                      <a:pt x="647033" y="199549"/>
                    </a:cubicBezTo>
                    <a:cubicBezTo>
                      <a:pt x="647509" y="196310"/>
                      <a:pt x="647605" y="192691"/>
                      <a:pt x="647319" y="188786"/>
                    </a:cubicBezTo>
                    <a:lnTo>
                      <a:pt x="646367" y="189643"/>
                    </a:lnTo>
                    <a:cubicBezTo>
                      <a:pt x="643128" y="192786"/>
                      <a:pt x="633031" y="202216"/>
                      <a:pt x="627507" y="200977"/>
                    </a:cubicBezTo>
                    <a:cubicBezTo>
                      <a:pt x="626078" y="200692"/>
                      <a:pt x="625126" y="199739"/>
                      <a:pt x="624364" y="198025"/>
                    </a:cubicBezTo>
                    <a:cubicBezTo>
                      <a:pt x="624364" y="177165"/>
                      <a:pt x="622745" y="160401"/>
                      <a:pt x="620554" y="138875"/>
                    </a:cubicBezTo>
                    <a:cubicBezTo>
                      <a:pt x="626555" y="135636"/>
                      <a:pt x="639127" y="126302"/>
                      <a:pt x="639127" y="106490"/>
                    </a:cubicBezTo>
                    <a:cubicBezTo>
                      <a:pt x="639032" y="103823"/>
                      <a:pt x="638842" y="101060"/>
                      <a:pt x="638270" y="98012"/>
                    </a:cubicBezTo>
                    <a:lnTo>
                      <a:pt x="637222" y="99155"/>
                    </a:lnTo>
                    <a:cubicBezTo>
                      <a:pt x="633984" y="102870"/>
                      <a:pt x="625316" y="112871"/>
                      <a:pt x="620173" y="112205"/>
                    </a:cubicBezTo>
                    <a:cubicBezTo>
                      <a:pt x="618934" y="112109"/>
                      <a:pt x="617982" y="111347"/>
                      <a:pt x="617410" y="109919"/>
                    </a:cubicBezTo>
                    <a:lnTo>
                      <a:pt x="617125" y="107061"/>
                    </a:lnTo>
                    <a:cubicBezTo>
                      <a:pt x="613029" y="62579"/>
                      <a:pt x="603885" y="40672"/>
                      <a:pt x="585597" y="31242"/>
                    </a:cubicBezTo>
                    <a:cubicBezTo>
                      <a:pt x="585597" y="31242"/>
                      <a:pt x="584454" y="30861"/>
                      <a:pt x="584454" y="30671"/>
                    </a:cubicBezTo>
                    <a:cubicBezTo>
                      <a:pt x="584454" y="31051"/>
                      <a:pt x="585406" y="32385"/>
                      <a:pt x="586168" y="33719"/>
                    </a:cubicBezTo>
                    <a:cubicBezTo>
                      <a:pt x="588931" y="37624"/>
                      <a:pt x="593312" y="44196"/>
                      <a:pt x="595027" y="52007"/>
                    </a:cubicBezTo>
                    <a:cubicBezTo>
                      <a:pt x="597980" y="65246"/>
                      <a:pt x="599027" y="76010"/>
                      <a:pt x="599027" y="84677"/>
                    </a:cubicBezTo>
                    <a:cubicBezTo>
                      <a:pt x="599027" y="94774"/>
                      <a:pt x="597599" y="102299"/>
                      <a:pt x="596075" y="108299"/>
                    </a:cubicBezTo>
                    <a:cubicBezTo>
                      <a:pt x="593693" y="112681"/>
                      <a:pt x="590169" y="115443"/>
                      <a:pt x="585883" y="116491"/>
                    </a:cubicBezTo>
                    <a:cubicBezTo>
                      <a:pt x="575881" y="118872"/>
                      <a:pt x="564451" y="107728"/>
                      <a:pt x="560642" y="98679"/>
                    </a:cubicBezTo>
                    <a:cubicBezTo>
                      <a:pt x="560642" y="98393"/>
                      <a:pt x="560260" y="98108"/>
                      <a:pt x="560070" y="98108"/>
                    </a:cubicBezTo>
                    <a:cubicBezTo>
                      <a:pt x="559308" y="98108"/>
                      <a:pt x="557975" y="100489"/>
                      <a:pt x="557117" y="102203"/>
                    </a:cubicBezTo>
                    <a:cubicBezTo>
                      <a:pt x="553879" y="114110"/>
                      <a:pt x="557975" y="129064"/>
                      <a:pt x="565976" y="134779"/>
                    </a:cubicBezTo>
                    <a:cubicBezTo>
                      <a:pt x="568928" y="136970"/>
                      <a:pt x="573691" y="138684"/>
                      <a:pt x="579406" y="134779"/>
                    </a:cubicBezTo>
                    <a:cubicBezTo>
                      <a:pt x="582359" y="132779"/>
                      <a:pt x="584454" y="132017"/>
                      <a:pt x="586073" y="132493"/>
                    </a:cubicBezTo>
                    <a:cubicBezTo>
                      <a:pt x="586835" y="132683"/>
                      <a:pt x="587407" y="133350"/>
                      <a:pt x="587883" y="134398"/>
                    </a:cubicBezTo>
                    <a:cubicBezTo>
                      <a:pt x="584073" y="144971"/>
                      <a:pt x="579787" y="155734"/>
                      <a:pt x="575024" y="166211"/>
                    </a:cubicBezTo>
                    <a:cubicBezTo>
                      <a:pt x="572262" y="168688"/>
                      <a:pt x="569214" y="170021"/>
                      <a:pt x="565880" y="170212"/>
                    </a:cubicBezTo>
                    <a:cubicBezTo>
                      <a:pt x="554546" y="170879"/>
                      <a:pt x="545021" y="156972"/>
                      <a:pt x="542830" y="147066"/>
                    </a:cubicBezTo>
                    <a:cubicBezTo>
                      <a:pt x="542830" y="146590"/>
                      <a:pt x="542639" y="146399"/>
                      <a:pt x="542449" y="146304"/>
                    </a:cubicBezTo>
                    <a:cubicBezTo>
                      <a:pt x="541592" y="146114"/>
                      <a:pt x="539687" y="148400"/>
                      <a:pt x="538543" y="150019"/>
                    </a:cubicBezTo>
                    <a:cubicBezTo>
                      <a:pt x="532829" y="161735"/>
                      <a:pt x="534162" y="178022"/>
                      <a:pt x="541401" y="185452"/>
                    </a:cubicBezTo>
                    <a:cubicBezTo>
                      <a:pt x="544068" y="188309"/>
                      <a:pt x="548735" y="190881"/>
                      <a:pt x="555498" y="187928"/>
                    </a:cubicBezTo>
                    <a:cubicBezTo>
                      <a:pt x="558927" y="186309"/>
                      <a:pt x="561308" y="186023"/>
                      <a:pt x="562737" y="186690"/>
                    </a:cubicBezTo>
                    <a:cubicBezTo>
                      <a:pt x="563404" y="187071"/>
                      <a:pt x="563785" y="187643"/>
                      <a:pt x="563880" y="188690"/>
                    </a:cubicBezTo>
                    <a:cubicBezTo>
                      <a:pt x="558355" y="198977"/>
                      <a:pt x="552259" y="209360"/>
                      <a:pt x="545687" y="219551"/>
                    </a:cubicBezTo>
                    <a:cubicBezTo>
                      <a:pt x="543211" y="221075"/>
                      <a:pt x="540449" y="221933"/>
                      <a:pt x="537401" y="221837"/>
                    </a:cubicBezTo>
                    <a:cubicBezTo>
                      <a:pt x="525399" y="221837"/>
                      <a:pt x="517493" y="208026"/>
                      <a:pt x="516636" y="198406"/>
                    </a:cubicBezTo>
                    <a:cubicBezTo>
                      <a:pt x="516636" y="198025"/>
                      <a:pt x="516446" y="197834"/>
                      <a:pt x="516255" y="197739"/>
                    </a:cubicBezTo>
                    <a:cubicBezTo>
                      <a:pt x="515398" y="197453"/>
                      <a:pt x="513017" y="199644"/>
                      <a:pt x="511588" y="201263"/>
                    </a:cubicBezTo>
                    <a:cubicBezTo>
                      <a:pt x="504158" y="212408"/>
                      <a:pt x="503110" y="227838"/>
                      <a:pt x="509206" y="235649"/>
                    </a:cubicBezTo>
                    <a:cubicBezTo>
                      <a:pt x="512635" y="240030"/>
                      <a:pt x="517874" y="241173"/>
                      <a:pt x="524066" y="238982"/>
                    </a:cubicBezTo>
                    <a:cubicBezTo>
                      <a:pt x="527780" y="237649"/>
                      <a:pt x="530162" y="237363"/>
                      <a:pt x="531114" y="238030"/>
                    </a:cubicBezTo>
                    <a:cubicBezTo>
                      <a:pt x="531495" y="238411"/>
                      <a:pt x="531685" y="238792"/>
                      <a:pt x="531685" y="239554"/>
                    </a:cubicBezTo>
                    <a:cubicBezTo>
                      <a:pt x="525209" y="248222"/>
                      <a:pt x="518350" y="256794"/>
                      <a:pt x="511207" y="265176"/>
                    </a:cubicBezTo>
                    <a:cubicBezTo>
                      <a:pt x="506539" y="268319"/>
                      <a:pt x="501682" y="269558"/>
                      <a:pt x="496729" y="268700"/>
                    </a:cubicBezTo>
                    <a:cubicBezTo>
                      <a:pt x="483965" y="266795"/>
                      <a:pt x="476059" y="248602"/>
                      <a:pt x="476059" y="236411"/>
                    </a:cubicBezTo>
                    <a:cubicBezTo>
                      <a:pt x="476059" y="235839"/>
                      <a:pt x="475964" y="235458"/>
                      <a:pt x="475679" y="235458"/>
                    </a:cubicBezTo>
                    <a:cubicBezTo>
                      <a:pt x="474726" y="234982"/>
                      <a:pt x="471773" y="237173"/>
                      <a:pt x="470249" y="238792"/>
                    </a:cubicBezTo>
                    <a:cubicBezTo>
                      <a:pt x="460724" y="250889"/>
                      <a:pt x="458057" y="269939"/>
                      <a:pt x="464439" y="280321"/>
                    </a:cubicBezTo>
                    <a:cubicBezTo>
                      <a:pt x="466916" y="284226"/>
                      <a:pt x="471583" y="288512"/>
                      <a:pt x="480155" y="286798"/>
                    </a:cubicBezTo>
                    <a:cubicBezTo>
                      <a:pt x="484632" y="285845"/>
                      <a:pt x="487299" y="285941"/>
                      <a:pt x="488156" y="287179"/>
                    </a:cubicBezTo>
                    <a:cubicBezTo>
                      <a:pt x="488728" y="287941"/>
                      <a:pt x="488537" y="288893"/>
                      <a:pt x="487775" y="290227"/>
                    </a:cubicBezTo>
                    <a:cubicBezTo>
                      <a:pt x="487775" y="290227"/>
                      <a:pt x="467011" y="309467"/>
                      <a:pt x="467011" y="309467"/>
                    </a:cubicBezTo>
                    <a:cubicBezTo>
                      <a:pt x="461772" y="312706"/>
                      <a:pt x="453866" y="316040"/>
                      <a:pt x="445484" y="312992"/>
                    </a:cubicBezTo>
                    <a:cubicBezTo>
                      <a:pt x="431483" y="307943"/>
                      <a:pt x="426530" y="285560"/>
                      <a:pt x="429196" y="271748"/>
                    </a:cubicBezTo>
                    <a:cubicBezTo>
                      <a:pt x="429292" y="271082"/>
                      <a:pt x="429196" y="270605"/>
                      <a:pt x="428911" y="270415"/>
                    </a:cubicBezTo>
                    <a:cubicBezTo>
                      <a:pt x="427863" y="269748"/>
                      <a:pt x="424053" y="271653"/>
                      <a:pt x="421862" y="273082"/>
                    </a:cubicBezTo>
                    <a:cubicBezTo>
                      <a:pt x="408337" y="284798"/>
                      <a:pt x="401288" y="305943"/>
                      <a:pt x="406432" y="319278"/>
                    </a:cubicBezTo>
                    <a:cubicBezTo>
                      <a:pt x="408337" y="324326"/>
                      <a:pt x="412718" y="330137"/>
                      <a:pt x="422910" y="330041"/>
                    </a:cubicBezTo>
                    <a:cubicBezTo>
                      <a:pt x="428530" y="330041"/>
                      <a:pt x="431578" y="330708"/>
                      <a:pt x="432149" y="332422"/>
                    </a:cubicBezTo>
                    <a:cubicBezTo>
                      <a:pt x="432721" y="333851"/>
                      <a:pt x="431483" y="335756"/>
                      <a:pt x="428339" y="338233"/>
                    </a:cubicBezTo>
                    <a:cubicBezTo>
                      <a:pt x="425577" y="339852"/>
                      <a:pt x="422243" y="341852"/>
                      <a:pt x="419576" y="345186"/>
                    </a:cubicBezTo>
                    <a:cubicBezTo>
                      <a:pt x="413480" y="352711"/>
                      <a:pt x="410623" y="358807"/>
                      <a:pt x="409861" y="366332"/>
                    </a:cubicBezTo>
                    <a:lnTo>
                      <a:pt x="409289" y="373952"/>
                    </a:lnTo>
                    <a:cubicBezTo>
                      <a:pt x="408908" y="379857"/>
                      <a:pt x="408432" y="386048"/>
                      <a:pt x="407194" y="391954"/>
                    </a:cubicBezTo>
                    <a:cubicBezTo>
                      <a:pt x="406051" y="397478"/>
                      <a:pt x="404336" y="402527"/>
                      <a:pt x="401955" y="406813"/>
                    </a:cubicBezTo>
                    <a:cubicBezTo>
                      <a:pt x="389001" y="430340"/>
                      <a:pt x="358712" y="442722"/>
                      <a:pt x="326803" y="447389"/>
                    </a:cubicBezTo>
                    <a:lnTo>
                      <a:pt x="326803" y="403003"/>
                    </a:lnTo>
                    <a:cubicBezTo>
                      <a:pt x="365570" y="401860"/>
                      <a:pt x="382238" y="385001"/>
                      <a:pt x="382238" y="347091"/>
                    </a:cubicBezTo>
                    <a:cubicBezTo>
                      <a:pt x="382238" y="314801"/>
                      <a:pt x="370618" y="300895"/>
                      <a:pt x="343376" y="300323"/>
                    </a:cubicBezTo>
                    <a:cubicBezTo>
                      <a:pt x="337947" y="300323"/>
                      <a:pt x="332232" y="301181"/>
                      <a:pt x="326803" y="302895"/>
                    </a:cubicBezTo>
                    <a:lnTo>
                      <a:pt x="326803" y="278321"/>
                    </a:lnTo>
                    <a:cubicBezTo>
                      <a:pt x="346138" y="269558"/>
                      <a:pt x="368141" y="259556"/>
                      <a:pt x="391096" y="253746"/>
                    </a:cubicBezTo>
                    <a:cubicBezTo>
                      <a:pt x="443770" y="240316"/>
                      <a:pt x="486156" y="211169"/>
                      <a:pt x="500920" y="180213"/>
                    </a:cubicBezTo>
                    <a:cubicBezTo>
                      <a:pt x="502920" y="175736"/>
                      <a:pt x="504444" y="171164"/>
                      <a:pt x="505301" y="166592"/>
                    </a:cubicBezTo>
                    <a:cubicBezTo>
                      <a:pt x="502539" y="168402"/>
                      <a:pt x="467296" y="190690"/>
                      <a:pt x="441008" y="196310"/>
                    </a:cubicBezTo>
                    <a:lnTo>
                      <a:pt x="437388" y="196977"/>
                    </a:lnTo>
                    <a:cubicBezTo>
                      <a:pt x="433864" y="197549"/>
                      <a:pt x="430149" y="198311"/>
                      <a:pt x="428244" y="196787"/>
                    </a:cubicBezTo>
                    <a:cubicBezTo>
                      <a:pt x="427387" y="196025"/>
                      <a:pt x="427006" y="194882"/>
                      <a:pt x="427006" y="193262"/>
                    </a:cubicBezTo>
                    <a:cubicBezTo>
                      <a:pt x="427006" y="179070"/>
                      <a:pt x="434816" y="167926"/>
                      <a:pt x="449104" y="161925"/>
                    </a:cubicBezTo>
                    <a:lnTo>
                      <a:pt x="450533" y="161258"/>
                    </a:lnTo>
                    <a:cubicBezTo>
                      <a:pt x="482441" y="147733"/>
                      <a:pt x="507206" y="137160"/>
                      <a:pt x="519208" y="120682"/>
                    </a:cubicBezTo>
                    <a:cubicBezTo>
                      <a:pt x="522351" y="116300"/>
                      <a:pt x="524637" y="111538"/>
                      <a:pt x="525780" y="106109"/>
                    </a:cubicBezTo>
                    <a:cubicBezTo>
                      <a:pt x="523018" y="107537"/>
                      <a:pt x="486156" y="126968"/>
                      <a:pt x="462343" y="130397"/>
                    </a:cubicBezTo>
                    <a:lnTo>
                      <a:pt x="461105" y="130588"/>
                    </a:lnTo>
                    <a:cubicBezTo>
                      <a:pt x="458248" y="131064"/>
                      <a:pt x="453485" y="131921"/>
                      <a:pt x="451199" y="129540"/>
                    </a:cubicBezTo>
                    <a:cubicBezTo>
                      <a:pt x="449771" y="128111"/>
                      <a:pt x="449580" y="125825"/>
                      <a:pt x="450437" y="122492"/>
                    </a:cubicBezTo>
                    <a:cubicBezTo>
                      <a:pt x="453104" y="111728"/>
                      <a:pt x="457676" y="105347"/>
                      <a:pt x="466344" y="100394"/>
                    </a:cubicBezTo>
                    <a:cubicBezTo>
                      <a:pt x="475679" y="95060"/>
                      <a:pt x="485680" y="90583"/>
                      <a:pt x="495491" y="86201"/>
                    </a:cubicBezTo>
                    <a:cubicBezTo>
                      <a:pt x="511969" y="78867"/>
                      <a:pt x="526637" y="72295"/>
                      <a:pt x="534067" y="63532"/>
                    </a:cubicBezTo>
                    <a:cubicBezTo>
                      <a:pt x="534448" y="63055"/>
                      <a:pt x="534924" y="62579"/>
                      <a:pt x="535210" y="62103"/>
                    </a:cubicBezTo>
                    <a:cubicBezTo>
                      <a:pt x="535305" y="61912"/>
                      <a:pt x="535400" y="61817"/>
                      <a:pt x="535496" y="61722"/>
                    </a:cubicBezTo>
                    <a:cubicBezTo>
                      <a:pt x="536829" y="59722"/>
                      <a:pt x="537781" y="57531"/>
                      <a:pt x="538258" y="55340"/>
                    </a:cubicBezTo>
                    <a:lnTo>
                      <a:pt x="503682" y="66199"/>
                    </a:lnTo>
                    <a:lnTo>
                      <a:pt x="496824" y="68294"/>
                    </a:lnTo>
                    <a:cubicBezTo>
                      <a:pt x="486918" y="71438"/>
                      <a:pt x="476726" y="74581"/>
                      <a:pt x="473392" y="71342"/>
                    </a:cubicBezTo>
                    <a:cubicBezTo>
                      <a:pt x="472154" y="70199"/>
                      <a:pt x="471964" y="68199"/>
                      <a:pt x="472821" y="65437"/>
                    </a:cubicBezTo>
                    <a:cubicBezTo>
                      <a:pt x="474631" y="59436"/>
                      <a:pt x="476155" y="56007"/>
                      <a:pt x="478917" y="52102"/>
                    </a:cubicBezTo>
                    <a:cubicBezTo>
                      <a:pt x="491776" y="33719"/>
                      <a:pt x="518160" y="14097"/>
                      <a:pt x="549688" y="19717"/>
                    </a:cubicBezTo>
                    <a:cubicBezTo>
                      <a:pt x="554831" y="20669"/>
                      <a:pt x="557593" y="20288"/>
                      <a:pt x="557784" y="19717"/>
                    </a:cubicBezTo>
                    <a:cubicBezTo>
                      <a:pt x="557784" y="19336"/>
                      <a:pt x="556831" y="18288"/>
                      <a:pt x="552831" y="16859"/>
                    </a:cubicBezTo>
                    <a:cubicBezTo>
                      <a:pt x="529018" y="8192"/>
                      <a:pt x="506825" y="9049"/>
                      <a:pt x="486918" y="19145"/>
                    </a:cubicBezTo>
                    <a:cubicBezTo>
                      <a:pt x="450437" y="37814"/>
                      <a:pt x="420338" y="88106"/>
                      <a:pt x="397574" y="168783"/>
                    </a:cubicBezTo>
                    <a:cubicBezTo>
                      <a:pt x="384524" y="214884"/>
                      <a:pt x="356140" y="231458"/>
                      <a:pt x="326898" y="244602"/>
                    </a:cubicBezTo>
                    <a:lnTo>
                      <a:pt x="326898" y="141732"/>
                    </a:lnTo>
                    <a:cubicBezTo>
                      <a:pt x="337566" y="137541"/>
                      <a:pt x="346805" y="131636"/>
                      <a:pt x="354616" y="123730"/>
                    </a:cubicBezTo>
                    <a:cubicBezTo>
                      <a:pt x="376809" y="101537"/>
                      <a:pt x="384715" y="73819"/>
                      <a:pt x="375666" y="49625"/>
                    </a:cubicBezTo>
                    <a:cubicBezTo>
                      <a:pt x="368332" y="30004"/>
                      <a:pt x="351092" y="16478"/>
                      <a:pt x="331470" y="15050"/>
                    </a:cubicBezTo>
                    <a:cubicBezTo>
                      <a:pt x="329851" y="15050"/>
                      <a:pt x="328422" y="14954"/>
                      <a:pt x="326803" y="14859"/>
                    </a:cubicBezTo>
                    <a:lnTo>
                      <a:pt x="326803" y="0"/>
                    </a:lnTo>
                    <a:cubicBezTo>
                      <a:pt x="290322" y="0"/>
                      <a:pt x="214694" y="3334"/>
                      <a:pt x="155829" y="8858"/>
                    </a:cubicBezTo>
                    <a:cubicBezTo>
                      <a:pt x="134588" y="10763"/>
                      <a:pt x="1048" y="26194"/>
                      <a:pt x="952" y="32576"/>
                    </a:cubicBezTo>
                    <a:cubicBezTo>
                      <a:pt x="286" y="67342"/>
                      <a:pt x="0" y="101918"/>
                      <a:pt x="0" y="136303"/>
                    </a:cubicBezTo>
                    <a:cubicBezTo>
                      <a:pt x="0" y="200406"/>
                      <a:pt x="1524" y="264033"/>
                      <a:pt x="6858" y="327851"/>
                    </a:cubicBezTo>
                    <a:lnTo>
                      <a:pt x="8858" y="352806"/>
                    </a:lnTo>
                    <a:cubicBezTo>
                      <a:pt x="14288" y="422624"/>
                      <a:pt x="19907" y="494919"/>
                      <a:pt x="54578" y="555308"/>
                    </a:cubicBezTo>
                    <a:cubicBezTo>
                      <a:pt x="98488" y="631984"/>
                      <a:pt x="168211" y="696087"/>
                      <a:pt x="262128" y="745808"/>
                    </a:cubicBezTo>
                    <a:cubicBezTo>
                      <a:pt x="268034" y="748951"/>
                      <a:pt x="294894" y="762762"/>
                      <a:pt x="317373" y="767620"/>
                    </a:cubicBezTo>
                    <a:lnTo>
                      <a:pt x="317659" y="767620"/>
                    </a:lnTo>
                    <a:cubicBezTo>
                      <a:pt x="318611" y="767906"/>
                      <a:pt x="319659" y="768096"/>
                      <a:pt x="320612" y="768191"/>
                    </a:cubicBezTo>
                    <a:cubicBezTo>
                      <a:pt x="322802" y="768572"/>
                      <a:pt x="324898" y="768858"/>
                      <a:pt x="326898" y="768953"/>
                    </a:cubicBezTo>
                    <a:lnTo>
                      <a:pt x="326898" y="658940"/>
                    </a:lnTo>
                    <a:cubicBezTo>
                      <a:pt x="358235" y="659321"/>
                      <a:pt x="406813" y="659797"/>
                      <a:pt x="419671" y="655320"/>
                    </a:cubicBezTo>
                    <a:cubicBezTo>
                      <a:pt x="432054" y="651034"/>
                      <a:pt x="440055" y="641509"/>
                      <a:pt x="442150" y="628459"/>
                    </a:cubicBezTo>
                    <a:cubicBezTo>
                      <a:pt x="444532" y="613410"/>
                      <a:pt x="438436" y="596551"/>
                      <a:pt x="427672" y="588359"/>
                    </a:cubicBezTo>
                    <a:cubicBezTo>
                      <a:pt x="426244" y="587216"/>
                      <a:pt x="424148" y="587121"/>
                      <a:pt x="423577" y="587788"/>
                    </a:cubicBezTo>
                    <a:cubicBezTo>
                      <a:pt x="423196" y="588359"/>
                      <a:pt x="423481" y="588836"/>
                      <a:pt x="424148" y="590264"/>
                    </a:cubicBezTo>
                    <a:cubicBezTo>
                      <a:pt x="425291" y="592360"/>
                      <a:pt x="427196" y="595884"/>
                      <a:pt x="427196" y="602933"/>
                    </a:cubicBezTo>
                    <a:cubicBezTo>
                      <a:pt x="427196" y="609505"/>
                      <a:pt x="425005" y="614934"/>
                      <a:pt x="420434" y="619030"/>
                    </a:cubicBezTo>
                    <a:cubicBezTo>
                      <a:pt x="408337" y="630365"/>
                      <a:pt x="383572" y="628841"/>
                      <a:pt x="383381" y="628841"/>
                    </a:cubicBezTo>
                    <a:lnTo>
                      <a:pt x="354806" y="628555"/>
                    </a:lnTo>
                    <a:lnTo>
                      <a:pt x="327184" y="628555"/>
                    </a:lnTo>
                    <a:cubicBezTo>
                      <a:pt x="327184" y="628555"/>
                      <a:pt x="327850" y="628364"/>
                      <a:pt x="328136" y="628269"/>
                    </a:cubicBezTo>
                    <a:lnTo>
                      <a:pt x="327088" y="628269"/>
                    </a:lnTo>
                    <a:cubicBezTo>
                      <a:pt x="343186" y="624459"/>
                      <a:pt x="354521" y="612934"/>
                      <a:pt x="359378" y="603980"/>
                    </a:cubicBezTo>
                    <a:cubicBezTo>
                      <a:pt x="371761" y="581597"/>
                      <a:pt x="361379" y="566833"/>
                      <a:pt x="358140" y="562547"/>
                    </a:cubicBezTo>
                    <a:cubicBezTo>
                      <a:pt x="357568" y="561880"/>
                      <a:pt x="357188" y="561499"/>
                      <a:pt x="357188" y="561499"/>
                    </a:cubicBezTo>
                    <a:lnTo>
                      <a:pt x="357378" y="561499"/>
                    </a:lnTo>
                    <a:cubicBezTo>
                      <a:pt x="357378" y="561499"/>
                      <a:pt x="357188" y="561213"/>
                      <a:pt x="357188" y="561213"/>
                    </a:cubicBezTo>
                    <a:cubicBezTo>
                      <a:pt x="359092" y="561213"/>
                      <a:pt x="360902" y="561118"/>
                      <a:pt x="362712" y="561023"/>
                    </a:cubicBezTo>
                    <a:cubicBezTo>
                      <a:pt x="360997" y="561023"/>
                      <a:pt x="359188" y="561213"/>
                      <a:pt x="357378" y="561213"/>
                    </a:cubicBezTo>
                    <a:lnTo>
                      <a:pt x="357664" y="561499"/>
                    </a:lnTo>
                    <a:cubicBezTo>
                      <a:pt x="364903" y="561499"/>
                      <a:pt x="371475" y="560642"/>
                      <a:pt x="377476" y="559308"/>
                    </a:cubicBezTo>
                    <a:cubicBezTo>
                      <a:pt x="373094" y="560261"/>
                      <a:pt x="368237" y="560832"/>
                      <a:pt x="363188" y="561023"/>
                    </a:cubicBezTo>
                    <a:cubicBezTo>
                      <a:pt x="422529" y="557594"/>
                      <a:pt x="435007" y="504063"/>
                      <a:pt x="441770" y="475012"/>
                    </a:cubicBezTo>
                    <a:lnTo>
                      <a:pt x="442913" y="470154"/>
                    </a:lnTo>
                    <a:cubicBezTo>
                      <a:pt x="445008" y="461486"/>
                      <a:pt x="450533" y="446246"/>
                      <a:pt x="463582" y="442151"/>
                    </a:cubicBezTo>
                    <a:cubicBezTo>
                      <a:pt x="471868" y="439579"/>
                      <a:pt x="477393" y="436436"/>
                      <a:pt x="481393" y="434054"/>
                    </a:cubicBezTo>
                    <a:lnTo>
                      <a:pt x="486156" y="431578"/>
                    </a:lnTo>
                    <a:cubicBezTo>
                      <a:pt x="486156" y="431578"/>
                      <a:pt x="487871" y="430911"/>
                      <a:pt x="487966" y="430911"/>
                    </a:cubicBezTo>
                    <a:cubicBezTo>
                      <a:pt x="495395" y="431102"/>
                      <a:pt x="495205" y="437483"/>
                      <a:pt x="495109" y="441579"/>
                    </a:cubicBezTo>
                    <a:cubicBezTo>
                      <a:pt x="495109" y="443294"/>
                      <a:pt x="495109" y="444913"/>
                      <a:pt x="495586" y="445199"/>
                    </a:cubicBezTo>
                    <a:cubicBezTo>
                      <a:pt x="495967" y="445389"/>
                      <a:pt x="496443" y="445199"/>
                      <a:pt x="497300" y="444722"/>
                    </a:cubicBezTo>
                    <a:cubicBezTo>
                      <a:pt x="503777" y="440722"/>
                      <a:pt x="506921" y="428911"/>
                      <a:pt x="507873" y="421958"/>
                    </a:cubicBezTo>
                    <a:cubicBezTo>
                      <a:pt x="507873" y="421481"/>
                      <a:pt x="507873" y="420910"/>
                      <a:pt x="507873" y="420529"/>
                    </a:cubicBezTo>
                    <a:lnTo>
                      <a:pt x="507873" y="420529"/>
                    </a:lnTo>
                    <a:lnTo>
                      <a:pt x="507873" y="420243"/>
                    </a:lnTo>
                    <a:cubicBezTo>
                      <a:pt x="516064" y="423101"/>
                      <a:pt x="516826" y="427863"/>
                      <a:pt x="517208" y="430435"/>
                    </a:cubicBezTo>
                    <a:cubicBezTo>
                      <a:pt x="517303" y="431102"/>
                      <a:pt x="517398" y="431768"/>
                      <a:pt x="517588" y="431864"/>
                    </a:cubicBezTo>
                    <a:cubicBezTo>
                      <a:pt x="517874" y="431864"/>
                      <a:pt x="518541" y="431578"/>
                      <a:pt x="519684" y="430721"/>
                    </a:cubicBezTo>
                    <a:cubicBezTo>
                      <a:pt x="525685" y="425958"/>
                      <a:pt x="526923" y="414909"/>
                      <a:pt x="527018" y="408527"/>
                    </a:cubicBezTo>
                    <a:lnTo>
                      <a:pt x="527018" y="408242"/>
                    </a:lnTo>
                    <a:cubicBezTo>
                      <a:pt x="527018" y="408242"/>
                      <a:pt x="527018" y="408051"/>
                      <a:pt x="527018" y="408051"/>
                    </a:cubicBezTo>
                    <a:cubicBezTo>
                      <a:pt x="537020" y="408718"/>
                      <a:pt x="538067" y="414338"/>
                      <a:pt x="538448" y="417005"/>
                    </a:cubicBezTo>
                    <a:cubicBezTo>
                      <a:pt x="538543" y="417671"/>
                      <a:pt x="538639" y="418338"/>
                      <a:pt x="538829" y="418433"/>
                    </a:cubicBezTo>
                    <a:cubicBezTo>
                      <a:pt x="538829" y="418433"/>
                      <a:pt x="539305" y="418433"/>
                      <a:pt x="540544" y="417100"/>
                    </a:cubicBezTo>
                    <a:cubicBezTo>
                      <a:pt x="545687" y="411671"/>
                      <a:pt x="545687" y="400050"/>
                      <a:pt x="545497" y="394907"/>
                    </a:cubicBezTo>
                    <a:cubicBezTo>
                      <a:pt x="545497" y="394716"/>
                      <a:pt x="545497" y="394430"/>
                      <a:pt x="545306" y="394240"/>
                    </a:cubicBezTo>
                    <a:lnTo>
                      <a:pt x="545401" y="394240"/>
                    </a:lnTo>
                    <a:lnTo>
                      <a:pt x="545401" y="394049"/>
                    </a:lnTo>
                    <a:cubicBezTo>
                      <a:pt x="551783" y="394526"/>
                      <a:pt x="553307" y="399383"/>
                      <a:pt x="554164" y="402241"/>
                    </a:cubicBezTo>
                    <a:cubicBezTo>
                      <a:pt x="554450" y="403193"/>
                      <a:pt x="554736" y="404241"/>
                      <a:pt x="555117" y="404336"/>
                    </a:cubicBezTo>
                    <a:cubicBezTo>
                      <a:pt x="555117" y="404336"/>
                      <a:pt x="555688" y="404336"/>
                      <a:pt x="556546" y="403003"/>
                    </a:cubicBezTo>
                    <a:cubicBezTo>
                      <a:pt x="562451" y="395383"/>
                      <a:pt x="562166" y="384143"/>
                      <a:pt x="561308" y="379857"/>
                    </a:cubicBezTo>
                    <a:cubicBezTo>
                      <a:pt x="561118" y="379476"/>
                      <a:pt x="561118" y="379095"/>
                      <a:pt x="560927" y="378905"/>
                    </a:cubicBezTo>
                    <a:lnTo>
                      <a:pt x="561022" y="378905"/>
                    </a:lnTo>
                    <a:cubicBezTo>
                      <a:pt x="561022" y="378905"/>
                      <a:pt x="561022" y="378619"/>
                      <a:pt x="561022" y="378619"/>
                    </a:cubicBezTo>
                    <a:cubicBezTo>
                      <a:pt x="567595" y="379000"/>
                      <a:pt x="569119" y="383286"/>
                      <a:pt x="569976" y="385858"/>
                    </a:cubicBezTo>
                    <a:cubicBezTo>
                      <a:pt x="570262" y="386715"/>
                      <a:pt x="570547" y="387477"/>
                      <a:pt x="570833" y="387477"/>
                    </a:cubicBezTo>
                    <a:cubicBezTo>
                      <a:pt x="571119" y="387477"/>
                      <a:pt x="571500" y="387287"/>
                      <a:pt x="572643" y="385953"/>
                    </a:cubicBezTo>
                    <a:cubicBezTo>
                      <a:pt x="577310" y="379952"/>
                      <a:pt x="577025" y="368332"/>
                      <a:pt x="575691" y="362141"/>
                    </a:cubicBezTo>
                    <a:cubicBezTo>
                      <a:pt x="584359" y="351854"/>
                      <a:pt x="589788" y="342995"/>
                      <a:pt x="591407" y="336709"/>
                    </a:cubicBezTo>
                    <a:cubicBezTo>
                      <a:pt x="592646" y="331851"/>
                      <a:pt x="593312" y="331280"/>
                      <a:pt x="593884" y="331280"/>
                    </a:cubicBezTo>
                    <a:cubicBezTo>
                      <a:pt x="594931" y="331375"/>
                      <a:pt x="595217" y="334042"/>
                      <a:pt x="595313" y="335661"/>
                    </a:cubicBezTo>
                    <a:cubicBezTo>
                      <a:pt x="593884" y="351282"/>
                      <a:pt x="590645" y="371285"/>
                      <a:pt x="585978" y="391859"/>
                    </a:cubicBezTo>
                    <a:cubicBezTo>
                      <a:pt x="585978" y="391954"/>
                      <a:pt x="585978" y="392144"/>
                      <a:pt x="585883" y="392240"/>
                    </a:cubicBezTo>
                    <a:cubicBezTo>
                      <a:pt x="585883" y="392430"/>
                      <a:pt x="585883" y="392621"/>
                      <a:pt x="585883" y="392716"/>
                    </a:cubicBezTo>
                    <a:cubicBezTo>
                      <a:pt x="585216" y="395573"/>
                      <a:pt x="584549" y="398431"/>
                      <a:pt x="583883" y="401384"/>
                    </a:cubicBezTo>
                    <a:cubicBezTo>
                      <a:pt x="583883" y="401384"/>
                      <a:pt x="583692" y="401384"/>
                      <a:pt x="583692" y="401193"/>
                    </a:cubicBezTo>
                    <a:cubicBezTo>
                      <a:pt x="583692" y="401384"/>
                      <a:pt x="583692" y="401479"/>
                      <a:pt x="583692" y="401574"/>
                    </a:cubicBezTo>
                    <a:cubicBezTo>
                      <a:pt x="580739" y="398812"/>
                      <a:pt x="573310" y="397859"/>
                      <a:pt x="571691" y="399574"/>
                    </a:cubicBezTo>
                    <a:cubicBezTo>
                      <a:pt x="570833" y="400336"/>
                      <a:pt x="571786" y="401574"/>
                      <a:pt x="572643" y="402527"/>
                    </a:cubicBezTo>
                    <a:cubicBezTo>
                      <a:pt x="575786" y="405860"/>
                      <a:pt x="577596" y="412147"/>
                      <a:pt x="577787" y="417767"/>
                    </a:cubicBezTo>
                    <a:cubicBezTo>
                      <a:pt x="577787" y="418624"/>
                      <a:pt x="577977" y="419481"/>
                      <a:pt x="577977" y="420148"/>
                    </a:cubicBezTo>
                    <a:lnTo>
                      <a:pt x="577787" y="420148"/>
                    </a:lnTo>
                    <a:cubicBezTo>
                      <a:pt x="577787" y="420148"/>
                      <a:pt x="577787" y="420338"/>
                      <a:pt x="577787" y="420338"/>
                    </a:cubicBezTo>
                    <a:cubicBezTo>
                      <a:pt x="574262" y="418624"/>
                      <a:pt x="568452" y="418147"/>
                      <a:pt x="567214" y="419767"/>
                    </a:cubicBezTo>
                    <a:cubicBezTo>
                      <a:pt x="566547" y="420529"/>
                      <a:pt x="567404" y="421767"/>
                      <a:pt x="568262" y="422624"/>
                    </a:cubicBezTo>
                    <a:cubicBezTo>
                      <a:pt x="572072" y="426530"/>
                      <a:pt x="573310" y="434626"/>
                      <a:pt x="572643" y="440722"/>
                    </a:cubicBezTo>
                    <a:cubicBezTo>
                      <a:pt x="572643" y="441770"/>
                      <a:pt x="572452" y="442722"/>
                      <a:pt x="572262" y="443579"/>
                    </a:cubicBezTo>
                    <a:lnTo>
                      <a:pt x="572262" y="443579"/>
                    </a:lnTo>
                    <a:cubicBezTo>
                      <a:pt x="572262" y="443579"/>
                      <a:pt x="572167" y="443675"/>
                      <a:pt x="572167" y="443770"/>
                    </a:cubicBezTo>
                    <a:cubicBezTo>
                      <a:pt x="569405" y="441008"/>
                      <a:pt x="561784" y="440055"/>
                      <a:pt x="560165" y="441770"/>
                    </a:cubicBezTo>
                    <a:cubicBezTo>
                      <a:pt x="559308" y="442532"/>
                      <a:pt x="560165" y="443770"/>
                      <a:pt x="561118" y="444722"/>
                    </a:cubicBezTo>
                    <a:cubicBezTo>
                      <a:pt x="564451" y="448151"/>
                      <a:pt x="565213" y="457391"/>
                      <a:pt x="564547" y="463487"/>
                    </a:cubicBezTo>
                    <a:cubicBezTo>
                      <a:pt x="564451" y="464534"/>
                      <a:pt x="564356" y="465487"/>
                      <a:pt x="564261" y="466344"/>
                    </a:cubicBezTo>
                    <a:cubicBezTo>
                      <a:pt x="564261" y="466344"/>
                      <a:pt x="564166" y="466344"/>
                      <a:pt x="564071" y="466249"/>
                    </a:cubicBezTo>
                    <a:cubicBezTo>
                      <a:pt x="564071" y="466344"/>
                      <a:pt x="564071" y="466439"/>
                      <a:pt x="564071" y="466630"/>
                    </a:cubicBezTo>
                    <a:cubicBezTo>
                      <a:pt x="560737" y="463582"/>
                      <a:pt x="555022" y="461963"/>
                      <a:pt x="553784" y="463106"/>
                    </a:cubicBezTo>
                    <a:cubicBezTo>
                      <a:pt x="553212" y="463582"/>
                      <a:pt x="553498" y="464725"/>
                      <a:pt x="554546" y="466249"/>
                    </a:cubicBezTo>
                    <a:cubicBezTo>
                      <a:pt x="558737" y="472440"/>
                      <a:pt x="557403" y="483870"/>
                      <a:pt x="556070" y="488252"/>
                    </a:cubicBezTo>
                    <a:cubicBezTo>
                      <a:pt x="537020" y="530543"/>
                      <a:pt x="515874" y="552164"/>
                      <a:pt x="493109" y="552641"/>
                    </a:cubicBezTo>
                    <a:cubicBezTo>
                      <a:pt x="474535" y="553022"/>
                      <a:pt x="464630" y="536448"/>
                      <a:pt x="463487" y="524542"/>
                    </a:cubicBezTo>
                    <a:cubicBezTo>
                      <a:pt x="461867" y="507302"/>
                      <a:pt x="478250" y="495871"/>
                      <a:pt x="488156" y="491871"/>
                    </a:cubicBezTo>
                    <a:cubicBezTo>
                      <a:pt x="495300" y="488918"/>
                      <a:pt x="499872" y="492919"/>
                      <a:pt x="501491" y="494824"/>
                    </a:cubicBezTo>
                    <a:cubicBezTo>
                      <a:pt x="507301" y="501872"/>
                      <a:pt x="506539" y="506635"/>
                      <a:pt x="504920" y="509492"/>
                    </a:cubicBezTo>
                    <a:cubicBezTo>
                      <a:pt x="502730" y="513207"/>
                      <a:pt x="497872" y="515017"/>
                      <a:pt x="494538" y="514445"/>
                    </a:cubicBezTo>
                    <a:cubicBezTo>
                      <a:pt x="489013" y="513397"/>
                      <a:pt x="484632" y="515493"/>
                      <a:pt x="482822" y="519970"/>
                    </a:cubicBezTo>
                    <a:cubicBezTo>
                      <a:pt x="481108" y="524161"/>
                      <a:pt x="482155" y="528923"/>
                      <a:pt x="485584" y="531305"/>
                    </a:cubicBezTo>
                    <a:cubicBezTo>
                      <a:pt x="491014" y="535210"/>
                      <a:pt x="498158" y="535400"/>
                      <a:pt x="505587" y="532067"/>
                    </a:cubicBezTo>
                    <a:cubicBezTo>
                      <a:pt x="515017" y="527876"/>
                      <a:pt x="523018" y="518732"/>
                      <a:pt x="523970" y="511207"/>
                    </a:cubicBezTo>
                    <a:cubicBezTo>
                      <a:pt x="525494" y="504635"/>
                      <a:pt x="522922" y="491395"/>
                      <a:pt x="517779" y="485966"/>
                    </a:cubicBezTo>
                    <a:cubicBezTo>
                      <a:pt x="506159" y="470059"/>
                      <a:pt x="491490" y="465487"/>
                      <a:pt x="478631" y="473393"/>
                    </a:cubicBezTo>
                    <a:cubicBezTo>
                      <a:pt x="455676" y="487680"/>
                      <a:pt x="442817" y="503777"/>
                      <a:pt x="441388" y="520256"/>
                    </a:cubicBezTo>
                    <a:cubicBezTo>
                      <a:pt x="440150" y="535305"/>
                      <a:pt x="448342" y="550545"/>
                      <a:pt x="465582" y="565785"/>
                    </a:cubicBezTo>
                    <a:cubicBezTo>
                      <a:pt x="486156" y="583883"/>
                      <a:pt x="519398" y="572738"/>
                      <a:pt x="534257" y="556832"/>
                    </a:cubicBezTo>
                    <a:cubicBezTo>
                      <a:pt x="534257" y="556832"/>
                      <a:pt x="536067" y="555498"/>
                      <a:pt x="536353" y="555498"/>
                    </a:cubicBezTo>
                    <a:cubicBezTo>
                      <a:pt x="540258" y="556927"/>
                      <a:pt x="558451" y="562451"/>
                      <a:pt x="574643" y="546545"/>
                    </a:cubicBezTo>
                    <a:cubicBezTo>
                      <a:pt x="576643" y="544544"/>
                      <a:pt x="578644" y="542163"/>
                      <a:pt x="580644" y="539496"/>
                    </a:cubicBezTo>
                    <a:lnTo>
                      <a:pt x="579120" y="539496"/>
                    </a:lnTo>
                    <a:cubicBezTo>
                      <a:pt x="574262" y="540163"/>
                      <a:pt x="561404" y="541496"/>
                      <a:pt x="558165" y="537305"/>
                    </a:cubicBezTo>
                    <a:cubicBezTo>
                      <a:pt x="557403" y="536258"/>
                      <a:pt x="557308" y="534734"/>
                      <a:pt x="558165" y="532924"/>
                    </a:cubicBezTo>
                    <a:cubicBezTo>
                      <a:pt x="567500" y="520065"/>
                      <a:pt x="576167" y="503682"/>
                      <a:pt x="583883" y="483965"/>
                    </a:cubicBezTo>
                    <a:cubicBezTo>
                      <a:pt x="587883" y="483775"/>
                      <a:pt x="605695" y="481394"/>
                      <a:pt x="613981" y="461772"/>
                    </a:cubicBezTo>
                    <a:cubicBezTo>
                      <a:pt x="615220" y="458724"/>
                      <a:pt x="616268" y="455295"/>
                      <a:pt x="616934" y="451485"/>
                    </a:cubicBezTo>
                    <a:lnTo>
                      <a:pt x="615505" y="452247"/>
                    </a:lnTo>
                    <a:cubicBezTo>
                      <a:pt x="611029" y="454819"/>
                      <a:pt x="598837" y="461677"/>
                      <a:pt x="594931" y="458724"/>
                    </a:cubicBezTo>
                    <a:cubicBezTo>
                      <a:pt x="593598" y="457676"/>
                      <a:pt x="593312" y="455771"/>
                      <a:pt x="594170" y="452914"/>
                    </a:cubicBezTo>
                    <a:cubicBezTo>
                      <a:pt x="598742" y="437102"/>
                      <a:pt x="602837" y="419576"/>
                      <a:pt x="606647" y="400431"/>
                    </a:cubicBezTo>
                    <a:cubicBezTo>
                      <a:pt x="612267" y="399574"/>
                      <a:pt x="629031" y="395002"/>
                      <a:pt x="634175" y="373190"/>
                    </a:cubicBezTo>
                    <a:cubicBezTo>
                      <a:pt x="634841" y="370522"/>
                      <a:pt x="635318" y="367665"/>
                      <a:pt x="635508" y="364427"/>
                    </a:cubicBezTo>
                    <a:lnTo>
                      <a:pt x="634175" y="365284"/>
                    </a:lnTo>
                    <a:cubicBezTo>
                      <a:pt x="629984" y="368141"/>
                      <a:pt x="618839" y="375761"/>
                      <a:pt x="613791" y="373571"/>
                    </a:cubicBezTo>
                    <a:cubicBezTo>
                      <a:pt x="612458" y="372999"/>
                      <a:pt x="611791" y="371951"/>
                      <a:pt x="611410" y="370237"/>
                    </a:cubicBezTo>
                    <a:cubicBezTo>
                      <a:pt x="613981" y="353282"/>
                      <a:pt x="616172" y="335090"/>
                      <a:pt x="618172" y="315563"/>
                    </a:cubicBezTo>
                    <a:cubicBezTo>
                      <a:pt x="620744" y="314801"/>
                      <a:pt x="642747" y="307658"/>
                      <a:pt x="642747" y="279464"/>
                    </a:cubicBezTo>
                    <a:cubicBezTo>
                      <a:pt x="642747" y="278511"/>
                      <a:pt x="642747" y="277463"/>
                      <a:pt x="642747" y="276511"/>
                    </a:cubicBezTo>
                    <a:cubicBezTo>
                      <a:pt x="642366" y="276797"/>
                      <a:pt x="641985" y="277178"/>
                      <a:pt x="641985" y="277178"/>
                    </a:cubicBezTo>
                    <a:cubicBezTo>
                      <a:pt x="638270" y="280607"/>
                      <a:pt x="628364" y="289655"/>
                      <a:pt x="623126" y="288322"/>
                    </a:cubicBezTo>
                    <a:cubicBezTo>
                      <a:pt x="621887" y="288036"/>
                      <a:pt x="621030" y="287084"/>
                      <a:pt x="620459" y="285464"/>
                    </a:cubicBezTo>
                    <a:lnTo>
                      <a:pt x="622745" y="240221"/>
                    </a:lnTo>
                    <a:lnTo>
                      <a:pt x="623030" y="233172"/>
                    </a:lnTo>
                    <a:close/>
                    <a:moveTo>
                      <a:pt x="508349" y="421100"/>
                    </a:moveTo>
                    <a:cubicBezTo>
                      <a:pt x="509016" y="421291"/>
                      <a:pt x="509588" y="421577"/>
                      <a:pt x="510064" y="421862"/>
                    </a:cubicBezTo>
                    <a:cubicBezTo>
                      <a:pt x="509492" y="421481"/>
                      <a:pt x="508921" y="421291"/>
                      <a:pt x="508349" y="421005"/>
                    </a:cubicBezTo>
                    <a:lnTo>
                      <a:pt x="508349" y="421005"/>
                    </a:lnTo>
                    <a:close/>
                    <a:moveTo>
                      <a:pt x="527685" y="408718"/>
                    </a:moveTo>
                    <a:cubicBezTo>
                      <a:pt x="527685" y="408718"/>
                      <a:pt x="528256" y="408813"/>
                      <a:pt x="528638" y="408813"/>
                    </a:cubicBezTo>
                    <a:cubicBezTo>
                      <a:pt x="528256" y="408813"/>
                      <a:pt x="527971" y="408622"/>
                      <a:pt x="527685" y="408622"/>
                    </a:cubicBezTo>
                    <a:lnTo>
                      <a:pt x="527685" y="408622"/>
                    </a:lnTo>
                    <a:close/>
                  </a:path>
                </a:pathLst>
              </a:custGeom>
              <a:solidFill>
                <a:srgbClr val="D49F1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7312595" y="639384"/>
                <a:ext cx="316929" cy="700152"/>
              </a:xfrm>
              <a:custGeom>
                <a:avLst/>
                <a:gdLst>
                  <a:gd name="connsiteX0" fmla="*/ 288164 w 316929"/>
                  <a:gd name="connsiteY0" fmla="*/ 322926 h 700152"/>
                  <a:gd name="connsiteX1" fmla="*/ 290164 w 316929"/>
                  <a:gd name="connsiteY1" fmla="*/ 328070 h 700152"/>
                  <a:gd name="connsiteX2" fmla="*/ 294069 w 316929"/>
                  <a:gd name="connsiteY2" fmla="*/ 325689 h 700152"/>
                  <a:gd name="connsiteX3" fmla="*/ 295593 w 316929"/>
                  <a:gd name="connsiteY3" fmla="*/ 322069 h 700152"/>
                  <a:gd name="connsiteX4" fmla="*/ 316834 w 316929"/>
                  <a:gd name="connsiteY4" fmla="*/ 304067 h 700152"/>
                  <a:gd name="connsiteX5" fmla="*/ 316834 w 316929"/>
                  <a:gd name="connsiteY5" fmla="*/ 287684 h 700152"/>
                  <a:gd name="connsiteX6" fmla="*/ 288164 w 316929"/>
                  <a:gd name="connsiteY6" fmla="*/ 322926 h 700152"/>
                  <a:gd name="connsiteX7" fmla="*/ 83376 w 316929"/>
                  <a:gd name="connsiteY7" fmla="*/ 419034 h 700152"/>
                  <a:gd name="connsiteX8" fmla="*/ 83376 w 316929"/>
                  <a:gd name="connsiteY8" fmla="*/ 419034 h 700152"/>
                  <a:gd name="connsiteX9" fmla="*/ 81566 w 316929"/>
                  <a:gd name="connsiteY9" fmla="*/ 419034 h 700152"/>
                  <a:gd name="connsiteX10" fmla="*/ 83376 w 316929"/>
                  <a:gd name="connsiteY10" fmla="*/ 419034 h 700152"/>
                  <a:gd name="connsiteX11" fmla="*/ 83090 w 316929"/>
                  <a:gd name="connsiteY11" fmla="*/ 419320 h 700152"/>
                  <a:gd name="connsiteX12" fmla="*/ 83471 w 316929"/>
                  <a:gd name="connsiteY12" fmla="*/ 419320 h 700152"/>
                  <a:gd name="connsiteX13" fmla="*/ 84043 w 316929"/>
                  <a:gd name="connsiteY13" fmla="*/ 418938 h 700152"/>
                  <a:gd name="connsiteX14" fmla="*/ 78614 w 316929"/>
                  <a:gd name="connsiteY14" fmla="*/ 382267 h 700152"/>
                  <a:gd name="connsiteX15" fmla="*/ 77661 w 316929"/>
                  <a:gd name="connsiteY15" fmla="*/ 378267 h 700152"/>
                  <a:gd name="connsiteX16" fmla="*/ 71089 w 316929"/>
                  <a:gd name="connsiteY16" fmla="*/ 378838 h 700152"/>
                  <a:gd name="connsiteX17" fmla="*/ 23369 w 316929"/>
                  <a:gd name="connsiteY17" fmla="*/ 451419 h 700152"/>
                  <a:gd name="connsiteX18" fmla="*/ 28131 w 316929"/>
                  <a:gd name="connsiteY18" fmla="*/ 458086 h 700152"/>
                  <a:gd name="connsiteX19" fmla="*/ 28417 w 316929"/>
                  <a:gd name="connsiteY19" fmla="*/ 458086 h 700152"/>
                  <a:gd name="connsiteX20" fmla="*/ 28703 w 316929"/>
                  <a:gd name="connsiteY20" fmla="*/ 457610 h 700152"/>
                  <a:gd name="connsiteX21" fmla="*/ 32132 w 316929"/>
                  <a:gd name="connsiteY21" fmla="*/ 448466 h 700152"/>
                  <a:gd name="connsiteX22" fmla="*/ 83186 w 316929"/>
                  <a:gd name="connsiteY22" fmla="*/ 419415 h 700152"/>
                  <a:gd name="connsiteX23" fmla="*/ 244063 w 316929"/>
                  <a:gd name="connsiteY23" fmla="*/ 275492 h 700152"/>
                  <a:gd name="connsiteX24" fmla="*/ 234538 w 316929"/>
                  <a:gd name="connsiteY24" fmla="*/ 334166 h 700152"/>
                  <a:gd name="connsiteX25" fmla="*/ 312262 w 316929"/>
                  <a:gd name="connsiteY25" fmla="*/ 389316 h 700152"/>
                  <a:gd name="connsiteX26" fmla="*/ 316929 w 316929"/>
                  <a:gd name="connsiteY26" fmla="*/ 389316 h 700152"/>
                  <a:gd name="connsiteX27" fmla="*/ 316929 w 316929"/>
                  <a:gd name="connsiteY27" fmla="*/ 356264 h 700152"/>
                  <a:gd name="connsiteX28" fmla="*/ 312262 w 316929"/>
                  <a:gd name="connsiteY28" fmla="*/ 356454 h 700152"/>
                  <a:gd name="connsiteX29" fmla="*/ 265209 w 316929"/>
                  <a:gd name="connsiteY29" fmla="*/ 326451 h 700152"/>
                  <a:gd name="connsiteX30" fmla="*/ 302261 w 316929"/>
                  <a:gd name="connsiteY30" fmla="*/ 271206 h 700152"/>
                  <a:gd name="connsiteX31" fmla="*/ 316548 w 316929"/>
                  <a:gd name="connsiteY31" fmla="*/ 264824 h 700152"/>
                  <a:gd name="connsiteX32" fmla="*/ 316929 w 316929"/>
                  <a:gd name="connsiteY32" fmla="*/ 264633 h 700152"/>
                  <a:gd name="connsiteX33" fmla="*/ 316929 w 316929"/>
                  <a:gd name="connsiteY33" fmla="*/ 229486 h 700152"/>
                  <a:gd name="connsiteX34" fmla="*/ 305785 w 316929"/>
                  <a:gd name="connsiteY34" fmla="*/ 234344 h 700152"/>
                  <a:gd name="connsiteX35" fmla="*/ 244063 w 316929"/>
                  <a:gd name="connsiteY35" fmla="*/ 275778 h 700152"/>
                  <a:gd name="connsiteX36" fmla="*/ 269971 w 316929"/>
                  <a:gd name="connsiteY36" fmla="*/ 18412 h 700152"/>
                  <a:gd name="connsiteX37" fmla="*/ 266732 w 316929"/>
                  <a:gd name="connsiteY37" fmla="*/ 25651 h 700152"/>
                  <a:gd name="connsiteX38" fmla="*/ 269780 w 316929"/>
                  <a:gd name="connsiteY38" fmla="*/ 24508 h 700152"/>
                  <a:gd name="connsiteX39" fmla="*/ 314834 w 316929"/>
                  <a:gd name="connsiteY39" fmla="*/ 15936 h 700152"/>
                  <a:gd name="connsiteX40" fmla="*/ 316929 w 316929"/>
                  <a:gd name="connsiteY40" fmla="*/ 16698 h 700152"/>
                  <a:gd name="connsiteX41" fmla="*/ 316929 w 316929"/>
                  <a:gd name="connsiteY41" fmla="*/ 29 h 700152"/>
                  <a:gd name="connsiteX42" fmla="*/ 269971 w 316929"/>
                  <a:gd name="connsiteY42" fmla="*/ 18412 h 700152"/>
                  <a:gd name="connsiteX43" fmla="*/ 112427 w 316929"/>
                  <a:gd name="connsiteY43" fmla="*/ 341119 h 700152"/>
                  <a:gd name="connsiteX44" fmla="*/ 128810 w 316929"/>
                  <a:gd name="connsiteY44" fmla="*/ 356740 h 700152"/>
                  <a:gd name="connsiteX45" fmla="*/ 145193 w 316929"/>
                  <a:gd name="connsiteY45" fmla="*/ 341119 h 700152"/>
                  <a:gd name="connsiteX46" fmla="*/ 128810 w 316929"/>
                  <a:gd name="connsiteY46" fmla="*/ 325594 h 700152"/>
                  <a:gd name="connsiteX47" fmla="*/ 112427 w 316929"/>
                  <a:gd name="connsiteY47" fmla="*/ 341119 h 700152"/>
                  <a:gd name="connsiteX48" fmla="*/ 164053 w 316929"/>
                  <a:gd name="connsiteY48" fmla="*/ 114329 h 700152"/>
                  <a:gd name="connsiteX49" fmla="*/ 164053 w 316929"/>
                  <a:gd name="connsiteY49" fmla="*/ 114329 h 700152"/>
                  <a:gd name="connsiteX50" fmla="*/ 164053 w 316929"/>
                  <a:gd name="connsiteY50" fmla="*/ 114329 h 700152"/>
                  <a:gd name="connsiteX51" fmla="*/ 164053 w 316929"/>
                  <a:gd name="connsiteY51" fmla="*/ 114329 h 700152"/>
                  <a:gd name="connsiteX52" fmla="*/ 151861 w 316929"/>
                  <a:gd name="connsiteY52" fmla="*/ 341119 h 700152"/>
                  <a:gd name="connsiteX53" fmla="*/ 128810 w 316929"/>
                  <a:gd name="connsiteY53" fmla="*/ 363027 h 700152"/>
                  <a:gd name="connsiteX54" fmla="*/ 105760 w 316929"/>
                  <a:gd name="connsiteY54" fmla="*/ 341119 h 700152"/>
                  <a:gd name="connsiteX55" fmla="*/ 128810 w 316929"/>
                  <a:gd name="connsiteY55" fmla="*/ 319212 h 700152"/>
                  <a:gd name="connsiteX56" fmla="*/ 151861 w 316929"/>
                  <a:gd name="connsiteY56" fmla="*/ 341119 h 700152"/>
                  <a:gd name="connsiteX57" fmla="*/ 305976 w 316929"/>
                  <a:gd name="connsiteY57" fmla="*/ 86897 h 700152"/>
                  <a:gd name="connsiteX58" fmla="*/ 303023 w 316929"/>
                  <a:gd name="connsiteY58" fmla="*/ 68799 h 700152"/>
                  <a:gd name="connsiteX59" fmla="*/ 273686 w 316929"/>
                  <a:gd name="connsiteY59" fmla="*/ 43177 h 700152"/>
                  <a:gd name="connsiteX60" fmla="*/ 244253 w 316929"/>
                  <a:gd name="connsiteY60" fmla="*/ 63561 h 700152"/>
                  <a:gd name="connsiteX61" fmla="*/ 244253 w 316929"/>
                  <a:gd name="connsiteY61" fmla="*/ 111662 h 700152"/>
                  <a:gd name="connsiteX62" fmla="*/ 241872 w 316929"/>
                  <a:gd name="connsiteY62" fmla="*/ 117663 h 700152"/>
                  <a:gd name="connsiteX63" fmla="*/ 236252 w 316929"/>
                  <a:gd name="connsiteY63" fmla="*/ 119472 h 700152"/>
                  <a:gd name="connsiteX64" fmla="*/ 227204 w 316929"/>
                  <a:gd name="connsiteY64" fmla="*/ 112138 h 700152"/>
                  <a:gd name="connsiteX65" fmla="*/ 227204 w 316929"/>
                  <a:gd name="connsiteY65" fmla="*/ 86230 h 700152"/>
                  <a:gd name="connsiteX66" fmla="*/ 174530 w 316929"/>
                  <a:gd name="connsiteY66" fmla="*/ 52416 h 700152"/>
                  <a:gd name="connsiteX67" fmla="*/ 116523 w 316929"/>
                  <a:gd name="connsiteY67" fmla="*/ 88326 h 700152"/>
                  <a:gd name="connsiteX68" fmla="*/ 116523 w 316929"/>
                  <a:gd name="connsiteY68" fmla="*/ 207293 h 700152"/>
                  <a:gd name="connsiteX69" fmla="*/ 108998 w 316929"/>
                  <a:gd name="connsiteY69" fmla="*/ 220247 h 700152"/>
                  <a:gd name="connsiteX70" fmla="*/ 100521 w 316929"/>
                  <a:gd name="connsiteY70" fmla="*/ 220723 h 700152"/>
                  <a:gd name="connsiteX71" fmla="*/ 96997 w 316929"/>
                  <a:gd name="connsiteY71" fmla="*/ 209198 h 700152"/>
                  <a:gd name="connsiteX72" fmla="*/ 95854 w 316929"/>
                  <a:gd name="connsiteY72" fmla="*/ 207293 h 700152"/>
                  <a:gd name="connsiteX73" fmla="*/ 92139 w 316929"/>
                  <a:gd name="connsiteY73" fmla="*/ 210722 h 700152"/>
                  <a:gd name="connsiteX74" fmla="*/ 92806 w 316929"/>
                  <a:gd name="connsiteY74" fmla="*/ 234820 h 700152"/>
                  <a:gd name="connsiteX75" fmla="*/ 112618 w 316929"/>
                  <a:gd name="connsiteY75" fmla="*/ 250632 h 700152"/>
                  <a:gd name="connsiteX76" fmla="*/ 112427 w 316929"/>
                  <a:gd name="connsiteY76" fmla="*/ 267110 h 700152"/>
                  <a:gd name="connsiteX77" fmla="*/ 112237 w 316929"/>
                  <a:gd name="connsiteY77" fmla="*/ 267110 h 700152"/>
                  <a:gd name="connsiteX78" fmla="*/ 70898 w 316929"/>
                  <a:gd name="connsiteY78" fmla="*/ 225486 h 700152"/>
                  <a:gd name="connsiteX79" fmla="*/ 70898 w 316929"/>
                  <a:gd name="connsiteY79" fmla="*/ 61275 h 700152"/>
                  <a:gd name="connsiteX80" fmla="*/ 51848 w 316929"/>
                  <a:gd name="connsiteY80" fmla="*/ 25080 h 700152"/>
                  <a:gd name="connsiteX81" fmla="*/ 6033 w 316929"/>
                  <a:gd name="connsiteY81" fmla="*/ 43844 h 700152"/>
                  <a:gd name="connsiteX82" fmla="*/ 5081 w 316929"/>
                  <a:gd name="connsiteY82" fmla="*/ 76419 h 700152"/>
                  <a:gd name="connsiteX83" fmla="*/ 31560 w 316929"/>
                  <a:gd name="connsiteY83" fmla="*/ 82896 h 700152"/>
                  <a:gd name="connsiteX84" fmla="*/ 33370 w 316929"/>
                  <a:gd name="connsiteY84" fmla="*/ 80610 h 700152"/>
                  <a:gd name="connsiteX85" fmla="*/ 31274 w 316929"/>
                  <a:gd name="connsiteY85" fmla="*/ 79182 h 700152"/>
                  <a:gd name="connsiteX86" fmla="*/ 20892 w 316929"/>
                  <a:gd name="connsiteY86" fmla="*/ 67561 h 700152"/>
                  <a:gd name="connsiteX87" fmla="*/ 34037 w 316929"/>
                  <a:gd name="connsiteY87" fmla="*/ 54988 h 700152"/>
                  <a:gd name="connsiteX88" fmla="*/ 46895 w 316929"/>
                  <a:gd name="connsiteY88" fmla="*/ 67561 h 700152"/>
                  <a:gd name="connsiteX89" fmla="*/ 46895 w 316929"/>
                  <a:gd name="connsiteY89" fmla="*/ 232534 h 700152"/>
                  <a:gd name="connsiteX90" fmla="*/ 22797 w 316929"/>
                  <a:gd name="connsiteY90" fmla="*/ 256918 h 700152"/>
                  <a:gd name="connsiteX91" fmla="*/ 33370 w 316929"/>
                  <a:gd name="connsiteY91" fmla="*/ 277016 h 700152"/>
                  <a:gd name="connsiteX92" fmla="*/ 35370 w 316929"/>
                  <a:gd name="connsiteY92" fmla="*/ 276635 h 700152"/>
                  <a:gd name="connsiteX93" fmla="*/ 35370 w 316929"/>
                  <a:gd name="connsiteY93" fmla="*/ 273492 h 700152"/>
                  <a:gd name="connsiteX94" fmla="*/ 35084 w 316929"/>
                  <a:gd name="connsiteY94" fmla="*/ 261490 h 700152"/>
                  <a:gd name="connsiteX95" fmla="*/ 48705 w 316929"/>
                  <a:gd name="connsiteY95" fmla="*/ 256632 h 700152"/>
                  <a:gd name="connsiteX96" fmla="*/ 54230 w 316929"/>
                  <a:gd name="connsiteY96" fmla="*/ 259871 h 700152"/>
                  <a:gd name="connsiteX97" fmla="*/ 109951 w 316929"/>
                  <a:gd name="connsiteY97" fmla="*/ 290732 h 700152"/>
                  <a:gd name="connsiteX98" fmla="*/ 112808 w 316929"/>
                  <a:gd name="connsiteY98" fmla="*/ 292542 h 700152"/>
                  <a:gd name="connsiteX99" fmla="*/ 112618 w 316929"/>
                  <a:gd name="connsiteY99" fmla="*/ 301495 h 700152"/>
                  <a:gd name="connsiteX100" fmla="*/ 83471 w 316929"/>
                  <a:gd name="connsiteY100" fmla="*/ 358359 h 700152"/>
                  <a:gd name="connsiteX101" fmla="*/ 95759 w 316929"/>
                  <a:gd name="connsiteY101" fmla="*/ 434178 h 700152"/>
                  <a:gd name="connsiteX102" fmla="*/ 97187 w 316929"/>
                  <a:gd name="connsiteY102" fmla="*/ 434559 h 700152"/>
                  <a:gd name="connsiteX103" fmla="*/ 179198 w 316929"/>
                  <a:gd name="connsiteY103" fmla="*/ 438370 h 700152"/>
                  <a:gd name="connsiteX104" fmla="*/ 183103 w 316929"/>
                  <a:gd name="connsiteY104" fmla="*/ 443513 h 700152"/>
                  <a:gd name="connsiteX105" fmla="*/ 181484 w 316929"/>
                  <a:gd name="connsiteY105" fmla="*/ 445608 h 700152"/>
                  <a:gd name="connsiteX106" fmla="*/ 178817 w 316929"/>
                  <a:gd name="connsiteY106" fmla="*/ 444942 h 700152"/>
                  <a:gd name="connsiteX107" fmla="*/ 139955 w 316929"/>
                  <a:gd name="connsiteY107" fmla="*/ 435417 h 700152"/>
                  <a:gd name="connsiteX108" fmla="*/ 43752 w 316929"/>
                  <a:gd name="connsiteY108" fmla="*/ 476850 h 700152"/>
                  <a:gd name="connsiteX109" fmla="*/ 62993 w 316929"/>
                  <a:gd name="connsiteY109" fmla="*/ 547526 h 700152"/>
                  <a:gd name="connsiteX110" fmla="*/ 65850 w 316929"/>
                  <a:gd name="connsiteY110" fmla="*/ 547907 h 700152"/>
                  <a:gd name="connsiteX111" fmla="*/ 66898 w 316929"/>
                  <a:gd name="connsiteY111" fmla="*/ 546383 h 700152"/>
                  <a:gd name="connsiteX112" fmla="*/ 88424 w 316929"/>
                  <a:gd name="connsiteY112" fmla="*/ 492757 h 700152"/>
                  <a:gd name="connsiteX113" fmla="*/ 161767 w 316929"/>
                  <a:gd name="connsiteY113" fmla="*/ 473041 h 700152"/>
                  <a:gd name="connsiteX114" fmla="*/ 166529 w 316929"/>
                  <a:gd name="connsiteY114" fmla="*/ 477517 h 700152"/>
                  <a:gd name="connsiteX115" fmla="*/ 165958 w 316929"/>
                  <a:gd name="connsiteY115" fmla="*/ 479613 h 700152"/>
                  <a:gd name="connsiteX116" fmla="*/ 163958 w 316929"/>
                  <a:gd name="connsiteY116" fmla="*/ 479708 h 700152"/>
                  <a:gd name="connsiteX117" fmla="*/ 110427 w 316929"/>
                  <a:gd name="connsiteY117" fmla="*/ 485804 h 700152"/>
                  <a:gd name="connsiteX118" fmla="*/ 265780 w 316929"/>
                  <a:gd name="connsiteY118" fmla="*/ 551241 h 700152"/>
                  <a:gd name="connsiteX119" fmla="*/ 286544 w 316929"/>
                  <a:gd name="connsiteY119" fmla="*/ 550955 h 700152"/>
                  <a:gd name="connsiteX120" fmla="*/ 306642 w 316929"/>
                  <a:gd name="connsiteY120" fmla="*/ 593437 h 700152"/>
                  <a:gd name="connsiteX121" fmla="*/ 290831 w 316929"/>
                  <a:gd name="connsiteY121" fmla="*/ 611820 h 700152"/>
                  <a:gd name="connsiteX122" fmla="*/ 240634 w 316929"/>
                  <a:gd name="connsiteY122" fmla="*/ 610867 h 700152"/>
                  <a:gd name="connsiteX123" fmla="*/ 238538 w 316929"/>
                  <a:gd name="connsiteY123" fmla="*/ 598389 h 700152"/>
                  <a:gd name="connsiteX124" fmla="*/ 256731 w 316929"/>
                  <a:gd name="connsiteY124" fmla="*/ 571815 h 700152"/>
                  <a:gd name="connsiteX125" fmla="*/ 258446 w 316929"/>
                  <a:gd name="connsiteY125" fmla="*/ 570196 h 700152"/>
                  <a:gd name="connsiteX126" fmla="*/ 251683 w 316929"/>
                  <a:gd name="connsiteY126" fmla="*/ 568100 h 700152"/>
                  <a:gd name="connsiteX127" fmla="*/ 209868 w 316929"/>
                  <a:gd name="connsiteY127" fmla="*/ 597437 h 700152"/>
                  <a:gd name="connsiteX128" fmla="*/ 208058 w 316929"/>
                  <a:gd name="connsiteY128" fmla="*/ 606391 h 700152"/>
                  <a:gd name="connsiteX129" fmla="*/ 197105 w 316929"/>
                  <a:gd name="connsiteY129" fmla="*/ 614296 h 700152"/>
                  <a:gd name="connsiteX130" fmla="*/ 192342 w 316929"/>
                  <a:gd name="connsiteY130" fmla="*/ 614772 h 700152"/>
                  <a:gd name="connsiteX131" fmla="*/ 164148 w 316929"/>
                  <a:gd name="connsiteY131" fmla="*/ 638490 h 700152"/>
                  <a:gd name="connsiteX132" fmla="*/ 173387 w 316929"/>
                  <a:gd name="connsiteY132" fmla="*/ 668493 h 700152"/>
                  <a:gd name="connsiteX133" fmla="*/ 195200 w 316929"/>
                  <a:gd name="connsiteY133" fmla="*/ 678781 h 700152"/>
                  <a:gd name="connsiteX134" fmla="*/ 196533 w 316929"/>
                  <a:gd name="connsiteY134" fmla="*/ 677637 h 700152"/>
                  <a:gd name="connsiteX135" fmla="*/ 194628 w 316929"/>
                  <a:gd name="connsiteY135" fmla="*/ 674875 h 700152"/>
                  <a:gd name="connsiteX136" fmla="*/ 184436 w 316929"/>
                  <a:gd name="connsiteY136" fmla="*/ 654301 h 700152"/>
                  <a:gd name="connsiteX137" fmla="*/ 201772 w 316929"/>
                  <a:gd name="connsiteY137" fmla="*/ 643252 h 700152"/>
                  <a:gd name="connsiteX138" fmla="*/ 205677 w 316929"/>
                  <a:gd name="connsiteY138" fmla="*/ 645919 h 700152"/>
                  <a:gd name="connsiteX139" fmla="*/ 205677 w 316929"/>
                  <a:gd name="connsiteY139" fmla="*/ 648586 h 700152"/>
                  <a:gd name="connsiteX140" fmla="*/ 206249 w 316929"/>
                  <a:gd name="connsiteY140" fmla="*/ 656206 h 700152"/>
                  <a:gd name="connsiteX141" fmla="*/ 244634 w 316929"/>
                  <a:gd name="connsiteY141" fmla="*/ 700116 h 700152"/>
                  <a:gd name="connsiteX142" fmla="*/ 247111 w 316929"/>
                  <a:gd name="connsiteY142" fmla="*/ 698688 h 700152"/>
                  <a:gd name="connsiteX143" fmla="*/ 243968 w 316929"/>
                  <a:gd name="connsiteY143" fmla="*/ 695259 h 700152"/>
                  <a:gd name="connsiteX144" fmla="*/ 230156 w 316929"/>
                  <a:gd name="connsiteY144" fmla="*/ 661731 h 700152"/>
                  <a:gd name="connsiteX145" fmla="*/ 234062 w 316929"/>
                  <a:gd name="connsiteY145" fmla="*/ 646205 h 700152"/>
                  <a:gd name="connsiteX146" fmla="*/ 261494 w 316929"/>
                  <a:gd name="connsiteY146" fmla="*/ 648586 h 700152"/>
                  <a:gd name="connsiteX147" fmla="*/ 271209 w 316929"/>
                  <a:gd name="connsiteY147" fmla="*/ 668303 h 700152"/>
                  <a:gd name="connsiteX148" fmla="*/ 262351 w 316929"/>
                  <a:gd name="connsiteY148" fmla="*/ 675351 h 700152"/>
                  <a:gd name="connsiteX149" fmla="*/ 261589 w 316929"/>
                  <a:gd name="connsiteY149" fmla="*/ 677352 h 700152"/>
                  <a:gd name="connsiteX150" fmla="*/ 263875 w 316929"/>
                  <a:gd name="connsiteY150" fmla="*/ 678685 h 700152"/>
                  <a:gd name="connsiteX151" fmla="*/ 291212 w 316929"/>
                  <a:gd name="connsiteY151" fmla="*/ 647062 h 700152"/>
                  <a:gd name="connsiteX152" fmla="*/ 291402 w 316929"/>
                  <a:gd name="connsiteY152" fmla="*/ 645729 h 700152"/>
                  <a:gd name="connsiteX153" fmla="*/ 293879 w 316929"/>
                  <a:gd name="connsiteY153" fmla="*/ 644872 h 700152"/>
                  <a:gd name="connsiteX154" fmla="*/ 308833 w 316929"/>
                  <a:gd name="connsiteY154" fmla="*/ 645062 h 700152"/>
                  <a:gd name="connsiteX155" fmla="*/ 316929 w 316929"/>
                  <a:gd name="connsiteY155" fmla="*/ 645062 h 700152"/>
                  <a:gd name="connsiteX156" fmla="*/ 316929 w 316929"/>
                  <a:gd name="connsiteY156" fmla="*/ 473422 h 700152"/>
                  <a:gd name="connsiteX157" fmla="*/ 259874 w 316929"/>
                  <a:gd name="connsiteY157" fmla="*/ 473422 h 700152"/>
                  <a:gd name="connsiteX158" fmla="*/ 241205 w 316929"/>
                  <a:gd name="connsiteY158" fmla="*/ 484471 h 700152"/>
                  <a:gd name="connsiteX159" fmla="*/ 263018 w 316929"/>
                  <a:gd name="connsiteY159" fmla="*/ 501901 h 700152"/>
                  <a:gd name="connsiteX160" fmla="*/ 266161 w 316929"/>
                  <a:gd name="connsiteY160" fmla="*/ 504378 h 700152"/>
                  <a:gd name="connsiteX161" fmla="*/ 262732 w 316929"/>
                  <a:gd name="connsiteY161" fmla="*/ 505330 h 700152"/>
                  <a:gd name="connsiteX162" fmla="*/ 225203 w 316929"/>
                  <a:gd name="connsiteY162" fmla="*/ 493805 h 700152"/>
                  <a:gd name="connsiteX163" fmla="*/ 224441 w 316929"/>
                  <a:gd name="connsiteY163" fmla="*/ 469707 h 700152"/>
                  <a:gd name="connsiteX164" fmla="*/ 257684 w 316929"/>
                  <a:gd name="connsiteY164" fmla="*/ 455229 h 700152"/>
                  <a:gd name="connsiteX165" fmla="*/ 316834 w 316929"/>
                  <a:gd name="connsiteY165" fmla="*/ 455229 h 700152"/>
                  <a:gd name="connsiteX166" fmla="*/ 316834 w 316929"/>
                  <a:gd name="connsiteY166" fmla="*/ 432273 h 700152"/>
                  <a:gd name="connsiteX167" fmla="*/ 236634 w 316929"/>
                  <a:gd name="connsiteY167" fmla="*/ 427987 h 700152"/>
                  <a:gd name="connsiteX168" fmla="*/ 181674 w 316929"/>
                  <a:gd name="connsiteY168" fmla="*/ 341310 h 700152"/>
                  <a:gd name="connsiteX169" fmla="*/ 193866 w 316929"/>
                  <a:gd name="connsiteY169" fmla="*/ 323212 h 700152"/>
                  <a:gd name="connsiteX170" fmla="*/ 212630 w 316929"/>
                  <a:gd name="connsiteY170" fmla="*/ 314925 h 700152"/>
                  <a:gd name="connsiteX171" fmla="*/ 214726 w 316929"/>
                  <a:gd name="connsiteY171" fmla="*/ 314354 h 700152"/>
                  <a:gd name="connsiteX172" fmla="*/ 213011 w 316929"/>
                  <a:gd name="connsiteY172" fmla="*/ 310544 h 700152"/>
                  <a:gd name="connsiteX173" fmla="*/ 136430 w 316929"/>
                  <a:gd name="connsiteY173" fmla="*/ 295304 h 700152"/>
                  <a:gd name="connsiteX174" fmla="*/ 135668 w 316929"/>
                  <a:gd name="connsiteY174" fmla="*/ 294637 h 700152"/>
                  <a:gd name="connsiteX175" fmla="*/ 148813 w 316929"/>
                  <a:gd name="connsiteY175" fmla="*/ 223390 h 700152"/>
                  <a:gd name="connsiteX176" fmla="*/ 171101 w 316929"/>
                  <a:gd name="connsiteY176" fmla="*/ 217866 h 700152"/>
                  <a:gd name="connsiteX177" fmla="*/ 181388 w 316929"/>
                  <a:gd name="connsiteY177" fmla="*/ 230534 h 700152"/>
                  <a:gd name="connsiteX178" fmla="*/ 176150 w 316929"/>
                  <a:gd name="connsiteY178" fmla="*/ 251013 h 700152"/>
                  <a:gd name="connsiteX179" fmla="*/ 162338 w 316929"/>
                  <a:gd name="connsiteY179" fmla="*/ 248441 h 700152"/>
                  <a:gd name="connsiteX180" fmla="*/ 159767 w 316929"/>
                  <a:gd name="connsiteY180" fmla="*/ 244155 h 700152"/>
                  <a:gd name="connsiteX181" fmla="*/ 159195 w 316929"/>
                  <a:gd name="connsiteY181" fmla="*/ 242535 h 700152"/>
                  <a:gd name="connsiteX182" fmla="*/ 156814 w 316929"/>
                  <a:gd name="connsiteY182" fmla="*/ 240249 h 700152"/>
                  <a:gd name="connsiteX183" fmla="*/ 155957 w 316929"/>
                  <a:gd name="connsiteY183" fmla="*/ 241107 h 700152"/>
                  <a:gd name="connsiteX184" fmla="*/ 173387 w 316929"/>
                  <a:gd name="connsiteY184" fmla="*/ 273016 h 700152"/>
                  <a:gd name="connsiteX185" fmla="*/ 230061 w 316929"/>
                  <a:gd name="connsiteY185" fmla="*/ 253108 h 700152"/>
                  <a:gd name="connsiteX186" fmla="*/ 235776 w 316929"/>
                  <a:gd name="connsiteY186" fmla="*/ 193482 h 700152"/>
                  <a:gd name="connsiteX187" fmla="*/ 233681 w 316929"/>
                  <a:gd name="connsiteY187" fmla="*/ 192815 h 700152"/>
                  <a:gd name="connsiteX188" fmla="*/ 233205 w 316929"/>
                  <a:gd name="connsiteY188" fmla="*/ 196911 h 700152"/>
                  <a:gd name="connsiteX189" fmla="*/ 211487 w 316929"/>
                  <a:gd name="connsiteY189" fmla="*/ 228343 h 700152"/>
                  <a:gd name="connsiteX190" fmla="*/ 190056 w 316929"/>
                  <a:gd name="connsiteY190" fmla="*/ 212722 h 700152"/>
                  <a:gd name="connsiteX191" fmla="*/ 193199 w 316929"/>
                  <a:gd name="connsiteY191" fmla="*/ 210436 h 700152"/>
                  <a:gd name="connsiteX192" fmla="*/ 212726 w 316929"/>
                  <a:gd name="connsiteY192" fmla="*/ 200625 h 700152"/>
                  <a:gd name="connsiteX193" fmla="*/ 204439 w 316929"/>
                  <a:gd name="connsiteY193" fmla="*/ 171003 h 700152"/>
                  <a:gd name="connsiteX194" fmla="*/ 201486 w 316929"/>
                  <a:gd name="connsiteY194" fmla="*/ 171003 h 700152"/>
                  <a:gd name="connsiteX195" fmla="*/ 201105 w 316929"/>
                  <a:gd name="connsiteY195" fmla="*/ 171955 h 700152"/>
                  <a:gd name="connsiteX196" fmla="*/ 193104 w 316929"/>
                  <a:gd name="connsiteY196" fmla="*/ 191481 h 700152"/>
                  <a:gd name="connsiteX197" fmla="*/ 178436 w 316929"/>
                  <a:gd name="connsiteY197" fmla="*/ 182623 h 700152"/>
                  <a:gd name="connsiteX198" fmla="*/ 192152 w 316929"/>
                  <a:gd name="connsiteY198" fmla="*/ 167193 h 700152"/>
                  <a:gd name="connsiteX199" fmla="*/ 192914 w 316929"/>
                  <a:gd name="connsiteY199" fmla="*/ 166431 h 700152"/>
                  <a:gd name="connsiteX200" fmla="*/ 192152 w 316929"/>
                  <a:gd name="connsiteY200" fmla="*/ 164430 h 700152"/>
                  <a:gd name="connsiteX201" fmla="*/ 159005 w 316929"/>
                  <a:gd name="connsiteY201" fmla="*/ 175384 h 700152"/>
                  <a:gd name="connsiteX202" fmla="*/ 166529 w 316929"/>
                  <a:gd name="connsiteY202" fmla="*/ 198720 h 700152"/>
                  <a:gd name="connsiteX203" fmla="*/ 166339 w 316929"/>
                  <a:gd name="connsiteY203" fmla="*/ 199959 h 700152"/>
                  <a:gd name="connsiteX204" fmla="*/ 151004 w 316929"/>
                  <a:gd name="connsiteY204" fmla="*/ 202816 h 700152"/>
                  <a:gd name="connsiteX205" fmla="*/ 140336 w 316929"/>
                  <a:gd name="connsiteY205" fmla="*/ 183671 h 700152"/>
                  <a:gd name="connsiteX206" fmla="*/ 140336 w 316929"/>
                  <a:gd name="connsiteY206" fmla="*/ 105090 h 700152"/>
                  <a:gd name="connsiteX207" fmla="*/ 158052 w 316929"/>
                  <a:gd name="connsiteY207" fmla="*/ 91945 h 700152"/>
                  <a:gd name="connsiteX208" fmla="*/ 177864 w 316929"/>
                  <a:gd name="connsiteY208" fmla="*/ 101756 h 700152"/>
                  <a:gd name="connsiteX209" fmla="*/ 175102 w 316929"/>
                  <a:gd name="connsiteY209" fmla="*/ 115662 h 700152"/>
                  <a:gd name="connsiteX210" fmla="*/ 163767 w 316929"/>
                  <a:gd name="connsiteY210" fmla="*/ 113853 h 700152"/>
                  <a:gd name="connsiteX211" fmla="*/ 163577 w 316929"/>
                  <a:gd name="connsiteY211" fmla="*/ 114138 h 700152"/>
                  <a:gd name="connsiteX212" fmla="*/ 163577 w 316929"/>
                  <a:gd name="connsiteY212" fmla="*/ 114138 h 700152"/>
                  <a:gd name="connsiteX213" fmla="*/ 163577 w 316929"/>
                  <a:gd name="connsiteY213" fmla="*/ 114424 h 700152"/>
                  <a:gd name="connsiteX214" fmla="*/ 163767 w 316929"/>
                  <a:gd name="connsiteY214" fmla="*/ 120139 h 700152"/>
                  <a:gd name="connsiteX215" fmla="*/ 178436 w 316929"/>
                  <a:gd name="connsiteY215" fmla="*/ 128902 h 700152"/>
                  <a:gd name="connsiteX216" fmla="*/ 193390 w 316929"/>
                  <a:gd name="connsiteY216" fmla="*/ 126521 h 700152"/>
                  <a:gd name="connsiteX217" fmla="*/ 197200 w 316929"/>
                  <a:gd name="connsiteY217" fmla="*/ 116996 h 700152"/>
                  <a:gd name="connsiteX218" fmla="*/ 197200 w 316929"/>
                  <a:gd name="connsiteY218" fmla="*/ 104232 h 700152"/>
                  <a:gd name="connsiteX219" fmla="*/ 203486 w 316929"/>
                  <a:gd name="connsiteY219" fmla="*/ 95374 h 700152"/>
                  <a:gd name="connsiteX220" fmla="*/ 209582 w 316929"/>
                  <a:gd name="connsiteY220" fmla="*/ 101946 h 700152"/>
                  <a:gd name="connsiteX221" fmla="*/ 209773 w 316929"/>
                  <a:gd name="connsiteY221" fmla="*/ 118901 h 700152"/>
                  <a:gd name="connsiteX222" fmla="*/ 209582 w 316929"/>
                  <a:gd name="connsiteY222" fmla="*/ 146809 h 700152"/>
                  <a:gd name="connsiteX223" fmla="*/ 239872 w 316929"/>
                  <a:gd name="connsiteY223" fmla="*/ 176051 h 700152"/>
                  <a:gd name="connsiteX224" fmla="*/ 269304 w 316929"/>
                  <a:gd name="connsiteY224" fmla="*/ 148809 h 700152"/>
                  <a:gd name="connsiteX225" fmla="*/ 269304 w 316929"/>
                  <a:gd name="connsiteY225" fmla="*/ 107376 h 700152"/>
                  <a:gd name="connsiteX226" fmla="*/ 277591 w 316929"/>
                  <a:gd name="connsiteY226" fmla="*/ 94326 h 700152"/>
                  <a:gd name="connsiteX227" fmla="*/ 291021 w 316929"/>
                  <a:gd name="connsiteY227" fmla="*/ 106328 h 700152"/>
                  <a:gd name="connsiteX228" fmla="*/ 289593 w 316929"/>
                  <a:gd name="connsiteY228" fmla="*/ 121568 h 700152"/>
                  <a:gd name="connsiteX229" fmla="*/ 288259 w 316929"/>
                  <a:gd name="connsiteY229" fmla="*/ 124330 h 700152"/>
                  <a:gd name="connsiteX230" fmla="*/ 287211 w 316929"/>
                  <a:gd name="connsiteY230" fmla="*/ 126330 h 700152"/>
                  <a:gd name="connsiteX231" fmla="*/ 284544 w 316929"/>
                  <a:gd name="connsiteY231" fmla="*/ 134427 h 700152"/>
                  <a:gd name="connsiteX232" fmla="*/ 289783 w 316929"/>
                  <a:gd name="connsiteY232" fmla="*/ 134903 h 700152"/>
                  <a:gd name="connsiteX233" fmla="*/ 316929 w 316929"/>
                  <a:gd name="connsiteY233" fmla="*/ 128140 h 700152"/>
                  <a:gd name="connsiteX234" fmla="*/ 316929 w 316929"/>
                  <a:gd name="connsiteY234" fmla="*/ 89278 h 700152"/>
                  <a:gd name="connsiteX235" fmla="*/ 316358 w 316929"/>
                  <a:gd name="connsiteY235" fmla="*/ 89278 h 700152"/>
                  <a:gd name="connsiteX236" fmla="*/ 305880 w 316929"/>
                  <a:gd name="connsiteY236" fmla="*/ 86992 h 700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</a:cxnLst>
                <a:rect l="l" t="t" r="r" b="b"/>
                <a:pathLst>
                  <a:path w="316929" h="700152">
                    <a:moveTo>
                      <a:pt x="288164" y="322926"/>
                    </a:moveTo>
                    <a:cubicBezTo>
                      <a:pt x="287687" y="325117"/>
                      <a:pt x="288545" y="327403"/>
                      <a:pt x="290164" y="328070"/>
                    </a:cubicBezTo>
                    <a:cubicBezTo>
                      <a:pt x="290735" y="328356"/>
                      <a:pt x="292450" y="328642"/>
                      <a:pt x="294069" y="325689"/>
                    </a:cubicBezTo>
                    <a:lnTo>
                      <a:pt x="295593" y="322069"/>
                    </a:lnTo>
                    <a:cubicBezTo>
                      <a:pt x="299022" y="313306"/>
                      <a:pt x="302165" y="305686"/>
                      <a:pt x="316834" y="304067"/>
                    </a:cubicBezTo>
                    <a:lnTo>
                      <a:pt x="316834" y="287684"/>
                    </a:lnTo>
                    <a:cubicBezTo>
                      <a:pt x="302737" y="292351"/>
                      <a:pt x="290355" y="303686"/>
                      <a:pt x="288164" y="322926"/>
                    </a:cubicBezTo>
                    <a:moveTo>
                      <a:pt x="83376" y="419034"/>
                    </a:moveTo>
                    <a:lnTo>
                      <a:pt x="83376" y="419034"/>
                    </a:lnTo>
                    <a:cubicBezTo>
                      <a:pt x="82805" y="419034"/>
                      <a:pt x="82233" y="419034"/>
                      <a:pt x="81566" y="419034"/>
                    </a:cubicBezTo>
                    <a:lnTo>
                      <a:pt x="83376" y="419034"/>
                    </a:lnTo>
                    <a:close/>
                    <a:moveTo>
                      <a:pt x="83090" y="419320"/>
                    </a:moveTo>
                    <a:lnTo>
                      <a:pt x="83471" y="419320"/>
                    </a:lnTo>
                    <a:lnTo>
                      <a:pt x="84043" y="418938"/>
                    </a:lnTo>
                    <a:lnTo>
                      <a:pt x="78614" y="382267"/>
                    </a:lnTo>
                    <a:cubicBezTo>
                      <a:pt x="78614" y="380267"/>
                      <a:pt x="78614" y="378838"/>
                      <a:pt x="77661" y="378267"/>
                    </a:cubicBezTo>
                    <a:cubicBezTo>
                      <a:pt x="76613" y="377505"/>
                      <a:pt x="74708" y="377695"/>
                      <a:pt x="71089" y="378838"/>
                    </a:cubicBezTo>
                    <a:cubicBezTo>
                      <a:pt x="19273" y="395793"/>
                      <a:pt x="18987" y="415414"/>
                      <a:pt x="23369" y="451419"/>
                    </a:cubicBezTo>
                    <a:cubicBezTo>
                      <a:pt x="23654" y="453800"/>
                      <a:pt x="26893" y="457991"/>
                      <a:pt x="28131" y="458086"/>
                    </a:cubicBezTo>
                    <a:lnTo>
                      <a:pt x="28417" y="458086"/>
                    </a:lnTo>
                    <a:lnTo>
                      <a:pt x="28703" y="457610"/>
                    </a:lnTo>
                    <a:cubicBezTo>
                      <a:pt x="29274" y="454467"/>
                      <a:pt x="31274" y="450085"/>
                      <a:pt x="32132" y="448466"/>
                    </a:cubicBezTo>
                    <a:cubicBezTo>
                      <a:pt x="47276" y="421701"/>
                      <a:pt x="72899" y="419224"/>
                      <a:pt x="83186" y="419415"/>
                    </a:cubicBezTo>
                    <a:moveTo>
                      <a:pt x="244063" y="275492"/>
                    </a:moveTo>
                    <a:cubicBezTo>
                      <a:pt x="237776" y="283969"/>
                      <a:pt x="234538" y="303686"/>
                      <a:pt x="234538" y="334166"/>
                    </a:cubicBezTo>
                    <a:cubicBezTo>
                      <a:pt x="234538" y="382553"/>
                      <a:pt x="271876" y="389316"/>
                      <a:pt x="312262" y="389316"/>
                    </a:cubicBezTo>
                    <a:cubicBezTo>
                      <a:pt x="313881" y="389316"/>
                      <a:pt x="315405" y="389316"/>
                      <a:pt x="316929" y="389316"/>
                    </a:cubicBezTo>
                    <a:lnTo>
                      <a:pt x="316929" y="356264"/>
                    </a:lnTo>
                    <a:cubicBezTo>
                      <a:pt x="315501" y="356359"/>
                      <a:pt x="313881" y="356454"/>
                      <a:pt x="312262" y="356454"/>
                    </a:cubicBezTo>
                    <a:cubicBezTo>
                      <a:pt x="278067" y="356454"/>
                      <a:pt x="265209" y="353883"/>
                      <a:pt x="265209" y="326451"/>
                    </a:cubicBezTo>
                    <a:cubicBezTo>
                      <a:pt x="265209" y="293971"/>
                      <a:pt x="280068" y="280921"/>
                      <a:pt x="302261" y="271206"/>
                    </a:cubicBezTo>
                    <a:lnTo>
                      <a:pt x="316548" y="264824"/>
                    </a:lnTo>
                    <a:cubicBezTo>
                      <a:pt x="316548" y="264824"/>
                      <a:pt x="316739" y="264824"/>
                      <a:pt x="316929" y="264633"/>
                    </a:cubicBezTo>
                    <a:lnTo>
                      <a:pt x="316929" y="229486"/>
                    </a:lnTo>
                    <a:cubicBezTo>
                      <a:pt x="313214" y="231105"/>
                      <a:pt x="309595" y="232725"/>
                      <a:pt x="305785" y="234344"/>
                    </a:cubicBezTo>
                    <a:cubicBezTo>
                      <a:pt x="283497" y="244059"/>
                      <a:pt x="260446" y="254061"/>
                      <a:pt x="244063" y="275778"/>
                    </a:cubicBezTo>
                    <a:moveTo>
                      <a:pt x="269971" y="18412"/>
                    </a:moveTo>
                    <a:cubicBezTo>
                      <a:pt x="267685" y="21365"/>
                      <a:pt x="265875" y="24794"/>
                      <a:pt x="266732" y="25651"/>
                    </a:cubicBezTo>
                    <a:cubicBezTo>
                      <a:pt x="267304" y="26223"/>
                      <a:pt x="268256" y="25746"/>
                      <a:pt x="269780" y="24508"/>
                    </a:cubicBezTo>
                    <a:cubicBezTo>
                      <a:pt x="282639" y="13459"/>
                      <a:pt x="297784" y="10602"/>
                      <a:pt x="314834" y="15936"/>
                    </a:cubicBezTo>
                    <a:cubicBezTo>
                      <a:pt x="315596" y="16221"/>
                      <a:pt x="316262" y="16507"/>
                      <a:pt x="316929" y="16698"/>
                    </a:cubicBezTo>
                    <a:lnTo>
                      <a:pt x="316929" y="29"/>
                    </a:lnTo>
                    <a:cubicBezTo>
                      <a:pt x="287116" y="-733"/>
                      <a:pt x="273590" y="13745"/>
                      <a:pt x="269971" y="18412"/>
                    </a:cubicBezTo>
                    <a:moveTo>
                      <a:pt x="112427" y="341119"/>
                    </a:moveTo>
                    <a:cubicBezTo>
                      <a:pt x="112427" y="349692"/>
                      <a:pt x="119762" y="356740"/>
                      <a:pt x="128810" y="356740"/>
                    </a:cubicBezTo>
                    <a:cubicBezTo>
                      <a:pt x="137859" y="356740"/>
                      <a:pt x="145193" y="349787"/>
                      <a:pt x="145193" y="341119"/>
                    </a:cubicBezTo>
                    <a:cubicBezTo>
                      <a:pt x="145193" y="332451"/>
                      <a:pt x="137859" y="325594"/>
                      <a:pt x="128810" y="325594"/>
                    </a:cubicBezTo>
                    <a:cubicBezTo>
                      <a:pt x="119762" y="325594"/>
                      <a:pt x="112427" y="332547"/>
                      <a:pt x="112427" y="341119"/>
                    </a:cubicBezTo>
                    <a:moveTo>
                      <a:pt x="164053" y="114329"/>
                    </a:moveTo>
                    <a:lnTo>
                      <a:pt x="164053" y="114329"/>
                    </a:lnTo>
                    <a:cubicBezTo>
                      <a:pt x="164053" y="114329"/>
                      <a:pt x="164053" y="114329"/>
                      <a:pt x="164053" y="114329"/>
                    </a:cubicBezTo>
                    <a:cubicBezTo>
                      <a:pt x="164053" y="114329"/>
                      <a:pt x="164053" y="114329"/>
                      <a:pt x="164053" y="114329"/>
                    </a:cubicBezTo>
                    <a:moveTo>
                      <a:pt x="151861" y="341119"/>
                    </a:moveTo>
                    <a:cubicBezTo>
                      <a:pt x="151861" y="353216"/>
                      <a:pt x="141574" y="363027"/>
                      <a:pt x="128810" y="363027"/>
                    </a:cubicBezTo>
                    <a:cubicBezTo>
                      <a:pt x="116047" y="363027"/>
                      <a:pt x="105760" y="353216"/>
                      <a:pt x="105760" y="341119"/>
                    </a:cubicBezTo>
                    <a:cubicBezTo>
                      <a:pt x="105760" y="329022"/>
                      <a:pt x="116142" y="319212"/>
                      <a:pt x="128810" y="319212"/>
                    </a:cubicBezTo>
                    <a:cubicBezTo>
                      <a:pt x="141479" y="319212"/>
                      <a:pt x="151861" y="329022"/>
                      <a:pt x="151861" y="341119"/>
                    </a:cubicBezTo>
                    <a:moveTo>
                      <a:pt x="305976" y="86897"/>
                    </a:moveTo>
                    <a:cubicBezTo>
                      <a:pt x="302737" y="83658"/>
                      <a:pt x="303023" y="68895"/>
                      <a:pt x="303023" y="68799"/>
                    </a:cubicBezTo>
                    <a:cubicBezTo>
                      <a:pt x="303023" y="49845"/>
                      <a:pt x="287211" y="43177"/>
                      <a:pt x="273686" y="43177"/>
                    </a:cubicBezTo>
                    <a:cubicBezTo>
                      <a:pt x="259208" y="43177"/>
                      <a:pt x="244253" y="50797"/>
                      <a:pt x="244253" y="63561"/>
                    </a:cubicBezTo>
                    <a:lnTo>
                      <a:pt x="244253" y="111662"/>
                    </a:lnTo>
                    <a:cubicBezTo>
                      <a:pt x="244349" y="114234"/>
                      <a:pt x="243491" y="116329"/>
                      <a:pt x="241872" y="117663"/>
                    </a:cubicBezTo>
                    <a:cubicBezTo>
                      <a:pt x="240443" y="118901"/>
                      <a:pt x="238538" y="119472"/>
                      <a:pt x="236252" y="119472"/>
                    </a:cubicBezTo>
                    <a:cubicBezTo>
                      <a:pt x="231776" y="119472"/>
                      <a:pt x="227204" y="116805"/>
                      <a:pt x="227204" y="112138"/>
                    </a:cubicBezTo>
                    <a:lnTo>
                      <a:pt x="227204" y="86230"/>
                    </a:lnTo>
                    <a:cubicBezTo>
                      <a:pt x="227204" y="56798"/>
                      <a:pt x="194247" y="52416"/>
                      <a:pt x="174530" y="52416"/>
                    </a:cubicBezTo>
                    <a:cubicBezTo>
                      <a:pt x="146432" y="52416"/>
                      <a:pt x="116523" y="64989"/>
                      <a:pt x="116523" y="88326"/>
                    </a:cubicBezTo>
                    <a:lnTo>
                      <a:pt x="116523" y="207293"/>
                    </a:lnTo>
                    <a:cubicBezTo>
                      <a:pt x="116618" y="213675"/>
                      <a:pt x="112618" y="218247"/>
                      <a:pt x="108998" y="220247"/>
                    </a:cubicBezTo>
                    <a:cubicBezTo>
                      <a:pt x="105950" y="222057"/>
                      <a:pt x="102712" y="222152"/>
                      <a:pt x="100521" y="220723"/>
                    </a:cubicBezTo>
                    <a:cubicBezTo>
                      <a:pt x="98521" y="219485"/>
                      <a:pt x="96425" y="216437"/>
                      <a:pt x="96997" y="209198"/>
                    </a:cubicBezTo>
                    <a:cubicBezTo>
                      <a:pt x="96997" y="208150"/>
                      <a:pt x="96616" y="207483"/>
                      <a:pt x="95854" y="207293"/>
                    </a:cubicBezTo>
                    <a:cubicBezTo>
                      <a:pt x="94806" y="207007"/>
                      <a:pt x="93282" y="207769"/>
                      <a:pt x="92139" y="210722"/>
                    </a:cubicBezTo>
                    <a:cubicBezTo>
                      <a:pt x="88805" y="219580"/>
                      <a:pt x="88996" y="227676"/>
                      <a:pt x="92806" y="234820"/>
                    </a:cubicBezTo>
                    <a:cubicBezTo>
                      <a:pt x="97664" y="244155"/>
                      <a:pt x="107284" y="249393"/>
                      <a:pt x="112618" y="250632"/>
                    </a:cubicBezTo>
                    <a:lnTo>
                      <a:pt x="112427" y="267110"/>
                    </a:lnTo>
                    <a:lnTo>
                      <a:pt x="112237" y="267110"/>
                    </a:lnTo>
                    <a:cubicBezTo>
                      <a:pt x="93473" y="266729"/>
                      <a:pt x="70898" y="259585"/>
                      <a:pt x="70898" y="225486"/>
                    </a:cubicBezTo>
                    <a:lnTo>
                      <a:pt x="70898" y="61275"/>
                    </a:lnTo>
                    <a:cubicBezTo>
                      <a:pt x="70898" y="36224"/>
                      <a:pt x="60611" y="27842"/>
                      <a:pt x="51848" y="25080"/>
                    </a:cubicBezTo>
                    <a:cubicBezTo>
                      <a:pt x="35846" y="20127"/>
                      <a:pt x="14891" y="30985"/>
                      <a:pt x="6033" y="43844"/>
                    </a:cubicBezTo>
                    <a:cubicBezTo>
                      <a:pt x="-3206" y="57274"/>
                      <a:pt x="-444" y="69466"/>
                      <a:pt x="5081" y="76419"/>
                    </a:cubicBezTo>
                    <a:cubicBezTo>
                      <a:pt x="11462" y="84230"/>
                      <a:pt x="22035" y="86897"/>
                      <a:pt x="31560" y="82896"/>
                    </a:cubicBezTo>
                    <a:cubicBezTo>
                      <a:pt x="31751" y="82896"/>
                      <a:pt x="33465" y="81658"/>
                      <a:pt x="33370" y="80610"/>
                    </a:cubicBezTo>
                    <a:cubicBezTo>
                      <a:pt x="33370" y="79848"/>
                      <a:pt x="32608" y="79467"/>
                      <a:pt x="31274" y="79182"/>
                    </a:cubicBezTo>
                    <a:cubicBezTo>
                      <a:pt x="24797" y="78134"/>
                      <a:pt x="20892" y="73848"/>
                      <a:pt x="20892" y="67561"/>
                    </a:cubicBezTo>
                    <a:cubicBezTo>
                      <a:pt x="20892" y="60703"/>
                      <a:pt x="26893" y="54988"/>
                      <a:pt x="34037" y="54988"/>
                    </a:cubicBezTo>
                    <a:cubicBezTo>
                      <a:pt x="41180" y="54988"/>
                      <a:pt x="46895" y="60608"/>
                      <a:pt x="46895" y="67561"/>
                    </a:cubicBezTo>
                    <a:lnTo>
                      <a:pt x="46895" y="232534"/>
                    </a:lnTo>
                    <a:cubicBezTo>
                      <a:pt x="27941" y="232153"/>
                      <a:pt x="22797" y="247774"/>
                      <a:pt x="22797" y="256918"/>
                    </a:cubicBezTo>
                    <a:cubicBezTo>
                      <a:pt x="22797" y="271301"/>
                      <a:pt x="32894" y="276825"/>
                      <a:pt x="33370" y="277016"/>
                    </a:cubicBezTo>
                    <a:cubicBezTo>
                      <a:pt x="33751" y="277206"/>
                      <a:pt x="34703" y="277206"/>
                      <a:pt x="35370" y="276635"/>
                    </a:cubicBezTo>
                    <a:cubicBezTo>
                      <a:pt x="35846" y="276254"/>
                      <a:pt x="36227" y="275206"/>
                      <a:pt x="35370" y="273492"/>
                    </a:cubicBezTo>
                    <a:cubicBezTo>
                      <a:pt x="32989" y="268729"/>
                      <a:pt x="32894" y="264538"/>
                      <a:pt x="35084" y="261490"/>
                    </a:cubicBezTo>
                    <a:cubicBezTo>
                      <a:pt x="37942" y="257490"/>
                      <a:pt x="44133" y="256061"/>
                      <a:pt x="48705" y="256632"/>
                    </a:cubicBezTo>
                    <a:cubicBezTo>
                      <a:pt x="51658" y="257013"/>
                      <a:pt x="53563" y="258156"/>
                      <a:pt x="54230" y="259871"/>
                    </a:cubicBezTo>
                    <a:cubicBezTo>
                      <a:pt x="61278" y="279778"/>
                      <a:pt x="79471" y="289779"/>
                      <a:pt x="109951" y="290732"/>
                    </a:cubicBezTo>
                    <a:cubicBezTo>
                      <a:pt x="110618" y="290732"/>
                      <a:pt x="111761" y="291399"/>
                      <a:pt x="112808" y="292542"/>
                    </a:cubicBezTo>
                    <a:lnTo>
                      <a:pt x="112618" y="301495"/>
                    </a:lnTo>
                    <a:cubicBezTo>
                      <a:pt x="103283" y="305496"/>
                      <a:pt x="82519" y="319117"/>
                      <a:pt x="83471" y="358359"/>
                    </a:cubicBezTo>
                    <a:cubicBezTo>
                      <a:pt x="84138" y="388268"/>
                      <a:pt x="90044" y="429987"/>
                      <a:pt x="95759" y="434178"/>
                    </a:cubicBezTo>
                    <a:cubicBezTo>
                      <a:pt x="96235" y="434559"/>
                      <a:pt x="96711" y="434655"/>
                      <a:pt x="97187" y="434559"/>
                    </a:cubicBezTo>
                    <a:cubicBezTo>
                      <a:pt x="122524" y="427511"/>
                      <a:pt x="160148" y="427035"/>
                      <a:pt x="179198" y="438370"/>
                    </a:cubicBezTo>
                    <a:cubicBezTo>
                      <a:pt x="181769" y="439894"/>
                      <a:pt x="183293" y="441798"/>
                      <a:pt x="183103" y="443513"/>
                    </a:cubicBezTo>
                    <a:cubicBezTo>
                      <a:pt x="183103" y="444561"/>
                      <a:pt x="182436" y="445323"/>
                      <a:pt x="181484" y="445608"/>
                    </a:cubicBezTo>
                    <a:cubicBezTo>
                      <a:pt x="180531" y="445990"/>
                      <a:pt x="179579" y="445704"/>
                      <a:pt x="178817" y="444942"/>
                    </a:cubicBezTo>
                    <a:cubicBezTo>
                      <a:pt x="170435" y="436560"/>
                      <a:pt x="147003" y="435607"/>
                      <a:pt x="139955" y="435417"/>
                    </a:cubicBezTo>
                    <a:cubicBezTo>
                      <a:pt x="113666" y="435036"/>
                      <a:pt x="59659" y="443132"/>
                      <a:pt x="43752" y="476850"/>
                    </a:cubicBezTo>
                    <a:cubicBezTo>
                      <a:pt x="34608" y="496186"/>
                      <a:pt x="53087" y="535144"/>
                      <a:pt x="62993" y="547526"/>
                    </a:cubicBezTo>
                    <a:cubicBezTo>
                      <a:pt x="63564" y="548383"/>
                      <a:pt x="64898" y="548288"/>
                      <a:pt x="65850" y="547907"/>
                    </a:cubicBezTo>
                    <a:cubicBezTo>
                      <a:pt x="66612" y="547526"/>
                      <a:pt x="66993" y="546955"/>
                      <a:pt x="66898" y="546383"/>
                    </a:cubicBezTo>
                    <a:cubicBezTo>
                      <a:pt x="62993" y="527047"/>
                      <a:pt x="70708" y="507997"/>
                      <a:pt x="88424" y="492757"/>
                    </a:cubicBezTo>
                    <a:cubicBezTo>
                      <a:pt x="110046" y="474183"/>
                      <a:pt x="141574" y="465706"/>
                      <a:pt x="161767" y="473041"/>
                    </a:cubicBezTo>
                    <a:cubicBezTo>
                      <a:pt x="164434" y="473993"/>
                      <a:pt x="166244" y="475707"/>
                      <a:pt x="166529" y="477517"/>
                    </a:cubicBezTo>
                    <a:cubicBezTo>
                      <a:pt x="166720" y="478470"/>
                      <a:pt x="166434" y="479232"/>
                      <a:pt x="165958" y="479613"/>
                    </a:cubicBezTo>
                    <a:cubicBezTo>
                      <a:pt x="165386" y="479994"/>
                      <a:pt x="164815" y="480089"/>
                      <a:pt x="163958" y="479708"/>
                    </a:cubicBezTo>
                    <a:cubicBezTo>
                      <a:pt x="137669" y="468278"/>
                      <a:pt x="110713" y="485613"/>
                      <a:pt x="110427" y="485804"/>
                    </a:cubicBezTo>
                    <a:cubicBezTo>
                      <a:pt x="121857" y="554098"/>
                      <a:pt x="205106" y="552479"/>
                      <a:pt x="265780" y="551241"/>
                    </a:cubicBezTo>
                    <a:lnTo>
                      <a:pt x="286544" y="550955"/>
                    </a:lnTo>
                    <a:cubicBezTo>
                      <a:pt x="286544" y="550955"/>
                      <a:pt x="309785" y="574006"/>
                      <a:pt x="306642" y="593437"/>
                    </a:cubicBezTo>
                    <a:cubicBezTo>
                      <a:pt x="305404" y="601152"/>
                      <a:pt x="300070" y="607343"/>
                      <a:pt x="290831" y="611820"/>
                    </a:cubicBezTo>
                    <a:cubicBezTo>
                      <a:pt x="281401" y="616297"/>
                      <a:pt x="244444" y="613915"/>
                      <a:pt x="240634" y="610867"/>
                    </a:cubicBezTo>
                    <a:cubicBezTo>
                      <a:pt x="238634" y="609153"/>
                      <a:pt x="237776" y="604295"/>
                      <a:pt x="238538" y="598389"/>
                    </a:cubicBezTo>
                    <a:cubicBezTo>
                      <a:pt x="239681" y="589245"/>
                      <a:pt x="245206" y="576768"/>
                      <a:pt x="256731" y="571815"/>
                    </a:cubicBezTo>
                    <a:cubicBezTo>
                      <a:pt x="257969" y="571529"/>
                      <a:pt x="258541" y="570958"/>
                      <a:pt x="258446" y="570196"/>
                    </a:cubicBezTo>
                    <a:cubicBezTo>
                      <a:pt x="258160" y="568767"/>
                      <a:pt x="254255" y="567719"/>
                      <a:pt x="251683" y="568100"/>
                    </a:cubicBezTo>
                    <a:cubicBezTo>
                      <a:pt x="230537" y="570672"/>
                      <a:pt x="215297" y="581435"/>
                      <a:pt x="209868" y="597437"/>
                    </a:cubicBezTo>
                    <a:cubicBezTo>
                      <a:pt x="208725" y="600961"/>
                      <a:pt x="208154" y="602676"/>
                      <a:pt x="208058" y="606391"/>
                    </a:cubicBezTo>
                    <a:cubicBezTo>
                      <a:pt x="207487" y="613153"/>
                      <a:pt x="205868" y="613249"/>
                      <a:pt x="197105" y="614296"/>
                    </a:cubicBezTo>
                    <a:lnTo>
                      <a:pt x="192342" y="614772"/>
                    </a:lnTo>
                    <a:cubicBezTo>
                      <a:pt x="175673" y="616868"/>
                      <a:pt x="166148" y="624869"/>
                      <a:pt x="164148" y="638490"/>
                    </a:cubicBezTo>
                    <a:cubicBezTo>
                      <a:pt x="162624" y="649253"/>
                      <a:pt x="165958" y="660207"/>
                      <a:pt x="173387" y="668493"/>
                    </a:cubicBezTo>
                    <a:cubicBezTo>
                      <a:pt x="179674" y="675351"/>
                      <a:pt x="187484" y="679066"/>
                      <a:pt x="195200" y="678781"/>
                    </a:cubicBezTo>
                    <a:cubicBezTo>
                      <a:pt x="195676" y="678781"/>
                      <a:pt x="196343" y="678304"/>
                      <a:pt x="196533" y="677637"/>
                    </a:cubicBezTo>
                    <a:cubicBezTo>
                      <a:pt x="196724" y="676971"/>
                      <a:pt x="196533" y="675923"/>
                      <a:pt x="194628" y="674875"/>
                    </a:cubicBezTo>
                    <a:cubicBezTo>
                      <a:pt x="185198" y="669446"/>
                      <a:pt x="182722" y="660588"/>
                      <a:pt x="184436" y="654301"/>
                    </a:cubicBezTo>
                    <a:cubicBezTo>
                      <a:pt x="186341" y="647348"/>
                      <a:pt x="193009" y="643062"/>
                      <a:pt x="201772" y="643252"/>
                    </a:cubicBezTo>
                    <a:cubicBezTo>
                      <a:pt x="201962" y="643252"/>
                      <a:pt x="205487" y="643157"/>
                      <a:pt x="205677" y="645919"/>
                    </a:cubicBezTo>
                    <a:lnTo>
                      <a:pt x="205677" y="648586"/>
                    </a:lnTo>
                    <a:cubicBezTo>
                      <a:pt x="205677" y="648586"/>
                      <a:pt x="206249" y="656206"/>
                      <a:pt x="206249" y="656206"/>
                    </a:cubicBezTo>
                    <a:cubicBezTo>
                      <a:pt x="209868" y="676780"/>
                      <a:pt x="225584" y="694878"/>
                      <a:pt x="244634" y="700116"/>
                    </a:cubicBezTo>
                    <a:cubicBezTo>
                      <a:pt x="245301" y="700307"/>
                      <a:pt x="246825" y="699735"/>
                      <a:pt x="247111" y="698688"/>
                    </a:cubicBezTo>
                    <a:cubicBezTo>
                      <a:pt x="247492" y="697831"/>
                      <a:pt x="247111" y="696592"/>
                      <a:pt x="243968" y="695259"/>
                    </a:cubicBezTo>
                    <a:cubicBezTo>
                      <a:pt x="233871" y="687829"/>
                      <a:pt x="230252" y="673066"/>
                      <a:pt x="230156" y="661731"/>
                    </a:cubicBezTo>
                    <a:cubicBezTo>
                      <a:pt x="230156" y="654206"/>
                      <a:pt x="231776" y="647920"/>
                      <a:pt x="234062" y="646205"/>
                    </a:cubicBezTo>
                    <a:cubicBezTo>
                      <a:pt x="238253" y="642871"/>
                      <a:pt x="253778" y="640871"/>
                      <a:pt x="261494" y="648586"/>
                    </a:cubicBezTo>
                    <a:cubicBezTo>
                      <a:pt x="269209" y="656206"/>
                      <a:pt x="272638" y="663255"/>
                      <a:pt x="271209" y="668303"/>
                    </a:cubicBezTo>
                    <a:cubicBezTo>
                      <a:pt x="270352" y="671637"/>
                      <a:pt x="267304" y="674113"/>
                      <a:pt x="262351" y="675351"/>
                    </a:cubicBezTo>
                    <a:cubicBezTo>
                      <a:pt x="261780" y="675447"/>
                      <a:pt x="261398" y="676590"/>
                      <a:pt x="261589" y="677352"/>
                    </a:cubicBezTo>
                    <a:cubicBezTo>
                      <a:pt x="261589" y="677733"/>
                      <a:pt x="262065" y="678971"/>
                      <a:pt x="263875" y="678685"/>
                    </a:cubicBezTo>
                    <a:cubicBezTo>
                      <a:pt x="284259" y="675637"/>
                      <a:pt x="291307" y="659731"/>
                      <a:pt x="291212" y="647062"/>
                    </a:cubicBezTo>
                    <a:cubicBezTo>
                      <a:pt x="291212" y="646967"/>
                      <a:pt x="290926" y="646300"/>
                      <a:pt x="291402" y="645729"/>
                    </a:cubicBezTo>
                    <a:cubicBezTo>
                      <a:pt x="291783" y="645157"/>
                      <a:pt x="292640" y="644872"/>
                      <a:pt x="293879" y="644872"/>
                    </a:cubicBezTo>
                    <a:lnTo>
                      <a:pt x="308833" y="645062"/>
                    </a:lnTo>
                    <a:cubicBezTo>
                      <a:pt x="311309" y="645062"/>
                      <a:pt x="314167" y="645062"/>
                      <a:pt x="316929" y="645062"/>
                    </a:cubicBezTo>
                    <a:lnTo>
                      <a:pt x="316929" y="473422"/>
                    </a:lnTo>
                    <a:lnTo>
                      <a:pt x="259874" y="473422"/>
                    </a:lnTo>
                    <a:cubicBezTo>
                      <a:pt x="246635" y="473326"/>
                      <a:pt x="241586" y="479136"/>
                      <a:pt x="241205" y="484471"/>
                    </a:cubicBezTo>
                    <a:cubicBezTo>
                      <a:pt x="240729" y="491519"/>
                      <a:pt x="248254" y="500092"/>
                      <a:pt x="263018" y="501901"/>
                    </a:cubicBezTo>
                    <a:cubicBezTo>
                      <a:pt x="263970" y="501997"/>
                      <a:pt x="266256" y="503425"/>
                      <a:pt x="266161" y="504378"/>
                    </a:cubicBezTo>
                    <a:cubicBezTo>
                      <a:pt x="266161" y="504568"/>
                      <a:pt x="265875" y="505235"/>
                      <a:pt x="262732" y="505330"/>
                    </a:cubicBezTo>
                    <a:cubicBezTo>
                      <a:pt x="252921" y="505521"/>
                      <a:pt x="232633" y="505806"/>
                      <a:pt x="225203" y="493805"/>
                    </a:cubicBezTo>
                    <a:cubicBezTo>
                      <a:pt x="220727" y="486471"/>
                      <a:pt x="220441" y="477041"/>
                      <a:pt x="224441" y="469707"/>
                    </a:cubicBezTo>
                    <a:cubicBezTo>
                      <a:pt x="229585" y="460372"/>
                      <a:pt x="241491" y="455229"/>
                      <a:pt x="257684" y="455229"/>
                    </a:cubicBezTo>
                    <a:lnTo>
                      <a:pt x="316834" y="455229"/>
                    </a:lnTo>
                    <a:lnTo>
                      <a:pt x="316834" y="432273"/>
                    </a:lnTo>
                    <a:cubicBezTo>
                      <a:pt x="287116" y="436655"/>
                      <a:pt x="256160" y="434274"/>
                      <a:pt x="236634" y="427987"/>
                    </a:cubicBezTo>
                    <a:cubicBezTo>
                      <a:pt x="199867" y="415986"/>
                      <a:pt x="169196" y="382362"/>
                      <a:pt x="181674" y="341310"/>
                    </a:cubicBezTo>
                    <a:cubicBezTo>
                      <a:pt x="183389" y="335690"/>
                      <a:pt x="187389" y="329689"/>
                      <a:pt x="193866" y="323212"/>
                    </a:cubicBezTo>
                    <a:cubicBezTo>
                      <a:pt x="201867" y="315211"/>
                      <a:pt x="209868" y="315021"/>
                      <a:pt x="212630" y="314925"/>
                    </a:cubicBezTo>
                    <a:cubicBezTo>
                      <a:pt x="213678" y="315116"/>
                      <a:pt x="214440" y="314925"/>
                      <a:pt x="214726" y="314354"/>
                    </a:cubicBezTo>
                    <a:cubicBezTo>
                      <a:pt x="215393" y="313116"/>
                      <a:pt x="213107" y="310639"/>
                      <a:pt x="213011" y="310544"/>
                    </a:cubicBezTo>
                    <a:cubicBezTo>
                      <a:pt x="200248" y="295304"/>
                      <a:pt x="147003" y="290827"/>
                      <a:pt x="136430" y="295304"/>
                    </a:cubicBezTo>
                    <a:cubicBezTo>
                      <a:pt x="136145" y="295399"/>
                      <a:pt x="135859" y="295018"/>
                      <a:pt x="135668" y="294637"/>
                    </a:cubicBezTo>
                    <a:cubicBezTo>
                      <a:pt x="131382" y="286827"/>
                      <a:pt x="129763" y="236535"/>
                      <a:pt x="148813" y="223390"/>
                    </a:cubicBezTo>
                    <a:cubicBezTo>
                      <a:pt x="156719" y="217866"/>
                      <a:pt x="165101" y="215865"/>
                      <a:pt x="171101" y="217866"/>
                    </a:cubicBezTo>
                    <a:cubicBezTo>
                      <a:pt x="175959" y="219580"/>
                      <a:pt x="179483" y="223866"/>
                      <a:pt x="181388" y="230534"/>
                    </a:cubicBezTo>
                    <a:cubicBezTo>
                      <a:pt x="183770" y="238344"/>
                      <a:pt x="181388" y="247584"/>
                      <a:pt x="176150" y="251013"/>
                    </a:cubicBezTo>
                    <a:cubicBezTo>
                      <a:pt x="172244" y="253584"/>
                      <a:pt x="167387" y="252727"/>
                      <a:pt x="162338" y="248441"/>
                    </a:cubicBezTo>
                    <a:cubicBezTo>
                      <a:pt x="160910" y="247298"/>
                      <a:pt x="160433" y="245679"/>
                      <a:pt x="159767" y="244155"/>
                    </a:cubicBezTo>
                    <a:lnTo>
                      <a:pt x="159195" y="242535"/>
                    </a:lnTo>
                    <a:cubicBezTo>
                      <a:pt x="158719" y="241488"/>
                      <a:pt x="157766" y="240154"/>
                      <a:pt x="156814" y="240249"/>
                    </a:cubicBezTo>
                    <a:cubicBezTo>
                      <a:pt x="156528" y="240249"/>
                      <a:pt x="156147" y="240440"/>
                      <a:pt x="155957" y="241107"/>
                    </a:cubicBezTo>
                    <a:cubicBezTo>
                      <a:pt x="155290" y="257109"/>
                      <a:pt x="161576" y="268729"/>
                      <a:pt x="173387" y="273016"/>
                    </a:cubicBezTo>
                    <a:cubicBezTo>
                      <a:pt x="193771" y="280540"/>
                      <a:pt x="216059" y="272730"/>
                      <a:pt x="230061" y="253108"/>
                    </a:cubicBezTo>
                    <a:cubicBezTo>
                      <a:pt x="243015" y="234915"/>
                      <a:pt x="248540" y="204150"/>
                      <a:pt x="235776" y="193482"/>
                    </a:cubicBezTo>
                    <a:cubicBezTo>
                      <a:pt x="234824" y="192720"/>
                      <a:pt x="234157" y="192529"/>
                      <a:pt x="233681" y="192815"/>
                    </a:cubicBezTo>
                    <a:cubicBezTo>
                      <a:pt x="232538" y="193482"/>
                      <a:pt x="233109" y="196339"/>
                      <a:pt x="233205" y="196911"/>
                    </a:cubicBezTo>
                    <a:cubicBezTo>
                      <a:pt x="233300" y="213960"/>
                      <a:pt x="222251" y="226248"/>
                      <a:pt x="211487" y="228343"/>
                    </a:cubicBezTo>
                    <a:cubicBezTo>
                      <a:pt x="202248" y="230058"/>
                      <a:pt x="194438" y="224343"/>
                      <a:pt x="190056" y="212722"/>
                    </a:cubicBezTo>
                    <a:cubicBezTo>
                      <a:pt x="190056" y="212722"/>
                      <a:pt x="190342" y="210246"/>
                      <a:pt x="193199" y="210436"/>
                    </a:cubicBezTo>
                    <a:cubicBezTo>
                      <a:pt x="202629" y="211293"/>
                      <a:pt x="209392" y="207864"/>
                      <a:pt x="212726" y="200625"/>
                    </a:cubicBezTo>
                    <a:cubicBezTo>
                      <a:pt x="217012" y="191577"/>
                      <a:pt x="213488" y="178813"/>
                      <a:pt x="204439" y="171003"/>
                    </a:cubicBezTo>
                    <a:cubicBezTo>
                      <a:pt x="204058" y="170907"/>
                      <a:pt x="202153" y="170431"/>
                      <a:pt x="201486" y="171003"/>
                    </a:cubicBezTo>
                    <a:cubicBezTo>
                      <a:pt x="201296" y="171193"/>
                      <a:pt x="201010" y="171479"/>
                      <a:pt x="201105" y="171955"/>
                    </a:cubicBezTo>
                    <a:cubicBezTo>
                      <a:pt x="202439" y="183099"/>
                      <a:pt x="199486" y="190148"/>
                      <a:pt x="193104" y="191481"/>
                    </a:cubicBezTo>
                    <a:cubicBezTo>
                      <a:pt x="187199" y="192624"/>
                      <a:pt x="180055" y="188338"/>
                      <a:pt x="178436" y="182623"/>
                    </a:cubicBezTo>
                    <a:cubicBezTo>
                      <a:pt x="176721" y="176527"/>
                      <a:pt x="181674" y="170812"/>
                      <a:pt x="192152" y="167193"/>
                    </a:cubicBezTo>
                    <a:cubicBezTo>
                      <a:pt x="192628" y="167002"/>
                      <a:pt x="192818" y="166621"/>
                      <a:pt x="192914" y="166431"/>
                    </a:cubicBezTo>
                    <a:cubicBezTo>
                      <a:pt x="193104" y="165573"/>
                      <a:pt x="192152" y="164526"/>
                      <a:pt x="192152" y="164430"/>
                    </a:cubicBezTo>
                    <a:cubicBezTo>
                      <a:pt x="178436" y="159858"/>
                      <a:pt x="164053" y="164716"/>
                      <a:pt x="159005" y="175384"/>
                    </a:cubicBezTo>
                    <a:cubicBezTo>
                      <a:pt x="155671" y="182528"/>
                      <a:pt x="158719" y="195101"/>
                      <a:pt x="166529" y="198720"/>
                    </a:cubicBezTo>
                    <a:cubicBezTo>
                      <a:pt x="166529" y="198720"/>
                      <a:pt x="166910" y="199197"/>
                      <a:pt x="166339" y="199959"/>
                    </a:cubicBezTo>
                    <a:cubicBezTo>
                      <a:pt x="164910" y="202149"/>
                      <a:pt x="157671" y="204912"/>
                      <a:pt x="151004" y="202816"/>
                    </a:cubicBezTo>
                    <a:cubicBezTo>
                      <a:pt x="146146" y="201292"/>
                      <a:pt x="140336" y="196720"/>
                      <a:pt x="140336" y="183671"/>
                    </a:cubicBezTo>
                    <a:lnTo>
                      <a:pt x="140336" y="105090"/>
                    </a:lnTo>
                    <a:cubicBezTo>
                      <a:pt x="140336" y="96993"/>
                      <a:pt x="149194" y="92707"/>
                      <a:pt x="158052" y="91945"/>
                    </a:cubicBezTo>
                    <a:cubicBezTo>
                      <a:pt x="166720" y="91183"/>
                      <a:pt x="176626" y="93945"/>
                      <a:pt x="177864" y="101756"/>
                    </a:cubicBezTo>
                    <a:cubicBezTo>
                      <a:pt x="179483" y="111567"/>
                      <a:pt x="178245" y="114138"/>
                      <a:pt x="175102" y="115662"/>
                    </a:cubicBezTo>
                    <a:cubicBezTo>
                      <a:pt x="169006" y="118520"/>
                      <a:pt x="163767" y="113853"/>
                      <a:pt x="163767" y="113853"/>
                    </a:cubicBezTo>
                    <a:cubicBezTo>
                      <a:pt x="163672" y="113853"/>
                      <a:pt x="163672" y="114043"/>
                      <a:pt x="163577" y="114138"/>
                    </a:cubicBezTo>
                    <a:lnTo>
                      <a:pt x="163577" y="114138"/>
                    </a:lnTo>
                    <a:cubicBezTo>
                      <a:pt x="163577" y="114138"/>
                      <a:pt x="163577" y="114329"/>
                      <a:pt x="163577" y="114424"/>
                    </a:cubicBezTo>
                    <a:cubicBezTo>
                      <a:pt x="162624" y="116329"/>
                      <a:pt x="162719" y="118234"/>
                      <a:pt x="163767" y="120139"/>
                    </a:cubicBezTo>
                    <a:cubicBezTo>
                      <a:pt x="165958" y="124235"/>
                      <a:pt x="171768" y="127664"/>
                      <a:pt x="178436" y="128902"/>
                    </a:cubicBezTo>
                    <a:cubicBezTo>
                      <a:pt x="185103" y="130045"/>
                      <a:pt x="190151" y="129188"/>
                      <a:pt x="193390" y="126521"/>
                    </a:cubicBezTo>
                    <a:cubicBezTo>
                      <a:pt x="195866" y="124425"/>
                      <a:pt x="197200" y="121092"/>
                      <a:pt x="197200" y="116996"/>
                    </a:cubicBezTo>
                    <a:lnTo>
                      <a:pt x="197200" y="104232"/>
                    </a:lnTo>
                    <a:cubicBezTo>
                      <a:pt x="197200" y="98327"/>
                      <a:pt x="200438" y="95469"/>
                      <a:pt x="203486" y="95374"/>
                    </a:cubicBezTo>
                    <a:cubicBezTo>
                      <a:pt x="206153" y="95184"/>
                      <a:pt x="209011" y="97184"/>
                      <a:pt x="209582" y="101946"/>
                    </a:cubicBezTo>
                    <a:lnTo>
                      <a:pt x="209773" y="118901"/>
                    </a:lnTo>
                    <a:lnTo>
                      <a:pt x="209582" y="146809"/>
                    </a:lnTo>
                    <a:cubicBezTo>
                      <a:pt x="209582" y="166907"/>
                      <a:pt x="225299" y="176051"/>
                      <a:pt x="239872" y="176051"/>
                    </a:cubicBezTo>
                    <a:cubicBezTo>
                      <a:pt x="254445" y="176051"/>
                      <a:pt x="269304" y="166716"/>
                      <a:pt x="269304" y="148809"/>
                    </a:cubicBezTo>
                    <a:lnTo>
                      <a:pt x="269304" y="107376"/>
                    </a:lnTo>
                    <a:cubicBezTo>
                      <a:pt x="269304" y="99756"/>
                      <a:pt x="272447" y="94803"/>
                      <a:pt x="277591" y="94326"/>
                    </a:cubicBezTo>
                    <a:cubicBezTo>
                      <a:pt x="282830" y="93850"/>
                      <a:pt x="289402" y="98327"/>
                      <a:pt x="291021" y="106328"/>
                    </a:cubicBezTo>
                    <a:cubicBezTo>
                      <a:pt x="292736" y="115377"/>
                      <a:pt x="292069" y="116805"/>
                      <a:pt x="289593" y="121568"/>
                    </a:cubicBezTo>
                    <a:lnTo>
                      <a:pt x="288259" y="124330"/>
                    </a:lnTo>
                    <a:lnTo>
                      <a:pt x="287211" y="126330"/>
                    </a:lnTo>
                    <a:cubicBezTo>
                      <a:pt x="284830" y="131093"/>
                      <a:pt x="283782" y="133284"/>
                      <a:pt x="284544" y="134427"/>
                    </a:cubicBezTo>
                    <a:cubicBezTo>
                      <a:pt x="285116" y="135284"/>
                      <a:pt x="286735" y="135284"/>
                      <a:pt x="289783" y="134903"/>
                    </a:cubicBezTo>
                    <a:cubicBezTo>
                      <a:pt x="299784" y="133665"/>
                      <a:pt x="308738" y="131379"/>
                      <a:pt x="316929" y="128140"/>
                    </a:cubicBezTo>
                    <a:lnTo>
                      <a:pt x="316929" y="89278"/>
                    </a:lnTo>
                    <a:cubicBezTo>
                      <a:pt x="316929" y="89278"/>
                      <a:pt x="316548" y="89278"/>
                      <a:pt x="316358" y="89278"/>
                    </a:cubicBezTo>
                    <a:cubicBezTo>
                      <a:pt x="312738" y="89850"/>
                      <a:pt x="309023" y="90040"/>
                      <a:pt x="305880" y="86992"/>
                    </a:cubicBezTo>
                  </a:path>
                </a:pathLst>
              </a:custGeom>
              <a:solidFill>
                <a:srgbClr val="6D226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6998124" y="1181250"/>
                <a:ext cx="1261028" cy="428539"/>
              </a:xfrm>
              <a:custGeom>
                <a:avLst/>
                <a:gdLst>
                  <a:gd name="connsiteX0" fmla="*/ 1259288 w 1261028"/>
                  <a:gd name="connsiteY0" fmla="*/ 296173 h 428539"/>
                  <a:gd name="connsiteX1" fmla="*/ 1107745 w 1261028"/>
                  <a:gd name="connsiteY1" fmla="*/ 272551 h 428539"/>
                  <a:gd name="connsiteX2" fmla="*/ 1106411 w 1261028"/>
                  <a:gd name="connsiteY2" fmla="*/ 240070 h 428539"/>
                  <a:gd name="connsiteX3" fmla="*/ 1029259 w 1261028"/>
                  <a:gd name="connsiteY3" fmla="*/ 205114 h 428539"/>
                  <a:gd name="connsiteX4" fmla="*/ 981253 w 1261028"/>
                  <a:gd name="connsiteY4" fmla="*/ 208257 h 428539"/>
                  <a:gd name="connsiteX5" fmla="*/ 938772 w 1261028"/>
                  <a:gd name="connsiteY5" fmla="*/ 101958 h 428539"/>
                  <a:gd name="connsiteX6" fmla="*/ 988206 w 1261028"/>
                  <a:gd name="connsiteY6" fmla="*/ 44808 h 428539"/>
                  <a:gd name="connsiteX7" fmla="*/ 914292 w 1261028"/>
                  <a:gd name="connsiteY7" fmla="*/ 2231 h 428539"/>
                  <a:gd name="connsiteX8" fmla="*/ 830186 w 1261028"/>
                  <a:gd name="connsiteY8" fmla="*/ 113007 h 428539"/>
                  <a:gd name="connsiteX9" fmla="*/ 834187 w 1261028"/>
                  <a:gd name="connsiteY9" fmla="*/ 110054 h 428539"/>
                  <a:gd name="connsiteX10" fmla="*/ 844569 w 1261028"/>
                  <a:gd name="connsiteY10" fmla="*/ 234165 h 428539"/>
                  <a:gd name="connsiteX11" fmla="*/ 640544 w 1261028"/>
                  <a:gd name="connsiteY11" fmla="*/ 256644 h 428539"/>
                  <a:gd name="connsiteX12" fmla="*/ 630638 w 1261028"/>
                  <a:gd name="connsiteY12" fmla="*/ 256549 h 428539"/>
                  <a:gd name="connsiteX13" fmla="*/ 620636 w 1261028"/>
                  <a:gd name="connsiteY13" fmla="*/ 256644 h 428539"/>
                  <a:gd name="connsiteX14" fmla="*/ 416611 w 1261028"/>
                  <a:gd name="connsiteY14" fmla="*/ 234165 h 428539"/>
                  <a:gd name="connsiteX15" fmla="*/ 426993 w 1261028"/>
                  <a:gd name="connsiteY15" fmla="*/ 110054 h 428539"/>
                  <a:gd name="connsiteX16" fmla="*/ 430898 w 1261028"/>
                  <a:gd name="connsiteY16" fmla="*/ 113007 h 428539"/>
                  <a:gd name="connsiteX17" fmla="*/ 346793 w 1261028"/>
                  <a:gd name="connsiteY17" fmla="*/ 2231 h 428539"/>
                  <a:gd name="connsiteX18" fmla="*/ 272879 w 1261028"/>
                  <a:gd name="connsiteY18" fmla="*/ 44808 h 428539"/>
                  <a:gd name="connsiteX19" fmla="*/ 322409 w 1261028"/>
                  <a:gd name="connsiteY19" fmla="*/ 101958 h 428539"/>
                  <a:gd name="connsiteX20" fmla="*/ 279832 w 1261028"/>
                  <a:gd name="connsiteY20" fmla="*/ 208257 h 428539"/>
                  <a:gd name="connsiteX21" fmla="*/ 231921 w 1261028"/>
                  <a:gd name="connsiteY21" fmla="*/ 205114 h 428539"/>
                  <a:gd name="connsiteX22" fmla="*/ 154769 w 1261028"/>
                  <a:gd name="connsiteY22" fmla="*/ 240070 h 428539"/>
                  <a:gd name="connsiteX23" fmla="*/ 153340 w 1261028"/>
                  <a:gd name="connsiteY23" fmla="*/ 272551 h 428539"/>
                  <a:gd name="connsiteX24" fmla="*/ 1797 w 1261028"/>
                  <a:gd name="connsiteY24" fmla="*/ 296173 h 428539"/>
                  <a:gd name="connsiteX25" fmla="*/ 1797 w 1261028"/>
                  <a:gd name="connsiteY25" fmla="*/ 388565 h 428539"/>
                  <a:gd name="connsiteX26" fmla="*/ 60852 w 1261028"/>
                  <a:gd name="connsiteY26" fmla="*/ 425141 h 428539"/>
                  <a:gd name="connsiteX27" fmla="*/ 354318 w 1261028"/>
                  <a:gd name="connsiteY27" fmla="*/ 334844 h 428539"/>
                  <a:gd name="connsiteX28" fmla="*/ 620541 w 1261028"/>
                  <a:gd name="connsiteY28" fmla="*/ 367420 h 428539"/>
                  <a:gd name="connsiteX29" fmla="*/ 630543 w 1261028"/>
                  <a:gd name="connsiteY29" fmla="*/ 367229 h 428539"/>
                  <a:gd name="connsiteX30" fmla="*/ 640448 w 1261028"/>
                  <a:gd name="connsiteY30" fmla="*/ 367420 h 428539"/>
                  <a:gd name="connsiteX31" fmla="*/ 906672 w 1261028"/>
                  <a:gd name="connsiteY31" fmla="*/ 334844 h 428539"/>
                  <a:gd name="connsiteX32" fmla="*/ 1200138 w 1261028"/>
                  <a:gd name="connsiteY32" fmla="*/ 425141 h 428539"/>
                  <a:gd name="connsiteX33" fmla="*/ 1259193 w 1261028"/>
                  <a:gd name="connsiteY33" fmla="*/ 388565 h 428539"/>
                  <a:gd name="connsiteX34" fmla="*/ 1259193 w 1261028"/>
                  <a:gd name="connsiteY34" fmla="*/ 296173 h 42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261028" h="428539">
                    <a:moveTo>
                      <a:pt x="1259288" y="296173"/>
                    </a:moveTo>
                    <a:cubicBezTo>
                      <a:pt x="1256811" y="265502"/>
                      <a:pt x="1230713" y="244071"/>
                      <a:pt x="1107745" y="272551"/>
                    </a:cubicBezTo>
                    <a:cubicBezTo>
                      <a:pt x="1107269" y="258549"/>
                      <a:pt x="1106697" y="246071"/>
                      <a:pt x="1106411" y="240070"/>
                    </a:cubicBezTo>
                    <a:cubicBezTo>
                      <a:pt x="1105364" y="216448"/>
                      <a:pt x="1080218" y="203494"/>
                      <a:pt x="1029259" y="205114"/>
                    </a:cubicBezTo>
                    <a:cubicBezTo>
                      <a:pt x="1004113" y="205971"/>
                      <a:pt x="990778" y="206923"/>
                      <a:pt x="981253" y="208257"/>
                    </a:cubicBezTo>
                    <a:cubicBezTo>
                      <a:pt x="947058" y="181777"/>
                      <a:pt x="936867" y="139677"/>
                      <a:pt x="938772" y="101958"/>
                    </a:cubicBezTo>
                    <a:lnTo>
                      <a:pt x="988206" y="44808"/>
                    </a:lnTo>
                    <a:cubicBezTo>
                      <a:pt x="1001351" y="34616"/>
                      <a:pt x="957155" y="-10437"/>
                      <a:pt x="914292" y="2231"/>
                    </a:cubicBezTo>
                    <a:lnTo>
                      <a:pt x="830186" y="113007"/>
                    </a:lnTo>
                    <a:cubicBezTo>
                      <a:pt x="831520" y="111864"/>
                      <a:pt x="832853" y="111007"/>
                      <a:pt x="834187" y="110054"/>
                    </a:cubicBezTo>
                    <a:cubicBezTo>
                      <a:pt x="813803" y="135867"/>
                      <a:pt x="815327" y="185206"/>
                      <a:pt x="844569" y="234165"/>
                    </a:cubicBezTo>
                    <a:cubicBezTo>
                      <a:pt x="775322" y="245595"/>
                      <a:pt x="696551" y="256644"/>
                      <a:pt x="640544" y="256644"/>
                    </a:cubicBezTo>
                    <a:cubicBezTo>
                      <a:pt x="637305" y="256644"/>
                      <a:pt x="633972" y="256644"/>
                      <a:pt x="630638" y="256549"/>
                    </a:cubicBezTo>
                    <a:cubicBezTo>
                      <a:pt x="627209" y="256549"/>
                      <a:pt x="623875" y="256644"/>
                      <a:pt x="620636" y="256644"/>
                    </a:cubicBezTo>
                    <a:cubicBezTo>
                      <a:pt x="564725" y="256644"/>
                      <a:pt x="485858" y="245595"/>
                      <a:pt x="416611" y="234165"/>
                    </a:cubicBezTo>
                    <a:cubicBezTo>
                      <a:pt x="445853" y="185302"/>
                      <a:pt x="447377" y="135962"/>
                      <a:pt x="426993" y="110054"/>
                    </a:cubicBezTo>
                    <a:cubicBezTo>
                      <a:pt x="428422" y="111007"/>
                      <a:pt x="429660" y="111959"/>
                      <a:pt x="430898" y="113007"/>
                    </a:cubicBezTo>
                    <a:lnTo>
                      <a:pt x="346793" y="2231"/>
                    </a:lnTo>
                    <a:cubicBezTo>
                      <a:pt x="303930" y="-10437"/>
                      <a:pt x="259734" y="34521"/>
                      <a:pt x="272879" y="44808"/>
                    </a:cubicBezTo>
                    <a:lnTo>
                      <a:pt x="322409" y="101958"/>
                    </a:lnTo>
                    <a:cubicBezTo>
                      <a:pt x="324314" y="139677"/>
                      <a:pt x="314027" y="181777"/>
                      <a:pt x="279832" y="208257"/>
                    </a:cubicBezTo>
                    <a:cubicBezTo>
                      <a:pt x="270402" y="206923"/>
                      <a:pt x="256972" y="205971"/>
                      <a:pt x="231921" y="205114"/>
                    </a:cubicBezTo>
                    <a:cubicBezTo>
                      <a:pt x="180962" y="203494"/>
                      <a:pt x="155816" y="216448"/>
                      <a:pt x="154769" y="240070"/>
                    </a:cubicBezTo>
                    <a:cubicBezTo>
                      <a:pt x="154388" y="246071"/>
                      <a:pt x="153911" y="258549"/>
                      <a:pt x="153340" y="272551"/>
                    </a:cubicBezTo>
                    <a:cubicBezTo>
                      <a:pt x="30372" y="244071"/>
                      <a:pt x="4274" y="265502"/>
                      <a:pt x="1797" y="296173"/>
                    </a:cubicBezTo>
                    <a:cubicBezTo>
                      <a:pt x="-203" y="321319"/>
                      <a:pt x="-965" y="370468"/>
                      <a:pt x="1797" y="388565"/>
                    </a:cubicBezTo>
                    <a:cubicBezTo>
                      <a:pt x="4655" y="406663"/>
                      <a:pt x="31706" y="420093"/>
                      <a:pt x="60852" y="425141"/>
                    </a:cubicBezTo>
                    <a:cubicBezTo>
                      <a:pt x="128194" y="436666"/>
                      <a:pt x="256019" y="421807"/>
                      <a:pt x="354318" y="334844"/>
                    </a:cubicBezTo>
                    <a:cubicBezTo>
                      <a:pt x="416325" y="349227"/>
                      <a:pt x="491763" y="367420"/>
                      <a:pt x="620541" y="367420"/>
                    </a:cubicBezTo>
                    <a:cubicBezTo>
                      <a:pt x="623970" y="367420"/>
                      <a:pt x="627114" y="367420"/>
                      <a:pt x="630543" y="367229"/>
                    </a:cubicBezTo>
                    <a:cubicBezTo>
                      <a:pt x="633781" y="367324"/>
                      <a:pt x="637019" y="367420"/>
                      <a:pt x="640448" y="367420"/>
                    </a:cubicBezTo>
                    <a:cubicBezTo>
                      <a:pt x="769322" y="367420"/>
                      <a:pt x="844664" y="349227"/>
                      <a:pt x="906672" y="334844"/>
                    </a:cubicBezTo>
                    <a:cubicBezTo>
                      <a:pt x="1004970" y="421807"/>
                      <a:pt x="1132796" y="436666"/>
                      <a:pt x="1200138" y="425141"/>
                    </a:cubicBezTo>
                    <a:cubicBezTo>
                      <a:pt x="1229284" y="420188"/>
                      <a:pt x="1256335" y="406758"/>
                      <a:pt x="1259193" y="388565"/>
                    </a:cubicBezTo>
                    <a:cubicBezTo>
                      <a:pt x="1262050" y="370468"/>
                      <a:pt x="1261193" y="321319"/>
                      <a:pt x="1259193" y="296173"/>
                    </a:cubicBezTo>
                  </a:path>
                </a:pathLst>
              </a:custGeom>
              <a:solidFill>
                <a:srgbClr val="F0DCA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6994364" y="1176539"/>
                <a:ext cx="1271818" cy="438101"/>
              </a:xfrm>
              <a:custGeom>
                <a:avLst/>
                <a:gdLst>
                  <a:gd name="connsiteX0" fmla="*/ 1260285 w 1271818"/>
                  <a:gd name="connsiteY0" fmla="*/ 372606 h 438101"/>
                  <a:gd name="connsiteX1" fmla="*/ 1256761 w 1271818"/>
                  <a:gd name="connsiteY1" fmla="*/ 369177 h 438101"/>
                  <a:gd name="connsiteX2" fmla="*/ 1162654 w 1271818"/>
                  <a:gd name="connsiteY2" fmla="*/ 365177 h 438101"/>
                  <a:gd name="connsiteX3" fmla="*/ 1124745 w 1271818"/>
                  <a:gd name="connsiteY3" fmla="*/ 374511 h 438101"/>
                  <a:gd name="connsiteX4" fmla="*/ 1040829 w 1271818"/>
                  <a:gd name="connsiteY4" fmla="*/ 383655 h 438101"/>
                  <a:gd name="connsiteX5" fmla="*/ 1035591 w 1271818"/>
                  <a:gd name="connsiteY5" fmla="*/ 373368 h 438101"/>
                  <a:gd name="connsiteX6" fmla="*/ 1036924 w 1271818"/>
                  <a:gd name="connsiteY6" fmla="*/ 368320 h 438101"/>
                  <a:gd name="connsiteX7" fmla="*/ 1067595 w 1271818"/>
                  <a:gd name="connsiteY7" fmla="*/ 366034 h 438101"/>
                  <a:gd name="connsiteX8" fmla="*/ 1111410 w 1271818"/>
                  <a:gd name="connsiteY8" fmla="*/ 359081 h 438101"/>
                  <a:gd name="connsiteX9" fmla="*/ 1117410 w 1271818"/>
                  <a:gd name="connsiteY9" fmla="*/ 333839 h 438101"/>
                  <a:gd name="connsiteX10" fmla="*/ 1117029 w 1271818"/>
                  <a:gd name="connsiteY10" fmla="*/ 281166 h 438101"/>
                  <a:gd name="connsiteX11" fmla="*/ 1247046 w 1271818"/>
                  <a:gd name="connsiteY11" fmla="*/ 278404 h 438101"/>
                  <a:gd name="connsiteX12" fmla="*/ 1258666 w 1271818"/>
                  <a:gd name="connsiteY12" fmla="*/ 301359 h 438101"/>
                  <a:gd name="connsiteX13" fmla="*/ 1260285 w 1271818"/>
                  <a:gd name="connsiteY13" fmla="*/ 372701 h 438101"/>
                  <a:gd name="connsiteX14" fmla="*/ 1203707 w 1271818"/>
                  <a:gd name="connsiteY14" fmla="*/ 424994 h 438101"/>
                  <a:gd name="connsiteX15" fmla="*/ 921386 w 1271818"/>
                  <a:gd name="connsiteY15" fmla="*/ 342221 h 438101"/>
                  <a:gd name="connsiteX16" fmla="*/ 1027304 w 1271818"/>
                  <a:gd name="connsiteY16" fmla="*/ 327172 h 438101"/>
                  <a:gd name="connsiteX17" fmla="*/ 1022637 w 1271818"/>
                  <a:gd name="connsiteY17" fmla="*/ 352032 h 438101"/>
                  <a:gd name="connsiteX18" fmla="*/ 1033400 w 1271818"/>
                  <a:gd name="connsiteY18" fmla="*/ 390608 h 438101"/>
                  <a:gd name="connsiteX19" fmla="*/ 1033781 w 1271818"/>
                  <a:gd name="connsiteY19" fmla="*/ 390799 h 438101"/>
                  <a:gd name="connsiteX20" fmla="*/ 1034924 w 1271818"/>
                  <a:gd name="connsiteY20" fmla="*/ 391751 h 438101"/>
                  <a:gd name="connsiteX21" fmla="*/ 1127126 w 1271818"/>
                  <a:gd name="connsiteY21" fmla="*/ 383941 h 438101"/>
                  <a:gd name="connsiteX22" fmla="*/ 1164178 w 1271818"/>
                  <a:gd name="connsiteY22" fmla="*/ 374892 h 438101"/>
                  <a:gd name="connsiteX23" fmla="*/ 1250475 w 1271818"/>
                  <a:gd name="connsiteY23" fmla="*/ 376892 h 438101"/>
                  <a:gd name="connsiteX24" fmla="*/ 1258571 w 1271818"/>
                  <a:gd name="connsiteY24" fmla="*/ 393085 h 438101"/>
                  <a:gd name="connsiteX25" fmla="*/ 1203612 w 1271818"/>
                  <a:gd name="connsiteY25" fmla="*/ 424994 h 438101"/>
                  <a:gd name="connsiteX26" fmla="*/ 906051 w 1271818"/>
                  <a:gd name="connsiteY26" fmla="*/ 335554 h 438101"/>
                  <a:gd name="connsiteX27" fmla="*/ 747745 w 1271818"/>
                  <a:gd name="connsiteY27" fmla="*/ 362795 h 438101"/>
                  <a:gd name="connsiteX28" fmla="*/ 748412 w 1271818"/>
                  <a:gd name="connsiteY28" fmla="*/ 360224 h 438101"/>
                  <a:gd name="connsiteX29" fmla="*/ 728124 w 1271818"/>
                  <a:gd name="connsiteY29" fmla="*/ 316409 h 438101"/>
                  <a:gd name="connsiteX30" fmla="*/ 747459 w 1271818"/>
                  <a:gd name="connsiteY30" fmla="*/ 297835 h 438101"/>
                  <a:gd name="connsiteX31" fmla="*/ 750031 w 1271818"/>
                  <a:gd name="connsiteY31" fmla="*/ 311360 h 438101"/>
                  <a:gd name="connsiteX32" fmla="*/ 758413 w 1271818"/>
                  <a:gd name="connsiteY32" fmla="*/ 310598 h 438101"/>
                  <a:gd name="connsiteX33" fmla="*/ 720313 w 1271818"/>
                  <a:gd name="connsiteY33" fmla="*/ 269069 h 438101"/>
                  <a:gd name="connsiteX34" fmla="*/ 721075 w 1271818"/>
                  <a:gd name="connsiteY34" fmla="*/ 263354 h 438101"/>
                  <a:gd name="connsiteX35" fmla="*/ 721075 w 1271818"/>
                  <a:gd name="connsiteY35" fmla="*/ 261735 h 438101"/>
                  <a:gd name="connsiteX36" fmla="*/ 874999 w 1271818"/>
                  <a:gd name="connsiteY36" fmla="*/ 239542 h 438101"/>
                  <a:gd name="connsiteX37" fmla="*/ 872618 w 1271818"/>
                  <a:gd name="connsiteY37" fmla="*/ 242685 h 438101"/>
                  <a:gd name="connsiteX38" fmla="*/ 885000 w 1271818"/>
                  <a:gd name="connsiteY38" fmla="*/ 251067 h 438101"/>
                  <a:gd name="connsiteX39" fmla="*/ 885096 w 1271818"/>
                  <a:gd name="connsiteY39" fmla="*/ 255925 h 438101"/>
                  <a:gd name="connsiteX40" fmla="*/ 876333 w 1271818"/>
                  <a:gd name="connsiteY40" fmla="*/ 267926 h 438101"/>
                  <a:gd name="connsiteX41" fmla="*/ 898431 w 1271818"/>
                  <a:gd name="connsiteY41" fmla="*/ 285357 h 438101"/>
                  <a:gd name="connsiteX42" fmla="*/ 886715 w 1271818"/>
                  <a:gd name="connsiteY42" fmla="*/ 293072 h 438101"/>
                  <a:gd name="connsiteX43" fmla="*/ 903669 w 1271818"/>
                  <a:gd name="connsiteY43" fmla="*/ 294215 h 438101"/>
                  <a:gd name="connsiteX44" fmla="*/ 884810 w 1271818"/>
                  <a:gd name="connsiteY44" fmla="*/ 304693 h 438101"/>
                  <a:gd name="connsiteX45" fmla="*/ 906717 w 1271818"/>
                  <a:gd name="connsiteY45" fmla="*/ 305931 h 438101"/>
                  <a:gd name="connsiteX46" fmla="*/ 894716 w 1271818"/>
                  <a:gd name="connsiteY46" fmla="*/ 316218 h 438101"/>
                  <a:gd name="connsiteX47" fmla="*/ 902812 w 1271818"/>
                  <a:gd name="connsiteY47" fmla="*/ 318314 h 438101"/>
                  <a:gd name="connsiteX48" fmla="*/ 919290 w 1271818"/>
                  <a:gd name="connsiteY48" fmla="*/ 310694 h 438101"/>
                  <a:gd name="connsiteX49" fmla="*/ 923291 w 1271818"/>
                  <a:gd name="connsiteY49" fmla="*/ 318218 h 438101"/>
                  <a:gd name="connsiteX50" fmla="*/ 924624 w 1271818"/>
                  <a:gd name="connsiteY50" fmla="*/ 330125 h 438101"/>
                  <a:gd name="connsiteX51" fmla="*/ 924815 w 1271818"/>
                  <a:gd name="connsiteY51" fmla="*/ 331553 h 438101"/>
                  <a:gd name="connsiteX52" fmla="*/ 905955 w 1271818"/>
                  <a:gd name="connsiteY52" fmla="*/ 335840 h 438101"/>
                  <a:gd name="connsiteX53" fmla="*/ 715170 w 1271818"/>
                  <a:gd name="connsiteY53" fmla="*/ 365462 h 438101"/>
                  <a:gd name="connsiteX54" fmla="*/ 715170 w 1271818"/>
                  <a:gd name="connsiteY54" fmla="*/ 363272 h 438101"/>
                  <a:gd name="connsiteX55" fmla="*/ 720980 w 1271818"/>
                  <a:gd name="connsiteY55" fmla="*/ 330315 h 438101"/>
                  <a:gd name="connsiteX56" fmla="*/ 731934 w 1271818"/>
                  <a:gd name="connsiteY56" fmla="*/ 337840 h 438101"/>
                  <a:gd name="connsiteX57" fmla="*/ 739363 w 1271818"/>
                  <a:gd name="connsiteY57" fmla="*/ 363748 h 438101"/>
                  <a:gd name="connsiteX58" fmla="*/ 715170 w 1271818"/>
                  <a:gd name="connsiteY58" fmla="*/ 365462 h 438101"/>
                  <a:gd name="connsiteX59" fmla="*/ 706597 w 1271818"/>
                  <a:gd name="connsiteY59" fmla="*/ 365462 h 438101"/>
                  <a:gd name="connsiteX60" fmla="*/ 706883 w 1271818"/>
                  <a:gd name="connsiteY60" fmla="*/ 365939 h 438101"/>
                  <a:gd name="connsiteX61" fmla="*/ 644208 w 1271818"/>
                  <a:gd name="connsiteY61" fmla="*/ 367463 h 438101"/>
                  <a:gd name="connsiteX62" fmla="*/ 634302 w 1271818"/>
                  <a:gd name="connsiteY62" fmla="*/ 367463 h 438101"/>
                  <a:gd name="connsiteX63" fmla="*/ 624396 w 1271818"/>
                  <a:gd name="connsiteY63" fmla="*/ 367463 h 438101"/>
                  <a:gd name="connsiteX64" fmla="*/ 512859 w 1271818"/>
                  <a:gd name="connsiteY64" fmla="*/ 362224 h 438101"/>
                  <a:gd name="connsiteX65" fmla="*/ 513811 w 1271818"/>
                  <a:gd name="connsiteY65" fmla="*/ 349460 h 438101"/>
                  <a:gd name="connsiteX66" fmla="*/ 527622 w 1271818"/>
                  <a:gd name="connsiteY66" fmla="*/ 351365 h 438101"/>
                  <a:gd name="connsiteX67" fmla="*/ 513716 w 1271818"/>
                  <a:gd name="connsiteY67" fmla="*/ 329744 h 438101"/>
                  <a:gd name="connsiteX68" fmla="*/ 519336 w 1271818"/>
                  <a:gd name="connsiteY68" fmla="*/ 324124 h 438101"/>
                  <a:gd name="connsiteX69" fmla="*/ 557436 w 1271818"/>
                  <a:gd name="connsiteY69" fmla="*/ 316694 h 438101"/>
                  <a:gd name="connsiteX70" fmla="*/ 560769 w 1271818"/>
                  <a:gd name="connsiteY70" fmla="*/ 264116 h 438101"/>
                  <a:gd name="connsiteX71" fmla="*/ 560579 w 1271818"/>
                  <a:gd name="connsiteY71" fmla="*/ 263069 h 438101"/>
                  <a:gd name="connsiteX72" fmla="*/ 624492 w 1271818"/>
                  <a:gd name="connsiteY72" fmla="*/ 266498 h 438101"/>
                  <a:gd name="connsiteX73" fmla="*/ 634398 w 1271818"/>
                  <a:gd name="connsiteY73" fmla="*/ 266307 h 438101"/>
                  <a:gd name="connsiteX74" fmla="*/ 644304 w 1271818"/>
                  <a:gd name="connsiteY74" fmla="*/ 266498 h 438101"/>
                  <a:gd name="connsiteX75" fmla="*/ 708026 w 1271818"/>
                  <a:gd name="connsiteY75" fmla="*/ 263069 h 438101"/>
                  <a:gd name="connsiteX76" fmla="*/ 708026 w 1271818"/>
                  <a:gd name="connsiteY76" fmla="*/ 264497 h 438101"/>
                  <a:gd name="connsiteX77" fmla="*/ 702692 w 1271818"/>
                  <a:gd name="connsiteY77" fmla="*/ 273832 h 438101"/>
                  <a:gd name="connsiteX78" fmla="*/ 687642 w 1271818"/>
                  <a:gd name="connsiteY78" fmla="*/ 322600 h 438101"/>
                  <a:gd name="connsiteX79" fmla="*/ 692881 w 1271818"/>
                  <a:gd name="connsiteY79" fmla="*/ 311456 h 438101"/>
                  <a:gd name="connsiteX80" fmla="*/ 714408 w 1271818"/>
                  <a:gd name="connsiteY80" fmla="*/ 319647 h 438101"/>
                  <a:gd name="connsiteX81" fmla="*/ 706692 w 1271818"/>
                  <a:gd name="connsiteY81" fmla="*/ 350603 h 438101"/>
                  <a:gd name="connsiteX82" fmla="*/ 706692 w 1271818"/>
                  <a:gd name="connsiteY82" fmla="*/ 365367 h 438101"/>
                  <a:gd name="connsiteX83" fmla="*/ 511239 w 1271818"/>
                  <a:gd name="connsiteY83" fmla="*/ 302407 h 438101"/>
                  <a:gd name="connsiteX84" fmla="*/ 518859 w 1271818"/>
                  <a:gd name="connsiteY84" fmla="*/ 314027 h 438101"/>
                  <a:gd name="connsiteX85" fmla="*/ 514002 w 1271818"/>
                  <a:gd name="connsiteY85" fmla="*/ 322314 h 438101"/>
                  <a:gd name="connsiteX86" fmla="*/ 511239 w 1271818"/>
                  <a:gd name="connsiteY86" fmla="*/ 302407 h 438101"/>
                  <a:gd name="connsiteX87" fmla="*/ 500095 w 1271818"/>
                  <a:gd name="connsiteY87" fmla="*/ 360890 h 438101"/>
                  <a:gd name="connsiteX88" fmla="*/ 362649 w 1271818"/>
                  <a:gd name="connsiteY88" fmla="*/ 335840 h 438101"/>
                  <a:gd name="connsiteX89" fmla="*/ 305404 w 1271818"/>
                  <a:gd name="connsiteY89" fmla="*/ 323552 h 438101"/>
                  <a:gd name="connsiteX90" fmla="*/ 307309 w 1271818"/>
                  <a:gd name="connsiteY90" fmla="*/ 254401 h 438101"/>
                  <a:gd name="connsiteX91" fmla="*/ 299403 w 1271818"/>
                  <a:gd name="connsiteY91" fmla="*/ 254401 h 438101"/>
                  <a:gd name="connsiteX92" fmla="*/ 294450 w 1271818"/>
                  <a:gd name="connsiteY92" fmla="*/ 321743 h 438101"/>
                  <a:gd name="connsiteX93" fmla="*/ 194819 w 1271818"/>
                  <a:gd name="connsiteY93" fmla="*/ 320885 h 438101"/>
                  <a:gd name="connsiteX94" fmla="*/ 161100 w 1271818"/>
                  <a:gd name="connsiteY94" fmla="*/ 331077 h 438101"/>
                  <a:gd name="connsiteX95" fmla="*/ 160910 w 1271818"/>
                  <a:gd name="connsiteY95" fmla="*/ 319838 h 438101"/>
                  <a:gd name="connsiteX96" fmla="*/ 163101 w 1271818"/>
                  <a:gd name="connsiteY96" fmla="*/ 247924 h 438101"/>
                  <a:gd name="connsiteX97" fmla="*/ 163101 w 1271818"/>
                  <a:gd name="connsiteY97" fmla="*/ 245257 h 438101"/>
                  <a:gd name="connsiteX98" fmla="*/ 235300 w 1271818"/>
                  <a:gd name="connsiteY98" fmla="*/ 215063 h 438101"/>
                  <a:gd name="connsiteX99" fmla="*/ 300737 w 1271818"/>
                  <a:gd name="connsiteY99" fmla="*/ 222016 h 438101"/>
                  <a:gd name="connsiteX100" fmla="*/ 334265 w 1271818"/>
                  <a:gd name="connsiteY100" fmla="*/ 229350 h 438101"/>
                  <a:gd name="connsiteX101" fmla="*/ 337027 w 1271818"/>
                  <a:gd name="connsiteY101" fmla="*/ 230779 h 438101"/>
                  <a:gd name="connsiteX102" fmla="*/ 351791 w 1271818"/>
                  <a:gd name="connsiteY102" fmla="*/ 260402 h 438101"/>
                  <a:gd name="connsiteX103" fmla="*/ 350648 w 1271818"/>
                  <a:gd name="connsiteY103" fmla="*/ 326124 h 438101"/>
                  <a:gd name="connsiteX104" fmla="*/ 356077 w 1271818"/>
                  <a:gd name="connsiteY104" fmla="*/ 326315 h 438101"/>
                  <a:gd name="connsiteX105" fmla="*/ 356553 w 1271818"/>
                  <a:gd name="connsiteY105" fmla="*/ 241923 h 438101"/>
                  <a:gd name="connsiteX106" fmla="*/ 358173 w 1271818"/>
                  <a:gd name="connsiteY106" fmla="*/ 233351 h 438101"/>
                  <a:gd name="connsiteX107" fmla="*/ 509906 w 1271818"/>
                  <a:gd name="connsiteY107" fmla="*/ 257354 h 438101"/>
                  <a:gd name="connsiteX108" fmla="*/ 499524 w 1271818"/>
                  <a:gd name="connsiteY108" fmla="*/ 272308 h 438101"/>
                  <a:gd name="connsiteX109" fmla="*/ 496857 w 1271818"/>
                  <a:gd name="connsiteY109" fmla="*/ 308122 h 438101"/>
                  <a:gd name="connsiteX110" fmla="*/ 500095 w 1271818"/>
                  <a:gd name="connsiteY110" fmla="*/ 326029 h 438101"/>
                  <a:gd name="connsiteX111" fmla="*/ 488570 w 1271818"/>
                  <a:gd name="connsiteY111" fmla="*/ 350603 h 438101"/>
                  <a:gd name="connsiteX112" fmla="*/ 501238 w 1271818"/>
                  <a:gd name="connsiteY112" fmla="*/ 340888 h 438101"/>
                  <a:gd name="connsiteX113" fmla="*/ 500286 w 1271818"/>
                  <a:gd name="connsiteY113" fmla="*/ 360890 h 438101"/>
                  <a:gd name="connsiteX114" fmla="*/ 65374 w 1271818"/>
                  <a:gd name="connsiteY114" fmla="*/ 425184 h 438101"/>
                  <a:gd name="connsiteX115" fmla="*/ 10415 w 1271818"/>
                  <a:gd name="connsiteY115" fmla="*/ 393275 h 438101"/>
                  <a:gd name="connsiteX116" fmla="*/ 18511 w 1271818"/>
                  <a:gd name="connsiteY116" fmla="*/ 377083 h 438101"/>
                  <a:gd name="connsiteX117" fmla="*/ 104808 w 1271818"/>
                  <a:gd name="connsiteY117" fmla="*/ 375083 h 438101"/>
                  <a:gd name="connsiteX118" fmla="*/ 141860 w 1271818"/>
                  <a:gd name="connsiteY118" fmla="*/ 384131 h 438101"/>
                  <a:gd name="connsiteX119" fmla="*/ 233967 w 1271818"/>
                  <a:gd name="connsiteY119" fmla="*/ 391942 h 438101"/>
                  <a:gd name="connsiteX120" fmla="*/ 235110 w 1271818"/>
                  <a:gd name="connsiteY120" fmla="*/ 390989 h 438101"/>
                  <a:gd name="connsiteX121" fmla="*/ 235586 w 1271818"/>
                  <a:gd name="connsiteY121" fmla="*/ 390799 h 438101"/>
                  <a:gd name="connsiteX122" fmla="*/ 246444 w 1271818"/>
                  <a:gd name="connsiteY122" fmla="*/ 352223 h 438101"/>
                  <a:gd name="connsiteX123" fmla="*/ 241777 w 1271818"/>
                  <a:gd name="connsiteY123" fmla="*/ 327362 h 438101"/>
                  <a:gd name="connsiteX124" fmla="*/ 347695 w 1271818"/>
                  <a:gd name="connsiteY124" fmla="*/ 342412 h 438101"/>
                  <a:gd name="connsiteX125" fmla="*/ 65374 w 1271818"/>
                  <a:gd name="connsiteY125" fmla="*/ 425184 h 438101"/>
                  <a:gd name="connsiteX126" fmla="*/ 163101 w 1271818"/>
                  <a:gd name="connsiteY126" fmla="*/ 342602 h 438101"/>
                  <a:gd name="connsiteX127" fmla="*/ 196438 w 1271818"/>
                  <a:gd name="connsiteY127" fmla="*/ 330601 h 438101"/>
                  <a:gd name="connsiteX128" fmla="*/ 230442 w 1271818"/>
                  <a:gd name="connsiteY128" fmla="*/ 327553 h 438101"/>
                  <a:gd name="connsiteX129" fmla="*/ 236538 w 1271818"/>
                  <a:gd name="connsiteY129" fmla="*/ 352413 h 438101"/>
                  <a:gd name="connsiteX130" fmla="*/ 236538 w 1271818"/>
                  <a:gd name="connsiteY130" fmla="*/ 359462 h 438101"/>
                  <a:gd name="connsiteX131" fmla="*/ 200915 w 1271818"/>
                  <a:gd name="connsiteY131" fmla="*/ 356414 h 438101"/>
                  <a:gd name="connsiteX132" fmla="*/ 165101 w 1271818"/>
                  <a:gd name="connsiteY132" fmla="*/ 352604 h 438101"/>
                  <a:gd name="connsiteX133" fmla="*/ 163196 w 1271818"/>
                  <a:gd name="connsiteY133" fmla="*/ 342602 h 438101"/>
                  <a:gd name="connsiteX134" fmla="*/ 10415 w 1271818"/>
                  <a:gd name="connsiteY134" fmla="*/ 301550 h 438101"/>
                  <a:gd name="connsiteX135" fmla="*/ 22035 w 1271818"/>
                  <a:gd name="connsiteY135" fmla="*/ 278594 h 438101"/>
                  <a:gd name="connsiteX136" fmla="*/ 152147 w 1271818"/>
                  <a:gd name="connsiteY136" fmla="*/ 281357 h 438101"/>
                  <a:gd name="connsiteX137" fmla="*/ 151766 w 1271818"/>
                  <a:gd name="connsiteY137" fmla="*/ 334030 h 438101"/>
                  <a:gd name="connsiteX138" fmla="*/ 157767 w 1271818"/>
                  <a:gd name="connsiteY138" fmla="*/ 359271 h 438101"/>
                  <a:gd name="connsiteX139" fmla="*/ 201582 w 1271818"/>
                  <a:gd name="connsiteY139" fmla="*/ 366224 h 438101"/>
                  <a:gd name="connsiteX140" fmla="*/ 232347 w 1271818"/>
                  <a:gd name="connsiteY140" fmla="*/ 368510 h 438101"/>
                  <a:gd name="connsiteX141" fmla="*/ 233681 w 1271818"/>
                  <a:gd name="connsiteY141" fmla="*/ 373559 h 438101"/>
                  <a:gd name="connsiteX142" fmla="*/ 228442 w 1271818"/>
                  <a:gd name="connsiteY142" fmla="*/ 383846 h 438101"/>
                  <a:gd name="connsiteX143" fmla="*/ 144527 w 1271818"/>
                  <a:gd name="connsiteY143" fmla="*/ 374702 h 438101"/>
                  <a:gd name="connsiteX144" fmla="*/ 106617 w 1271818"/>
                  <a:gd name="connsiteY144" fmla="*/ 365367 h 438101"/>
                  <a:gd name="connsiteX145" fmla="*/ 12510 w 1271818"/>
                  <a:gd name="connsiteY145" fmla="*/ 369368 h 438101"/>
                  <a:gd name="connsiteX146" fmla="*/ 8986 w 1271818"/>
                  <a:gd name="connsiteY146" fmla="*/ 372797 h 438101"/>
                  <a:gd name="connsiteX147" fmla="*/ 10510 w 1271818"/>
                  <a:gd name="connsiteY147" fmla="*/ 301454 h 438101"/>
                  <a:gd name="connsiteX148" fmla="*/ 324359 w 1271818"/>
                  <a:gd name="connsiteY148" fmla="*/ 162770 h 438101"/>
                  <a:gd name="connsiteX149" fmla="*/ 331407 w 1271818"/>
                  <a:gd name="connsiteY149" fmla="*/ 120098 h 438101"/>
                  <a:gd name="connsiteX150" fmla="*/ 353124 w 1271818"/>
                  <a:gd name="connsiteY150" fmla="*/ 145149 h 438101"/>
                  <a:gd name="connsiteX151" fmla="*/ 357125 w 1271818"/>
                  <a:gd name="connsiteY151" fmla="*/ 146768 h 438101"/>
                  <a:gd name="connsiteX152" fmla="*/ 360935 w 1271818"/>
                  <a:gd name="connsiteY152" fmla="*/ 144578 h 438101"/>
                  <a:gd name="connsiteX153" fmla="*/ 402178 w 1271818"/>
                  <a:gd name="connsiteY153" fmla="*/ 111907 h 438101"/>
                  <a:gd name="connsiteX154" fmla="*/ 427229 w 1271818"/>
                  <a:gd name="connsiteY154" fmla="*/ 118289 h 438101"/>
                  <a:gd name="connsiteX155" fmla="*/ 436754 w 1271818"/>
                  <a:gd name="connsiteY155" fmla="*/ 137434 h 438101"/>
                  <a:gd name="connsiteX156" fmla="*/ 439707 w 1271818"/>
                  <a:gd name="connsiteY156" fmla="*/ 160199 h 438101"/>
                  <a:gd name="connsiteX157" fmla="*/ 417799 w 1271818"/>
                  <a:gd name="connsiteY157" fmla="*/ 233541 h 438101"/>
                  <a:gd name="connsiteX158" fmla="*/ 345409 w 1271818"/>
                  <a:gd name="connsiteY158" fmla="*/ 221063 h 438101"/>
                  <a:gd name="connsiteX159" fmla="*/ 336741 w 1271818"/>
                  <a:gd name="connsiteY159" fmla="*/ 219539 h 438101"/>
                  <a:gd name="connsiteX160" fmla="*/ 303499 w 1271818"/>
                  <a:gd name="connsiteY160" fmla="*/ 212300 h 438101"/>
                  <a:gd name="connsiteX161" fmla="*/ 294831 w 1271818"/>
                  <a:gd name="connsiteY161" fmla="*/ 210110 h 438101"/>
                  <a:gd name="connsiteX162" fmla="*/ 324359 w 1271818"/>
                  <a:gd name="connsiteY162" fmla="*/ 162770 h 438101"/>
                  <a:gd name="connsiteX163" fmla="*/ 280639 w 1271818"/>
                  <a:gd name="connsiteY163" fmla="*/ 46375 h 438101"/>
                  <a:gd name="connsiteX164" fmla="*/ 279877 w 1271818"/>
                  <a:gd name="connsiteY164" fmla="*/ 45708 h 438101"/>
                  <a:gd name="connsiteX165" fmla="*/ 279496 w 1271818"/>
                  <a:gd name="connsiteY165" fmla="*/ 44375 h 438101"/>
                  <a:gd name="connsiteX166" fmla="*/ 280925 w 1271818"/>
                  <a:gd name="connsiteY166" fmla="*/ 39707 h 438101"/>
                  <a:gd name="connsiteX167" fmla="*/ 348171 w 1271818"/>
                  <a:gd name="connsiteY167" fmla="*/ 11609 h 438101"/>
                  <a:gd name="connsiteX168" fmla="*/ 417799 w 1271818"/>
                  <a:gd name="connsiteY168" fmla="*/ 103239 h 438101"/>
                  <a:gd name="connsiteX169" fmla="*/ 400940 w 1271818"/>
                  <a:gd name="connsiteY169" fmla="*/ 102191 h 438101"/>
                  <a:gd name="connsiteX170" fmla="*/ 356649 w 1271818"/>
                  <a:gd name="connsiteY170" fmla="*/ 134195 h 438101"/>
                  <a:gd name="connsiteX171" fmla="*/ 280639 w 1271818"/>
                  <a:gd name="connsiteY171" fmla="*/ 46565 h 438101"/>
                  <a:gd name="connsiteX172" fmla="*/ 514097 w 1271818"/>
                  <a:gd name="connsiteY172" fmla="*/ 269069 h 438101"/>
                  <a:gd name="connsiteX173" fmla="*/ 519907 w 1271818"/>
                  <a:gd name="connsiteY173" fmla="*/ 275546 h 438101"/>
                  <a:gd name="connsiteX174" fmla="*/ 514097 w 1271818"/>
                  <a:gd name="connsiteY174" fmla="*/ 288215 h 438101"/>
                  <a:gd name="connsiteX175" fmla="*/ 508763 w 1271818"/>
                  <a:gd name="connsiteY175" fmla="*/ 275546 h 438101"/>
                  <a:gd name="connsiteX176" fmla="*/ 514097 w 1271818"/>
                  <a:gd name="connsiteY176" fmla="*/ 269069 h 438101"/>
                  <a:gd name="connsiteX177" fmla="*/ 522574 w 1271818"/>
                  <a:gd name="connsiteY177" fmla="*/ 258973 h 438101"/>
                  <a:gd name="connsiteX178" fmla="*/ 556293 w 1271818"/>
                  <a:gd name="connsiteY178" fmla="*/ 262688 h 438101"/>
                  <a:gd name="connsiteX179" fmla="*/ 546958 w 1271818"/>
                  <a:gd name="connsiteY179" fmla="*/ 294596 h 438101"/>
                  <a:gd name="connsiteX180" fmla="*/ 538005 w 1271818"/>
                  <a:gd name="connsiteY180" fmla="*/ 291834 h 438101"/>
                  <a:gd name="connsiteX181" fmla="*/ 535528 w 1271818"/>
                  <a:gd name="connsiteY181" fmla="*/ 300407 h 438101"/>
                  <a:gd name="connsiteX182" fmla="*/ 549530 w 1271818"/>
                  <a:gd name="connsiteY182" fmla="*/ 313742 h 438101"/>
                  <a:gd name="connsiteX183" fmla="*/ 535528 w 1271818"/>
                  <a:gd name="connsiteY183" fmla="*/ 322505 h 438101"/>
                  <a:gd name="connsiteX184" fmla="*/ 527337 w 1271818"/>
                  <a:gd name="connsiteY184" fmla="*/ 278118 h 438101"/>
                  <a:gd name="connsiteX185" fmla="*/ 523336 w 1271818"/>
                  <a:gd name="connsiteY185" fmla="*/ 265450 h 438101"/>
                  <a:gd name="connsiteX186" fmla="*/ 522479 w 1271818"/>
                  <a:gd name="connsiteY186" fmla="*/ 258973 h 438101"/>
                  <a:gd name="connsiteX187" fmla="*/ 712503 w 1271818"/>
                  <a:gd name="connsiteY187" fmla="*/ 288881 h 438101"/>
                  <a:gd name="connsiteX188" fmla="*/ 719551 w 1271818"/>
                  <a:gd name="connsiteY188" fmla="*/ 287929 h 438101"/>
                  <a:gd name="connsiteX189" fmla="*/ 722313 w 1271818"/>
                  <a:gd name="connsiteY189" fmla="*/ 277832 h 438101"/>
                  <a:gd name="connsiteX190" fmla="*/ 742411 w 1271818"/>
                  <a:gd name="connsiteY190" fmla="*/ 287262 h 438101"/>
                  <a:gd name="connsiteX191" fmla="*/ 720313 w 1271818"/>
                  <a:gd name="connsiteY191" fmla="*/ 311265 h 438101"/>
                  <a:gd name="connsiteX192" fmla="*/ 696596 w 1271818"/>
                  <a:gd name="connsiteY192" fmla="*/ 302788 h 438101"/>
                  <a:gd name="connsiteX193" fmla="*/ 699072 w 1271818"/>
                  <a:gd name="connsiteY193" fmla="*/ 293739 h 438101"/>
                  <a:gd name="connsiteX194" fmla="*/ 717170 w 1271818"/>
                  <a:gd name="connsiteY194" fmla="*/ 304121 h 438101"/>
                  <a:gd name="connsiteX195" fmla="*/ 732410 w 1271818"/>
                  <a:gd name="connsiteY195" fmla="*/ 285548 h 438101"/>
                  <a:gd name="connsiteX196" fmla="*/ 711836 w 1271818"/>
                  <a:gd name="connsiteY196" fmla="*/ 294311 h 438101"/>
                  <a:gd name="connsiteX197" fmla="*/ 708788 w 1271818"/>
                  <a:gd name="connsiteY197" fmla="*/ 282785 h 438101"/>
                  <a:gd name="connsiteX198" fmla="*/ 712503 w 1271818"/>
                  <a:gd name="connsiteY198" fmla="*/ 288881 h 438101"/>
                  <a:gd name="connsiteX199" fmla="*/ 889953 w 1271818"/>
                  <a:gd name="connsiteY199" fmla="*/ 274594 h 438101"/>
                  <a:gd name="connsiteX200" fmla="*/ 896716 w 1271818"/>
                  <a:gd name="connsiteY200" fmla="*/ 275165 h 438101"/>
                  <a:gd name="connsiteX201" fmla="*/ 897192 w 1271818"/>
                  <a:gd name="connsiteY201" fmla="*/ 278499 h 438101"/>
                  <a:gd name="connsiteX202" fmla="*/ 891573 w 1271818"/>
                  <a:gd name="connsiteY202" fmla="*/ 280309 h 438101"/>
                  <a:gd name="connsiteX203" fmla="*/ 890049 w 1271818"/>
                  <a:gd name="connsiteY203" fmla="*/ 274594 h 438101"/>
                  <a:gd name="connsiteX204" fmla="*/ 884429 w 1271818"/>
                  <a:gd name="connsiteY204" fmla="*/ 242971 h 438101"/>
                  <a:gd name="connsiteX205" fmla="*/ 882714 w 1271818"/>
                  <a:gd name="connsiteY205" fmla="*/ 238304 h 438101"/>
                  <a:gd name="connsiteX206" fmla="*/ 889858 w 1271818"/>
                  <a:gd name="connsiteY206" fmla="*/ 237065 h 438101"/>
                  <a:gd name="connsiteX207" fmla="*/ 889477 w 1271818"/>
                  <a:gd name="connsiteY207" fmla="*/ 242399 h 438101"/>
                  <a:gd name="connsiteX208" fmla="*/ 884429 w 1271818"/>
                  <a:gd name="connsiteY208" fmla="*/ 242971 h 438101"/>
                  <a:gd name="connsiteX209" fmla="*/ 889287 w 1271818"/>
                  <a:gd name="connsiteY209" fmla="*/ 262307 h 438101"/>
                  <a:gd name="connsiteX210" fmla="*/ 890430 w 1271818"/>
                  <a:gd name="connsiteY210" fmla="*/ 261545 h 438101"/>
                  <a:gd name="connsiteX211" fmla="*/ 895002 w 1271818"/>
                  <a:gd name="connsiteY211" fmla="*/ 260878 h 438101"/>
                  <a:gd name="connsiteX212" fmla="*/ 895192 w 1271818"/>
                  <a:gd name="connsiteY212" fmla="*/ 266688 h 438101"/>
                  <a:gd name="connsiteX213" fmla="*/ 888334 w 1271818"/>
                  <a:gd name="connsiteY213" fmla="*/ 265736 h 438101"/>
                  <a:gd name="connsiteX214" fmla="*/ 889287 w 1271818"/>
                  <a:gd name="connsiteY214" fmla="*/ 262307 h 438101"/>
                  <a:gd name="connsiteX215" fmla="*/ 829851 w 1271818"/>
                  <a:gd name="connsiteY215" fmla="*/ 160199 h 438101"/>
                  <a:gd name="connsiteX216" fmla="*/ 832803 w 1271818"/>
                  <a:gd name="connsiteY216" fmla="*/ 137434 h 438101"/>
                  <a:gd name="connsiteX217" fmla="*/ 842328 w 1271818"/>
                  <a:gd name="connsiteY217" fmla="*/ 118289 h 438101"/>
                  <a:gd name="connsiteX218" fmla="*/ 867379 w 1271818"/>
                  <a:gd name="connsiteY218" fmla="*/ 111907 h 438101"/>
                  <a:gd name="connsiteX219" fmla="*/ 908718 w 1271818"/>
                  <a:gd name="connsiteY219" fmla="*/ 144578 h 438101"/>
                  <a:gd name="connsiteX220" fmla="*/ 912528 w 1271818"/>
                  <a:gd name="connsiteY220" fmla="*/ 146768 h 438101"/>
                  <a:gd name="connsiteX221" fmla="*/ 916623 w 1271818"/>
                  <a:gd name="connsiteY221" fmla="*/ 145149 h 438101"/>
                  <a:gd name="connsiteX222" fmla="*/ 938340 w 1271818"/>
                  <a:gd name="connsiteY222" fmla="*/ 120098 h 438101"/>
                  <a:gd name="connsiteX223" fmla="*/ 945389 w 1271818"/>
                  <a:gd name="connsiteY223" fmla="*/ 162770 h 438101"/>
                  <a:gd name="connsiteX224" fmla="*/ 974916 w 1271818"/>
                  <a:gd name="connsiteY224" fmla="*/ 210110 h 438101"/>
                  <a:gd name="connsiteX225" fmla="*/ 966249 w 1271818"/>
                  <a:gd name="connsiteY225" fmla="*/ 212300 h 438101"/>
                  <a:gd name="connsiteX226" fmla="*/ 933102 w 1271818"/>
                  <a:gd name="connsiteY226" fmla="*/ 219539 h 438101"/>
                  <a:gd name="connsiteX227" fmla="*/ 924529 w 1271818"/>
                  <a:gd name="connsiteY227" fmla="*/ 221063 h 438101"/>
                  <a:gd name="connsiteX228" fmla="*/ 893382 w 1271818"/>
                  <a:gd name="connsiteY228" fmla="*/ 226493 h 438101"/>
                  <a:gd name="connsiteX229" fmla="*/ 886810 w 1271818"/>
                  <a:gd name="connsiteY229" fmla="*/ 227636 h 438101"/>
                  <a:gd name="connsiteX230" fmla="*/ 852139 w 1271818"/>
                  <a:gd name="connsiteY230" fmla="*/ 233541 h 438101"/>
                  <a:gd name="connsiteX231" fmla="*/ 830232 w 1271818"/>
                  <a:gd name="connsiteY231" fmla="*/ 160199 h 438101"/>
                  <a:gd name="connsiteX232" fmla="*/ 921957 w 1271818"/>
                  <a:gd name="connsiteY232" fmla="*/ 11609 h 438101"/>
                  <a:gd name="connsiteX233" fmla="*/ 989109 w 1271818"/>
                  <a:gd name="connsiteY233" fmla="*/ 39707 h 438101"/>
                  <a:gd name="connsiteX234" fmla="*/ 990633 w 1271818"/>
                  <a:gd name="connsiteY234" fmla="*/ 44375 h 438101"/>
                  <a:gd name="connsiteX235" fmla="*/ 990156 w 1271818"/>
                  <a:gd name="connsiteY235" fmla="*/ 45708 h 438101"/>
                  <a:gd name="connsiteX236" fmla="*/ 989490 w 1271818"/>
                  <a:gd name="connsiteY236" fmla="*/ 46375 h 438101"/>
                  <a:gd name="connsiteX237" fmla="*/ 913575 w 1271818"/>
                  <a:gd name="connsiteY237" fmla="*/ 134005 h 438101"/>
                  <a:gd name="connsiteX238" fmla="*/ 869284 w 1271818"/>
                  <a:gd name="connsiteY238" fmla="*/ 102001 h 438101"/>
                  <a:gd name="connsiteX239" fmla="*/ 852520 w 1271818"/>
                  <a:gd name="connsiteY239" fmla="*/ 103049 h 438101"/>
                  <a:gd name="connsiteX240" fmla="*/ 922148 w 1271818"/>
                  <a:gd name="connsiteY240" fmla="*/ 11418 h 438101"/>
                  <a:gd name="connsiteX241" fmla="*/ 899383 w 1271818"/>
                  <a:gd name="connsiteY241" fmla="*/ 237065 h 438101"/>
                  <a:gd name="connsiteX242" fmla="*/ 899097 w 1271818"/>
                  <a:gd name="connsiteY242" fmla="*/ 235256 h 438101"/>
                  <a:gd name="connsiteX243" fmla="*/ 906051 w 1271818"/>
                  <a:gd name="connsiteY243" fmla="*/ 234113 h 438101"/>
                  <a:gd name="connsiteX244" fmla="*/ 904812 w 1271818"/>
                  <a:gd name="connsiteY244" fmla="*/ 236684 h 438101"/>
                  <a:gd name="connsiteX245" fmla="*/ 899383 w 1271818"/>
                  <a:gd name="connsiteY245" fmla="*/ 237065 h 438101"/>
                  <a:gd name="connsiteX246" fmla="*/ 912242 w 1271818"/>
                  <a:gd name="connsiteY246" fmla="*/ 282214 h 438101"/>
                  <a:gd name="connsiteX247" fmla="*/ 924148 w 1271818"/>
                  <a:gd name="connsiteY247" fmla="*/ 275832 h 438101"/>
                  <a:gd name="connsiteX248" fmla="*/ 929482 w 1271818"/>
                  <a:gd name="connsiteY248" fmla="*/ 278499 h 438101"/>
                  <a:gd name="connsiteX249" fmla="*/ 947199 w 1271818"/>
                  <a:gd name="connsiteY249" fmla="*/ 276023 h 438101"/>
                  <a:gd name="connsiteX250" fmla="*/ 953866 w 1271818"/>
                  <a:gd name="connsiteY250" fmla="*/ 324695 h 438101"/>
                  <a:gd name="connsiteX251" fmla="*/ 936150 w 1271818"/>
                  <a:gd name="connsiteY251" fmla="*/ 327648 h 438101"/>
                  <a:gd name="connsiteX252" fmla="*/ 920814 w 1271818"/>
                  <a:gd name="connsiteY252" fmla="*/ 284881 h 438101"/>
                  <a:gd name="connsiteX253" fmla="*/ 912242 w 1271818"/>
                  <a:gd name="connsiteY253" fmla="*/ 282309 h 438101"/>
                  <a:gd name="connsiteX254" fmla="*/ 905384 w 1271818"/>
                  <a:gd name="connsiteY254" fmla="*/ 262497 h 438101"/>
                  <a:gd name="connsiteX255" fmla="*/ 905289 w 1271818"/>
                  <a:gd name="connsiteY255" fmla="*/ 258211 h 438101"/>
                  <a:gd name="connsiteX256" fmla="*/ 910718 w 1271818"/>
                  <a:gd name="connsiteY256" fmla="*/ 257163 h 438101"/>
                  <a:gd name="connsiteX257" fmla="*/ 912147 w 1271818"/>
                  <a:gd name="connsiteY257" fmla="*/ 260783 h 438101"/>
                  <a:gd name="connsiteX258" fmla="*/ 905479 w 1271818"/>
                  <a:gd name="connsiteY258" fmla="*/ 262592 h 438101"/>
                  <a:gd name="connsiteX259" fmla="*/ 913099 w 1271818"/>
                  <a:gd name="connsiteY259" fmla="*/ 270212 h 438101"/>
                  <a:gd name="connsiteX260" fmla="*/ 916814 w 1271818"/>
                  <a:gd name="connsiteY260" fmla="*/ 273165 h 438101"/>
                  <a:gd name="connsiteX261" fmla="*/ 912147 w 1271818"/>
                  <a:gd name="connsiteY261" fmla="*/ 276594 h 438101"/>
                  <a:gd name="connsiteX262" fmla="*/ 908337 w 1271818"/>
                  <a:gd name="connsiteY262" fmla="*/ 275832 h 438101"/>
                  <a:gd name="connsiteX263" fmla="*/ 913099 w 1271818"/>
                  <a:gd name="connsiteY263" fmla="*/ 270212 h 438101"/>
                  <a:gd name="connsiteX264" fmla="*/ 1105123 w 1271818"/>
                  <a:gd name="connsiteY264" fmla="*/ 352413 h 438101"/>
                  <a:gd name="connsiteX265" fmla="*/ 1069309 w 1271818"/>
                  <a:gd name="connsiteY265" fmla="*/ 356223 h 438101"/>
                  <a:gd name="connsiteX266" fmla="*/ 1033686 w 1271818"/>
                  <a:gd name="connsiteY266" fmla="*/ 359271 h 438101"/>
                  <a:gd name="connsiteX267" fmla="*/ 1033686 w 1271818"/>
                  <a:gd name="connsiteY267" fmla="*/ 352223 h 438101"/>
                  <a:gd name="connsiteX268" fmla="*/ 1039877 w 1271818"/>
                  <a:gd name="connsiteY268" fmla="*/ 327362 h 438101"/>
                  <a:gd name="connsiteX269" fmla="*/ 1073786 w 1271818"/>
                  <a:gd name="connsiteY269" fmla="*/ 330410 h 438101"/>
                  <a:gd name="connsiteX270" fmla="*/ 1107123 w 1271818"/>
                  <a:gd name="connsiteY270" fmla="*/ 342412 h 438101"/>
                  <a:gd name="connsiteX271" fmla="*/ 1105219 w 1271818"/>
                  <a:gd name="connsiteY271" fmla="*/ 352413 h 438101"/>
                  <a:gd name="connsiteX272" fmla="*/ 1034733 w 1271818"/>
                  <a:gd name="connsiteY272" fmla="*/ 214682 h 438101"/>
                  <a:gd name="connsiteX273" fmla="*/ 1106933 w 1271818"/>
                  <a:gd name="connsiteY273" fmla="*/ 244876 h 438101"/>
                  <a:gd name="connsiteX274" fmla="*/ 1106933 w 1271818"/>
                  <a:gd name="connsiteY274" fmla="*/ 247543 h 438101"/>
                  <a:gd name="connsiteX275" fmla="*/ 1109219 w 1271818"/>
                  <a:gd name="connsiteY275" fmla="*/ 319457 h 438101"/>
                  <a:gd name="connsiteX276" fmla="*/ 1109028 w 1271818"/>
                  <a:gd name="connsiteY276" fmla="*/ 330696 h 438101"/>
                  <a:gd name="connsiteX277" fmla="*/ 1075310 w 1271818"/>
                  <a:gd name="connsiteY277" fmla="*/ 320504 h 438101"/>
                  <a:gd name="connsiteX278" fmla="*/ 963296 w 1271818"/>
                  <a:gd name="connsiteY278" fmla="*/ 323457 h 438101"/>
                  <a:gd name="connsiteX279" fmla="*/ 962724 w 1271818"/>
                  <a:gd name="connsiteY279" fmla="*/ 320028 h 438101"/>
                  <a:gd name="connsiteX280" fmla="*/ 957009 w 1271818"/>
                  <a:gd name="connsiteY280" fmla="*/ 273832 h 438101"/>
                  <a:gd name="connsiteX281" fmla="*/ 974154 w 1271818"/>
                  <a:gd name="connsiteY281" fmla="*/ 265355 h 438101"/>
                  <a:gd name="connsiteX282" fmla="*/ 956057 w 1271818"/>
                  <a:gd name="connsiteY282" fmla="*/ 260592 h 438101"/>
                  <a:gd name="connsiteX283" fmla="*/ 953485 w 1271818"/>
                  <a:gd name="connsiteY283" fmla="*/ 258116 h 438101"/>
                  <a:gd name="connsiteX284" fmla="*/ 946818 w 1271818"/>
                  <a:gd name="connsiteY284" fmla="*/ 236399 h 438101"/>
                  <a:gd name="connsiteX285" fmla="*/ 939864 w 1271818"/>
                  <a:gd name="connsiteY285" fmla="*/ 239256 h 438101"/>
                  <a:gd name="connsiteX286" fmla="*/ 943293 w 1271818"/>
                  <a:gd name="connsiteY286" fmla="*/ 263735 h 438101"/>
                  <a:gd name="connsiteX287" fmla="*/ 926625 w 1271818"/>
                  <a:gd name="connsiteY287" fmla="*/ 269069 h 438101"/>
                  <a:gd name="connsiteX288" fmla="*/ 922338 w 1271818"/>
                  <a:gd name="connsiteY288" fmla="*/ 255353 h 438101"/>
                  <a:gd name="connsiteX289" fmla="*/ 905098 w 1271818"/>
                  <a:gd name="connsiteY289" fmla="*/ 251258 h 438101"/>
                  <a:gd name="connsiteX290" fmla="*/ 911194 w 1271818"/>
                  <a:gd name="connsiteY290" fmla="*/ 244685 h 438101"/>
                  <a:gd name="connsiteX291" fmla="*/ 914814 w 1271818"/>
                  <a:gd name="connsiteY291" fmla="*/ 240685 h 438101"/>
                  <a:gd name="connsiteX292" fmla="*/ 913956 w 1271818"/>
                  <a:gd name="connsiteY292" fmla="*/ 232874 h 438101"/>
                  <a:gd name="connsiteX293" fmla="*/ 927006 w 1271818"/>
                  <a:gd name="connsiteY293" fmla="*/ 230588 h 438101"/>
                  <a:gd name="connsiteX294" fmla="*/ 935578 w 1271818"/>
                  <a:gd name="connsiteY294" fmla="*/ 229064 h 438101"/>
                  <a:gd name="connsiteX295" fmla="*/ 969582 w 1271818"/>
                  <a:gd name="connsiteY295" fmla="*/ 221730 h 438101"/>
                  <a:gd name="connsiteX296" fmla="*/ 1034924 w 1271818"/>
                  <a:gd name="connsiteY296" fmla="*/ 214777 h 438101"/>
                  <a:gd name="connsiteX297" fmla="*/ 1269810 w 1271818"/>
                  <a:gd name="connsiteY297" fmla="*/ 300597 h 438101"/>
                  <a:gd name="connsiteX298" fmla="*/ 1254190 w 1271818"/>
                  <a:gd name="connsiteY298" fmla="*/ 270403 h 438101"/>
                  <a:gd name="connsiteX299" fmla="*/ 1117982 w 1271818"/>
                  <a:gd name="connsiteY299" fmla="*/ 271165 h 438101"/>
                  <a:gd name="connsiteX300" fmla="*/ 1117029 w 1271818"/>
                  <a:gd name="connsiteY300" fmla="*/ 247162 h 438101"/>
                  <a:gd name="connsiteX301" fmla="*/ 1116839 w 1271818"/>
                  <a:gd name="connsiteY301" fmla="*/ 244590 h 438101"/>
                  <a:gd name="connsiteX302" fmla="*/ 1034543 w 1271818"/>
                  <a:gd name="connsiteY302" fmla="*/ 204966 h 438101"/>
                  <a:gd name="connsiteX303" fmla="*/ 988347 w 1271818"/>
                  <a:gd name="connsiteY303" fmla="*/ 207824 h 438101"/>
                  <a:gd name="connsiteX304" fmla="*/ 955485 w 1271818"/>
                  <a:gd name="connsiteY304" fmla="*/ 159722 h 438101"/>
                  <a:gd name="connsiteX305" fmla="*/ 948913 w 1271818"/>
                  <a:gd name="connsiteY305" fmla="*/ 108764 h 438101"/>
                  <a:gd name="connsiteX306" fmla="*/ 997205 w 1271818"/>
                  <a:gd name="connsiteY306" fmla="*/ 53138 h 438101"/>
                  <a:gd name="connsiteX307" fmla="*/ 998348 w 1271818"/>
                  <a:gd name="connsiteY307" fmla="*/ 35326 h 438101"/>
                  <a:gd name="connsiteX308" fmla="*/ 918338 w 1271818"/>
                  <a:gd name="connsiteY308" fmla="*/ 2465 h 438101"/>
                  <a:gd name="connsiteX309" fmla="*/ 915766 w 1271818"/>
                  <a:gd name="connsiteY309" fmla="*/ 4179 h 438101"/>
                  <a:gd name="connsiteX310" fmla="*/ 831660 w 1271818"/>
                  <a:gd name="connsiteY310" fmla="*/ 114955 h 438101"/>
                  <a:gd name="connsiteX311" fmla="*/ 830898 w 1271818"/>
                  <a:gd name="connsiteY311" fmla="*/ 119146 h 438101"/>
                  <a:gd name="connsiteX312" fmla="*/ 824326 w 1271818"/>
                  <a:gd name="connsiteY312" fmla="*/ 134767 h 438101"/>
                  <a:gd name="connsiteX313" fmla="*/ 820802 w 1271818"/>
                  <a:gd name="connsiteY313" fmla="*/ 161151 h 438101"/>
                  <a:gd name="connsiteX314" fmla="*/ 842233 w 1271818"/>
                  <a:gd name="connsiteY314" fmla="*/ 235256 h 438101"/>
                  <a:gd name="connsiteX315" fmla="*/ 645732 w 1271818"/>
                  <a:gd name="connsiteY315" fmla="*/ 256687 h 438101"/>
                  <a:gd name="connsiteX316" fmla="*/ 635826 w 1271818"/>
                  <a:gd name="connsiteY316" fmla="*/ 256496 h 438101"/>
                  <a:gd name="connsiteX317" fmla="*/ 625920 w 1271818"/>
                  <a:gd name="connsiteY317" fmla="*/ 256687 h 438101"/>
                  <a:gd name="connsiteX318" fmla="*/ 429420 w 1271818"/>
                  <a:gd name="connsiteY318" fmla="*/ 235256 h 438101"/>
                  <a:gd name="connsiteX319" fmla="*/ 450946 w 1271818"/>
                  <a:gd name="connsiteY319" fmla="*/ 161151 h 438101"/>
                  <a:gd name="connsiteX320" fmla="*/ 447422 w 1271818"/>
                  <a:gd name="connsiteY320" fmla="*/ 134767 h 438101"/>
                  <a:gd name="connsiteX321" fmla="*/ 440850 w 1271818"/>
                  <a:gd name="connsiteY321" fmla="*/ 119146 h 438101"/>
                  <a:gd name="connsiteX322" fmla="*/ 440088 w 1271818"/>
                  <a:gd name="connsiteY322" fmla="*/ 114955 h 438101"/>
                  <a:gd name="connsiteX323" fmla="*/ 355887 w 1271818"/>
                  <a:gd name="connsiteY323" fmla="*/ 4179 h 438101"/>
                  <a:gd name="connsiteX324" fmla="*/ 353410 w 1271818"/>
                  <a:gd name="connsiteY324" fmla="*/ 2465 h 438101"/>
                  <a:gd name="connsiteX325" fmla="*/ 273305 w 1271818"/>
                  <a:gd name="connsiteY325" fmla="*/ 35326 h 438101"/>
                  <a:gd name="connsiteX326" fmla="*/ 274448 w 1271818"/>
                  <a:gd name="connsiteY326" fmla="*/ 53138 h 438101"/>
                  <a:gd name="connsiteX327" fmla="*/ 322740 w 1271818"/>
                  <a:gd name="connsiteY327" fmla="*/ 108764 h 438101"/>
                  <a:gd name="connsiteX328" fmla="*/ 316167 w 1271818"/>
                  <a:gd name="connsiteY328" fmla="*/ 159722 h 438101"/>
                  <a:gd name="connsiteX329" fmla="*/ 283306 w 1271818"/>
                  <a:gd name="connsiteY329" fmla="*/ 207824 h 438101"/>
                  <a:gd name="connsiteX330" fmla="*/ 237205 w 1271818"/>
                  <a:gd name="connsiteY330" fmla="*/ 204966 h 438101"/>
                  <a:gd name="connsiteX331" fmla="*/ 154814 w 1271818"/>
                  <a:gd name="connsiteY331" fmla="*/ 244590 h 438101"/>
                  <a:gd name="connsiteX332" fmla="*/ 154814 w 1271818"/>
                  <a:gd name="connsiteY332" fmla="*/ 247162 h 438101"/>
                  <a:gd name="connsiteX333" fmla="*/ 153671 w 1271818"/>
                  <a:gd name="connsiteY333" fmla="*/ 271165 h 438101"/>
                  <a:gd name="connsiteX334" fmla="*/ 17559 w 1271818"/>
                  <a:gd name="connsiteY334" fmla="*/ 270403 h 438101"/>
                  <a:gd name="connsiteX335" fmla="*/ 1842 w 1271818"/>
                  <a:gd name="connsiteY335" fmla="*/ 300597 h 438101"/>
                  <a:gd name="connsiteX336" fmla="*/ 1842 w 1271818"/>
                  <a:gd name="connsiteY336" fmla="*/ 394133 h 438101"/>
                  <a:gd name="connsiteX337" fmla="*/ 65088 w 1271818"/>
                  <a:gd name="connsiteY337" fmla="*/ 434804 h 438101"/>
                  <a:gd name="connsiteX338" fmla="*/ 360935 w 1271818"/>
                  <a:gd name="connsiteY338" fmla="*/ 344984 h 438101"/>
                  <a:gd name="connsiteX339" fmla="*/ 362078 w 1271818"/>
                  <a:gd name="connsiteY339" fmla="*/ 345269 h 438101"/>
                  <a:gd name="connsiteX340" fmla="*/ 626016 w 1271818"/>
                  <a:gd name="connsiteY340" fmla="*/ 377178 h 438101"/>
                  <a:gd name="connsiteX341" fmla="*/ 635922 w 1271818"/>
                  <a:gd name="connsiteY341" fmla="*/ 377178 h 438101"/>
                  <a:gd name="connsiteX342" fmla="*/ 645828 w 1271818"/>
                  <a:gd name="connsiteY342" fmla="*/ 377178 h 438101"/>
                  <a:gd name="connsiteX343" fmla="*/ 909861 w 1271818"/>
                  <a:gd name="connsiteY343" fmla="*/ 345269 h 438101"/>
                  <a:gd name="connsiteX344" fmla="*/ 910908 w 1271818"/>
                  <a:gd name="connsiteY344" fmla="*/ 344984 h 438101"/>
                  <a:gd name="connsiteX345" fmla="*/ 1206755 w 1271818"/>
                  <a:gd name="connsiteY345" fmla="*/ 434804 h 438101"/>
                  <a:gd name="connsiteX346" fmla="*/ 1269906 w 1271818"/>
                  <a:gd name="connsiteY346" fmla="*/ 394133 h 438101"/>
                  <a:gd name="connsiteX347" fmla="*/ 1269906 w 1271818"/>
                  <a:gd name="connsiteY347" fmla="*/ 300597 h 438101"/>
                  <a:gd name="connsiteX348" fmla="*/ 330550 w 1271818"/>
                  <a:gd name="connsiteY348" fmla="*/ 244400 h 438101"/>
                  <a:gd name="connsiteX349" fmla="*/ 330360 w 1271818"/>
                  <a:gd name="connsiteY349" fmla="*/ 239447 h 438101"/>
                  <a:gd name="connsiteX350" fmla="*/ 283020 w 1271818"/>
                  <a:gd name="connsiteY350" fmla="*/ 233636 h 438101"/>
                  <a:gd name="connsiteX351" fmla="*/ 280068 w 1271818"/>
                  <a:gd name="connsiteY351" fmla="*/ 242018 h 438101"/>
                  <a:gd name="connsiteX352" fmla="*/ 286068 w 1271818"/>
                  <a:gd name="connsiteY352" fmla="*/ 242018 h 438101"/>
                  <a:gd name="connsiteX353" fmla="*/ 330550 w 1271818"/>
                  <a:gd name="connsiteY353" fmla="*/ 244304 h 438101"/>
                  <a:gd name="connsiteX354" fmla="*/ 318834 w 1271818"/>
                  <a:gd name="connsiteY354" fmla="*/ 256973 h 438101"/>
                  <a:gd name="connsiteX355" fmla="*/ 324835 w 1271818"/>
                  <a:gd name="connsiteY355" fmla="*/ 319742 h 438101"/>
                  <a:gd name="connsiteX356" fmla="*/ 330264 w 1271818"/>
                  <a:gd name="connsiteY356" fmla="*/ 316885 h 438101"/>
                  <a:gd name="connsiteX357" fmla="*/ 326645 w 1271818"/>
                  <a:gd name="connsiteY357" fmla="*/ 257163 h 438101"/>
                  <a:gd name="connsiteX358" fmla="*/ 318739 w 1271818"/>
                  <a:gd name="connsiteY358" fmla="*/ 256973 h 438101"/>
                  <a:gd name="connsiteX359" fmla="*/ 283973 w 1271818"/>
                  <a:gd name="connsiteY359" fmla="*/ 256782 h 438101"/>
                  <a:gd name="connsiteX360" fmla="*/ 274067 w 1271818"/>
                  <a:gd name="connsiteY360" fmla="*/ 307931 h 438101"/>
                  <a:gd name="connsiteX361" fmla="*/ 279496 w 1271818"/>
                  <a:gd name="connsiteY361" fmla="*/ 307741 h 438101"/>
                  <a:gd name="connsiteX362" fmla="*/ 291974 w 1271818"/>
                  <a:gd name="connsiteY362" fmla="*/ 254020 h 438101"/>
                  <a:gd name="connsiteX363" fmla="*/ 284068 w 1271818"/>
                  <a:gd name="connsiteY363" fmla="*/ 256687 h 438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</a:cxnLst>
                <a:rect l="l" t="t" r="r" b="b"/>
                <a:pathLst>
                  <a:path w="1271818" h="438101">
                    <a:moveTo>
                      <a:pt x="1260285" y="372606"/>
                    </a:moveTo>
                    <a:cubicBezTo>
                      <a:pt x="1259238" y="371368"/>
                      <a:pt x="1258095" y="370130"/>
                      <a:pt x="1256761" y="369177"/>
                    </a:cubicBezTo>
                    <a:cubicBezTo>
                      <a:pt x="1237330" y="353842"/>
                      <a:pt x="1197992" y="359081"/>
                      <a:pt x="1162654" y="365177"/>
                    </a:cubicBezTo>
                    <a:cubicBezTo>
                      <a:pt x="1151891" y="366986"/>
                      <a:pt x="1138651" y="370606"/>
                      <a:pt x="1124745" y="374511"/>
                    </a:cubicBezTo>
                    <a:cubicBezTo>
                      <a:pt x="1093503" y="382988"/>
                      <a:pt x="1054736" y="393561"/>
                      <a:pt x="1040829" y="383655"/>
                    </a:cubicBezTo>
                    <a:cubicBezTo>
                      <a:pt x="1037591" y="381464"/>
                      <a:pt x="1035972" y="378131"/>
                      <a:pt x="1035591" y="373368"/>
                    </a:cubicBezTo>
                    <a:cubicBezTo>
                      <a:pt x="1035400" y="370225"/>
                      <a:pt x="1036257" y="368987"/>
                      <a:pt x="1036924" y="368320"/>
                    </a:cubicBezTo>
                    <a:cubicBezTo>
                      <a:pt x="1041115" y="364129"/>
                      <a:pt x="1055212" y="365081"/>
                      <a:pt x="1067595" y="366034"/>
                    </a:cubicBezTo>
                    <a:cubicBezTo>
                      <a:pt x="1084930" y="367272"/>
                      <a:pt x="1102552" y="368320"/>
                      <a:pt x="1111410" y="359081"/>
                    </a:cubicBezTo>
                    <a:cubicBezTo>
                      <a:pt x="1115315" y="354890"/>
                      <a:pt x="1116839" y="344031"/>
                      <a:pt x="1117410" y="333839"/>
                    </a:cubicBezTo>
                    <a:cubicBezTo>
                      <a:pt x="1118077" y="325267"/>
                      <a:pt x="1118077" y="309741"/>
                      <a:pt x="1117029" y="281166"/>
                    </a:cubicBezTo>
                    <a:cubicBezTo>
                      <a:pt x="1184752" y="265831"/>
                      <a:pt x="1228567" y="264878"/>
                      <a:pt x="1247046" y="278404"/>
                    </a:cubicBezTo>
                    <a:cubicBezTo>
                      <a:pt x="1254094" y="283643"/>
                      <a:pt x="1257809" y="290786"/>
                      <a:pt x="1258666" y="301359"/>
                    </a:cubicBezTo>
                    <a:cubicBezTo>
                      <a:pt x="1260190" y="319361"/>
                      <a:pt x="1260952" y="350413"/>
                      <a:pt x="1260285" y="372701"/>
                    </a:cubicBezTo>
                    <a:moveTo>
                      <a:pt x="1203707" y="424994"/>
                    </a:moveTo>
                    <a:cubicBezTo>
                      <a:pt x="1148843" y="434328"/>
                      <a:pt x="1023494" y="427756"/>
                      <a:pt x="921386" y="342221"/>
                    </a:cubicBezTo>
                    <a:cubicBezTo>
                      <a:pt x="957962" y="333744"/>
                      <a:pt x="990442" y="327077"/>
                      <a:pt x="1027304" y="327172"/>
                    </a:cubicBezTo>
                    <a:cubicBezTo>
                      <a:pt x="1023589" y="335459"/>
                      <a:pt x="1022732" y="346412"/>
                      <a:pt x="1022637" y="352032"/>
                    </a:cubicBezTo>
                    <a:cubicBezTo>
                      <a:pt x="1022256" y="366701"/>
                      <a:pt x="1024923" y="384512"/>
                      <a:pt x="1033400" y="390608"/>
                    </a:cubicBezTo>
                    <a:cubicBezTo>
                      <a:pt x="1033590" y="390608"/>
                      <a:pt x="1033686" y="390608"/>
                      <a:pt x="1033781" y="390799"/>
                    </a:cubicBezTo>
                    <a:cubicBezTo>
                      <a:pt x="1034162" y="391085"/>
                      <a:pt x="1034543" y="391466"/>
                      <a:pt x="1034924" y="391751"/>
                    </a:cubicBezTo>
                    <a:cubicBezTo>
                      <a:pt x="1052640" y="404324"/>
                      <a:pt x="1090455" y="393942"/>
                      <a:pt x="1127126" y="383941"/>
                    </a:cubicBezTo>
                    <a:cubicBezTo>
                      <a:pt x="1140842" y="380226"/>
                      <a:pt x="1153891" y="376702"/>
                      <a:pt x="1164178" y="374892"/>
                    </a:cubicBezTo>
                    <a:cubicBezTo>
                      <a:pt x="1199802" y="368701"/>
                      <a:pt x="1234949" y="364700"/>
                      <a:pt x="1250475" y="376892"/>
                    </a:cubicBezTo>
                    <a:cubicBezTo>
                      <a:pt x="1255428" y="380702"/>
                      <a:pt x="1257999" y="386036"/>
                      <a:pt x="1258571" y="393085"/>
                    </a:cubicBezTo>
                    <a:cubicBezTo>
                      <a:pt x="1255904" y="406801"/>
                      <a:pt x="1233425" y="419850"/>
                      <a:pt x="1203612" y="424994"/>
                    </a:cubicBezTo>
                    <a:moveTo>
                      <a:pt x="906051" y="335554"/>
                    </a:moveTo>
                    <a:cubicBezTo>
                      <a:pt x="864331" y="345269"/>
                      <a:pt x="815468" y="356604"/>
                      <a:pt x="747745" y="362795"/>
                    </a:cubicBezTo>
                    <a:cubicBezTo>
                      <a:pt x="748412" y="362033"/>
                      <a:pt x="748698" y="361176"/>
                      <a:pt x="748412" y="360224"/>
                    </a:cubicBezTo>
                    <a:cubicBezTo>
                      <a:pt x="748412" y="360224"/>
                      <a:pt x="744888" y="330982"/>
                      <a:pt x="728124" y="316409"/>
                    </a:cubicBezTo>
                    <a:cubicBezTo>
                      <a:pt x="733362" y="310313"/>
                      <a:pt x="743459" y="297359"/>
                      <a:pt x="747459" y="297835"/>
                    </a:cubicBezTo>
                    <a:cubicBezTo>
                      <a:pt x="749745" y="298025"/>
                      <a:pt x="747936" y="309646"/>
                      <a:pt x="750031" y="311360"/>
                    </a:cubicBezTo>
                    <a:cubicBezTo>
                      <a:pt x="751460" y="312408"/>
                      <a:pt x="758127" y="312503"/>
                      <a:pt x="758413" y="310598"/>
                    </a:cubicBezTo>
                    <a:cubicBezTo>
                      <a:pt x="759556" y="298216"/>
                      <a:pt x="752412" y="265640"/>
                      <a:pt x="720313" y="269069"/>
                    </a:cubicBezTo>
                    <a:lnTo>
                      <a:pt x="721075" y="263354"/>
                    </a:lnTo>
                    <a:lnTo>
                      <a:pt x="721075" y="261735"/>
                    </a:lnTo>
                    <a:cubicBezTo>
                      <a:pt x="771367" y="256592"/>
                      <a:pt x="826517" y="247829"/>
                      <a:pt x="874999" y="239542"/>
                    </a:cubicBezTo>
                    <a:cubicBezTo>
                      <a:pt x="873570" y="240209"/>
                      <a:pt x="872523" y="241066"/>
                      <a:pt x="872618" y="242685"/>
                    </a:cubicBezTo>
                    <a:cubicBezTo>
                      <a:pt x="872808" y="249162"/>
                      <a:pt x="879666" y="252020"/>
                      <a:pt x="885000" y="251067"/>
                    </a:cubicBezTo>
                    <a:cubicBezTo>
                      <a:pt x="886524" y="250877"/>
                      <a:pt x="886334" y="254496"/>
                      <a:pt x="885096" y="255925"/>
                    </a:cubicBezTo>
                    <a:cubicBezTo>
                      <a:pt x="883095" y="258116"/>
                      <a:pt x="875761" y="259449"/>
                      <a:pt x="876333" y="267926"/>
                    </a:cubicBezTo>
                    <a:cubicBezTo>
                      <a:pt x="878047" y="296216"/>
                      <a:pt x="897383" y="282404"/>
                      <a:pt x="898431" y="285357"/>
                    </a:cubicBezTo>
                    <a:cubicBezTo>
                      <a:pt x="900621" y="291072"/>
                      <a:pt x="886715" y="287929"/>
                      <a:pt x="886715" y="293072"/>
                    </a:cubicBezTo>
                    <a:cubicBezTo>
                      <a:pt x="886810" y="300311"/>
                      <a:pt x="903193" y="292596"/>
                      <a:pt x="903669" y="294215"/>
                    </a:cubicBezTo>
                    <a:cubicBezTo>
                      <a:pt x="906146" y="302216"/>
                      <a:pt x="884619" y="296978"/>
                      <a:pt x="884810" y="304693"/>
                    </a:cubicBezTo>
                    <a:cubicBezTo>
                      <a:pt x="885000" y="312599"/>
                      <a:pt x="906527" y="304217"/>
                      <a:pt x="906717" y="305931"/>
                    </a:cubicBezTo>
                    <a:cubicBezTo>
                      <a:pt x="908622" y="313837"/>
                      <a:pt x="894430" y="308503"/>
                      <a:pt x="894716" y="316218"/>
                    </a:cubicBezTo>
                    <a:cubicBezTo>
                      <a:pt x="894906" y="319457"/>
                      <a:pt x="900050" y="319076"/>
                      <a:pt x="902812" y="318314"/>
                    </a:cubicBezTo>
                    <a:cubicBezTo>
                      <a:pt x="908718" y="316599"/>
                      <a:pt x="914528" y="314694"/>
                      <a:pt x="919290" y="310694"/>
                    </a:cubicBezTo>
                    <a:cubicBezTo>
                      <a:pt x="921481" y="312789"/>
                      <a:pt x="922243" y="315551"/>
                      <a:pt x="923291" y="318218"/>
                    </a:cubicBezTo>
                    <a:cubicBezTo>
                      <a:pt x="924624" y="321838"/>
                      <a:pt x="923862" y="325743"/>
                      <a:pt x="924624" y="330125"/>
                    </a:cubicBezTo>
                    <a:cubicBezTo>
                      <a:pt x="924624" y="330696"/>
                      <a:pt x="924624" y="331077"/>
                      <a:pt x="924815" y="331553"/>
                    </a:cubicBezTo>
                    <a:cubicBezTo>
                      <a:pt x="918624" y="332887"/>
                      <a:pt x="912432" y="334411"/>
                      <a:pt x="905955" y="335840"/>
                    </a:cubicBezTo>
                    <a:moveTo>
                      <a:pt x="715170" y="365462"/>
                    </a:moveTo>
                    <a:lnTo>
                      <a:pt x="715170" y="363272"/>
                    </a:lnTo>
                    <a:cubicBezTo>
                      <a:pt x="716408" y="352508"/>
                      <a:pt x="717646" y="336125"/>
                      <a:pt x="720980" y="330315"/>
                    </a:cubicBezTo>
                    <a:cubicBezTo>
                      <a:pt x="725076" y="323076"/>
                      <a:pt x="731362" y="336125"/>
                      <a:pt x="731934" y="337840"/>
                    </a:cubicBezTo>
                    <a:cubicBezTo>
                      <a:pt x="734029" y="344031"/>
                      <a:pt x="739173" y="359652"/>
                      <a:pt x="739363" y="363748"/>
                    </a:cubicBezTo>
                    <a:cubicBezTo>
                      <a:pt x="731553" y="364415"/>
                      <a:pt x="723456" y="364986"/>
                      <a:pt x="715170" y="365462"/>
                    </a:cubicBezTo>
                    <a:moveTo>
                      <a:pt x="706597" y="365462"/>
                    </a:moveTo>
                    <a:cubicBezTo>
                      <a:pt x="706597" y="365462"/>
                      <a:pt x="706788" y="365748"/>
                      <a:pt x="706883" y="365939"/>
                    </a:cubicBezTo>
                    <a:cubicBezTo>
                      <a:pt x="687452" y="366891"/>
                      <a:pt x="666687" y="367463"/>
                      <a:pt x="644208" y="367463"/>
                    </a:cubicBezTo>
                    <a:cubicBezTo>
                      <a:pt x="640875" y="367463"/>
                      <a:pt x="637636" y="367463"/>
                      <a:pt x="634302" y="367463"/>
                    </a:cubicBezTo>
                    <a:cubicBezTo>
                      <a:pt x="630969" y="367463"/>
                      <a:pt x="627825" y="367463"/>
                      <a:pt x="624396" y="367463"/>
                    </a:cubicBezTo>
                    <a:cubicBezTo>
                      <a:pt x="581915" y="367463"/>
                      <a:pt x="545244" y="365462"/>
                      <a:pt x="512859" y="362224"/>
                    </a:cubicBezTo>
                    <a:cubicBezTo>
                      <a:pt x="511811" y="359366"/>
                      <a:pt x="510096" y="349746"/>
                      <a:pt x="513811" y="349460"/>
                    </a:cubicBezTo>
                    <a:cubicBezTo>
                      <a:pt x="518669" y="349079"/>
                      <a:pt x="525051" y="355461"/>
                      <a:pt x="527622" y="351365"/>
                    </a:cubicBezTo>
                    <a:cubicBezTo>
                      <a:pt x="533623" y="341840"/>
                      <a:pt x="521431" y="334887"/>
                      <a:pt x="513716" y="329744"/>
                    </a:cubicBezTo>
                    <a:cubicBezTo>
                      <a:pt x="515621" y="327553"/>
                      <a:pt x="518669" y="323743"/>
                      <a:pt x="519336" y="324124"/>
                    </a:cubicBezTo>
                    <a:cubicBezTo>
                      <a:pt x="532385" y="332125"/>
                      <a:pt x="554959" y="334697"/>
                      <a:pt x="557436" y="316694"/>
                    </a:cubicBezTo>
                    <a:cubicBezTo>
                      <a:pt x="559531" y="299930"/>
                      <a:pt x="569913" y="281166"/>
                      <a:pt x="560769" y="264116"/>
                    </a:cubicBezTo>
                    <a:cubicBezTo>
                      <a:pt x="560769" y="263640"/>
                      <a:pt x="560674" y="263354"/>
                      <a:pt x="560579" y="263069"/>
                    </a:cubicBezTo>
                    <a:cubicBezTo>
                      <a:pt x="583629" y="265164"/>
                      <a:pt x="605346" y="266498"/>
                      <a:pt x="624492" y="266498"/>
                    </a:cubicBezTo>
                    <a:cubicBezTo>
                      <a:pt x="627730" y="266498"/>
                      <a:pt x="631064" y="266402"/>
                      <a:pt x="634398" y="266307"/>
                    </a:cubicBezTo>
                    <a:cubicBezTo>
                      <a:pt x="637731" y="266307"/>
                      <a:pt x="641160" y="266498"/>
                      <a:pt x="644304" y="266498"/>
                    </a:cubicBezTo>
                    <a:cubicBezTo>
                      <a:pt x="663449" y="266498"/>
                      <a:pt x="685071" y="265164"/>
                      <a:pt x="708026" y="263069"/>
                    </a:cubicBezTo>
                    <a:lnTo>
                      <a:pt x="708026" y="264497"/>
                    </a:lnTo>
                    <a:cubicBezTo>
                      <a:pt x="708121" y="266593"/>
                      <a:pt x="711455" y="272975"/>
                      <a:pt x="702692" y="273832"/>
                    </a:cubicBezTo>
                    <a:cubicBezTo>
                      <a:pt x="683451" y="275642"/>
                      <a:pt x="677355" y="322219"/>
                      <a:pt x="687642" y="322600"/>
                    </a:cubicBezTo>
                    <a:cubicBezTo>
                      <a:pt x="694691" y="322886"/>
                      <a:pt x="691262" y="314980"/>
                      <a:pt x="692881" y="311456"/>
                    </a:cubicBezTo>
                    <a:cubicBezTo>
                      <a:pt x="693643" y="309836"/>
                      <a:pt x="708788" y="314885"/>
                      <a:pt x="714408" y="319647"/>
                    </a:cubicBezTo>
                    <a:cubicBezTo>
                      <a:pt x="709359" y="328886"/>
                      <a:pt x="707454" y="339840"/>
                      <a:pt x="706692" y="350603"/>
                    </a:cubicBezTo>
                    <a:cubicBezTo>
                      <a:pt x="706502" y="354604"/>
                      <a:pt x="706883" y="364319"/>
                      <a:pt x="706692" y="365367"/>
                    </a:cubicBezTo>
                    <a:moveTo>
                      <a:pt x="511239" y="302407"/>
                    </a:moveTo>
                    <a:cubicBezTo>
                      <a:pt x="514764" y="300978"/>
                      <a:pt x="517526" y="309360"/>
                      <a:pt x="518859" y="314027"/>
                    </a:cubicBezTo>
                    <a:cubicBezTo>
                      <a:pt x="519717" y="316885"/>
                      <a:pt x="516288" y="322981"/>
                      <a:pt x="514002" y="322314"/>
                    </a:cubicBezTo>
                    <a:cubicBezTo>
                      <a:pt x="504953" y="319647"/>
                      <a:pt x="501429" y="306122"/>
                      <a:pt x="511239" y="302407"/>
                    </a:cubicBezTo>
                    <a:moveTo>
                      <a:pt x="500095" y="360890"/>
                    </a:moveTo>
                    <a:cubicBezTo>
                      <a:pt x="443040" y="354509"/>
                      <a:pt x="399987" y="344507"/>
                      <a:pt x="362649" y="335840"/>
                    </a:cubicBezTo>
                    <a:cubicBezTo>
                      <a:pt x="342456" y="331172"/>
                      <a:pt x="323883" y="326791"/>
                      <a:pt x="305404" y="323552"/>
                    </a:cubicBezTo>
                    <a:cubicBezTo>
                      <a:pt x="305118" y="301073"/>
                      <a:pt x="310929" y="276880"/>
                      <a:pt x="307309" y="254401"/>
                    </a:cubicBezTo>
                    <a:cubicBezTo>
                      <a:pt x="307309" y="253925"/>
                      <a:pt x="302261" y="254401"/>
                      <a:pt x="299403" y="254401"/>
                    </a:cubicBezTo>
                    <a:cubicBezTo>
                      <a:pt x="300546" y="276023"/>
                      <a:pt x="293022" y="299645"/>
                      <a:pt x="294450" y="321743"/>
                    </a:cubicBezTo>
                    <a:cubicBezTo>
                      <a:pt x="263685" y="316980"/>
                      <a:pt x="232443" y="315647"/>
                      <a:pt x="194819" y="320885"/>
                    </a:cubicBezTo>
                    <a:cubicBezTo>
                      <a:pt x="181198" y="322790"/>
                      <a:pt x="169863" y="324600"/>
                      <a:pt x="161100" y="331077"/>
                    </a:cubicBezTo>
                    <a:cubicBezTo>
                      <a:pt x="161100" y="328315"/>
                      <a:pt x="160910" y="324886"/>
                      <a:pt x="160910" y="319838"/>
                    </a:cubicBezTo>
                    <a:cubicBezTo>
                      <a:pt x="160910" y="306693"/>
                      <a:pt x="161481" y="284595"/>
                      <a:pt x="163101" y="247924"/>
                    </a:cubicBezTo>
                    <a:lnTo>
                      <a:pt x="163101" y="245257"/>
                    </a:lnTo>
                    <a:cubicBezTo>
                      <a:pt x="164434" y="218396"/>
                      <a:pt x="203201" y="214015"/>
                      <a:pt x="235300" y="215063"/>
                    </a:cubicBezTo>
                    <a:cubicBezTo>
                      <a:pt x="279496" y="216491"/>
                      <a:pt x="287116" y="218492"/>
                      <a:pt x="300737" y="222016"/>
                    </a:cubicBezTo>
                    <a:cubicBezTo>
                      <a:pt x="308166" y="223921"/>
                      <a:pt x="317310" y="226302"/>
                      <a:pt x="334265" y="229350"/>
                    </a:cubicBezTo>
                    <a:cubicBezTo>
                      <a:pt x="335217" y="229826"/>
                      <a:pt x="336265" y="230398"/>
                      <a:pt x="337027" y="230779"/>
                    </a:cubicBezTo>
                    <a:cubicBezTo>
                      <a:pt x="345123" y="233636"/>
                      <a:pt x="351600" y="249829"/>
                      <a:pt x="351791" y="260402"/>
                    </a:cubicBezTo>
                    <a:cubicBezTo>
                      <a:pt x="352362" y="282214"/>
                      <a:pt x="341123" y="304693"/>
                      <a:pt x="350648" y="326124"/>
                    </a:cubicBezTo>
                    <a:cubicBezTo>
                      <a:pt x="350934" y="326886"/>
                      <a:pt x="354077" y="326315"/>
                      <a:pt x="356077" y="326315"/>
                    </a:cubicBezTo>
                    <a:cubicBezTo>
                      <a:pt x="351315" y="298502"/>
                      <a:pt x="371793" y="268498"/>
                      <a:pt x="356553" y="241923"/>
                    </a:cubicBezTo>
                    <a:cubicBezTo>
                      <a:pt x="355506" y="240018"/>
                      <a:pt x="355982" y="234875"/>
                      <a:pt x="358173" y="233351"/>
                    </a:cubicBezTo>
                    <a:cubicBezTo>
                      <a:pt x="402845" y="241161"/>
                      <a:pt x="457423" y="250591"/>
                      <a:pt x="509906" y="257354"/>
                    </a:cubicBezTo>
                    <a:cubicBezTo>
                      <a:pt x="506858" y="260592"/>
                      <a:pt x="500857" y="268593"/>
                      <a:pt x="499524" y="272308"/>
                    </a:cubicBezTo>
                    <a:cubicBezTo>
                      <a:pt x="495428" y="284214"/>
                      <a:pt x="505715" y="295835"/>
                      <a:pt x="496857" y="308122"/>
                    </a:cubicBezTo>
                    <a:cubicBezTo>
                      <a:pt x="493047" y="313551"/>
                      <a:pt x="501238" y="321838"/>
                      <a:pt x="500095" y="326029"/>
                    </a:cubicBezTo>
                    <a:cubicBezTo>
                      <a:pt x="497904" y="334792"/>
                      <a:pt x="481617" y="341936"/>
                      <a:pt x="488570" y="350603"/>
                    </a:cubicBezTo>
                    <a:cubicBezTo>
                      <a:pt x="494094" y="357557"/>
                      <a:pt x="497333" y="338983"/>
                      <a:pt x="501238" y="340888"/>
                    </a:cubicBezTo>
                    <a:cubicBezTo>
                      <a:pt x="507620" y="344031"/>
                      <a:pt x="503048" y="357461"/>
                      <a:pt x="500286" y="360890"/>
                    </a:cubicBezTo>
                    <a:moveTo>
                      <a:pt x="65374" y="425184"/>
                    </a:moveTo>
                    <a:cubicBezTo>
                      <a:pt x="35466" y="420041"/>
                      <a:pt x="13082" y="406991"/>
                      <a:pt x="10415" y="393275"/>
                    </a:cubicBezTo>
                    <a:cubicBezTo>
                      <a:pt x="10986" y="386227"/>
                      <a:pt x="13653" y="380893"/>
                      <a:pt x="18511" y="377083"/>
                    </a:cubicBezTo>
                    <a:cubicBezTo>
                      <a:pt x="34037" y="364891"/>
                      <a:pt x="69184" y="368891"/>
                      <a:pt x="104808" y="375083"/>
                    </a:cubicBezTo>
                    <a:cubicBezTo>
                      <a:pt x="115190" y="376892"/>
                      <a:pt x="128144" y="380417"/>
                      <a:pt x="141860" y="384131"/>
                    </a:cubicBezTo>
                    <a:cubicBezTo>
                      <a:pt x="178436" y="394133"/>
                      <a:pt x="216345" y="404515"/>
                      <a:pt x="233967" y="391942"/>
                    </a:cubicBezTo>
                    <a:cubicBezTo>
                      <a:pt x="234348" y="391656"/>
                      <a:pt x="234729" y="391275"/>
                      <a:pt x="235110" y="390989"/>
                    </a:cubicBezTo>
                    <a:cubicBezTo>
                      <a:pt x="235300" y="390894"/>
                      <a:pt x="235395" y="390894"/>
                      <a:pt x="235586" y="390799"/>
                    </a:cubicBezTo>
                    <a:cubicBezTo>
                      <a:pt x="244158" y="384703"/>
                      <a:pt x="246825" y="366891"/>
                      <a:pt x="246444" y="352223"/>
                    </a:cubicBezTo>
                    <a:cubicBezTo>
                      <a:pt x="246349" y="346603"/>
                      <a:pt x="245397" y="335649"/>
                      <a:pt x="241777" y="327362"/>
                    </a:cubicBezTo>
                    <a:cubicBezTo>
                      <a:pt x="278734" y="327362"/>
                      <a:pt x="311119" y="333935"/>
                      <a:pt x="347695" y="342412"/>
                    </a:cubicBezTo>
                    <a:cubicBezTo>
                      <a:pt x="245682" y="428042"/>
                      <a:pt x="120238" y="434519"/>
                      <a:pt x="65374" y="425184"/>
                    </a:cubicBezTo>
                    <a:moveTo>
                      <a:pt x="163101" y="342602"/>
                    </a:moveTo>
                    <a:cubicBezTo>
                      <a:pt x="169578" y="334792"/>
                      <a:pt x="179198" y="332982"/>
                      <a:pt x="196438" y="330601"/>
                    </a:cubicBezTo>
                    <a:cubicBezTo>
                      <a:pt x="208249" y="328886"/>
                      <a:pt x="219584" y="327934"/>
                      <a:pt x="230442" y="327553"/>
                    </a:cubicBezTo>
                    <a:cubicBezTo>
                      <a:pt x="233205" y="330315"/>
                      <a:pt x="236157" y="339459"/>
                      <a:pt x="236538" y="352413"/>
                    </a:cubicBezTo>
                    <a:cubicBezTo>
                      <a:pt x="236634" y="354890"/>
                      <a:pt x="236538" y="357176"/>
                      <a:pt x="236538" y="359462"/>
                    </a:cubicBezTo>
                    <a:cubicBezTo>
                      <a:pt x="228442" y="354509"/>
                      <a:pt x="215107" y="355461"/>
                      <a:pt x="200915" y="356414"/>
                    </a:cubicBezTo>
                    <a:cubicBezTo>
                      <a:pt x="186627" y="357461"/>
                      <a:pt x="170435" y="358604"/>
                      <a:pt x="165101" y="352604"/>
                    </a:cubicBezTo>
                    <a:cubicBezTo>
                      <a:pt x="163196" y="350508"/>
                      <a:pt x="162529" y="347174"/>
                      <a:pt x="163196" y="342602"/>
                    </a:cubicBezTo>
                    <a:moveTo>
                      <a:pt x="10415" y="301550"/>
                    </a:moveTo>
                    <a:cubicBezTo>
                      <a:pt x="11272" y="290977"/>
                      <a:pt x="14987" y="283738"/>
                      <a:pt x="22035" y="278594"/>
                    </a:cubicBezTo>
                    <a:cubicBezTo>
                      <a:pt x="40609" y="265069"/>
                      <a:pt x="84424" y="266021"/>
                      <a:pt x="152147" y="281357"/>
                    </a:cubicBezTo>
                    <a:cubicBezTo>
                      <a:pt x="151194" y="309932"/>
                      <a:pt x="151194" y="325457"/>
                      <a:pt x="151766" y="334030"/>
                    </a:cubicBezTo>
                    <a:cubicBezTo>
                      <a:pt x="152433" y="344126"/>
                      <a:pt x="153861" y="355080"/>
                      <a:pt x="157767" y="359271"/>
                    </a:cubicBezTo>
                    <a:cubicBezTo>
                      <a:pt x="166720" y="368510"/>
                      <a:pt x="184341" y="367558"/>
                      <a:pt x="201582" y="366224"/>
                    </a:cubicBezTo>
                    <a:cubicBezTo>
                      <a:pt x="213964" y="365272"/>
                      <a:pt x="228156" y="364319"/>
                      <a:pt x="232347" y="368510"/>
                    </a:cubicBezTo>
                    <a:cubicBezTo>
                      <a:pt x="233014" y="369177"/>
                      <a:pt x="233871" y="370511"/>
                      <a:pt x="233681" y="373559"/>
                    </a:cubicBezTo>
                    <a:cubicBezTo>
                      <a:pt x="233300" y="378321"/>
                      <a:pt x="231681" y="381560"/>
                      <a:pt x="228442" y="383846"/>
                    </a:cubicBezTo>
                    <a:cubicBezTo>
                      <a:pt x="214536" y="393656"/>
                      <a:pt x="175769" y="383084"/>
                      <a:pt x="144527" y="374702"/>
                    </a:cubicBezTo>
                    <a:cubicBezTo>
                      <a:pt x="130620" y="370892"/>
                      <a:pt x="117381" y="367272"/>
                      <a:pt x="106617" y="365367"/>
                    </a:cubicBezTo>
                    <a:cubicBezTo>
                      <a:pt x="71280" y="359271"/>
                      <a:pt x="31941" y="354032"/>
                      <a:pt x="12510" y="369368"/>
                    </a:cubicBezTo>
                    <a:cubicBezTo>
                      <a:pt x="11177" y="370415"/>
                      <a:pt x="10034" y="371558"/>
                      <a:pt x="8986" y="372797"/>
                    </a:cubicBezTo>
                    <a:cubicBezTo>
                      <a:pt x="8224" y="350508"/>
                      <a:pt x="9177" y="319457"/>
                      <a:pt x="10510" y="301454"/>
                    </a:cubicBezTo>
                    <a:moveTo>
                      <a:pt x="324359" y="162770"/>
                    </a:moveTo>
                    <a:cubicBezTo>
                      <a:pt x="328931" y="148864"/>
                      <a:pt x="331122" y="134386"/>
                      <a:pt x="331407" y="120098"/>
                    </a:cubicBezTo>
                    <a:lnTo>
                      <a:pt x="353124" y="145149"/>
                    </a:lnTo>
                    <a:cubicBezTo>
                      <a:pt x="354077" y="146197"/>
                      <a:pt x="355601" y="146864"/>
                      <a:pt x="357125" y="146768"/>
                    </a:cubicBezTo>
                    <a:cubicBezTo>
                      <a:pt x="358649" y="146673"/>
                      <a:pt x="360078" y="145911"/>
                      <a:pt x="360935" y="144578"/>
                    </a:cubicBezTo>
                    <a:cubicBezTo>
                      <a:pt x="373794" y="125242"/>
                      <a:pt x="388081" y="113907"/>
                      <a:pt x="402178" y="111907"/>
                    </a:cubicBezTo>
                    <a:cubicBezTo>
                      <a:pt x="410655" y="110669"/>
                      <a:pt x="419133" y="112859"/>
                      <a:pt x="427229" y="118289"/>
                    </a:cubicBezTo>
                    <a:cubicBezTo>
                      <a:pt x="431420" y="123623"/>
                      <a:pt x="434658" y="130004"/>
                      <a:pt x="436754" y="137434"/>
                    </a:cubicBezTo>
                    <a:cubicBezTo>
                      <a:pt x="438659" y="144101"/>
                      <a:pt x="439707" y="151817"/>
                      <a:pt x="439707" y="160199"/>
                    </a:cubicBezTo>
                    <a:cubicBezTo>
                      <a:pt x="439707" y="181439"/>
                      <a:pt x="432944" y="207157"/>
                      <a:pt x="417799" y="233541"/>
                    </a:cubicBezTo>
                    <a:cubicBezTo>
                      <a:pt x="391796" y="229255"/>
                      <a:pt x="367031" y="224873"/>
                      <a:pt x="345409" y="221063"/>
                    </a:cubicBezTo>
                    <a:lnTo>
                      <a:pt x="336741" y="219539"/>
                    </a:lnTo>
                    <a:cubicBezTo>
                      <a:pt x="319882" y="216587"/>
                      <a:pt x="310833" y="214205"/>
                      <a:pt x="303499" y="212300"/>
                    </a:cubicBezTo>
                    <a:cubicBezTo>
                      <a:pt x="300451" y="211538"/>
                      <a:pt x="297689" y="210872"/>
                      <a:pt x="294831" y="210110"/>
                    </a:cubicBezTo>
                    <a:cubicBezTo>
                      <a:pt x="310167" y="195632"/>
                      <a:pt x="319215" y="178487"/>
                      <a:pt x="324359" y="162770"/>
                    </a:cubicBezTo>
                    <a:moveTo>
                      <a:pt x="280639" y="46375"/>
                    </a:moveTo>
                    <a:cubicBezTo>
                      <a:pt x="280639" y="46375"/>
                      <a:pt x="280163" y="45899"/>
                      <a:pt x="279877" y="45708"/>
                    </a:cubicBezTo>
                    <a:cubicBezTo>
                      <a:pt x="279591" y="45518"/>
                      <a:pt x="279496" y="45041"/>
                      <a:pt x="279496" y="44375"/>
                    </a:cubicBezTo>
                    <a:cubicBezTo>
                      <a:pt x="279496" y="43232"/>
                      <a:pt x="279972" y="41517"/>
                      <a:pt x="280925" y="39707"/>
                    </a:cubicBezTo>
                    <a:cubicBezTo>
                      <a:pt x="288164" y="25706"/>
                      <a:pt x="318168" y="3703"/>
                      <a:pt x="348171" y="11609"/>
                    </a:cubicBezTo>
                    <a:cubicBezTo>
                      <a:pt x="350172" y="14180"/>
                      <a:pt x="399130" y="78760"/>
                      <a:pt x="417799" y="103239"/>
                    </a:cubicBezTo>
                    <a:cubicBezTo>
                      <a:pt x="412275" y="101810"/>
                      <a:pt x="406655" y="101334"/>
                      <a:pt x="400940" y="102191"/>
                    </a:cubicBezTo>
                    <a:cubicBezTo>
                      <a:pt x="385319" y="104477"/>
                      <a:pt x="370174" y="115717"/>
                      <a:pt x="356649" y="134195"/>
                    </a:cubicBezTo>
                    <a:cubicBezTo>
                      <a:pt x="349505" y="126004"/>
                      <a:pt x="280639" y="46565"/>
                      <a:pt x="280639" y="46565"/>
                    </a:cubicBezTo>
                    <a:moveTo>
                      <a:pt x="514097" y="269069"/>
                    </a:moveTo>
                    <a:cubicBezTo>
                      <a:pt x="516002" y="271260"/>
                      <a:pt x="518574" y="273070"/>
                      <a:pt x="519907" y="275546"/>
                    </a:cubicBezTo>
                    <a:cubicBezTo>
                      <a:pt x="523050" y="281833"/>
                      <a:pt x="517240" y="284500"/>
                      <a:pt x="514097" y="288215"/>
                    </a:cubicBezTo>
                    <a:cubicBezTo>
                      <a:pt x="511430" y="284405"/>
                      <a:pt x="507715" y="280404"/>
                      <a:pt x="508763" y="275546"/>
                    </a:cubicBezTo>
                    <a:cubicBezTo>
                      <a:pt x="509334" y="273070"/>
                      <a:pt x="512097" y="271260"/>
                      <a:pt x="514097" y="269069"/>
                    </a:cubicBezTo>
                    <a:moveTo>
                      <a:pt x="522574" y="258973"/>
                    </a:moveTo>
                    <a:cubicBezTo>
                      <a:pt x="534004" y="260402"/>
                      <a:pt x="545339" y="261545"/>
                      <a:pt x="556293" y="262688"/>
                    </a:cubicBezTo>
                    <a:cubicBezTo>
                      <a:pt x="548673" y="270498"/>
                      <a:pt x="558674" y="288119"/>
                      <a:pt x="546958" y="294596"/>
                    </a:cubicBezTo>
                    <a:cubicBezTo>
                      <a:pt x="545053" y="290024"/>
                      <a:pt x="541243" y="290977"/>
                      <a:pt x="538005" y="291834"/>
                    </a:cubicBezTo>
                    <a:cubicBezTo>
                      <a:pt x="533433" y="292882"/>
                      <a:pt x="533909" y="298787"/>
                      <a:pt x="535528" y="300407"/>
                    </a:cubicBezTo>
                    <a:cubicBezTo>
                      <a:pt x="539910" y="304979"/>
                      <a:pt x="552959" y="303359"/>
                      <a:pt x="549530" y="313742"/>
                    </a:cubicBezTo>
                    <a:cubicBezTo>
                      <a:pt x="547053" y="320885"/>
                      <a:pt x="542100" y="327743"/>
                      <a:pt x="535528" y="322505"/>
                    </a:cubicBezTo>
                    <a:cubicBezTo>
                      <a:pt x="522288" y="312218"/>
                      <a:pt x="522669" y="294596"/>
                      <a:pt x="527337" y="278118"/>
                    </a:cubicBezTo>
                    <a:cubicBezTo>
                      <a:pt x="527813" y="276689"/>
                      <a:pt x="527337" y="269355"/>
                      <a:pt x="523336" y="265450"/>
                    </a:cubicBezTo>
                    <a:cubicBezTo>
                      <a:pt x="521907" y="264021"/>
                      <a:pt x="521622" y="260497"/>
                      <a:pt x="522479" y="258973"/>
                    </a:cubicBezTo>
                    <a:moveTo>
                      <a:pt x="712503" y="288881"/>
                    </a:moveTo>
                    <a:cubicBezTo>
                      <a:pt x="714789" y="289739"/>
                      <a:pt x="718122" y="289739"/>
                      <a:pt x="719551" y="287929"/>
                    </a:cubicBezTo>
                    <a:cubicBezTo>
                      <a:pt x="721837" y="285262"/>
                      <a:pt x="718313" y="278023"/>
                      <a:pt x="722313" y="277832"/>
                    </a:cubicBezTo>
                    <a:cubicBezTo>
                      <a:pt x="734124" y="276880"/>
                      <a:pt x="739268" y="283357"/>
                      <a:pt x="742411" y="287262"/>
                    </a:cubicBezTo>
                    <a:cubicBezTo>
                      <a:pt x="743268" y="288405"/>
                      <a:pt x="725552" y="302883"/>
                      <a:pt x="720313" y="311265"/>
                    </a:cubicBezTo>
                    <a:cubicBezTo>
                      <a:pt x="714408" y="306979"/>
                      <a:pt x="704311" y="305169"/>
                      <a:pt x="696596" y="302788"/>
                    </a:cubicBezTo>
                    <a:cubicBezTo>
                      <a:pt x="696596" y="302788"/>
                      <a:pt x="695453" y="297930"/>
                      <a:pt x="699072" y="293739"/>
                    </a:cubicBezTo>
                    <a:cubicBezTo>
                      <a:pt x="703740" y="298406"/>
                      <a:pt x="709169" y="304121"/>
                      <a:pt x="717170" y="304121"/>
                    </a:cubicBezTo>
                    <a:cubicBezTo>
                      <a:pt x="725457" y="304026"/>
                      <a:pt x="736220" y="288310"/>
                      <a:pt x="732410" y="285548"/>
                    </a:cubicBezTo>
                    <a:cubicBezTo>
                      <a:pt x="726600" y="281357"/>
                      <a:pt x="722409" y="301264"/>
                      <a:pt x="711836" y="294311"/>
                    </a:cubicBezTo>
                    <a:cubicBezTo>
                      <a:pt x="708026" y="291834"/>
                      <a:pt x="701930" y="284024"/>
                      <a:pt x="708788" y="282785"/>
                    </a:cubicBezTo>
                    <a:cubicBezTo>
                      <a:pt x="711360" y="282309"/>
                      <a:pt x="710026" y="287834"/>
                      <a:pt x="712503" y="288881"/>
                    </a:cubicBezTo>
                    <a:moveTo>
                      <a:pt x="889953" y="274594"/>
                    </a:moveTo>
                    <a:cubicBezTo>
                      <a:pt x="891573" y="273451"/>
                      <a:pt x="895859" y="273070"/>
                      <a:pt x="896716" y="275165"/>
                    </a:cubicBezTo>
                    <a:cubicBezTo>
                      <a:pt x="897192" y="276118"/>
                      <a:pt x="897954" y="277547"/>
                      <a:pt x="897192" y="278499"/>
                    </a:cubicBezTo>
                    <a:cubicBezTo>
                      <a:pt x="896240" y="279642"/>
                      <a:pt x="893097" y="280690"/>
                      <a:pt x="891573" y="280309"/>
                    </a:cubicBezTo>
                    <a:cubicBezTo>
                      <a:pt x="891192" y="280309"/>
                      <a:pt x="885858" y="277547"/>
                      <a:pt x="890049" y="274594"/>
                    </a:cubicBezTo>
                    <a:moveTo>
                      <a:pt x="884429" y="242971"/>
                    </a:moveTo>
                    <a:cubicBezTo>
                      <a:pt x="883857" y="242685"/>
                      <a:pt x="884048" y="238780"/>
                      <a:pt x="882714" y="238304"/>
                    </a:cubicBezTo>
                    <a:cubicBezTo>
                      <a:pt x="885096" y="237923"/>
                      <a:pt x="887477" y="237446"/>
                      <a:pt x="889858" y="237065"/>
                    </a:cubicBezTo>
                    <a:cubicBezTo>
                      <a:pt x="890239" y="239066"/>
                      <a:pt x="890430" y="241066"/>
                      <a:pt x="889477" y="242399"/>
                    </a:cubicBezTo>
                    <a:cubicBezTo>
                      <a:pt x="888525" y="243828"/>
                      <a:pt x="885953" y="243828"/>
                      <a:pt x="884429" y="242971"/>
                    </a:cubicBezTo>
                    <a:moveTo>
                      <a:pt x="889287" y="262307"/>
                    </a:moveTo>
                    <a:lnTo>
                      <a:pt x="890430" y="261545"/>
                    </a:lnTo>
                    <a:cubicBezTo>
                      <a:pt x="891763" y="261164"/>
                      <a:pt x="893478" y="259354"/>
                      <a:pt x="895002" y="260878"/>
                    </a:cubicBezTo>
                    <a:cubicBezTo>
                      <a:pt x="896526" y="262497"/>
                      <a:pt x="896430" y="265259"/>
                      <a:pt x="895192" y="266688"/>
                    </a:cubicBezTo>
                    <a:cubicBezTo>
                      <a:pt x="893478" y="268403"/>
                      <a:pt x="889572" y="267545"/>
                      <a:pt x="888334" y="265736"/>
                    </a:cubicBezTo>
                    <a:cubicBezTo>
                      <a:pt x="887667" y="264497"/>
                      <a:pt x="889001" y="263164"/>
                      <a:pt x="889287" y="262307"/>
                    </a:cubicBezTo>
                    <a:moveTo>
                      <a:pt x="829851" y="160199"/>
                    </a:moveTo>
                    <a:cubicBezTo>
                      <a:pt x="829851" y="151721"/>
                      <a:pt x="830898" y="144101"/>
                      <a:pt x="832803" y="137434"/>
                    </a:cubicBezTo>
                    <a:cubicBezTo>
                      <a:pt x="834899" y="130004"/>
                      <a:pt x="838137" y="123623"/>
                      <a:pt x="842328" y="118289"/>
                    </a:cubicBezTo>
                    <a:cubicBezTo>
                      <a:pt x="850425" y="112764"/>
                      <a:pt x="858807" y="110669"/>
                      <a:pt x="867379" y="111907"/>
                    </a:cubicBezTo>
                    <a:cubicBezTo>
                      <a:pt x="881667" y="114002"/>
                      <a:pt x="895859" y="125337"/>
                      <a:pt x="908718" y="144578"/>
                    </a:cubicBezTo>
                    <a:cubicBezTo>
                      <a:pt x="909575" y="145911"/>
                      <a:pt x="911004" y="146673"/>
                      <a:pt x="912528" y="146768"/>
                    </a:cubicBezTo>
                    <a:cubicBezTo>
                      <a:pt x="914147" y="146768"/>
                      <a:pt x="915671" y="146197"/>
                      <a:pt x="916623" y="145149"/>
                    </a:cubicBezTo>
                    <a:lnTo>
                      <a:pt x="938340" y="120098"/>
                    </a:lnTo>
                    <a:cubicBezTo>
                      <a:pt x="938721" y="134386"/>
                      <a:pt x="940912" y="148864"/>
                      <a:pt x="945389" y="162770"/>
                    </a:cubicBezTo>
                    <a:cubicBezTo>
                      <a:pt x="950532" y="178487"/>
                      <a:pt x="959581" y="195632"/>
                      <a:pt x="974916" y="210110"/>
                    </a:cubicBezTo>
                    <a:cubicBezTo>
                      <a:pt x="972059" y="210776"/>
                      <a:pt x="969297" y="211443"/>
                      <a:pt x="966249" y="212300"/>
                    </a:cubicBezTo>
                    <a:cubicBezTo>
                      <a:pt x="958914" y="214205"/>
                      <a:pt x="949866" y="216587"/>
                      <a:pt x="933102" y="219539"/>
                    </a:cubicBezTo>
                    <a:lnTo>
                      <a:pt x="924529" y="221063"/>
                    </a:lnTo>
                    <a:cubicBezTo>
                      <a:pt x="914718" y="222778"/>
                      <a:pt x="904336" y="224588"/>
                      <a:pt x="893382" y="226493"/>
                    </a:cubicBezTo>
                    <a:cubicBezTo>
                      <a:pt x="891763" y="226493"/>
                      <a:pt x="889668" y="226683"/>
                      <a:pt x="886810" y="227636"/>
                    </a:cubicBezTo>
                    <a:cubicBezTo>
                      <a:pt x="875571" y="229541"/>
                      <a:pt x="864045" y="231541"/>
                      <a:pt x="852139" y="233541"/>
                    </a:cubicBezTo>
                    <a:cubicBezTo>
                      <a:pt x="836994" y="207252"/>
                      <a:pt x="830232" y="181439"/>
                      <a:pt x="830232" y="160199"/>
                    </a:cubicBezTo>
                    <a:moveTo>
                      <a:pt x="921957" y="11609"/>
                    </a:moveTo>
                    <a:cubicBezTo>
                      <a:pt x="951961" y="3703"/>
                      <a:pt x="981965" y="25706"/>
                      <a:pt x="989109" y="39707"/>
                    </a:cubicBezTo>
                    <a:cubicBezTo>
                      <a:pt x="990061" y="41612"/>
                      <a:pt x="990633" y="43232"/>
                      <a:pt x="990633" y="44375"/>
                    </a:cubicBezTo>
                    <a:cubicBezTo>
                      <a:pt x="990633" y="44946"/>
                      <a:pt x="990442" y="45422"/>
                      <a:pt x="990156" y="45708"/>
                    </a:cubicBezTo>
                    <a:cubicBezTo>
                      <a:pt x="989871" y="45899"/>
                      <a:pt x="989680" y="46184"/>
                      <a:pt x="989490" y="46375"/>
                    </a:cubicBezTo>
                    <a:cubicBezTo>
                      <a:pt x="989490" y="46375"/>
                      <a:pt x="920624" y="125813"/>
                      <a:pt x="913575" y="134005"/>
                    </a:cubicBezTo>
                    <a:cubicBezTo>
                      <a:pt x="900050" y="115526"/>
                      <a:pt x="884810" y="104287"/>
                      <a:pt x="869284" y="102001"/>
                    </a:cubicBezTo>
                    <a:cubicBezTo>
                      <a:pt x="863569" y="101144"/>
                      <a:pt x="858045" y="101620"/>
                      <a:pt x="852520" y="103049"/>
                    </a:cubicBezTo>
                    <a:cubicBezTo>
                      <a:pt x="871094" y="78569"/>
                      <a:pt x="920148" y="13990"/>
                      <a:pt x="922148" y="11418"/>
                    </a:cubicBezTo>
                    <a:moveTo>
                      <a:pt x="899383" y="237065"/>
                    </a:moveTo>
                    <a:cubicBezTo>
                      <a:pt x="899383" y="237065"/>
                      <a:pt x="899193" y="236303"/>
                      <a:pt x="899097" y="235256"/>
                    </a:cubicBezTo>
                    <a:cubicBezTo>
                      <a:pt x="901383" y="234875"/>
                      <a:pt x="903765" y="234494"/>
                      <a:pt x="906051" y="234113"/>
                    </a:cubicBezTo>
                    <a:cubicBezTo>
                      <a:pt x="905860" y="235065"/>
                      <a:pt x="905670" y="236113"/>
                      <a:pt x="904812" y="236684"/>
                    </a:cubicBezTo>
                    <a:cubicBezTo>
                      <a:pt x="903003" y="237923"/>
                      <a:pt x="900526" y="236780"/>
                      <a:pt x="899383" y="237065"/>
                    </a:cubicBezTo>
                    <a:moveTo>
                      <a:pt x="912242" y="282214"/>
                    </a:moveTo>
                    <a:cubicBezTo>
                      <a:pt x="912909" y="279833"/>
                      <a:pt x="923291" y="283166"/>
                      <a:pt x="924148" y="275832"/>
                    </a:cubicBezTo>
                    <a:cubicBezTo>
                      <a:pt x="924434" y="274308"/>
                      <a:pt x="926244" y="277166"/>
                      <a:pt x="929482" y="278499"/>
                    </a:cubicBezTo>
                    <a:cubicBezTo>
                      <a:pt x="932530" y="279928"/>
                      <a:pt x="941674" y="275165"/>
                      <a:pt x="947199" y="276023"/>
                    </a:cubicBezTo>
                    <a:cubicBezTo>
                      <a:pt x="947580" y="276213"/>
                      <a:pt x="955390" y="318409"/>
                      <a:pt x="953866" y="324695"/>
                    </a:cubicBezTo>
                    <a:lnTo>
                      <a:pt x="936150" y="327648"/>
                    </a:lnTo>
                    <a:cubicBezTo>
                      <a:pt x="935578" y="306407"/>
                      <a:pt x="925863" y="284976"/>
                      <a:pt x="920814" y="284881"/>
                    </a:cubicBezTo>
                    <a:cubicBezTo>
                      <a:pt x="916242" y="284881"/>
                      <a:pt x="911099" y="286976"/>
                      <a:pt x="912242" y="282309"/>
                    </a:cubicBezTo>
                    <a:moveTo>
                      <a:pt x="905384" y="262497"/>
                    </a:moveTo>
                    <a:cubicBezTo>
                      <a:pt x="904336" y="261164"/>
                      <a:pt x="904717" y="258401"/>
                      <a:pt x="905289" y="258211"/>
                    </a:cubicBezTo>
                    <a:cubicBezTo>
                      <a:pt x="905860" y="258020"/>
                      <a:pt x="909194" y="256211"/>
                      <a:pt x="910718" y="257163"/>
                    </a:cubicBezTo>
                    <a:cubicBezTo>
                      <a:pt x="911670" y="258020"/>
                      <a:pt x="912623" y="259449"/>
                      <a:pt x="912147" y="260783"/>
                    </a:cubicBezTo>
                    <a:cubicBezTo>
                      <a:pt x="911194" y="262973"/>
                      <a:pt x="907098" y="264593"/>
                      <a:pt x="905479" y="262592"/>
                    </a:cubicBezTo>
                    <a:moveTo>
                      <a:pt x="913099" y="270212"/>
                    </a:moveTo>
                    <a:cubicBezTo>
                      <a:pt x="915195" y="270498"/>
                      <a:pt x="916814" y="270974"/>
                      <a:pt x="916814" y="273165"/>
                    </a:cubicBezTo>
                    <a:cubicBezTo>
                      <a:pt x="916814" y="275832"/>
                      <a:pt x="912909" y="276404"/>
                      <a:pt x="912147" y="276594"/>
                    </a:cubicBezTo>
                    <a:cubicBezTo>
                      <a:pt x="911194" y="276975"/>
                      <a:pt x="908718" y="276880"/>
                      <a:pt x="908337" y="275832"/>
                    </a:cubicBezTo>
                    <a:cubicBezTo>
                      <a:pt x="906908" y="272213"/>
                      <a:pt x="909289" y="269641"/>
                      <a:pt x="913099" y="270212"/>
                    </a:cubicBezTo>
                    <a:moveTo>
                      <a:pt x="1105123" y="352413"/>
                    </a:moveTo>
                    <a:cubicBezTo>
                      <a:pt x="1099694" y="358509"/>
                      <a:pt x="1083597" y="357271"/>
                      <a:pt x="1069309" y="356223"/>
                    </a:cubicBezTo>
                    <a:cubicBezTo>
                      <a:pt x="1055212" y="355175"/>
                      <a:pt x="1041782" y="354223"/>
                      <a:pt x="1033686" y="359271"/>
                    </a:cubicBezTo>
                    <a:cubicBezTo>
                      <a:pt x="1033686" y="357080"/>
                      <a:pt x="1033686" y="354699"/>
                      <a:pt x="1033686" y="352223"/>
                    </a:cubicBezTo>
                    <a:cubicBezTo>
                      <a:pt x="1034067" y="339173"/>
                      <a:pt x="1037019" y="330029"/>
                      <a:pt x="1039877" y="327362"/>
                    </a:cubicBezTo>
                    <a:cubicBezTo>
                      <a:pt x="1050735" y="327743"/>
                      <a:pt x="1061880" y="328696"/>
                      <a:pt x="1073786" y="330410"/>
                    </a:cubicBezTo>
                    <a:cubicBezTo>
                      <a:pt x="1091121" y="332792"/>
                      <a:pt x="1100551" y="334506"/>
                      <a:pt x="1107123" y="342412"/>
                    </a:cubicBezTo>
                    <a:cubicBezTo>
                      <a:pt x="1107790" y="346984"/>
                      <a:pt x="1107123" y="350318"/>
                      <a:pt x="1105219" y="352413"/>
                    </a:cubicBezTo>
                    <a:moveTo>
                      <a:pt x="1034733" y="214682"/>
                    </a:moveTo>
                    <a:cubicBezTo>
                      <a:pt x="1067023" y="213634"/>
                      <a:pt x="1105695" y="218111"/>
                      <a:pt x="1106933" y="244876"/>
                    </a:cubicBezTo>
                    <a:lnTo>
                      <a:pt x="1106933" y="247543"/>
                    </a:lnTo>
                    <a:cubicBezTo>
                      <a:pt x="1108648" y="284309"/>
                      <a:pt x="1109219" y="306312"/>
                      <a:pt x="1109219" y="319457"/>
                    </a:cubicBezTo>
                    <a:cubicBezTo>
                      <a:pt x="1109219" y="324505"/>
                      <a:pt x="1109219" y="327934"/>
                      <a:pt x="1109028" y="330696"/>
                    </a:cubicBezTo>
                    <a:cubicBezTo>
                      <a:pt x="1100170" y="324219"/>
                      <a:pt x="1088835" y="322409"/>
                      <a:pt x="1075310" y="320504"/>
                    </a:cubicBezTo>
                    <a:cubicBezTo>
                      <a:pt x="1032543" y="314504"/>
                      <a:pt x="998253" y="317171"/>
                      <a:pt x="963296" y="323457"/>
                    </a:cubicBezTo>
                    <a:lnTo>
                      <a:pt x="962724" y="320028"/>
                    </a:lnTo>
                    <a:cubicBezTo>
                      <a:pt x="963963" y="317266"/>
                      <a:pt x="955771" y="275737"/>
                      <a:pt x="957009" y="273832"/>
                    </a:cubicBezTo>
                    <a:cubicBezTo>
                      <a:pt x="960153" y="269355"/>
                      <a:pt x="974345" y="274118"/>
                      <a:pt x="974154" y="265355"/>
                    </a:cubicBezTo>
                    <a:cubicBezTo>
                      <a:pt x="973964" y="257639"/>
                      <a:pt x="961772" y="261164"/>
                      <a:pt x="956057" y="260592"/>
                    </a:cubicBezTo>
                    <a:cubicBezTo>
                      <a:pt x="953771" y="260402"/>
                      <a:pt x="953866" y="260021"/>
                      <a:pt x="953485" y="258116"/>
                    </a:cubicBezTo>
                    <a:cubicBezTo>
                      <a:pt x="952818" y="254782"/>
                      <a:pt x="949485" y="238970"/>
                      <a:pt x="946818" y="236399"/>
                    </a:cubicBezTo>
                    <a:cubicBezTo>
                      <a:pt x="944436" y="233922"/>
                      <a:pt x="940626" y="236208"/>
                      <a:pt x="939864" y="239256"/>
                    </a:cubicBezTo>
                    <a:cubicBezTo>
                      <a:pt x="938436" y="244209"/>
                      <a:pt x="946341" y="263640"/>
                      <a:pt x="943293" y="263735"/>
                    </a:cubicBezTo>
                    <a:cubicBezTo>
                      <a:pt x="935292" y="264116"/>
                      <a:pt x="927196" y="270974"/>
                      <a:pt x="926625" y="269069"/>
                    </a:cubicBezTo>
                    <a:cubicBezTo>
                      <a:pt x="925196" y="265259"/>
                      <a:pt x="925101" y="259163"/>
                      <a:pt x="922338" y="255353"/>
                    </a:cubicBezTo>
                    <a:cubicBezTo>
                      <a:pt x="918528" y="250019"/>
                      <a:pt x="905289" y="253734"/>
                      <a:pt x="905098" y="251258"/>
                    </a:cubicBezTo>
                    <a:cubicBezTo>
                      <a:pt x="904812" y="245352"/>
                      <a:pt x="908813" y="245924"/>
                      <a:pt x="911194" y="244685"/>
                    </a:cubicBezTo>
                    <a:cubicBezTo>
                      <a:pt x="912813" y="243828"/>
                      <a:pt x="914528" y="242685"/>
                      <a:pt x="914814" y="240685"/>
                    </a:cubicBezTo>
                    <a:cubicBezTo>
                      <a:pt x="915195" y="238208"/>
                      <a:pt x="915290" y="234875"/>
                      <a:pt x="913956" y="232874"/>
                    </a:cubicBezTo>
                    <a:cubicBezTo>
                      <a:pt x="918338" y="232112"/>
                      <a:pt x="922719" y="231255"/>
                      <a:pt x="927006" y="230588"/>
                    </a:cubicBezTo>
                    <a:lnTo>
                      <a:pt x="935578" y="229064"/>
                    </a:lnTo>
                    <a:cubicBezTo>
                      <a:pt x="952818" y="226016"/>
                      <a:pt x="962058" y="223635"/>
                      <a:pt x="969582" y="221730"/>
                    </a:cubicBezTo>
                    <a:cubicBezTo>
                      <a:pt x="983203" y="218206"/>
                      <a:pt x="990823" y="216206"/>
                      <a:pt x="1034924" y="214777"/>
                    </a:cubicBezTo>
                    <a:moveTo>
                      <a:pt x="1269810" y="300597"/>
                    </a:moveTo>
                    <a:cubicBezTo>
                      <a:pt x="1268763" y="287167"/>
                      <a:pt x="1263715" y="277261"/>
                      <a:pt x="1254190" y="270403"/>
                    </a:cubicBezTo>
                    <a:cubicBezTo>
                      <a:pt x="1232853" y="254877"/>
                      <a:pt x="1189419" y="255068"/>
                      <a:pt x="1117982" y="271165"/>
                    </a:cubicBezTo>
                    <a:cubicBezTo>
                      <a:pt x="1117696" y="263926"/>
                      <a:pt x="1117315" y="255925"/>
                      <a:pt x="1117029" y="247162"/>
                    </a:cubicBezTo>
                    <a:lnTo>
                      <a:pt x="1116839" y="244590"/>
                    </a:lnTo>
                    <a:cubicBezTo>
                      <a:pt x="1116077" y="225350"/>
                      <a:pt x="1101027" y="202775"/>
                      <a:pt x="1034543" y="204966"/>
                    </a:cubicBezTo>
                    <a:cubicBezTo>
                      <a:pt x="1011207" y="205728"/>
                      <a:pt x="997872" y="206585"/>
                      <a:pt x="988347" y="207824"/>
                    </a:cubicBezTo>
                    <a:cubicBezTo>
                      <a:pt x="970630" y="193631"/>
                      <a:pt x="960819" y="175820"/>
                      <a:pt x="955485" y="159722"/>
                    </a:cubicBezTo>
                    <a:cubicBezTo>
                      <a:pt x="950056" y="143244"/>
                      <a:pt x="948342" y="125623"/>
                      <a:pt x="948913" y="108764"/>
                    </a:cubicBezTo>
                    <a:lnTo>
                      <a:pt x="997205" y="53138"/>
                    </a:lnTo>
                    <a:cubicBezTo>
                      <a:pt x="999681" y="50947"/>
                      <a:pt x="1003587" y="45518"/>
                      <a:pt x="998348" y="35326"/>
                    </a:cubicBezTo>
                    <a:cubicBezTo>
                      <a:pt x="989680" y="18181"/>
                      <a:pt x="954342" y="-8203"/>
                      <a:pt x="918338" y="2465"/>
                    </a:cubicBezTo>
                    <a:cubicBezTo>
                      <a:pt x="917290" y="2846"/>
                      <a:pt x="916433" y="3417"/>
                      <a:pt x="915766" y="4179"/>
                    </a:cubicBezTo>
                    <a:lnTo>
                      <a:pt x="831660" y="114955"/>
                    </a:lnTo>
                    <a:cubicBezTo>
                      <a:pt x="830708" y="116193"/>
                      <a:pt x="830422" y="117717"/>
                      <a:pt x="830898" y="119146"/>
                    </a:cubicBezTo>
                    <a:cubicBezTo>
                      <a:pt x="828231" y="123813"/>
                      <a:pt x="825945" y="128957"/>
                      <a:pt x="824326" y="134767"/>
                    </a:cubicBezTo>
                    <a:cubicBezTo>
                      <a:pt x="821945" y="143149"/>
                      <a:pt x="820802" y="151912"/>
                      <a:pt x="820802" y="161151"/>
                    </a:cubicBezTo>
                    <a:cubicBezTo>
                      <a:pt x="820802" y="184583"/>
                      <a:pt x="828327" y="210300"/>
                      <a:pt x="842233" y="235256"/>
                    </a:cubicBezTo>
                    <a:cubicBezTo>
                      <a:pt x="774606" y="246305"/>
                      <a:pt x="699644" y="256687"/>
                      <a:pt x="645732" y="256687"/>
                    </a:cubicBezTo>
                    <a:cubicBezTo>
                      <a:pt x="642494" y="256687"/>
                      <a:pt x="639160" y="256496"/>
                      <a:pt x="635826" y="256496"/>
                    </a:cubicBezTo>
                    <a:cubicBezTo>
                      <a:pt x="632493" y="256496"/>
                      <a:pt x="629159" y="256687"/>
                      <a:pt x="625920" y="256687"/>
                    </a:cubicBezTo>
                    <a:cubicBezTo>
                      <a:pt x="572009" y="256687"/>
                      <a:pt x="497047" y="246305"/>
                      <a:pt x="429420" y="235256"/>
                    </a:cubicBezTo>
                    <a:cubicBezTo>
                      <a:pt x="443231" y="210300"/>
                      <a:pt x="450946" y="184583"/>
                      <a:pt x="450946" y="161151"/>
                    </a:cubicBezTo>
                    <a:cubicBezTo>
                      <a:pt x="450946" y="151912"/>
                      <a:pt x="449803" y="143149"/>
                      <a:pt x="447422" y="134767"/>
                    </a:cubicBezTo>
                    <a:cubicBezTo>
                      <a:pt x="445803" y="128957"/>
                      <a:pt x="443517" y="123908"/>
                      <a:pt x="440850" y="119146"/>
                    </a:cubicBezTo>
                    <a:cubicBezTo>
                      <a:pt x="441231" y="117717"/>
                      <a:pt x="441040" y="116193"/>
                      <a:pt x="440088" y="114955"/>
                    </a:cubicBezTo>
                    <a:lnTo>
                      <a:pt x="355887" y="4179"/>
                    </a:lnTo>
                    <a:cubicBezTo>
                      <a:pt x="355220" y="3322"/>
                      <a:pt x="354363" y="2750"/>
                      <a:pt x="353410" y="2465"/>
                    </a:cubicBezTo>
                    <a:cubicBezTo>
                      <a:pt x="317406" y="-8203"/>
                      <a:pt x="282068" y="18181"/>
                      <a:pt x="273305" y="35326"/>
                    </a:cubicBezTo>
                    <a:cubicBezTo>
                      <a:pt x="267971" y="45613"/>
                      <a:pt x="271971" y="50947"/>
                      <a:pt x="274448" y="53138"/>
                    </a:cubicBezTo>
                    <a:lnTo>
                      <a:pt x="322740" y="108764"/>
                    </a:lnTo>
                    <a:cubicBezTo>
                      <a:pt x="323311" y="125623"/>
                      <a:pt x="321597" y="143244"/>
                      <a:pt x="316167" y="159722"/>
                    </a:cubicBezTo>
                    <a:cubicBezTo>
                      <a:pt x="310929" y="175915"/>
                      <a:pt x="301023" y="193631"/>
                      <a:pt x="283306" y="207824"/>
                    </a:cubicBezTo>
                    <a:cubicBezTo>
                      <a:pt x="273876" y="206585"/>
                      <a:pt x="260446" y="205728"/>
                      <a:pt x="237205" y="204966"/>
                    </a:cubicBezTo>
                    <a:cubicBezTo>
                      <a:pt x="170625" y="202775"/>
                      <a:pt x="155671" y="225254"/>
                      <a:pt x="154814" y="244590"/>
                    </a:cubicBezTo>
                    <a:lnTo>
                      <a:pt x="154814" y="247162"/>
                    </a:lnTo>
                    <a:cubicBezTo>
                      <a:pt x="154338" y="255925"/>
                      <a:pt x="153957" y="263926"/>
                      <a:pt x="153671" y="271165"/>
                    </a:cubicBezTo>
                    <a:cubicBezTo>
                      <a:pt x="82329" y="255163"/>
                      <a:pt x="38799" y="254877"/>
                      <a:pt x="17559" y="270403"/>
                    </a:cubicBezTo>
                    <a:cubicBezTo>
                      <a:pt x="8129" y="277261"/>
                      <a:pt x="2985" y="287167"/>
                      <a:pt x="1842" y="300597"/>
                    </a:cubicBezTo>
                    <a:cubicBezTo>
                      <a:pt x="-63" y="325362"/>
                      <a:pt x="-1110" y="375273"/>
                      <a:pt x="1842" y="394133"/>
                    </a:cubicBezTo>
                    <a:cubicBezTo>
                      <a:pt x="5462" y="416802"/>
                      <a:pt x="38133" y="430137"/>
                      <a:pt x="65088" y="434804"/>
                    </a:cubicBezTo>
                    <a:cubicBezTo>
                      <a:pt x="122524" y="444615"/>
                      <a:pt x="255112" y="437376"/>
                      <a:pt x="360935" y="344984"/>
                    </a:cubicBezTo>
                    <a:lnTo>
                      <a:pt x="362078" y="345269"/>
                    </a:lnTo>
                    <a:cubicBezTo>
                      <a:pt x="423038" y="359462"/>
                      <a:pt x="498952" y="377178"/>
                      <a:pt x="626016" y="377178"/>
                    </a:cubicBezTo>
                    <a:cubicBezTo>
                      <a:pt x="629445" y="377178"/>
                      <a:pt x="632588" y="377178"/>
                      <a:pt x="635922" y="377178"/>
                    </a:cubicBezTo>
                    <a:cubicBezTo>
                      <a:pt x="639255" y="377178"/>
                      <a:pt x="642494" y="377178"/>
                      <a:pt x="645828" y="377178"/>
                    </a:cubicBezTo>
                    <a:cubicBezTo>
                      <a:pt x="772891" y="377178"/>
                      <a:pt x="848805" y="359557"/>
                      <a:pt x="909861" y="345269"/>
                    </a:cubicBezTo>
                    <a:cubicBezTo>
                      <a:pt x="910242" y="345174"/>
                      <a:pt x="910623" y="345174"/>
                      <a:pt x="910908" y="344984"/>
                    </a:cubicBezTo>
                    <a:cubicBezTo>
                      <a:pt x="1016731" y="437376"/>
                      <a:pt x="1149319" y="444615"/>
                      <a:pt x="1206755" y="434804"/>
                    </a:cubicBezTo>
                    <a:cubicBezTo>
                      <a:pt x="1233711" y="430137"/>
                      <a:pt x="1266286" y="416802"/>
                      <a:pt x="1269906" y="394133"/>
                    </a:cubicBezTo>
                    <a:cubicBezTo>
                      <a:pt x="1272954" y="375273"/>
                      <a:pt x="1271906" y="325362"/>
                      <a:pt x="1269906" y="300597"/>
                    </a:cubicBezTo>
                    <a:moveTo>
                      <a:pt x="330550" y="244400"/>
                    </a:moveTo>
                    <a:cubicBezTo>
                      <a:pt x="331026" y="244400"/>
                      <a:pt x="331407" y="240304"/>
                      <a:pt x="330360" y="239447"/>
                    </a:cubicBezTo>
                    <a:cubicBezTo>
                      <a:pt x="316167" y="227255"/>
                      <a:pt x="299022" y="233541"/>
                      <a:pt x="283020" y="233636"/>
                    </a:cubicBezTo>
                    <a:cubicBezTo>
                      <a:pt x="278925" y="233827"/>
                      <a:pt x="280258" y="238780"/>
                      <a:pt x="280068" y="242018"/>
                    </a:cubicBezTo>
                    <a:cubicBezTo>
                      <a:pt x="282068" y="242018"/>
                      <a:pt x="284068" y="242209"/>
                      <a:pt x="286068" y="242018"/>
                    </a:cubicBezTo>
                    <a:cubicBezTo>
                      <a:pt x="301404" y="240018"/>
                      <a:pt x="315310" y="247733"/>
                      <a:pt x="330550" y="244304"/>
                    </a:cubicBezTo>
                    <a:moveTo>
                      <a:pt x="318834" y="256973"/>
                    </a:moveTo>
                    <a:cubicBezTo>
                      <a:pt x="320930" y="265450"/>
                      <a:pt x="318453" y="307550"/>
                      <a:pt x="324835" y="319742"/>
                    </a:cubicBezTo>
                    <a:cubicBezTo>
                      <a:pt x="326359" y="322314"/>
                      <a:pt x="329883" y="319266"/>
                      <a:pt x="330264" y="316885"/>
                    </a:cubicBezTo>
                    <a:cubicBezTo>
                      <a:pt x="333027" y="296501"/>
                      <a:pt x="330645" y="277451"/>
                      <a:pt x="326645" y="257163"/>
                    </a:cubicBezTo>
                    <a:cubicBezTo>
                      <a:pt x="326645" y="256592"/>
                      <a:pt x="321692" y="256973"/>
                      <a:pt x="318739" y="256973"/>
                    </a:cubicBezTo>
                    <a:moveTo>
                      <a:pt x="283973" y="256782"/>
                    </a:moveTo>
                    <a:cubicBezTo>
                      <a:pt x="281496" y="262592"/>
                      <a:pt x="274829" y="299930"/>
                      <a:pt x="274067" y="307931"/>
                    </a:cubicBezTo>
                    <a:cubicBezTo>
                      <a:pt x="276067" y="307931"/>
                      <a:pt x="279210" y="308408"/>
                      <a:pt x="279496" y="307741"/>
                    </a:cubicBezTo>
                    <a:cubicBezTo>
                      <a:pt x="286830" y="290596"/>
                      <a:pt x="290450" y="272594"/>
                      <a:pt x="291974" y="254020"/>
                    </a:cubicBezTo>
                    <a:cubicBezTo>
                      <a:pt x="288926" y="254020"/>
                      <a:pt x="285497" y="253163"/>
                      <a:pt x="284068" y="256687"/>
                    </a:cubicBezTo>
                  </a:path>
                </a:pathLst>
              </a:custGeom>
              <a:solidFill>
                <a:srgbClr val="6D226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x0a1h5n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750F6D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b7b2bdc2-1309-491f-a102-957fb3f64983">4XDWU745PVEV-885061665-11566</_dlc_DocId>
    <_dlc_DocIdUrl xmlns="b7b2bdc2-1309-491f-a102-957fb3f64983">
      <Url>https://sp16.cuhk.edu.cn/ao/public/_layouts/15/DocIdRedir.aspx?ID=4XDWU745PVEV-885061665-11566</Url>
      <Description>4XDWU745PVEV-885061665-11566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E7DC1D346C0B004380D9D60A97B04A6B" ma:contentTypeVersion="2" ma:contentTypeDescription="新建文档。" ma:contentTypeScope="" ma:versionID="f113f6438f45a6ba1c5a3ae663b8a5fa">
  <xsd:schema xmlns:xsd="http://www.w3.org/2001/XMLSchema" xmlns:xs="http://www.w3.org/2001/XMLSchema" xmlns:p="http://schemas.microsoft.com/office/2006/metadata/properties" xmlns:ns2="b7b2bdc2-1309-491f-a102-957fb3f64983" targetNamespace="http://schemas.microsoft.com/office/2006/metadata/properties" ma:root="true" ma:fieldsID="89773625b4856258db69aad31830da9d" ns2:_="">
    <xsd:import namespace="b7b2bdc2-1309-491f-a102-957fb3f6498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2bdc2-1309-491f-a102-957fb3f6498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文档 ID 值" ma:description="分配至此项的文档 ID 值。" ma:internalName="_dlc_DocId" ma:readOnly="true">
      <xsd:simpleType>
        <xsd:restriction base="dms:Text"/>
      </xsd:simpleType>
    </xsd:element>
    <xsd:element name="_dlc_DocIdUrl" ma:index="9" nillable="true" ma:displayName="文档 ID" ma:description="此文档的永久链接。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永久 ID" ma:description="在添加过程中保留 ID。" ma:hidden="true" ma:internalName="_dlc_DocIdPersistId" ma:readOnly="true">
      <xsd:simpleType>
        <xsd:restriction base="dms:Boolean"/>
      </xsd:simpleType>
    </xsd:element>
    <xsd:element name="SharedWithUsers" ma:index="11" nillable="true" ma:displayName="共享对象: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46AE26-053C-4D6D-AFE4-FC8C09CA83B2}">
  <ds:schemaRefs>
    <ds:schemaRef ds:uri="http://schemas.microsoft.com/office/2006/metadata/properties"/>
    <ds:schemaRef ds:uri="http://schemas.microsoft.com/office/infopath/2007/PartnerControls"/>
    <ds:schemaRef ds:uri="b7b2bdc2-1309-491f-a102-957fb3f64983"/>
  </ds:schemaRefs>
</ds:datastoreItem>
</file>

<file path=customXml/itemProps2.xml><?xml version="1.0" encoding="utf-8"?>
<ds:datastoreItem xmlns:ds="http://schemas.openxmlformats.org/officeDocument/2006/customXml" ds:itemID="{807386C6-66E5-4A62-8A00-178073DA4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1CBD6-BE97-4B67-A020-3C569A2D7F4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6A31B82-85D4-416A-ADFA-652A43B37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b2bdc2-1309-491f-a102-957fb3f649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宽屏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C</dc:creator>
  <cp:lastModifiedBy>Xi Zhu</cp:lastModifiedBy>
  <cp:revision>436</cp:revision>
  <cp:lastPrinted>1900-01-01T00:00:00Z</cp:lastPrinted>
  <dcterms:created xsi:type="dcterms:W3CDTF">1900-01-01T00:00:00Z</dcterms:created>
  <dcterms:modified xsi:type="dcterms:W3CDTF">2026-04-09T09:11:14Z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71e95948-63ac-4e6c-afe0-1e7b55682ee5</vt:lpwstr>
  </property>
  <property fmtid="{D5CDD505-2E9C-101B-9397-08002B2CF9AE}" pid="3" name="ContentTypeId">
    <vt:lpwstr>0x010100E7DC1D346C0B004380D9D60A97B04A6B</vt:lpwstr>
  </property>
  <property fmtid="{D5CDD505-2E9C-101B-9397-08002B2CF9AE}" pid="4" name="ICV">
    <vt:lpwstr>1E8A4B59D5504921A52A4CF374BA2314_13</vt:lpwstr>
  </property>
  <property fmtid="{D5CDD505-2E9C-101B-9397-08002B2CF9AE}" pid="5" name="KSOProductBuildVer">
    <vt:lpwstr>1033-12.2.0.23197</vt:lpwstr>
  </property>
</Properties>
</file>