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_REPOR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2024年度商务报告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32688" y="2788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战略回顾与未来展望 · 2024年12月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公司概况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2024年业绩回顾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核心产品与服务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市场竞争分析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2025年战略规划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风险与应对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总结与展望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932688" y="2240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第一章：公司概况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我们是谁，我们做什么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公司简介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本公司成立于2018年，专注于企业数字化转型解决方案，现已服务超过500家大型企业客户，覆盖金融、医疗、制造等多个行业领域。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核心业务：AI驱动的企业管理平台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团队规模：全球员工超过2000人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市场份额：国内市场排名前三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年营收：2024年突破10亿元人民币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932688" y="22402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第二章：2024年业绩回顾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32688" y="3063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核心数据与关键成果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核心业绩指标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2024年公司实现了跨越式增长，在收入、利润、用户规模等核心指标上均超额完成年度目标。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营业收入同比增长42%，达到10.3亿元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净利润率提升至18.5%，同比增加3.2个百分点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新增企业客户187家，总客户数突破500家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用户满意度评分达到92分（满分100分）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研发投入占营收比例达22%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通过深度分析行业竞争格局，我们识别出核心优势与改进空间。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157984"/>
            <a:ext cx="10149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技术领先：AI模型推理速度领先行业均值35%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客户粘性：年续约率达到91%，高于行业平均的78%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价格竞争：单位成本较主要竞品低20-30%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服务响应：平均故障响应时间小于15分钟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2024年是公司高速发展的关键之年。展望2025年，我们将继续深耕核心赛道，扩大市场份额，为客户创造更大价值。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2267712"/>
            <a:ext cx="996696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持续加大AI技术研发投入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拓展东南亚与中东市场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完成新一轮战略融资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推出第三代智能管理平台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2024年度商务报告</dc:title>
  <dc:subject>商务报告（浅色）</dc:subject>
  <dc:creator>AI Writer 3.0</dc:creator>
  <cp:lastModifiedBy>AI Writer 3.0</cp:lastModifiedBy>
  <cp:revision>1</cp:revision>
  <dcterms:created xsi:type="dcterms:W3CDTF">2026-05-09T10:28:22Z</dcterms:created>
  <dcterms:modified xsi:type="dcterms:W3CDTF">2026-05-09T10:28:22Z</dcterms:modified>
</cp:coreProperties>
</file>